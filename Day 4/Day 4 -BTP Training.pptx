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76" r:id="rId2"/>
    <p:sldId id="4122" r:id="rId3"/>
    <p:sldId id="4760" r:id="rId4"/>
    <p:sldId id="4792" r:id="rId5"/>
    <p:sldId id="4781" r:id="rId6"/>
    <p:sldId id="4791" r:id="rId7"/>
    <p:sldId id="4793" r:id="rId8"/>
    <p:sldId id="4779" r:id="rId9"/>
    <p:sldId id="4753" r:id="rId10"/>
    <p:sldId id="4778" r:id="rId11"/>
    <p:sldId id="4752" r:id="rId12"/>
    <p:sldId id="4758" r:id="rId13"/>
    <p:sldId id="4774" r:id="rId14"/>
    <p:sldId id="4775" r:id="rId15"/>
    <p:sldId id="4788" r:id="rId16"/>
    <p:sldId id="4776" r:id="rId17"/>
    <p:sldId id="282" r:id="rId18"/>
    <p:sldId id="280" r:id="rId19"/>
    <p:sldId id="4711" r:id="rId20"/>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4D92"/>
    <a:srgbClr val="E8E8E8"/>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606" autoAdjust="0"/>
    <p:restoredTop sz="95250" autoAdjust="0"/>
  </p:normalViewPr>
  <p:slideViewPr>
    <p:cSldViewPr>
      <p:cViewPr varScale="1">
        <p:scale>
          <a:sx n="97" d="100"/>
          <a:sy n="97" d="100"/>
        </p:scale>
        <p:origin x="808" y="284"/>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1:58.466"/>
    </inkml:context>
    <inkml:brush xml:id="br0">
      <inkml:brushProperty name="width" value="0.05" units="cm"/>
      <inkml:brushProperty name="height" value="0.05" units="cm"/>
      <inkml:brushProperty name="color" value="#FFFFFF"/>
    </inkml:brush>
  </inkml:definitions>
  <inkml:trace contextRef="#ctx0" brushRef="#br0">90 383 24575,'-3'-22'0,"2"18"0,1 1 0,-1-1 0,1 1 0,-1-1 0,1 1 0,0-1 0,1-3 0,-1 6 0,1 0 0,-1 0 0,0 0 0,1 0 0,-1 0 0,1 0 0,0 0 0,-1 1 0,1-1 0,0 0 0,-1 0 0,1 0 0,0 1 0,0-1 0,0 1 0,-1-1 0,1 0 0,0 1 0,0-1 0,0 1 0,0 0 0,0-1 0,0 1 0,0 0 0,0-1 0,0 1 0,1 0 0,0 0 0,0 0 0,0 0 0,-1 0 0,1 0 0,0 0 0,0 0 0,0 0 0,-1 0 0,1 1 0,0-1 0,0 1 0,-1-1 0,1 1 0,0 0 0,-1 0 0,1 0 0,0-1 0,-1 2 0,0-1 0,1 0 0,-1 0 0,1 0 0,-1 1 0,0-1 0,0 0 0,0 1 0,0-1 0,0 1 0,0 0 0,0-1 0,-1 1 0,1 0 0,0-1 0,-1 3 0,3 6 0,-1 1 0,0-1 0,-1 0 0,1 16 0,-2-24 0,-5 571 0,-41-22 0,-32-3 0,74-524 0,-24 190 0,25-172 0,2 1 0,7 84 0,-4-114 0,0 0 0,1 0 0,0 0 0,1-1 0,8 19 0,-10-26 0,1 0 0,0-1 0,0 1 0,0 0 0,1-1 0,0 0 0,-1 0 0,2 0 0,-1 0 0,0-1 0,1 0 0,-1 1 0,1-2 0,0 1 0,7 3 0,3-2 0,-1 0 0,1 0 0,0-1 0,0-1 0,0-1 0,0 0 0,17-1 0,112-16 0,-118 13 0,111-17-123,427-53-1754,929-7-4269,8 77 1632,668 42 4190,-749-11-421,-293-37 2028,-828-22 1567,-274 26-2386,27-8 0,-46 11-185,0 0 0,0-1 0,0 1 0,0-1 0,0-1 0,-1 1-1,1-1 1,8-8 0,-12 10-182,0 0 1,-1 0-1,1 0 0,-1 0 0,0 0 1,1 0-1,-1 0 0,0-1 0,0 1 1,0-1-1,0 1 0,-1-1 0,1 1 1,-1-1-1,0 1 0,1-1 0,-1 1 1,0-1-1,-1 1 0,1-1 0,0 1 1,-1-1-1,1 1 0,-1-1 0,-1-3 1,-2-4 201,-1 1 1,0 0-1,0 0 1,-14-16-1,-166-190 1220,45 57-906,71 73-613,3-3 0,-80-144 0,116 175 0,2-2 0,3 0 0,2-2 0,4-1 0,-21-103 0,28 76 0,4-1 0,3-1 0,5 1 0,3 0 0,5 0 0,3 0 0,4 1 0,4 1 0,45-125 0,-61 204 0,-1 4 0,0-1 0,0 1 0,-1 0 0,0-1 0,1-8 0,-2 13 0,0 0 0,0-1 0,0 1 0,0 0 0,0 0 0,0-1 0,-1 1 0,1 0 0,0 0 0,-1 0 0,0 0 0,1-1 0,-1 1 0,1 0 0,-1 0 0,0 0 0,0 0 0,0 0 0,1 0 0,-1 1 0,0-1 0,0 0 0,0 0 0,0 1 0,0-1 0,-1 0 0,1 1 0,0-1 0,0 1 0,-2-1 0,-25-6 0,-1 1 0,-1 1 0,1 2 0,-1 1 0,-35 1 0,19 1 0,-588 12-1479,450-5 870,-2658 82-7758,2381-78 8404,-1205 36 591,2 53 446,1336-75 1769,299-24-5161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1:58.979"/>
    </inkml:context>
    <inkml:brush xml:id="br0">
      <inkml:brushProperty name="width" value="0.05" units="cm"/>
      <inkml:brushProperty name="height" value="0.05" units="cm"/>
      <inkml:brushProperty name="color" value="#FFFFFF"/>
    </inkml:brush>
  </inkml:definitions>
  <inkml:trace contextRef="#ctx0" brushRef="#br0">70 552 24575,'-1'-7'0,"1"4"0,5 11 0,11 26 0,-2 1 0,-2 0 0,13 57 0,7 114 0,-31-200 0,2 20 0,-1 29 0,-2-48 0,-1-1 0,1 1 0,-1-1 0,0 1 0,-1-1 0,1 0 0,-1 0 0,-1 0 0,1 0 0,-4 6 0,6-11 0,-1 0 0,1 0 0,-1 0 0,1 0 0,-1-1 0,1 1 0,-1 0 0,1 0 0,-1-1 0,0 1 0,1 0 0,-1-1 0,0 1 0,0-1 0,1 1 0,-1-1 0,0 1 0,0-1 0,0 0 0,0 1 0,0-1 0,1 0 0,-1 1 0,0-1 0,0 0 0,0 0 0,0 0 0,0 0 0,0 0 0,0 0 0,0 0 0,0 0 0,0-1 0,0 1 0,1 0 0,-1-1 0,0 1 0,0 0 0,0-1 0,0 1 0,1-1 0,-1 1 0,0-1 0,-1 0 0,-1-3 0,0 1 0,0-1 0,0 0 0,0 0 0,1 0 0,-1 0 0,1 0 0,-2-5 0,-12-34 0,3 1 0,1-2 0,-7-50 0,-8-138 0,17-6 0,11 198 0,2 0 0,2 0 0,19-74 0,-21 103 0,1-1 0,1 0 0,0 1 0,0 0 0,1 0 0,0 1 0,10-13 0,-12 18 0,0 1 0,1-1 0,0 1 0,-1 0 0,1 0 0,1 0 0,-1 1 0,0 0 0,1 0 0,0 0 0,0 1 0,0-1 0,0 1 0,0 1 0,10-2 0,-6 2 0,0 1 0,0 0 0,0 0 0,0 1 0,0 1 0,0 0 0,0 0 0,-1 1 0,1 0 0,-1 0 0,0 1 0,0 1 0,0-1 0,9 8 0,-8-6 0,-1 1 0,0 0 0,-1 0 0,1 1 0,-1 1 0,-1-1 0,0 1 0,0 0 0,-1 1 0,0 0 0,0 0 0,4 11 0,-8-15 12,0 0 1,0 0-1,-1 0 0,0 1 0,0-1 0,0 0 1,-1 0-1,0 1 0,0-1 0,0 0 0,-1 0 1,0 0-1,-3 9 0,2-7 7,-2 0 0,1 0 0,-1-1 0,0 1 0,-1-1 0,0 0 0,0 0 0,-11 11 0,-1-3-263,0-1 0,-1 0 0,0-1 0,-1-1 1,-1-1-1,-28 12 0,-4-1-6582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1:59.354"/>
    </inkml:context>
    <inkml:brush xml:id="br0">
      <inkml:brushProperty name="width" value="0.05" units="cm"/>
      <inkml:brushProperty name="height" value="0.05" units="cm"/>
      <inkml:brushProperty name="color" value="#FFFFFF"/>
    </inkml:brush>
  </inkml:definitions>
  <inkml:trace contextRef="#ctx0" brushRef="#br0">269 1 24575,'0'0'0,"0"1"0,-1 0 0,1-1 0,0 1 0,-1 0 0,1-1 0,0 1 0,-1 0 0,1-1 0,-1 1 0,1-1 0,-1 1 0,1-1 0,-1 1 0,1-1 0,-1 0 0,1 1 0,-1-1 0,0 0 0,1 1 0,-1-1 0,0 0 0,1 0 0,-1 1 0,0-1 0,-25 6 0,12-3 0,9-1 0,0 0 0,1 0 0,-1 1 0,1 0 0,-1-1 0,1 2 0,0-1 0,0 0 0,0 1 0,1 0 0,-1 0 0,-5 8 0,5-5 0,-1 1 0,1 0 0,1 1 0,-1-1 0,1 1 0,-3 17 0,3-9 0,1 1 0,1-1 0,1 1 0,0 0 0,1-1 0,1 1 0,5 20 0,-5-29 0,0-1 0,1 0 0,0 1 0,0-1 0,1 0 0,0-1 0,0 1 0,1-1 0,0 1 0,1-2 0,-1 1 0,1 0 0,14 10 0,-15-13 0,1 0 0,0-1 0,0 0 0,0 0 0,0 0 0,1-1 0,-1 0 0,1 0 0,0-1 0,-1 1 0,1-1 0,0-1 0,0 0 0,0 0 0,-1 0 0,1 0 0,0-1 0,9-3 0,-6 2 0,0-1 0,0-1 0,0 0 0,-1 0 0,1-1 0,-1 0 0,0-1 0,0 0 0,-1 0 0,0-1 0,0 0 0,-1 0 0,0-1 0,12-17 0,-15 21 0,-1-1 0,-1 0 0,1 0 0,-1 0 0,0-1 0,0 1 0,0-1 0,-1 1 0,1-1 0,-1 1 0,-1-1 0,1 0 0,-1 0 0,0 1 0,-1-1 0,1 0 0,-1 1 0,0-1 0,0 0 0,-1 1 0,0-1 0,0 1 0,0 0 0,0 0 0,-1 0 0,0 0 0,0 0 0,-7-8 0,1 4 0,0-1 0,-1 1 0,0 1 0,-1 0 0,1 0 0,-2 1 0,1 1 0,-1 0 0,0 0 0,0 1 0,-24-6 0,6 3 0,-1 2 0,1 1 0,-62-1 0,74 6-341,0 1 0,-1 0-1,-24 7 1,9 1-6485</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1:59.654"/>
    </inkml:context>
    <inkml:brush xml:id="br0">
      <inkml:brushProperty name="width" value="0.05" units="cm"/>
      <inkml:brushProperty name="height" value="0.05" units="cm"/>
      <inkml:brushProperty name="color" value="#FFFFFF"/>
    </inkml:brush>
  </inkml:definitions>
  <inkml:trace contextRef="#ctx0" brushRef="#br0">0 16 24575,'0'-3'0,"0"-4"0,0 2 0,0 5 0,3 9 0,2 12 0,2 12 0,3 9 0,0 11 0,2 8 0,-2 6 0,-2 5 0,-2-2 0,-3-2 0,-5-7 0,-1-8 0,-2-12-8191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1:59.916"/>
    </inkml:context>
    <inkml:brush xml:id="br0">
      <inkml:brushProperty name="width" value="0.05" units="cm"/>
      <inkml:brushProperty name="height" value="0.05" units="cm"/>
      <inkml:brushProperty name="color" value="#FFFFFF"/>
    </inkml:brush>
  </inkml:definitions>
  <inkml:trace contextRef="#ctx0" brushRef="#br0">234 24 24575,'0'0'0,"19"-16"0,-19 15 0,1 0 0,-1 1 0,1-1 0,0 1 0,-1-1 0,1 1 0,0-1 0,-1 1 0,1-1 0,0 1 0,0 0 0,-1-1 0,1 1 0,0 0 0,0 0 0,0 0 0,0-1 0,-1 1 0,1 0 0,0 0 0,0 0 0,0 0 0,0 1 0,0-1 0,-1 1 0,0 0 0,0 0 0,0 0 0,0 0 0,-1 0 0,1-1 0,0 1 0,-1 0 0,1 0 0,0 0 0,-1 0 0,1 0 0,-1-1 0,0 1 0,1 0 0,-1 0 0,1-1 0,-1 1 0,-1 1 0,1-1 0,-12 12 0,-1 0 0,0-1 0,0-1 0,-23 14 0,-67 31 0,41-23 0,60-29 0,11-1 0,17 0 0,-18-2 0,10 1 0,-1 1 0,0 1 0,0 1 0,0 0 0,-1 1 0,1 0 0,-2 1 0,1 1 0,-1 1 0,0 0 0,0 0 0,19 19 0,-15-12-1365,-2-4-5461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0.368"/>
    </inkml:context>
    <inkml:brush xml:id="br0">
      <inkml:brushProperty name="width" value="0.05" units="cm"/>
      <inkml:brushProperty name="height" value="0.05" units="cm"/>
      <inkml:brushProperty name="color" value="#FFFFFF"/>
    </inkml:brush>
  </inkml:definitions>
  <inkml:trace contextRef="#ctx0" brushRef="#br0">21 45 24575,'-20'-29'0,"48"72"0,-18-33 0,0 0 0,1 0 0,0-1 0,0 0 0,14 7 0,-22-14 0,0-1 0,0 0 0,0 1 0,0-1 0,0 0 0,1 0 0,-1-1 0,0 1 0,0-1 0,1 0 0,-1 0 0,5 0 0,-6 0 0,0-1 0,1 0 0,-1 1 0,0-1 0,0 0 0,0 0 0,0-1 0,0 1 0,0 0 0,0-1 0,0 1 0,-1-1 0,1 1 0,0-1 0,-1 0 0,1 0 0,-1 0 0,0 0 0,2-3 0,0 0 0,-1-1 0,0 1 0,-1 0 0,1 0 0,-1-1 0,0 1 0,0-1 0,-1 1 0,1-1 0,-1 1 0,-1-1 0,1 1 0,-1-1 0,0 1 0,0-1 0,-4-9 0,3 20 0,1 8 0,8 56 0,2-1 0,21 74 0,-18-88 0,13 56 0,2 5 0,15 147 0,-41-253 0,1 9 0,-1 0 0,-2 20 0,1-33 0,-1-1 0,1 0 0,-1 1 0,0-1 0,0 0 0,0 0 0,-1 0 0,0 0 0,0 0 0,0 0 0,0 0 0,0 0 0,-1-1 0,-3 4 0,5-5 0,0-1 0,0 0 0,-1 0 0,1 0 0,-1 0 0,1 0 0,-1 0 0,1-1 0,-1 1 0,1 0 0,-1-1 0,0 1 0,0-1 0,1 0 0,-1 1 0,0-1 0,1 0 0,-1 0 0,0 0 0,0 0 0,-1-1 0,-1 0 0,0 0 0,0 0 0,0-1 0,1 1 0,-1-1 0,1 0 0,-1 0 0,1-1 0,-4-2 0,-4-5 0,0-1 0,0 0 0,-17-25 0,8 6 0,1 0 0,2-2 0,1 0 0,2-1 0,-17-56 0,17 37 0,2-1 0,3 0 0,-3-59 0,10 92-170,1 0-1,1-1 0,1 1 1,1 0-1,0 0 0,2 0 1,9-30-1,3 11-6655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0.880"/>
    </inkml:context>
    <inkml:brush xml:id="br0">
      <inkml:brushProperty name="width" value="0.05" units="cm"/>
      <inkml:brushProperty name="height" value="0.05" units="cm"/>
      <inkml:brushProperty name="color" value="#FFFFFF"/>
    </inkml:brush>
  </inkml:definitions>
  <inkml:trace contextRef="#ctx0" brushRef="#br0">56 39 24575,'-2'-2'0,"0"1"0,0-1 0,-1 1 0,1 0 0,0-1 0,-1 1 0,0 0 0,1 0 0,-4 0 0,5 0 0,0 1 0,-1 0 0,1-1 0,0 1 0,0 0 0,-1 0 0,1 0 0,0 0 0,-1 0 0,1 0 0,0 0 0,0 0 0,-1 0 0,1 1 0,0-1 0,0 0 0,0 1 0,-1-1 0,1 1 0,-2 1 0,3-2 0,0 1 0,0 0 0,-1-1 0,1 1 0,0 0 0,0-1 0,0 1 0,0 0 0,0-1 0,0 1 0,0 0 0,0-1 0,1 1 0,-1 0 0,0-1 0,0 1 0,0 0 0,1-1 0,-1 1 0,0 0 0,1-1 0,0 1 0,11 17 0,-10-13 0,16 21 0,23 49 0,-35-61 0,0 0 0,-1 1 0,0-1 0,-2 1 0,4 24 0,-7-36 0,0 0 0,0 0 0,0 0 0,0 0 0,-1 0 0,1 1 0,-1-1 0,0 0 0,0-1 0,0 1 0,-3 4 0,4-6 0,0-1 0,-1 1 0,1-1 0,0 1 0,-1-1 0,1 1 0,-1-1 0,1 1 0,0-1 0,-1 0 0,1 1 0,-1-1 0,1 0 0,-1 1 0,0-1 0,1 0 0,-1 0 0,1 0 0,-1 1 0,1-1 0,-1 0 0,0 0 0,1 0 0,-1 0 0,-1 0 0,1-1 0,0 1 0,0-1 0,0 1 0,0-1 0,0 0 0,0 1 0,0-1 0,1 0 0,-1 0 0,0 0 0,0 1 0,0-1 0,1 0 0,-1 0 0,0 0 0,0-2 0,-3-4 0,1 0 0,0 0 0,0 0 0,1 0 0,-1-1 0,2 1 0,-1-1 0,1 1 0,0-1 0,0 0 0,1 1 0,0-1 0,3-14 0,-1 11 0,0 1 0,1-1 0,0 1 0,1-1 0,0 1 0,1 0 0,0 1 0,0-1 0,11-13 0,-11 16 0,1 0 0,0 1 0,1-1 0,-1 1 0,1 1 0,0-1 0,1 1 0,-1 0 0,1 1 0,0 0 0,13-5 0,-14 7 0,-1 0 0,0 1 0,1 0 0,-1 0 0,1 0 0,-1 1 0,1 0 0,-1 0 0,1 1 0,-1 0 0,1 0 0,-1 1 0,1-1 0,-1 1 0,0 1 0,0-1 0,6 4 0,-7-3 0,0 0 0,0 1 0,0-1 0,0 1 0,-1 0 0,0 0 0,0 0 0,0 1 0,5 7 0,-1 1 0,-1 0 0,8 19 0,-1 0 0,-14-31 0,0-1 0,1 1 0,-1 0 0,1 0 0,-1 0 0,1 0 0,0-1 0,-1 1 0,1 0 0,0 0 0,-1-1 0,1 1 0,0-1 0,0 1 0,-1 0 0,1-1 0,0 0 0,0 1 0,0-1 0,0 1 0,0-1 0,0 0 0,0 0 0,0 0 0,0 1 0,0-1 0,0 0 0,0 0 0,0 0 0,0-1 0,0 1 0,0 0 0,0 0 0,0 0 0,-1-1 0,1 1 0,0 0 0,0-1 0,0 1 0,0-1 0,1 0 0,5-4 0,0 0 0,-1 0 0,1 0 0,6-8 0,0 1 0,-5 5 0,1 0 0,0 0 0,0 1 0,1 1 0,12-6 0,-21 10 0,1 0 0,-1 1 0,1-1 0,0 1 0,-1-1 0,1 1 0,-1 0 0,1-1 0,0 1 0,0 0 0,-1 0 0,1 0 0,0 1 0,-1-1 0,1 0 0,-1 1 0,1-1 0,0 1 0,-1-1 0,1 1 0,-1 0 0,1-1 0,-1 1 0,1 0 0,-1 0 0,0 0 0,1 0 0,-1 0 0,0 1 0,0-1 0,0 0 0,0 1 0,0-1 0,0 0 0,0 1 0,0-1 0,-1 1 0,1-1 0,-1 1 0,1 0 0,-1-1 0,1 1 0,-1 3 0,14 82-1365,-11-60-5461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1.209"/>
    </inkml:context>
    <inkml:brush xml:id="br0">
      <inkml:brushProperty name="width" value="0.05" units="cm"/>
      <inkml:brushProperty name="height" value="0.05" units="cm"/>
      <inkml:brushProperty name="color" value="#FFFFFF"/>
    </inkml:brush>
  </inkml:definitions>
  <inkml:trace contextRef="#ctx0" brushRef="#br0">20 61 24575,'0'-6'0,"0"-14"0,-3 18 0,-1 13 0,0 9 0,0-1 0,2 1 0,0 0 0,1 0 0,1 0 0,1 0 0,1 0 0,8 36 0,-9-49 0,1 0 0,1 0 0,-1 0 0,1-1 0,0 1 0,1-1 0,0 0 0,0 0 0,7 9 0,-9-13 0,0 0 0,0 0 0,0-1 0,0 1 0,1 0 0,-1-1 0,1 1 0,-1-1 0,1 0 0,0 0 0,-1 0 0,1 0 0,0-1 0,0 1 0,-1-1 0,1 1 0,0-1 0,0 0 0,0 0 0,0 0 0,0 0 0,-1-1 0,1 1 0,0-1 0,0 0 0,4-2 0,0 0 0,-1 0 0,1-1 0,-1 0 0,0 0 0,0 0 0,0-1 0,0 0 0,-1 0 0,0-1 0,0 0 0,0 0 0,-1 0 0,0 0 0,0 0 0,-1-1 0,0 0 0,5-12 0,-5 11 0,-1 0 0,0 0 0,0 0 0,-1 0 0,0-1 0,0 1 0,0-1 0,-2 1 0,1 0 0,-1-1 0,0 1 0,0-1 0,-1 1 0,0 0 0,-5-11 0,3 11 27,0 1-1,0 1 0,-1-1 0,0 1 1,0 0-1,0 0 0,-1 0 0,0 1 1,0-1-1,0 2 0,-1-1 0,-9-5 1,11 7-117,0 1 0,0 0 0,0 0 0,-1 0 0,1 0 1,0 1-1,-1 0 0,1 0 0,0 1 0,-1-1 1,1 1-1,-1 0 0,1 1 0,-1-1 0,1 1 0,-1 0 1,1 0-1,-10 4 0,-2 4-6736</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1.567"/>
    </inkml:context>
    <inkml:brush xml:id="br0">
      <inkml:brushProperty name="width" value="0.05" units="cm"/>
      <inkml:brushProperty name="height" value="0.05" units="cm"/>
      <inkml:brushProperty name="color" value="#FFFFFF"/>
    </inkml:brush>
  </inkml:definitions>
  <inkml:trace contextRef="#ctx0" brushRef="#br0">36 64 24575,'-10'-8'0,"-9"-8"0,18 15 0,1 0 0,-1 1 0,1-1 0,-1 1 0,1-1 0,-1 0 0,1 0 0,-1 1 0,1-1 0,0 0 0,0 0 0,-1 1 0,1-1 0,0 0 0,0 0 0,0 0 0,0 1 0,0-1 0,0 0 0,0 0 0,0 0 0,0 0 0,0 0 0,1 0 0,-1 0 0,1 0 0,0 1 0,-1-1 0,1 1 0,0-1 0,-1 1 0,1-1 0,0 1 0,0-1 0,0 1 0,-1 0 0,1-1 0,0 1 0,0 0 0,0 0 0,0-1 0,0 1 0,-1 0 0,1 0 0,0 0 0,0 0 0,0 0 0,0 0 0,0 0 0,0 1 0,0-1 0,-1 0 0,1 0 0,0 1 0,1 0 0,32 12 0,-32-12 0,19 9 0,-1 0 0,0 2 0,29 22 0,-42-29 0,0 2 0,0-1 0,0 1 0,-1 0 0,1 0 0,-2 1 0,1 0 0,-1 0 0,0 0 0,-1 0 0,5 13 0,-9-18 0,1 1 0,0 0 0,-1 0 0,1-1 0,-1 1 0,0 0 0,0 0 0,-1 0 0,1-1 0,-1 1 0,0 0 0,0 0 0,0-1 0,0 1 0,-1-1 0,0 1 0,1-1 0,-5 6 0,4-7 0,1 1 0,-1-1 0,0 0 0,0 1 0,-1-1 0,1 0 0,0-1 0,-1 1 0,1 0 0,-1-1 0,1 1 0,-1-1 0,0 0 0,0 0 0,0 0 0,1 0 0,-1 0 0,0-1 0,0 1 0,0-1 0,0 0 0,0 0 0,-6 0 0,7 0 0,1-1 0,-1 1 0,0-1 0,0 1 0,1-1 0,-1 0 0,1 0 0,-1 0 0,1 0 0,-1 0 0,1 0 0,-1 0 0,1 0 0,0 0 0,0 0 0,0-1 0,-1 1 0,1-1 0,0 1 0,1-1 0,-1 1 0,0-1 0,0 0 0,1 1 0,-1-1 0,1 0 0,-1 1 0,1-1 0,0 0 0,0 0 0,0 1 0,0-1 0,0 0 0,0-2 0,1-4 0,0 0 0,0 0 0,1 0 0,0 0 0,0 1 0,5-11 0,0 2 0,2 0 0,-1 1 0,2 0 0,0 1 0,22-24 0,-25 31 0,0-1 0,1 1 0,0 0 0,0 1 0,1 0 0,0 1 0,0-1 0,0 2 0,0-1 0,1 1 0,11-3 0,-19 7 0,1-1 0,0 0 0,-1 1 0,1 0 0,0 0 0,0 0 0,-1 0 0,1 0 0,0 0 0,0 1 0,-1-1 0,1 1 0,0 0 0,-1 0 0,1 0 0,-1 0 0,1 0 0,-1 1 0,4 2 0,-3-1 0,0 0 0,0 0 0,0 0 0,0 1 0,-1 0 0,1-1 0,-1 1 0,0 0 0,0 0 0,-1 0 0,2 6 0,1 6 0,0 0 0,-2 0 0,0 0 0,-1 0 0,-1 27 0,-2-21-341,-1 0 0,-1 1-1,-11 37 1,-5-3-6485</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9.365"/>
    </inkml:context>
    <inkml:brush xml:id="br0">
      <inkml:brushProperty name="width" value="0.05" units="cm"/>
      <inkml:brushProperty name="height" value="0.05" units="cm"/>
      <inkml:brushProperty name="color" value="#FFFFFF"/>
    </inkml:brush>
  </inkml:definitions>
  <inkml:trace contextRef="#ctx0" brushRef="#br0">0 36 24575,'23'1'0,"35"6"0,10 2 0,-16-9 0,0-2 0,-1-2 0,0-2 0,0-3 0,67-20 0,-109 26-1365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3.031"/>
    </inkml:context>
    <inkml:brush xml:id="br0">
      <inkml:brushProperty name="width" value="0.05" units="cm"/>
      <inkml:brushProperty name="height" value="0.05" units="cm"/>
      <inkml:brushProperty name="color" value="#FFFFFF"/>
    </inkml:brush>
  </inkml:definitions>
  <inkml:trace contextRef="#ctx0" brushRef="#br0">168 141 24575,'-1'0'0,"-1"0"0,1 0 0,0 0 0,0 0 0,0 0 0,0 1 0,0-1 0,-1 0 0,1 1 0,0-1 0,0 0 0,0 1 0,-1 0 0,2-1 0,-1 1 0,1-1 0,0 0 0,0 0 0,0 1 0,-1-1 0,1 0 0,0 1 0,0-1 0,0 0 0,0 1 0,-1-1 0,1 0 0,0 1 0,0-1 0,0 0 0,0 1 0,0-1 0,0 0 0,0 1 0,0-1 0,0 0 0,0 1 0,0-1 0,0 0 0,1 1 0,-1 0 0,1 1 0,0-1 0,0 1 0,1 0 0,-1 0 0,0 0 0,1-1 0,-1 1 0,1-1 0,0 1 0,0-1 0,-1 0 0,4 2 0,16 8 0,0 0 0,1-2 0,0 0 0,40 9 0,-50-15 0,0 0 0,0-2 0,0 1 0,0-2 0,0 1 0,1-2 0,-1 0 0,0 0 0,0-1 0,0 0 0,12-5 0,-18 5 0,0-1 0,-1 0 0,1 0 0,-1 0 0,1 0 0,-1-1 0,0 0 0,0 0 0,-1 0 0,1-1 0,-1 0 0,6-8 0,-8 11 0,-1-1 0,1 0 0,-1 0 0,1-1 0,-1 1 0,0 0 0,0 0 0,-1-1 0,1 1 0,-1 0 0,1-1 0,-1 1 0,0-1 0,0 1 0,-1 0 0,1-1 0,-1 1 0,1 0 0,-1-1 0,0 1 0,-1 0 0,1 0 0,0 0 0,-4-6 0,0 3 0,1 0 0,-2 0 0,1 0 0,0 1 0,-1 0 0,0 0 0,0 0 0,-1 1 0,0 0 0,1 0 0,-1 0 0,0 1 0,-13-4 0,4 2 0,0 1 0,0 1 0,0 0 0,-1 1 0,-25 0 0,27 3 0,0 0 0,0 2 0,1-1 0,-1 2 0,1 0 0,0 0 0,0 1 0,0 1 0,0 1 0,1 0 0,0 0 0,1 2 0,0-1 0,0 1 0,1 1 0,0 0 0,0 1 0,-14 19 0,17-20 0,1 1 0,0-1 0,1 1 0,0 1 0,1-1 0,0 1 0,1 0 0,0 0 0,1 0 0,0 0 0,1 1 0,0-1 0,1 1 0,1 0 0,0-1 0,0 1 0,1-1 0,1 1 0,0-1 0,1 1 0,0-1 0,7 16 0,-5-17-80,1 0 0,0 0-1,0-1 1,1 0 0,0 0-1,0-1 1,1 0 0,1 0-1,0-1 1,0 0 0,0 0 0,1-1-1,0 0 1,1-1 0,-1-1-1,22 9 1,18 2-6746</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3.327"/>
    </inkml:context>
    <inkml:brush xml:id="br0">
      <inkml:brushProperty name="width" value="0.05" units="cm"/>
      <inkml:brushProperty name="height" value="0.05" units="cm"/>
      <inkml:brushProperty name="color" value="#FFFFFF"/>
    </inkml:brush>
  </inkml:definitions>
  <inkml:trace contextRef="#ctx0" brushRef="#br0">40 127 24575,'-39'-95'0,"61"139"0,-1 1 0,27 87 0,-13-33 0,-35-97 0,18 36 0,-17-37 0,0 0 0,-1 0 0,1 0 0,0 0 0,0 0 0,0 0 0,0 0 0,0 0 0,0 0 0,0 0 0,0-1 0,2 1 0,-3 0 0,1-1 0,-1 0 0,1 0 0,-1 0 0,1 0 0,-1 0 0,1 0 0,0 0 0,-1 0 0,1 0 0,-1-1 0,1 1 0,-1 0 0,1 0 0,-1 0 0,1-1 0,-1 1 0,1 0 0,-1 0 0,1-1 0,-1 1 0,0 0 0,1-1 0,-1 1 0,0-1 0,1 1 0,-1 0 0,0-1 0,1 0 0,7-12 0,-2-1 0,1 1 0,-2-1 0,0-1 0,0 1 0,3-23 0,-4 18 0,16-71 0,14-54 0,-33 141 56,-1 2-121,0-1 1,1 1-1,-1 0 1,0 0-1,0 0 0,1 0 1,-1 0-1,1 0 1,-1 0-1,1 0 1,-1 0-1,1 0 0,0 0 1,0 0-1,-1 1 1,1-1-1,0 0 0,0 0 1,0 1-1,0-1 1,1 0-1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3.654"/>
    </inkml:context>
    <inkml:brush xml:id="br0">
      <inkml:brushProperty name="width" value="0.05" units="cm"/>
      <inkml:brushProperty name="height" value="0.05" units="cm"/>
      <inkml:brushProperty name="color" value="#FFFFFF"/>
    </inkml:brush>
  </inkml:definitions>
  <inkml:trace contextRef="#ctx0" brushRef="#br0">34 250 24575,'0'0'0,"0"-1"0,0 0 0,0 0 0,-1 1 0,1-1 0,0 0 0,0 1 0,-1-1 0,1 0 0,0 1 0,-1-1 0,1 0 0,0 1 0,-1-1 0,1 1 0,-1-1 0,1 1 0,-1-1 0,1 1 0,-1-1 0,0 1 0,0-1 0,-2 1 0,8 8 0,0-5 0,0 1 0,-1-1 0,1 0 0,0-1 0,0 1 0,0-1 0,1 0 0,-1 0 0,1-1 0,-1 1 0,1-1 0,9 0 0,-10 0 0,0-1 0,-1 0 0,1 0 0,0 0 0,0-1 0,0 0 0,0 0 0,-1 0 0,1 0 0,-1-1 0,1 0 0,-1 0 0,1 0 0,-1 0 0,5-4 0,-6 3 0,1-1 0,-1 0 0,1 0 0,-1-1 0,-1 1 0,1 0 0,-1-1 0,1 0 0,-1 1 0,0-1 0,-1 0 0,1 0 0,-1 0 0,0 0 0,-1 0 0,1-1 0,-1 1 0,0 0 0,0 0 0,0 0 0,-1-1 0,0 1 0,0 0 0,0 0 0,-1 0 0,-2-6 0,1 3 0,0 1 0,0-1 0,-1 1 0,0-1 0,0 1 0,-1 1 0,0-1 0,0 1 0,0-1 0,-1 1 0,0 1 0,0-1 0,-1 1 0,0 0 0,-14-7 0,19 11 0,-1 0 0,1 0 0,-1 0 0,1 0 0,-1 0 0,0 1 0,0-1 0,1 1 0,-1 0 0,0 0 0,0 0 0,1 0 0,-1 0 0,0 1 0,1-1 0,-1 1 0,0 0 0,1 0 0,-5 1 0,4 0 0,0 1 0,0-1 0,0 1 0,0-1 0,0 1 0,0 0 0,1 0 0,0 0 0,-1 0 0,1 1 0,0-1 0,-2 5 0,0 4 0,0-1 0,0 1 0,1-1 0,0 1 0,1 0 0,1 0 0,0 24 0,1-20-124,2-1 0,0 0 0,0 0 0,2 0 0,0 0 0,0 0-1,2-1 1,0 1 0,0-1 0,14 21 0,4-2-6702</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3.966"/>
    </inkml:context>
    <inkml:brush xml:id="br0">
      <inkml:brushProperty name="width" value="0.05" units="cm"/>
      <inkml:brushProperty name="height" value="0.05" units="cm"/>
      <inkml:brushProperty name="color" value="#FFFFFF"/>
    </inkml:brush>
  </inkml:definitions>
  <inkml:trace contextRef="#ctx0" brushRef="#br0">51 82 24575,'-13'-29'0,"9"20"0,0-1 0,-1 1 0,-7-10 0,12 19 0,0-1 0,0 1 0,0 0 0,-1-1 0,1 1 0,0 0 0,0 0 0,0-1 0,0 1 0,-1 0 0,1 0 0,0-1 0,0 1 0,-1 0 0,1 0 0,0-1 0,0 1 0,-1 0 0,1 0 0,0 0 0,-1 0 0,1 0 0,0-1 0,0 1 0,-1 0 0,1 0 0,0 0 0,-1 0 0,1 0 0,0 0 0,-1 0 0,1 0 0,0 0 0,-1 0 0,-2 12 0,5 20 0,5 11 0,1-1 0,3 0 0,1 0 0,27 59 0,-27-82 0,-11-19 0,-1 0 0,0 0 0,0 0 0,0 0 0,1 0 0,-1 1 0,0-1 0,0 0 0,0 0 0,1 0 0,-1 0 0,0 0 0,0 0 0,0 0 0,1 0 0,-1 0 0,0 0 0,0 0 0,1 0 0,-1 0 0,0 0 0,0 0 0,0 0 0,1 0 0,-1 0 0,0 0 0,0 0 0,0-1 0,1 1 0,-1 0 0,0 0 0,0 0 0,0 0 0,0 0 0,1-1 0,-1 1 0,0 0 0,0 0 0,0 0 0,0 0 0,1-1 0,0-3 0,1-1 0,-1 1 0,1-1 0,-1 0 0,0-7 0,1 1 0,5-27 0,17-53 0,-20 79 0,0 0 0,1 1 0,0-1 0,1 1 0,1 0 0,-1 1 0,2-1 0,11-12 0,-17 20 0,1 1 0,-1-1 0,1 1 0,0 0 0,0 0 0,0 0 0,0 0 0,1 0 0,-1 1 0,0 0 0,1-1 0,-1 1 0,1 0 0,-1 1 0,1-1 0,-1 0 0,1 1 0,-1 0 0,6 0 0,-5 1 0,0 0 0,0 0 0,-1 0 0,1 1 0,0-1 0,-1 1 0,0 0 0,1 0 0,-1 0 0,0 1 0,0-1 0,0 1 0,0-1 0,-1 1 0,1 0 0,-1 0 0,5 7 0,0 3-136,-1 0-1,0 1 1,-1 0-1,0 0 1,-1 0-1,-1 1 1,0-1-1,-1 1 0,1 15 1,-1 7-6690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4.172"/>
    </inkml:context>
    <inkml:brush xml:id="br0">
      <inkml:brushProperty name="width" value="0.05" units="cm"/>
      <inkml:brushProperty name="height" value="0.05" units="cm"/>
      <inkml:brushProperty name="color" value="#FFFFFF"/>
    </inkml:brush>
  </inkml:definitions>
  <inkml:trace contextRef="#ctx0" brushRef="#br0">1 69 24575,'3'-9'0,"1"-10"0,0-4 0,2 8 0,1 13 0,-2 15 0,2 16 0,0 15 0,1 15 0,0 11 0,2 5 0,-2 3 0,2-3 0,-1-5 0,1-8 0,-2-15-8191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4.359"/>
    </inkml:context>
    <inkml:brush xml:id="br0">
      <inkml:brushProperty name="width" value="0.05" units="cm"/>
      <inkml:brushProperty name="height" value="0.05" units="cm"/>
      <inkml:brushProperty name="color" value="#FFFFFF"/>
    </inkml:brush>
  </inkml:definitions>
  <inkml:trace contextRef="#ctx0" brushRef="#br0">1 48 24575,'0'-3'0,"0"-4"0,3-1 0,7 1 0,6 1 0,5 3 0,9 1 0,9 1 0,4 0 0,3 1 0,1 1 0,-2-4 0,-5-1 0,-9 0-8191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4.733"/>
    </inkml:context>
    <inkml:brush xml:id="br0">
      <inkml:brushProperty name="width" value="0.05" units="cm"/>
      <inkml:brushProperty name="height" value="0.05" units="cm"/>
      <inkml:brushProperty name="color" value="#FFFFFF"/>
    </inkml:brush>
  </inkml:definitions>
  <inkml:trace contextRef="#ctx0" brushRef="#br0">251 147 24575,'6'0'0,"0"-1"0,0 0 0,0-1 0,0 1 0,-1-1 0,1 0 0,0-1 0,7-4 0,40-26 0,-47 29 0,-1 0 0,0-1 0,0 1 0,-1-1 0,8-10 0,-11 15 0,-1-1 0,1 0 0,0 0 0,0 0 0,-1 0 0,1 0 0,-1 0 0,1 0 0,-1-1 0,0 1 0,1 0 0,-1 0 0,0 0 0,0 0 0,0 0 0,0-1 0,0 1 0,0 0 0,0 0 0,0 0 0,0 0 0,0-1 0,-1 1 0,1 0 0,0 0 0,-1 0 0,1 0 0,-1 0 0,1 0 0,-1 0 0,0 0 0,1 0 0,-1 0 0,0 0 0,0 0 0,0 1 0,0-1 0,1 0 0,-1 0 0,-2 0 0,-2-2 0,-1 1 0,0-1 0,0 2 0,0-1 0,0 0 0,0 1 0,0 0 0,0 1 0,0-1 0,0 1 0,-10 1 0,0 0 0,0 2 0,0 0 0,-19 5 0,23-4 0,0 1 0,0 0 0,1 0 0,-1 1 0,1 1 0,0 0 0,1 0 0,0 1 0,-17 16 0,24-21 0,0 0 0,0 1 0,0-1 0,0 1 0,1 0 0,0 0 0,-1 0 0,1 0 0,1 1 0,-1-1 0,1 0 0,-1 1 0,1-1 0,0 1 0,1-1 0,-1 1 0,1 0 0,0-1 0,0 1 0,1-1 0,-1 1 0,1-1 0,0 1 0,0-1 0,0 1 0,1-1 0,0 1 0,0-1 0,0 0 0,3 5 0,2 1 0,1 0 0,0-1 0,0 0 0,1 0 0,0-1 0,1 0 0,0-1 0,0 0 0,0 0 0,17 7 0,7 1 0,1-1 0,39 10 0,-52-15 0,-17-4 0,-13 0 0,-38 2 0,-71 3 0,41-5 0,10 1-1365,7-1-5461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5.823"/>
    </inkml:context>
    <inkml:brush xml:id="br0">
      <inkml:brushProperty name="width" value="0.05" units="cm"/>
      <inkml:brushProperty name="height" value="0.05" units="cm"/>
      <inkml:brushProperty name="color" value="#FFFFFF"/>
    </inkml:brush>
  </inkml:definitions>
  <inkml:trace contextRef="#ctx0" brushRef="#br0">112 8 24575,'-2'-7'0,"-2"8"0,-4 15 0,4 33 0,2 97 0,4-69 0,-50 857 0,42-881 0,-2 0 0,-22 78 0,30-129 0,-1-1 0,1 1 0,0 0 0,-1 0 0,1 0 0,0 0 0,0 0 0,0-1 0,0 1 0,1 0 0,-1 0 0,0 0 0,1 0 0,-1 0 0,1-1 0,0 1 0,-1 0 0,1-1 0,0 1 0,0 0 0,0-1 0,0 1 0,1-1 0,-1 1 0,0-1 0,1 0 0,-1 0 0,1 0 0,-1 1 0,1-1 0,-1 0 0,1-1 0,0 1 0,-1 0 0,1 0 0,3 0 0,8 3 0,1-1 0,-1 0 0,0-1 0,17 1 0,-19-2 0,632 24-1647,-527-24 1221,166 1-1436,50 2 769,49 1-1417,989 17-1956,1809 17 436,-2729-39 3970,-50-4 240,-58-2 65,-61-1 553,-65-3-183,-176 8-200,-4 1 171,-1-2 0,0-1 0,52-13 0,-85 17-435,0-1 0,0 1 0,0-1 0,-1 1 0,1-1 1,0 0-1,-1 0 0,1 0 0,0 0 0,-1 0 0,1 0 0,-1 0 0,0 0 0,1-1 1,-1 1-1,0 0 0,1-3 0,-1 4-119,-1-1 1,0 0 0,0 0-1,0 0 1,0 0-1,0 0 1,0 0-1,0 0 1,0 0-1,0 0 1,-1 0-1,1 0 1,0 0-1,-1 0 1,1 0-1,-1 0 1,0-1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6.707"/>
    </inkml:context>
    <inkml:brush xml:id="br0">
      <inkml:brushProperty name="width" value="0.05" units="cm"/>
      <inkml:brushProperty name="height" value="0.05" units="cm"/>
      <inkml:brushProperty name="color" value="#FFFFFF"/>
    </inkml:brush>
  </inkml:definitions>
  <inkml:trace contextRef="#ctx0" brushRef="#br0">0 229 24575,'0'0'0,"1"-1"0,-1 1 0,0-1 0,1 0 0,-1 1 0,0-1 0,1 1 0,-1-1 0,1 1 0,-1-1 0,1 1 0,-1-1 0,1 1 0,-1 0 0,1-1 0,-1 1 0,1 0 0,0-1 0,-1 1 0,1 0 0,0 0 0,-1 0 0,1-1 0,0 1 0,0 0 0,24-4 0,-18 3 0,553-40-805,-494 38 681,2277-51-9511,-1578 42 8083,168-3 1682,1493-35-789,-1941 32 2614,-165-1 4059,-312 18-5937,-2 1 257,-1-1 0,1 1 0,0 0 0,11 2 0,-16-2-268,-1 0 1,1 0-1,0 1 1,0-1-1,0 0 1,-1 0-1,1 1 1,0-1-1,0 1 1,-1-1-1,1 1 1,0-1-1,-1 1 1,1-1-1,0 1 1,-1 0-1,1-1 1,-1 1-1,1 0 1,-1 0-1,1-1 1,-1 1-1,0 0 1,1 0-1,-1 0 1,0-1-1,0 1 1,1 0-1,-1 0 1,0 0-1,0 0 1,0 0-1,0-1 1,0 1-1,0 0 1,0 0-1,-1 1 1,-6 36 206,3-20-241,1 0 1,1 1-1,0 32 0,53 1371-32,-42-1245 0,0 98 0,-9-271 0,0 1 0,-1-1 0,1 0 0,-1 0 0,0 1 0,-3 6 0,4-10 0,0-1 0,-1 1 0,1 0 0,-1 0 0,1-1 0,-1 1 0,1 0 0,-1-1 0,1 1 0,-1-1 0,1 1 0,-1-1 0,0 1 0,1-1 0,-1 1 0,0-1 0,0 0 0,1 1 0,-1-1 0,0 0 0,0 0 0,1 1 0,-1-1 0,0 0 0,0 0 0,0 0 0,0 0 0,1 0 0,-1 0 0,0 0 0,0 0 0,0 0 0,1-1 0,-1 1 0,0 0 0,0 0 0,1-1 0,-1 1 0,0-1 0,0 1 0,0-1 0,-16-10-66,1 0-1,0-1 1,-25-26-1,24 22-1032,-14-12-5727</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7.521"/>
    </inkml:context>
    <inkml:brush xml:id="br0">
      <inkml:brushProperty name="width" value="0.05" units="cm"/>
      <inkml:brushProperty name="height" value="0.05" units="cm"/>
      <inkml:brushProperty name="color" value="#FFFFFF"/>
    </inkml:brush>
  </inkml:definitions>
  <inkml:trace contextRef="#ctx0" brushRef="#br0">423 220 24575,'25'-21'0,"9"-12"0,-29 26 0,1 1 0,-1-1 0,-1-1 0,1 1 0,-1-1 0,-1 0 0,1 0 0,1-8 0,-4 13 0,-1 1 0,1-1 0,-1 1 0,0-1 0,0 1 0,0-1 0,0 1 0,-1-1 0,1 1 0,-1-1 0,1 1 0,-1-1 0,0 1 0,0-1 0,0 1 0,0 0 0,0-1 0,-1 1 0,1 0 0,-1 0 0,1 0 0,-1 0 0,0 0 0,0 1 0,0-1 0,0 0 0,0 1 0,0 0 0,0-1 0,-1 1 0,-1-1 0,-5-2 0,-1 0 0,1 1 0,-1 0 0,1 1 0,-1 0 0,0 0 0,0 1 0,0 0 0,0 1 0,0 0 0,0 1 0,0 0 0,1 1 0,-18 4 0,7-1 0,1 2 0,1 0 0,-1 1 0,1 1 0,0 0 0,-22 17 0,25-14 0,0 1 0,0 0 0,1 1 0,1 0 0,1 2 0,0-1 0,0 1 0,2 1 0,0 0 0,-8 19 0,13-23 0,0 0 0,1 0 0,1 0 0,0 0 0,0 1 0,0 22 0,3-27 0,0 1 0,1-1 0,0 1 0,0-1 0,1 0 0,1 0 0,-1 0 0,2 0 0,-1 0 0,7 11 0,-5-12 0,0 0 0,1-1 0,0 1 0,1-1 0,0-1 0,0 1 0,0-1 0,0 0 0,1-1 0,0 0 0,1 0 0,-1 0 0,1-1 0,-1-1 0,14 4 0,2 0 0,-1-2 0,1-1 0,0-1 0,46 1 0,-55-4 0,1-1 0,19-3 0,-30 3 0,0 0 0,-1 0 0,1 0 0,-1-1 0,1 0 0,-1 0 0,1 0 0,-1 0 0,0-1 0,0 1 0,4-5 0,-7 6 0,0 0 0,0 0 0,0 1 0,0-1 0,0 0 0,-1 0 0,1 0 0,0 0 0,-1 0 0,1 0 0,-1 0 0,1-1 0,-1 1 0,1 0 0,-1 0 0,0 0 0,0 0 0,1-1 0,-1 1 0,0 0 0,0 0 0,0 0 0,0-1 0,-1 1 0,1 0 0,0 0 0,0 0 0,-1 0 0,1-1 0,-1 1 0,1 0 0,-1 0 0,1 0 0,-1 0 0,0 0 0,1 0 0,-1 0 0,0 0 0,0 0 0,0 1 0,0-1 0,0 0 0,0 0 0,0 1 0,-2-2 0,-2-1 0,-1-1 0,0 1 0,-1 0 0,1 0 0,-1 1 0,-11-4 0,4 4 0,-1 1 0,1 0 0,0 0 0,-1 2 0,1 0 0,0 0 0,0 1 0,0 1 0,0 0 0,-17 7 0,14-3 0,0 0 0,0 0 0,1 2 0,1 0 0,-1 1 0,2 0 0,-24 22 0,32-27 0,1 1 0,0 0 0,0 0 0,0 0 0,1 1 0,-1-1 0,2 1 0,-1 0 0,1 1 0,0-1 0,-2 9 0,4-12 0,0 0 0,1 0 0,0 1 0,0-1 0,0 0 0,0 0 0,0 0 0,1 0 0,0 0 0,0 0 0,0 0 0,0-1 0,0 1 0,1 0 0,0 0 0,0-1 0,0 1 0,0-1 0,0 0 0,1 1 0,0-1 0,-1 0 0,5 3 0,2 1 29,0-1-1,0 0 1,1 0-1,0 0 0,0-2 1,1 1-1,-1-1 1,1 0-1,0-1 1,0-1-1,22 3 1,-5-3-456,-1 0 0,1-2 1,45-6-1,-3-5-6399</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7.817"/>
    </inkml:context>
    <inkml:brush xml:id="br0">
      <inkml:brushProperty name="width" value="0.05" units="cm"/>
      <inkml:brushProperty name="height" value="0.05" units="cm"/>
      <inkml:brushProperty name="color" value="#FFFFFF"/>
    </inkml:brush>
  </inkml:definitions>
  <inkml:trace contextRef="#ctx0" brushRef="#br0">69 162 24575,'0'-3'0,"-1"0"0,0 0 0,1 0 0,-1 0 0,0 0 0,-1 1 0,1-1 0,0 0 0,-1 0 0,1 1 0,-1-1 0,0 1 0,0-1 0,0 1 0,0 0 0,-1 0 0,1 0 0,-1 0 0,1 0 0,-1 0 0,1 1 0,-1-1 0,0 1 0,-4-2 0,6 3 0,1 0 0,-1 0 0,0 0 0,1 0 0,-1 0 0,0 0 0,1 0 0,-1 0 0,0 0 0,1 0 0,-1 1 0,0-1 0,1 0 0,-1 0 0,0 1 0,1-1 0,-1 0 0,1 1 0,-1-1 0,0 0 0,1 1 0,-1-1 0,1 1 0,-1-1 0,1 1 0,0-1 0,-1 1 0,1 0 0,-1-1 0,1 1 0,0-1 0,0 1 0,-1 0 0,1-1 0,0 1 0,0 0 0,0-1 0,0 1 0,0 0 0,0-1 0,0 1 0,0 0 0,0 0 0,0 4 0,0 0 0,0-1 0,1 1 0,0-1 0,1 7 0,10 24 0,1-1 0,33 61 0,48 58 0,-91-148 0,1 0 0,0 0 0,0 0 0,0-1 0,0 1 0,9 6 0,-12-10 0,0 0 0,0-1 0,1 1 0,-1-1 0,0 1 0,0-1 0,0 0 0,1 1 0,-1-1 0,0 0 0,0 0 0,1 0 0,-1 0 0,0 0 0,1 0 0,-1 0 0,0 0 0,0 0 0,1-1 0,-1 1 0,0 0 0,0-1 0,0 1 0,1-1 0,-1 1 0,0-1 0,0 0 0,0 0 0,0 1 0,0-1 0,0 0 0,0 0 0,-1 0 0,1 0 0,0 0 0,0 0 0,-1 0 0,2-2 0,4-7 0,-1 1 0,0-1 0,-1 0 0,0 0 0,-1 0 0,4-14 0,8-68 0,-10 60 0,5-38 0,24-118 0,-33 185 38,-1-1 0,1 1 0,0 1 0,1-1 0,-1 0 0,0 0 0,1 0 0,3-4 0,-4 6-49,-1 1 1,0 0 0,0 0-1,0 0 1,1-1 0,-1 1-1,0 0 1,0 0-1,1 0 1,-1 0 0,0 0-1,0 0 1,1 0 0,-1 0-1,0-1 1,1 1 0,-1 0-1,0 0 1,0 0 0,1 0-1,-1 0 1,0 0 0,0 1-1,1-1 1,-1 0 0,0 0-1,1 0 1,-1 0 0,0 0-1,0 0 1,1 0 0,-1 1-1,9 14-1354,-2 5-5461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8.161"/>
    </inkml:context>
    <inkml:brush xml:id="br0">
      <inkml:brushProperty name="width" value="0.05" units="cm"/>
      <inkml:brushProperty name="height" value="0.05" units="cm"/>
      <inkml:brushProperty name="color" value="#FFFFFF"/>
    </inkml:brush>
  </inkml:definitions>
  <inkml:trace contextRef="#ctx0" brushRef="#br0">21 289 24575,'-10'-11'0,"0"1"0,10 6 0,8 4 0,50 10 0,-39-7 0,31 4 0,-27-6 0,1-1 0,-1-1 0,1-1 0,42-10 0,-57 9 0,1 0 0,-1 0 0,0-1 0,0 0 0,-1-1 0,11-7 0,-14 9 0,-1-1 0,0 1 0,0-1 0,0 0 0,0 0 0,-1-1 0,0 1 0,1-1 0,-2 0 0,1 0 0,4-9 0,-6 10 0,0 0 0,0 0 0,0 0 0,-1 0 0,1 1 0,-1-1 0,0 0 0,0 0 0,0 0 0,-1 0 0,1 0 0,-1 0 0,0 0 0,0 0 0,0 1 0,-3-5 0,1 2 0,0 0 0,-1 0 0,1 1 0,-2-1 0,1 1 0,0 0 0,-1 1 0,0-1 0,-6-4 0,3 3 0,0 1 0,-1-1 0,0 1 0,0 1 0,0 0 0,0 0 0,-1 1 0,1 0 0,-1 0 0,0 1 0,0 1 0,-18-2 0,23 4 0,0-1 0,1 1 0,-1 0 0,0 0 0,0 1 0,1-1 0,-1 1 0,0 0 0,1 0 0,0 0 0,0 1 0,-1 0 0,-5 5 0,4-2 0,1 0 0,-1 0 0,1 0 0,0 1 0,0 0 0,1 0 0,-6 12 0,4-3 0,0-1 0,1 1 0,1 1 0,0-1 0,2 1 0,-1-1 0,1 25 0,2-28-97,1 0-1,1-1 1,0 1-1,0-1 1,1 1-1,1-1 1,0 0-1,0 0 1,2-1-1,-1 1 1,1-1-1,1 0 0,14 18 1,7 1-6729</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8.494"/>
    </inkml:context>
    <inkml:brush xml:id="br0">
      <inkml:brushProperty name="width" value="0.05" units="cm"/>
      <inkml:brushProperty name="height" value="0.05" units="cm"/>
      <inkml:brushProperty name="color" value="#FFFFFF"/>
    </inkml:brush>
  </inkml:definitions>
  <inkml:trace contextRef="#ctx0" brushRef="#br0">31 84 24575,'0'-6'0,"-2"-36"0,2 39 0,0 1 0,-1 0 0,1 0 0,-1 0 0,1 0 0,-1 0 0,0-1 0,0 1 0,0 1 0,0-1 0,0 0 0,-1 0 0,1 0 0,0 0 0,-3-1 0,4 3 0,0 0 0,0 0 0,0-1 0,-1 1 0,1 0 0,0 0 0,0 0 0,0 0 0,0 0 0,-1 0 0,1 0 0,0 0 0,0 0 0,0 0 0,-1 0 0,1 0 0,0-1 0,0 1 0,0 0 0,-1 1 0,1-1 0,0 0 0,0 0 0,0 0 0,-1 0 0,1 0 0,0 0 0,0 0 0,0 0 0,0 0 0,-1 0 0,1 0 0,0 0 0,0 1 0,0-1 0,0 0 0,-1 0 0,1 0 0,0 0 0,0 0 0,0 1 0,-4 11 0,2 14 0,8 46 0,2 0 0,24 99 0,-31-168 0,-1-1 0,1 1 0,0 0 0,0-1 0,0 1 0,0-1 0,3 5 0,-4-7 0,0 0 0,0 0 0,0 0 0,0 0 0,0 1 0,1-1 0,-1 0 0,0 0 0,0 0 0,0 0 0,0 0 0,0 0 0,1 0 0,-1 0 0,0 0 0,0 0 0,0 0 0,0 0 0,1 0 0,-1 1 0,0-1 0,0 0 0,0-1 0,0 1 0,1 0 0,-1 0 0,0 0 0,0 0 0,0 0 0,0 0 0,1 0 0,-1 0 0,0 0 0,0 0 0,0 0 0,0 0 0,0 0 0,0 0 0,1-1 0,5-13 0,12-51 0,10-31 0,-24 83 0,1 0 0,1 1 0,0 0 0,1 0 0,10-13 0,-16 23 0,1-1 0,0 1 0,0 0 0,0 0 0,1 0 0,-1 0 0,0 0 0,1 0 0,0 1 0,-1-1 0,1 1 0,0 0 0,-1 0 0,1 0 0,4-1 0,-5 2 0,0 0 0,0 0 0,1 0 0,-1 0 0,0 0 0,0 0 0,0 1 0,1-1 0,-1 1 0,0 0 0,0 0 0,0 0 0,0 0 0,0 0 0,0 0 0,0 0 0,0 0 0,-1 1 0,1-1 0,0 1 0,1 1 0,4 7 34,0-1 1,0 1-1,-1 0 0,-1 0 0,0 1 0,0 0 0,-1 0 0,0 0 0,4 22 1,0 8-889,2 58 1,-8-71-5973</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8.651"/>
    </inkml:context>
    <inkml:brush xml:id="br0">
      <inkml:brushProperty name="width" value="0.05" units="cm"/>
      <inkml:brushProperty name="height" value="0.05" units="cm"/>
      <inkml:brushProperty name="color" value="#FFFFFF"/>
    </inkml:brush>
  </inkml:definitions>
  <inkml:trace contextRef="#ctx0" brushRef="#br0">1 268 24575,'0'-15'0,"0"-19"0,0-14 0,3-7 0,0 1 0,1 12 0,3 23 0,-1 24 0,-1 23 0,2 23 0,0 18 0,1 16 0,0 6 0,-2 3 0,-1-2 0,-2-8 0,-2-17-8191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8.794"/>
    </inkml:context>
    <inkml:brush xml:id="br0">
      <inkml:brushProperty name="width" value="0.05" units="cm"/>
      <inkml:brushProperty name="height" value="0.05" units="cm"/>
      <inkml:brushProperty name="color" value="#FFFFFF"/>
    </inkml:brush>
  </inkml:definitions>
  <inkml:trace contextRef="#ctx0" brushRef="#br0">8 151 24575,'-3'-6'0,"-1"-9"0,4-7 0,4-4 0,5 3 0,7 3 0,7 4 0,6 5 0,7 4 0,7 4 0,5 2 0,-5 1-8191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9.196"/>
    </inkml:context>
    <inkml:brush xml:id="br0">
      <inkml:brushProperty name="width" value="0.05" units="cm"/>
      <inkml:brushProperty name="height" value="0.05" units="cm"/>
      <inkml:brushProperty name="color" value="#FFFFFF"/>
    </inkml:brush>
  </inkml:definitions>
  <inkml:trace contextRef="#ctx0" brushRef="#br0">274 210 24575,'7'-102'0,"0"29"0,-7 71 0,0 1 0,0-1 0,0 0 0,0 0 0,0 1 0,-1-1 0,1 0 0,0 1 0,-1-1 0,1 0 0,-1 1 0,1-1 0,-1 0 0,0 1 0,-1-2 0,1 2 0,1 1 0,-1-1 0,0 0 0,1 1 0,-1-1 0,0 1 0,0 0 0,1-1 0,-1 1 0,0 0 0,0-1 0,0 1 0,0 0 0,1 0 0,-1 0 0,0-1 0,0 1 0,0 0 0,0 0 0,0 0 0,-1 1 0,-2 0 0,0 0 0,0 0 0,0 1 0,0 0 0,0 0 0,0 0 0,0 0 0,1 1 0,-1-1 0,-4 5 0,-11 11 0,1 2 0,1-1 0,0 2 0,2 0 0,1 1 0,-15 29 0,13-19 0,1 2 0,2 0 0,-17 68 0,26-85 0,1 0 0,1 0 0,1 1 0,0-1 0,1 1 0,1-1 0,4 27 0,-4-39 0,1 0 0,-1 0 0,1 1 0,0-1 0,0 0 0,1 0 0,0-1 0,-1 1 0,1-1 0,1 1 0,-1-1 0,5 4 0,-5-5 0,1-1 0,-1 1 0,1-1 0,0 0 0,0 0 0,0 0 0,0-1 0,0 1 0,0-1 0,0 0 0,1 0 0,-1-1 0,0 1 0,0-1 0,1 0 0,-1 0 0,6-1 0,-3 0 0,0 0 0,0-1 0,0 1 0,-1-2 0,1 1 0,0-1 0,-1 0 0,1 0 0,-1-1 0,0 1 0,0-1 0,-1-1 0,1 1 0,8-11 0,-11 12 0,0 0 0,-1 0 0,0 0 0,1 0 0,-1-1 0,0 1 0,-1-1 0,1 0 0,-1 1 0,0-1 0,1 0 0,-2 0 0,1 0 0,0 0 0,-1 0 0,0 0 0,0 1 0,0-1 0,0 0 0,0 0 0,-1 0 0,0 0 0,0 0 0,0 0 0,0 0 0,-1 1 0,-3-7 0,4 7 0,0 1 0,0 0 0,-1 0 0,1 0 0,-1 0 0,1 0 0,-1 0 0,0 0 0,0 0 0,0 1 0,0-1 0,0 1 0,0-1 0,0 1 0,0 0 0,-1 0 0,1 0 0,0 0 0,-1 0 0,1 1 0,-1-1 0,1 1 0,-1-1 0,1 1 0,-1 0 0,1 0 0,-1 0 0,-4 1 0,3 0 0,-1 1 0,1 0 0,0-1 0,0 1 0,0 1 0,0-1 0,0 0 0,0 1 0,0 0 0,1 0 0,0 0 0,-1 0 0,1 1 0,0-1 0,-2 5 0,-1 3 0,0-1 0,1 1 0,0 0 0,0 0 0,2 0 0,-1 1 0,2 0 0,-1-1 0,2 1 0,-2 17 0,3-13 0,0 0 0,1 1 0,1-1 0,0 0 0,1 1 0,1-1 0,5 16 0,-6-26-170,-1 0-1,1 0 0,1 1 1,-1-2-1,1 1 0,0 0 1,9 9-1,6 2-6655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09.934"/>
    </inkml:context>
    <inkml:brush xml:id="br0">
      <inkml:brushProperty name="width" value="0.05" units="cm"/>
      <inkml:brushProperty name="height" value="0.05" units="cm"/>
      <inkml:brushProperty name="color" value="#FFFFFF"/>
    </inkml:brush>
  </inkml:definitions>
  <inkml:trace contextRef="#ctx0" brushRef="#br0">84 63 24575,'-3'-6'0,"0"0"0,-1 0 0,0 1 0,0-1 0,-5-5 0,7 9 0,0 0 0,0 0 0,-1 0 0,1 0 0,-1 0 0,1 1 0,-1-1 0,1 1 0,-1-1 0,0 1 0,0 0 0,1 0 0,-6-1 0,8 2 0,-1 0 0,1 0 0,-1 0 0,0 0 0,1 0 0,-1 0 0,1 0 0,-1 0 0,0 0 0,1 1 0,-1-1 0,1 0 0,-1 0 0,1 0 0,-1 1 0,1-1 0,-1 0 0,1 1 0,-1-1 0,1 0 0,-1 1 0,1-1 0,-1 1 0,1-1 0,0 1 0,-1-1 0,1 1 0,0-1 0,-1 1 0,1-1 0,0 1 0,0-1 0,-1 1 0,1 0 0,0-1 0,0 1 0,0-1 0,0 1 0,0 0 0,0-1 0,0 1 0,0-1 0,0 1 0,0 0 0,0-1 0,1 2 0,7 32 0,-6-29 0,12 38 0,-2 0 0,-2 1 0,-2 0 0,-2 0 0,-2 1 0,-2 58 0,1-129 0,1 0 0,1 1 0,14-44 0,37-78 0,-53 140 0,4-9 0,15-26 0,-21 39 0,1 1 0,-1-1 0,1 1 0,0-1 0,0 1 0,0 0 0,0-1 0,0 1 0,0 0 0,1 1 0,-1-1 0,1 0 0,-1 1 0,1-1 0,0 1 0,0 0 0,3-1 0,-4 2 0,0 0 0,-1 0 0,1 0 0,-1 0 0,1 1 0,-1-1 0,1 1 0,-1-1 0,1 1 0,-1-1 0,1 1 0,-1 0 0,0 0 0,1 0 0,-1 0 0,0 0 0,0 0 0,0 0 0,0 0 0,0 0 0,0 1 0,0-1 0,0 0 0,0 1 0,1 1 0,15 40 0,-16-40 0,28 116 0,-12-40 0,-16-78 0,-1 0 0,0 1 0,0-1 0,0 0 0,1 0 0,-1 0 0,1 0 0,-1 0 0,1 0 0,-1 0 0,1 0 0,-1 0 0,1 0 0,0 0 0,0 0 0,0 0 0,-1 0 0,3 1 0,-3-2 0,1 0 0,-1-1 0,1 1 0,0 0 0,-1 0 0,1 0 0,-1 0 0,1-1 0,-1 1 0,1 0 0,-1 0 0,1-1 0,-1 1 0,1 0 0,-1-1 0,0 1 0,1-1 0,-1 1 0,0 0 0,1-1 0,-1 1 0,0-1 0,1 1 0,-1-1 0,1 0 0,3-9 0,0 1 0,6-19 0,-9 24 0,19-63 0,18-55 0,-37 121 0,-1-1 0,0 1 0,1 0 0,-1 0 0,1-1 0,-1 1 0,1 0 0,0 0 0,-1 0 0,1-1 0,0 1 0,0 0 0,0 0 0,0 0 0,2-1 0,-3 2 0,1 1 0,-1-1 0,1 0 0,-1 0 0,0 1 0,1-1 0,-1 1 0,0-1 0,1 0 0,-1 1 0,0-1 0,1 1 0,-1-1 0,0 1 0,0-1 0,0 1 0,1-1 0,-1 1 0,0-1 0,0 1 0,0-1 0,0 1 0,0-1 0,0 1 0,0 0 0,2 52 0,-2-49 0,0 29 0,1 0 0,1 0 0,2 0 0,8 33 0,-12-64 0,1-1 0,-1 1 0,1 0 0,-1-1 0,1 1 0,0 0 0,-1-1 0,1 1 0,0-1 0,0 1 0,0-1 0,0 1 0,0-1 0,0 0 0,1 1 0,-1-1 0,0 0 0,1 0 0,-1 0 0,1 0 0,-1 0 0,1 0 0,-1-1 0,1 1 0,0 0 0,-1-1 0,1 1 0,3-1 0,-2 0 0,-1 0 0,1-1 0,-1 0 0,1 1 0,-1-1 0,0 0 0,1 0 0,-1-1 0,0 1 0,0 0 0,0-1 0,0 1 0,0-1 0,0 0 0,0 1 0,0-1 0,-1 0 0,1 0 0,2-4 0,5-11 0,0 0 0,-1 0 0,-1-1 0,10-32 0,5-15 0,-22 64 0,0 0 0,1 0 0,-1 0 0,0 0 0,1 0 0,-1 0 0,1 0 0,-1 1 0,1-1 0,0 0 0,-1 0 0,1 0 0,0 1 0,0-1 0,-1 0 0,1 1 0,0-1 0,0 0 0,1 0 0,-2 1 0,1 0 0,0 1 0,-1-1 0,1 0 0,-1 0 0,1 0 0,-1 0 0,1 0 0,-1 1 0,1-1 0,-1 0 0,1 1 0,-1-1 0,1 0 0,-1 1 0,1-1 0,-1 0 0,1 1 0,-1-1 0,0 1 0,1-1 0,-1 1 0,0-1 0,1 1 0,2 6 0,1 0 0,-1 0 0,4 13 0,-6-15 0,20 82 0,-17-66 0,0 1 0,2-1 0,1 0 0,9 22 0,-9-33-1365</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0.168"/>
    </inkml:context>
    <inkml:brush xml:id="br0">
      <inkml:brushProperty name="width" value="0.05" units="cm"/>
      <inkml:brushProperty name="height" value="0.05" units="cm"/>
      <inkml:brushProperty name="color" value="#FFFFFF"/>
    </inkml:brush>
  </inkml:definitions>
  <inkml:trace contextRef="#ctx0" brushRef="#br0">19 107 24575,'-3'-3'0,"-1"-4"0,0-4 0,1-4 0,0-1 0,2-2 0,3-1 0,2 6 0,0 9 0,0 10 0,-2 8 0,0 8 0,-1 6 0,-1 5 0,0 2 0,0-1 0,-3 0 0,-2-6-8191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0.307"/>
    </inkml:context>
    <inkml:brush xml:id="br0">
      <inkml:brushProperty name="width" value="0.05" units="cm"/>
      <inkml:brushProperty name="height" value="0.05" units="cm"/>
      <inkml:brushProperty name="color" value="#FFFFFF"/>
    </inkml:brush>
  </inkml:definitions>
  <inkml:trace contextRef="#ctx0" brushRef="#br0">28 75 24575,'0'-6'0,"-3"-5"0,-1-5 0,-3 2 0,0-1 0,1 3-8191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0.555"/>
    </inkml:context>
    <inkml:brush xml:id="br0">
      <inkml:brushProperty name="width" value="0.05" units="cm"/>
      <inkml:brushProperty name="height" value="0.05" units="cm"/>
      <inkml:brushProperty name="color" value="#FFFFFF"/>
    </inkml:brush>
  </inkml:definitions>
  <inkml:trace contextRef="#ctx0" brushRef="#br0">8 1 24575,'-3'0'0,"-1"6"0,3 5 0,2 4 0,1 9 0,3 7 0,1 6 0,-1 8 0,-1 4 0,-1 4 0,-2 2 0,0-3 0,-1-2 0,0-9 0,0-9-8191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0.990"/>
    </inkml:context>
    <inkml:brush xml:id="br0">
      <inkml:brushProperty name="width" value="0.05" units="cm"/>
      <inkml:brushProperty name="height" value="0.05" units="cm"/>
      <inkml:brushProperty name="color" value="#FFFFFF"/>
    </inkml:brush>
  </inkml:definitions>
  <inkml:trace contextRef="#ctx0" brushRef="#br0">1 1 24575,'3'0'0,"1"3"0,0 4 0,-1 4 0,0 7 0,-2 6 0,0 8 0,-1 9 0,0 9 0,0 9 0,0 6 0,0 5 0,0 0 0,-1-3 0,1-3 0,0-13-8191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1.383"/>
    </inkml:context>
    <inkml:brush xml:id="br0">
      <inkml:brushProperty name="width" value="0.05" units="cm"/>
      <inkml:brushProperty name="height" value="0.05" units="cm"/>
      <inkml:brushProperty name="color" value="#FFFFFF"/>
    </inkml:brush>
  </inkml:definitions>
  <inkml:trace contextRef="#ctx0" brushRef="#br0">13 278 24575,'-1'0'0,"0"-1"0,0 0 0,0 1 0,0-1 0,1 0 0,-1 1 0,0-1 0,0 0 0,1 0 0,-1 0 0,1 0 0,-1 1 0,1-1 0,-1 0 0,1 0 0,0 0 0,-1 0 0,1 0 0,0 0 0,0 0 0,0 0 0,-1-1 0,1 1 0,0 0 0,1 0 0,-1 0 0,0 0 0,0 0 0,0 0 0,1 0 0,-1 0 0,0 0 0,1 0 0,-1 0 0,1 0 0,-1 1 0,1-1 0,-1 0 0,1 0 0,0 0 0,-1 0 0,1 1 0,0-1 0,0 0 0,0 1 0,-1-1 0,1 1 0,1-1 0,4-3 0,0 2 0,0-1 0,1 1 0,-1 0 0,0 0 0,10-1 0,56-6 0,1 3 0,81 5 0,-91 2 0,189 8 0,85-1 0,-329-9 0,3 1 0,0 0 0,0-2 0,0 1 0,0-1 0,13-4 0,-23 5 0,1 1 0,0-1 0,0 0 0,-1 0 0,1 0 0,-1 0 0,1 0 0,-1 0 0,1 0 0,-1 0 0,1-1 0,-1 1 0,0 0 0,0-1 0,0 1 0,0-1 0,0 0 0,0 1 0,0-1 0,0 0 0,-1 1 0,1-1 0,-1 0 0,1 0 0,-1 0 0,0 1 0,0-1 0,1 0 0,-1 0 0,-1 0 0,1 0 0,0 0 0,0 1 0,-1-1 0,1 0 0,-1 0 0,-1-3 0,-2-6 0,0-1 0,-1 1 0,-1 0 0,0 0 0,0 0 0,-1 1 0,0 0 0,-1 0 0,0 1 0,-1 0 0,-14-12 0,22 20 0,-1 0 0,1 0 0,0 0 0,-1 0 0,1 0 0,0 0 0,-1 1 0,1-1 0,-1 0 0,1 1 0,-1-1 0,1 1 0,-1 0 0,0-1 0,1 1 0,-1 0 0,1 0 0,-1 0 0,0 0 0,1 0 0,-1 0 0,1 0 0,-1 1 0,0-1 0,1 1 0,-1-1 0,1 1 0,-1-1 0,1 1 0,-1 0 0,1 0 0,0 0 0,-1 0 0,1 0 0,0 0 0,0 0 0,0 0 0,0 0 0,0 1 0,0-1 0,0 0 0,0 1 0,0-1 0,0 2 0,-3 7 0,0-1 0,0 1 0,1 0 0,1 0 0,-3 17 0,-1 16 0,2 1 0,2 0 0,7 81 0,-4-114-136,1 1-1,0-1 1,1 0-1,0 0 1,1 0-1,0 0 1,1 0-1,0-1 0,9 14 1,8 4-6690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1.711"/>
    </inkml:context>
    <inkml:brush xml:id="br0">
      <inkml:brushProperty name="width" value="0.05" units="cm"/>
      <inkml:brushProperty name="height" value="0.05" units="cm"/>
      <inkml:brushProperty name="color" value="#FFFFFF"/>
    </inkml:brush>
  </inkml:definitions>
  <inkml:trace contextRef="#ctx0" brushRef="#br0">49 226 24575,'-1'-6'0,"0"-1"0,0 1 0,-1 1 0,0-1 0,0 0 0,0 0 0,-1 1 0,1-1 0,-1 1 0,-1 0 0,1 0 0,-1 0 0,-8-9 0,12 14 0,0 0 0,0 0 0,0 0 0,0 0 0,0 0 0,0-1 0,-1 1 0,1 0 0,0 0 0,0 0 0,0 0 0,0 0 0,0 0 0,0 0 0,0 0 0,0 0 0,-1-1 0,1 1 0,0 0 0,0 0 0,0 0 0,0 0 0,0 0 0,0 0 0,-1 0 0,1 0 0,0 0 0,0 0 0,0 0 0,0 0 0,0 0 0,-1 0 0,1 0 0,0 0 0,0 0 0,0 0 0,0 0 0,0 0 0,0 1 0,-1-1 0,1 0 0,0 0 0,0 0 0,0 0 0,0 0 0,0 0 0,0 0 0,0 0 0,0 0 0,0 0 0,-1 1 0,1-1 0,0 0 0,0 0 0,0 0 0,0 0 0,0 0 0,0 0 0,0 1 0,0 13 0,6 15 0,19 53 0,13 48 0,-34-112 0,0 1 0,-2 0 0,0 0 0,-2 37 0,-1-50 0,0-1 0,0 1 0,0 0 0,-1-1 0,-3 10 0,4-14 0,1 0 0,0 0 0,-1 0 0,1 0 0,-1 0 0,1 0 0,-1 0 0,1-1 0,-1 1 0,1 0 0,-1 0 0,0 0 0,1-1 0,-1 1 0,0 0 0,0-1 0,0 1 0,0-1 0,1 1 0,-1-1 0,0 1 0,0-1 0,0 0 0,0 0 0,0 1 0,0-1 0,0 0 0,0 0 0,0 0 0,0 0 0,0 0 0,0 0 0,0 0 0,0 0 0,0 0 0,0-1 0,0 1 0,0 0 0,-1-1 0,0 0 0,1 0 0,-1 0 0,1-1 0,0 1 0,-1 0 0,1-1 0,0 1 0,0-1 0,0 1 0,0-1 0,0 0 0,0 1 0,1-1 0,-1 0 0,0 0 0,1 0 0,0 1 0,-1-5 0,-1-35 0,5 22 0,0-1 0,1 1 0,1 0 0,1 0 0,1 1 0,10-23 0,3 3 0,43-65 0,-48 81 0,1 1 0,0 0 0,2 1 0,1 1 0,0 1 0,1 0 0,1 2 0,42-26 0,-58 39 29,0 1-1,0-1 1,0 1-1,1 0 0,-1 1 1,0 0-1,1-1 1,-1 2-1,1-1 1,-1 1-1,12 0 1,-14 0-95,-1 1 0,1 0 1,-1 0-1,1-1 0,-1 1 1,1 1-1,-1-1 0,0 0 1,1 1-1,-1-1 1,0 1-1,0-1 0,0 1 1,0 0-1,0 0 0,0 0 1,-1 0-1,1 0 0,-1 1 1,0-1-1,1 0 1,-1 1-1,0-1 0,0 1 1,1 4-1,5 26-6760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4.186"/>
    </inkml:context>
    <inkml:brush xml:id="br0">
      <inkml:brushProperty name="width" value="0.05" units="cm"/>
      <inkml:brushProperty name="height" value="0.05" units="cm"/>
      <inkml:brushProperty name="color" value="#FFFFFF"/>
    </inkml:brush>
  </inkml:definitions>
  <inkml:trace contextRef="#ctx0" brushRef="#br0">114 19 24575,'0'0'0,"1"-1"0,-1 1 0,0-1 0,0 0 0,0 1 0,0-1 0,0 0 0,0 1 0,0-1 0,0 0 0,0 1 0,0-1 0,0 0 0,0 1 0,-1-1 0,1 0 0,0 1 0,0-1 0,-1 0 0,1 1 0,0-1 0,-1 1 0,1-1 0,-1 1 0,1-1 0,-1 1 0,1-1 0,-1 1 0,1-1 0,-1 1 0,0 0 0,0 1 0,0-1 0,0 1 0,1 0 0,-1-1 0,0 1 0,1 0 0,-1 0 0,1 0 0,-1-1 0,0 1 0,1 0 0,0 0 0,-1 0 0,1 0 0,0 0 0,-1 0 0,1 0 0,0 1 0,-1 1 0,0-1 0,0 0 0,1 0 0,-2 1 0,1-1 0,0 0 0,0 0 0,-1 0 0,1 0 0,-1-1 0,1 1 0,-1 0 0,0-1 0,0 1 0,0-1 0,0 1 0,0-1 0,0 0 0,0 0 0,0 0 0,-1 0 0,1 0 0,0 0 0,-5 0 0,5-1 0,0 0 0,0 0 0,0 0 0,0 0 0,0 0 0,1 0 0,-1-1 0,0 1 0,0-1 0,0 1 0,0-1 0,0 0 0,0 1 0,1-1 0,-1 0 0,0-1 0,1 1 0,-1 0 0,1 0 0,-1-1 0,1 1 0,-1 0 0,1-1 0,0 0 0,0 1 0,0-1 0,0 0 0,0 1 0,0-1 0,0-2 0,0 3 9,1 0 1,0 0-1,0 1 0,0-1 0,0 0 1,0 1-1,0-1 0,0 0 0,0 0 0,0 1 1,0-1-1,0 0 0,0 1 0,0-1 1,0 0-1,1 0 0,-1 1 0,0-1 1,1 0-1,-1 1 0,0-1 0,1 1 0,-1-1 1,1 1-1,-1-1 0,1 0 0,-1 1 1,1-1-1,-1 1 0,1 0 0,0-1 0,-1 1 1,1 0-1,-1-1 0,1 1 0,1-1 1,-1 1-79,0 0 1,0-1 0,0 1 0,0 0-1,0-1 1,0 1 0,0 0-1,0 0 1,0 0 0,0 0 0,0 0-1,0 0 1,0 1 0,0-1 0,0 0-1,0 0 1,0 1 0,0-1 0,0 0-1,0 1 1,0-1 0,0 1-1,0 0 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4.623"/>
    </inkml:context>
    <inkml:brush xml:id="br0">
      <inkml:brushProperty name="width" value="0.05" units="cm"/>
      <inkml:brushProperty name="height" value="0.05" units="cm"/>
      <inkml:brushProperty name="color" value="#FFFFFF"/>
    </inkml:brush>
  </inkml:definitions>
  <inkml:trace contextRef="#ctx0" brushRef="#br0">89 3 24575,'-13'-1'0,"12"0"0,1 1 0,-1 0 0,0 0 0,1-1 0,-1 1 0,1 0 0,-1 0 0,0 0 0,0 0 0,1 0 0,-1 0 0,0 0 0,1 0 0,-1 0 0,0 1 0,1-1 0,-1 0 0,1 0 0,-1 0 0,0 1 0,1-1 0,-1 0 0,1 1 0,-1-1 0,0 1 0,1-1 0,-1 1 0,1-1 0,0 0 0,-1 1 0,1 0 0,-1-1 0,1 1 0,0-1 0,-1 1 0,1 0 0,0-1 0,0 1 0,-1-1 0,1 1 0,0 1 0,-14 37 0,2 1 0,2 1 0,-7 57 0,17-93 0,0 1 0,0-1 0,0 0 0,0 0 0,1 1 0,0-1 0,0 0 0,0 0 0,1 0 0,0 0 0,0 0 0,0 0 0,0 0 0,1-1 0,4 7 0,-4-8 0,0 0 0,0 0 0,0-1 0,0 1 0,0-1 0,1 0 0,-1 0 0,1 0 0,-1 0 0,1-1 0,0 1 0,0-1 0,0 0 0,-1 0 0,1 0 0,0-1 0,0 1 0,0-1 0,0 0 0,8-1 0,-1-1 0,0 0 0,0-1 0,0 0 0,0-1 0,-1 0 0,1 0 0,-1-1 0,0-1 0,-1 0 0,1 0 0,-1-1 0,10-9 0,-13 10 0,1 1 0,-1-2 0,-1 1 0,1-1 0,-1 0 0,0 0 0,-1 0 0,1 0 0,-2-1 0,1 0 0,-1 0 0,0 0 0,0 0 0,-1-1 0,-1 1 0,2-14 0,-3 17 14,0 0 1,0 0-1,-1 0 0,0 1 0,0-1 1,0 0-1,-1 1 0,1-1 0,-1 1 0,0-1 1,0 1-1,-1 0 0,1 0 0,-1 0 1,0 0-1,0 0 0,0 1 0,-1-1 0,1 1 1,-1 0-1,0 0 0,0 0 0,-6-3 1,1 2-171,0 0 1,0 0 0,-1 1 0,1 0 0,-1 0 0,0 1 0,0 1-1,0-1 1,1 2 0,-16 0 0,8 1-6671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14.999"/>
    </inkml:context>
    <inkml:brush xml:id="br0">
      <inkml:brushProperty name="width" value="0.05" units="cm"/>
      <inkml:brushProperty name="height" value="0.05" units="cm"/>
      <inkml:brushProperty name="color" value="#FFFFFF"/>
    </inkml:brush>
  </inkml:definitions>
  <inkml:trace contextRef="#ctx0" brushRef="#br0">1 47 24575,'0'-1'0,"1"1"0,-1-1 0,0 0 0,1 0 0,-1 0 0,1 1 0,-1-1 0,1 0 0,-1 1 0,1-1 0,0 0 0,-1 1 0,1-1 0,0 1 0,-1-1 0,1 1 0,0-1 0,0 1 0,0-1 0,-1 1 0,1 0 0,0-1 0,0 1 0,0 0 0,0 0 0,0 0 0,-1 0 0,1 0 0,0 0 0,1 0 0,29 1 0,-24 1 0,0 0 0,0 1 0,0 0 0,0 1 0,0-1 0,-1 1 0,0 1 0,0-1 0,0 1 0,0 0 0,-1 0 0,1 1 0,-1-1 0,-1 1 0,1 0 0,-1 1 0,4 7 0,-2-2 0,0 0 0,0 1 0,-1-1 0,-1 1 0,0 1 0,-1-1 0,0 0 0,1 24 0,-4-29 0,0 0 0,-1 0 0,0 1 0,0-1 0,-1 0 0,-4 13 0,5-17 0,-1 0 0,0 0 0,0 0 0,0 0 0,0-1 0,-1 1 0,1-1 0,-1 1 0,0-1 0,0 0 0,0 0 0,0 0 0,-8 5 0,11-8 0,-1 1 0,0-1 0,1 1 0,-1 0 0,0-1 0,1 0 0,-1 1 0,0-1 0,0 1 0,0-1 0,1 0 0,-1 0 0,0 1 0,0-1 0,0 0 0,0 0 0,0 0 0,1 0 0,-1 0 0,0 0 0,0 0 0,0 0 0,0 0 0,0-1 0,1 1 0,-1 0 0,0-1 0,0 1 0,0 0 0,1-1 0,-1 1 0,0-1 0,1 1 0,-1-1 0,0 1 0,1-1 0,-1 0 0,0 1 0,1-1 0,-1 0 0,1 1 0,-1-1 0,1 0 0,0 0 0,-1 1 0,1-1 0,0 0 0,0 0 0,-1 0 0,1 1 0,0-1 0,0-1 0,-1-3 0,1 0 0,0 0 0,-1 0 0,2 0 0,-1 0 0,1 0 0,2-9 0,3-2 0,0 0 0,1 1 0,1 0 0,1 0 0,0 0 0,1 1 0,0 1 0,23-23 0,-6 9 0,2 2 0,58-41 0,-76 59 0,-1 0 0,1 1 0,0 0 0,1 1 0,0 0 0,-1 1 0,21-4 0,-29 7 0,0 1 0,0-1 0,1 1 0,-1 0 0,0 0 0,1 0 0,-1 1 0,0-1 0,0 1 0,1 0 0,-1-1 0,0 1 0,0 1 0,0-1 0,0 0 0,0 1 0,0 0 0,-1 0 0,1 0 0,0 0 0,-1 0 0,1 0 0,-1 0 0,0 1 0,0 0 0,0-1 0,0 1 0,0 0 0,-1 0 0,1 0 0,-1 0 0,0 0 0,2 4 0,-1 3 31,1-1 0,-2 0 0,1 1 0,-1 0 0,0-1 0,-1 1 0,0 0 0,-1-1 1,0 1-1,-2 9 0,-3 3-458,0 0 0,-1 0 1,-11 23-1,-1-4-6399</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1.830"/>
    </inkml:context>
    <inkml:brush xml:id="br0">
      <inkml:brushProperty name="width" value="0.05" units="cm"/>
      <inkml:brushProperty name="height" value="0.05" units="cm"/>
      <inkml:brushProperty name="color" value="#FFFFFF"/>
    </inkml:brush>
  </inkml:definitions>
  <inkml:trace contextRef="#ctx0" brushRef="#br0">184 76 24575,'3'-3'0,"-1"0"0,0 0 0,0 0 0,0 0 0,-1-1 0,1 1 0,-1-1 0,2-5 0,-2 6 0,-1 0 0,1 0 0,0 0 0,0 1 0,0-1 0,1 1 0,-1-1 0,0 1 0,1-1 0,0 1 0,0 0 0,-1 0 0,6-4 0,-7 6 0,0-1 0,0 1 0,0 0 0,0 0 0,0 0 0,0 0 0,0 0 0,0 0 0,1 0 0,-1 0 0,0 0 0,0-1 0,0 1 0,0 0 0,0 0 0,0 0 0,1 0 0,-1 0 0,0 0 0,0 0 0,0 0 0,0 0 0,0 0 0,0 0 0,1 0 0,-1 0 0,0 0 0,0 0 0,0 0 0,0 0 0,0 0 0,1 0 0,-1 1 0,0-1 0,0 0 0,0 0 0,0 0 0,0 0 0,0 0 0,0 0 0,1 0 0,-1 0 0,0 0 0,0 0 0,0 1 0,0-1 0,0 0 0,0 0 0,0 0 0,0 0 0,-1 11 0,-6 13 0,6-23 0,-21 51 0,-2-1 0,-2-1 0,-50 69 0,69-109 46,-3 6-517,-1-1 1,-18 19 0,14-20-6356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2.164"/>
    </inkml:context>
    <inkml:brush xml:id="br0">
      <inkml:brushProperty name="width" value="0.05" units="cm"/>
      <inkml:brushProperty name="height" value="0.05" units="cm"/>
      <inkml:brushProperty name="color" value="#FFFFFF"/>
    </inkml:brush>
  </inkml:definitions>
  <inkml:trace contextRef="#ctx0" brushRef="#br0">0 1 24575,'4'0'0,"3"0"0,1 3 0,2 4 0,3 8 0,2 3 0,1 3 0,2 3 0,0 4 0,4 4 0,1-1 0,0 1 0,-2 1 0,-3 1 0,-3-2 0,-3-4 0,-3-3 0,-4-5-8191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2.643"/>
    </inkml:context>
    <inkml:brush xml:id="br0">
      <inkml:brushProperty name="width" value="0.05" units="cm"/>
      <inkml:brushProperty name="height" value="0.05" units="cm"/>
      <inkml:brushProperty name="color" value="#FFFFFF"/>
    </inkml:brush>
  </inkml:definitions>
  <inkml:trace contextRef="#ctx0" brushRef="#br0">1 3 24575,'0'0'0,"0"0"0,0 0 0,-1 0 0,1 0 0,0 0 0,0 0 0,0 0 0,0 0 0,0-1 0,0 1 0,0 0 0,0 0 0,0 0 0,0 0 0,0 0 0,0 0 0,0 0 0,0 0 0,0 0 0,1 0 0,-1 0 0,0-1 0,0 1 0,0 0 0,0 0 0,0 0 0,0 0 0,0 0 0,0 0 0,0 0 0,0 0 0,0 0 0,0 0 0,0 0 0,0 0 0,0 0 0,0 0 0,1 0 0,-1 0 0,0 0 0,0-1 0,0 1 0,0 0 0,0 0 0,0 0 0,0 0 0,0 0 0,0 0 0,0 0 0,1 0 0,-1 0 0,0 0 0,0 0 0,0 1 0,0-1 0,0 0 0,0 0 0,0 0 0,0 0 0,0 0 0,0 0 0,0 0 0,1 0 0,-1 0 0,0 0 0,7 7 0,5 12 0,-1 7 62,0 0 1,-2 1-1,-1 1 0,7 41 0,6 118-616,-14-106-568,-4-52-5704</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5.234"/>
    </inkml:context>
    <inkml:brush xml:id="br0">
      <inkml:brushProperty name="width" value="0.05" units="cm"/>
      <inkml:brushProperty name="height" value="0.05" units="cm"/>
      <inkml:brushProperty name="color" value="#FFFFFF"/>
    </inkml:brush>
  </inkml:definitions>
  <inkml:trace contextRef="#ctx0" brushRef="#br0">109 0 24575,'-14'13'0,"12"-13"0,1 1 0,-1 0 0,1 0 0,0 0 0,0 0 0,-1 1 0,1-1 0,0 0 0,0 0 0,0 1 0,0-1 0,0 0 0,1 1 0,-1-1 0,0 1 0,1-1 0,-1 1 0,1 0 0,-1-1 0,1 1 0,0 0 0,0-1 0,-1 1 0,1-1 0,0 1 0,1 0 0,-1-1 0,0 1 0,0 0 0,1 1 0,3 18 0,0 0 0,-2 0 0,-1 1 0,0-1 0,-2 0 0,0 1 0,-2-1 0,0 0 0,-1 0 0,-1 0 0,-13 32 0,14-43 22,-40 114-1409,39-107-5439</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5.623"/>
    </inkml:context>
    <inkml:brush xml:id="br0">
      <inkml:brushProperty name="width" value="0.05" units="cm"/>
      <inkml:brushProperty name="height" value="0.05" units="cm"/>
      <inkml:brushProperty name="color" value="#FFFFFF"/>
    </inkml:brush>
  </inkml:definitions>
  <inkml:trace contextRef="#ctx0" brushRef="#br0">15 1 24575,'0'9'0,"-1"0"0,-1 1 0,-2 12 0,2-18 0,1 1 0,-1 0 0,2 0 0,-1 1 0,0-1 0,1 0 0,0 0 0,0 0 0,1 0 0,-1 0 0,1 0 0,0 0 0,0 0 0,4 10 0,0-3 0,-1 1 0,0-1 0,-1 1 0,0 0 0,-1 0 0,0 1 0,-1 13 0,0-5 0,1-14 0,-1 0 0,1-1 0,0 1 0,1 0 0,4 10 0,-3-10 0,-1 0 0,0 1 0,-1-1 0,2 12 0,-2 5 0,-2 0 0,-1-1 0,-7 50 0,3-39 0,-1 35 0,7 61-1365,-1-116-5461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2.877"/>
    </inkml:context>
    <inkml:brush xml:id="br0">
      <inkml:brushProperty name="width" value="0.05" units="cm"/>
      <inkml:brushProperty name="height" value="0.05" units="cm"/>
      <inkml:brushProperty name="color" value="#FFFFFF"/>
    </inkml:brush>
  </inkml:definitions>
  <inkml:trace contextRef="#ctx0" brushRef="#br0">0 0 24575,'3'0'0,"2"3"0,-1 5 0,-1 3 0,2 3 0,1 3 0,-2 1 0,0 1 0,-2 0 0,-1 0 0,-1 0 0,1-1 0,-2 1 0,1-4-8191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3.085"/>
    </inkml:context>
    <inkml:brush xml:id="br0">
      <inkml:brushProperty name="width" value="0.05" units="cm"/>
      <inkml:brushProperty name="height" value="0.05" units="cm"/>
      <inkml:brushProperty name="color" value="#FFFFFF"/>
    </inkml:brush>
  </inkml:definitions>
  <inkml:trace contextRef="#ctx0" brushRef="#br0">8 0 24575,'0'3'0,"0"5"0,0 3 0,0 3 0,0 3 0,0 1 0,0 1 0,0 0 0,0 0 0,0 0 0,-3-1 0,-1-2-8191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3.315"/>
    </inkml:context>
    <inkml:brush xml:id="br0">
      <inkml:brushProperty name="width" value="0.05" units="cm"/>
      <inkml:brushProperty name="height" value="0.05" units="cm"/>
      <inkml:brushProperty name="color" value="#FFFFFF"/>
    </inkml:brush>
  </inkml:definitions>
  <inkml:trace contextRef="#ctx0" brushRef="#br0">0 1 24575,'0'3'0,"3"1"0,2 3 0,-1 3 0,-1 1-8191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3.519"/>
    </inkml:context>
    <inkml:brush xml:id="br0">
      <inkml:brushProperty name="width" value="0.05" units="cm"/>
      <inkml:brushProperty name="height" value="0.05" units="cm"/>
      <inkml:brushProperty name="color" value="#FFFFFF"/>
    </inkml:brush>
  </inkml:definitions>
  <inkml:trace contextRef="#ctx0" brushRef="#br0">173 38 24575,'-3'0'0,"-4"0"0,-4 0 0,-1-3 0,0-1 0,-2-3 0,-2-1 0,-1 2 0,0 2 0,-5 1 0,0 1 0,3 2-8191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3.675"/>
    </inkml:context>
    <inkml:brush xml:id="br0">
      <inkml:brushProperty name="width" value="0.05" units="cm"/>
      <inkml:brushProperty name="height" value="0.05" units="cm"/>
      <inkml:brushProperty name="color" value="#FFFFFF"/>
    </inkml:brush>
  </inkml:definitions>
  <inkml:trace contextRef="#ctx0" brushRef="#br0">255 0 24575,'-9'4'0,"-13"0"0,-9 0 0,-5-1 0,-2-1 0,1 0 0,5-2 0,4 1 0,7-1-8191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3.861"/>
    </inkml:context>
    <inkml:brush xml:id="br0">
      <inkml:brushProperty name="width" value="0.05" units="cm"/>
      <inkml:brushProperty name="height" value="0.05" units="cm"/>
      <inkml:brushProperty name="color" value="#FFFFFF"/>
    </inkml:brush>
  </inkml:definitions>
  <inkml:trace contextRef="#ctx0" brushRef="#br0">86 0 24575,'-3'0'0,"-4"0"0,-4 0 0,-4 0 0,-1 0 0,-2 0 0,2 0-8191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4.035"/>
    </inkml:context>
    <inkml:brush xml:id="br0">
      <inkml:brushProperty name="width" value="0.05" units="cm"/>
      <inkml:brushProperty name="height" value="0.05" units="cm"/>
      <inkml:brushProperty name="color" value="#FFFFFF"/>
    </inkml:brush>
  </inkml:definitions>
  <inkml:trace contextRef="#ctx0" brushRef="#br0">50 0 24575,'-3'0'0,"-4"0"0,-5 0 0,-2 0 0,1 0-8191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4.318"/>
    </inkml:context>
    <inkml:brush xml:id="br0">
      <inkml:brushProperty name="width" value="0.05" units="cm"/>
      <inkml:brushProperty name="height" value="0.05" units="cm"/>
      <inkml:brushProperty name="color" value="#FFFFFF"/>
    </inkml:brush>
  </inkml:definitions>
  <inkml:trace contextRef="#ctx0" brushRef="#br0">88 1 24575,'-3'0'0,"-4"0"0,-1 3 0,-3 1 0,-1-1 0,-3 0 0,-2 0 0,3-2-8191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4.565"/>
    </inkml:context>
    <inkml:brush xml:id="br0">
      <inkml:brushProperty name="width" value="0.05" units="cm"/>
      <inkml:brushProperty name="height" value="0.05" units="cm"/>
      <inkml:brushProperty name="color" value="#FFFFFF"/>
    </inkml:brush>
  </inkml:definitions>
  <inkml:trace contextRef="#ctx0" brushRef="#br0">161 12 24575,'-3'0'0,"-4"0"0,-1-3 0,-2-1 0,-3 0 0,1 4 0,0 1 0,-2 2 0,-1 0 0,-1-1 0,-2-1 0,0 0 0,3-1-8191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4.723"/>
    </inkml:context>
    <inkml:brush xml:id="br0">
      <inkml:brushProperty name="width" value="0.05" units="cm"/>
      <inkml:brushProperty name="height" value="0.05" units="cm"/>
      <inkml:brushProperty name="color" value="#FFFFFF"/>
    </inkml:brush>
  </inkml:definitions>
  <inkml:trace contextRef="#ctx0" brushRef="#br0">79 1 24575,'-6'0'0,"-5"3"0,-5 1 0,-1-1 0,1-2 0,3-3-8191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4.973"/>
    </inkml:context>
    <inkml:brush xml:id="br0">
      <inkml:brushProperty name="width" value="0.05" units="cm"/>
      <inkml:brushProperty name="height" value="0.05" units="cm"/>
      <inkml:brushProperty name="color" value="#FFFFFF"/>
    </inkml:brush>
  </inkml:definitions>
  <inkml:trace contextRef="#ctx0" brushRef="#br0">16 20 24575,'-4'0'0,"0"-3"0,0-4 0,1 2 0,4 2 0,5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6.420"/>
    </inkml:context>
    <inkml:brush xml:id="br0">
      <inkml:brushProperty name="width" value="0.05" units="cm"/>
      <inkml:brushProperty name="height" value="0.05" units="cm"/>
      <inkml:brushProperty name="color" value="#FFFFFF"/>
    </inkml:brush>
  </inkml:definitions>
  <inkml:trace contextRef="#ctx0" brushRef="#br0">1 16 24575,'0'-3'0,"3"-5"0,1 4 0,0 4 0,2 5 0,1 9 0,-2 8 0,2 9 0,0 6 0,-2 6 0,-1 5 0,-2 4 0,-1-1 0,0-4 0,-1-2 0,0-7 0,-1-9-8191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6.576"/>
    </inkml:context>
    <inkml:brush xml:id="br0">
      <inkml:brushProperty name="width" value="0.05" units="cm"/>
      <inkml:brushProperty name="height" value="0.05" units="cm"/>
      <inkml:brushProperty name="color" value="#FFFFFF"/>
    </inkml:brush>
  </inkml:definitions>
  <inkml:trace contextRef="#ctx0" brushRef="#br0">38 59 24575,'-3'-6'0,"-4"-5"0,-1-5 0,-2 2 0,0 2-8191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6.963"/>
    </inkml:context>
    <inkml:brush xml:id="br0">
      <inkml:brushProperty name="width" value="0.05" units="cm"/>
      <inkml:brushProperty name="height" value="0.05" units="cm"/>
      <inkml:brushProperty name="color" value="#FFFFFF"/>
    </inkml:brush>
  </inkml:definitions>
  <inkml:trace contextRef="#ctx0" brushRef="#br0">1 1 24575,'1'3'0,"0"0"0,0 1 0,0-1 0,1 0 0,-1 0 0,1 1 0,0-1 0,0-1 0,0 1 0,0 0 0,4 3 0,4 7 0,5 9 0,-1 0 0,-1 1 0,0 1 0,-2 0 0,-1 0 0,-1 2 0,-1-1 0,-2 1 0,0 0 0,-2 0 0,0 0 0,-1 38 0,-11-30 0,0-21 0,7-13 0,1 0 0,0 0 0,-1 0 0,1 0 0,0 0 0,-1 0 0,1 0 0,0 0 0,-1 0 0,1 0 0,-1 0 0,1-1 0,0 1 0,-1 0 0,1 0 0,0 0 0,-1 0 0,1 0 0,0-1 0,0 1 0,-1 0 0,1 0 0,0-1 0,-1 1 0,1 0 0,0 0 0,0-1 0,0 1 0,-1 0 0,1-1 0,0 1 0,0 0 0,0-1 0,0 1 0,0 0 0,-1-1 0,-1-4 0,1 0 0,-1 0 0,1-1 0,0 1 0,0 0 0,1 0 0,0-1 0,0 1 0,0 0 0,0 0 0,1-1 0,1-6 0,3-12 0,11-29 0,-10 35 0,1 1 0,0-1 0,15-21 0,-20 34 0,1 0 0,0 0 0,1 1 0,-1-1 0,1 1 0,0 0 0,0 0 0,0 1 0,1-1 0,-1 1 0,1 0 0,-1 0 0,1 0 0,0 1 0,11-4 0,-14 6 0,1 0 0,-1-1 0,0 1 0,1 1 0,-1-1 0,0 0 0,1 0 0,-1 1 0,0-1 0,1 1 0,-1 0 0,0 0 0,0 0 0,0 0 0,0 0 0,0 0 0,0 1 0,0-1 0,0 1 0,0-1 0,0 1 0,-1 0 0,1-1 0,-1 1 0,1 0 0,-1 0 0,0 0 0,1 3 0,5 7 0,-2-1 0,0 2 0,7 21 0,-11-29 0,27 103-1365,-21-79-5461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7.358"/>
    </inkml:context>
    <inkml:brush xml:id="br0">
      <inkml:brushProperty name="width" value="0.05" units="cm"/>
      <inkml:brushProperty name="height" value="0.05" units="cm"/>
      <inkml:brushProperty name="color" value="#FFFFFF"/>
    </inkml:brush>
  </inkml:definitions>
  <inkml:trace contextRef="#ctx0" brushRef="#br0">0 57 24575,'1'-5'0,"-1"-1"0,1 0 0,0 0 0,0 0 0,1 0 0,-1 0 0,4-6 0,-5 12 0,0 0 0,0 0 0,0-1 0,1 1 0,-1 0 0,0 0 0,0 0 0,0-1 0,0 1 0,1 0 0,-1 0 0,0 0 0,0 0 0,0-1 0,1 1 0,-1 0 0,0 0 0,0 0 0,0 0 0,1 0 0,-1 0 0,0 0 0,0 0 0,1 0 0,-1-1 0,0 1 0,0 0 0,1 0 0,-1 0 0,0 0 0,0 0 0,1 1 0,-1-1 0,0 0 0,0 0 0,1 0 0,-1 0 0,0 0 0,0 0 0,1 0 0,-1 0 0,0 0 0,0 1 0,0-1 0,1 0 0,-1 0 0,0 0 0,0 1 0,0-1 0,0 0 0,0 0 0,1 0 0,-1 1 0,0-1 0,0 0 0,0 0 0,0 0 0,0 1 0,0-1 0,0 0 0,0 0 0,0 1 0,0-1 0,0 0 0,0 0 0,0 1 0,7 19 0,61 376 0,-54-201 0,-12-221 0,0 0 0,3-1 0,0 2 0,1-1 0,1 1 0,2 0 0,0 0 0,2 1 0,20-34 0,-28 53 0,1 0 0,-1 0 0,1 0 0,0 1 0,0 0 0,0-1 0,9-5 0,-12 9 0,0 1 0,1-1 0,-1 0 0,0 1 0,1-1 0,-1 1 0,0-1 0,1 1 0,-1 0 0,0-1 0,1 1 0,-1 0 0,1 0 0,-1 0 0,1 0 0,-1 0 0,0 1 0,1-1 0,-1 0 0,0 1 0,1-1 0,-1 0 0,0 1 0,1 0 0,-1-1 0,0 1 0,0 0 0,1 0 0,-1 0 0,0-1 0,0 1 0,0 0 0,0 0 0,0 1 0,-1-1 0,1 0 0,1 2 0,7 12 35,-1 1 0,0 0 0,-2 1-1,0-1 1,0 1 0,4 29 0,13 36-1644,-14-60-5217</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7.715"/>
    </inkml:context>
    <inkml:brush xml:id="br0">
      <inkml:brushProperty name="width" value="0.05" units="cm"/>
      <inkml:brushProperty name="height" value="0.05" units="cm"/>
      <inkml:brushProperty name="color" value="#FFFFFF"/>
    </inkml:brush>
  </inkml:definitions>
  <inkml:trace contextRef="#ctx0" brushRef="#br0">1 166 24575,'7'-7'0,"-7"6"0,1 0 0,-1 0 0,1 1 0,-1-1 0,1 0 0,0 0 0,-1 1 0,1-1 0,0 0 0,0 1 0,-1-1 0,1 1 0,0-1 0,0 1 0,0-1 0,-1 1 0,1 0 0,0-1 0,0 1 0,0 0 0,0 0 0,0 0 0,0 0 0,0 0 0,0 0 0,0 0 0,0 0 0,0 0 0,0 0 0,0 0 0,-1 0 0,1 1 0,0-1 0,0 0 0,0 1 0,0-1 0,0 1 0,-1-1 0,1 1 0,0-1 0,0 1 0,1 1 0,3 1 0,1 1 0,0-1 0,1-1 0,-1 1 0,0-1 0,1 0 0,0 0 0,-1-1 0,1 0 0,0 0 0,0-1 0,10 0 0,-14 0 0,-1 0 0,1-1 0,0 1 0,0-1 0,0 0 0,-1 0 0,1 0 0,0 0 0,-1-1 0,1 1 0,-1-1 0,1 1 0,-1-1 0,0 0 0,0 0 0,0 0 0,0 0 0,0 0 0,0 0 0,0-1 0,-1 1 0,1-1 0,-1 1 0,0-1 0,1 1 0,-1-1 0,0 0 0,-1 0 0,1 1 0,-1-1 0,1 0 0,-1-3 0,0 1 0,0 0 0,0 0 0,-1 0 0,0 1 0,0-1 0,0 1 0,-1-1 0,1 0 0,-1 1 0,0 0 0,-1 0 0,1-1 0,-1 1 0,1 1 0,-1-1 0,-1 0 0,1 1 0,0-1 0,-1 1 0,1 0 0,-1 0 0,0 0 0,0 1 0,-5-3 0,6 4 0,1-1 0,-1 0 0,0 1 0,0 0 0,0 0 0,0 0 0,0 0 0,0 0 0,0 0 0,-1 1 0,1 0 0,0-1 0,0 1 0,0 1 0,-1-1 0,1 0 0,0 1 0,0-1 0,0 1 0,0 0 0,0 0 0,0 0 0,0 1 0,0-1 0,0 1 0,0-1 0,1 1 0,-1 0 0,1 0 0,-1 0 0,1 0 0,0 1 0,0-1 0,0 1 0,0-1 0,-2 5 0,-1 3 34,0 1 1,1-1-1,0 1 0,1 0 0,0 0 0,0 0 0,2 0 0,-1 1 0,1 16 1,1-19-167,0 0 1,1 0 0,0 0-1,1 0 1,0-1 0,0 1 0,1 0-1,0-1 1,0 0 0,1 0 0,0 0-1,8 12 1,6 1-6695</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8.031"/>
    </inkml:context>
    <inkml:brush xml:id="br0">
      <inkml:brushProperty name="width" value="0.05" units="cm"/>
      <inkml:brushProperty name="height" value="0.05" units="cm"/>
      <inkml:brushProperty name="color" value="#FFFFFF"/>
    </inkml:brush>
  </inkml:definitions>
  <inkml:trace contextRef="#ctx0" brushRef="#br0">23 131 24575,'-18'-13'0,"14"16"0,6 9 0,25 58 0,-18-51 0,-1 1 0,-1 0 0,-1 1 0,0 0 0,3 32 0,-14-26 0,5-27 0,0 1 0,0-1 0,0 1 0,0-1 0,0 0 0,0 1 0,0-1 0,0 0 0,0 1 0,0-1 0,0 0 0,0 1 0,-1-1 0,1 0 0,0 1 0,0-1 0,0 0 0,-1 0 0,1 1 0,0-1 0,0 0 0,-1 0 0,1 1 0,0-1 0,-1 0 0,1 0 0,0 0 0,-1 0 0,1 0 0,0 1 0,-1-1 0,1 0 0,0 0 0,-1 0 0,1 0 0,0 0 0,-1 0 0,1 0 0,0 0 0,-1 0 0,1 0 0,-1 0 0,1 0 0,0 0 0,-1-1 0,1 1 0,0 0 0,-1 0 0,1 0 0,0 0 0,0-1 0,-1 1 0,1 0 0,0 0 0,-1-1 0,1 1 0,0 0 0,0 0 0,0-1 0,-1 1 0,1 0 0,0-1 0,0 1 0,0 0 0,0-1 0,-1 1 0,1 0 0,0-1 0,0 0 0,-2-3 0,0-1 0,0 1 0,1-1 0,-1 0 0,1 0 0,0 0 0,0 0 0,1 1 0,0-7 0,2-46 0,1 31 0,2 0 0,15-48 0,-15 58 0,1 1 0,1-1 0,0 1 0,1 1 0,17-25 0,-23 37-72,0-1 1,0 1-1,0-1 0,0 1 0,0 0 0,1 0 0,-1-1 0,1 2 1,-1-1-1,1 0 0,0 1 0,0-1 0,0 1 0,0 0 0,0 0 1,0 0-1,0 0 0,5-1 0,4 4-6754</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8.231"/>
    </inkml:context>
    <inkml:brush xml:id="br0">
      <inkml:brushProperty name="width" value="0.05" units="cm"/>
      <inkml:brushProperty name="height" value="0.05" units="cm"/>
      <inkml:brushProperty name="color" value="#FFFFFF"/>
    </inkml:brush>
  </inkml:definitions>
  <inkml:trace contextRef="#ctx0" brushRef="#br0">0 24 24575,'0'-3'0,"0"-5"0,4 0 0,0 4 0,3 6 0,0 5 0,0 6 0,0 5 0,0 4 0,-1 4 0,1 4 0,0 0 0,-2 1 0,-2-2 0,0-6-8191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8.390"/>
    </inkml:context>
    <inkml:brush xml:id="br0">
      <inkml:brushProperty name="width" value="0.05" units="cm"/>
      <inkml:brushProperty name="height" value="0.05" units="cm"/>
      <inkml:brushProperty name="color" value="#FFFFFF"/>
    </inkml:brush>
  </inkml:definitions>
  <inkml:trace contextRef="#ctx0" brushRef="#br0">19 64 24575,'0'-7'0,"0"-4"0,0-4 0,-3 1 0,-4 2 0,-1 7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8.593"/>
    </inkml:context>
    <inkml:brush xml:id="br0">
      <inkml:brushProperty name="width" value="0.05" units="cm"/>
      <inkml:brushProperty name="height" value="0.05" units="cm"/>
      <inkml:brushProperty name="color" value="#FFFFFF"/>
    </inkml:brush>
  </inkml:definitions>
  <inkml:trace contextRef="#ctx0" brushRef="#br0">1 1 24575,'0'3'0,"3"7"0,1 5 0,3 7 0,0 8 0,2 9 0,3 7 0,2 4 0,2 4 0,-2 2 0,0 1 0,-2-1 0,-1-2 0,-1-6 0,-3-7 0,-3-10-8191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8.918"/>
    </inkml:context>
    <inkml:brush xml:id="br0">
      <inkml:brushProperty name="width" value="0.05" units="cm"/>
      <inkml:brushProperty name="height" value="0.05" units="cm"/>
      <inkml:brushProperty name="color" value="#FFFFFF"/>
    </inkml:brush>
  </inkml:definitions>
  <inkml:trace contextRef="#ctx0" brushRef="#br0">1 286 24575,'0'-5'0,"0"0"0,0 1 0,0-1 0,1 0 0,0 1 0,0-1 0,3-8 0,-3 11 0,0 0 0,0 0 0,0 1 0,1-1 0,-1 0 0,1 1 0,-1 0 0,1-1 0,-1 1 0,1 0 0,0-1 0,0 1 0,0 0 0,-1 0 0,1 1 0,0-1 0,0 0 0,0 1 0,1-1 0,1 0 0,17-2 0,0 1 0,0 1 0,24 1 0,30-2 0,-72 2 0,94-13 0,-87 11 0,-1-1 0,1 1 0,-1-1 0,0-1 0,0 0 0,-1 0 0,17-11 0,-24 14 0,1 0 0,-1-1 0,1 1 0,0 0 0,-1-1 0,0 1 0,1-1 0,-1 1 0,0-1 0,0 0 0,0 0 0,0 1 0,0-1 0,-1 0 0,1 0 0,0 0 0,-1 0 0,1 0 0,-1 0 0,0 0 0,0 0 0,0-3 0,0 1 0,-1 1 0,0 0 0,0 0 0,0 0 0,-1-1 0,1 1 0,-1 0 0,0 1 0,0-1 0,0 0 0,0 0 0,-3-3 0,-5-3 0,0 1 0,0 0 0,0 0 0,-1 1 0,-23-12 0,30 17 0,0 0 0,0 0 0,0 1 0,0 0 0,-1 0 0,1 0 0,0 0 0,-1 0 0,1 1 0,-1 0 0,-5 0 0,8 1 0,0-1 0,0 1 0,-1 0 0,1 0 0,0 0 0,0 0 0,0 0 0,0 0 0,0 0 0,0 0 0,0 1 0,1-1 0,-1 1 0,0 0 0,1-1 0,-1 1 0,1 0 0,0 0 0,0 0 0,-1 0 0,1 0 0,0 0 0,0 3 0,-3 6 0,1 0 0,0 1 0,1 0 0,1-1 0,-1 1 0,2 0 0,0 0 0,0 0 0,1-1 0,3 15 0,-2-13 0,1 0 0,0 0 0,1-1 0,1 1 0,0-1 0,0 0 0,1 0 0,15 21 0,0-10-1365,-1-7-5461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9.261"/>
    </inkml:context>
    <inkml:brush xml:id="br0">
      <inkml:brushProperty name="width" value="0.05" units="cm"/>
      <inkml:brushProperty name="height" value="0.05" units="cm"/>
      <inkml:brushProperty name="color" value="#FFFFFF"/>
    </inkml:brush>
  </inkml:definitions>
  <inkml:trace contextRef="#ctx0" brushRef="#br0">9 86 24575,'-8'-34'0,"7"29"0,7 20 0,11 36 0,-3 0 0,13 84 0,-27-144 0,1 0 0,0 0 0,0 0 0,1 0 0,4-14 0,21-54 0,-17 55 0,23-39 0,-29 54 0,1 0 0,-1 1 0,1-1 0,1 1 0,-1 1 0,1-1 0,0 1 0,0 0 0,11-6 0,-16 10 0,0 0 0,1 0 0,-1 1 0,1-1 0,-1 1 0,1-1 0,0 1 0,-1 0 0,1 0 0,-1-1 0,1 1 0,0 0 0,-1 1 0,1-1 0,-1 0 0,1 0 0,0 1 0,-1-1 0,1 0 0,-1 1 0,3 1 0,-1 0 0,-1 0 0,1 0 0,-1 0 0,1 0 0,-1 0 0,0 1 0,0-1 0,0 1 0,0 0 0,2 3 0,2 8 0,0-1 0,-1 1 0,6 24 0,-11-36 0,17 96 235,-9-45-1835,-3-25-5226</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29.496"/>
    </inkml:context>
    <inkml:brush xml:id="br0">
      <inkml:brushProperty name="width" value="0.05" units="cm"/>
      <inkml:brushProperty name="height" value="0.05" units="cm"/>
      <inkml:brushProperty name="color" value="#FFFFFF"/>
    </inkml:brush>
  </inkml:definitions>
  <inkml:trace contextRef="#ctx0" brushRef="#br0">90 5 24575,'3'0'0,"1"-3"0,-3 2 0,-5 1 0,-2 4 0,-3 4 0,-3 7 0,-2 4 0,0 6 0,1 3 0,1 5 0,4 1 0,2 3 0,6-3 0,6-1 0,5-5 0,4-5 0,-1-7-8191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0.149"/>
    </inkml:context>
    <inkml:brush xml:id="br0">
      <inkml:brushProperty name="width" value="0.05" units="cm"/>
      <inkml:brushProperty name="height" value="0.05" units="cm"/>
      <inkml:brushProperty name="color" value="#FFFFFF"/>
    </inkml:brush>
  </inkml:definitions>
  <inkml:trace contextRef="#ctx0" brushRef="#br0">93 201 24575,'-5'-6'0,"-20"-17"0,24 22 0,0 1 0,0-1 0,0 1 0,0 0 0,0-1 0,1 1 0,-1 0 0,0-1 0,0 1 0,0 0 0,0 0 0,0 0 0,0 0 0,0 0 0,0 0 0,0 0 0,0 0 0,0 0 0,0 0 0,0 1 0,0-1 0,0 0 0,0 1 0,0-1 0,0 1 0,0-1 0,0 1 0,1-1 0,-2 2 0,1-1 0,0 0 0,1-1 0,-1 1 0,0 0 0,1 0 0,0 0 0,-1 0 0,1 0 0,-1 0 0,1 0 0,0 0 0,0 0 0,0 0 0,-1 0 0,1 0 0,0 0 0,0 0 0,1 0 0,-1 0 0,0 0 0,0 0 0,0 0 0,1 0 0,-1 0 0,0 0 0,1 0 0,-1 0 0,1 0 0,-1 0 0,1 0 0,-1-1 0,1 1 0,0 0 0,-1 0 0,1-1 0,0 1 0,0 0 0,1 0 0,3 5 0,1-1 0,0 0 0,11 6 0,-14-9 0,0 0 0,1 0 0,-1-1 0,1 1 0,0-1 0,0 0 0,-1 0 0,1 0 0,0 0 0,0-1 0,0 0 0,5 0 0,-7 0 0,0 0 0,-1 0 0,1-1 0,0 1 0,0-1 0,-1 1 0,1-1 0,0 0 0,-1 1 0,1-1 0,-1 0 0,1 0 0,-1 0 0,1 0 0,-1-1 0,0 1 0,1 0 0,-1-1 0,0 1 0,0 0 0,0-1 0,0 1 0,0-1 0,0 0 0,-1 1 0,1-1 0,-1 0 0,2-3 0,0-6 0,0-1 0,-1 1 0,0-1 0,-1 1 0,0-1 0,-1 1 0,-2-14 0,2 21 0,1-1 0,-1 0 0,-1 0 0,1 0 0,-1 1 0,1-1 0,-2 1 0,1-1 0,0 1 0,-1 0 0,0 0 0,1 0 0,-2 0 0,1 0 0,0 1 0,-1 0 0,0-1 0,1 1 0,-6-3 0,7 6 0,0-1 0,0 0 0,0 0 0,0 1 0,-1-1 0,1 1 0,0 0 0,0 0 0,0 0 0,0 0 0,0 0 0,-1 0 0,1 0 0,0 1 0,0-1 0,0 1 0,0 0 0,0-1 0,0 1 0,0 0 0,0 0 0,0 0 0,0 1 0,1-1 0,-1 0 0,0 1 0,1-1 0,-1 1 0,1-1 0,0 1 0,-1 0 0,1-1 0,-1 4 0,-4 4 0,1 0 0,0 0 0,0 1 0,1-1 0,-4 17 0,4-10 0,0 2 0,1-1 0,1 0 0,0 0 0,1 1 0,1-1 0,1 1 0,5 29 0,-4-39 0,0 0 0,1 0 0,-1 0 0,2 0 0,-1-1 0,1 1 0,0-1 0,10 13 0,-10-16 0,0 1 0,1-1 0,-1 0 0,1 0 0,0-1 0,0 1 0,0-1 0,1 0 0,-1 0 0,1-1 0,-1 0 0,1 0 0,8 2 0,-3-2 0,1-1 0,0 0 0,-1-1 0,1 0 0,0-1 0,-1 0 0,1-1 0,0 0 0,-1 0 0,0-2 0,0 1 0,0-1 0,0-1 0,0 0 0,-1-1 0,0 0 0,14-11 0,-1-1 0,-1-1 0,-1 0 0,0-2 0,-2-1 0,33-47 0,-38 49 0,-1 0 0,-2-1 0,0-1 0,-1 0 0,-1 0 0,11-41 0,-20 61 0,0 1 0,1 0 0,-1-1 0,0 1 0,0-1 0,0 1 0,0 0 0,0-1 0,0 1 0,0 0 0,-1-1 0,1 1 0,-1-3 0,1 4 0,0 0 0,-1 0 0,1 0 0,0-1 0,0 1 0,-1 0 0,1 0 0,0 0 0,-1 0 0,1 0 0,0 0 0,0-1 0,-1 1 0,1 0 0,0 0 0,-1 0 0,1 0 0,0 0 0,-1 0 0,1 0 0,0 0 0,0 0 0,-1 1 0,1-1 0,0 0 0,-1 0 0,1 0 0,0 0 0,0 0 0,-1 0 0,1 1 0,0-1 0,0 0 0,-1 1 0,-2 1 0,0 0 0,0 1 0,1-1 0,-1 1 0,1 0 0,0 0 0,0 0 0,-3 4 0,1 2 0,1-1 0,0 1 0,0 0 0,1 0 0,0 0 0,1 0 0,0 0 0,0 0 0,1 0 0,0 0 0,2 14 0,0-10 0,0 0 0,1 0 0,1 0 0,0 0 0,1-1 0,0 0 0,8 15 0,-9-21 0,0 1 0,0-1 0,-1 0 0,1 1 0,3 12 0,-7-18 0,0 0 0,1 1 0,-1-1 0,0 0 0,0 0 0,0 0 0,0 1 0,0-1 0,0 0 0,0 0 0,0 1 0,0-1 0,0 0 0,-1 0 0,1 0 0,-1 0 0,1 1 0,-1-1 0,1 0 0,-1 0 0,0 0 0,1 0 0,-1 0 0,0 0 0,0 0 0,0 0 0,1-1 0,-1 1 0,0 0 0,0 0 0,0-1 0,-1 1 0,1-1 0,0 1 0,-2 0 0,-26 6-1365,-4-3-5461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0.506"/>
    </inkml:context>
    <inkml:brush xml:id="br0">
      <inkml:brushProperty name="width" value="0.05" units="cm"/>
      <inkml:brushProperty name="height" value="0.05" units="cm"/>
      <inkml:brushProperty name="color" value="#FFFFFF"/>
    </inkml:brush>
  </inkml:definitions>
  <inkml:trace contextRef="#ctx0" brushRef="#br0">181 163 24575,'-164'19'0,"148"-14"0,16-5 0,0 1 0,0-1 0,0 0 0,0 0 0,0 0 0,0 1 0,0-1 0,0 0 0,0 0 0,0 0 0,0 0 0,0 1 0,1-1 0,-1 0 0,0 0 0,0 0 0,0 0 0,0 0 0,0 1 0,1-1 0,-1 0 0,0 0 0,0 0 0,0 0 0,0 0 0,1 0 0,-1 0 0,0 0 0,0 0 0,0 0 0,1 0 0,-1 0 0,0 0 0,0 0 0,0 0 0,1 0 0,-1 0 0,0 0 0,0 0 0,39 4 0,422-17-1267,-331 6 786,896-36-4609,910-54 1745,-1722 79 3439,-53 2 1804</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3.057"/>
    </inkml:context>
    <inkml:brush xml:id="br0">
      <inkml:brushProperty name="width" value="0.05" units="cm"/>
      <inkml:brushProperty name="height" value="0.05" units="cm"/>
      <inkml:brushProperty name="color" value="#FFFFFF"/>
    </inkml:brush>
  </inkml:definitions>
  <inkml:trace contextRef="#ctx0" brushRef="#br0">439 18 24575,'3'0'0,"0"0"0,0-1 0,0 0 0,0 0 0,0 0 0,0 0 0,-1 0 0,4-2 0,14-5 0,-20 8 0,0 0 0,0 0 0,0 0 0,0 0 0,0 0 0,0 0 0,0 0 0,0 0 0,1 0 0,-1 0 0,0 0 0,0 0 0,0 0 0,0 0 0,0 0 0,0 0 0,0 0 0,0 0 0,1 0 0,-1 0 0,0 0 0,0 0 0,0 0 0,0 0 0,0 0 0,0 0 0,0 0 0,0 0 0,0 0 0,1 0 0,-1 0 0,0 0 0,0 0 0,0 1 0,0-1 0,0 0 0,0 0 0,0 0 0,0 0 0,0 0 0,0 0 0,0 0 0,0 0 0,0 0 0,0 1 0,0-1 0,0 0 0,0 0 0,0 0 0,0 0 0,0 0 0,0 0 0,0 0 0,0 0 0,0 1 0,0-1 0,-5 8 0,-9 8 0,-28 16 0,-89 51 0,94-61 0,-52 26 0,52-29 0,-67 45 0,101-62 0,0 1 0,0-1 0,0 1 0,0-1 0,1 1 0,-1 0 0,1 0 0,0 1 0,-4 5 0,6-8 0,-1 1 0,1-1 0,0 0 0,0 1 0,-1-1 0,1 0 0,0 1 0,0-1 0,0 1 0,0-1 0,0 1 0,1-1 0,-1 0 0,0 1 0,1-1 0,-1 0 0,1 1 0,-1-1 0,1 0 0,0 1 0,0-1 0,-1 0 0,1 0 0,0 0 0,0 0 0,0 0 0,0 0 0,2 2 0,5 3 0,0 0 0,1-1 0,0 1 0,-1-2 0,19 8 0,53 14 0,-57-20 0,317 89 0,-309-84-1365,-9-2-5461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3.290"/>
    </inkml:context>
    <inkml:brush xml:id="br0">
      <inkml:brushProperty name="width" value="0.05" units="cm"/>
      <inkml:brushProperty name="height" value="0.05" units="cm"/>
      <inkml:brushProperty name="color" value="#FFFFFF"/>
    </inkml:brush>
  </inkml:definitions>
  <inkml:trace contextRef="#ctx0" brushRef="#br0">27 16 24575,'-16'-9'0,"6"3"0,21 6 0,292 25 0,-170-18 0,334 13-1365,-429-20-5461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3.712"/>
    </inkml:context>
    <inkml:brush xml:id="br0">
      <inkml:brushProperty name="width" value="0.05" units="cm"/>
      <inkml:brushProperty name="height" value="0.05" units="cm"/>
      <inkml:brushProperty name="color" value="#FFFFFF"/>
    </inkml:brush>
  </inkml:definitions>
  <inkml:trace contextRef="#ctx0" brushRef="#br0">95 275 24575,'-8'-3'0,"1"-1"0,-1 0 0,1-1 0,0 1 0,1-1 0,-7-7 0,9 9 0,1-2 0,0 1 0,0 0 0,0 0 0,1-1 0,-1 0 0,1 1 0,0-1 0,0 0 0,-1-9 0,0 3 0,1 1 0,1 0 0,0-1 0,0 0 0,1 1 0,0-1 0,1 1 0,0-1 0,4-15 0,-4 23 0,0 0 0,0 0 0,0 0 0,1-1 0,-1 1 0,1 1 0,0-1 0,0 0 0,0 0 0,0 1 0,1-1 0,-1 1 0,1-1 0,-1 1 0,1 0 0,0 0 0,0 0 0,0 1 0,0-1 0,0 1 0,0 0 0,1-1 0,-1 1 0,0 1 0,0-1 0,1 0 0,-1 1 0,1 0 0,-1 0 0,1 0 0,-1 0 0,6 1 0,1 0 0,0 1 0,0 1 0,0 0 0,0 0 0,0 1 0,0 0 0,-1 0 0,0 1 0,0 1 0,0 0 0,-1 0 0,0 0 0,0 1 0,0 0 0,-1 1 0,11 14 0,-9-11 0,0 1 0,-2 1 0,1 0 0,-1 0 0,-1 0 0,-1 1 0,0 0 0,0 0 0,-2 0 0,1 1 0,0 18 0,-3-20 30,-1 1 0,-1-1 0,0 1-1,-1-1 1,-1 1 0,0-1 0,0 0 0,-2 0-1,1 0 1,-9 14 0,-7 10-467,-48 65-1,43-65-380,0-1-6008</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4.193"/>
    </inkml:context>
    <inkml:brush xml:id="br0">
      <inkml:brushProperty name="width" value="0.05" units="cm"/>
      <inkml:brushProperty name="height" value="0.05" units="cm"/>
      <inkml:brushProperty name="color" value="#FFFFFF"/>
    </inkml:brush>
  </inkml:definitions>
  <inkml:trace contextRef="#ctx0" brushRef="#br0">1 91 24575,'0'-3'0,"1"0"0,-1 0 0,1 0 0,0 0 0,0-1 0,0 1 0,1 1 0,-1-1 0,1 0 0,-1 0 0,1 0 0,0 1 0,0-1 0,0 1 0,0 0 0,1-1 0,-1 1 0,1 0 0,-1 0 0,1 1 0,0-1 0,0 0 0,4-1 0,4-2 0,-1 1 0,1 0 0,1 0 0,-1 1 0,15-2 0,-14 3 0,0 1 0,0 1 0,-1 0 0,1 0 0,0 1 0,0 0 0,-1 1 0,1 1 0,-1 0 0,13 5 0,-19-7 0,0 1 0,-1 1 0,1-1 0,-1 1 0,0 0 0,0 0 0,0 0 0,0 0 0,-1 1 0,1 0 0,-1-1 0,0 1 0,0 0 0,0 1 0,0-1 0,-1 0 0,0 1 0,0 0 0,0-1 0,0 1 0,-1 0 0,0 0 0,0 0 0,0 0 0,-1 0 0,1 6 0,-2 3 31,0 1 0,-1-1 0,0 0 0,-2 1 0,1-1 0,-2 0 0,0-1 0,0 1 0,-10 16 0,-12 16-300,-38 52-1,23-38-866,16-19-5690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3.866"/>
    </inkml:context>
    <inkml:brush xml:id="br0">
      <inkml:brushProperty name="width" value="0.05" units="cm"/>
      <inkml:brushProperty name="height" value="0.05" units="cm"/>
      <inkml:brushProperty name="color" value="#FFFFFF"/>
    </inkml:brush>
  </inkml:definitions>
  <inkml:trace contextRef="#ctx0" brushRef="#br0">1 0 24575,'0'4'0,"0"3"0,3 1 0,4-1 0,4-4 0,4-4 0,1-4 0,2-1 0,-2 0-8191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4.349"/>
    </inkml:context>
    <inkml:brush xml:id="br0">
      <inkml:brushProperty name="width" value="0.05" units="cm"/>
      <inkml:brushProperty name="height" value="0.05" units="cm"/>
      <inkml:brushProperty name="color" value="#FFFFFF"/>
    </inkml:brush>
  </inkml:definitions>
  <inkml:trace contextRef="#ctx0" brushRef="#br0">0 1 24575,'3'3'0,"5"4"0,3 1 0,3-1 0,3-2 0,-6-1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8.992"/>
    </inkml:context>
    <inkml:brush xml:id="br0">
      <inkml:brushProperty name="width" value="0.05" units="cm"/>
      <inkml:brushProperty name="height" value="0.05" units="cm"/>
      <inkml:brushProperty name="color" value="#FFFFFF"/>
    </inkml:brush>
  </inkml:definitions>
  <inkml:trace contextRef="#ctx0" brushRef="#br0">12 58 24575,'-5'95'0,"1"-63"0,2 0 0,2 0 0,1 0 0,5 32 0,-5-55 0,1-1 0,0 1 0,1-1 0,0 0 0,0 0 0,0-1 0,1 1 0,1 0 0,-1-1 0,1 0 0,0 0 0,1-1 0,-1 1 0,1-1 0,0 0 0,1-1 0,0 0 0,0 0 0,13 8 0,-12-10 0,0 1 0,1-1 0,-1 0 0,1-1 0,-1 0 0,1 0 0,0-1 0,0 0 0,-1 0 0,1-1 0,0 0 0,0-1 0,0 0 0,0 0 0,-1-1 0,1 0 0,-1-1 0,1 0 0,-1 0 0,0-1 0,0 0 0,0 0 0,7-6 0,-4 3 0,-2-1 0,1 0 0,-1 0 0,0-1 0,-1 0 0,0 0 0,0-1 0,-1 0 0,0-1 0,-1 1 0,0-1 0,-1-1 0,0 1 0,-1-1 0,0 0 0,2-12 0,-4 6 0,-1 0 0,-1 0 0,0 0 0,-2 0 0,0 0 0,-1 0 0,0 1 0,-2-1 0,0 1 0,-1 0 0,0 0 0,-2 1 0,-16-29 0,21 41 55,3 3-156,-1-1-1,0 1 1,1 0-1,-1-1 1,0 1-1,0 0 1,0 0 0,0-1-1,-1 1 1,1 0-1,0 0 1,0 0-1,-3-1 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9.304"/>
    </inkml:context>
    <inkml:brush xml:id="br0">
      <inkml:brushProperty name="width" value="0.05" units="cm"/>
      <inkml:brushProperty name="height" value="0.05" units="cm"/>
      <inkml:brushProperty name="color" value="#FFFFFF"/>
    </inkml:brush>
  </inkml:definitions>
  <inkml:trace contextRef="#ctx0" brushRef="#br0">0 6 24575,'0'-6'0,"1"18"0,1 47 0,31 154 340,1 16-2045,-31-199-5121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9.663"/>
    </inkml:context>
    <inkml:brush xml:id="br0">
      <inkml:brushProperty name="width" value="0.05" units="cm"/>
      <inkml:brushProperty name="height" value="0.05" units="cm"/>
      <inkml:brushProperty name="color" value="#FFFFFF"/>
    </inkml:brush>
  </inkml:definitions>
  <inkml:trace contextRef="#ctx0" brushRef="#br0">8 140 24575,'-4'-18'0,"3"17"0,1 0 0,-1 0 0,1 0 0,0 0 0,-1 0 0,1 0 0,0 0 0,0-1 0,0 1 0,0 0 0,0 0 0,0 0 0,0 0 0,0 0 0,0 0 0,0 0 0,1 0 0,-1-1 0,0 1 0,1 0 0,-1 0 0,1 0 0,-1 0 0,1 0 0,0 0 0,-1 1 0,1-1 0,1-1 0,1-1 0,1 0 0,-1 0 0,1 1 0,0-1 0,0 1 0,0 0 0,0 0 0,1 1 0,7-3 0,44-7 0,-44 10 0,165-20 0,31-4 0,-197 23 0,-3 0 0,-1 1 0,1 0 0,0 0 0,13 1 0,-20 0 0,1 0 0,0 1 0,0-1 0,-1 0 0,1 1 0,0-1 0,-1 1 0,1 0 0,-1-1 0,1 1 0,-1 0 0,1 0 0,-1 0 0,1 0 0,-1 0 0,0 1 0,1-1 0,-1 0 0,0 1 0,0-1 0,0 0 0,0 1 0,0 0 0,-1-1 0,1 1 0,0 1 0,5 18 64,-2 0 0,0 1-1,-1-1 1,-1 31 0,-1-24-906,8 47 0,-5-58-5984</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39.848"/>
    </inkml:context>
    <inkml:brush xml:id="br0">
      <inkml:brushProperty name="width" value="0.05" units="cm"/>
      <inkml:brushProperty name="height" value="0.05" units="cm"/>
      <inkml:brushProperty name="color" value="#FFFFFF"/>
    </inkml:brush>
  </inkml:definitions>
  <inkml:trace contextRef="#ctx0" brushRef="#br0">15 19 24575,'-3'-3'0,"-1"-4"0,-3-1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0.204"/>
    </inkml:context>
    <inkml:brush xml:id="br0">
      <inkml:brushProperty name="width" value="0.05" units="cm"/>
      <inkml:brushProperty name="height" value="0.05" units="cm"/>
      <inkml:brushProperty name="color" value="#FFFFFF"/>
    </inkml:brush>
  </inkml:definitions>
  <inkml:trace contextRef="#ctx0" brushRef="#br0">0 0 24575,'11'42'0,"3"34"0,18 305-1365,-32-348-5461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1.342"/>
    </inkml:context>
    <inkml:brush xml:id="br0">
      <inkml:brushProperty name="width" value="0.05" units="cm"/>
      <inkml:brushProperty name="height" value="0.05" units="cm"/>
      <inkml:brushProperty name="color" value="#FFFFFF"/>
    </inkml:brush>
  </inkml:definitions>
  <inkml:trace contextRef="#ctx0" brushRef="#br0">1 0 24575,'3'3'0,"1"5"0,3 3 0,1 3 0,-2 3 0,-2 1 0,-1-5 0,-4-6 0,-3-6 0,1-7 0,0-5 0,3-1 0,2-2 0,1 2-8191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1.808"/>
    </inkml:context>
    <inkml:brush xml:id="br0">
      <inkml:brushProperty name="width" value="0.05" units="cm"/>
      <inkml:brushProperty name="height" value="0.05" units="cm"/>
      <inkml:brushProperty name="color" value="#FFFFFF"/>
    </inkml:brush>
  </inkml:definitions>
  <inkml:trace contextRef="#ctx0" brushRef="#br0">1 9 24575,'3'0'0,"1"-3"0,3-2 0,0 5 0,0 4 0,-3 8 0,2 5 0,0 6 0,-1 2 0,-2 3 0,-1 3 0,2 2 0,1 3 0,-1-3 0,-1-4 0,-2-3 0,1-3 0,-2-6-8191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1.978"/>
    </inkml:context>
    <inkml:brush xml:id="br0">
      <inkml:brushProperty name="width" value="0.05" units="cm"/>
      <inkml:brushProperty name="height" value="0.05" units="cm"/>
      <inkml:brushProperty name="color" value="#FFFFFF"/>
    </inkml:brush>
  </inkml:definitions>
  <inkml:trace contextRef="#ctx0" brushRef="#br0">12 33 24575,'0'-3'0,"-4"-4"0,0-4 0,0-1-8191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2.366"/>
    </inkml:context>
    <inkml:brush xml:id="br0">
      <inkml:brushProperty name="width" value="0.05" units="cm"/>
      <inkml:brushProperty name="height" value="0.05" units="cm"/>
      <inkml:brushProperty name="color" value="#FFFFFF"/>
    </inkml:brush>
  </inkml:definitions>
  <inkml:trace contextRef="#ctx0" brushRef="#br0">1 1 24575,'2'0'0,"1"0"0,-1 1 0,1-1 0,0 1 0,-1-1 0,1 1 0,-1 0 0,1 0 0,-1 0 0,0 1 0,1-1 0,-1 0 0,0 1 0,0 0 0,3 2 0,0 1 0,0 1 0,0 0 0,0 0 0,-1 0 0,5 9 0,3 12 0,19 54 0,-28-73 0,27 115 0,-22-109 0,-8-14 0,1 0 0,-1 0 0,0 0 0,0 0 0,1 0 0,-1 0 0,0 0 0,0 0 0,1 0 0,-1 0 0,0 0 0,0 0 0,1 0 0,-1 0 0,0 0 0,0-1 0,1 1 0,-1 0 0,0 0 0,0 0 0,1 0 0,-1 0 0,0-1 0,0 1 0,0 0 0,0 0 0,1 0 0,-1-1 0,0 1 0,0 0 0,0 0 0,0-1 0,12-30 0,-9 22 0,12-40 0,-8 24 0,1 0 0,1 1 0,21-39 0,-30 61 0,1 0 0,0 1 0,0 0 0,0-1 0,0 1 0,0 0 0,0-1 0,0 1 0,0 0 0,0 0 0,1 0 0,-1 0 0,1 0 0,-1 0 0,0 0 0,1 0 0,0 1 0,-1-1 0,1 1 0,-1-1 0,3 0 0,-2 1 0,0 1 0,-1-1 0,1 0 0,-1 1 0,1 0 0,-1-1 0,1 1 0,-1 0 0,1-1 0,-1 1 0,0 0 0,1 0 0,-1 0 0,0 0 0,0 1 0,0-1 0,2 2 0,3 6 0,0 1 0,0-1 0,-1 1 0,0 0 0,3 11 0,13 41-1365,-12-35-5461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2.803"/>
    </inkml:context>
    <inkml:brush xml:id="br0">
      <inkml:brushProperty name="width" value="0.05" units="cm"/>
      <inkml:brushProperty name="height" value="0.05" units="cm"/>
      <inkml:brushProperty name="color" value="#FFFFFF"/>
    </inkml:brush>
  </inkml:definitions>
  <inkml:trace contextRef="#ctx0" brushRef="#br0">1 82 24575,'0'-15'0,"0"8"0,-1 0 0,2 0 0,-1 0 0,1 0 0,0 0 0,0 0 0,3-8 0,-4 15 0,0 0 0,0 0 0,0 0 0,0-1 0,0 1 0,0 0 0,0 0 0,0 0 0,0 0 0,0 0 0,0 0 0,0 0 0,0 0 0,0 0 0,1 0 0,-1 0 0,0 0 0,0 0 0,0-1 0,0 1 0,0 0 0,0 0 0,0 0 0,0 0 0,0 0 0,0 0 0,0 0 0,0 0 0,0 0 0,0 0 0,1 0 0,-1 0 0,0 0 0,0 0 0,0 0 0,0 0 0,0 0 0,0 0 0,0 0 0,0 0 0,0 0 0,0 0 0,0 0 0,0 0 0,1 0 0,-1 0 0,0 0 0,0 0 0,0 0 0,0 0 0,0 0 0,0 0 0,0 0 0,0 0 0,0 1 0,0-1 0,0 0 0,0 0 0,0 0 0,0 0 0,0 0 0,0 0 0,1 0 0,-1 0 0,0 0 0,3 9 0,2 13 0,24 212 0,-19-133 0,4 6 0,6 84 0,-20-215 0,0 0 0,2 0 0,0 0 0,8-29 0,-6 34 0,1-1 0,1 1 0,1 0 0,0 1 0,2-1 0,11-18 0,-18 34 0,1-1 0,-1 1 0,1 0 0,-1-1 0,1 1 0,0 0 0,0 1 0,0-1 0,1 0 0,-1 1 0,1 0 0,-1 0 0,1 0 0,0 0 0,0 1 0,7-3 0,-8 4 0,0 0 0,1 0 0,-1 0 0,1 0 0,-1 1 0,0-1 0,0 1 0,1 0 0,-1 0 0,0 0 0,0 0 0,0 1 0,0-1 0,0 1 0,0 0 0,0 0 0,-1 0 0,1 0 0,-1 0 0,5 5 0,2 3 39,-1 1 0,0-1 0,0 1-1,-1 1 1,-1-1 0,10 23 0,19 78-199,-7-22-1317,-20-68-5349</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3.192"/>
    </inkml:context>
    <inkml:brush xml:id="br0">
      <inkml:brushProperty name="width" value="0.05" units="cm"/>
      <inkml:brushProperty name="height" value="0.05" units="cm"/>
      <inkml:brushProperty name="color" value="#FFFFFF"/>
    </inkml:brush>
  </inkml:definitions>
  <inkml:trace contextRef="#ctx0" brushRef="#br0">20 107 24575,'-1'0'0,"0"0"0,0 0 0,0 0 0,1 0 0,-1 0 0,0 0 0,0 0 0,0 0 0,0 0 0,0 1 0,0-1 0,0 0 0,0 1 0,0-1 0,0 1 0,0-1 0,1 1 0,-2 0 0,2 0 0,0-1 0,-1 0 0,1 1 0,0-1 0,0 1 0,0-1 0,0 1 0,0-1 0,0 1 0,0-1 0,0 0 0,0 1 0,0-1 0,1 1 0,-1-1 0,0 1 0,0-1 0,0 1 0,0-1 0,1 0 0,-1 1 0,0-1 0,0 0 0,1 1 0,-1-1 0,1 1 0,2 2 0,0 0 0,0 0 0,0 0 0,1-1 0,-1 1 0,8 3 0,-1-1 0,0-1 0,1 0 0,-1 0 0,1-1 0,14 3 0,-23-6 0,0 0 0,0 0 0,-1 1 0,1-1 0,0 0 0,0-1 0,0 1 0,0 0 0,0 0 0,0-1 0,0 1 0,-1-1 0,1 0 0,0 0 0,0 1 0,-1-1 0,1 0 0,-1 0 0,1 0 0,-1-1 0,1 1 0,-1 0 0,1-1 0,-1 1 0,0-1 0,0 1 0,0-1 0,0 1 0,0-1 0,0 0 0,0 1 0,-1-1 0,1 0 0,0 0 0,-1 0 0,0 0 0,1 0 0,-1 1 0,0-4 0,0 0 0,0-1 0,0 0 0,-1 1 0,0-1 0,0 0 0,0 1 0,-1 0 0,1-1 0,-2 1 0,1 0 0,0 0 0,-1 0 0,0 0 0,-5-7 0,5 9 0,1 0 0,0-1 0,-1 2 0,1-1 0,-1 0 0,0 0 0,0 1 0,0 0 0,0 0 0,-1 0 0,1 0 0,-1 0 0,1 0 0,-1 1 0,1 0 0,-1 0 0,0 0 0,0 0 0,0 0 0,1 1 0,-9-1 0,10 2 0,-1 0 0,0 0 0,1 0 0,-1 0 0,1 1 0,-1-1 0,1 1 0,0-1 0,-1 1 0,1 0 0,0 0 0,0 0 0,0 0 0,1 0 0,-1 1 0,0-1 0,1 0 0,-1 1 0,1-1 0,0 1 0,0 0 0,0-1 0,0 1 0,-1 5 0,-1 4 0,1 1 0,0 0 0,1-1 0,-1 16 0,2-20-57,1 1 0,-1-1 1,1 0-1,1 0 0,-1 1 0,1-1 0,1 0 0,0 0 0,0 0 0,0-1 0,1 1 1,0-1-1,1 0 0,-1 0 0,1 0 0,1-1 0,-1 0 0,1 0 0,0 0 1,1 0-1,-1-1 0,1 0 0,8 4 0,16 5-6769</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3.534"/>
    </inkml:context>
    <inkml:brush xml:id="br0">
      <inkml:brushProperty name="width" value="0.05" units="cm"/>
      <inkml:brushProperty name="height" value="0.05" units="cm"/>
      <inkml:brushProperty name="color" value="#FFFFFF"/>
    </inkml:brush>
  </inkml:definitions>
  <inkml:trace contextRef="#ctx0" brushRef="#br0">14 93 24575,'-2'-4'0,"0"0"0,0-1 0,0 1 0,1 0 0,0-1 0,0 1 0,0-1 0,0 1 0,1-1 0,-1 0 0,2-7 0,-1 11 0,0 1 0,0 0 0,0 0 0,0-1 0,0 1 0,0 0 0,0 0 0,0 0 0,0-1 0,0 1 0,0 0 0,0 0 0,0 0 0,1 0 0,-1-1 0,0 1 0,0 0 0,0 0 0,0 0 0,0 0 0,1 0 0,-1-1 0,0 1 0,0 0 0,0 0 0,0 0 0,1 0 0,-1 0 0,0 0 0,0 0 0,0 0 0,1 0 0,-1 0 0,0 0 0,0 0 0,1 0 0,-1 0 0,0 0 0,0 0 0,0 0 0,1 0 0,-1 0 0,0 0 0,0 0 0,0 0 0,1 0 0,-1 0 0,0 0 0,0 0 0,0 1 0,0-1 0,1 0 0,-1 0 0,0 0 0,0 0 0,0 0 0,0 1 0,0-1 0,1 0 0,-1 0 0,0 1 0,10 11 0,-10-12 0,26 37 0,-2 0 0,-2 2 0,31 74 0,-49-88 0,-6-20 0,-4-16 0,3 0 0,-1 0 0,2 0 0,0 0 0,0 0 0,1 0 0,0 0 0,1 0 0,0-1 0,1 1 0,0 0 0,0 0 0,2 0 0,-1 0 0,1 0 0,1 1 0,0-1 0,1 1 0,-1 0 0,2 0 0,0 1 0,0-1 0,0 1 0,9-8 0,-12 14 34,0 0 1,0 1-1,0 0 0,1 0 0,-1 0 0,1 0 0,-1 0 0,1 0 0,5-1 1,-7 3-121,0-1 1,0 1 0,0 0-1,0 0 1,0-1 0,0 1-1,0 1 1,0-1 0,0 0-1,0 0 1,0 1 0,0-1-1,0 1 1,0 0 0,-1-1-1,1 1 1,0 0 0,0 0-1,3 3 1,3 4-6741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3.925"/>
    </inkml:context>
    <inkml:brush xml:id="br0">
      <inkml:brushProperty name="width" value="0.05" units="cm"/>
      <inkml:brushProperty name="height" value="0.05" units="cm"/>
      <inkml:brushProperty name="color" value="#FFFFFF"/>
    </inkml:brush>
  </inkml:definitions>
  <inkml:trace contextRef="#ctx0" brushRef="#br0">0 0 24575,'0'3'0,"0"5"0,3 0 0,2 5 0,-1 4 0,2 2 0,0 4 0,-1 4 0,2 4 0,0-1 0,1 2 0,0-2 0,-2 0 0,2-2 0,-1-6-8191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4.108"/>
    </inkml:context>
    <inkml:brush xml:id="br0">
      <inkml:brushProperty name="width" value="0.05" units="cm"/>
      <inkml:brushProperty name="height" value="0.05" units="cm"/>
      <inkml:brushProperty name="color" value="#FFFFFF"/>
    </inkml:brush>
  </inkml:definitions>
  <inkml:trace contextRef="#ctx0" brushRef="#br0">26 8 24575,'-3'-3'0,"-5"-1"0,0 3 0,1 5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4.341"/>
    </inkml:context>
    <inkml:brush xml:id="br0">
      <inkml:brushProperty name="width" value="0.05" units="cm"/>
      <inkml:brushProperty name="height" value="0.05" units="cm"/>
      <inkml:brushProperty name="color" value="#FFFFFF"/>
    </inkml:brush>
  </inkml:definitions>
  <inkml:trace contextRef="#ctx0" brushRef="#br0">1 1 24575,'0'3'0,"0"4"0,0 4 0,0 7 0,0 6 0,0 5 0,3 4 0,1 6 0,0 5 0,-1 5 0,-1 0 0,0 1 0,-1-1 0,-1-4 0,0-2 0,0-9-8191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4.728"/>
    </inkml:context>
    <inkml:brush xml:id="br0">
      <inkml:brushProperty name="width" value="0.05" units="cm"/>
      <inkml:brushProperty name="height" value="0.05" units="cm"/>
      <inkml:brushProperty name="color" value="#FFFFFF"/>
    </inkml:brush>
  </inkml:definitions>
  <inkml:trace contextRef="#ctx0" brushRef="#br0">3 236 24575,'0'0'0,"0"0"0,-1 0 0,1-1 0,0 1 0,0 0 0,0 0 0,0 0 0,-1 0 0,1-1 0,0 1 0,0 0 0,0 0 0,0 0 0,0 0 0,0-1 0,0 1 0,0 0 0,-1 0 0,1-1 0,0 1 0,0 0 0,0 0 0,0 0 0,0-1 0,0 1 0,0 0 0,0 0 0,0-1 0,0 1 0,1 0 0,-1 0 0,0 0 0,0-1 0,0 1 0,0 0 0,0 0 0,0 0 0,0-1 0,0 1 0,1 0 0,11-6 0,21 0 0,-28 5 0,148-16 0,-94 12 0,-1-2 0,1-3 0,79-24 0,-129 30 0,-1 1 0,1-1 0,-1-1 0,0 1 0,0-1 0,0-1 0,11-9 0,-18 13 0,1 1 0,-1 0 0,0 0 0,0-1 0,0 1 0,1 0 0,-1-1 0,0 0 0,-1 1 0,1-1 0,0 1 0,0-1 0,-1 0 0,1 0 0,-1 1 0,1-1 0,-1 0 0,0 0 0,0 1 0,0-1 0,0 0 0,0 0 0,0 0 0,0 0 0,-1 1 0,1-1 0,0 0 0,-1 0 0,0 1 0,1-1 0,-1 0 0,0 1 0,0-1 0,0 1 0,0-1 0,0 1 0,0-1 0,-1 1 0,1 0 0,0 0 0,-1-1 0,1 1 0,-1 0 0,1 0 0,-3-1 0,-1-1 0,1 0 0,-1 0 0,0 1 0,0 0 0,-1 0 0,1 0 0,0 0 0,-1 1 0,1-1 0,-1 2 0,1-1 0,-1 0 0,0 1 0,-10 1 0,13 0 0,0-1 0,0 1 0,1 0 0,-1-1 0,0 1 0,1 0 0,-1 1 0,1-1 0,-1 0 0,1 1 0,-1 0 0,1-1 0,0 1 0,0 0 0,0 0 0,0 0 0,0 1 0,0-1 0,1 0 0,-1 1 0,1-1 0,0 1 0,-1-1 0,1 1 0,0 0 0,0-1 0,1 1 0,-1 0 0,1 0 0,-1 4 0,1 4 0,0-1 0,1 1 0,0-1 0,1 0 0,0 1 0,0-1 0,1 0 0,1-1 0,0 1 0,0 0 0,1-1 0,8 14 0,10 11 0,48 55 0,-66-84 0,5 6 0,-5-5 0,1 0 0,-1 0 0,0 0 0,-1 1 0,5 9 0,-8-15 0,0 0 0,-1 1 0,1-1 0,-1 1 0,1-1 0,-1 1 0,0-1 0,0 1 0,1-1 0,-1 1 0,0 0 0,-1-1 0,1 1 0,0-1 0,0 1 0,-1-1 0,1 1 0,0-1 0,-1 1 0,0-1 0,1 1 0,-1-1 0,0 0 0,0 1 0,0-1 0,0 0 0,0 0 0,0 0 0,0 0 0,0 0 0,0 0 0,0 0 0,-2 1 0,-8 4-72,1-1 0,-1 0-1,0-1 1,-1 0 0,1 0 0,-1-2-1,0 1 1,-18 0 0,16-1-643,-44 6-6111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5.557"/>
    </inkml:context>
    <inkml:brush xml:id="br0">
      <inkml:brushProperty name="width" value="0.05" units="cm"/>
      <inkml:brushProperty name="height" value="0.05" units="cm"/>
      <inkml:brushProperty name="color" value="#FFFFFF"/>
    </inkml:brush>
  </inkml:definitions>
  <inkml:trace contextRef="#ctx0" brushRef="#br0">6215 416 24575,'-25'-10'0,"1"-1"0,-35-21 0,-7-4 0,-50-17-230,-3 6 1,-128-34-1,87 41-558,-190-24 0,101 38-163,0 11-1,-291 19 0,101 28 107,-513 104 0,-413 191-255,879-181 1042,17 41 193,325-109-8,126-66 153,1 0 0,1 1 0,0 0 0,1 1 0,-22 28 0,32-37-140,1 1-1,0 0 1,1 0 0,-1 0 0,1 1-1,1-1 1,-1 1 0,1 0 0,0-1-1,0 1 1,0 8 0,2-9-20,-1 0 0,2-1 1,-1 1-1,1 0 0,0-1 0,0 1 1,0-1-1,1 1 0,0-1 0,0 0 1,0 1-1,1-1 0,0 0 0,3 5 0,3 2 86,1-1-1,-1 0 0,2 0 0,0-1 0,0-1 0,0 1 0,24 12 0,1-2-212,63 25 0,14-4-131,2-5 0,149 27 0,246 19-2188,1128 82-1318,-556-101 980,0-74 2145,-400-61-597,-559 50 1215,-1-6 0,-2-5 0,168-69 0,-231 76 126,-1-1 0,-1-3 0,54-40 0,-89 56-1,-1-1 1,0-1-1,-1-1 1,-1 0-1,0-1 1,-1-1-1,-2-1 1,0 0-1,-1-1 1,17-36-1,-25 44-185,0 0-1,-2 0 0,1 0 1,-2 0-1,0 0 1,0-1-1,-1 1 0,-1-1 1,0 0-1,-1 1 0,0-1 1,-1 1-1,-1 0 0,-8-26 1,3 19-51,-1 1 1,0 0-1,-2 1 1,0 0-1,-1 0 1,0 2-1,-2-1 1,0 2-1,-17-15 1,-8-4 146,-1 2 1,-2 3 0,-1 1-1,-1 2 1,-56-25 0,-6 6 271,-137-38 0,5 18-272,-352-48 0,-248 36-554,638 69-1875</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6.598"/>
    </inkml:context>
    <inkml:brush xml:id="br0">
      <inkml:brushProperty name="width" value="0.05" units="cm"/>
      <inkml:brushProperty name="height" value="0.05" units="cm"/>
      <inkml:brushProperty name="color" value="#FFFFFF"/>
    </inkml:brush>
  </inkml:definitions>
  <inkml:trace contextRef="#ctx0" brushRef="#br0">6012 907 24575,'4'-6'0,"0"-1"0,-1 0 0,1 0 0,-1 0 0,-1 0 0,1 0 0,-1-1 0,1-7 0,2-15 0,-2-1 0,-1 1 0,-1 0 0,-3-34 0,1 58 0,0-14 0,-1 1 0,0 0 0,-2 0 0,-1 0 0,0 0 0,-1 1 0,-1 0 0,-1 0 0,0 0 0,-13-18 0,7 15 0,-2 0 0,0 1 0,-1 1 0,-1 1 0,-1 0 0,-40-29 0,14 19 0,0 2 0,-2 2 0,-1 1 0,0 3 0,-2 2 0,-101-22 0,16 15 12,-251-14-1,-143 32-87,436 8 36,-595-9-468,-375 7 550,994 4-37,-470 28 295,432-19-215,0 5-1,-206 62 1,156-25-85,3 6 0,-214 117 0,168-74 0,171-90 0,0-2 0,-1-2 0,0 0 0,-1-2 0,-35 3 0,61-9 0,0-1 0,0 0 0,0 0 0,0-1 0,0 1 0,0-1 0,0 0 0,0-1 0,0 1 0,0-1 0,0 0 0,-8-4 0,7 1 0,-1 1 0,1-1 0,0 0 0,0-1 0,1 0 0,0 1 0,-8-11 0,-1-8 0,0-1 0,2 0 0,-17-45 0,21 50 0,-12-34-682,-15-63-1,31 99-6143</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6.973"/>
    </inkml:context>
    <inkml:brush xml:id="br0">
      <inkml:brushProperty name="width" value="0.05" units="cm"/>
      <inkml:brushProperty name="height" value="0.05" units="cm"/>
      <inkml:brushProperty name="color" value="#FFFFFF"/>
    </inkml:brush>
  </inkml:definitions>
  <inkml:trace contextRef="#ctx0" brushRef="#br0">128 42 24575,'-1'12'0,"-1"0"0,-1 0 0,1 0 0,-2 0 0,0 0 0,0-1 0,-7 11 0,-4 16 0,5-8 0,8-21 0,0-1 0,-1 1 0,0-1 0,0 0 0,-1 0 0,0-1 0,0 1 0,-1-1 0,-8 11 0,12-17 0,1-1 0,-1 1 0,1-1 0,0 0 0,-1 1 0,1-1 0,-1 0 0,1 1 0,-1-1 0,1 0 0,-1 1 0,1-1 0,-1 0 0,1 0 0,-1 0 0,1 1 0,-1-1 0,0 0 0,1 0 0,-1 0 0,1 0 0,-1 0 0,1 0 0,-1 0 0,0 0 0,1 0 0,-1 0 0,1-1 0,-1 1 0,1 0 0,-2-1 0,1 0 0,0 0 0,0 0 0,1 0 0,-1 0 0,0 0 0,1-1 0,-1 1 0,1 0 0,-1 0 0,1-1 0,0 1 0,-1 0 0,1-2 0,-1-5 0,0 0 0,1 0 0,1-14 0,3 1 0,1-1 0,1 1 0,1-1 0,1 2 0,1-1 0,0 1 0,2 1 0,17-25 0,-27 41 0,1 1 0,-1 0 0,1-1 0,0 1 0,-1 0 0,1 0 0,0 0 0,0 0 0,1 0 0,-1 1 0,0-1 0,0 1 0,1-1 0,-1 1 0,1 0 0,-1 0 0,1 0 0,0 0 0,-1 1 0,1-1 0,0 1 0,0-1 0,-1 1 0,1 0 0,0 0 0,0 0 0,-1 1 0,1-1 0,0 1 0,0-1 0,-1 1 0,1 0 0,-1 0 0,1 0 0,-1 0 0,1 0 0,-1 1 0,1-1 0,2 4 0,10 8-121,-1 0-1,0 1 1,-1 0-1,0 1 0,-2 1 1,13 21-1,-17-28-392,28 47-6312</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48.437"/>
    </inkml:context>
    <inkml:brush xml:id="br0">
      <inkml:brushProperty name="width" value="0.05" units="cm"/>
      <inkml:brushProperty name="height" value="0.05" units="cm"/>
      <inkml:brushProperty name="color" value="#FFFFFF"/>
    </inkml:brush>
  </inkml:definitions>
  <inkml:trace contextRef="#ctx0" brushRef="#br0">127 104 24575,'10'-11'0,"3"-1"0,-1 0 0,0-1 0,-1-1 0,16-25 0,-27 36 0,-6 8 0,-9 8 0,-8 17 0,1 1 0,2 1 0,1 1 0,1 1 0,2 0 0,2 1 0,1 1 0,1 0 0,3 0 0,0 1 0,-5 67 0,13-80 27,0 1-1,2 0 0,1 0 0,0 0 1,2-1-1,1 1 0,1-1 0,1 0 1,1 0-1,2-1 0,0 0 0,18 28 1,-18-34-134,2 0 0,0-1 1,0 0-1,2-1 0,0 0 1,1-1-1,0-1 0,1-1 1,0 0-1,1-1 0,1 0 1,-1-2-1,2 0 0,-1-1 1,32 9-1,-13-9-6719</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0.861"/>
    </inkml:context>
    <inkml:brush xml:id="br0">
      <inkml:brushProperty name="width" value="0.05" units="cm"/>
      <inkml:brushProperty name="height" value="0.05" units="cm"/>
      <inkml:brushProperty name="color" value="#FFFFFF"/>
    </inkml:brush>
  </inkml:definitions>
  <inkml:trace contextRef="#ctx0" brushRef="#br0">1 30 24575,'0'-3'0,"0"-4"0,0-4 0,0 3 0,3 9 0,1 10 0,-1 13 0,4 12 0,-1 9 0,3 9 0,-1 5 0,1 5 0,0 0 0,-2 0 0,-3-6 0,-1-6 0,-1-12-8191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1.093"/>
    </inkml:context>
    <inkml:brush xml:id="br0">
      <inkml:brushProperty name="width" value="0.05" units="cm"/>
      <inkml:brushProperty name="height" value="0.05" units="cm"/>
      <inkml:brushProperty name="color" value="#FFFFFF"/>
    </inkml:brush>
  </inkml:definitions>
  <inkml:trace contextRef="#ctx0" brushRef="#br0">17 599 24575,'-7'-44'0,"2"-1"0,2 1 0,1 0 0,3-1 0,9-60 0,-8 86 0,1 0 0,2 0 0,0 0 0,0 1 0,2 0 0,0 0 0,16-26 0,-19 37 0,1 0 0,0 0 0,0 1 0,1-1 0,-1 1 0,2 0 0,-1 0 0,1 1 0,-1 0 0,1 0 0,1 1 0,-1 0 0,1 0 0,-1 0 0,1 1 0,0 0 0,1 1 0,-1 0 0,12-1 0,-10 2 0,1 0 0,0 1 0,-1 1 0,1-1 0,-1 2 0,1 0 0,-1 0 0,0 1 0,1 0 0,-1 0 0,-1 1 0,12 7 0,-9-4 0,-1 0 0,0 1 0,0 0 0,-1 1 0,0 0 0,0 1 0,-1 0 0,0 1 0,7 11 0,-9-11 0,0 1 0,0 0 0,-1 0 0,-1 0 0,0 1 0,0 0 0,-2 0 0,1 0 0,-2 0 0,0 0 0,0 1 0,-1-1 0,-1 1 0,0-1 0,-1 1 0,0-1 0,-1 0 0,-1 1 0,0-1 0,-6 16 0,1-13-114,-1-1 1,0 1-1,-1-2 0,0 1 0,-1-2 1,-1 1-1,0-1 0,-1-1 0,0 0 1,-1-1-1,-19 11 0,-7 3-6712</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1.435"/>
    </inkml:context>
    <inkml:brush xml:id="br0">
      <inkml:brushProperty name="width" value="0.05" units="cm"/>
      <inkml:brushProperty name="height" value="0.05" units="cm"/>
      <inkml:brushProperty name="color" value="#FFFFFF"/>
    </inkml:brush>
  </inkml:definitions>
  <inkml:trace contextRef="#ctx0" brushRef="#br0">15 65 24575,'1'0'0,"0"0"0,0 0 0,1 0 0,-1 0 0,0 0 0,0 0 0,0 1 0,0-1 0,0 1 0,1-1 0,-1 1 0,0-1 0,0 1 0,0-1 0,0 1 0,-1 0 0,1-1 0,0 1 0,0 0 0,0 0 0,0 0 0,-1 0 0,1 0 0,0 0 0,-1 0 0,1 0 0,-1 0 0,1 0 0,-1 0 0,0 0 0,1 0 0,-1 1 0,0-1 0,0 0 0,0 0 0,0 0 0,0 0 0,0 1 0,0-1 0,0 0 0,-1 2 0,0 8 0,-1 0 0,0-1 0,-7 19 0,3-12 0,0 7 0,1 0 0,0 0 0,-1 37 0,6-51 0,0 0 0,1 0 0,0 0 0,0-1 0,1 1 0,0 0 0,0-1 0,2 1 0,-1-1 0,1 0 0,8 14 0,-10-20 0,0 1 0,0-1 0,1 0 0,-1 0 0,1 0 0,0-1 0,0 1 0,0 0 0,0-1 0,0 0 0,1 0 0,-1 0 0,1 0 0,-1-1 0,1 1 0,7 1 0,-6-2 0,0-1 0,0 0 0,1 1 0,-1-2 0,0 1 0,0-1 0,0 1 0,1-1 0,-1-1 0,0 1 0,7-4 0,-3 1 0,1-1 0,-1 0 0,0-1 0,0 0 0,0 0 0,-1-1 0,0 0 0,0-1 0,-1 0 0,0 0 0,11-17 0,-12 15 0,-1 0 0,-1-1 0,1 0 0,-2 0 0,1 0 0,-2 0 0,1 0 0,-2-1 0,1 1 0,-1-1 0,-1 1 0,0-1 0,-1 1 0,0-1 0,-1 1 0,0-1 0,-1 1 0,0 0 0,-1 0 0,0 0 0,-1 1 0,0-1 0,0 1 0,-1 0 0,-1 0 0,1 1 0,-2 0 0,1 0 0,-1 1 0,-1 0 0,1 0 0,-1 1 0,-1 0 0,-12-7 0,18 12-124,-1 0 0,1 0 0,0 0 0,0 1 0,-1 0 0,1 0-1,-1 0 1,1 0 0,-1 1 0,-9-1 0,-7 5-6702</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1.903"/>
    </inkml:context>
    <inkml:brush xml:id="br0">
      <inkml:brushProperty name="width" value="0.05" units="cm"/>
      <inkml:brushProperty name="height" value="0.05" units="cm"/>
      <inkml:brushProperty name="color" value="#FFFFFF"/>
    </inkml:brush>
  </inkml:definitions>
  <inkml:trace contextRef="#ctx0" brushRef="#br0">1 25 24575,'0'-24'0,"0"39"0,0 5 0,0 0 0,2 0 0,0 0 0,1 0 0,1 0 0,9 27 0,-11-41 0,1 0 0,0 0 0,-1-1 0,2 1 0,-1-1 0,1 0 0,0 0 0,0 0 0,0 0 0,1-1 0,-1 0 0,1 1 0,0-2 0,1 1 0,-1-1 0,0 1 0,1-2 0,0 1 0,0-1 0,0 1 0,0-1 0,0-1 0,0 0 0,10 2 0,-6-3 0,-1 0 0,1 0 0,0 0 0,-1-1 0,1-1 0,-1 0 0,0 0 0,0-1 0,1 0 0,-2 0 0,1-1 0,0-1 0,-1 1 0,0-1 0,0 0 0,0-1 0,0 0 0,11-13 0,-9 8 0,0 0 0,0-1 0,-1 0 0,-1 0 0,0-1 0,-1-1 0,0 1 0,-1-1 0,-1 0 0,0 0 0,3-17 0,-8 146 0,13 219 0,-2-149 0,-9-148 0,-6 63 0,3-90 0,0 1 0,-1-1 0,0 0 0,-1 0 0,0 0 0,-1 0 0,0 0 0,-1-1 0,0 1 0,-11 14 0,14-20 0,-1-1 0,-1 0 0,1 0 0,0 0 0,-1 0 0,1-1 0,-1 1 0,0-1 0,0 0 0,0 0 0,0 0 0,0-1 0,-1 1 0,1-1 0,0 0 0,-1-1 0,1 1 0,-1-1 0,1 1 0,-1-1 0,1-1 0,0 1 0,-1 0 0,1-1 0,-1 0 0,1 0 0,-5-3 0,-4 0 0,1-1 0,0-1 0,1 0 0,-1-1 0,1 0 0,0-1 0,1 0 0,-10-10 0,2 0-72,2-1 1,0-1-1,2 0 0,0-1 0,1 0 0,1-1 0,1 0 0,1-1 1,1 0-1,1-1 0,1 0 0,1 0 0,2-1 0,0 0 0,1 1 1,2-1-1,0 0 0,4-30 0,6-15-6754</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2.431"/>
    </inkml:context>
    <inkml:brush xml:id="br0">
      <inkml:brushProperty name="width" value="0.05" units="cm"/>
      <inkml:brushProperty name="height" value="0.05" units="cm"/>
      <inkml:brushProperty name="color" value="#FFFFFF"/>
    </inkml:brush>
  </inkml:definitions>
  <inkml:trace contextRef="#ctx0" brushRef="#br0">72 182 24575,'-4'-3'0,"0"1"0,0-1 0,0 0 0,-1 1 0,1 0 0,-1 0 0,-5-1 0,-12-7 0,21 10 0,1 0 0,0 0 0,0 0 0,0-1 0,-1 1 0,1 0 0,0 0 0,0 0 0,-1 0 0,1-1 0,0 1 0,0 0 0,-1 0 0,1 0 0,0 0 0,0 0 0,-1 0 0,1 0 0,0 0 0,-1 0 0,1 0 0,0 0 0,0 0 0,-1 0 0,1 0 0,0 0 0,-1 0 0,1 0 0,0 0 0,0 0 0,-1 1 0,1-1 0,0 0 0,0 0 0,-1 0 0,3 12 0,16 27 0,-9-22 0,3 10 0,-1 1 0,-2 1 0,0 0 0,-2 0 0,4 33 0,-11-59 0,0 0 0,0 1 0,0-1 0,-1 0 0,1 0 0,-1 0 0,0 0 0,-1 3 0,2-5 0,0-1 0,0 0 0,0 0 0,-1 1 0,1-1 0,0 0 0,0 0 0,0 1 0,0-1 0,0 0 0,-1 0 0,1 1 0,0-1 0,0 0 0,0 0 0,-1 0 0,1 0 0,0 1 0,0-1 0,-1 0 0,1 0 0,0 0 0,0 0 0,-1 0 0,1 0 0,0 0 0,0 0 0,-1 0 0,1 1 0,0-1 0,-1 0 0,0-1 0,1 0 0,-1 1 0,0-1 0,1 0 0,-1 1 0,0-1 0,1 0 0,-1 1 0,1-1 0,0 0 0,-1 0 0,1 0 0,-1 0 0,1 1 0,0-3 0,-4-11 0,0 0 0,1 0 0,1 0 0,1-1 0,0 1 0,1-1 0,0 1 0,3-19 0,3-2 0,1 0 0,13-41 0,-15 59 0,1 0 0,1 0 0,0 1 0,20-31 0,-25 44 0,0-1 0,1 1 0,-1 0 0,1 0 0,0 1 0,0-1 0,0 1 0,1-1 0,-1 1 0,0 0 0,1 0 0,5-2 0,-6 3 0,-1 1 0,1-1 0,0 1 0,0 0 0,-1 0 0,1 0 0,0 0 0,0 1 0,-1-1 0,1 1 0,0-1 0,0 1 0,-1 0 0,1 0 0,-1 0 0,1 0 0,-1 1 0,1-1 0,-1 1 0,3 1 0,2 3 0,0 0 0,0 1 0,-1 0 0,0 0 0,0 0 0,0 0 0,-1 1 0,0 0 0,-1 0 0,0 1 0,5 12 0,1 11 0,12 62 0,-12-44 0,-3-35 0,-7-14 0,1-1 0,-1 0 0,0 0 0,0 0 0,1 0 0,-1 0 0,0 0 0,0 0 0,1 0 0,-1 0 0,0 0 0,0 0 0,1 0 0,-1 0 0,0 0 0,0 0 0,1 0 0,-1-1 0,0 1 0,0 0 0,0 0 0,1 0 0,-1 0 0,0 0 0,0-1 0,0 1 0,1 0 0,-1 0 0,0 0 0,0 0 0,0-1 0,0 1 0,1 0 0,-1-1 0,14-30 0,-9 19 0,-5 12 0,13-28 0,20-33 0,-29 54 0,1 0 0,0 0 0,0 0 0,1 1 0,0 0 0,0 0 0,0 1 0,1-1 0,12-7 0,-17 12 0,-1 0 0,1 1 0,-1-1 0,1 0 0,0 1 0,-1-1 0,1 1 0,0 0 0,-1-1 0,1 1 0,0 0 0,-1 0 0,1 0 0,0 0 0,0 0 0,-1 1 0,1-1 0,0 0 0,-1 1 0,1-1 0,2 2 0,-2-1 0,0 1 0,1 0 0,-1 0 0,0 0 0,0 0 0,0 0 0,-1 0 0,1 0 0,0 1 0,-1-1 0,3 5 0,1 6 0,0 0 0,-1 0 0,0 0 0,1 16 0,4 47-1365,-7-43-5461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3.134"/>
    </inkml:context>
    <inkml:brush xml:id="br0">
      <inkml:brushProperty name="width" value="0.05" units="cm"/>
      <inkml:brushProperty name="height" value="0.05" units="cm"/>
      <inkml:brushProperty name="color" value="#FFFFFF"/>
    </inkml:brush>
  </inkml:definitions>
  <inkml:trace contextRef="#ctx0" brushRef="#br0">20 195 24575,'5'-14'0,"0"-1"0,0 0 0,0 0 0,-2-1 0,0 1 0,-1-1 0,1-18 0,-3 33 0,0 1 0,0-1 0,0 1 0,1-1 0,-1 1 0,0 0 0,0-1 0,0 1 0,0-1 0,0 1 0,0-1 0,-1 1 0,1 0 0,0-1 0,0 1 0,0-1 0,0 1 0,0-1 0,-1 1 0,1 0 0,0-1 0,0 1 0,-1 0 0,1-1 0,0 1 0,-1 0 0,1-1 0,0 1 0,-1 0 0,-6 9 0,-6 24 0,6-5 0,0 0 0,2 0 0,2 0 0,0 0 0,2 1 0,4 52 0,-3-76 0,1 0 0,0-1 0,0 1 0,1-1 0,-1 1 0,1-1 0,0 0 0,0 1 0,0-1 0,1 0 0,-1 0 0,1-1 0,0 1 0,4 4 0,-4-6 0,0 0 0,0 0 0,-1-1 0,1 1 0,0 0 0,0-1 0,0 0 0,1 0 0,-1 0 0,0 0 0,0 0 0,1-1 0,-1 1 0,0-1 0,1 0 0,-1 0 0,0 0 0,1-1 0,-1 1 0,0-1 0,4-1 0,1-1 0,0 0 0,1 0 0,-2-1 0,1 0 0,0-1 0,-1 0 0,0 0 0,0 0 0,0-1 0,-1 0 0,0 0 0,0-1 0,-1 0 0,1 0 0,-1 0 0,-1-1 0,0 1 0,0-1 0,3-9 0,-3 8 0,-1 0 0,0 0 0,0 0 0,-1-1 0,0 1 0,-1-1 0,0 0 0,0 0 0,-1 1 0,0-1 0,-1 0 0,0 0 0,-1 1 0,0-1 0,0 1 0,-8-18 0,8 22 0,-1 1 0,0 0 0,0 0 0,0 0 0,-1 0 0,0 1 0,1-1 0,-1 1 0,0 0 0,-1 0 0,1 0 0,-6-2 0,8 4 0,0 0 0,0 0 0,0 0 0,0 0 0,-1 0 0,1 0 0,0 1 0,0-1 0,-1 1 0,1 0 0,0 0 0,0 0 0,-1 0 0,1 0 0,0 0 0,-1 0 0,1 1 0,0-1 0,0 1 0,0 0 0,-1 0 0,1 0 0,0 0 0,0 0 0,0 0 0,0 0 0,0 1 0,-2 2 0,3-4 0,1 1 0,-1-1 0,1 0 0,0 1 0,-1-1 0,1 1 0,0-1 0,-1 1 0,1-1 0,0 1 0,0-1 0,0 1 0,-1 0 0,1-1 0,0 1 0,0-1 0,0 1 0,0-1 0,0 1 0,0 0 0,0-1 0,0 1 0,0-1 0,0 1 0,0 0 0,1-1 0,-1 1 0,0-1 0,0 1 0,0-1 0,1 1 0,-1-1 0,0 1 0,1-1 0,-1 1 0,0-1 0,1 1 0,-1-1 0,1 0 0,-1 1 0,1-1 0,-1 0 0,1 1 0,-1-1 0,1 0 0,-1 1 0,1-1 0,-1 0 0,1 0 0,-1 0 0,1 0 0,1 1 0,2 0 0,1 0 0,-1 1 0,1-2 0,0 1 0,5 0 0,8-2 0,-1-1 0,0 0 0,30-9 0,-32 6 0,1 1 0,-1 1 0,1 1 0,0 0 0,18 1 0,-29 1 0,0 1 0,0 0 0,0 0 0,-1 0 0,1 1 0,0-1 0,-1 1 0,1 0 0,-1 0 0,0 1 0,0-1 0,1 1 0,-2 0 0,1 0 0,0 1 0,-1-1 0,1 1 0,-1-1 0,0 1 0,0 0 0,2 5 0,3 8 0,0 0 0,-2 0 0,0 1 0,-1-1 0,0 1 0,-2 0 0,3 37 0,-6-54 0,0 0 0,0-1 0,0 1 0,0 0 0,0-1 0,0 1 0,0 0 0,0-1 0,0 1 0,1 0 0,-1-1 0,0 1 0,0-1 0,1 1 0,-1-1 0,0 1 0,1 0 0,-1-1 0,1 1 0,0 0 0,-1-1 0,1 0 0,-1 0 0,0 0 0,1-1 0,-1 1 0,1 0 0,-1 0 0,0 0 0,1 0 0,-1-1 0,1 1 0,-1 0 0,0 0 0,1-1 0,-1 1 0,0 0 0,1-1 0,-1 1 0,0 0 0,0-1 0,1 1 0,-1-1 0,20-35 0,-14 23 0,15-23 0,2 1 0,1 1 0,1 1 0,3 1 0,38-36 0,-63 66 0,0-1 0,0 0 0,0 1 0,1 0 0,-1 0 0,1 0 0,-1 0 0,1 1 0,0-1 0,-1 1 0,1 0 0,6-1 0,-8 2 0,0 0 0,-1 0 0,1 0 0,0 1 0,0-1 0,-1 1 0,1-1 0,0 1 0,-1 0 0,1-1 0,-1 1 0,1 0 0,-1 0 0,1 0 0,-1 0 0,1 1 0,-1-1 0,0 0 0,0 0 0,0 1 0,0-1 0,0 1 0,0-1 0,0 1 0,0-1 0,0 1 0,-1 0 0,1-1 0,-1 1 0,1 2 0,8 27 81,-2 0-1,-1 0 0,2 45 0,-4-34-923,11 46 0,-9-64-5983</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3.352"/>
    </inkml:context>
    <inkml:brush xml:id="br0">
      <inkml:brushProperty name="width" value="0.05" units="cm"/>
      <inkml:brushProperty name="height" value="0.05" units="cm"/>
      <inkml:brushProperty name="color" value="#FFFFFF"/>
    </inkml:brush>
  </inkml:definitions>
  <inkml:trace contextRef="#ctx0" brushRef="#br0">7 1 24575,'3'3'0,"1"4"0,0 7 0,0 8 0,-5 5 0,-8 9 0,-3-3-8191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5.535"/>
    </inkml:context>
    <inkml:brush xml:id="br0">
      <inkml:brushProperty name="width" value="0.05" units="cm"/>
      <inkml:brushProperty name="height" value="0.05" units="cm"/>
      <inkml:brushProperty name="color" value="#FFFFFF"/>
    </inkml:brush>
  </inkml:definitions>
  <inkml:trace contextRef="#ctx0" brushRef="#br0">314 234 24575,'1'-9'0,"0"0"0,1 0 0,0-1 0,0 1 0,1 1 0,0-1 0,7-12 0,-4 8 0,-1 0 0,4-16 0,-8 25 0,0-1 0,0 1 0,-1-1 0,1 1 0,-1-1 0,0 1 0,-1 0 0,1-1 0,-1 1 0,0-1 0,-1-3 0,1 5 0,0 1 0,0 0 0,0 0 0,0 0 0,0 0 0,0 0 0,-1 0 0,1 0 0,-1 1 0,1-1 0,-1 0 0,0 1 0,1-1 0,-1 1 0,0 0 0,0-1 0,0 1 0,0 0 0,0 0 0,-1 0 0,1 1 0,0-1 0,0 0 0,-1 1 0,1 0 0,0-1 0,0 1 0,-1 0 0,1 0 0,0 0 0,-1 1 0,1-1 0,0 0 0,-5 2 0,-3 1 0,1 0 0,-1 0 0,0 1 0,1 0 0,0 1 0,-14 9 0,3 0 0,1 1 0,1 0 0,0 1 0,-28 35 0,39-44 0,1 1 0,1 0 0,0 0 0,0 0 0,0 1 0,1 0 0,1 0 0,-1 0 0,1 0 0,1 0 0,0 1 0,0-1 0,1 1 0,0 18 0,1-24 0,1 1 0,0 0 0,0 0 0,0-1 0,0 1 0,1-1 0,0 1 0,0-1 0,0 1 0,0-1 0,1 0 0,0 0 0,0 0 0,0-1 0,0 1 0,0-1 0,1 1 0,-1-1 0,1 0 0,8 4 0,3 1 0,1 0 0,1-1 0,-1-1 0,24 5 0,-5 0 0,-34-11 0,-1 0 0,1 0 0,0 0 0,-1 1 0,1-1 0,0 0 0,-1 0 0,1 1 0,0-1 0,-1 1 0,1-1 0,-1 0 0,1 1 0,0-1 0,-1 1 0,1-1 0,-1 1 0,0 0 0,1 0 0,-1 0 0,0-1 0,0 0 0,0 1 0,0-1 0,0 1 0,0-1 0,0 0 0,0 1 0,-1-1 0,1 1 0,0-1 0,0 0 0,0 1 0,-1-1 0,1 0 0,0 1 0,-1-1 0,1 0 0,0 1 0,-1-1 0,1 0 0,0 0 0,-1 0 0,1 1 0,-35 14 0,23-10 0,-19 8 0,6-3 0,-41 23 0,61-30 0,0 0 0,0 0 0,0 1 0,1-1 0,-1 1 0,1 1 0,0-1 0,0 0 0,0 1 0,1 0 0,-1 0 0,1 0 0,-3 8 0,5-11 0,0 0 0,1-1 0,-1 1 0,1 0 0,0 0 0,0-1 0,-1 1 0,1 0 0,0 0 0,0-1 0,0 1 0,1 0 0,-1 0 0,0-1 0,1 1 0,-1 0 0,1-1 0,0 1 0,-1 0 0,1-1 0,1 3 0,1-2 0,-1 1 0,0-1 0,0 0 0,1 0 0,-1-1 0,1 1 0,-1 0 0,1-1 0,0 1 0,0-1 0,4 1 0,8 2 0,-1-1 0,1 0 0,30 1 0,-41-4 0,39 2 0,-1-2 0,1-2 0,-1-2 0,1-2 0,-1-1 0,-1-3 0,0-1 0,0-2 0,50-23 0,-83 32 0,0 0 0,0 0 0,-1-1 0,0 0 0,0 0 0,0-1 0,0 0 0,-1 0 0,9-11 0,-13 13 0,1 0 0,-1 0 0,1-1 0,-1 1 0,-1-1 0,1 0 0,-1 1 0,1-1 0,-1 0 0,-1 0 0,1 0 0,-1 0 0,0 0 0,0 1 0,0-1 0,0 0 0,-1 0 0,-2-7 0,-1-1 0,0-1 0,-2 1 0,1 0 0,-2 0 0,-10-16 0,47 119 0,-15-50 0,12 30 0,-24-64 0,0 0 0,0-1 0,1 1 0,0-1 0,0 0 0,0 0 0,0 0 0,10 7 0,-12-11 0,-1 0 0,1 1 0,0-1 0,0 0 0,0-1 0,0 1 0,0 0 0,0 0 0,0-1 0,0 0 0,0 1 0,1-1 0,-1 0 0,0 0 0,0 0 0,0 0 0,0 0 0,3-1 0,-1 0 0,0-1 0,0 1 0,0-1 0,0 0 0,0 0 0,-1 0 0,1 0 0,5-6 0,3-3 0,-1-1 0,0-1 0,15-21 0,-26 33 0,90-140 0,-89 139 0,0 0 0,0 0 0,0 0 0,1 1 0,-1-1 0,1 0 0,-1 1 0,1-1 0,-1 1 0,1 0 0,0-1 0,0 1 0,0 0 0,0 0 0,0 0 0,0 1 0,4-2 0,-5 2 0,1 0 0,0 0 0,0 1 0,-1-1 0,1 0 0,0 1 0,0-1 0,-1 1 0,1 0 0,-1 0 0,1 0 0,-1 0 0,1 0 0,-1 0 0,1 0 0,-1 0 0,0 0 0,1 1 0,-1-1 0,0 0 0,0 1 0,1 1 0,11 15 0,-2-3 0,0-1 0,1 1 0,21 18 0,-27-29 0,-1 0 0,1 0 0,0 0 0,0-1 0,0 0 0,0 0 0,0-1 0,1 0 0,0 0 0,-1 0 0,1-1 0,0 0 0,9 1 0,-8-2 0,0 0 0,0-1 0,0 0 0,0 0 0,0-1 0,-1 0 0,1 0 0,-1-1 0,1 0 0,-1 0 0,0-1 0,0 1 0,0-2 0,0 1 0,-1-1 0,0 0 0,0 0 0,0-1 0,-1 0 0,8-10 0,-7 8 0,0-1 0,-1 0 0,0 1 0,-1-2 0,0 1 0,0 0 0,-1-1 0,0 0 0,-1 0 0,0 0 0,-1 0 0,0 0 0,0 0 0,-1 0 0,-2-20 0,2 27 0,-1 0 0,1 0 0,-1 0 0,0 0 0,0 0 0,0 1 0,0-1 0,-1 0 0,1 0 0,-1 1 0,0-1 0,0 1 0,1-1 0,-1 1 0,-1 0 0,1 0 0,0 0 0,-1 0 0,1 0 0,-1 0 0,-4-2 0,4 3 0,1 1 0,-1-1 0,1 0 0,-1 1 0,0 0 0,1 0 0,-1-1 0,0 2 0,1-1 0,-1 0 0,0 0 0,1 1 0,-1 0 0,1-1 0,-1 1 0,1 0 0,-1 0 0,1 0 0,0 1 0,-1-1 0,1 0 0,0 1 0,0 0 0,0-1 0,-2 4 0,-1-1 0,1 1 0,0 0 0,0 0 0,1 0 0,-1 1 0,1-1 0,0 1 0,1-1 0,-1 1 0,1 0 0,0 0 0,1 1 0,-1-1 0,1 0 0,1 0 0,-1 1 0,1-1 0,0 0 0,2 13 0,-1-13 0,0-1 0,0 1 0,1 0 0,0-1 0,0 1 0,0-1 0,1 0 0,-1 0 0,1 0 0,1 0 0,-1 0 0,1-1 0,-1 1 0,1-1 0,1 0 0,-1 0 0,1-1 0,-1 1 0,1-1 0,0 0 0,10 4 0,-3-2-341,1-1 0,1-1-1,20 3 1,1-2-6485</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5.843"/>
    </inkml:context>
    <inkml:brush xml:id="br0">
      <inkml:brushProperty name="width" value="0.05" units="cm"/>
      <inkml:brushProperty name="height" value="0.05" units="cm"/>
      <inkml:brushProperty name="color" value="#FFFFFF"/>
    </inkml:brush>
  </inkml:definitions>
  <inkml:trace contextRef="#ctx0" brushRef="#br0">0 143 24575,'3'-5'0,"-1"1"0,0 0 0,0-1 0,-1 1 0,1-1 0,-1 1 0,0-1 0,0 0 0,-1 0 0,1 0 0,-1 1 0,0-7 0,0-1 0,0 10 0,1-32 0,0 32 0,-1 0 0,0 1 0,0-1 0,-1 0 0,1 1 0,0-1 0,0 0 0,-1 1 0,1-1 0,-1 1 0,0-1 0,1 1 0,-1-1 0,0 1 0,0-1 0,-1-1 0,9 30 0,-3-18 0,1 0 0,1 0 0,0 0 0,0-1 0,10 11 0,-13-16 0,0 0 0,0-1 0,0 0 0,0 1 0,0-1 0,0 0 0,1 0 0,-1-1 0,1 1 0,-1-1 0,1 1 0,0-1 0,0-1 0,-1 1 0,1 0 0,0-1 0,6 0 0,30-4 0,-29 2 0,0 1 0,0 0 0,22 1 0,-29 1 0,1 0 0,-1 0 0,0 0 0,0 0 0,0 1 0,0-1 0,0 1 0,-1 0 0,1 0 0,0 1 0,-1-1 0,0 1 0,1-1 0,3 5 0,7 10 0,12 9 0,-24-24 0,-1-1 0,1 0 0,0 0 0,0 0 0,0 0 0,1-1 0,-1 1 0,0 0 0,0-1 0,0 1 0,1-1 0,-1 0 0,0 0 0,0 0 0,4 0 0,3-2-170,0 0-1,1-1 0,-1 0 1,0 0-1,0-1 0,0 0 1,11-8-1,10-6-6655</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6.003"/>
    </inkml:context>
    <inkml:brush xml:id="br0">
      <inkml:brushProperty name="width" value="0.05" units="cm"/>
      <inkml:brushProperty name="height" value="0.05" units="cm"/>
      <inkml:brushProperty name="color" value="#FFFFFF"/>
    </inkml:brush>
  </inkml:definitions>
  <inkml:trace contextRef="#ctx0" brushRef="#br0">32 0 24575,'-3'6'0,"-4"12"0,-1 11 0,1 14 0,1 12 0,6 9 0,2 3 0,4 2 0,4-4 0,0-4 0,2-6 0,2-9 0,-2-13-8191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6.128"/>
    </inkml:context>
    <inkml:brush xml:id="br0">
      <inkml:brushProperty name="width" value="0.05" units="cm"/>
      <inkml:brushProperty name="height" value="0.05" units="cm"/>
      <inkml:brushProperty name="color" value="#FFFFFF"/>
    </inkml:brush>
  </inkml:definitions>
  <inkml:trace contextRef="#ctx0" brushRef="#br0">48 263 24575,'-3'-9'0,"-4"-10"0,-1-7 0,-2-6 0,0-4 0,3-1 0,4 2 0,10 7 0,10 8 0,8 8 0,9 6 0,8 3 0,6 3 0,-4 1-8191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6.943"/>
    </inkml:context>
    <inkml:brush xml:id="br0">
      <inkml:brushProperty name="width" value="0.05" units="cm"/>
      <inkml:brushProperty name="height" value="0.05" units="cm"/>
      <inkml:brushProperty name="color" value="#FFFFFF"/>
    </inkml:brush>
  </inkml:definitions>
  <inkml:trace contextRef="#ctx0" brushRef="#br0">311 126 24575,'1'-5'0,"-1"0"0,1 0 0,0 0 0,1 0 0,1-5 0,-1 5 0,0 0 0,-1 0 0,0 0 0,2-10 0,-3 13 0,0 0 0,0-1 0,0 1 0,-1 0 0,1 0 0,0 0 0,-1-1 0,0 1 0,1 0 0,-1 0 0,0 0 0,0 0 0,0 0 0,0 0 0,0 1 0,-1-1 0,1 0 0,0 0 0,-1 1 0,0-1 0,1 1 0,-1-1 0,0 1 0,0 0 0,1 0 0,-1 0 0,0 0 0,0 0 0,0 0 0,-1 0 0,1 1 0,0-1 0,0 1 0,0-1 0,0 1 0,-1 0 0,1 0 0,-2 0 0,-4 0 0,-1 1 0,1-1 0,0 1 0,0 1 0,0 0 0,0 0 0,1 0 0,-1 1 0,-8 4 0,1 1 0,1 1 0,1 1 0,-1 0 0,1 1 0,1 0 0,0 1 0,1 0 0,-17 24 0,22-27 0,-1 0 0,1 1 0,1 0 0,0 1 0,1-1 0,0 1 0,0 0 0,1 0 0,0 0 0,1 0 0,0 0 0,1 1 0,1 18 0,1-23 0,0 0 0,0 0 0,1-1 0,0 1 0,0 0 0,1-1 0,0 0 0,0 0 0,1 0 0,-1 0 0,1 0 0,1 0 0,-1-1 0,1 0 0,0 0 0,0 0 0,0-1 0,1 0 0,-1 0 0,1 0 0,0 0 0,0-1 0,8 3 0,4 1 0,0 0 0,1-1 0,0-1 0,0-1 0,0-1 0,0-1 0,22 1 0,-35-3 0,1 1 0,0-1 0,-1 0 0,1-1 0,-1 0 0,1 0 0,0 0 0,-1-1 0,0 0 0,1 0 0,-1 0 0,0-1 0,6-3 0,-11 5 0,-1 1 0,1-1 0,0 1 0,-1-1 0,1 1 0,0-1 0,-1 1 0,1-1 0,-1 0 0,1 1 0,-1-1 0,1 0 0,-1 0 0,0 1 0,1-1 0,-1 0 0,0 0 0,0 1 0,1-1 0,-1 0 0,0 0 0,0 0 0,0 0 0,0 1 0,0-1 0,0 0 0,0-1 0,-1 1 0,0-1 0,0 0 0,1 1 0,-1-1 0,0 1 0,0 0 0,0-1 0,-1 1 0,1 0 0,0 0 0,0 0 0,-3-2 0,-2-1 0,-1 0 0,0 0 0,0 0 0,-13-4 0,13 6 0,-1 0 0,0 1 0,0-1 0,0 1 0,0 1 0,0-1 0,-11 2 0,17-1 0,1 0 0,-1 1 0,0-1 0,0 0 0,1 0 0,-1 1 0,0-1 0,0 1 0,1 0 0,-1 0 0,1-1 0,-1 1 0,1 0 0,-1 0 0,1 0 0,-1 0 0,1 1 0,0-1 0,0 0 0,-1 1 0,1-1 0,0 0 0,0 1 0,1-1 0,-1 1 0,0 0 0,0-1 0,1 1 0,-1 0 0,1-1 0,-1 1 0,1 0 0,0 0 0,0-1 0,0 1 0,0 0 0,0 0 0,0-1 0,0 3 0,2 1 0,-1 0 0,0-1 0,1 1 0,0-1 0,0 1 0,0-1 0,1 0 0,0 0 0,-1 0 0,1 0 0,1-1 0,-1 1 0,0-1 0,1 1 0,0-1 0,0 0 0,0-1 0,0 1 0,0-1 0,0 0 0,9 3 0,3 2 0,0-2 0,0 0 0,1-1 0,30 4 0,-33-6 0,0-1 0,0-1 0,0 0 0,1-1 0,-1 0 0,0-2 0,-1 1 0,15-5 0,-22 5 0,-1 0 0,1-1 0,0 1 0,-1-1 0,0 0 0,1-1 0,-1 1 0,0-1 0,-1 0 0,1 0 0,-1-1 0,0 1 0,0-1 0,0 0 0,-1 0 0,1 0 0,-1-1 0,0 1 0,-1-1 0,4-9 0,-1-9 0,-4 19 0,-1 1 0,1-1 0,0 0 0,1 1 0,-1-1 0,1 1 0,0-1 0,0 1 0,0 0 0,1 0 0,3-5 0,-6 8 0,1 1 0,0-1 0,-1 1 0,1 0 0,-1-1 0,1 1 0,0 0 0,-1-1 0,1 1 0,0 0 0,0 0 0,-1 0 0,1 0 0,0-1 0,0 1 0,-1 0 0,1 0 0,0 1 0,0-1 0,-1 0 0,1 0 0,0 0 0,-1 0 0,1 1 0,0-1 0,0 0 0,-1 0 0,1 1 0,0-1 0,-1 1 0,1-1 0,-1 1 0,1-1 0,-1 1 0,1-1 0,-1 1 0,1-1 0,-1 1 0,1-1 0,-1 1 0,0 0 0,1-1 0,-1 1 0,0 0 0,1 0 0,-1-1 0,0 2 0,13 35 0,-9-18 0,-1-4 0,0 0 0,2-1 0,-1 1 0,2-1 0,8 17 0,-12-28 0,-1 0 0,1 0 0,0-1 0,0 1 0,0-1 0,0 0 0,0 0 0,1 1 0,-1-1 0,1-1 0,-1 1 0,1 0 0,0-1 0,0 1 0,0-1 0,-1 0 0,1 0 0,0 0 0,1 0 0,-1 0 0,0-1 0,0 0 0,0 1 0,0-1 0,0 0 0,1-1 0,-1 1 0,0 0 0,0-1 0,0 0 0,5-1 0,4-3 0,1-1 0,-1 0 0,-1-1 0,1 0 0,-1 0 0,15-14 0,-15 12 0,0 0 0,1 1 0,0 0 0,24-11 0,-32 17 0,1 1 0,0 0 0,0-1 0,0 2 0,0-1 0,-1 1 0,1-1 0,0 1 0,0 0 0,0 1 0,0 0 0,0-1 0,0 1 0,0 1 0,-1-1 0,1 1 0,0 0 0,4 3 0,6 3 0,-2 1 0,1 1 0,18 18 0,-23-20 0,-1 0 0,1-1 0,0 0 0,0 0 0,1-1 0,0-1 0,0 1 0,0-1 0,15 4 0,-22-8-114,-1-1 1,1 0-1,0 0 0,0 0 0,0 0 1,-1 0-1,1 0 0,0-1 0,0 1 1,-1-1-1,6-1 0,7-6-6712</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7.086"/>
    </inkml:context>
    <inkml:brush xml:id="br0">
      <inkml:brushProperty name="width" value="0.05" units="cm"/>
      <inkml:brushProperty name="height" value="0.05" units="cm"/>
      <inkml:brushProperty name="color" value="#FFFFFF"/>
    </inkml:brush>
  </inkml:definitions>
  <inkml:trace contextRef="#ctx0" brushRef="#br0">0 49 24575,'0'-7'0,"3"-4"0,1-4 0,0 4 0,0 6 0,-2 8 0,2 10 0,1 5 0,2 6 0,1 5 0,1 1 0,-1 1 0,2-1 0,-1-3 0,1-6 0,-1-6-8191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7.258"/>
    </inkml:context>
    <inkml:brush xml:id="br0">
      <inkml:brushProperty name="width" value="0.05" units="cm"/>
      <inkml:brushProperty name="height" value="0.05" units="cm"/>
      <inkml:brushProperty name="color" value="#FFFFFF"/>
    </inkml:brush>
  </inkml:definitions>
  <inkml:trace contextRef="#ctx0" brushRef="#br0">53 65 24575,'-3'-6'0,"-4"-6"0,-4-3 0,-4 0 0,5 4 0,3 6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7.474"/>
    </inkml:context>
    <inkml:brush xml:id="br0">
      <inkml:brushProperty name="width" value="0.05" units="cm"/>
      <inkml:brushProperty name="height" value="0.05" units="cm"/>
      <inkml:brushProperty name="color" value="#FFFFFF"/>
    </inkml:brush>
  </inkml:definitions>
  <inkml:trace contextRef="#ctx0" brushRef="#br0">0 1 24575,'4'0'0,"0"3"0,3 4 0,0 7 0,0 5 0,-3 7 0,-1 7 0,2 6 0,0 7 0,-1 3 0,-1 5 0,-1-3 0,2 1 0,1-3 0,-1-6 0,-1-11-8191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7.659"/>
    </inkml:context>
    <inkml:brush xml:id="br0">
      <inkml:brushProperty name="width" value="0.05" units="cm"/>
      <inkml:brushProperty name="height" value="0.05" units="cm"/>
      <inkml:brushProperty name="color" value="#FFFFFF"/>
    </inkml:brush>
  </inkml:definitions>
  <inkml:trace contextRef="#ctx0" brushRef="#br0">1 192 24575,'3'-12'0,"1"-14"0,3-8 0,1-5 0,1 1 0,0 10 0,-2 13 0,1 16 0,-1 16 0,1 18 0,0 13 0,-2 10 0,2 7 0,-1 6 0,1 0 0,-1-3 0,-1-13-8191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8.271"/>
    </inkml:context>
    <inkml:brush xml:id="br0">
      <inkml:brushProperty name="width" value="0.05" units="cm"/>
      <inkml:brushProperty name="height" value="0.05" units="cm"/>
      <inkml:brushProperty name="color" value="#FFFFFF"/>
    </inkml:brush>
  </inkml:definitions>
  <inkml:trace contextRef="#ctx0" brushRef="#br0">35 115 24575,'-4'-2'0,"1"0"0,-1 0 0,0 1 0,0 0 0,-7-2 0,7 1 0,18 4 0,290 25 0,-247-26 0,1-3 0,-1-3 0,77-15 0,-132 19 0,17-3 0,0-1 0,26-10 0,-41 14 0,0-1 0,0 0 0,0 0 0,-1 0 0,1 0 0,-1 0 0,1-1 0,-1 0 0,0 1 0,0-1 0,0 0 0,0-1 0,0 1 0,-1 0 0,0-1 0,0 0 0,4-6 0,-6 8 0,0 0 0,0 1 0,0-1 0,0 1 0,0-1 0,0 1 0,0-1 0,0 1 0,-1-1 0,0-2 0,-3-1 0,-2 13 0,3 1 0,0-1 0,1 1 0,1 0 0,-1 0 0,1 0 0,1 0 0,0 0 0,0 0 0,2 12 0,1-1 0,1 0 0,0 0 0,9 21 0,-9-30 0,0 0 0,1-1 0,1 1 0,-1-1 0,14 17 0,-16-24 0,-1-1 0,1 1 0,0 0 0,-1-1 0,1 0 0,0 0 0,0 0 0,1 0 0,-1 0 0,4 1 0,-5-2 0,0-1 0,0 1 0,0-1 0,0 0 0,0 0 0,0 0 0,0 0 0,0 0 0,0 0 0,0 0 0,1-1 0,-1 1 0,0-1 0,0 1 0,0-1 0,-1 0 0,1 0 0,4-2 0,-2 0 0,-1 0 0,1 0 0,-1-1 0,0 1 0,0-1 0,0 0 0,0 0 0,0 0 0,-1 0 0,0-1 0,0 1 0,0 0 0,0-1 0,1-7 0,1-5 0,0-1 0,1-26 0,-4 15 0,-1 23 0,-1-1 0,2 1 0,-1-1 0,1 0 0,0 1 0,0 0 0,1-1 0,0 1 0,3-8 0,-5 13 0,1 0 0,-1 1 0,0-1 0,0 1 0,1-1 0,-1 1 0,1-1 0,-1 1 0,0-1 0,1 1 0,-1-1 0,1 1 0,-1 0 0,1-1 0,-1 1 0,1 0 0,-1-1 0,1 1 0,0 0 0,-1 0 0,1-1 0,-1 1 0,1 0 0,0 0 0,-1 0 0,1 0 0,0 0 0,-1 0 0,1 0 0,-1 0 0,1 0 0,0 0 0,-1 0 0,1 0 0,0 1 0,-1-1 0,1 0 0,-1 0 0,1 1 0,-1-1 0,1 0 0,-1 1 0,1-1 0,-1 1 0,1-1 0,-1 0 0,1 1 0,-1-1 0,0 1 0,1-1 0,0 2 0,19 30 0,-20-31 0,12 26 0,0 0 0,-2 1 0,-2 0 0,0 1 0,-2-1 0,3 38 0,-8-61 0,-1-1 0,0 0 0,-1 1 0,1-1 0,-1 0 0,0 0 0,0 0 0,-3 8 0,3-11 0,1 0 0,0-1 0,0 1 0,-1 0 0,1-1 0,-1 1 0,1-1 0,-1 1 0,1-1 0,-1 1 0,1-1 0,-1 1 0,1-1 0,-1 0 0,1 1 0,-1-1 0,0 0 0,1 1 0,-1-1 0,1 0 0,-1 0 0,0 0 0,0 1 0,-1-2 0,1 1 0,0 0 0,0-1 0,-1 1 0,1-1 0,0 1 0,0-1 0,0 1 0,0-1 0,0 0 0,0 0 0,0 0 0,0 0 0,0 1 0,0-1 0,0 0 0,-1-2 0,-4-6 0,1 0 0,0 0 0,0 0 0,1 0 0,0-1 0,1 0 0,0 0 0,0 0 0,1 0 0,-1-17 0,1 15 0,2 1 0,0-1 0,0 0 0,1 1 0,0-1 0,1 0 0,1 1 0,0 0 0,5-14 0,-6 21 14,0 0 1,0 0-1,0 0 0,1 0 0,0 1 1,0-1-1,0 1 0,0-1 0,0 1 0,1 0 1,0 0-1,-1 1 0,1-1 0,0 1 1,0 0-1,0 0 0,1 0 0,-1 0 0,0 1 1,1 0-1,-1 0 0,1 0 0,8 0 1,1 0-259,0 1 0,0 1 0,0 0 0,0 1 1,0 1-1,20 6 0,-5 0-6582</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8:52:58.505"/>
    </inkml:context>
    <inkml:brush xml:id="br0">
      <inkml:brushProperty name="width" value="0.05" units="cm"/>
      <inkml:brushProperty name="height" value="0.05" units="cm"/>
      <inkml:brushProperty name="color" value="#FFFFFF"/>
    </inkml:brush>
  </inkml:definitions>
  <inkml:trace contextRef="#ctx0" brushRef="#br0">25 98 24575,'-4'-9'0,"0"1"0,1 0 0,0-1 0,0 0 0,1 0 0,0 0 0,0-10 0,2 19 0,-1-1 0,1 1 0,0-1 0,0 0 0,0 1 0,0-1 0,0 1 0,0-1 0,0 1 0,0-1 0,0 1 0,0-1 0,0 0 0,1 1 0,-1-1 0,0 1 0,0-1 0,0 1 0,1-1 0,-1 1 0,0-1 0,1 1 0,-1-1 0,0 1 0,1 0 0,-1-1 0,1 1 0,-1-1 0,0 1 0,1 0 0,-1 0 0,1-1 0,-1 1 0,1 0 0,-1 0 0,1-1 0,0 1 0,-1 0 0,1 0 0,-1 0 0,1 0 0,-1 0 0,1 0 0,-1 0 0,1 0 0,0 0 0,-1 0 0,1 0 0,-1 0 0,1 0 0,-1 1 0,1-1 0,-1 0 0,1 0 0,-1 1 0,1-1 0,-1 0 0,1 0 0,-1 1 0,1 0 0,5 3 0,0 0 0,0 0 0,9 9 0,30 31 0,75 93 0,-95-103 0,-2 1 0,-1 0 0,32 73 0,-47-93 0,-2 0 0,0 1 0,-1 0 0,0 0 0,-1 0 0,1 30 0,-4-38 0,0 1 0,-1-1 0,0 0 0,0 1 0,-1-1 0,0 0 0,-1 0 0,0 0 0,0 0 0,0-1 0,-1 1 0,0-1 0,-1 0 0,0 0 0,-7 8 0,1-4-341,0 0 0,-1-1-1,-14 10 1,-41 22-6485</inkml:trace>
</inkml:ink>
</file>

<file path=ppt/ink/ink111.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6-02-05T08:55:41.801"/>
    </inkml:context>
    <inkml:brush xml:id="br0">
      <inkml:brushProperty name="width" value="0.05292" units="cm"/>
      <inkml:brushProperty name="height" value="0.05292" units="cm"/>
      <inkml:brushProperty name="color" value="#FFFF00"/>
    </inkml:brush>
  </inkml:definitions>
  <inkml:trace contextRef="#ctx0" brushRef="#br0">1997 5634 0,'0'13'63,"0"0"62,66 1-94,119 12 0,1-13-15,157 14 15,-184-14-15,92 0 0,-65-13-1,-94 13-15,80-13 16,317 27 15,-118-1 0,-146-26-15,-146 14 0,212-1-1,40 13 16,-40-26 1,-14 0-1,-184 0-15,92 0-1,-92 0 1,39 0-1,106 14 17,-198-14-32,92 0 31,-106 0-31,-12 0 16,91-14 15,-78 14-31,26 0 31,-27 0-15,-13 0-1,14 0 17,12 0-1,-12 0 0,-14 0 0,0 0 1,1 0 30,-1 0-31,0 0 1,-13-13 46,0 0-47</inkml:trace>
  <inkml:trace contextRef="#ctx0" brushRef="#br0" timeOffset="346.06">7208 5753 0,'0'13'63,"66"14"-32,-39-27-31,39 26 31,-27 14 1,-65 39-1,-27 27 0,27-93-31,-27 27 16</inkml:trace>
  <inkml:trace contextRef="#ctx0" brushRef="#br0" timeOffset="3513.38">7393 6044 0,'0'-13'47,"0"39"94,13-13-126,14 67 16,-27-41-15,13-25-16,-13 12 16,0 67-1,0 39 17,0 0-1,0-105-31,0 118 31,0-118-15,0 92-1,0-53 1,-13 145 15,13-184-15,-13 105-1,13-106 1,-14 93 0,1 14 15,13-94-15,0 41-1,0 65 16,0-132-15,0 67 0,0-41-1,0 14 1,0-13 0,0 79 15,0-79-16,0 105 17,0-132-17,0 120 17,0-107-32,0 53 31,0-52-31,13 105 31,-13-119-15,0 14-16,0 92 31,-13-13 0,0-40 0,13-40-15,0 14 0,0 13 15,0-40-15,0 13-1,0-12-15,0 25 31,13-12 1,-13-14-1,0-26-31</inkml:trace>
  <inkml:trace contextRef="#ctx0" brushRef="#br0" timeOffset="5513.48">7380 5991 0,'0'-13'47,"13"-14"-16,0 14 0,14 13 0,52-13 1,67 13-1,-80 0 0,-53 0 0,-13 26 1,13 133-1,0 53 0,-13-93-15,14 66 15,-14 13 0,-14-158-31,1 119 32,13-120-32,-13 133 31,13 40 0,0-173-31,0 41 16,0 79 15,0-120-31,-13 107 31,13-14 0,0 40 1,0 0-1,0-133-31,13 120 31,-13-93-15,0 80 15,0-1 0,0-132-31,0 67 32,-13 26-1,13-27 0,0 13 0,0-78-31,13 52 32,0-40-1,-13-13-31,0 1 31,0-1 0,-13-13 16,-13-27-16,-41 14 1,-38 13-1,78 0-31,-52-13 31,66 13-31,-40 0 31,26 0-15,14 0 31,0 13-16,0 0 0,26-13 1,-13-13-1</inkml:trace>
  <inkml:trace contextRef="#ctx0" brushRef="#br0" timeOffset="19520.66">7816 8702 0,'-13'0'63,"13"13"109,0 1-126,13-14-14,1 0-1,-1 0-15,40 0-1,-27 0 1,-13 0-16,54 0 15,-41 0 1,0 0-16,93 0 16,-79 0-1,106 26 1,-107-26 0,133 0-1,-132 13 1,172-13-1,-107 0 1,-52 0-16,53 0 16,13 0-1,-66 0-15,13 0 16,172 13 0,-185-13-16,185 14 31,-13-1 0,-172-13-15,145 0-1,-145 0 1,146 13 0,-160-13-1,14 0-15,79 0 16,-92 0-1,132 0 1,-79 0 0,-1 0-1,93-13 1,-132 13-16,159 0 31,-146 0-15,0 0-16,185 0 15,-171 0 1,198 0 0,52 0 15,-211 0-15,265 0 15,-318 0-16,172 0 1,53 13 15,-238-13-15,132 0 0,-145 0-16,-1 0 15,94 0 1,-54 0-1,66 0 1,-52 0 0,-40 0-16,92 13 15,-39-13 1,145 0 15,-198 0-31,-13 0 16,106 0-1,144 14 17,-237-14-17,146 13 1,-107 0 0,54-13-1,65 13 16,-39-13 1,-145 0-32,13 0 15,52 0 17,-92-13 186</inkml:trace>
  <inkml:trace contextRef="#ctx0" brushRef="#br0" timeOffset="20042.83">16612 8702 0,'0'13'32,"26"1"-1,-13-14-31,93 39 31,26 14 0,-105-40-15,-1 14 0,-13-27-1,-26 39 16,13-25-31,0-1 16,-26 27 0,12-27-16,-25 40 31,-27 0 0</inkml:trace>
  <inkml:trace contextRef="#ctx0" brushRef="#br0" timeOffset="22936.99">17207 9033 0,'0'-13'16,"0"26"46,0 40-31,13 92 1,0-66-17,0 27 1,-13-79-16,14 78 31,-14 54 0,-14-79-15,14 158 15,-13-186-31,0 160 32,0-159-32,-27 159 31,27-41 0,13 1 0,0-92-15,0-41-16,0 173 31,-13-14 0,-1 14 1,1-40-1,0-27 0,13-131-31,-13 38 16,-1 68 15,14-107-31,-13 93 31,0-80-31,0 106 32,-14-26-1,27-13 0,-13-41 0,13-38-31,0 39 32,0-40-17,13 13 16,27-12 1,0-14-1,26-27 0,26 27 0,27 0 1,67 27-1,-81-14 0,-78-13 0,-27-27 1,0-39-1,39-106 0,28-145 0,-28 52 1,-12-65-1,-27 12 0,-27 14 0,1 106 1,-1 13-1,-12 26 0,-1 14 0,27 118-31,0-39 16,-27-119 15,27 145-31,-14-132 32,14 133-32,0-120 31,0 40 0,-1 26 0,14 1 1,14 26-1,-14 13 0,0 26 0,-14 14 1,14 0-1,-13 0 0,13-1 0,0-12 1,-26-14-1,12 27 0,14 0-31,-26 13 31,-27-13 1,-40 13-1,54 0-16,26 0-15,-27 0 32,27 0-1,13 13 16,0 0-47</inkml:trace>
  <inkml:trace contextRef="#ctx0" brushRef="#br0" timeOffset="39279.37">7446 9337 0,'-13'0'157,"-27"0"-126,-13 0 0,-26 0 0,52 0-15,-65 0 0,65 0-1,-78 0 1,-54-13 31,-26-1-16,145 14-31,-185 0 31,-39 0 0,39 14 1,53-14-17,146 13 1,-67-13 15,-53 26 0,1-26 1,-27 14-1,132-14-31,-132 0 31,-119 0 0,93 0 1,-27 0-1,53 0 0,14 13 0,12-13 1,120 0-32,-27 0 15,-93 0 17,107 0-32,-28 0 15,-104 0 1,131 0-1,-26 0 1,-93 13 0,119-13-1,-79 13 1,93-13 0,13 0-16,-40 0 15,39 0 1,-12 0-16,-40 0 15,53 0 1,-27 13 0,-13-13-1,40 0-15,-53 14 32,53-14-17,-14 0 1,1 0 15,12 0-15,-12 0-1,13 0 1,0 0 0,-1 0-16,-25 0 31,25 0-16,-52 13 1,53-13 0,-40 0-1,40 0 1,0 0 15,-1 0-15,1 0 31,0 0-32,-13 0 1,-1 0 0,14 0 15</inkml:trace>
  <inkml:trace contextRef="#ctx0" brushRef="#br0" timeOffset="39761.99">2288 9337 0,'0'0'0,"-13"26"94,0-26-79,-54 53 1,41-40 0,-40 27-1,53-27 1,-1-13-16,1 14 16,0-14-1,13 13-15,13-13 31,0 13-15,27 0 0,-27 0-1,1-13-15,38 53 16,-38-26-16</inkml:trace>
  <inkml:trace contextRef="#ctx0" brushRef="#br0" timeOffset="71574.74">860 10950 0,'0'0'0,"-27"0"15,40 0 1,1 14 15,-1 12-15,40 93 0,-40-93-1,0 1-15,80 118 16,-80-118-1,146 12 1,-133-39 0,80-105-1,-80 78 1,14-145 0,-27 133-1,-13-107 1,-13 133-16,0 0 15</inkml:trace>
  <inkml:trace contextRef="#ctx0" brushRef="#br0" timeOffset="72027.2">913 10606 0,'0'0'16,"0"-13"-1,39 0 16,-26 53 1,-13-27-17,-26 40 1,13-40 0,0-13-16,-14 0 15,27-13-15,27-53 31,-14 52-15,26-25 0,1 78 15,-27-12-15,1-27-16</inkml:trace>
  <inkml:trace contextRef="#ctx0" brushRef="#br0" timeOffset="72343.91">1309 10580 0,'0'0'0,"14"0"16,-1 26 15,0-12-16,-13-1 1,-53 0 15,40-13-15,0-26 0,26 12 15,-13 1-16,26 0 1</inkml:trace>
  <inkml:trace contextRef="#ctx0" brushRef="#br0" timeOffset="72889.58">1349 10170 0,'0'0'16,"-172"-13"-1,106 26 1,-265 106 0,265-92-1,-159 184 1,225-132-1,-39 239 1,39-252 0,53 357-1,119-158 17,158-173-1,-264-105-16,265-146 1,-252 106 0,252-396-1,-212-14 17,-132 384-17,-172-146 1,118 185-1,-250-66 1,251 93 0,-106 26-1,146 1 1,-1 12-16</inkml:trace>
  <inkml:trace contextRef="#ctx0" brushRef="#br0" timeOffset="74186.89">2407 10382 0,'0'0'0,"27"-40"32,-1 119-1,-39 93 0,13-132-15,-40 13-16</inkml:trace>
  <inkml:trace contextRef="#ctx0" brushRef="#br0" timeOffset="74561.7">2447 10408 0,'0'0'0,"13"-106"16,-13 80-16,0 13 15,26 26 1,-12 13 0,105 120-1,-80-107 1,107 67 0,-120-93-1,27-26 1,-40 0-16,-13-13 15,-26-107 1,13 80-16,-40-158 31,53 198-15,-13 52 0,13-12-1,26 105 1,-13-106-16</inkml:trace>
  <inkml:trace contextRef="#ctx0" brushRef="#br0" timeOffset="74883.92">3042 10368 0,'13'-13'0,"-26"26"0,39-39 16,-26-27-1,0 80 16,0 25-15,0-25-16,0 26 16,80 39 15,-1-145 0,-52-105 0,-41 118-31,-52 0 32,53 54-32,-40 78 31,53-79-31</inkml:trace>
  <inkml:trace contextRef="#ctx0" brushRef="#br0" timeOffset="75207.19">3359 10329 0,'0'0'16,"0"-27"-16,0-12 15,-13 25 17,53 107-1,-1 0 0,-12-107 0,-27 1-31,66-132 32,13 105-1,-39 225 0</inkml:trace>
  <inkml:trace contextRef="#ctx0" brushRef="#br0" timeOffset="75909.99">2632 11003 0,'0'-39'31,"0"78"-31,13-26 31,-13 14-31,27 132 31,-27-107-15,0-25-16,0-14 31,-14-26-15,1 0-16,-27-106 15,1 26 1,26 40-16,-14-119 31,106 93 1,67 92-1,-106 80 0,-80-27 0,27-40 1,132-12-1,-66 12-16,13 14 1,-132 92 15,39-106-31,-92 27 32,79-66-32</inkml:trace>
  <inkml:trace contextRef="#ctx0" brushRef="#br0" timeOffset="76104.03">3042 10752 0,'13'0'16,"-26"0"-16,26 13 16,-26 53 15,53 133 0,-1-80-15</inkml:trace>
  <inkml:trace contextRef="#ctx0" brushRef="#br0" timeOffset="76457.32">3293 10858 0,'0'-13'16,"0"26"-16,-26 13 31,26-13-31,0 93 31,39-40-15,-12-26-1,105-80 17,-119 14-32,27-106 31,-40 105-31,-79-26 31,-54 93 0,120-27-31,0 14 16</inkml:trace>
  <inkml:trace contextRef="#ctx0" brushRef="#br0" timeOffset="76730.39">3849 10831 0,'0'0'0,"-14"-26"32,1 13-32,-40 13 31,0 92 0,93 27 0,132-79 1,-132-53-32,-14-1 0</inkml:trace>
  <inkml:trace contextRef="#ctx0" brushRef="#br0" timeOffset="77233.95">4047 10686 0,'0'0'0,"-13"-27"16,-14-12-16,14 12 15,-13-12 17,79 184-1,13 53 0,-53-158-31,0 13 31,0-146 1,1 27-17,39-13 17,-80 132-1,-26 26 0,93-79 0,79-26 1,-106 39-32,40 40 31,-53-40-31,0 40 31</inkml:trace>
  <inkml:trace contextRef="#ctx0" brushRef="#br0" timeOffset="77372.99">4404 10752 0,'0'-66'31,"0"53"-31,0 92 0,27-145 31,-14 92-31,13 107 31,-12-94-31</inkml:trace>
  <inkml:trace contextRef="#ctx0" brushRef="#br0" timeOffset="77534.75">4470 10435 0,'0'0'0,"0"-14"15,-13 94 17,0-14-17</inkml:trace>
  <inkml:trace contextRef="#ctx0" brushRef="#br0" timeOffset="78124.37">4576 10699 0,'0'0'0,"40"0"32,-27 0-32,40 26 31,-27 14-16,-26-27-15,14 40 16,-14 0 15,13-92 1,66-81-1,-66 120-16,1 53 17,39 14-1,52-94 0,-78 14-31,52-119 31,-79 92-15,-92 13 15,12 226 1,186-1-1,-13-79 0,-318-53 0,132-39-31</inkml:trace>
  <inkml:trace contextRef="#ctx0" brushRef="#br0" timeOffset="78535.32">3029 11559 0,'0'0'0,"-27"-14"31,27 28-31,53 52 31,26 92 1,-65-131-32,-1 52 15</inkml:trace>
  <inkml:trace contextRef="#ctx0" brushRef="#br0" timeOffset="78696.96">2963 11876 0,'0'-26'0,"0"52"0,13-79 32,132 0-17,-92 53 1,79-53-1</inkml:trace>
  <inkml:trace contextRef="#ctx0" brushRef="#br0" timeOffset="78846.84">2896 11625 0,'0'0'0,"-26"-93"31,52 67-31,133-40 15,26 52 17</inkml:trace>
  <inkml:trace contextRef="#ctx0" brushRef="#br0" timeOffset="79150.58">3531 11493 0,'0'-14'0,"0"28"0,-79-1 32,52 13-17,1 93 1,26-79 0,93 79-1,-67-106 1,14-13-16,-1 0 15,107-106 1,-146 67 0,-66-94-1,26 107 1,-172 52 0</inkml:trace>
  <inkml:trace contextRef="#ctx0" brushRef="#br0" timeOffset="81506.64">18833 10818 0,'0'0'0,"0"13"0,14-13 32,25-39-1,-25-80 0,-147 39 0,107 93-15,-93 93 0,66 79 15,106-52 0,106-186 0,-107-13-15,15-53 0,-41 52-1,-13 41-15,0 0 16,-13 39-1,0 13-15,14 67 16,-14-14 0,26 27-1,14-27 1</inkml:trace>
  <inkml:trace contextRef="#ctx0" brushRef="#br0" timeOffset="81811">19336 10805 0,'13'-27'0,"-26"54"0,53-93 16,-27 39-16,-13 14 15,0 0-15,-66 13 32,-66 66-1,105 13 0,159 27 0,-118 13 1,-173-79-1,119-40-31,14-13 15</inkml:trace>
  <inkml:trace contextRef="#ctx0" brushRef="#br0" timeOffset="82297.78">19495 10739 0,'26'0'0,"-52"0"0,65-14 15,-12 14 1,-40 27 31,13 26-16,0-40-31,0 0 16,26 14-1,27-27 16,-27-13-15,-12-14-16,12-26 16,-13 27-1,1-1 1,-14 54 0,-14-1-16,-12 146 31,-40 79 0,-27-224 0,53-80-15,-12-93 0,78-52 15</inkml:trace>
  <inkml:trace contextRef="#ctx0" brushRef="#br0" timeOffset="82667.74">19839 10686 0,'-27'0'31,"54"0"-31,-41 26 31,28-13-15,-14 120 15,0-107-31,-14-13 16,-12 14-1,39-93 16,14 39-15,-14 1-16,53-40 16,-26 52-1,-14 14-15,-13 14 16,-13 12-16,0 14 16,-13 13-1</inkml:trace>
  <inkml:trace contextRef="#ctx0" brushRef="#br0" timeOffset="82877.08">20235 10778 0,'0'0'16,"27"-79"0,-27 66-16,-66 0 31,52 26-16,-12 13-15,-27 54 16,40-27 0,53 52-1,-27-91-15</inkml:trace>
  <inkml:trace contextRef="#ctx0" brushRef="#br0" timeOffset="83013.33">20526 10792 0,'0'0'0,"14"0"16,-41 0 0,-13 26-1,14-26 1</inkml:trace>
  <inkml:trace contextRef="#ctx0" brushRef="#br0" timeOffset="97680.48">17074 12815 0,'0'0'0,"14"0"31,-28 0 141,-91 0-141,91 0-31,-12 0 16,-146 0 15,132 0-31,1 0 16,-160 0 15,160 0-31,-1 0 0,-13 0 16,-185 26 15,-53-12 0,13-1 0,-66 13 1,53 1-1,-26-14 0,-14-13 0,-52 0 1,303 0-32,-250 0 31,-173-13 0,411 13-31,-226-13 31,239 13-31,-239-14 32,-92 14-1,40 0 0,304 0-31,-278-13 31,0 13 1,53-13-1,238 13-31,-171-13 31,-81 13 0,54-14 1,0 1-1,-1 13 0,41-13 0,171 13-31,-52 0 32,25 0-1,28 0 0,-14 0 0,40 0-31,-67 0 32,-25 13-1,-28-13 0,1 13 0,79-13 1,40 0 30,-40 14-31,27-14 1</inkml:trace>
  <inkml:trace contextRef="#ctx0" brushRef="#br0" timeOffset="98058.44">7975 12669 0,'13'0'32,"-26"14"-1,-27 25 0,14-25-15,-40 25-1,39-25 1,-12 12 0,78 14 15,67 65 0,-93-78-15,14 26-16</inkml:trace>
  <inkml:trace contextRef="#ctx0" brushRef="#br0" timeOffset="100420.64">7076 13132 0,'0'0'0,"0"-26"15,0-1 17,0 41 30,0-1-46,13 40-1,-13 13 1,13 132 0,-13-145-1,27 357 16,-27-344-31,0 199 32,13 39-1,-13-66 0,0-198-31,0 158 31,26-13 1,-12-26-1,12-53 0,-26-93-31,26 13 31,-26-12 1,0 12-1,27-39 31,-1 0-46,-12-1-16,105-12 31,158 13 1,-52 26-1,-159-13-16,-26 0 17,-66-27-1,-1-39 0,14-132 0,-14-119 1,27 250-32,-13-171 31,0-79 0,0 66-15,-14 26 15,14 185-15,0-79 15,13 93-31,-13-54 16,13 54-1,-14-40 1,1 39-1,13 14-15,0-26 16,0 25-16,0-52 31,0 53-15,0-27 0,0 27-1,0-27 1,0 27 15,0 0-15,0 0 31,0-1-16,0 1 31,0 0-30,-13 0 14,0 13-46,-14 0 16,14 0 0,-119 26-1,79-13 1,-172 14 0,185-27-1,-118 26 16,144-26-31,1 0 16,0 0 31,0 0-31,0 14 15,-1-14-16</inkml:trace>
  <inkml:trace contextRef="#ctx0" brushRef="#br0" timeOffset="101231.47">7049 13331 0,'66'0'47,"199"-13"-16,-186 13-31,-13-14 16,172-12 15,-224 26-31,-14-13 16</inkml:trace>
  <inkml:trace contextRef="#ctx0" brushRef="#br0" timeOffset="101498.56">7102 13542 0,'0'27'32,"0"-54"-32,27 54 15,-14-27-15,106-13 16,0-1-1,172-25 17,-146 39-17</inkml:trace>
  <inkml:trace contextRef="#ctx0" brushRef="#br0" timeOffset="101718.59">7182 13714 0,'0'0'15,"-27"13"1,186-26 15,145-40 0,-251 53-31,0-13 16,26 13 0</inkml:trace>
  <inkml:trace contextRef="#ctx0" brushRef="#br0" timeOffset="101936.24">7287 13873 0,'-13'0'0,"26"0"0,-26 13 16,93-26 15,-1 0-15,291-40 15,-251 53-15</inkml:trace>
  <inkml:trace contextRef="#ctx0" brushRef="#br0" timeOffset="102145.01">7208 14032 0,'13'26'31,"-26"-52"-31,278 12 32,-186 1-32,212-26 31,-185 12-15</inkml:trace>
  <inkml:trace contextRef="#ctx0" brushRef="#br0" timeOffset="102375.19">7301 14124 0,'0'0'0,"0"13"16,0 1-16,79-14 31,252-53 0,-107 26 1</inkml:trace>
  <inkml:trace contextRef="#ctx0" brushRef="#br0" timeOffset="102552.42">7234 14270 0,'0'0'0,"0"26"32,27-26-32,158-26 31,172-14 0,-225 27-15</inkml:trace>
  <inkml:trace contextRef="#ctx0" brushRef="#br0" timeOffset="102745.08">7234 14415 0,'0'0'0,"93"13"31,-53-13-31,26-13 0,225-27 31,-159 14-15,-13 13-1</inkml:trace>
  <inkml:trace contextRef="#ctx0" brushRef="#br0" timeOffset="102942.94">7221 14508 0,'40'26'31,"-80"-52"-31,344 26 32,-224-14-32,-14 14 0,119-26 31,-79 26-16</inkml:trace>
  <inkml:trace contextRef="#ctx0" brushRef="#br0" timeOffset="103140.54">7234 14640 0,'0'0'0,"93"13"31,-40-26-31,185-27 32,53 1-1,-238 25-15</inkml:trace>
  <inkml:trace contextRef="#ctx0" brushRef="#br0" timeOffset="103348.75">7314 14719 0,'0'0'0,"13"40"32,0-40-32,225-40 31,133 1 0,-226 39-15</inkml:trace>
  <inkml:trace contextRef="#ctx0" brushRef="#br0" timeOffset="103560.79">7234 14904 0,'14'27'32,"-28"-54"-32,94 41 15,-40-14-15,211-53 32,66 13-1,-290 40-31,-14 0 0</inkml:trace>
  <inkml:trace contextRef="#ctx0" brushRef="#br0" timeOffset="103753.7">7248 15023 0,'0'14'15,"0"-28"-15,26 28 16,1-14-16,237-66 31,1 13 0,-226 53-31,-25 0 16</inkml:trace>
  <inkml:trace contextRef="#ctx0" brushRef="#br0" timeOffset="103935.02">7221 15169 0,'13'26'31,"27"-26"-31,-93-26 0,318 39 32,118-79-1,-277 53-31</inkml:trace>
  <inkml:trace contextRef="#ctx0" brushRef="#br0" timeOffset="104118.44">7208 15367 0,'119'-13'31,"-238"26"-31,569-92 32,-371 66-32,119-27 15</inkml:trace>
  <inkml:trace contextRef="#ctx0" brushRef="#br0" timeOffset="119656.11">7261 15526 0,'0'-13'47,"-13"13"-16,-27-13 0,-53 13 0,-26 13 1,27-13-17,-14 0 1,-344 13 15,1 0 0,12 0 1,345-13-32,-371-13 31,0 0 0,66 0 0,27 0 1,304 13-32,-14 0 15,-330-14 16,119 1 1,146 13-17,-54 0 17,94 0-17,-41 0 16,93 13 1,66-13-1,-26 0 125,-26 0-125,12 0 1,-26 0-1,40 0 0,-13 0 0,-1 0 1,27-13 15,27 13-47</inkml:trace>
  <inkml:trace contextRef="#ctx0" brushRef="#br0" timeOffset="119985.01">2275 15314 0,'0'-26'31,"0"52"-31,-53 1 62,-79 65-30,105-78-32,-39 78 31,132 1 0,-39-67-31,78 54 16</inkml:trace>
  <inkml:trace contextRef="#ctx0" brushRef="#br0" timeOffset="124786.28">8438 13529 0,'0'0'0,"13"-13"32,-13 26-1,0 14 0,0 78 0,0 67 1,0-145-32,0 39 15</inkml:trace>
  <inkml:trace contextRef="#ctx0" brushRef="#br0" timeOffset="125144.78">8623 13476 0,'0'-13'16,"27"26"15,-14 0-31,53 80 31,-13 39-15,-119 93 15,-67-132-15</inkml:trace>
  <inkml:trace contextRef="#ctx0" brushRef="#br0" timeOffset="127936.79">9218 13595 0,'0'0'0,"14"-13"16,12-13 0,-26-1 15,-66 54 0,39-14-15,-65 159-1,105-14 17,133-105-1,-107-53-16</inkml:trace>
  <inkml:trace contextRef="#ctx0" brushRef="#br0" timeOffset="128439.41">9562 13675 0,'0'-14'0,"0"28"0,-13-54 15,0-13 17,-40 53-1,26 26-15,-12 1-1,-1 79 1,40-80-16,13 53 31,0-52-15,1-14-16,39 0 15,-14-13 1,14-53 0,-40 27-1,1 0-15,-1-41 16,-13 28-1,0 78 17,0-12-17,0 65 1,13-65 0,27 13-1,-27-40 1,0 0-16,14-27 0</inkml:trace>
  <inkml:trace contextRef="#ctx0" brushRef="#br0" timeOffset="128832.01">9774 13622 0,'0'0'0,"-13"-119"16,-1 92 0,14 14-1,-13 26-15,13 14 16,0 78-1,27 14 1,-27-79 0,39 66-1,-26-93-15,1 0 16,12-13 0,-26-13-16,53-132 31,-40 105-16,14-119 1,-27 133 0,0-27-1,-13 53 1,13 13-16,-14 93 16,41 79 15,-14-158-16,27 52 1</inkml:trace>
  <inkml:trace contextRef="#ctx0" brushRef="#br0" timeOffset="129545.89">10184 13516 0,'0'0'0,"-27"-27"16,14-12-1,13 12 1,0 93 15,0-26-15,0 0-16,0 105 15,0-65 1,0 12 0,0-65-1,0-54 1,13 14 0,40-93-1,-13 53 1,26 40-1,-26 53 1,-40-14 0,-13 93-1,-14-92 1,-39 12 0,39-39-16,14-26 15</inkml:trace>
  <inkml:trace contextRef="#ctx0" brushRef="#br0" timeOffset="129990.47">10620 13767 0,'0'0'0,"0"-53"31,0 40-15,0 0-16,0-53 16,0 52-1,0 1-15,-26 0 16,-54 79 15,54-13-15,13 26-1,26-26 1,27-13 0,-14-27-1,53-13 1,-12-79 15,-67 66-15,0 26 15,0 0-15,-14 40-1</inkml:trace>
  <inkml:trace contextRef="#ctx0" brushRef="#br0" timeOffset="130236.76">10991 13675 0,'0'0'16,"-27"-40"-1,14 40-15,0 0 16,-67 66 15,67-53-31,13 14 16,13 105 15,80-119 0</inkml:trace>
  <inkml:trace contextRef="#ctx0" brushRef="#br0" timeOffset="130648.77">11136 13516 0,'-13'-13'0,"26"26"0,-39-13 32,12 13-32,14 0 15,-13 186 17,40-67-1,12-132 0,-39-13-31,14-1 16,52-118 15,-106 132 0,-26 40 0,66-27-31,53 0 32,53 80-1,-80-14-15</inkml:trace>
  <inkml:trace contextRef="#ctx0" brushRef="#br0" timeOffset="131050.07">11784 13701 0,'13'-119'31,"-26"238"-31,79-410 32,-66 251-32,13 1 15,-79-1 16,-53 225 1,106 133-1,26-252-31,27 145 31,-40-131-15</inkml:trace>
  <inkml:trace contextRef="#ctx0" brushRef="#br0" timeOffset="131332.94">11652 13807 0,'0'0'0,"26"-13"15,-12 13-15,12-14 0,-13 14 16,40 0 15,-40 0-31,27 14 31,-27-14-31,53 0 16,-39 0 0,-1 13-1,27 26 1,-40-12 15</inkml:trace>
  <inkml:trace contextRef="#ctx0" brushRef="#br0" timeOffset="131528.47">12049 13622 0,'-14'0'0,"28"0"0,-41 0 15,-12 119 17,25-66-32,-12 105 31,26-131-31</inkml:trace>
  <inkml:trace contextRef="#ctx0" brushRef="#br0" timeOffset="131861.68">12181 13582 0,'0'0'0,"-13"-26"31,39 12 0,14 80 1,-40 14-1,0-93 0,39-80 0,-25 80-31,52 0 16,-53 39 0,14 67-1</inkml:trace>
  <inkml:trace contextRef="#ctx0" brushRef="#br0" timeOffset="132900.32">8438 14614 0,'0'0'0,"0"-14"15,0 1-15,13-53 16,27 39 0,-27 27-1,80 27 1,-120 145 15,14-146-15,-66 67-1,65-80 1,-12-26 0,26 0-1,13-67 1,0 67-1,54-40 1,-41 66 0,14 80-1,-27-67 1,0 1-16,0 13 16</inkml:trace>
  <inkml:trace contextRef="#ctx0" brushRef="#br0" timeOffset="133106.87">8729 14468 0,'0'0'16,"0"-26"-16,13 12 0,27 41 16,-27-1-1,53 159 1,-53-118-1,-26 118 1,0-146 0,-13-12-16,-1-14 0</inkml:trace>
  <inkml:trace contextRef="#ctx0" brushRef="#br0" timeOffset="133452.15">9311 14640 0,'0'0'16,"13"0"-1,-13 53 17,0-27-17,0 120 1,0-120-1,0 14-15,0 13 16</inkml:trace>
  <inkml:trace contextRef="#ctx0" brushRef="#br0" timeOffset="133710.13">9271 14614 0,'0'0'0,"0"-40"16,-26-79-1,105 39 17,-52 80-17,131 80 17,-144-54-32,-14 1 15,-53 65 1,26-65-1,-65 12 1</inkml:trace>
  <inkml:trace contextRef="#ctx0" brushRef="#br0" timeOffset="134064.98">9562 14719 0,'13'0'32,"-13"-13"-17,53 26 1,-26 1-16,26 65 31,-27-39-15,-26 26-1,-13-66 1,-27-14 0,27-25-1,0 26-15,52-120 32,67 54-1,-79 79-31,-1 0 15</inkml:trace>
  <inkml:trace contextRef="#ctx0" brushRef="#br0" timeOffset="134424.65">10012 14719 0,'0'0'0,"0"-13"31,-13 13-31,13-13 16,-14 13 0,-38 79 15,52-66-15,0 54-1,13-54 1,79 0-1,-65-13-15,-1-13 16,40-106 15,-79 106-31,0-14 16,-14 14-16,1-14 16,0 14-16,-54 13 15,54 0 1</inkml:trace>
  <inkml:trace contextRef="#ctx0" brushRef="#br0" timeOffset="135005.32">10263 14706 0,'0'-13'16,"-13"0"-16,26 39 0,-26-66 15,0 27-15,26 13 32,0 0-17,-13 13-15,40 54 16,-14 52 15,-26-106 0,-13-26-15,13-14-16,0 14 16,0-14-16,0 14 15,0-13-15,0 13 0,13-14 16,1 14-16,-1 0 0,40 13 31,-27 13-15,-26 0-16,27 53 31,-27-53 0,39-52 1,-26 26-32,1-14 15,25 1 1,-25 26-16,-1 0 15,13 79 17,-26-66-32,0 14 15,0 12 1,0-25-16</inkml:trace>
  <inkml:trace contextRef="#ctx0" brushRef="#br0" timeOffset="135204.1">10766 14693 0,'0'0'0,"13"-13"31,-13 26-31,0 0 16,26 106 15,-26-92-31,0-1 15,14 0-15</inkml:trace>
  <inkml:trace contextRef="#ctx0" brushRef="#br0" timeOffset="135352.82">10898 14521 0,'0'0'0,"-13"-27"15,-27 41 1,0 39 0</inkml:trace>
  <inkml:trace contextRef="#ctx0" brushRef="#br0" timeOffset="135720.74">11123 14772 0,'-13'-53'31,"26"106"-31,-93-132 31,14 79 0,40 66 1,39-53-32,53 67 31,40 52 0,-159-93 0,-79-105 1</inkml:trace>
  <inkml:trace contextRef="#ctx0" brushRef="#br0" timeOffset="136159.53">11229 14799 0,'13'13'31,"0"0"1,14-13-1,-1 0-16,40-53 17,-66-13-1,-26 53-31,-54-14 31,54 27-31,-14 67 31,40-41-31,40 80 32,0-53-17,-1-27-15,67-26 16</inkml:trace>
  <inkml:trace contextRef="#ctx0" brushRef="#br0" timeOffset="166492.37">25393 5158 0,'0'0'0,"14"-27"31,-14 14 0,26 0 16,-26 26-16,0 40-15,-13-40-1,0 80 1,13-53 0,-14 118-1,14-105 1,-13 212 15,13-199-31,40 172 16,26 26 15,-40-211-15,120 106-1,-93-119 1,0-14-16,119 40 16,-67-39-1,-52-14 1,212-53-1,-212 27 1,145-106 0,-158 79-1,0 1-15,52-133 16,-92 119 0,13-93-1,1 80 1,-14 0-16,26-146 15,-13 54 1,14 92-16,52-291 31,-66 317-15,0-39 0,-26 39-1,13 27-15,-39-1 16,25 14-1,-25 14 1,12-1 15,14-13-15,13 13-16,-13-13 16,13 13 15,-13 1 0,-27 25 0,13-39-15,-171 40 15,-80-27 0,-39 0 1,251-13-32,-186 14 31,54-14 0,172 0-31,12 0 16,-12 0-1,13 0 17,13 13-1,13-13-15,0 0-1,0 26 16,-13-12-15</inkml:trace>
  <inkml:trace contextRef="#ctx0" brushRef="#br0" timeOffset="167186.32">25777 6282 0,'-13'0'16,"13"13"31,39 27-16,-25-27-31,-1 14 15,66 12 1,1-12 0,-41-27-16,186-53 31,-106-106 0,-132 53-15</inkml:trace>
  <inkml:trace contextRef="#ctx0" brushRef="#br0" timeOffset="167635.06">25856 5674 0,'0'0'0,"-26"-27"31,52 27 0,-12 40 0,-28-40-31,-65 40 32,13-40-1,79-14-16,27-39 1,-14 40-16,1 0 16,65 39 15,-79 1-31</inkml:trace>
  <inkml:trace contextRef="#ctx0" brushRef="#br0" timeOffset="167987.05">26266 5740 0,'14'0'0,"-28"0"0,54 0 31,-14 26 0,-12-13-31,-14 1 16,-80 25 15,1-65 1,132-40-1,-40 66-31,66-13 31,-65 26-31</inkml:trace>
  <inkml:trace contextRef="#ctx0" brushRef="#br0" timeOffset="169544.16">25460 5211 0,'0'0'0,"0"-13"32,13 13 30,-13-14-31,0-12 1,13-27-1,0 13 0,80-26 0,-67 53-31,80-27 32,40 27-1,-14 53 0,-119-27-31,66 13 31,-39 1 1,-40-40 14,0-27-14,0 27-32,0-67 31,-13-12 0,13 79-31,39-40 31,41 13-15,-54 40 0,14 0-1,53 40 1,-80-40-16,106 79 31,-66 14 0,-40-67-15,-13 53 0,-13-52-1,-1 26 1,1-27 0,0 1-1,0-14 1,13 0-1,0-26 17,26-14-1,-13 14-15,54-13-1,-41 26 1,67-27-1,-80 27 1,66 0 0,-66 0-1,40 27 1,-39-27 0,25 26-1,-26-26 1,14 27-1,-27-1 17,-27-13-1,14-13-15</inkml:trace>
  <inkml:trace contextRef="#ctx0" brushRef="#br0" timeOffset="173390.72">28356 5251 0,'0'0'0,"0"-40"16,13 0 15,0 40-15,1 0-1,-14 13 1,13 67-1,-13-54 1,13 93 0,0 40 15,-13-119-15,0-14-16,0 93 15,0-79-15,-26 92 31,26-106-15,0 1-16,0 52 16,-13-52-1,13-1-15,-14 67 16,14-67 0,0 80-1,14-40 1,25 27 15,-39-80-15,14 0-16,25 27 15,-26-27 1,40 13 0,13-12-1,53-1 16,-92-13-15,-14 0-16,40 0 16,-40 0-1,27 0 1,-14-13 0,27-1-1,-26 1 1,12 0-1,-25 0 1,25-14 0,27-26 15,-52 40-31,39-53 31,26-13 0,-66 52-31,0 1 16,67-93 15,-67 92-15,40-39 0,-40 27-1,27-14 1,-27 26-16,0 14 15,40-66 1,-53 52 0,27-39-1,-1 0 17,1 0-1,-27 53-16,13-1-15,26-39 32,-39 27-17,14 13-15,-14 0 16,13-27 0,-13 27-16,13-27 31,0-13 0,-13 40-31,14-27 31,-14 1 1,0 25-17,-14-12 1,1 13 15,0 13-15,0-14-1,-1 14 1,1-13-16,-40 0 31,-13-14 0,-53 14 1,40 0-1,52 13-15,-26-13-1,40 13-15,-13 0 16,-80 0 15,-13 0 0,92 0-15,14 0-16,-66 0 16,-14 0 15,80 0-31,0 0 15,-27 13 1,14-13-16,-54 26 31,1-12 1,66-14-32,0 13 15,-14-13 1,14 13-16,-14 0 31,14 1-15,0-14-16,0 13 15,0 0 1,13 0 0</inkml:trace>
  <inkml:trace contextRef="#ctx0" brushRef="#br0" timeOffset="173879.93">28554 5555 0,'14'-14'63,"38"-25"-32,41-14 0,-27 40 0,-26 52-15</inkml:trace>
  <inkml:trace contextRef="#ctx0" brushRef="#br0" timeOffset="174469.8">29070 5502 0,'0'0'31,"40"-13"0,-27-1-31,66 1 32,54 0-1,-94 66 0,-25-27-15</inkml:trace>
  <inkml:trace contextRef="#ctx0" brushRef="#br0" timeOffset="175079.1">28713 5700 0,'-13'0'15,"39"-13"17,27 0-1,-40 39 0,-66 27 0,27-53 1,26-53-1,0 40-31,26-14 31,-12 67 0,-14-27-31</inkml:trace>
  <inkml:trace contextRef="#ctx0" brushRef="#br0" timeOffset="175463.93">29123 5766 0,'-13'0'32,"39"0"-1,-13 27 0,-52-27 0,12 0-15,14-53 15,66 13 0,-40 40-31,0 53 16</inkml:trace>
  <inkml:trace contextRef="#ctx0" brushRef="#br0" timeOffset="176108.54">28501 6110 0,'0'13'47,"40"27"-16,26 13 0,40-27 0,-93-26-31,53-39 16,-52 25 0,12-38-1,-13 38 1,-13-12 0,0 13-1,0 26 32,0 0-31</inkml:trace>
  <inkml:trace contextRef="#ctx0" brushRef="#br0" timeOffset="177018.58">28515 5198 0,'-14'-27'16,"14"14"-1,0 0-15,0-53 16,27-93 15,-14 119-15,27-26-1,92-26 1,-92 92-16,330 26 31,106 172 1,-396-132-17,197 212 1,-211-198-1,-13 12-15,93 173 16,-107-173 0,1-12-16,53 131 15,-67-158 1,-39 106 0</inkml:trace>
  <inkml:trace contextRef="#ctx0" brushRef="#br0" timeOffset="177392.95">29030 5145 0,'0'0'0,"-26"-80"16,26 54-16,13-1 15,53-39 1,-39 53-16,251 40 31,-199-14-15,-13 26-16,27 14 15,277 318 1,-317-279 0,66 279-1,-119-292 1,-40 106 0</inkml:trace>
  <inkml:trace contextRef="#ctx0" brushRef="#br0" timeOffset="177685.97">29348 5092 0,'0'0'0,"-13"-40"15,39-52 1,1 92-1,25 13-15,226 132 16,-198-65 0,237 316-1,-251-277 1,93 357 0,-146-370-1,-39 172 1,-1-252-16</inkml:trace>
  <inkml:trace contextRef="#ctx0" brushRef="#br0" timeOffset="177887.15">30022 5541 0,'0'0'0,"40"-13"16,-13 13-16,197 384 31,-184-265-15,-14-13-16,54 224 15,-54-250-15,-12-14 16,-1 39 0</inkml:trace>
  <inkml:trace contextRef="#ctx0" brushRef="#br0" timeOffset="178842.26">24997 3822 0,'0'0'0,"-40"-26"15,-53-67 16,107 80-15,91 13 0,107 0 15,-186 0-15,41 0-1,-67-13-15,-14 66 47,-12 198-16,13 80 1,-1-146-1,14-172-31,-39-66 31,-54-132 0,67 145-15,-67 1 0,53 78-1,-12 54 1,38-54-16,28 94 31,12-120-31,0 0 0</inkml:trace>
  <inkml:trace contextRef="#ctx0" brushRef="#br0" timeOffset="179190.65">25460 4219 0,'-40'13'32,"13"40"-1,27-26-31,14-1 16,12 67-1,40-27 16,-53-66-31,14-14 16,-1-38 0,-12 12-16,-54-132 31,-53 119 0,80 106 0</inkml:trace>
  <inkml:trace contextRef="#ctx0" brushRef="#br0" timeOffset="179573.29">25803 3981 0,'-13'-26'0,"26"52"0,-52-79 16,12-13-1,27 106 17,13-1-32,27 160 31,-27-146-31,-26 132 31,-13-172 0,26-40-15,26-78 0,14 52-1,119 13 17,-93 186-1,-53-41-16</inkml:trace>
  <inkml:trace contextRef="#ctx0" brushRef="#br0" timeOffset="179908.84">26147 4113 0,'13'-26'16,"-26"52"-16,26-65 0,1 78 31,12 67 0,-26-80-31,13-12 16,27 39 15,-40-67-31,40-65 31,-27 39-31,80-52 32,12 158-1,-91 13-15,-14-26-16,-14 66 15</inkml:trace>
  <inkml:trace contextRef="#ctx0" brushRef="#br0" timeOffset="180710.45">28660 4047 0,'0'0'0,"53"-106"31,-53 80-31,-13-80 31,79 27 1,172 65-1,-26 41 0,-186 52 0,-79 106 1,53 40-1,27-40 0,-14-145 0,-79-159 1,52 93-32,-91-93 31,-41 119 0,80 171 0,145-78-15</inkml:trace>
  <inkml:trace contextRef="#ctx0" brushRef="#br0" timeOffset="181534.53">29414 4179 0,'13'-53'31,"-26"106"-31,26-119 0,-13 40 31,-13 65-15,13-12 0,0 79-1,0-80 1,40 67-1,-40-80 1,66-40 15,0-105-15,-53 106 0,0-54 15,-13 147 0,0-41-31,27 119 16,-27-118-1,79 26 1,27-159 15,-93 66-15,0-158-1,-13 145 1,-39-106 0,26 146-1,-27 53 1,40-14 0,0 212-1,79-39 16,-66-173-15,67 1 0,-54-41-1,27-91 1,-40 65 0,1-79-1,-14 106 1,0 13-1,13 119 17,27 13-1,-40-119-15,26-13-16</inkml:trace>
  <inkml:trace contextRef="#ctx0" brushRef="#br0" timeOffset="181684.47">30141 4021 0,'0'0'0,"-13"-27"16,0 1-16,-13 13 16,-1 13-1,27 13 1,0 26-16</inkml:trace>
  <inkml:trace contextRef="#ctx0" brushRef="#br0" timeOffset="182107.01">30234 4232 0,'-26'13'16,"39"-13"15,-13 14-15,13-14-16,40 39 15,92-39 17,-131 0-17,12-66 1,-26 53-1,-13-66 1,-14 39 0,-131 93 15,144 158 0,160-12 0,-106-186-31,92-26 32,-106-53-17</inkml:trace>
  <inkml:trace contextRef="#ctx0" brushRef="#br0" timeOffset="183484.62">25883 6785 0,'0'0'0,"26"-27"16,-26 14-16,-26 39 31,-93 54 0,92-54-15,-39 106-1,53-92 1,26 92 0,0-105-1,1-1-15,65 14 16,-53-40-16,173-13 31,-146 13-15,172 13-1,-173-13 1,120 40 0,-132-40-1,26 0 1,-53-14-1,-13 1-15,0-79 32,0 65-17,-13-92 1,-40-26 15,40 118-15,-66-39-1,52 66 1,14-13-16,0 26 16,13 0-1</inkml:trace>
  <inkml:trace contextRef="#ctx0" brushRef="#br0" timeOffset="184579.74">28819 6718 0,'0'0'16,"-13"-13"0,-1 40 30,1-14-30,0 13-16,-40 80 16,13-27-1,-26 67 1,53-120 0,0 27-1,13-39 1,13-14-1,0 0 1,0-14-16,40 14 16,-26 0-16,-14 14 15,80 25 1,-67-26 0,14 1-16,132 12 15,-119-26 1,145 0-1,-172-13 1,67 13 0,-80-13-1,-13-14 32,0 14-31,0-53-1,0-13 1,-13 52 0,-13-92-1,-27-53 17,13 119-17,27 40-15,-172-13 31,105 39-15</inkml:trace>
  <inkml:trace contextRef="#ctx0" brushRef="#br0" timeOffset="199110.68">26094 7724 0,'0'-14'16,"27"1"15,-14-13 0,0 12 0,-13 28-15,0-1-16,0 66 16,0 146 15,0-185-16,0 13-15,0 66 16,13-53 0,-13 0-1</inkml:trace>
  <inkml:trace contextRef="#ctx0" brushRef="#br0" timeOffset="199351.33">26002 8319 0,'0'0'0,"26"13"47,40 27-16,-52-40-15,12 0 0</inkml:trace>
  <inkml:trace contextRef="#ctx0" brushRef="#br0" timeOffset="200018.34">26451 8213 0,'-13'-13'15,"0"13"1,-13 13 15,-54 66 0,54-52-31,-1-1 16,-12 27 0,25-40-16,1 0 15</inkml:trace>
  <inkml:trace contextRef="#ctx0" brushRef="#br0" timeOffset="200829.02">25671 8900 0,'-13'0'31,"26"-13"-31,-13 40 31,13 65 0,-13-52-15,0-27-16,0 53 31,0-92 0,0 13-31,0-106 32,27-80-1,65 160 0,27 78 0,-105-26-31,-1 1 16,-53 78 15,14-79-31,-1 1 16,1-1-16,-40 13 31,145-52 0,80 39 1,-146 0-32,13 1 15,-52 78 17,0-79-32,-120 27 31,106-40-31,14 0 15,-27-53 1</inkml:trace>
  <inkml:trace contextRef="#ctx0" brushRef="#br0" timeOffset="201299.67">26187 8834 0,'0'14'32,"26"38"-1,-26-38-31,40 52 31,-40 26 0,0-78-31,-13-28 32,0-91-1,13 78-31,26-118 31,80 65 0,-27 133 1,-105 40-1,13-80-31,-93 27 31,40-40-15</inkml:trace>
  <inkml:trace contextRef="#ctx0" brushRef="#br0" timeOffset="201704.19">26729 8795 0,'0'-14'32,"0"28"-32,-53-1 31,40-13-31,-13 26 16,-27 80 15,53-93-31,53 80 31,-14-80-31,120 14 31,-66-120 1,-93 67-32,-40-93 15,0 105 1,-26-12-1,-26 13 1</inkml:trace>
  <inkml:trace contextRef="#ctx0" brushRef="#br0" timeOffset="202468.45">25274 9535 0,'0'0'15,"-53"0"17,106-13-1,185-13 0,-185 26-31</inkml:trace>
  <inkml:trace contextRef="#ctx0" brushRef="#br0" timeOffset="202920.03">25208 9535 0,'0'0'0,"13"0"31,54 40 0,-41 79 1,-13 26-1,-13-131-16,0-28 17,0 1-32,13-66 31,1 66-31,39-27 31,39 93 0,-79-27-31,14 1 0,-14-1 16,-13 93 15,-119-53-15,93-66 0,-107-66 15</inkml:trace>
  <inkml:trace contextRef="#ctx0" brushRef="#br0" timeOffset="203433.61">25803 9641 0,'0'0'0,"-13"-13"31,13 26-31,13 66 32,1 80-1,-1-66 0,-13-80-31,-27-26 31,14-14-31,-27-145 16,27-39 15,93 118 16,-54 93-47,80 40 31,-93-27-31,14 80 32,-41-67-32,-131 53 31,92-65-31</inkml:trace>
  <inkml:trace contextRef="#ctx0" brushRef="#br0" timeOffset="204084.71">26240 9601 0,'-13'14'31,"13"-1"-15,26 106 15,-13 26 0,-13-118-31,0 12 32,-13-91-1,13 38-31,0-144 16,13 118-1,67-145 1,25 172 15,-91 39-15,25 80-1,-25 13 17,-14-106-17,-14 14 1,1-27-1,13-67 1,0 41 0,0 0-16,27-67 15,-14 66 1,0 14-16,80 26 16,-80 14-1,53 105 1,-53-105-1,-52 92 1</inkml:trace>
  <inkml:trace contextRef="#ctx0" brushRef="#br0" timeOffset="205146.72">25499 10659 0,'0'0'0,"13"0"0,14-26 32,-27 13-32,-27-1 31,-65 107 0,92-80-15,0 67-1,13-54-15,0-13 16,120 14 0,-54-27-1,40-53 16,-119 26-31,-132-118 32,-53 13-1,171 66 0,147 52 0,-67 28-15,-13 25 0,-40-26-16,-66 120 31,13-67-15</inkml:trace>
  <inkml:trace contextRef="#ctx0" brushRef="#br0" timeOffset="205596.35">26002 10554 0,'0'0'0,"-13"0"31,-14 39 0,14 107 0,13-120-31,0 1 16,13 12 0,-13-52 15,27-106 0,-14 79-31,40-105 31,13 66 1,-53 79-32,40 92 31,0 106 0,-40-131-15</inkml:trace>
  <inkml:trace contextRef="#ctx0" brushRef="#br0" timeOffset="206346.46">26041 10633 0,'14'-40'32,"-28"80"-32,147-93 31,-94 53-31,80-13 31,-52 0 0,-54 13-31,-13-14 16,0 41 15,13-979 1,-13 2062-1,0-1096-31,0 12 31,0-79 0,13-92 1,40-1-1,-40 133-31,67 13 31,-67 27-31,40 78 31,-53-12-15,-40-67 31,40-79-16,0 40-31,80-106 31,12 66 1,-65 146-1,-27 66 0,-14-120-31,-25 14 16</inkml:trace>
  <inkml:trace contextRef="#ctx0" brushRef="#br0" timeOffset="208048.76">29229 7750 0,'0'0'0,"0"-13"16,0-14 15,0 67 16,40 238-16,12-40 0,-52-146-15</inkml:trace>
  <inkml:trace contextRef="#ctx0" brushRef="#br0" timeOffset="208357.81">29017 8266 0,'0'13'0,"0"-26"0,13 79 31,1-53-31,12 0 15,-13 14-15,146 39 32,-27-66-1,-118 0-31,38-79 31,-12-14 0,-40 172 1,-13-13-32</inkml:trace>
  <inkml:trace contextRef="#ctx0" brushRef="#br0" timeOffset="209032.88">29044 8900 0,'0'0'15,"0"-13"-15,13-13 31,-13 39-31,0 66 16,0-52 0,40 145-1,-14-66 17</inkml:trace>
  <inkml:trace contextRef="#ctx0" brushRef="#br0" timeOffset="209187.64">28925 9231 0,'-27'-26'15,"54"52"-15,-67-52 0,27 12 16,26 1 0,13 13-1,173-13 1,-160 13-1</inkml:trace>
  <inkml:trace contextRef="#ctx0" brushRef="#br0" timeOffset="209385.09">28938 8940 0,'0'0'0,"-13"-26"0,-1-120 16,41 120-1,26-14 1,79 27 0,-92 26-1,-14 14-15</inkml:trace>
  <inkml:trace contextRef="#ctx0" brushRef="#br0" timeOffset="209579.52">29467 8848 0,'0'0'0,"13"-67"16,0 54-16,106-13 31,-92 26-15,13 0-16,26 26 15,-53-13 1</inkml:trace>
  <inkml:trace contextRef="#ctx0" brushRef="#br0" timeOffset="209733.16">29639 8768 0,'0'0'0,"-13"0"0,-14-13 16,27 26-1,27 53 1,-14-26-1,0 0-15,40 145 16,-40-145 0,-13-1-16</inkml:trace>
  <inkml:trace contextRef="#ctx0" brushRef="#br0" timeOffset="211631.82">28739 9681 0,'0'0'15,"-79"-27"1,66 27 0,-14-13-1,107 13 16,-54-13-15,159-14 0,-145 27-1,0-13-15,39 0 16,-92 53 15,0-27-15,-27 132-1,40-105 1,0 119 0,0-120-1,13 41 1</inkml:trace>
  <inkml:trace contextRef="#ctx0" brushRef="#br0" timeOffset="211799.59">28779 9906 0,'0'-14'0,"0"28"0,-13-41 0,66 1 31,-27 26-15,159-14-1,-132 1 1,-13 13-16</inkml:trace>
  <inkml:trace contextRef="#ctx0" brushRef="#br0" timeOffset="212201.72">29374 9694 0,'-13'0'0,"26"0"0,-39 26 31,26 27-16,0-26 1,26 118 0,-26-118-16,0-1 15,0 40 1,0-105 15,0 12-15,0-145-1,14 119 1,38-105 0,-38 144-1,-1 14-15,79 146 32,-78-93-17,-1-14-15,13 94 16,-26-107-1,14 53 1</inkml:trace>
  <inkml:trace contextRef="#ctx0" brushRef="#br0" timeOffset="212892.79">29401 9906 0,'0'0'0,"79"-53"31,-52 39-31,-1 1 16,53 0-1,-52 0-15,39 0 32,-53-1-17,0 1-15,-13 26 31,0 1-15,0-1-16,14 79 16,12 67 15,-26-146-15,0-26 15,0-132 0,0 105-31,0 0 16,13-66-1,27 106 17,39 93-1,-52 13 0,-54-80 0,14-26-31,0-66 32,26 13-17,0 27-15,14-40 16,79 26 15,-40 199 0,-66 13 1</inkml:trace>
  <inkml:trace contextRef="#ctx0" brushRef="#br0" timeOffset="-213917.14">28964 10501 0,'0'0'0,"14"-14"32,-41 1-1,14 13-31,-53 27 31,39-1-31,-52 120 31,119-14 1,13-92-17,158-14 16,-105-119 1,-172 14-1,-53 105 0,106-12-31,-27 65 31,66-52-15</inkml:trace>
  <inkml:trace contextRef="#ctx0" brushRef="#br0" timeOffset="-213339.76">29493 10646 0,'0'0'0,"0"-26"15,0-1 16,14 67 1,-14-14-32,0 80 31,0-79-31,26 39 31,-13-66-15,-13-53 15,-39-159 0,39 186-31,-14-14 16,54-26 15,-14 66-31,67 40 31,-53 65 1,-133-25-1,-13-54 0</inkml:trace>
  <inkml:trace contextRef="#ctx0" brushRef="#br0" timeOffset="-212723.74">29824 10593 0,'0'0'0,"13"27"62,14 78-30,-27-12-1,-14-80 0,14-26-31,-13 0 16,26-159 15,1 145-31,-1-12 16,106-80 15,-93 119-31,-12 0 16,39 53-1,-40 79 16,-66-53 1,26-92-1,67-106 0,79 26 0,-13 212 1,-106-79-17,-146 172 17</inkml:trace>
  <inkml:trace contextRef="#ctx0" brushRef="#br0" timeOffset="-203122.77">21558 5052 0,'26'-13'31,"-52"26"-31,66-26 31,-27 79 1,0 172-1,0 238 0,14 93 0,-14-67 1,-66 54-1,13-239 0,54-171 0,-14-133-31,53 27 32,158-14-1,159-26 0,239 0 0,-464 0-31,503 0 32,-383 13-17,-146 0-15,106 14 16,-146-27 0,-26-27 15,-66-131 0,13-94 0,-13-131 1,65-133-1,15-39 0,-67 449-31,26-225 31,-26 265-31,0-53 16,0-92 15,-13 78 0,13 120-31,-13-40 32,-1 53-32,1-26 15,13 13 1,-13 13 46,0-14-46,-67 14 15,-131-13 1,-186 40-1,-145-1 0,436-26-31,-304 26 31,-53-12 1,397-14-32,-80 0 31,133 0-31,-13 0 31,-27 26 0,-40 1 1,27-14-1,106-13 31</inkml:trace>
  <inkml:trace contextRef="#ctx0" brushRef="#br0" timeOffset="-202378.71">22127 6586 0,'13'0'31,"-13"-13"-31,-13 26 0,13-39 16,-14 26-1,-38 26 1,38-13-1,-12 80 1,26-67 0,40 67-1,-1-67 1,41-12 0,-41-54-1,41-53 1,-80 67-1,0-80 1,-27 93 0,-39-13-1</inkml:trace>
  <inkml:trace contextRef="#ctx0" brushRef="#br0" timeOffset="-201787.16">22100 6877 0,'0'-26'16,"0"39"15,0 0-15,0 80-1,0-67 1,-13 106 0,13-118-1,0 52 1,13-66-16,14 0 31,-14-13-15,0-1-16,53-12 15,-39 26 1,26-13 0,-40 13-1,13 0 1,-26-14-1,13-12 1,-13 13 0,-13-80-1,13 80 1,-26-66 0,13 65-16,13 1 31</inkml:trace>
  <inkml:trace contextRef="#ctx0" brushRef="#br0" timeOffset="-197654.28">19336 6679 0,'0'0'0,"-13"-13"47,0 13-32,26 0 17,145-14-1,186-12 0,-264 26-31,-14 0 16,106 0-1,-133 13 17</inkml:trace>
  <inkml:trace contextRef="#ctx0" brushRef="#br0" timeOffset="-195153.81">19283 6705 0,'0'0'0,"0"-13"16,53 13 15,-27 0 0,-26 13 63,-13 80-63,0-67-31,0 80 32,13 26-1,0-52 0,26-67 0,40-53 1,40 14-1,-93 26-31,27 0 31,-27 0-31,1-13 47,-1-14-16,-13-26 1,0 27-17,0 12-15,-13-25 16,-1 12 15,41 27 47,12 0-47,-25 0-15,12 0 0,-26 14 62,0 12-47,0 14 0,0-27-31,0 0 0,0 27 16,0-27 31,13-26-16,1 0-31,-1-14 31,0 27 1,13 0-17,-12 13 32,-14-26 0,0-40-16,0 40-31,0-13 31,-14-1 1,14 14-17,14 13 95,25-13-79,14 13 0,0 0 0,-40 0-31,14 13 32,26 0-1,-40-13-31,13 0 16,-12 0-1,-14 13 63,0 27-31,0 13-16,26 0 1,1-27-1,52-26 0,-66 0-31,66-13 16,-52 13-1,52-26 1,-52 26 0,39-53 15,-40-27-15,-26 54-1,27-67 1,-27 1 15,0 79-15,-40-54 15,-26 28 0,53 26-31,-40-14 31,40 27-31,-54 0 32,54 0-32,-40 0 15,40 13 1,-40 27 0,40-27-1,-40 40 1,40-26 15</inkml:trace>
  <inkml:trace contextRef="#ctx0" brushRef="#br0" timeOffset="-194656.54">20209 6745 0,'53'0'47,"-40"0"-47,13 0 15,-12 0 1,-14 13 0,13 0-1,-13 27 17,-27 26-1,-12-66-16,-1-26 17,40 12-17,0-25 1,79-27 0,-65 66-1,39 13 1,-53 0-1</inkml:trace>
  <inkml:trace contextRef="#ctx0" brushRef="#br0" timeOffset="-190403.79">20606 15182 0,'0'0'0,"-27"13"16,-131 1 15,144-14-15,1 13-1,26 0 1,120 0 0,12 1-1,-39-1-15,754-13 31,-622 0-15,886 13 0,436 13 15,-978-26-15,172 27-1,-357-27 1,-238 13-16,79-13 15,-159 0-15,-26 0 16,-13 13-16</inkml:trace>
  <inkml:trace contextRef="#ctx0" brushRef="#br0" timeOffset="-189281.54">21611 14772 0,'0'0'0,"26"-26"31,-12 26-15,-28 0 0,1 0-16,13 13 15,-93 93 17,80-67-32,13 1 15,27 79 1,-14-79-16,119 39 31,106-185 0,-211 80-31,-14-14 16,-119-158 15,-132 171 0,172 67-15</inkml:trace>
  <inkml:trace contextRef="#ctx0" brushRef="#br0" timeOffset="-188796.2">23357 14812 0,'0'0'0,"-67"-13"31,-12 66 1,39 105-1,40-131-31,67 92 31,-28-93-31,120-13 31,39-132 1,-237-79-1,-226 105-16</inkml:trace>
  <inkml:trace contextRef="#ctx0" brushRef="#br0" timeOffset="-185384.94">21531 14336 0,'0'0'16,"-52"-40"0,38 40-1,-25 27 1,25-14 0,-52 106-1,53-80 1,-40 120-1,40-119 1,-40 79 0,53-93-1,-13 54 1,13-67-16,13 27 31,0-40-15,40-14-1,-40 1 1,67 0 0,-54 0-1,1 13-15,39-14 16,-53 14 0,40-26-1,-27 13 16,1 0 1,-1-1-17,27-25 1,27-27 15,-67 52-15,66-25-1,-52 39 1,78 0 0,-78 13-16,-1 0 15,14 27 1,-27-27-16,0 0 16,14 53-1,-1 14 16,-26-67-15,14 13 0,-14-12-1,0-28 17,0 1-17,0 0-15,0-14 16,13 27-1,26-13 1,94 0 15,-94 13-15,54 0 0,-53 0-16,92 13 31,-66-13-16,-40 0 17,-39-13-1,13 0-15,53 13 15,79 0 0,14 0 0,-120 0-31,1 0 32,-67-27-1,0-12 0,40 25-15,0 1-16,0-26 15,93-14 17,52 79-1,41 14 0,-67-1 0,-106 1 1,-13 0-1,0-1 0,13-25 0,27-14 1,26 26-1,40 1 0,13-27 0,-53 0 1,-53 0-32,14-27 15,-1-26 32,-26 40-47,53-66 16,-13 26 15,-14 26 0,-13 27-15,1-26-1,-1 13 1,0-14 0,-13 14-1,-40-53 1,14 53 0,-54-27-1,41 13 1,12 27-16,-12-26 15,25 13 1,1 13 0,0-13-16,-27-1 15,1 1 1,-14-13 0,40 26-1,-1-14-15,-39 1 16,14 0 15,25 13-15,-25 0-1,26 0 1,-1 0-16,-12-13 16,13 13-1,-40-13 16,40 13-15,-40 0 0,26 0-1,1 0 1,13 0 0,-1-14-1,28-12 1,-14 13-16,13 13 15,-13-27 1,0-12 0,0 25-1,0 1-15,-40-40 16,-53-39 15,54 78-31,12 1 16,-92-26-1,-106-14 17,186 53-32,-120-14 31,-53 1 0,-12 40 0,25-1 1,54 1-1,26 12 0,92-39-31,-92 27 31,-79 39 1,66-13-1,79-27 0,40 14 0,26-1 1,-13-25-32,13-14 0</inkml:trace>
  <inkml:trace contextRef="#ctx0" brushRef="#br0" timeOffset="-184758.36">21994 14243 0,'0'0'15,"-66"0"16,40 13-31,-40 27 32,13 26-1,53-53-31,66 27 31,0-13-15,146-27 15,-107-67 0,-91 1 1,-28 53-32,-52-27 31,-79 27 0,118 13-31,-12 13 31</inkml:trace>
  <inkml:trace contextRef="#ctx0" brushRef="#br0" timeOffset="-184205.98">22880 14243 0,'-26'-13'31,"-40"26"-15,53-13 0,-106 53 15,66 0 0,53-40-31,13 53 31,66-26 1,-52-27-32,118-26 31,1-53 0,-133 39-31,-13-39 31,-132 0 1,-67 66-17</inkml:trace>
  <inkml:trace contextRef="#ctx0" brushRef="#br0" timeOffset="-168590.88">29599 3611 0,'0'13'15,"0"-26"79,0-1-63,13-65-15,-13 53-1,-26-14-15,52-92 16,-39 79 0,-13-66-1,-120-172 1,-118 40 15,198 211-15,-1-13-16,-184-92 15,159 105 1,-318-145 0,304 145-16,-331-92 31,239 92-15,119 27-16,-120-27 15,160 27 1,-54 13-1,93 0 48</inkml:trace>
  <inkml:trace contextRef="#ctx0" brushRef="#br0" timeOffset="-168078.18">27430 1680 0,'0'0'16,"13"-13"0,-66 26 15,27 0-15,-27 53-1,13-79 1,-12 53-1,38-40 1,1 13-16,-13 13 16,-1 40 15,27-52-15,13 39-1,1-27 1,65 40-1,-66-53 1,80 40 0,-80-39-16,-39-14 15,92 26 1,-53 0 0,-13-12-1,0-1-15</inkml:trace>
  <inkml:trace contextRef="#ctx0" brushRef="#br0" timeOffset="-165287.93">24203 873 0,'0'0'0,"53"0"47,-53 0-16,0 0-31,-26 66 31,-14 80-15,40-40 0,40 118-1,-27-171 1,172 159 15,146-106 0,-265-106-31,26 13 16,358-211 15,-225-41-15,-199 187-1,1-134 1,-27 147 0,0 12-16,-40-78 15,27 78 1,-40-26 0,53 40-1,-40 26 1,27-39-1,-53 118-15,79-184 16</inkml:trace>
  <inkml:trace contextRef="#ctx0" brushRef="#br0" timeOffset="-164756.96">24203 926 0,'0'-13'16,"93"-14"0,-40 14-1,290-13 1,-237 26 0,317 0-1,-330 0 1,119 0-1,-186 0 1,14 0 0,-53-13-1,26 26-15</inkml:trace>
  <inkml:trace contextRef="#ctx0" brushRef="#br0" timeOffset="-164119.95">24203 1217 0,'0'0'0,"0"-26"16,13 39-16,53-26 31,93-1 0,-66 14 0,-54 14 1</inkml:trace>
  <inkml:trace contextRef="#ctx0" brushRef="#br0" timeOffset="-163713.77">24666 1124 0,'-13'0'32,"-53"0"-1,-14 40 0,41 26 0,131 53 1,40-79-1,-39-93 0,-106 27-31,26-54 31,-132-26 1,93 93-17</inkml:trace>
  <inkml:trace contextRef="#ctx0" brushRef="#br0" timeOffset="-163384.66">24825 1138 0,'-40'0'31,"80"0"-31,-67-14 32,146 1-1,-119 26-31,0-52 0,119 78 31,-79-52 0</inkml:trace>
  <inkml:trace contextRef="#ctx0" brushRef="#br0" timeOffset="-162999.78">25063 1111 0,'0'0'0,"-13"0"16,-27 27 15,13-1-16,14 14 1,13-14 0,0 1-16,66 26 31,40-53 0,-40-67 0,-105-25 1,25 79-32,-12-80 15,-1 146-15</inkml:trace>
  <inkml:trace contextRef="#ctx0" brushRef="#br0" timeOffset="-162647.96">25340 1164 0,'0'0'0,"-13"0"16,13-26-16,-13 52 0,-53-13 16,198-13 15,-119 0-31,120 0 31,-28-13 0,-78 0-31,-27 0 16</inkml:trace>
  <inkml:trace contextRef="#ctx0" brushRef="#br0" timeOffset="-161572.33">24666 1521 0,'0'13'47,"79"-13"-15,-79 27-32,27-54 0,92 14 31,-93 13-16,1-13-15,52 13 16,-52-26 15,-27 39-31,-14-13 16,-39 13 0,27-13-16,-1 0 15,-105 13 16,119-13-31,0 0 16,0 0 0,79-13 15,79 13 0,-79 0 0,-79 0-15,-66 13 0,13 0-1,26-13-15,-132 0 32,225 0-17,-40 0-15,0 0 0</inkml:trace>
  <inkml:trace contextRef="#ctx0" brushRef="#br0" timeOffset="-160392.08">24282 860 0,'0'0'0,"0"-13"16,14-67 15,105 41 0,-93 25-31,133-65 31,105 0 1,-211 66-32,27-1 15,39-12 16,-106 26-31,53 26 32,27 14-1,-54 0 0,-26-14 0,1 1 1,-1-14-1,0 0-31,0 13 31,27 1 0,0-14 1,-27 0-1,0 1 0,0 12 0,1-13-15,-14 1 15</inkml:trace>
  <inkml:trace contextRef="#ctx0" brushRef="#br0" timeOffset="-159963.49">24917 556 0,'0'-13'15,"0"26"-15,-26-26 31,-120 92 1,-39 40-17,145-93 1,-39 27 0</inkml:trace>
  <inkml:trace contextRef="#ctx0" brushRef="#br0" timeOffset="-159730.47">25023 529 0,'0'0'0,"-66"80"31,39-67-16,-105 79 1,106-78 0,-27 52-1,13-79 1,27 26 0</inkml:trace>
  <inkml:trace contextRef="#ctx0" brushRef="#br0" timeOffset="-159530.68">25129 582 0,'0'0'0,"13"0"16,-39 40 0,-1-14-1,1-12-15,-67 65 16,27-53-1,13 14 1</inkml:trace>
  <inkml:trace contextRef="#ctx0" brushRef="#br0" timeOffset="-159386.92">25301 688 0,'0'0'15,"0"13"-15,-93 67 16,67-54 0,-40 27-16</inkml:trace>
  <inkml:trace contextRef="#ctx0" brushRef="#br0" timeOffset="-158543.73">24494 1878 0,'0'0'0,"13"-13"16,-13-13-1,-13 26 1,-53 13 0,39 0-1,1 13-15,-53 107 16,65 92 15,28-186-15,105 67-1,-80-93 1</inkml:trace>
  <inkml:trace contextRef="#ctx0" brushRef="#br0" timeOffset="-158293.45">25089 1839 0,'13'-14'0,"-26"28"0,66-1 16,26 145 15,-65-118-15,52 119-1,-53-80 1,-13-52-16,-13-14 15,-14 13-15</inkml:trace>
  <inkml:trace contextRef="#ctx0" brushRef="#br0" timeOffset="-158038.03">24494 2354 0,'-13'0'0,"26"0"0,53 0 16,-158 0-16,105 0 0,0 0 16,146-13-1,-80 13-15,0 0 16,437 13 15,-463-13-31,-13-53 16,-27 120-16</inkml:trace>
  <inkml:trace contextRef="#ctx0" brushRef="#br0" timeOffset="-157090.7">22709 2487 0,'0'0'47,"26"13"-32,-13 40 1,0 0 0,1-14-16,-1 41 15,-13-41 1,-13-12 15,-14-67-15,27 14-16,-13-80 15,0 66 1,39-185 0,-13 172-1,80-105 1,-67 131-16,14 27 15,53 40 1,-67 0 0,-13-14-16,-13 106 15,-66-13 1,27-92-16,-1 12 16,-158 14-1,237-39-15,-52-1 16,-13-13-1,39 0-15,13 0 16,106 26 0,-105 14-1,118 13 1,-118-27 0,26 27-1</inkml:trace>
  <inkml:trace contextRef="#ctx0" brushRef="#br0" timeOffset="-156757.02">23211 2685 0,'0'0'0,"0"-93"16,13 40-16,-26 93 16,13-40-1,0 13 1,0 1-16,0 38 15,0-38 1,13 25-16,14 1 16,12-53-1,-39 39-15,14-52 0,25-1 16,-25 14 0,-28-79-1,1 78 1,0 1-16,-53 0 15,39 13 1,14 13-16,-13 14 16,39-14-1</inkml:trace>
  <inkml:trace contextRef="#ctx0" brushRef="#br0" timeOffset="-156372.43">23515 2368 0,'0'0'16,"-13"-40"-16,-13-26 16,26 53-16,-14 79 31,1-66-15,26 79-16,1 80 15,-1-67 1,13 1-1,-12-53 1,-1-27 0,-13-40-1,13 1-15,53-120 32,-132 41-17,251 157 1,-66 107 15,-119-93-15,-92-39-1,158-27-15,-238 0 16</inkml:trace>
  <inkml:trace contextRef="#ctx0" brushRef="#br0" timeOffset="-128492.83">28118 6851 0,'13'0'31,"-39"0"63,-146 13-63,106-13-15,-265 13 0,252-13-1,-239 13 1,252-13-1,-93 0 1,133 0 0,-27 0-1,40 0 17,0 0-1,-1 0 0,14 0-15,0 0-1,0 0 1</inkml:trace>
  <inkml:trace contextRef="#ctx0" brushRef="#br0" timeOffset="-128121.58">26795 6745 0,'0'0'0,"0"-27"15,0 14-15,14-26 16,-1 39 0,40-14-1,-40 14 1,0 40-1,-13-27 1,-53 53 0,27-39-1,13-14-15,-27 27 32,27-40-1,26 26 0,13-13-15,345 27-1,-623 26 1</inkml:trace>
  <inkml:trace contextRef="#ctx0" brushRef="#br0" timeOffset="-126965.98">27536 6189 0,'0'0'0,"0"-13"47,-26 0-16,-67 26 1,-26 53-1,106-52-31,-14 78 31,93-26 0,40-26 1,-40-80-32</inkml:trace>
  <inkml:trace contextRef="#ctx0" brushRef="#br0" timeOffset="-126591.67">27483 6401 0,'0'0'0,"0"53"31,0-40-31,0 40 31,0-26-15</inkml:trace>
  <inkml:trace contextRef="#ctx0" brushRef="#br0" timeOffset="-126179.67">27496 6494 0,'0'0'0,"0"-14"31,-39 41-31,39-54 31,-80 54 1,67-14-32,-13 0 15,-1 53 16,67 1-15,171-464 0,-316 780-1,158-356 1,-27-27 0,67-40-1,-80 40-15,0-13 16,0 0-1</inkml:trace>
  <inkml:trace contextRef="#ctx0" brushRef="#br0" timeOffset="-125779.45">27668 6150 0,'0'0'0,"0"-13"31,0 26-16,0 40 1,0-40 0,0 106-1,0-79 1,0 105 0,0-118-1,0-1-15,13 40 16,-13-39-16,14-980 31</inkml:trace>
  <inkml:trace contextRef="#ctx0" brushRef="#br0" timeOffset="-98996.02">8226 7710 0,'0'-13'16,"0"0"0,0 26 46,14 0-46,-1 67-1,-13-54 1,26 93 0,-12-66-1,-14-27 1</inkml:trace>
  <inkml:trace contextRef="#ctx0" brushRef="#br0" timeOffset="-98717.92">8451 7565 0,'0'-13'0,"0"26"15,13-13 1,93 106 15,-26-1-15,-54-78-16,-13 13 15,-26 26-15,0-40 16,-106 80 0,66-80-16</inkml:trace>
  <inkml:trace contextRef="#ctx0" brushRef="#br0" timeOffset="-97819.75">9139 7446 0,'-53'-27'31,"106"54"-31,-132-80 32,158 13-1,106-26 0,-145 53-31,39-27 31,-92 27 1,0 26-17,-1 212 16,14-159-15,27 146 0,-1-54 15,-39-118 0,-66-159 0,52 93-15,1 12-16,-53-25 16,52 39-1,1 0-15,-54 53 16,54-27 0,-1-13-16,14 53 15,53-26 1</inkml:trace>
  <inkml:trace contextRef="#ctx0" brushRef="#br0" timeOffset="-96979.62">9655 7578 0,'0'0'31,"-13"13"-15,13 93 15,26 13 1,67-66-1,-54-106 0,1-79 0,-93 66 1,119 52-17,-79 81 1,39-134-16,-52 147 0,52-54 15,-39 27 1,26-40-16,54-13 16,-67 27-1,39-27-15,-26-13 16,54-146 15,-67 119-31,-40-171 31,0 105-15,1 79 15,65 252 1,27-40-1,26-92 0,-13-106 0,-13-93 1,-53 79-32,13-52 31,14 106 0,-27-1-15,13-13-16,0 53 15,27 14 17</inkml:trace>
  <inkml:trace contextRef="#ctx0" brushRef="#br0" timeOffset="-96824.67">10329 7327 0,'-13'-53'31,"26"106"-31,-39-66 31,26 26-31,0 13 0</inkml:trace>
  <inkml:trace contextRef="#ctx0" brushRef="#br0" timeOffset="-96410.59">10448 7538 0,'0'27'31,"0"-54"-31,27 67 31,-14-40-31,0 0 16,53 0 15,-13-53 1,-53-39-1,-13 78-31,-53 1 31,39 40-15,27-1-16,-13 80 31,26-80-31,1-26 0,131 40 31,-65-27 0,-28-132-15</inkml:trace>
  <inkml:trace contextRef="#ctx0" brushRef="#br0" timeOffset="-93709.79">18331 9615 0,'0'0'0,"-13"-40"15,13 27 1,13 13 15,0 0-15,119-53 15,-13 13-15,-92 27 15,-27 132 0,0-79-15,0 198-1,13-185 1,146 105 0,-292-92-1,147 1 1,-14-41 0,-40-105-1,66 303 1,-65-475-16,-41 132 15,54 106 1,-67 13 0,67 13-1,-40 93 1,53-66 0,13-27-16,13 53 15</inkml:trace>
  <inkml:trace contextRef="#ctx0" brushRef="#br0" timeOffset="-93349.68">18979 9919 0,'0'0'0,"0"-40"15,-13 27-15,-53 26 31,52 0-15,-12 67 0,26-54-1,26 53 1,-12-65 0,12-1-1,67-40 1,-80 14-1,0-106 1,-66-132 15,66 277-15,-105 41 0</inkml:trace>
  <inkml:trace contextRef="#ctx0" brushRef="#br0" timeOffset="-92920.61">19177 9654 0,'0'-13'16,"0"26"-16,-13-105 15,13 92 16,0 26-15,27 133 0,-27-106-1,26 145 1,-26-171 0,0 12-16,0 27 15,13-132 16,-13 27-15,27-14 0,39-66-1,-53 119-15,13 0 16,14 26 0,-13 27-1,-14-27-15,0 67 16,0-40-1</inkml:trace>
  <inkml:trace contextRef="#ctx0" brushRef="#br0" timeOffset="-92497.09">19627 9773 0,'0'0'0,"0"-13"15,-13 13 1,39 27 15,-26-14-15,13 0-16,14 159 31,-27-146-15,0 27-1,0-92 17,26-14-17,80-106 17,-79 146-17,39 52 1,-53-12-1,0-1-15,14 67 16,-14-80 0,-13 14-16,26-14 15,-26-26-15</inkml:trace>
  <inkml:trace contextRef="#ctx0" brushRef="#br0" timeOffset="-89089.62">13662 7829 0,'27'-105'31,"-54"210"-31,-65-144 31,52 39-15,-79 39 15,92-25-31,41-54 0,-120 185 32,79-26-1,120-39 0,66-67 0,-67-53 1,-79 27-32</inkml:trace>
  <inkml:trace contextRef="#ctx0" brushRef="#br0" timeOffset="-88387.06">13556 8107 0,'0'0'0,"0"0"31,14 0-15,-14 13 0,0 27-1,0-27 1,0 93 0,0-80-1,0 67 1,0-80-1,0 27 1,0-53 15,0-14 1,-27 1-1,14 26-16,-27 0 1,14 0 0,13 0-16,-80 39 15,27 41 17,53 39-1,26-93-16,53 54 1,-40-67 0,1 0-16,13 0 15,145 14 1,-146-27 0,107-40-1,-120 40 1,1-13-16,12-27 15,-39 27-15,-39-40 32</inkml:trace>
  <inkml:trace contextRef="#ctx0" brushRef="#br0" timeOffset="-87933.93">13702 7671 0,'0'0'0,"13"0"15,-13 26 1,0 93 15,27-119-15,-54 40-16,54 158 15,-27-145 1,26 172 0,-13-172-1,14 132 1,-27-159 0,0 14-16,0 13 15,0-40-15,0 0 31</inkml:trace>
  <inkml:trace contextRef="#ctx0" brushRef="#br0" timeOffset="-87558.23">13702 6877 0,'-13'-13'0,"26"26"0,-40-39 15,27 12 1,-13 14-16,13 14 15,0 12 1,-13 199 0,13 158 15,13-303-15,0 145-1,1-186 1,-1 80-1</inkml:trace>
  <inkml:trace contextRef="#ctx0" brushRef="#br0" timeOffset="-73575.51">7261 9350 0,'-13'0'31,"26"0"-31,27-13 31,-14 13-31,67-13 32,26-14-1,-106 27-15,-106 27 15,27-14-16,0 0 1,26-13 15,80 0 1,-27-13-32,80 0 31,-80 13 0,-119 13 0,27 13 1,119-12-17</inkml:trace>
  <inkml:trace contextRef="#ctx0" brushRef="#br0" timeOffset="-72909.84">7922 9535 0,'0'-13'16,"13"13"31,1-13-32,-1 0-15,27 13 16,39-27 15,-66 14-31,0 13 31,-13 53 1,27 92-1,-27-105-31,26 105 31,-13-131-31</inkml:trace>
  <inkml:trace contextRef="#ctx0" brushRef="#br0" timeOffset="-72728.13">8068 9707 0,'0'0'0,"0"-13"15,-14 0-15,14 0 16,27 13 0,-14 0-16,66-40 31,14 0-15</inkml:trace>
  <inkml:trace contextRef="#ctx0" brushRef="#br0" timeOffset="-72324.78">8359 9535 0,'0'-26'31,"0"52"-31,-14-65 31,14 105 1,14 66-1,-1-39 0,-13-93 0,0-14-31,-13-105 32,13 80-32,0-107 31,53 80 0,13 159 0,13 52 1,-39-26-17,-40-106 1</inkml:trace>
  <inkml:trace contextRef="#ctx0" brushRef="#br0" timeOffset="-71602.6">8438 9588 0,'-13'-26'15,"26"52"-15,-13-66 31,13 40-31,80-26 32,-40 13-17,0 0 17,-40 13-1,0 52 0,14 1-15,-1 40 15,-26-53 0,-13-93 0,13-119 1,13 66-1,53 106 0,27 66 0,-67-13-15,-39 13 15,-27-53-15,53-92 31,-13 53-47,80-41 15,-67 54 1,93 79 15,-93 93 1,-39-132-32</inkml:trace>
  <inkml:trace contextRef="#ctx0" brushRef="#br0" timeOffset="-67512.95">18238 12855 0,'0'0'0,"-13"0"47,0 13-32,0 0-15,-54-92 0,67 290 31,-66 41-15,119-451 0,-26 292-1,-1-93-15,53-13 16,-39-1 0,0-39-1,-106-52 16,0 65-15,-14-39 0,107-80 15,12 146-15,67-1-1,-93 14-15,1 14 16,-1 39-1,-13-27 1,-13 67 0,13-67-16,-14 1 15</inkml:trace>
  <inkml:trace contextRef="#ctx0" brushRef="#br0" timeOffset="-67092.64">18595 12841 0,'14'0'16,"-28"0"-16,41 0 15,-27 27 1,0-1 0,0 1-16,-13 79 31,-1-40 0,1-66 0,26-119 1,-13 92-32,40-131 31,-27 131-31,80 1 31,-1 184 0,-78 1 1,-28-133-32</inkml:trace>
  <inkml:trace contextRef="#ctx0" brushRef="#br0" timeOffset="-66931.6">18661 12960 0,'0'0'0,"-13"-13"16,26 13-16,107-39 31,-81 25-31,54-12 15</inkml:trace>
  <inkml:trace contextRef="#ctx0" brushRef="#br0" timeOffset="-66414.78">19058 12828 0,'0'0'16,"27"0"-16,-14-13 0,0 13 15,0 0-15,-13-13 32,-13 66-1,13-40-31,-13 13 15,0 40 1,-1 27 15,1-93 1,26-79-1,27-120 0,26 146 0,0 120 1,-26 12-1,-40-26 0,0-66-15,27-67 15,-14 54-31,53-14 31,-26 172 0,-80-13-15</inkml:trace>
  <inkml:trace contextRef="#ctx0" brushRef="#br0" timeOffset="-62316.07">4616 14111 0,'0'0'0,"-27"-40"16,27 27 15,14 92 0,-41 1-15,67 52-1,-40-92 1,-13 105 0,-1-118 15,14-41-16,-13-118 1,0 79 0,0-224-1,-1 171 1,-52 26 0,106 1-1,172-66 1,-160 211-1,15 13 1,-41-26-16,1 0 0,12-53 16,-78 53-16,12 132 15,-39-106 1,39-66-16,1 1 16,-14 12-16,-13-26 15,14 0 1,-14 53-16,119-132 15,-13 251 1,13-358 0,-40 239-1,-26-106-15,27 133 0,-1-67 0,1 13 16,39 67 0,-53-80-1,0 0-15</inkml:trace>
  <inkml:trace contextRef="#ctx0" brushRef="#br0" timeOffset="-61980.13">5198 14098 0,'0'0'0,"13"-40"16,-53 93 15,40-40-16,-13 106 1,13-92 0,40 65-1,-27-79 1,0-13-16,27-26 16,-14-133 15,-26 133-16,-13-40 1,-66 66 0,26 92 15,53-78-15</inkml:trace>
  <inkml:trace contextRef="#ctx0" brushRef="#br0" timeOffset="-61520.59">5436 13807 0,'0'0'0,"-40"-80"16,40 133 15,13-13-15,27 145-1,-27-132 1,14 132 0,-27-158-1,13-1-15,-13 1 16,0-107 15,0 41-15,53-54-1,-40 80 1,0 13-16,40 0 16,-13 26-1,-14 40 1,-12-52 0,-41 52-1,1-66-15,-93 13 31,92-13-15,-26-40 0</inkml:trace>
  <inkml:trace contextRef="#ctx0" brushRef="#br0" timeOffset="-50325.96">5991 14018 0,'-13'0'32,"26"0"-32,80 0 31,370-26 0,251-14 0,-40 54 1,-422-147-1,-623 239 0,636-199-31</inkml:trace>
  <inkml:trace contextRef="#ctx0" brushRef="#br0" timeOffset="-50111.7">7962 13754 0,'0'0'0,"0"0"31,66 40 0,-53-67-31,80 106 31,-239 146-15</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12.693"/>
    </inkml:context>
    <inkml:brush xml:id="br0">
      <inkml:brushProperty name="width" value="0.05" units="cm"/>
      <inkml:brushProperty name="height" value="0.05" units="cm"/>
      <inkml:brushProperty name="color" value="#FFFFFF"/>
    </inkml:brush>
  </inkml:definitions>
  <inkml:trace contextRef="#ctx0" brushRef="#br0">1932 1 24575,'-99'32'-290,"-107"50"-1,-83 61-788,146-67 773,4 6 0,3 6 0,-173 147 0,238-171 134,3 4 0,-92 117 1,117-127 128,3 1 1,3 2 0,2 2-1,-28 71 1,44-84-49,2 0 0,2 1-1,2 0 1,3 1 0,1 1-1,4-1 1,0 55 0,6-64 18,1-1 0,3 1 0,1-1 0,3 0 0,1 0 0,2-1 0,2 0 0,1-1 0,24 42 0,-16-41 53,1-2 1,3 0-1,1-2 0,1-1 1,2-1-1,2-2 1,41 33-1,-25-29-58,1-2 0,1-2 0,2-3-1,110 46 1,-82-45-91,1-5-1,171 32 1,-146-43-85,208 2-1,-203-21 220,0-5-1,-1-4 1,0-5-1,-1-5 1,-2-5-1,0-4 1,-2-6-1,-2-3 1,-2-6-1,135-81 0,-154 73 44,-1-2 0,-4-5 0,-2-2 0,129-143 0,-148 139-2,-3-3 1,-3-2-1,-4-2 1,-2-3-1,61-150 1,-84 170-10,-2-1 1,-4 0-1,-1-1 1,-4-1-1,-2 0 1,1-73-1,-9 94 2,-3 0-1,-1 1 1,-2-1-1,-2 1 1,-1 0-1,-2 1 0,-2 0 1,-1 0-1,-2 2 1,-32-58-1,25 59-2,-2 0 1,-1 2-1,-1 1 0,-2 2 1,-61-54-1,46 50-6,-2 3 0,0 1 1,-2 3-1,-52-23 0,9 14-4,-1 3-1,-2 5 1,-1 3 0,-177-22 0,54 27-226,-1 10-1,1 9 1,-243 30 0,224-2 135</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3.882"/>
    </inkml:context>
    <inkml:brush xml:id="br0">
      <inkml:brushProperty name="width" value="0.05" units="cm"/>
      <inkml:brushProperty name="height" value="0.05" units="cm"/>
      <inkml:brushProperty name="color" value="#FFFFFF"/>
    </inkml:brush>
  </inkml:definitions>
  <inkml:trace contextRef="#ctx0" brushRef="#br0">497 1 24575,'-4'-1'0,"-1"1"0,1 0 0,-1 1 0,1-1 0,-1 1 0,1 0 0,0 0 0,-7 3 0,9-3 0,0 1 0,-1-1 0,1 1 0,0 0 0,1-1 0,-1 1 0,0 0 0,0 0 0,1 1 0,-1-1 0,1 0 0,0 0 0,-1 1 0,1-1 0,0 1 0,-1 3 0,-10 40 0,1 2 0,3 0 0,-5 71 0,10-85 0,-32 503-383,-20 179-200,-77 109 583,8-60-4,98-494-1215,23-211-4783</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4.353"/>
    </inkml:context>
    <inkml:brush xml:id="br0">
      <inkml:brushProperty name="width" value="0.05" units="cm"/>
      <inkml:brushProperty name="height" value="0.05" units="cm"/>
      <inkml:brushProperty name="color" value="#FFFFFF"/>
    </inkml:brush>
  </inkml:definitions>
  <inkml:trace contextRef="#ctx0" brushRef="#br0">35 220 24575,'-15'4'0,"-2"1"0,15-3 0,7-2 0,126-15 0,4131-200-13955,-2306 312 13359,-1726-71 2417,-57-1 2718</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4.726"/>
    </inkml:context>
    <inkml:brush xml:id="br0">
      <inkml:brushProperty name="width" value="0.05" units="cm"/>
      <inkml:brushProperty name="height" value="0.05" units="cm"/>
      <inkml:brushProperty name="color" value="#FFFFFF"/>
    </inkml:brush>
  </inkml:definitions>
  <inkml:trace contextRef="#ctx0" brushRef="#br0">52 192 24575,'-7'4'0,"-21"16"0,26-19 0,1 0 0,0 0 0,0 0 0,-1 0 0,1 1 0,0-1 0,0 0 0,0 1 0,0-1 0,0 0 0,0 1 0,1-1 0,-1 1 0,0 2 0,1-3 0,0-1 0,0 0 0,0 1 0,0-1 0,0 1 0,1-1 0,-1 0 0,0 1 0,0-1 0,1 1 0,-1-1 0,0 0 0,0 1 0,1-1 0,-1 0 0,0 0 0,1 1 0,-1-1 0,0 0 0,1 0 0,-1 1 0,1-1 0,-1 0 0,0 0 0,1 0 0,-1 0 0,1 0 0,-1 0 0,1 0 0,-1 0 0,0 0 0,2 0 0,9 2 0,1-1 0,0-1 0,0 0 0,0-1 0,12-2 0,5 0 0,702-79-2433,410-4-3929,6 39 3531,1145 26 2255,-1948 21-87,-51-2 1304,-58-1 3392</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4.990"/>
    </inkml:context>
    <inkml:brush xml:id="br0">
      <inkml:brushProperty name="width" value="0.05" units="cm"/>
      <inkml:brushProperty name="height" value="0.05" units="cm"/>
      <inkml:brushProperty name="color" value="#FFFFFF"/>
    </inkml:brush>
  </inkml:definitions>
  <inkml:trace contextRef="#ctx0" brushRef="#br0">119 143 24575,'1'-6'0,"2"-9"0,1 1 0,0-1 0,1 1 0,0 1 0,1-1 0,1 1 0,10-16 0,-17 28 0,1 0 0,-1 1 0,0-1 0,1 1 0,-1-1 0,1 1 0,-1-1 0,1 0 0,0 1 0,-1 0 0,1-1 0,-1 1 0,1-1 0,0 1 0,-1 0 0,1-1 0,0 1 0,0 0 0,-1 0 0,1 0 0,0 0 0,-1-1 0,2 1 0,-1 1 0,0-1 0,-1 0 0,1 1 0,0-1 0,-1 1 0,1-1 0,-1 1 0,1-1 0,-1 1 0,1-1 0,-1 1 0,1 0 0,-1-1 0,1 1 0,-1-1 0,0 1 0,1 0 0,-1 1 0,3 5 0,-2 1 0,1-1 0,1 13 0,2 84-28,-12 179 0,2-200-188,-96 1345-3601,87-1253 3982,-49 467-1824,43-476-949</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5.493"/>
    </inkml:context>
    <inkml:brush xml:id="br0">
      <inkml:brushProperty name="width" value="0.05" units="cm"/>
      <inkml:brushProperty name="height" value="0.05" units="cm"/>
      <inkml:brushProperty name="color" value="#FFFFFF"/>
    </inkml:brush>
  </inkml:definitions>
  <inkml:trace contextRef="#ctx0" brushRef="#br0">823 258 24575,'-1'-11'0,"1"0"0,-2 0 0,0 0 0,0 1 0,0-1 0,-2 1 0,1 0 0,-1 0 0,-1 0 0,0 0 0,0 0 0,-1 1 0,0 0 0,0 1 0,-1-1 0,0 1 0,-16-14 0,13 15 0,0-1 0,0 1 0,0 1 0,-1 0 0,0 0 0,0 1 0,0 0 0,-1 1 0,0 1 0,0 0 0,0 0 0,0 1 0,0 1 0,0 0 0,-20 1 0,9 2 0,1 2 0,0 0 0,0 2 0,1 0 0,0 2 0,0 0 0,0 1 0,1 1 0,1 1 0,0 1 0,-25 20 0,18-11 0,2 1 0,0 1 0,1 1 0,2 1 0,0 0 0,2 2 0,-19 33 0,29-43 0,0 1 0,1 0 0,0 1 0,2 0 0,0 0 0,1 0 0,1 0 0,-2 23 0,6-33 0,0 0 0,0 0 0,0 0 0,1 0 0,1-1 0,-1 1 0,1 0 0,1-1 0,-1 0 0,2 1 0,-1-1 0,1 0 0,0-1 0,1 1 0,0-1 0,0 0 0,0 0 0,1 0 0,0-1 0,11 9 0,-5-6 29,1 0-1,0-1 1,0-1-1,1 0 0,0-1 1,0-1-1,1 0 1,-1-1-1,1 0 1,0-1-1,28 2 1,-9-4-371,1-1 1,-1-1 0,1-2-1,36-8 1,17-8-6485</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5.680"/>
    </inkml:context>
    <inkml:brush xml:id="br0">
      <inkml:brushProperty name="width" value="0.05" units="cm"/>
      <inkml:brushProperty name="height" value="0.05" units="cm"/>
      <inkml:brushProperty name="color" value="#FFFFFF"/>
    </inkml:brush>
  </inkml:definitions>
  <inkml:trace contextRef="#ctx0" brushRef="#br0">0 164 24575,'0'-164'0,"0"885"-1365,0-684-5461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5.867"/>
    </inkml:context>
    <inkml:brush xml:id="br0">
      <inkml:brushProperty name="width" value="0.05" units="cm"/>
      <inkml:brushProperty name="height" value="0.05" units="cm"/>
      <inkml:brushProperty name="color" value="#FFFFFF"/>
    </inkml:brush>
  </inkml:definitions>
  <inkml:trace contextRef="#ctx0" brushRef="#br0">104 0 24575,'4'0'0,"3"0"0,1 4 0,-1 3 0,-1 4 0,-5 4 0,-3 4 0,-5 7 0,-3 4 0,-3 3 0,-3 3 0,-2 4 0,-1 1 0,3 1 0,1-1 0,3-5 0,4-7-8191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6.023"/>
    </inkml:context>
    <inkml:brush xml:id="br0">
      <inkml:brushProperty name="width" value="0.05" units="cm"/>
      <inkml:brushProperty name="height" value="0.05" units="cm"/>
      <inkml:brushProperty name="color" value="#FFFFFF"/>
    </inkml:brush>
  </inkml:definitions>
  <inkml:trace contextRef="#ctx0" brushRef="#br0">87 117 24575,'-3'-6'0,"-4"-9"0,-4-4 0,-4-2 0,-1-2 0,-2 5 0,2 4-8191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6.393"/>
    </inkml:context>
    <inkml:brush xml:id="br0">
      <inkml:brushProperty name="width" value="0.05" units="cm"/>
      <inkml:brushProperty name="height" value="0.05" units="cm"/>
      <inkml:brushProperty name="color" value="#FFFFFF"/>
    </inkml:brush>
  </inkml:definitions>
  <inkml:trace contextRef="#ctx0" brushRef="#br0">65 216 24575,'-4'3'0,"-5"5"0,9-8 0,0 0 0,0 0 0,0 0 0,0 0 0,-1 1 0,1-1 0,0 0 0,0 0 0,0 0 0,0 0 0,0 0 0,0 1 0,0-1 0,0 0 0,0 0 0,0 0 0,0 0 0,0 0 0,0 1 0,1-1 0,-1 0 0,0 0 0,0 0 0,0 0 0,0 0 0,0 1 0,0-1 0,0 0 0,0 0 0,0 0 0,0 0 0,1 0 0,-1 0 0,0 0 0,0 1 0,0-1 0,0 0 0,0 0 0,0 0 0,1 0 0,-1 0 0,0 0 0,0 0 0,0 0 0,0 0 0,0 0 0,1 0 0,-1 0 0,0 0 0,0 0 0,0 0 0,0 0 0,0 0 0,1 0 0,-1 0 0,0 0 0,0 0 0,0 0 0,0 0 0,0 0 0,1 0 0,-1-1 0,0 1 0,0 0 0,3 0 0,0-1 0,0 1 0,0-1 0,0 0 0,0 0 0,0 0 0,0 0 0,-1-1 0,1 1 0,0-1 0,-1 0 0,1 1 0,-1-1 0,0 0 0,1-1 0,-1 1 0,0 0 0,-1-1 0,3-2 0,2-3 0,0-1 0,-1 0 0,0 0 0,5-15 0,-6 13 0,0-1 0,-1 1 0,-1-1 0,2-12 0,-4 22 0,1-1 0,-1 0 0,0 0 0,0 0 0,0 0 0,0 0 0,0 0 0,-1 1 0,0-1 0,1 0 0,-1 0 0,0 0 0,0 1 0,0-1 0,-1 1 0,1-1 0,-1 1 0,1-1 0,-1 1 0,0 0 0,0 0 0,-2-3 0,2 4 0,1 1 0,0-1 0,0 0 0,0 1 0,-1-1 0,1 1 0,0-1 0,-1 1 0,1 0 0,0 0 0,-1-1 0,1 1 0,0 0 0,-1 0 0,1 0 0,0 1 0,-1-1 0,1 0 0,0 0 0,-3 2 0,1-1 0,0 0 0,0 1 0,1 0 0,-1-1 0,0 1 0,1 1 0,-1-1 0,-2 3 0,-3 4 0,1 1 0,0-1 0,-10 19 0,10-14 29,1 0-1,0 1 1,1 0-1,0 0 0,2 0 1,-1 1-1,2-1 1,0 1-1,1 0 1,1 0-1,2 31 1,0-33-151,1 0 0,0 0 0,0-1 0,2 1 0,0-1 0,0 0 0,1 0 0,1 0 0,0-1 1,0 0-1,1 0 0,1-1 0,14 15 0,12 6-6704</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6.718"/>
    </inkml:context>
    <inkml:brush xml:id="br0">
      <inkml:brushProperty name="width" value="0.05" units="cm"/>
      <inkml:brushProperty name="height" value="0.05" units="cm"/>
      <inkml:brushProperty name="color" value="#FFFFFF"/>
    </inkml:brush>
  </inkml:definitions>
  <inkml:trace contextRef="#ctx0" brushRef="#br0">58 125 24575,'0'0'0,"-2"-65"0,1 60 0,1 0 0,-1-1 0,-1 1 0,1 0 0,-1 0 0,1-1 0,-2 1 0,1 1 0,-4-7 0,6 11 0,0-1 0,0 1 0,-1 0 0,1 0 0,0 0 0,0-1 0,-1 1 0,1 0 0,0 0 0,-1 0 0,1 0 0,0-1 0,0 1 0,-1 0 0,1 0 0,0 0 0,-1 0 0,1 0 0,0 0 0,-1 0 0,1 0 0,0 0 0,-1 0 0,1 0 0,0 0 0,-1 0 0,1 0 0,0 1 0,-1-1 0,1 0 0,0 0 0,0 0 0,-1 0 0,1 0 0,0 1 0,-1-1 0,1 0 0,0 0 0,0 1 0,0-1 0,-1 0 0,1 0 0,0 1 0,0-1 0,0 0 0,0 0 0,-1 1 0,1-1 0,0 0 0,0 1 0,0-1 0,0 1 0,-8 17 0,4-1 0,0 0 0,1 0 0,1 1 0,0-1 0,2 0 0,0 1 0,1-1 0,0 0 0,2 1 0,0-1 0,1 0 0,8 23 0,-11-38 0,0 0 0,-1 0 0,2 0 0,-1 0 0,0 0 0,0 0 0,1 0 0,-1-1 0,1 1 0,-1 0 0,1-1 0,0 1 0,-1-1 0,1 0 0,0 0 0,0 1 0,0-1 0,0 0 0,0 0 0,0-1 0,1 1 0,-1 0 0,0-1 0,0 1 0,1-1 0,-1 0 0,0 0 0,0 0 0,1 0 0,-1 0 0,0 0 0,0-1 0,1 1 0,-1-1 0,0 0 0,0 1 0,4-3 0,7-3 0,-1 0 0,1-1 0,-1 0 0,19-15 0,-21 14 0,0 1 0,1 0 0,0 1 0,0 0 0,21-8 0,-30 13 0,0 1 0,0-1 0,0 0 0,0 1 0,1 0 0,-1-1 0,0 1 0,0 0 0,0 0 0,0 0 0,0 0 0,0 1 0,0-1 0,0 0 0,0 1 0,0 0 0,0-1 0,0 1 0,0 0 0,0 0 0,0 0 0,0 0 0,-1 1 0,1-1 0,0 0 0,-1 1 0,1-1 0,-1 1 0,0-1 0,1 1 0,-1 0 0,0-1 0,0 1 0,0 0 0,0 0 0,0 0 0,0 0 0,-1 0 0,1 0 0,-1 0 0,0 0 0,1 4 0,2 28 242,-4-30-337,1-1 1,0 1-1,0 0 1,1 0-1,-1-1 1,1 1-1,-1 0 1,1-1-1,0 1 1,1 0-1,-1-1 1,1 0-1,-1 1 1,1-1-1,0 0 1,5 6-1,3 0-6731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6.873"/>
    </inkml:context>
    <inkml:brush xml:id="br0">
      <inkml:brushProperty name="width" value="0.05" units="cm"/>
      <inkml:brushProperty name="height" value="0.05" units="cm"/>
      <inkml:brushProperty name="color" value="#FFFFFF"/>
    </inkml:brush>
  </inkml:definitions>
  <inkml:trace contextRef="#ctx0" brushRef="#br0">1 233 24575,'3'-12'0,"1"-17"0,0-13 0,-1-5 0,0 2 0,1 9 0,1 17 0,-1 17 0,-1 19 0,-1 19 0,-1 15 0,-3 12 0,-2 8 0,0 4 0,1 1 0,0-12-8191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7.017"/>
    </inkml:context>
    <inkml:brush xml:id="br0">
      <inkml:brushProperty name="width" value="0.05" units="cm"/>
      <inkml:brushProperty name="height" value="0.05" units="cm"/>
      <inkml:brushProperty name="color" value="#FFFFFF"/>
    </inkml:brush>
  </inkml:definitions>
  <inkml:trace contextRef="#ctx0" brushRef="#br0">1 319 24575,'0'-10'0,"0"-11"0,0-13 0,0-9 0,3-4 0,7 0 0,9 5 0,9 10 0,14 10 0,11 8 0,-4 8-8191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7.952"/>
    </inkml:context>
    <inkml:brush xml:id="br0">
      <inkml:brushProperty name="width" value="0.05" units="cm"/>
      <inkml:brushProperty name="height" value="0.05" units="cm"/>
      <inkml:brushProperty name="color" value="#FFFFFF"/>
    </inkml:brush>
  </inkml:definitions>
  <inkml:trace contextRef="#ctx0" brushRef="#br0">253 1 24575,'-2'-1'0,"-1"1"0,0 0 0,0 0 0,1 0 0,-1 0 0,0 1 0,0-1 0,1 1 0,-1-1 0,0 1 0,1 0 0,-1 0 0,1 0 0,-1 1 0,1-1 0,0 0 0,-1 1 0,1 0 0,0-1 0,0 1 0,0 0 0,0 0 0,0 0 0,1 0 0,-1 1 0,1-1 0,-1 0 0,1 1 0,0-1 0,0 1 0,0-1 0,-1 5 0,-9 30 15,2 0 0,-5 48 0,-2 84-113,11-108-41,-57 1344-3080,33-510 3057,6-557-1453,10-210-1388</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8.277"/>
    </inkml:context>
    <inkml:brush xml:id="br0">
      <inkml:brushProperty name="width" value="0.05" units="cm"/>
      <inkml:brushProperty name="height" value="0.05" units="cm"/>
      <inkml:brushProperty name="color" value="#FFFFFF"/>
    </inkml:brush>
  </inkml:definitions>
  <inkml:trace contextRef="#ctx0" brushRef="#br0">100 73 24575,'-23'0'0,"9"0"0,1 0 0,-1 0 0,-15-4 0,22 2 0,9 0 0,17-2 0,120-7 0,-119 9 0,964-33-3729,7 25-1142,-964 9 4809,564-1-2700,61 8 1610,2184 108-1098,-12 165 693,-2297-207 1557,-75-8 115,-87-12 1595,-83-12 4657</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8.928"/>
    </inkml:context>
    <inkml:brush xml:id="br0">
      <inkml:brushProperty name="width" value="0.05" units="cm"/>
      <inkml:brushProperty name="height" value="0.05" units="cm"/>
      <inkml:brushProperty name="color" value="#FFFFFF"/>
    </inkml:brush>
  </inkml:definitions>
  <inkml:trace contextRef="#ctx0" brushRef="#br0">22 328 24575,'-2'-1'0,"1"0"0,-1 0 0,0 0 0,0 0 0,1 0 0,-1-1 0,1 1 0,-1 0 0,-1-3 0,2 3 0,1 1 0,0-1 0,-1 0 0,1 1 0,0-1 0,0 1 0,-1-1 0,1 0 0,0 1 0,0-1 0,0 1 0,0-1 0,0 0 0,0 1 0,0-1 0,0 0 0,0 1 0,0-1 0,0 0 0,1 1 0,-1-1 0,0 0 0,2-1 0,0-1 0,0 1 0,0 0 0,0 0 0,1-1 0,-1 2 0,1-1 0,-1 0 0,1 0 0,-1 1 0,1 0 0,0-1 0,3 0 0,32-11 0,0 1 0,62-11 0,-97 23 0,484-78-2098,18 27-915,-110 19 1708,1152-31-5075,3 82 4023,558 128 2474,-1858-123 332,-167-16 285,251 16 3357,-287-25-2785,-33-3 1270,-20-2-1083,-22-4 752,8 5-2057,0 1 1,0 1-1,0 2 1,-1-1 0,1 2-1,-1 1 1,-21 3-1,31-2-145,0 0-1,0 1 0,0 0 0,1 1 1,-1 0-1,1 1 0,0 0 0,0 1 1,0 0-1,1 0 0,0 1 1,0 0-1,0 1 0,-11 12 0,8-3-42,0 1 0,1-1 0,0 2 0,2 0 0,0 0 0,-10 33 0,-25 130 0,-23 300-1433,32 8-795,31-428 2044,-49 1546-3181,44-1201 3207,-14 117-1337,8-358 1590,-40 181 0,26-220 387</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9.645"/>
    </inkml:context>
    <inkml:brush xml:id="br0">
      <inkml:brushProperty name="width" value="0.05" units="cm"/>
      <inkml:brushProperty name="height" value="0.05" units="cm"/>
      <inkml:brushProperty name="color" value="#FFFFFF"/>
    </inkml:brush>
  </inkml:definitions>
  <inkml:trace contextRef="#ctx0" brushRef="#br0">1025 315 24575,'-56'-140'0,"6"12"0,48 125 0,0 0 0,0 0 0,0 0 0,0 0 0,-1 0 0,1 0 0,-1 1 0,0-1 0,0 1 0,0-1 0,0 1 0,0 0 0,0 0 0,0 1 0,-1-1 0,1 1 0,-1-1 0,1 1 0,-1 0 0,0 1 0,1-1 0,-1 0 0,0 1 0,-6 0 0,-7 1 0,-1 0 0,0 1 0,-33 9 0,31-6 0,-51 12 0,-76 28 0,113-32 0,1 1 0,0 2 0,1 1 0,-36 26 0,59-37 0,0 1 0,1 0 0,0 1 0,1 0 0,-1 0 0,2 0 0,-10 15 0,13-18 0,0 0 0,1 1 0,0-1 0,-1 1 0,2 0 0,-1-1 0,1 1 0,0 0 0,0 0 0,1 0 0,-1 0 0,1 0 0,1 0 0,-1 0 0,2 7 0,2 1 0,1 0 0,0 0 0,1-1 0,1 1 0,0-1 0,0-1 0,1 0 0,1 0 0,12 13 0,16 15 0,47 39 0,-62-59 0,42 36 0,-11-11 0,64 72 0,-110-110 0,-1 1 0,0 0 0,-1 0 0,0 1 0,0-1 0,0 1 0,5 17 0,-9-22 0,0 0 0,0 0 0,-1 0 0,1 0 0,-1 0 0,0 0 0,0 1 0,-1-1 0,1 0 0,-1 0 0,0 0 0,0 0 0,0 0 0,0 0 0,-1 0 0,1 0 0,-1 0 0,0-1 0,-1 1 0,-4 6 0,-1-1 0,-2 0 0,1 0 0,-1-1 0,0 0 0,0-1 0,-1 0 0,0-1 0,-23 10 0,-2-2 0,-64 16 0,44-17-273,-1-3 0,-1-2 0,0-2 0,-108-4 0,118-6-6553</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39.989"/>
    </inkml:context>
    <inkml:brush xml:id="br0">
      <inkml:brushProperty name="width" value="0.05" units="cm"/>
      <inkml:brushProperty name="height" value="0.05" units="cm"/>
      <inkml:brushProperty name="color" value="#FFFFFF"/>
    </inkml:brush>
  </inkml:definitions>
  <inkml:trace contextRef="#ctx0" brushRef="#br0">176 200 24575,'-2'-3'0,"1"1"0,0-1 0,-1 1 0,0 0 0,1 0 0,-1 0 0,0-1 0,0 2 0,0-1 0,0 0 0,-1 0 0,1 1 0,-4-3 0,0 0 0,5 4 0,0-1 0,1 1 0,-1-1 0,0 1 0,1-1 0,-1 1 0,0-1 0,1 0 0,-1 1 0,1-1 0,-1 0 0,1 0 0,-1 1 0,1-1 0,-1 0 0,1 0 0,0 0 0,-1 1 0,1-2 0,0 1 0,0 1 0,1-1 0,-1 1 0,0 0 0,0-1 0,1 1 0,-1-1 0,0 1 0,1 0 0,-1-1 0,1 1 0,-1 0 0,0 0 0,1-1 0,-1 1 0,1 0 0,-1 0 0,1 0 0,-1-1 0,0 1 0,1 0 0,-1 0 0,1 0 0,0 0 0,43-1 0,-35 1 0,27 0 0,-2 2 0,0-3 0,0 0 0,0-2 0,59-14 0,-90 16 0,0 1 0,-1-1 0,1 0 0,0-1 0,0 1 0,-1 0 0,1-1 0,-1 1 0,0-1 0,1 0 0,-1 0 0,0 0 0,0 0 0,3-4 0,-5 5 0,1-1 0,0 1 0,-1-1 0,0 1 0,1 0 0,-1-1 0,0 1 0,0-1 0,0 1 0,0-1 0,0 1 0,0-1 0,0 1 0,-1-1 0,1 1 0,0 0 0,-1-1 0,1 1 0,-1-1 0,1 1 0,-1 0 0,0 0 0,0-1 0,0 1 0,1 0 0,-1 0 0,0 0 0,0 0 0,-1 0 0,-1-1 0,-3-4 0,-1 0 0,-1 1 0,1 0 0,-1 1 0,0 0 0,0 0 0,0 1 0,0-1 0,-1 2 0,1-1 0,-1 1 0,-13-1 0,3 1 0,1 1 0,-1 1 0,1 0 0,-1 1 0,-19 5 0,24-3 0,0 1 0,-1 0 0,2 1 0,-1 1 0,0 0 0,1 1 0,0 0 0,1 1 0,0 1 0,0 0 0,-15 15 0,20-18 0,1 0 0,1 1 0,-1-1 0,1 1 0,1 0 0,-1 0 0,1 1 0,0 0 0,1-1 0,0 1 0,0 0 0,0 1 0,1-1 0,1 0 0,-1 1 0,1-1 0,1 1 0,-1-1 0,1 1 0,1-1 0,2 12 0,-1-12-136,0-1-1,1 1 1,0-1-1,0 0 1,1 0-1,0 0 1,1 0-1,-1-1 0,11 12 1,19 16-6690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0.285"/>
    </inkml:context>
    <inkml:brush xml:id="br0">
      <inkml:brushProperty name="width" value="0.05" units="cm"/>
      <inkml:brushProperty name="height" value="0.05" units="cm"/>
      <inkml:brushProperty name="color" value="#FFFFFF"/>
    </inkml:brush>
  </inkml:definitions>
  <inkml:trace contextRef="#ctx0" brushRef="#br0">64 201 24575,'-13'-29'0,"-12"-37"0,-1-3 0,38 154 0,1 74 0,-9-79 0,-4-80 0,0 1 0,0 0 0,0 0 0,0 0 0,0 0 0,0 0 0,0 0 0,0 0 0,0 0 0,1 0 0,-1 0 0,1 0 0,-1 0 0,0 0 0,1 0 0,-1-1 0,1 1 0,0 0 0,-1 0 0,2 1 0,-1-2 0,-1 0 0,1 0 0,0 0 0,-1 0 0,1-1 0,-1 1 0,1 0 0,0 0 0,-1 0 0,1 0 0,-1-1 0,1 1 0,0 0 0,-1 0 0,1-1 0,-1 1 0,1-1 0,-1 1 0,1 0 0,-1-1 0,0 1 0,1-1 0,0 0 0,6-7 0,-1-1 0,10-17 0,-11 18 0,98-144 0,-83 125 0,1 2 0,1 0 0,40-33 0,-33 37-1365,-4 7-5461</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0.581"/>
    </inkml:context>
    <inkml:brush xml:id="br0">
      <inkml:brushProperty name="width" value="0.05" units="cm"/>
      <inkml:brushProperty name="height" value="0.05" units="cm"/>
      <inkml:brushProperty name="color" value="#FFFFFF"/>
    </inkml:brush>
  </inkml:definitions>
  <inkml:trace contextRef="#ctx0" brushRef="#br0">76 107 24575,'-25'-16'0,"-8"-3"0,32 19 0,1 0 0,-1 0 0,1-1 0,-1 1 0,1 0 0,-1 0 0,1 0 0,-1 0 0,1 0 0,0 0 0,-1 1 0,1-1 0,-1 0 0,1 0 0,-1 0 0,1 0 0,-1 0 0,1 1 0,-1-1 0,1 0 0,-1 0 0,1 1 0,0-1 0,-1 0 0,1 1 0,0-1 0,-1 0 0,1 1 0,0-1 0,-1 1 0,1-1 0,0 1 0,0-1 0,-1 0 0,1 1 0,0-1 0,0 1 0,0-1 0,0 1 0,0-1 0,0 1 0,0 0 0,-2 25 0,2-21 0,1 21 0,1 0 0,1 0 0,1 0 0,2 0 0,1-1 0,0 0 0,14 28 0,-19-48 0,1 1 0,-1-1 0,1 0 0,7 9 0,-9-14 0,-1 1 0,1 0 0,-1 0 0,1 0 0,0-1 0,0 1 0,-1 0 0,1-1 0,0 1 0,0-1 0,0 1 0,0-1 0,-1 1 0,1-1 0,0 0 0,0 1 0,0-1 0,0 0 0,0 0 0,0 1 0,0-1 0,0 0 0,0 0 0,0 0 0,0-1 0,0 1 0,0 0 0,0 0 0,0 0 0,0-1 0,0 1 0,0 0 0,0-1 0,0 1 0,1-2 0,5-3 0,-1-1 0,0 0 0,0 0 0,-1 0 0,0-1 0,8-13 0,24-50 0,-17 30 0,80-145-1365,-81 149-5461</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0.937"/>
    </inkml:context>
    <inkml:brush xml:id="br0">
      <inkml:brushProperty name="width" value="0.05" units="cm"/>
      <inkml:brushProperty name="height" value="0.05" units="cm"/>
      <inkml:brushProperty name="color" value="#FFFFFF"/>
    </inkml:brush>
  </inkml:definitions>
  <inkml:trace contextRef="#ctx0" brushRef="#br0">2 157 24575,'-1'12'0,"1"-12"0,0 1 0,0 0 0,-1 0 0,1 0 0,0 0 0,0 0 0,0 0 0,0 0 0,0 0 0,1 0 0,-1 0 0,0 0 0,0 0 0,1-1 0,-1 1 0,0 0 0,1 0 0,-1 0 0,1 0 0,-1-1 0,1 1 0,-1 0 0,1 0 0,-1-1 0,1 1 0,0 0 0,0-1 0,-1 1 0,1-1 0,0 1 0,1 0 0,5 2 0,-1 0 0,1 0 0,-1-1 0,1 0 0,0 0 0,0 0 0,0-1 0,0 0 0,0-1 0,1 1 0,-1-2 0,0 1 0,0-1 0,0 0 0,0 0 0,0 0 0,0-1 0,0-1 0,-1 1 0,1-1 0,-1 0 0,12-7 0,-13 7 0,-1 0 0,0 0 0,0-1 0,0 1 0,0-1 0,0 0 0,-1 0 0,0 0 0,1-1 0,-2 1 0,1-1 0,0 1 0,2-9 0,-4 9 0,0 0 0,0-1 0,0 1 0,-1 0 0,0-1 0,1 1 0,-2-1 0,1 1 0,0-1 0,-1 1 0,0 0 0,0-1 0,0 1 0,-1 0 0,1 0 0,-1 0 0,0 0 0,-3-4 0,4 5 0,-1 0 0,1 1 0,-1-1 0,0 1 0,0 0 0,0 0 0,0-1 0,0 1 0,0 0 0,-1 1 0,1-1 0,-1 0 0,1 1 0,-1-1 0,0 1 0,1 0 0,-1 0 0,0 0 0,0 0 0,0 1 0,0-1 0,-5 0 0,4 1 0,0 1 0,0 0 0,1-1 0,-1 1 0,0 1 0,0-1 0,0 0 0,1 1 0,-1 0 0,0 0 0,1 0 0,0 0 0,0 0 0,-1 1 0,1 0 0,-4 4 0,-1 2 34,1 0 1,0 1-1,0 0 0,1 0 0,0 0 0,1 1 0,0-1 0,0 1 0,-3 17 1,6-20-157,0 0 0,0 1 0,1 0 0,0-1 0,1 1 0,0 0 0,0-1 0,1 1 0,0-1 1,1 1-1,0-1 0,0 1 0,5 11 0,8 8-6704</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1.232"/>
    </inkml:context>
    <inkml:brush xml:id="br0">
      <inkml:brushProperty name="width" value="0.05" units="cm"/>
      <inkml:brushProperty name="height" value="0.05" units="cm"/>
      <inkml:brushProperty name="color" value="#FFFFFF"/>
    </inkml:brush>
  </inkml:definitions>
  <inkml:trace contextRef="#ctx0" brushRef="#br0">65 284 24575,'-3'-7'0,"-5"-8"0,5 14 0,0 11 0,3 7 0,0 0 0,1 0 0,1-1 0,0 1 0,9 32 0,-5-27 0,-2 1 0,3 30 0,-7-52 0,0 1 0,0 0 0,0 0 0,0 0 0,0 0 0,0 0 0,-1-1 0,1 1 0,-1 0 0,1 0 0,-1-1 0,0 1 0,0 0 0,1-1 0,-3 3 0,3-3 0,-1-1 0,0 1 0,0 0 0,0-1 0,1 1 0,-1-1 0,0 1 0,0-1 0,0 1 0,0-1 0,0 0 0,0 1 0,0-1 0,0 0 0,0 0 0,0 0 0,0 0 0,0 0 0,0 0 0,-1 0 0,-1 0 0,1-1 0,-1 0 0,1 0 0,-1 0 0,1 0 0,0 0 0,-1 0 0,1-1 0,0 1 0,0-1 0,0 0 0,0 1 0,0-1 0,0 0 0,1 0 0,-1 0 0,1 0 0,-1 0 0,1-1 0,-2-2 0,1-1 0,0 0 0,1 0 0,0-1 0,0 1 0,0 0 0,0-1 0,1 1 0,0 0 0,1-1 0,-1 1 0,1 0 0,1-1 0,-1 1 0,1 0 0,0 0 0,4-9 0,3-3 0,0-1 0,1 2 0,24-32 0,-12 20 0,2 1 0,1 1 0,2 1 0,0 2 0,2 0 0,0 2 0,1 2 0,1 0 0,43-19 0,-61 34 86,1-1-1,0 2 0,20-5 1,-29 8-218,0 0 1,0 1 0,0 0-1,1 0 1,-1 0 0,0 0 0,0 1-1,1 0 1,-1 0 0,0 0 0,0 1-1,7 2 1,14 13-6695</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2.373"/>
    </inkml:context>
    <inkml:brush xml:id="br0">
      <inkml:brushProperty name="width" value="0.05" units="cm"/>
      <inkml:brushProperty name="height" value="0.05" units="cm"/>
      <inkml:brushProperty name="color" value="#FFFFFF"/>
    </inkml:brush>
  </inkml:definitions>
  <inkml:trace contextRef="#ctx0" brushRef="#br0">0 51 24575,'164'-7'0,"20"0"-903,81-1-2708,78 0 2071,74-1-1009,66 2 1494,59 3-616,53 4 771,2805 88-1539,0 110 724,-663 15 1892,-1 28 279,-2333-205-372,-122-11 745,4-2 112,57 6 4026,-284-23-4282,-23 0-632</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2.828"/>
    </inkml:context>
    <inkml:brush xml:id="br0">
      <inkml:brushProperty name="width" value="0.05" units="cm"/>
      <inkml:brushProperty name="height" value="0.05" units="cm"/>
      <inkml:brushProperty name="color" value="#FFFFFF"/>
    </inkml:brush>
  </inkml:definitions>
  <inkml:trace contextRef="#ctx0" brushRef="#br0">267 30 24575,'-10'-5'0,"-1"0"0,0 0 0,0 2 0,0-1 0,0 2 0,-21-4 0,42 13 0,11 3 0,204 94 0,-194-86 0,0 0 0,-2 2 0,0 1 0,50 49 0,-70-60 0,0 0 0,0 0 0,-1 1 0,0 1 0,8 15 0,-14-22 0,0 0 0,0-1 0,0 1 0,-1 0 0,0 0 0,0 0 0,0 0 0,0 0 0,-1 0 0,0 0 0,0 0 0,0 0 0,-1 0 0,0 0 0,0 0 0,0 0 0,-3 8 0,1-7 0,0 0 0,-1 0 0,1 0 0,-1-1 0,0 1 0,-1-1 0,0 0 0,1 0 0,-2 0 0,-8 6 0,-3 0 0,0-1 0,-34 15 0,-25 3-888,-2-3 0,-114 21 0,-11-5-4639</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5.694"/>
    </inkml:context>
    <inkml:brush xml:id="br0">
      <inkml:brushProperty name="width" value="0.05" units="cm"/>
      <inkml:brushProperty name="height" value="0.05" units="cm"/>
      <inkml:brushProperty name="color" value="#FFFFFF"/>
    </inkml:brush>
  </inkml:definitions>
  <inkml:trace contextRef="#ctx0" brushRef="#br0">132 26 24575,'0'-4'0,"0"-3"0,3-1 0,-2 1 0,-1 8 0,-1 10 0,-3 12 0,-1 12 0,-3 12 0,-2 11 0,-1 11 0,-1 6 0,-1 2 0,-2-1 0,-2-6 0,3-7 0,0-13 0,2-13-8191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6.018"/>
    </inkml:context>
    <inkml:brush xml:id="br0">
      <inkml:brushProperty name="width" value="0.05" units="cm"/>
      <inkml:brushProperty name="height" value="0.05" units="cm"/>
      <inkml:brushProperty name="color" value="#FFFFFF"/>
    </inkml:brush>
  </inkml:definitions>
  <inkml:trace contextRef="#ctx0" brushRef="#br0">0 516 24575,'3'-15'0,"40"-202"0,-36 193 0,1-1 0,1 1 0,1 1 0,1 0 0,1 0 0,22-30 0,-29 45 0,1 1 0,1 0 0,-1 0 0,1 0 0,0 1 0,1 0 0,-1 0 0,1 1 0,0 0 0,1 0 0,-1 1 0,17-6 0,-18 9 0,0-1 0,0 1 0,0 0 0,0 1 0,1-1 0,-1 1 0,0 1 0,0-1 0,0 1 0,1 1 0,-1-1 0,0 1 0,0 1 0,-1-1 0,1 1 0,0 0 0,7 6 0,0-1 0,-1 1 0,-1 1 0,0 0 0,0 1 0,-1 0 0,0 1 0,-1 0 0,0 1 0,-1 0 0,-1 0 0,0 1 0,-1 0 0,0 1 0,9 29 0,-11-28 0,-2 0 0,0 1 0,0-1 0,-1 1 0,-1-1 0,-1 1 0,-1-1 0,0 1 0,-1-1 0,0 1 0,-2-1 0,0 0 0,0 0 0,-10 19 0,3-12 0,-1-1 0,-2-1 0,0 0 0,-1-1 0,-1-1 0,0 0 0,-2-1 0,0 0 0,-35 24 0,-5-3 0,-2-1 0,-75 32 0,128-66 0,-1 0 0,0 0 0,0 0 0,1 1 0,-8 6 0,14-11 0,0 1 0,-1 0 0,1 0 0,0 0 0,0 0 0,1 0 0,-1 0 0,0 1 0,0-1 0,0 0 0,1 0 0,-1 0 0,1 1 0,-1-1 0,1 0 0,-1 1 0,1-1 0,0 1 0,0-1 0,-1 0 0,1 1 0,0-1 0,0 1 0,0-1 0,1 0 0,-1 1 0,0-1 0,1 1 0,-1-1 0,0 0 0,1 1 0,0 0 0,5 6 0,-1 0 0,2-1 0,-1 0 0,1 0 0,0 0 0,0-1 0,9 6 0,7 7 0,-13-11 3,152 137 335,-125-108-907,-1 2 1,34 47-1,-42-45-6257</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6.375"/>
    </inkml:context>
    <inkml:brush xml:id="br0">
      <inkml:brushProperty name="width" value="0.05" units="cm"/>
      <inkml:brushProperty name="height" value="0.05" units="cm"/>
      <inkml:brushProperty name="color" value="#FFFFFF"/>
    </inkml:brush>
  </inkml:definitions>
  <inkml:trace contextRef="#ctx0" brushRef="#br0">1 224 24575,'3'1'0,"0"-1"0,-1 1 0,1 0 0,0 0 0,0 0 0,0 1 0,-1-1 0,1 0 0,3 4 0,16 6 0,-10-7 0,0-1 0,1-1 0,-1-1 0,0 1 0,1-2 0,-1 0 0,1 0 0,-1-1 0,1-1 0,-1 0 0,0-1 0,19-6 0,-25 7 0,1-1 0,-1 0 0,1 0 0,-1-1 0,0 0 0,0 0 0,-1-1 0,1 1 0,-1-1 0,6-7 0,-8 8 0,0-1 0,0 1 0,0-1 0,-1 1 0,0-1 0,0 0 0,0 0 0,-1 0 0,1 0 0,-1-1 0,0 1 0,-1 0 0,1-1 0,-1 1 0,0-6 0,0 6 0,-1 0 0,1 1 0,-1-1 0,0 0 0,0 1 0,0-1 0,-1 0 0,0 1 0,0 0 0,0-1 0,0 1 0,-1 0 0,1 0 0,-1 0 0,0 0 0,0 1 0,-1-1 0,1 1 0,-1 0 0,1 0 0,-1 0 0,0 0 0,0 1 0,-1-1 0,-5-1 0,5 2 0,-1 0 0,0 1 0,1 0 0,-1 0 0,0 1 0,1 0 0,-1-1 0,0 2 0,1-1 0,-1 1 0,0 0 0,1 0 0,-1 1 0,1-1 0,-1 1 0,1 0 0,0 1 0,0-1 0,0 1 0,0 0 0,-5 4 0,-1 3 0,0 0 0,1 0 0,0 1 0,1 0 0,0 1 0,1 0 0,0 0 0,1 1 0,1 0 0,-1 0 0,-7 26 0,8-16 0,0 0 0,1 0 0,1 0 0,2 1 0,0 0 0,3 36 0,-1-48-80,1-1 0,1 0-1,0 0 1,1 0 0,0 0-1,0 0 1,1 0 0,1-1-1,-1 0 1,2 0 0,0 0 0,0-1-1,0 1 1,1-1 0,1-1-1,11 11 1,11 3-6746</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6.717"/>
    </inkml:context>
    <inkml:brush xml:id="br0">
      <inkml:brushProperty name="width" value="0.05" units="cm"/>
      <inkml:brushProperty name="height" value="0.05" units="cm"/>
      <inkml:brushProperty name="color" value="#FFFFFF"/>
    </inkml:brush>
  </inkml:definitions>
  <inkml:trace contextRef="#ctx0" brushRef="#br0">198 130 24575,'2'-4'0,"0"-1"0,0 0 0,-1 1 0,0-1 0,0 0 0,0 0 0,0 0 0,-1 0 0,0 0 0,0 0 0,0 0 0,-1 0 0,0 0 0,1 0 0,-2 0 0,-1-6 0,2 8 0,0 1 0,-1-1 0,1 1 0,0 0 0,-1 0 0,1 0 0,-1-1 0,0 1 0,0 1 0,0-1 0,0 0 0,0 0 0,0 1 0,0-1 0,0 1 0,-1 0 0,1 0 0,0-1 0,-1 2 0,1-1 0,-1 0 0,0 0 0,1 1 0,-1-1 0,1 1 0,-1 0 0,0 0 0,1 0 0,-1 0 0,0 1 0,1-1 0,-5 1 0,2 1 0,0 0 0,0 0 0,0 0 0,1 1 0,-1 0 0,1-1 0,-1 1 0,1 1 0,0-1 0,0 1 0,0 0 0,1 0 0,-1 0 0,-2 5 0,-2 2 0,0 1 0,1 1 0,0-1 0,-5 16 0,8-17 0,1 0 0,0 0 0,0 1 0,1-1 0,1 1 0,0-1 0,1 1 0,0 0 0,3 21 0,-2-29 0,0 0 0,0 0 0,0 0 0,0-1 0,1 1 0,0 0 0,-1-1 0,1 1 0,1-1 0,-1 1 0,0-1 0,1 0 0,4 4 0,-4-5 0,0 0 0,0 0 0,0 0 0,0-1 0,0 1 0,0-1 0,1 0 0,-1 0 0,0 0 0,1-1 0,-1 1 0,1-1 0,-1 0 0,1 0 0,-1 0 0,1 0 0,-1 0 0,5-2 0,1 0 0,0-1 0,0 0 0,-1 0 0,1-1 0,-1 0 0,1-1 0,-1 1 0,9-9 0,-7 6 0,-1 1 0,1 0 0,0 1 0,14-6 0,-23 11 0,0-1 0,-1 1 0,1 0 0,0 0 0,0 0 0,-1 0 0,1 0 0,0 0 0,-1 0 0,1 0 0,0 0 0,-1 0 0,1 0 0,0 0 0,0 0 0,-1 1 0,1-1 0,-1 0 0,1 1 0,0-1 0,-1 0 0,1 1 0,-1-1 0,1 1 0,0-1 0,-1 1 0,0-1 0,1 1 0,-1-1 0,1 1 0,-1-1 0,1 1 0,-1 0 0,0-1 0,0 1 0,1 0 0,-1-1 0,0 1 0,0 0 0,0-1 0,0 1 0,1 0 0,-1-1 0,0 1 0,0 0 0,-1-1 0,1 2 0,-2 41 0,1-36 0,-18 134 0,-8 90 0,23-44-1365,7-107-5461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7.090"/>
    </inkml:context>
    <inkml:brush xml:id="br0">
      <inkml:brushProperty name="width" value="0.05" units="cm"/>
      <inkml:brushProperty name="height" value="0.05" units="cm"/>
      <inkml:brushProperty name="color" value="#FFFFFF"/>
    </inkml:brush>
  </inkml:definitions>
  <inkml:trace contextRef="#ctx0" brushRef="#br0">19 103 24575,'1'-4'0,"-1"0"0,-1 0 0,1 0 0,-1 0 0,1 0 0,-1 0 0,0 0 0,-1 0 0,1 0 0,-4-7 0,5 11 0,0 0 0,0 0 0,0 0 0,0 0 0,0 0 0,0 0 0,0 0 0,0 0 0,-1 0 0,1 0 0,0 0 0,0 0 0,0 0 0,0 0 0,0 0 0,0 0 0,0 0 0,0 0 0,0 0 0,0 0 0,0 0 0,-1 0 0,1 0 0,0 0 0,0 0 0,0 0 0,0 0 0,0 0 0,0 0 0,0 0 0,0 0 0,0 0 0,0 0 0,0 0 0,-1 0 0,1 0 0,0 0 0,0 0 0,0 0 0,0 0 0,0 0 0,0 1 0,0-1 0,0 0 0,0 0 0,0 0 0,0 0 0,0 0 0,0 0 0,0 0 0,0 0 0,0 0 0,0 0 0,0 0 0,0 1 0,0-1 0,0 0 0,0 0 0,0 0 0,0 0 0,0 0 0,0 0 0,-2 11 0,-1 12 0,4 134 0,1-125 0,1 0 0,14 59 0,-15-85 0,-1-1 0,1 1 0,1-1 0,-1 1 0,1-1 0,0 0 0,0 0 0,7 8 0,-9-12 0,0 0 0,0-1 0,0 1 0,0 0 0,0 0 0,0 0 0,0-1 0,1 1 0,-1 0 0,0-1 0,0 1 0,1-1 0,-1 1 0,0-1 0,1 0 0,-1 0 0,2 0 0,-1 0 0,0 0 0,-1-1 0,1 1 0,-1-1 0,1 1 0,0-1 0,-1 0 0,1 0 0,-1 1 0,0-1 0,1 0 0,-1 0 0,0-1 0,1 1 0,-1 0 0,0 0 0,2-3 0,4-7 0,0 1 0,-1-1 0,0-1 0,0 1 0,-1-1 0,5-20 0,15-79 0,-19 83 0,20-165-1365,-22 175-5461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7.467"/>
    </inkml:context>
    <inkml:brush xml:id="br0">
      <inkml:brushProperty name="width" value="0.05" units="cm"/>
      <inkml:brushProperty name="height" value="0.05" units="cm"/>
      <inkml:brushProperty name="color" value="#FFFFFF"/>
    </inkml:brush>
  </inkml:definitions>
  <inkml:trace contextRef="#ctx0" brushRef="#br0">1 251 24575,'0'-1'0,"0"0"0,0 1 0,0-1 0,0 0 0,0 0 0,1 1 0,-1-1 0,0 0 0,1 0 0,-1 1 0,0-1 0,1 0 0,-1 1 0,1-1 0,-1 1 0,1-1 0,-1 0 0,1 1 0,0-1 0,-1 1 0,1 0 0,0-1 0,-1 1 0,1-1 0,0 1 0,-1 0 0,1 0 0,0-1 0,0 1 0,0 0 0,-1 0 0,1 0 0,0 0 0,0 0 0,-1 0 0,1 0 0,0 0 0,0 0 0,1 0 0,43 9 0,-23-4 0,-17-4 0,0-1 0,1 0 0,-1-1 0,1 1 0,-1-1 0,0 0 0,1 0 0,-1 0 0,0-1 0,0 0 0,0 0 0,0 0 0,0-1 0,-1 0 0,1 0 0,-1 0 0,1 0 0,-1-1 0,0 1 0,-1-1 0,1 0 0,0 0 0,-1-1 0,0 1 0,4-9 0,-3 5 0,0 1 0,0-1 0,-1 0 0,-1 0 0,1 0 0,-1 0 0,0 0 0,-1-1 0,0 1 0,-1-1 0,1 1 0,-2-1 0,1 1 0,-1-1 0,0 1 0,-3-9 0,4 16 0,-1-1 0,1 1 0,0-1 0,-1 0 0,0 1 0,1 0 0,-1-1 0,0 1 0,1-1 0,-1 1 0,0 0 0,0 0 0,0-1 0,0 1 0,-1 0 0,1 0 0,0 0 0,0 0 0,-1 0 0,1 0 0,0 1 0,-1-1 0,1 0 0,-1 1 0,1-1 0,-1 1 0,1-1 0,-1 1 0,1 0 0,-1 0 0,0-1 0,1 1 0,-1 0 0,1 1 0,-1-1 0,1 0 0,-3 1 0,-1 0 0,1 1 0,0 0 0,0 0 0,-1 0 0,1 1 0,1-1 0,-1 1 0,0 0 0,1 0 0,-1 0 0,-5 7 0,-2 5 0,2 0 0,-1 0 0,2 1 0,0 0 0,1 1 0,-6 19 0,5-9 0,1 0 0,1 1 0,-2 34 0,7-52 43,1 1 0,0-1-1,0 1 1,1-1 0,0 0-1,1 1 1,3 9 0,-4-16-129,1 0 1,0 0 0,-1 0-1,1-1 1,0 1 0,1 0-1,-1-1 1,1 0 0,0 1-1,-1-1 1,1 0 0,1-1-1,-1 1 1,0 0 0,1-1-1,-1 0 1,1 0 0,0 0-1,6 3 1,17 3-6741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7.702"/>
    </inkml:context>
    <inkml:brush xml:id="br0">
      <inkml:brushProperty name="width" value="0.05" units="cm"/>
      <inkml:brushProperty name="height" value="0.05" units="cm"/>
      <inkml:brushProperty name="color" value="#FFFFFF"/>
    </inkml:brush>
  </inkml:definitions>
  <inkml:trace contextRef="#ctx0" brushRef="#br0">22 158 24575,'6'-16'0,"0"1"0,-1-1 0,-1 0 0,0 0 0,2-24 0,-6 37 0,0 1 0,0-1 0,0 0 0,0 1 0,-1-1 0,1 0 0,-1 1 0,0-1 0,0 1 0,-2-5 0,3 7 0,0-1 0,0 1 0,0 0 0,0-1 0,-1 1 0,1 0 0,0 0 0,0-1 0,-1 1 0,1 0 0,0 0 0,-1-1 0,1 1 0,0 0 0,0 0 0,-1 0 0,1-1 0,-1 1 0,1 0 0,0 0 0,-1 0 0,1 0 0,0 0 0,-1 0 0,1 0 0,0 0 0,-1 0 0,0 0 0,0 0 0,1 1 0,-1-1 0,0 1 0,0-1 0,0 1 0,1 0 0,-1-1 0,0 1 0,0 0 0,1 0 0,-1 0 0,1-1 0,-1 1 0,1 0 0,-1 0 0,0 1 0,-3 10 0,-1 0 0,1 0 0,1 1 0,0-1 0,1 1 0,1-1 0,-1 23 0,2-1 0,8 56 0,0-52 0,16 53 0,-16-62 0,-7-26 29,0-1-1,0 1 1,-1 0-1,1 0 0,-1-1 1,0 1-1,0 0 1,0 0-1,0-1 1,0 1-1,-1 3 1,0-5-95,1 0 0,-1 0 1,0 1-1,1-1 0,-1 0 1,0 0-1,0 0 0,0 0 1,0 0-1,1-1 1,-1 1-1,-1 0 0,1 0 1,0-1-1,0 1 0,0 0 1,0-1-1,0 1 0,-1-1 1,1 0-1,0 1 1,0-1-1,-1 0 0,1 0 1,-2 1-1,-11 0-6760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8.013"/>
    </inkml:context>
    <inkml:brush xml:id="br0">
      <inkml:brushProperty name="width" value="0.05" units="cm"/>
      <inkml:brushProperty name="height" value="0.05" units="cm"/>
      <inkml:brushProperty name="color" value="#FFFFFF"/>
    </inkml:brush>
  </inkml:definitions>
  <inkml:trace contextRef="#ctx0" brushRef="#br0">15 68 24575,'39'-67'0,"-44"80"0,0 0 0,1 1 0,-4 22 0,-8 64 0,6-14 0,5 0 0,5 93 0,30 170 0,-8-470 0,-14 81 0,26-79 0,-29 105 0,0 1 0,1-1 0,1 1 0,0 1 0,1-1 0,0 1 0,1 0 0,0 1 0,13-12 0,-20 21-68,0 0 0,0 1-1,0-1 1,0 1 0,0 0 0,0-1-1,0 1 1,0 0 0,0 0 0,1 1-1,-1-1 1,0 0 0,1 1 0,-1-1-1,1 1 1,-1 0 0,0 0-1,1 0 1,4 0 0,12 7-6758</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9.180"/>
    </inkml:context>
    <inkml:brush xml:id="br0">
      <inkml:brushProperty name="width" value="0.05" units="cm"/>
      <inkml:brushProperty name="height" value="0.05" units="cm"/>
      <inkml:brushProperty name="color" value="#FFFFFF"/>
    </inkml:brush>
  </inkml:definitions>
  <inkml:trace contextRef="#ctx0" brushRef="#br0">0 539 24575,'0'-29'0,"0"-10"0,6-51 0,-4 76 0,0 1 0,1-1 0,1 1 0,1 0 0,-1 0 0,2 0 0,10-18 0,1 5 0,1 1 0,1 0 0,43-41 0,-46 51 0,0 0 0,1 2 0,1 0 0,1 1 0,-1 0 0,29-11 0,-42 21 0,-1 0 0,1 0 0,-1 1 0,1 0 0,0 0 0,-1 0 0,1 0 0,0 1 0,-1 0 0,1 0 0,0 0 0,0 1 0,-1-1 0,1 1 0,0 0 0,4 2 0,-5-1 0,0 0 0,0 1 0,0-1 0,-1 1 0,0-1 0,1 1 0,-1 0 0,0 1 0,0-1 0,0 1 0,-1-1 0,1 1 0,-1 0 0,0 0 0,0-1 0,0 2 0,1 5 0,6 19 0,-1 1 0,6 48 0,0 65 0,-11-99 0,16 192-1365,-14-171-5461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9.523"/>
    </inkml:context>
    <inkml:brush xml:id="br0">
      <inkml:brushProperty name="width" value="0.05" units="cm"/>
      <inkml:brushProperty name="height" value="0.05" units="cm"/>
      <inkml:brushProperty name="color" value="#FFFFFF"/>
    </inkml:brush>
  </inkml:definitions>
  <inkml:trace contextRef="#ctx0" brushRef="#br0">0 42 24575,'16'2'0,"0"0"0,-1 2 0,1 0 0,-1 1 0,0 0 0,-1 1 0,17 10 0,24 16 0,-41-23 0,1 0 0,21 10 0,-34-19 0,0 1 0,0-1 0,0 1 0,0-1 0,0 1 0,0-1 0,0 0 0,0 0 0,0 0 0,0 0 0,0-1 0,0 1 0,0 0 0,0-1 0,0 0 0,0 1 0,0-1 0,0 0 0,0 0 0,0 0 0,-1 0 0,1 0 0,0 0 0,-1-1 0,1 1 0,-1-1 0,1 1 0,-1-1 0,0 1 0,1-1 0,-1 0 0,1-3 0,5-7 0,-1 0 0,-1 0 0,8-25 0,-9 26 0,-1 1 0,-2 7 0,-1 0 0,1 0 0,0 0 0,0 0 0,0 1 0,0-1 0,1 0 0,-1 1 0,1-1 0,0 1 0,2-3 0,-4 5 0,0 0 0,1 0 0,-1 0 0,0 0 0,0 0 0,1 0 0,-1 0 0,0 0 0,1 0 0,-1 0 0,0 0 0,0 0 0,1 0 0,-1 0 0,0 0 0,1 0 0,-1 1 0,0-1 0,0 0 0,1 0 0,-1 0 0,0 0 0,0 1 0,0-1 0,1 0 0,-1 0 0,0 1 0,0-1 0,0 0 0,0 0 0,1 1 0,-1-1 0,0 0 0,0 0 0,0 1 0,0-1 0,0 0 0,0 1 0,0-1 0,0 0 0,0 0 0,0 1 0,0-1 0,0 0 0,0 1 0,0-1 0,0 1 0,2 17 0,-4 4-1365,-1 1-5461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49.867"/>
    </inkml:context>
    <inkml:brush xml:id="br0">
      <inkml:brushProperty name="width" value="0.05" units="cm"/>
      <inkml:brushProperty name="height" value="0.05" units="cm"/>
      <inkml:brushProperty name="color" value="#FFFFFF"/>
    </inkml:brush>
  </inkml:definitions>
  <inkml:trace contextRef="#ctx0" brushRef="#br0">404 92 24575,'-17'-1'0,"0"-1"0,0-2 0,0 1 0,1-2 0,-1 0 0,-19-10 0,-31-8 0,54 19 0,-11-3 0,0 0 0,-1 2 0,-44-4 0,67 8 0,1 1 0,-1 0 0,0 0 0,1 0 0,-1 0 0,1 0 0,-1 0 0,1 1 0,-1-1 0,0 0 0,1 1 0,-1-1 0,1 1 0,0-1 0,-1 1 0,1 0 0,-1 0 0,1 0 0,0 0 0,0 0 0,-1 0 0,1 0 0,0 0 0,0 0 0,0 0 0,0 1 0,0-1 0,1 0 0,-1 1 0,0-1 0,1 1 0,-1-1 0,0 1 0,1-1 0,0 1 0,-1-1 0,1 4 0,0 4 0,1 0 0,0 0 0,0 0 0,1 0 0,4 14 0,0 0 0,16 94 0,-12-55 0,23 73 0,-28-120-455,0-1 0,13 24 0,-3-15-6371</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0.224"/>
    </inkml:context>
    <inkml:brush xml:id="br0">
      <inkml:brushProperty name="width" value="0.05" units="cm"/>
      <inkml:brushProperty name="height" value="0.05" units="cm"/>
      <inkml:brushProperty name="color" value="#FFFFFF"/>
    </inkml:brush>
  </inkml:definitions>
  <inkml:trace contextRef="#ctx0" brushRef="#br0">1 0 24575,'-1'45'0,"2"0"0,2 0 0,3 0 0,13 56 0,-15-87 0,0 0 0,2 0 0,0 0 0,0-1 0,1 0 0,1-1 0,14 19 0,-15-23 0,1 0 0,0-1 0,0 1 0,0-2 0,1 1 0,0-1 0,1 0 0,-1-1 0,1 0 0,0-1 0,16 5 0,-15-6 0,0 0 0,0-1 0,1 0 0,-1-1 0,1-1 0,0 1 0,-1-2 0,1 0 0,-1 0 0,1-1 0,-1 0 0,1-1 0,-1 0 0,0-1 0,-1 0 0,1-1 0,-1 0 0,1-1 0,-2 0 0,1-1 0,-1 0 0,15-13 0,-13 9 0,0-1 0,-1 0 0,-1 0 0,0 0 0,0-1 0,-2-1 0,1 0 0,-2 0 0,0 0 0,0 0 0,-2-1 0,1 0 0,-2 0 0,0-1 0,-1 1 0,0-26 0,3 2-1365</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1.486"/>
    </inkml:context>
    <inkml:brush xml:id="br0">
      <inkml:brushProperty name="width" value="0.05" units="cm"/>
      <inkml:brushProperty name="height" value="0.05" units="cm"/>
      <inkml:brushProperty name="color" value="#FFFFFF"/>
    </inkml:brush>
  </inkml:definitions>
  <inkml:trace contextRef="#ctx0" brushRef="#br0">14269 695 24575,'-524'-31'-43,"401"20"-190,-809-78-4135,-173-14-850,-1738-48 1399,-6 96 3195,1623 37 735,-516-27-735,5-53 1811,1109 45 2219,168 14 3368,452 38-6416,-23 0 1203,31 1-1530,-1 0 1,1 1-1,0-1 0,-1 0 1,1 0-1,-1 0 1,1 0-1,0 1 0,-1-1 1,1 0-1,0 0 0,-1 0 1,1 1-1,0-1 0,-1 0 1,1 1-1,0-1 1,0 0-1,-1 1 0,1-1 1,0 0-1,0 1 0,-1 0 1,1-1 4,0 1 0,0 0-1,0 0 1,0 0 0,1 0 0,-1-1 0,0 1 0,0 0 0,0 0 0,1 0-1,-1-1 1,0 1 0,1 0 0,-1 0 0,1-1 0,0 2 0,18 24 102,-10-13-126,0 1 1,13 23 0,-20-33-14,-1-1 1,1 1 0,-1 0-1,0 0 1,0 0-1,0 0 1,0 0 0,-1 0-1,0 0 1,1 1-1,-2-1 1,1 0 0,0 0-1,-1 0 1,-1 6-1,0-7 8,1 0 0,-1 0-1,1 0 1,-1 0 0,0-1-1,0 1 1,0 0-1,-1-1 1,1 0 0,-1 1-1,1-1 1,-1 0 0,0 0-1,1-1 1,-1 1 0,0 0-1,-4 0 1,-1 2-255,0-2 1,0 1-1,-1-1 1,1 0-1,-13 1 1,5-2-6579</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1.779"/>
    </inkml:context>
    <inkml:brush xml:id="br0">
      <inkml:brushProperty name="width" value="0.05" units="cm"/>
      <inkml:brushProperty name="height" value="0.05" units="cm"/>
      <inkml:brushProperty name="color" value="#FFFFFF"/>
    </inkml:brush>
  </inkml:definitions>
  <inkml:trace contextRef="#ctx0" brushRef="#br0">126 132 24575,'19'-44'0,"-15"34"0,0-1 0,1 1 0,0 0 0,1 0 0,11-15 0,-17 24 0,1 0 0,0 0 0,0 0 0,-1 0 0,1 1 0,0-1 0,0 0 0,0 0 0,0 1 0,0-1 0,0 1 0,0-1 0,0 1 0,1-1 0,0 0 0,-1 1 0,-1 0 0,0 1 0,1-1 0,-1 0 0,0 0 0,1 0 0,-1 0 0,0 0 0,1 1 0,-1-1 0,0 0 0,1 0 0,-1 1 0,0-1 0,1 0 0,-1 0 0,0 1 0,0-1 0,0 0 0,1 1 0,-1-1 0,0 0 0,0 1 0,0-1 0,0 0 0,1 1 0,-1-1 0,0 0 0,0 1 0,0 3 0,1-1 0,-1 1 0,0-1 0,0 1 0,0-1 0,-1 1 0,1-1 0,-2 7 0,-12 26 0,-1-1 0,-2 0 0,-1-1 0,-40 55 0,-7 16 0,62-101 0,0 1 0,1-1 0,0 1 0,0 0 0,0 0 0,1 0 0,-1 0 0,1 0 0,0 0 0,1 0 0,-1 7 0,1-9 0,1 1 0,0-1 0,0 1 0,0-1 0,0 1 0,1-1 0,-1 0 0,1 0 0,0 1 0,0-1 0,0 0 0,0 0 0,0-1 0,1 1 0,-1 0 0,6 3 0,126 103-1365,-98-76-5461</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2.167"/>
    </inkml:context>
    <inkml:brush xml:id="br0">
      <inkml:brushProperty name="width" value="0.05" units="cm"/>
      <inkml:brushProperty name="height" value="0.05" units="cm"/>
      <inkml:brushProperty name="color" value="#FFFFFF"/>
    </inkml:brush>
  </inkml:definitions>
  <inkml:trace contextRef="#ctx0" brushRef="#br0">54 13 24575,'-25'-7'0,"23"6"0,0 0 0,1 1 0,-1-1 0,0 0 0,0 1 0,0-1 0,0 1 0,0 0 0,0 0 0,-3 0 0,5 0 0,0 0 0,-1 0 0,1 0 0,0 0 0,0 1 0,-1-1 0,1 0 0,0 0 0,0 0 0,-1 1 0,1-1 0,0 0 0,0 0 0,0 1 0,0-1 0,-1 0 0,1 0 0,0 1 0,0-1 0,0 0 0,0 1 0,0-1 0,0 0 0,0 0 0,0 1 0,0-1 0,0 1 0,4 18 0,16 37 0,-2 1 0,-3 0 0,-3 1 0,6 66 0,-17-104 29,3 17-377,-2 0-1,-1 1 0,-8 59 1,3-76-6478</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2.460"/>
    </inkml:context>
    <inkml:brush xml:id="br0">
      <inkml:brushProperty name="width" value="0.05" units="cm"/>
      <inkml:brushProperty name="height" value="0.05" units="cm"/>
      <inkml:brushProperty name="color" value="#FFFFFF"/>
    </inkml:brush>
  </inkml:definitions>
  <inkml:trace contextRef="#ctx0" brushRef="#br0">0 750 24575,'4'-75'0,"3"0"0,17-74 0,-22 135 0,9-45 0,28-91 0,-33 132 0,0 0 0,2 1 0,0 0 0,1 0 0,1 1 0,0 0 0,1 1 0,1 0 0,17-17 0,-25 27 0,2 0 0,-1 1 0,1 0 0,-1 0 0,1 1 0,0-1 0,0 1 0,1 0 0,-1 1 0,0 0 0,1 0 0,0 0 0,-1 1 0,1 0 0,0 0 0,0 0 0,0 1 0,0 0 0,-1 1 0,1-1 0,0 1 0,0 1 0,0-1 0,-1 1 0,1 0 0,-1 1 0,0 0 0,1 0 0,-1 0 0,0 0 0,-1 1 0,1 0 0,-1 0 0,0 1 0,0 0 0,5 5 0,-2 0 0,0-1 0,0 1 0,-2 1 0,1 0 0,-1-1 0,-1 2 0,0-1 0,0 1 0,-1-1 0,-1 1 0,0 0 0,0 1 0,-1-1 0,-1 0 0,0 1 0,-1-1 0,0 1 0,-1-1 0,0 1 0,-1-1 0,-1 0 0,-4 15 0,-1-3 0,-1 1 0,-2-1 0,0 0 0,-1-1 0,-2-1 0,0 0 0,-1-1 0,-2 0 0,-30 30 0,15-22 0,-38 26 0,-26 23 0,95-77 0,-1 0 0,0 1 0,1-1 0,0 1 0,-1-1 0,1 1 0,0 0 0,0 0 0,0-1 0,0 1 0,0 0 0,0 0 0,0 0 0,0 0 0,1 0 0,-1 0 0,1 2 0,0-1 0,1-1 0,-1 0 0,1 0 0,0 0 0,-1 0 0,1-1 0,0 1 0,0 0 0,0 0 0,1 0 0,-1-1 0,0 1 0,1-1 0,-1 1 0,1-1 0,-1 1 0,3 0 0,149 114 249,-66-52-1863,-45-33-5212</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2.803"/>
    </inkml:context>
    <inkml:brush xml:id="br0">
      <inkml:brushProperty name="width" value="0.05" units="cm"/>
      <inkml:brushProperty name="height" value="0.05" units="cm"/>
      <inkml:brushProperty name="color" value="#FFFFFF"/>
    </inkml:brush>
  </inkml:definitions>
  <inkml:trace contextRef="#ctx0" brushRef="#br0">14 143 24575,'0'0'0,"1"0"0,-1 0 0,0 0 0,0-1 0,0 1 0,0 0 0,0 0 0,0 0 0,0 0 0,0-1 0,0 1 0,0 0 0,0 0 0,0 0 0,0-1 0,0 1 0,0 0 0,0 0 0,0 0 0,0-1 0,0 1 0,0 0 0,0 0 0,0 0 0,0 0 0,0-1 0,0 1 0,0 0 0,0 0 0,-1 0 0,1 0 0,0 0 0,0-1 0,0 1 0,0 0 0,0 0 0,-1 0 0,1 0 0,0 0 0,0 0 0,0 0 0,0-1 0,-1 1 0,1 0 0,0 0 0,0 0 0,0 0 0,0 0 0,-1 0 0,1 0 0,0 0 0,0 0 0,0 0 0,-1 0 0,1 0 0,0 0 0,0 0 0,0 0 0,0 0 0,-1 0 0,1 1 0,0-1 0,0 0 0,0 0 0,0 0 0,-1 0 0,1 0 0,0 0 0,0 1 0,-8 12 0,8-9 0,0 1 0,0-1 0,1 1 0,-1-1 0,1 0 0,0 0 0,0 1 0,0-1 0,1 0 0,-1 0 0,1 0 0,0 0 0,0 0 0,0-1 0,1 1 0,0-1 0,-1 1 0,1-1 0,0 0 0,0 0 0,1 0 0,-1-1 0,1 1 0,-1-1 0,1 0 0,0 1 0,0-2 0,0 1 0,6 1 0,-3 0 0,0-1 0,0 0 0,1 0 0,-1-1 0,1 0 0,0 0 0,-1-1 0,1 1 0,-1-2 0,1 1 0,0-1 0,-1-1 0,1 1 0,-1-1 0,0-1 0,8-2 0,-9 1 0,0 0 0,0 0 0,0 0 0,-1-1 0,0 0 0,0 0 0,0 0 0,0-1 0,-1 0 0,0 0 0,0 0 0,0 0 0,-1-1 0,0 1 0,0-1 0,2-9 0,-3 10 0,-1-1 0,1 1 0,-1 0 0,0-1 0,-1 1 0,0-1 0,0 1 0,0-1 0,-1 1 0,0 0 0,0-1 0,0 1 0,-1 0 0,0-1 0,0 1 0,-1 0 0,0 0 0,-4-7 0,6 11 0,-1 0 0,1 1 0,0-1 0,-1 1 0,0-1 0,1 1 0,-1-1 0,0 1 0,1 0 0,-1 0 0,0 0 0,0 0 0,0 0 0,0 0 0,0 0 0,0 1 0,0-1 0,0 1 0,0 0 0,0-1 0,-1 1 0,1 0 0,0 0 0,0 0 0,0 1 0,0-1 0,0 0 0,0 1 0,0-1 0,0 1 0,0 0 0,0 0 0,0 0 0,0 0 0,-3 2 0,-3 2 0,0 1 0,0 0 0,1 0 0,0 1 0,0 0 0,-10 13 0,8-7 43,0 1 0,1 0-1,0 0 1,2 0 0,-1 1-1,2 0 1,-5 17 0,8-21-186,-1-1 1,2 1 0,-1-1 0,1 1-1,1 0 1,0-1 0,1 1 0,0 0 0,0-1-1,1 1 1,5 15 0,6 3-6684</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3.085"/>
    </inkml:context>
    <inkml:brush xml:id="br0">
      <inkml:brushProperty name="width" value="0.05" units="cm"/>
      <inkml:brushProperty name="height" value="0.05" units="cm"/>
      <inkml:brushProperty name="color" value="#FFFFFF"/>
    </inkml:brush>
  </inkml:definitions>
  <inkml:trace contextRef="#ctx0" brushRef="#br0">30 117 24575,'5'-8'0,"0"0"0,1 0 0,0 1 0,7-7 0,-8 9 0,0 0 0,-1 1 0,0-1 0,0-1 0,0 1 0,-1-1 0,0 1 0,0-1 0,0 0 0,2-7 0,-5 12 0,0 1 0,0 0 0,0 0 0,0 0 0,0-1 0,0 1 0,0 0 0,0 0 0,0 0 0,0-1 0,0 1 0,-1 0 0,1 0 0,0 0 0,0 0 0,0-1 0,0 1 0,0 0 0,0 0 0,0 0 0,-1 0 0,1 0 0,0-1 0,0 1 0,0 0 0,0 0 0,0 0 0,-1 0 0,1 0 0,0 0 0,0 0 0,0 0 0,-1 0 0,1 0 0,0-1 0,0 1 0,0 0 0,0 0 0,-1 0 0,1 0 0,0 0 0,0 0 0,0 0 0,-1 1 0,1-1 0,0 0 0,0 0 0,0 0 0,-1 0 0,1 0 0,0 0 0,0 0 0,0 0 0,0 0 0,-1 1 0,1-1 0,0 0 0,0 0 0,0 0 0,0 0 0,0 0 0,0 1 0,-1-1 0,-12 8 0,4-1 0,-1 1 0,1 1 0,0-1 0,0 1 0,-9 15 0,15-21 0,1 1 0,-1 0 0,1-1 0,0 1 0,0 0 0,1 1 0,-1-1 0,1 0 0,0 0 0,0 1 0,0-1 0,1 0 0,-1 1 0,1-1 0,0 1 0,1-1 0,-1 1 0,2 6 0,3 2 0,1-1 0,0 1 0,1-1 0,0 0 0,1-1 0,0 0 0,1 0 0,20 18 0,14 20 0,-41-47 0,-1-1 0,1 1 0,-1 0 0,1 0 0,-1 0 0,0 0 0,0 0 0,0 0 0,0 1 0,0-1 0,-1 0 0,1 0 0,-1 1 0,1-1 0,-1 0 0,0 1 0,0-1 0,0 0 0,0 1 0,0-1 0,-1 0 0,0 3 0,0-3 0,0 1 0,-1-1 0,1 0 0,-1 0 0,0 0 0,1 0 0,-1 0 0,0 0 0,0-1 0,0 1 0,-1-1 0,1 1 0,0-1 0,0 0 0,-1 0 0,1 0 0,-1 0 0,1 0 0,-5 0 0,-30 6-1365,-1-2-5461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3.526"/>
    </inkml:context>
    <inkml:brush xml:id="br0">
      <inkml:brushProperty name="width" value="0.05" units="cm"/>
      <inkml:brushProperty name="height" value="0.05" units="cm"/>
      <inkml:brushProperty name="color" value="#FFFFFF"/>
    </inkml:brush>
  </inkml:definitions>
  <inkml:trace contextRef="#ctx0" brushRef="#br0">1 248 24575,'3'0'0,"0"0"0,0 0 0,0 0 0,0 1 0,0-1 0,-1 1 0,1 0 0,0 0 0,0 0 0,0 0 0,-1 0 0,1 1 0,0 0 0,-1-1 0,1 1 0,-1 0 0,0 0 0,0 0 0,0 0 0,0 0 0,0 1 0,0-1 0,0 1 0,-1-1 0,1 1 0,-1 0 0,0-1 0,0 1 0,0 0 0,0 0 0,1 5 0,1 9 0,-1 0 0,-1 0 0,0 0 0,-3 26 0,1-14 0,-1 263 0,1-428 0,0-22 0,20-181 0,-19 337 0,2-10 0,0-1 0,0 1 0,1 1 0,6-15 0,-9 24 0,1 0 0,0 0 0,0 0 0,1 0 0,-1 0 0,0 0 0,1 0 0,-1 0 0,1 1 0,0-1 0,-1 1 0,5-3 0,-5 3 0,1 0 0,-1 1 0,0 0 0,1-1 0,-1 1 0,1 0 0,-1 0 0,1-1 0,0 1 0,-1 0 0,1 1 0,-1-1 0,1 0 0,-1 0 0,1 1 0,-1-1 0,0 1 0,1-1 0,-1 1 0,1-1 0,1 3 0,5 2 0,0 1 0,0 0 0,0 0 0,-1 1 0,0 0 0,-1 0 0,0 1 0,10 14 0,-7-7 0,0 1 0,-1 0 0,12 31 0,-19-43-47,0 0 0,1 0 0,-1 0 0,-1 0 0,1 0 0,-1 0 0,1 0 0,-1 1 0,0-1-1,-1 0 1,1 0 0,-1 0 0,1 0 0,-1 0 0,-1 0 0,1 0 0,0 0 0,-1 0 0,0-1 0,0 1 0,0-1 0,0 1-1,-1-1 1,1 0 0,-1 0 0,0 0 0,0 0 0,-3 3 0,-13 9-6779</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4.446"/>
    </inkml:context>
    <inkml:brush xml:id="br0">
      <inkml:brushProperty name="width" value="0.05" units="cm"/>
      <inkml:brushProperty name="height" value="0.05" units="cm"/>
      <inkml:brushProperty name="color" value="#FFFFFF"/>
    </inkml:brush>
  </inkml:definitions>
  <inkml:trace contextRef="#ctx0" brushRef="#br0">92 45 24575,'0'0'0,"1"0"0,-1 0 0,0 0 0,1 0 0,-1 0 0,1 0 0,-1 0 0,1 0 0,-1 0 0,0 0 0,1 0 0,-1 0 0,1 0 0,-1 0 0,1 0 0,-1 1 0,0-1 0,1 0 0,-1 0 0,0 0 0,1 1 0,-1-1 0,0 0 0,1 1 0,-1-1 0,0 0 0,0 1 0,1-1 0,-1 1 0,-5 11 0,-25 17 0,20-20 0,4-2 0,0 0 0,0 0 0,0 1 0,1 0 0,0 0 0,0 1 0,1-1 0,0 1 0,-4 14 0,8-20 0,-1 0 0,0 0 0,1-1 0,-1 1 0,1 0 0,0 0 0,0 0 0,0-1 0,0 1 0,1 0 0,-1 0 0,1-1 0,0 1 0,0 0 0,0-1 0,0 1 0,0 0 0,0-1 0,1 1 0,-1-1 0,1 0 0,-1 0 0,1 1 0,0-1 0,0 0 0,0-1 0,0 1 0,1 0 0,-1 0 0,0-1 0,1 0 0,-1 1 0,1-1 0,-1 0 0,1 0 0,4 1 0,1 0 0,-1-1 0,0 0 0,1 0 0,-1 0 0,0-1 0,1 0 0,-1-1 0,1 1 0,-1-1 0,0-1 0,1 0 0,-1 0 0,0 0 0,0-1 0,0 1 0,-1-2 0,8-4 0,-7 4 0,-1 0 0,0 0 0,0-1 0,0 0 0,0 0 0,-1 0 0,0-1 0,0 0 0,-1 0 0,1 0 0,-1-1 0,-1 1 0,1-1 0,-1 0 0,0 0 0,3-13 0,-6 17 0,1-1 0,-1 1 0,0 0 0,0-1 0,-1 1 0,1 0 0,-1-1 0,1 1 0,-1 0 0,0 0 0,0 0 0,-1 0 0,1 0 0,-1 0 0,1 0 0,-1 0 0,0 0 0,0 1 0,0-1 0,0 1 0,-1-1 0,1 1 0,-1 0 0,0 0 0,1 0 0,-1 0 0,0 1 0,-3-2 0,3 1 0,1 1 0,-1 0 0,0 0 0,1 0 0,-1 0 0,0 0 0,0 1 0,0-1 0,0 1 0,0-1 0,0 1 0,1 0 0,-1 1 0,0-1 0,0 0 0,0 1 0,0-1 0,0 1 0,0 0 0,1 0 0,-1 0 0,0 0 0,1 1 0,-1-1 0,1 1 0,-1 0 0,1-1 0,0 1 0,0 0 0,0 0 0,-3 4 0,4-5 0,0 0 0,0 0 0,1 0 0,-1 0 0,0 0 0,1 0 0,-1 0 0,0 0 0,1 0 0,0 0 0,-1 0 0,1 1 0,0-1 0,-1 0 0,1 0 0,0 0 0,0 1 0,0-1 0,0 0 0,0 0 0,0 0 0,1 1 0,-1-1 0,0 0 0,0 0 0,1 0 0,-1 0 0,1 1 0,-1-1 0,1 0 0,0 0 0,-1 0 0,1 0 0,0 0 0,0 0 0,-1-1 0,1 1 0,0 0 0,0 0 0,2 1 0,0-1 0,0 0 0,0 1 0,0-1 0,0 0 0,0 0 0,0-1 0,0 1 0,0 0 0,0-1 0,0 0 0,1 0 0,-1 0 0,0 0 0,0-1 0,4 0 0,14-5 0,1-2 0,32-16 0,22-8 0,-66 28 0,0 1 0,1 1 0,-1-1 0,1 2 0,0-1 0,-1 2 0,17 0 0,-24 0 0,0 0 0,0 1 0,0-1 0,-1 1 0,1 0 0,0 0 0,0 0 0,-1 0 0,1 1 0,-1-1 0,1 1 0,-1-1 0,1 1 0,-1 0 0,0 0 0,0 0 0,0 0 0,0 1 0,0-1 0,-1 0 0,1 1 0,0-1 0,-1 1 0,0 0 0,0-1 0,0 1 0,0 0 0,0 0 0,0 0 0,-1 0 0,1 5 0,0 10 0,-2-14 0,1 0 0,1 0 0,-1 0 0,0 0 0,1 0 0,2 7 0,-2-10 0,-1 0 0,1-1 0,-1 1 0,1 0 0,-1-1 0,1 1 0,-1-1 0,1 1 0,0-1 0,-1 1 0,1-1 0,0 1 0,0-1 0,-1 0 0,1 1 0,0-1 0,0 0 0,0 1 0,-1-1 0,1 0 0,0 0 0,0 0 0,0 0 0,0 0 0,-1 0 0,1 0 0,0 0 0,0 0 0,0 0 0,0-1 0,-1 1 0,1 0 0,0-1 0,0 1 0,-1 0 0,1-1 0,1 0 0,18-8 0,-14 6 0,-1 1 0,1-1 0,0 1 0,1 0 0,-1 0 0,8 0 0,-11 2 0,0 0 0,-1 0 0,1 0 0,0 1 0,0-1 0,-1 1 0,1 0 0,0 0 0,-1 0 0,1 0 0,-1 0 0,1 1 0,-1-1 0,0 1 0,0-1 0,1 1 0,-1 0 0,3 3 0,22 25 0,-18-19 0,1 0 0,0 0 0,1-1 0,15 11 0,-22-19 0,-1 0 0,0 0 0,1 0 0,-1 0 0,1-1 0,0 0 0,-1 0 0,1 0 0,0 0 0,0 0 0,0-1 0,-1 0 0,1 1 0,0-1 0,0-1 0,0 1 0,0-1 0,0 1 0,-1-1 0,1 0 0,4-2 0,3-2 0,-1 0 0,1-1 0,-1 0 0,-1 0 0,1-1 0,-1-1 0,0 1 0,0-1 0,-1-1 0,0 0 0,9-14 0,-5 5 0,-1-1 0,-1 0 0,0-1 0,-2 0 0,8-25 0,-15 41 0,0 0 0,1 0 0,0 1 0,-1-1 0,1 1 0,3-5 0,-5 8 0,1 0 0,-1-1 0,0 1 0,0 0 0,1-1 0,-1 1 0,0 0 0,1-1 0,-1 1 0,1 0 0,-1 0 0,0 0 0,1-1 0,-1 1 0,1 0 0,-1 0 0,0 0 0,1 0 0,-1 0 0,1 0 0,-1 0 0,1 0 0,-1 0 0,1 0 0,0 0 0,0 1 0,0-1 0,-1 1 0,1-1 0,0 1 0,-1-1 0,1 1 0,0 0 0,-1-1 0,1 1 0,-1 0 0,1 0 0,-1-1 0,1 1 0,-1 0 0,0 0 0,1 1 0,7 21 0,-1 0 0,-1 1 0,6 48 0,-8-45 0,-3-22-42,-1 0-1,1-1 0,-1 1 1,0 0-1,0 0 0,-1 0 1,1 0-1,-1-1 0,0 1 1,0 0-1,-1 0 0,1-1 1,-1 1-1,0-1 0,-1 0 1,1 1-1,-1-1 0,1 0 1,-1 0-1,0-1 0,-1 1 1,1 0-1,-1-1 0,1 0 1,-1 0-1,0 0 0,0-1 1,-1 1-1,1-1 0,0 0 1,-10 3-1,-4 2-6783</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4.836"/>
    </inkml:context>
    <inkml:brush xml:id="br0">
      <inkml:brushProperty name="width" value="0.05" units="cm"/>
      <inkml:brushProperty name="height" value="0.05" units="cm"/>
      <inkml:brushProperty name="color" value="#FFFFFF"/>
    </inkml:brush>
  </inkml:definitions>
  <inkml:trace contextRef="#ctx0" brushRef="#br0">3 251 24575,'17'1'0,"1"-2"0,-1 0 0,34-7 0,-43 5 0,0 0 0,1 0 0,-1 0 0,-1-1 0,1 0 0,0-1 0,-1 1 0,0-2 0,12-10 0,-11 8 0,-1 0 0,0 0 0,0-1 0,-1 0 0,0 0 0,5-11 0,-9 15 0,0 1 0,0-1 0,0 0 0,0 0 0,-1 0 0,0-1 0,0 1 0,0 0 0,-1 0 0,1-1 0,-1 1 0,-1 0 0,1-1 0,-2-7 0,1 12 0,1-1 0,-1 0 0,1 0 0,-1 0 0,0 0 0,0 1 0,0-1 0,0 0 0,0 1 0,0-1 0,0 1 0,-1-1 0,1 1 0,0 0 0,-1-1 0,1 1 0,-1 0 0,0 0 0,1 0 0,-4-1 0,2 1 0,1 1 0,-1-1 0,0 1 0,0-1 0,0 1 0,1 0 0,-1 1 0,0-1 0,0 0 0,0 1 0,1-1 0,-6 3 0,-2 1 0,0 0 0,1 1 0,-1 0 0,1 1 0,0 0 0,-9 8 0,6-4 0,1 0 0,1 1 0,0 1 0,0-1 0,1 2 0,1-1 0,0 1 0,1 1 0,0-1 0,-6 18 0,11-25 0,0 0 0,0 0 0,1-1 0,0 1 0,0 0 0,0 0 0,1 1 0,0-1 0,0 0 0,0 0 0,1 0 0,0 0 0,0 0 0,1 0 0,0-1 0,0 1 0,0 0 0,0-1 0,1 1 0,0-1 0,0 0 0,0 0 0,1 0 0,0 0 0,0 0 0,0-1 0,10 8 0,-6-7-124,0 0 0,1 0 0,-1-1 0,1-1 0,0 1 0,0-1-1,0-1 1,1 1 0,-1-2 0,14 2 0,15 0-6702</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6.458"/>
    </inkml:context>
    <inkml:brush xml:id="br0">
      <inkml:brushProperty name="width" value="0.05" units="cm"/>
      <inkml:brushProperty name="height" value="0.05" units="cm"/>
      <inkml:brushProperty name="color" value="#FFFFFF"/>
    </inkml:brush>
  </inkml:definitions>
  <inkml:trace contextRef="#ctx0" brushRef="#br0">331 32 24575,'1'0'0,"-1"0"0,1-1 0,-1 1 0,1 0 0,-1-1 0,1 1 0,-1-1 0,1 1 0,-1-1 0,1 1 0,-1-1 0,0 1 0,1-1 0,-1 1 0,0-1 0,1 1 0,-1-1 0,0 0 0,0 1 0,0-1 0,0 1 0,1-1 0,-1 0 0,0 1 0,0-1 0,0 0 0,0 1 0,0-1 0,0 1 0,-1-1 0,1 0 0,0 1 0,0-1 0,0 0 0,-1 1 0,1-1 0,0 1 0,0-1 0,-1 1 0,1-1 0,-1 1 0,1-1 0,0 1 0,-1-1 0,1 1 0,-1-1 0,1 1 0,-1 0 0,1-1 0,-1 1 0,0 0 0,1-1 0,-1 1 0,1 0 0,-1 0 0,0 0 0,0-1 0,-2 0 0,0 1 0,0-1 0,1 1 0,-1-1 0,0 1 0,0 0 0,0 0 0,1 0 0,-1 0 0,0 0 0,0 1 0,-4 0 0,3 2 0,0-1 0,0 1 0,0 0 0,0 0 0,0 0 0,0 0 0,1 1 0,0 0 0,-1-1 0,1 1 0,-2 5 0,-28 53 0,27-48 0,-29 69 0,-40 150 0,25-66 0,45-154-341,0 0 0,0 0-1,-8 13 1,0-9-6485</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6.741"/>
    </inkml:context>
    <inkml:brush xml:id="br0">
      <inkml:brushProperty name="width" value="0.05" units="cm"/>
      <inkml:brushProperty name="height" value="0.05" units="cm"/>
      <inkml:brushProperty name="color" value="#FFFFFF"/>
    </inkml:brush>
  </inkml:definitions>
  <inkml:trace contextRef="#ctx0" brushRef="#br0">0 594 24575,'7'-26'0,"-1"0"0,5-42 0,-3 11 0,5-26 0,-6 32 0,1 1 0,3 0 0,29-80 0,-38 125 0,0 0 0,1 0 0,-1 0 0,1 0 0,0 1 0,0 0 0,8-8 0,-10 11 0,0 0 0,0 1 0,0-1 0,0 0 0,0 1 0,0-1 0,0 1 0,0-1 0,0 1 0,0-1 0,1 1 0,-1 0 0,0 0 0,0 0 0,0 0 0,1-1 0,-1 1 0,0 1 0,0-1 0,0 0 0,1 0 0,-1 0 0,0 1 0,0-1 0,0 1 0,0-1 0,1 1 0,-1-1 0,0 1 0,0-1 0,0 1 0,0 0 0,0 0 0,-1 0 0,1-1 0,0 1 0,0 0 0,0 0 0,0 2 0,9 10 0,-1 1 0,0 1 0,-2 0 0,1 0 0,-2 0 0,7 23 0,2 4 0,12 27 0,-7-15 0,40 76 0,-56-123 0,0 1 0,1-1 0,10 11 0,-14-17 0,0 0 0,0 0 0,0 0 0,0 0 0,0 0 0,0-1 0,1 1 0,-1 0 0,0-1 0,1 1 0,-1 0 0,3 0 0,-3-1 0,0 0 0,0 0 0,-1 0 0,1-1 0,0 1 0,-1 0 0,1 0 0,0 0 0,0-1 0,-1 1 0,1 0 0,0-1 0,-1 1 0,1-1 0,-1 1 0,1 0 0,-1-1 0,1 0 0,0 1 0,-1-1 0,0 1 0,1-1 0,-1 1 0,1-1 0,-1 0 0,0 1 0,1-2 0,4-12 0,-1 0 0,0 0 0,-1-1 0,0 1 0,-1-1 0,-1 0 0,-1-16 0,2 7 0,0-15 0,15-190 0,-16 224 29,-1 2-184,0-1 0,1 0 1,-1 1-1,1-1 0,0 0 0,0 1 0,0-1 0,3-4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7.468"/>
    </inkml:context>
    <inkml:brush xml:id="br0">
      <inkml:brushProperty name="width" value="0.05" units="cm"/>
      <inkml:brushProperty name="height" value="0.05" units="cm"/>
      <inkml:brushProperty name="color" value="#FFFFFF"/>
    </inkml:brush>
  </inkml:definitions>
  <inkml:trace contextRef="#ctx0" brushRef="#br0">4 371 24575,'0'-46'0,"0"39"0,0 30 0,-1 55 0,-1-35 0,1-1 0,3 0 0,8 47 0,-10-86 0,1 1 0,0-1 0,0 0 0,1 0 0,-1 1 0,1-1 0,-1 0 0,1 0 0,0-1 0,3 5 0,-5-7 0,1 1 0,-1-1 0,1 1 0,-1-1 0,1 0 0,0 1 0,-1-1 0,1 0 0,-1 1 0,1-1 0,0 0 0,-1 0 0,1 1 0,0-1 0,-1 0 0,1 0 0,0 0 0,0 0 0,-1 0 0,1 0 0,1 0 0,-1-1 0,0 1 0,0-1 0,0 1 0,0-1 0,0 0 0,0 1 0,0-1 0,0 0 0,0 0 0,0 0 0,0 0 0,0 0 0,-1 0 0,1 0 0,0 0 0,0-1 0,5-10 0,-1 1 0,0-1 0,-1 1 0,-1-1 0,1-1 0,-2 1 0,0 0 0,0-1 0,-1 1 0,-2-24 0,0 15 0,-1 0 0,-1 0 0,-1 0 0,-1 1 0,-12-33 0,14 47 0,0-1 0,0 1 0,0 1 0,0-1 0,-7-7 0,21 19 0,0-1 0,1 1 0,0-2 0,0 1 0,0-2 0,0 0 0,21 3 0,6-2 0,46-1 0,-64-3 0,0-1 0,22-4 0,-38 5 0,1-1 0,-1-1 0,1 1 0,-1-1 0,1 0 0,-1 0 0,0 0 0,0-1 0,0 0 0,0 0 0,0 0 0,7-7 0,-11 9 0,0 0 0,0-1 0,0 1 0,0 0 0,-1 0 0,1 0 0,0-1 0,-1 1 0,1 0 0,-1-1 0,1 1 0,-1 0 0,1-1 0,-1 1 0,0-1 0,0 1 0,0 0 0,0-1 0,0 1 0,0-1 0,0-2 0,-1 2 0,0 0 0,0 0 0,0 0 0,0 0 0,-1 0 0,1 0 0,0 1 0,-1-1 0,1 0 0,-1 1 0,1-1 0,-5-2 0,0 1 0,1-1 0,-2 1 0,1 0 0,0 0 0,-1 1 0,1-1 0,-1 2 0,-8-3 0,8 4 0,0-1 0,0 1 0,0 0 0,1 1 0,-1-1 0,0 1 0,0 1 0,1-1 0,-1 1 0,1 1 0,-1-1 0,1 1 0,0 0 0,0 0 0,0 1 0,0 0 0,1 0 0,0 0 0,-1 0 0,2 1 0,-1 0 0,0 0 0,1 1 0,0-1 0,0 1 0,1 0 0,-1 0 0,-2 8 0,1-3 0,0 1 0,1 0 0,1 0 0,0 1 0,0-1 0,2 1 0,-1-1 0,1 1 0,1 0 0,0-1 0,1 1 0,1 0 0,0-1 0,5 20 0,-5-27 0,0 0 0,0 0 0,0 0 0,1 0 0,-1 0 0,1-1 0,0 1 0,1-1 0,-1 0 0,1 0 0,0 0 0,0 0 0,0 0 0,0-1 0,1 0 0,-1 0 0,1 0 0,0-1 0,0 0 0,8 3 0,-7-3 0,0-1 0,0 0 0,0 0 0,0-1 0,0 0 0,0 0 0,0 0 0,0-1 0,0 1 0,0-2 0,0 1 0,0-1 0,-1 0 0,1 0 0,0 0 0,-1-1 0,1 0 0,5-4 0,3-4 0,0 0 0,-1-1 0,-1 0 0,0-1 0,-1-1 0,0 0 0,-1 0 0,-1-1 0,0 0 0,-1-1 0,-1 1 0,0-2 0,5-18 0,4-21 0,-3-1 0,10-93 0,-21 136 0,0 3 0,-1 1 0,0-1 0,0 1 0,-1-1 0,-1 1 0,0-1 0,-2-10 0,3 21 0,0-1 0,0 1 0,0 0 0,0-1 0,0 1 0,0 0 0,0-1 0,0 1 0,0 0 0,0-1 0,0 1 0,0 0 0,-1-1 0,1 1 0,0 0 0,0-1 0,0 1 0,0 0 0,-1 0 0,1-1 0,0 1 0,0 0 0,-1 0 0,1 0 0,0-1 0,0 1 0,-1 0 0,1 0 0,0 0 0,-1 0 0,1-1 0,0 1 0,-1 0 0,1 0 0,0 0 0,0 0 0,-1 0 0,1 0 0,0 0 0,-1 0 0,1 0 0,0 0 0,-1 0 0,1 0 0,0 0 0,-1 0 0,1 1 0,0-1 0,-1 0 0,1 0 0,0 0 0,-1 0 0,1 1 0,0-1 0,0 0 0,-1 0 0,1 0 0,0 1 0,0-1 0,0 0 0,-1 0 0,1 1 0,0-1 0,0 0 0,0 1 0,0-1 0,-1 1 0,-11 22 0,-1 20 0,1 1 0,3 1 0,1 0 0,3 0 0,0 85 0,12-4-1365,-1-76-5461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7.808"/>
    </inkml:context>
    <inkml:brush xml:id="br0">
      <inkml:brushProperty name="width" value="0.05" units="cm"/>
      <inkml:brushProperty name="height" value="0.05" units="cm"/>
      <inkml:brushProperty name="color" value="#FFFFFF"/>
    </inkml:brush>
  </inkml:definitions>
  <inkml:trace contextRef="#ctx0" brushRef="#br0">0 127 24575,'6'4'0,"-1"0"0,0 0 0,1-1 0,0 1 0,0-2 0,0 1 0,11 3 0,-8-4 0,1-1 0,0 0 0,-1 0 0,1-1 0,0 0 0,0-1 0,-1 0 0,1 0 0,0-1 0,-1 0 0,11-5 0,-15 6 0,-1-1 0,0 1 0,0-1 0,0 0 0,0-1 0,0 1 0,0-1 0,0 0 0,-1 0 0,0 0 0,1 0 0,-1 0 0,0-1 0,-1 0 0,1 1 0,0-1 0,-1 0 0,0 0 0,0 0 0,0-1 0,-1 1 0,1 0 0,-1-1 0,0 1 0,0-9 0,-1 11 0,1 0 0,-1 0 0,-1 0 0,1 0 0,0-1 0,0 1 0,-1 0 0,0 0 0,1 0 0,-1 0 0,0 0 0,0 0 0,0 1 0,0-1 0,0 0 0,0 0 0,0 1 0,-1-1 0,1 0 0,-1 1 0,1 0 0,-1-1 0,0 1 0,1 0 0,-1 0 0,0 0 0,0 0 0,0 0 0,0 0 0,0 0 0,0 1 0,-4-2 0,2 2 0,-1-1 0,0 1 0,1-1 0,-1 1 0,0 0 0,1 1 0,-1-1 0,0 1 0,1 0 0,-1 0 0,1 1 0,0-1 0,-1 1 0,-4 3 0,3-1 0,0 1 0,0-1 0,1 1 0,0 1 0,0-1 0,0 1 0,1 0 0,0 0 0,0 0 0,0 0 0,1 1 0,0-1 0,0 1 0,-3 12 0,1-3 0,2 1 0,0 0 0,0-1 0,2 1 0,0 23 0,3-12-227,1 1-1,2-1 1,1 0-1,0-1 1,18 42-1,-8-29-6598</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8.057"/>
    </inkml:context>
    <inkml:brush xml:id="br0">
      <inkml:brushProperty name="width" value="0.05" units="cm"/>
      <inkml:brushProperty name="height" value="0.05" units="cm"/>
      <inkml:brushProperty name="color" value="#FFFFFF"/>
    </inkml:brush>
  </inkml:definitions>
  <inkml:trace contextRef="#ctx0" brushRef="#br0">1 14 24575,'0'0'0,"0"-1"0,0 1 0,0-1 0,0 0 0,0 1 0,0-1 0,0 1 0,0-1 0,0 0 0,0 1 0,0-1 0,0 1 0,0-1 0,0 1 0,1-1 0,-1 0 0,0 1 0,0-1 0,1 1 0,-1-1 0,0 1 0,1-1 0,0 0 0,8 9 0,7 25 0,3 13 0,-3 0 0,19 82 0,-29-100 0,-2 1 0,0 0 0,-3 0 0,0 0 0,-7 56 0,5-76 49,-1 0 0,0-1 0,0 0-1,-1 1 1,0-1 0,-5 9 0,6-14-150,1 0 1,-1 0-1,-1 0 1,1 0 0,0 0-1,-1 0 1,0-1-1,1 1 1,-1-1 0,0 0-1,0 0 1,-1 0 0,1 0-1,0 0 1,-1-1-1,-5 3 1,-11 0-6726</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8.263"/>
    </inkml:context>
    <inkml:brush xml:id="br0">
      <inkml:brushProperty name="width" value="0.05" units="cm"/>
      <inkml:brushProperty name="height" value="0.05" units="cm"/>
      <inkml:brushProperty name="color" value="#FFFFFF"/>
    </inkml:brush>
  </inkml:definitions>
  <inkml:trace contextRef="#ctx0" brushRef="#br0">105 36 24575,'-6'-3'0,"-6"-2"0,-3-2 0,-2 0 0,-2 1 0,0 1 0,2 3-8191</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8.633"/>
    </inkml:context>
    <inkml:brush xml:id="br0">
      <inkml:brushProperty name="width" value="0.05" units="cm"/>
      <inkml:brushProperty name="height" value="0.05" units="cm"/>
      <inkml:brushProperty name="color" value="#FFFFFF"/>
    </inkml:brush>
  </inkml:definitions>
  <inkml:trace contextRef="#ctx0" brushRef="#br0">215 72 24575,'0'-3'0,"-1"0"0,1 0 0,0 0 0,-1 1 0,0-1 0,1 0 0,-1 0 0,-1 0 0,1 1 0,0-1 0,0 0 0,-1 1 0,0-1 0,1 1 0,-1 0 0,0 0 0,0 0 0,0 0 0,-1 0 0,1 0 0,0 0 0,-1 0 0,1 1 0,-1-1 0,0 1 0,1 0 0,-1 0 0,-5-1 0,2 0 0,0 0 0,0 1 0,-1 0 0,1 1 0,0-1 0,-1 1 0,1 0 0,-1 1 0,1-1 0,0 1 0,-1 1 0,-5 1 0,7-1 0,0 0 0,0 0 0,1 1 0,-1-1 0,1 1 0,-1 0 0,1 0 0,0 1 0,0-1 0,1 1 0,-1 0 0,1 0 0,-5 7 0,6-9 0,1 1 0,-1 0 0,1 0 0,0 0 0,0 0 0,0 1 0,1-1 0,-1 0 0,1 0 0,-1 0 0,1 1 0,0-1 0,0 0 0,1 0 0,-1 1 0,1-1 0,-1 0 0,1 0 0,0 0 0,0 0 0,1 0 0,2 6 0,3 2 0,1 0 0,0 0 0,1 0 0,0-1 0,1-1 0,12 10 0,69 49 0,-72-55 0,5 2 0,23 18 0,-42-30 0,-2 1 0,1-1 0,0 1 0,-1-1 0,0 1 0,0 0 0,0 1 0,4 6 0,-7-10 8,1 0-1,-1 0 0,1 0 0,-1 0 1,0 1-1,1-1 0,-1 0 1,0 0-1,0 0 0,0 1 1,0-1-1,0 0 0,0 0 0,0 1 1,0-1-1,-1 0 0,1 0 1,0 1-1,-1-1 0,1 0 1,-1 0-1,-1 2 0,1-1 9,-1 0 0,0 0-1,0 0 1,0 0 0,0-1 0,0 1-1,0-1 1,-1 1 0,1-1 0,-4 1-1,-5 2-419,0 0-1,-1-1 0,-18 3 0,29-6 318,-36 5-6739</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3:59.662"/>
    </inkml:context>
    <inkml:brush xml:id="br0">
      <inkml:brushProperty name="width" value="0.05" units="cm"/>
      <inkml:brushProperty name="height" value="0.05" units="cm"/>
      <inkml:brushProperty name="color" value="#FFFFFF"/>
    </inkml:brush>
  </inkml:definitions>
  <inkml:trace contextRef="#ctx0" brushRef="#br0">2250 1 24575,'-489'15'-705,"6"50"-337,342-34 451,-211 75-1,279-78 604,0 4 0,2 2 1,2 4-1,-95 68 0,133-82-55,0 1 0,2 2 0,0 1 0,2 1-1,2 1 1,0 2 0,-39 67 0,52-77 12,1 1 0,2 1 0,0 0 1,1 0-1,1 1 0,1-1 0,2 1 0,0 1 0,2-1 0,1 1 0,1-1 0,1 1 0,6 35 0,-1-31 23,1 1 0,2-2 0,1 1 0,1-2 0,1 1 0,2-1 0,30 46-1,-20-41 36,2-1 0,1-1 0,1-2 0,1 0 0,45 33 0,-17-23-209,2-1 1,1-4-1,2-2 1,1-2-1,1-4 0,120 33 1,-78-34 122,1-4 0,0-5 1,1-5-1,190-5 0,-181-12 71,0-6 0,0-4 0,-2-6-1,139-45 1,-179 43 1,0-5 1,-2-2-1,-1-3 1,-1-4-1,118-84 1,-151 92-3,-2-1 0,-1-2 0,-2-1 0,42-56 0,-54 60-7,-1-1-1,-1 0 1,-2-2-1,-2 0 1,0 0 0,14-54-1,-23 62-6,-1 0 0,0 0 1,-2-1-1,-1 1 0,-1-1 0,-1 0 0,-8-50 0,5 57 88,-2 0 1,0 1-1,-1-1 1,-1 1-1,0 0 0,-2 0 1,0 1-1,-1 0 0,0 1 1,-1 0-1,-17-17 1,5 11-68,0 0 0,-2 1 0,-1 1 0,-1 2 0,0 0 1,-1 2-1,-58-24 0,15 14-66,0 3 0,-98-19 0,-23 9 37,-1 8 0,-2 9 0,-213 10 0,99 24-530,194-5-3173</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03.983"/>
    </inkml:context>
    <inkml:brush xml:id="br0">
      <inkml:brushProperty name="width" value="0.05" units="cm"/>
      <inkml:brushProperty name="height" value="0.05" units="cm"/>
      <inkml:brushProperty name="color" value="#FFFFFF"/>
    </inkml:brush>
  </inkml:definitions>
  <inkml:trace contextRef="#ctx0" brushRef="#br0">481 270 24575,'-101'0'0,"265"-5"0,278-45 0,156-70 0,-240 33 0,-353 86 0,0-1 0,0 1 0,0 0 0,0 0 0,1 0 0,-1 0 0,5 1 0,-9 0 0,0 0 0,-1 0 0,1 0 0,0 1 0,-1-1 0,1 0 0,-1 0 0,1 0 0,0 1 0,-1-1 0,1 0 0,-1 1 0,1-1 0,-1 0 0,1 1 0,-1-1 0,1 1 0,-1-1 0,0 1 0,1-1 0,0 2 0,-1-1 0,0 0 0,1 1 0,-1-1 0,0 0 0,0 1 0,0-1 0,0 0 0,0 1 0,0-1 0,0 0 0,0 1 0,0-1 0,-1 0 0,0 2 0,-10 36 0,4-20 0,1 1 0,2 0 0,-5 41 0,7-31 0,-29 449 0,-9-98 0,-17 252 0,56-541 0,0-92 0,1-1 0,-1 1 0,0 0 0,1 0 0,-1 0 0,0-1 0,1 1 0,-1 0 0,1-1 0,-1 1 0,1 0 0,-1-1 0,0 1 0,1-1 0,0 1 0,-1-1 0,1 1 0,-1-1 0,1 1 0,0-1 0,-1 0 0,1 1 0,-1-2 0,-2-2 0,-1 0 0,0 0 0,0 1 0,-9-7 0,4 6 0,0 0 0,-1 2 0,0-1 0,1 1 0,-1 0 0,0 1 0,0 0 0,0 1 0,-13 1 0,-16 2 0,-40 10 0,48-8 0,-656 123-713,530-97 642,-51 11 71,-241 82 0,422-116 0,27-8 0,0 0 0,0 0-1,0 0 1,0 0 0,0 0 0,0 0 0,0 0 0,0 1 0,-1-1 0,1 0 0,0 0 0,0 0 0,0 0 0,0 0 0,0-1 0,0 1-1,0 0 1,-1 0 0,1 0 0,0 0 0,0 0 0,0 0 0,0 0 0,0 0 0,0 0 0,0 0 0,0 0 0,0 0 0,-1 0 0,1 0-1,0 0 1,0 0 0,0-1 0,0 1 0,0 0 0,0 0 0,0 0 0,0 0 0,0 0 0,0 0 0,0 0 0,0 0 0,0 0 0,0-1-1,0 1 1,0 0 0,0 0 0,0 0 0,0 0 0,0 0 0,0 0 0,0 0 0,0-1 0,0 1 0,0 0 0,0 0 0,0 0 0,0 0-1,0 0 1,0 0 0,0 0 0,0 0 0,0 0 0,0-1 0,1 1 0,-1 0 0,0 0 0,8-11 225,13-10-1157,5-4-5763</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04.403"/>
    </inkml:context>
    <inkml:brush xml:id="br0">
      <inkml:brushProperty name="width" value="0.05" units="cm"/>
      <inkml:brushProperty name="height" value="0.05" units="cm"/>
      <inkml:brushProperty name="color" value="#FFFFFF"/>
    </inkml:brush>
  </inkml:definitions>
  <inkml:trace contextRef="#ctx0" brushRef="#br0">268 149 24575,'-9'-10'0,"0"-1"0,1 0 0,0-1 0,1 0 0,-6-14 0,-19-30 0,32 55 0,-1 1 0,1-1 0,0 0 0,-1 1 0,1-1 0,-1 1 0,1-1 0,-1 0 0,1 1 0,-1-1 0,1 1 0,-1 0 0,0-1 0,1 1 0,-1-1 0,0 1 0,1 0 0,-1-1 0,0 1 0,1 0 0,-1 0 0,-1 0 0,2 0 0,-1 0 0,1 0 0,0 1 0,-1-1 0,1 1 0,-1-1 0,1 0 0,0 1 0,-1-1 0,1 1 0,0-1 0,-1 1 0,1-1 0,0 1 0,0-1 0,-1 1 0,1-1 0,0 1 0,0-1 0,0 1 0,0 0 0,-2 37 0,23 148 0,-2-28 0,-11-3 0,-6 0 0,-24 192 0,-7-131 0,-58 217 0,55-318 0,-4 18 0,35-130 0,0 0 0,0 0 0,1 0 0,0 0 0,-1 0 0,1 0 0,0 0 0,1 0 0,-1 0 0,0 0 0,1 0 0,1 4 0,-1-6 0,0 0 0,0 1 0,0-1 0,0 0 0,0-1 0,0 1 0,0 0 0,0 0 0,0 0 0,0-1 0,1 1 0,-1 0 0,0-1 0,0 0 0,1 1 0,-1-1 0,1 0 0,-1 1 0,0-1 0,1 0 0,-1 0 0,0 0 0,1 0 0,-1 0 0,1 0 0,-1-1 0,3 0 0,35-7 0,0-2 0,0-2 0,47-21 0,-2 2 0,241-76-1365,-263 86-5461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04.977"/>
    </inkml:context>
    <inkml:brush xml:id="br0">
      <inkml:brushProperty name="width" value="0.05" units="cm"/>
      <inkml:brushProperty name="height" value="0.05" units="cm"/>
      <inkml:brushProperty name="color" value="#FFFFFF"/>
    </inkml:brush>
  </inkml:definitions>
  <inkml:trace contextRef="#ctx0" brushRef="#br0">1 19 24575,'3'-16'0,"-2"16"0,-1-1 0,0 1 0,0 0 0,0 0 0,1 0 0,-1-1 0,0 1 0,0 0 0,1 0 0,-1 0 0,0 0 0,0 0 0,1 0 0,-1-1 0,0 1 0,1 0 0,-1 0 0,0 0 0,0 0 0,1 0 0,-1 0 0,0 0 0,1 0 0,-1 0 0,0 0 0,1 0 0,-1 1 0,0-1 0,1 0 0,1 1 0,-1 0 0,1 0 0,-1 0 0,1 1 0,-1-1 0,1 1 0,-1-1 0,0 1 0,0-1 0,0 1 0,0-1 0,0 1 0,1 2 0,8 18 0,-2 1 0,-1-1 0,0 1 0,3 28 0,8 97 0,-14-99 0,3 46 316,5 36-1997,-8-103-5145</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05.228"/>
    </inkml:context>
    <inkml:brush xml:id="br0">
      <inkml:brushProperty name="width" value="0.05" units="cm"/>
      <inkml:brushProperty name="height" value="0.05" units="cm"/>
      <inkml:brushProperty name="color" value="#FFFFFF"/>
    </inkml:brush>
  </inkml:definitions>
  <inkml:trace contextRef="#ctx0" brushRef="#br0">70 634 24575,'-21'-97'0,"-16"-87"0,31 146 0,2 0 0,2-70 0,3 100 0,0-1 0,0 1 0,0 0 0,1 0 0,0 0 0,1 0 0,0 0 0,0 1 0,1-1 0,0 1 0,0 0 0,0 0 0,1 0 0,11-11 0,-11 13 0,0 1 0,0 0 0,0 0 0,0 1 0,1-1 0,0 1 0,-1 1 0,1-1 0,0 1 0,1 0 0,-1 0 0,0 1 0,0 0 0,1 0 0,-1 0 0,1 1 0,-1 0 0,1 0 0,10 2 0,-7 0 0,0 0 0,-1 1 0,1 0 0,-1 0 0,0 1 0,0 0 0,0 1 0,0 0 0,-1 0 0,0 1 0,0 0 0,0 1 0,-1-1 0,0 2 0,0-1 0,-1 1 0,0-1 0,0 2 0,-1-1 0,0 1 0,5 12 0,-3-5 0,-1 0 0,-1 1 0,0 0 0,-1 0 0,-1 0 0,-1 0 0,0 0 0,-2 1 0,0-1 0,0 0 0,-5 28 0,-1-20-124,-1 0 0,-2 0 0,0 0 0,-1-1 0,-1 0 0,-2-1-1,0 0 1,-2-1 0,0-1 0,-34 36 0,13-18-6702</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05.598"/>
    </inkml:context>
    <inkml:brush xml:id="br0">
      <inkml:brushProperty name="width" value="0.05" units="cm"/>
      <inkml:brushProperty name="height" value="0.05" units="cm"/>
      <inkml:brushProperty name="color" value="#FFFFFF"/>
    </inkml:brush>
  </inkml:definitions>
  <inkml:trace contextRef="#ctx0" brushRef="#br0">128 25 24575,'-2'0'0,"1"1"0,-1-1 0,1 0 0,0 1 0,-1-1 0,1 1 0,0-1 0,-1 1 0,1 0 0,0 0 0,0 0 0,0 0 0,0-1 0,-1 2 0,1-1 0,0 0 0,1 0 0,-1 0 0,0 0 0,0 0 0,0 1 0,1-1 0,-1 0 0,1 1 0,-1-1 0,1 0 0,-1 3 0,0 1 0,0 0 0,0 0 0,0 0 0,0-1 0,1 1 0,0 10 0,4 8 0,1 0 0,1 0 0,1-1 0,1 0 0,21 41 0,-26-58 0,0 0 0,1 0 0,-1 0 0,1-1 0,0 1 0,0-1 0,0 0 0,1 0 0,-1-1 0,1 1 0,0-1 0,6 3 0,-9-5 0,0 0 0,0-1 0,0 1 0,0 0 0,0-1 0,0 0 0,0 1 0,0-1 0,0 0 0,0 0 0,0 0 0,1 0 0,-1-1 0,0 1 0,0-1 0,0 1 0,0-1 0,0 0 0,0 1 0,0-1 0,0 0 0,-1 0 0,1-1 0,0 1 0,0 0 0,-1 0 0,1-1 0,-1 1 0,1-1 0,-1 0 0,0 1 0,0-1 0,1 0 0,-1 0 0,0 0 0,0-2 0,2-1 0,-1-1 0,-1 1 0,1-1 0,-1 1 0,0-1 0,0 1 0,-1-1 0,0 0 0,0 1 0,0-1 0,0 1 0,-1-1 0,0 0 0,0 1 0,-1-1 0,0 1 0,0 0 0,-3-7 0,-3-5 0,0 1 0,-1 1 0,0 0 0,-19-21 0,19 25 0,0 1 0,-1 0 0,-1 1 0,1 0 0,-2 0 0,-11-6 0,19 12 0,0 1 0,0 0 0,0 0 0,0 0 0,0 0 0,-1 1 0,1-1 0,0 1 0,-1 1 0,1-1 0,-1 0 0,1 1 0,-1 0 0,1 0 0,-1 0 0,1 1 0,-1-1 0,1 1 0,0 0 0,-1 1 0,1-1 0,-6 3 0,-4 8-1365,5 1-5461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05.923"/>
    </inkml:context>
    <inkml:brush xml:id="br0">
      <inkml:brushProperty name="width" value="0.05" units="cm"/>
      <inkml:brushProperty name="height" value="0.05" units="cm"/>
      <inkml:brushProperty name="color" value="#FFFFFF"/>
    </inkml:brush>
  </inkml:definitions>
  <inkml:trace contextRef="#ctx0" brushRef="#br0">1 83 24575,'0'-8'0,"0"1"0,0-1 0,1 0 0,0 0 0,4-11 0,-5 18 0,1-1 0,-1 1 0,1 0 0,-1-1 0,1 1 0,0 0 0,-1 0 0,1 0 0,0-1 0,0 1 0,0 0 0,0 0 0,0 0 0,0 0 0,0 1 0,0-1 0,0 0 0,0 0 0,1 1 0,-1-1 0,0 1 0,1-1 0,-1 1 0,0-1 0,1 1 0,-1 0 0,0-1 0,1 1 0,-1 0 0,1 0 0,-1 0 0,0 0 0,1 1 0,-1-1 0,1 0 0,-1 0 0,0 1 0,3 0 0,1 2 0,1-1 0,-1 1 0,0 0 0,0 1 0,-1-1 0,1 1 0,-1 0 0,0 0 0,0 0 0,0 0 0,0 1 0,5 9 0,3 5 0,17 40 0,-24-48 0,-1 1 0,0 0 0,0 0 0,3 20 0,-7-28 0,1-1 0,-1 0 0,0 0 0,0 1 0,0-1 0,0 1 0,-1-1 0,1 0 0,-1 0 0,0 1 0,0-1 0,0 0 0,0 0 0,0 0 0,-1 0 0,1 0 0,-1 0 0,0 0 0,0-1 0,0 1 0,0-1 0,-4 4 0,5-6 0,1 1 0,-1 0 0,0-1 0,1 1 0,-1-1 0,0 1 0,0-1 0,0 1 0,0-1 0,1 1 0,-1-1 0,0 0 0,0 0 0,0 1 0,0-1 0,0 0 0,0 0 0,0 0 0,0 0 0,0 0 0,0 0 0,0 0 0,1 0 0,-1-1 0,0 1 0,0 0 0,0-1 0,-1 0 0,0 0 0,1 0 0,-1-1 0,1 1 0,0-1 0,0 0 0,0 1 0,0-1 0,0 0 0,0 1 0,0-1 0,0 0 0,0-4 0,-1-4 0,0 0 0,0 0 0,1-1 0,1-10 0,1 4-195,1 0 0,1 0 0,1 0 0,1 0 0,0 1 0,11-23 0,-2 7-6631</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06.174"/>
    </inkml:context>
    <inkml:brush xml:id="br0">
      <inkml:brushProperty name="width" value="0.05" units="cm"/>
      <inkml:brushProperty name="height" value="0.05" units="cm"/>
      <inkml:brushProperty name="color" value="#FFFFFF"/>
    </inkml:brush>
  </inkml:definitions>
  <inkml:trace contextRef="#ctx0" brushRef="#br0">3 43 24575,'-2'-23'0,"2"4"0,5 37 0,65 198 0,-19-66 0,-31-89 0,-9-32 0,-2 0 0,7 41 0,-15-54-1365,-4-7-5461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09:54:06.300"/>
    </inkml:context>
    <inkml:brush xml:id="br0">
      <inkml:brushProperty name="width" value="0.05" units="cm"/>
      <inkml:brushProperty name="height" value="0.05" units="cm"/>
      <inkml:brushProperty name="color" value="#FFFFFF"/>
    </inkml:brush>
  </inkml:definitions>
  <inkml:trace contextRef="#ctx0" brushRef="#br0">30 295 24575,'-3'-6'0,"-1"-9"0,-3-4 0,-1-6 0,2-1 0,5 0 0,5-1 0,5 1 0,8 1 0,7 2 0,5 5 0,4 3 0,6 0 0,3 3 0,0 4 0,-4 3 0,-8 2-8191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3:56.776"/>
    </inkml:context>
    <inkml:brush xml:id="br0">
      <inkml:brushProperty name="width" value="0.05" units="cm"/>
      <inkml:brushProperty name="height" value="0.05" units="cm"/>
      <inkml:brushProperty name="color" value="#FFFFFF"/>
    </inkml:brush>
  </inkml:definitions>
  <inkml:trace contextRef="#ctx0" brushRef="#br0">99 0 24575,'-5'1'0,"0"-1"0,-1 1 0,1 0 0,0 0 0,0 1 0,0 0 0,0 0 0,0 0 0,-10 6 0,13-7 0,-1 1 0,0 0 0,0 0 0,1 0 0,-1 0 0,1 0 0,0 1 0,0-1 0,0 1 0,0-1 0,0 1 0,0 0 0,1 0 0,-1 0 0,1 0 0,0 0 0,-1 4 0,1-6 0,1 1 0,0 0 0,0-1 0,1 1 0,-1-1 0,0 1 0,1-1 0,-1 1 0,0-1 0,1 1 0,0-1 0,-1 1 0,1-1 0,0 0 0,0 1 0,0-1 0,0 0 0,0 0 0,0 1 0,0-1 0,0 0 0,0 0 0,0 0 0,1-1 0,-1 1 0,0 0 0,1 0 0,-1-1 0,1 1 0,-1 0 0,1-1 0,-1 0 0,1 1 0,-1-1 0,3 0 0,7 2 0,1 0 0,-1-1 0,19-1 0,-24 0 0,24-1 0,-17 1 0,1-1 0,0 2 0,0 0 0,15 3 0,-25-3 0,1 0 0,-1 1 0,1 0 0,-1 0 0,1 0 0,-1 0 0,0 1 0,0-1 0,0 1 0,0 0 0,-1 0 0,1 1 0,-1-1 0,0 1 0,5 7 0,-1-1 0,-2 0 0,1 1 0,-1 0 0,-1 0 0,0 0 0,0 0 0,-1 0 0,1 14 0,-1-5 0,-2-1 0,0 1 0,-2-1 0,-3 26 0,-6 10 0,-2 0 0,-27 72 0,-28 48 0,61-159 0,96-282 0,39-95 0,-95 295 0,-30 59 0,0 1 0,1-1 0,0 1 0,0 0 0,0 1 0,1-1 0,7-5 0,-12 10 0,1 0 0,-1 1 0,0-1 0,1 0 0,-1 0 0,0 1 0,1-1 0,-1 1 0,1-1 0,-1 1 0,1-1 0,-1 1 0,1 0 0,0 0 0,-1 0 0,1 0 0,-1 0 0,1 0 0,-1 0 0,1 1 0,-1-1 0,4 1 0,-2 1 0,-1 0 0,1-1 0,-1 1 0,0 0 0,1 0 0,-1 0 0,0 0 0,0 0 0,0 1 0,-1-1 0,3 4 0,3 6 0,-1 1 0,-1 0 0,1 0 0,2 14 0,2 14-151,-1 1-1,-2 0 0,-2 0 0,-2 0 1,-2 1-1,-2-1 0,-1 1 1,-12 61-1,7-67-6674</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3:57.196"/>
    </inkml:context>
    <inkml:brush xml:id="br0">
      <inkml:brushProperty name="width" value="0.05" units="cm"/>
      <inkml:brushProperty name="height" value="0.05" units="cm"/>
      <inkml:brushProperty name="color" value="#FFFFFF"/>
    </inkml:brush>
  </inkml:definitions>
  <inkml:trace contextRef="#ctx0" brushRef="#br0">0 253 24575,'3'-5'0,"11"-21"0,-13 26 0,-1-1 0,0 1 0,0 0 0,1 0 0,-1-1 0,0 1 0,0 0 0,1 0 0,-1-1 0,0 1 0,0 0 0,1 0 0,-1 0 0,0 0 0,1-1 0,-1 1 0,0 0 0,1 0 0,-1 0 0,0 0 0,1 0 0,-1 0 0,0 0 0,1 0 0,-1 0 0,1 0 0,-1 1 0,1-1 0,0 1 0,-1-1 0,1 1 0,-1-1 0,1 1 0,-1 0 0,0-1 0,1 1 0,-1 0 0,1-1 0,-1 1 0,0 0 0,0 0 0,0-1 0,1 1 0,-1 1 0,4 21 0,-2 1 0,0-1 0,-1 1 0,-3 26 0,1 1 0,1 64 0,-13 273 0,8-360 0,5-26 0,1-9 0,0 5 0,60-388 0,13-64 0,-70 432 0,-4 15 0,1 0 0,0 0 0,1 1 0,-1-1 0,1 1 0,0-1 0,1 1 0,0 0 0,0 0 0,6-10 0,-9 16 0,1 0 0,-1 0 0,0-1 0,0 1 0,0 0 0,1 0 0,-1 0 0,0 0 0,0 0 0,0-1 0,1 1 0,-1 0 0,0 0 0,0 0 0,1 0 0,-1 0 0,0 0 0,1 0 0,-1 0 0,0 0 0,0 0 0,1 0 0,-1 0 0,0 0 0,0 0 0,1 0 0,-1 0 0,0 0 0,0 0 0,1 0 0,-1 1 0,0-1 0,0 0 0,1 0 0,-1 0 0,0 0 0,1 1 0,6 11 0,0 16 0,3 40 0,1 95 0,-10-127 0,-3 0 0,-1 0 0,-1 0 0,-14 50 0,16-78-136,-1-1-1,1 1 1,-1-1-1,0 1 1,-1-1-1,0 0 1,0-1-1,-1 1 0,-7 9 1,-3-3-6690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3:57.838"/>
    </inkml:context>
    <inkml:brush xml:id="br0">
      <inkml:brushProperty name="width" value="0.05" units="cm"/>
      <inkml:brushProperty name="height" value="0.05" units="cm"/>
      <inkml:brushProperty name="color" value="#FFFFFF"/>
    </inkml:brush>
  </inkml:definitions>
  <inkml:trace contextRef="#ctx0" brushRef="#br0">1 75 24575,'0'-1'0,"-1"1"0,1-1 0,0 0 0,1 1 0,-1-1 0,0 0 0,0 0 0,0 1 0,0-1 0,0 0 0,1 1 0,-1-1 0,0 0 0,1 1 0,-1-1 0,0 1 0,1-2 0,9 2 0,-8 1 0,0 1 0,0-1 0,0 1 0,0-1 0,0 1 0,-1 0 0,1 0 0,0 0 0,1 2 0,11 20 0,-1 1 0,-1 1 0,-1 0 0,-1 1 0,-1 0 0,-1 0 0,-2 1 0,-1 0 0,-1 0 0,-1 0 0,-2 36 0,-4-34 0,3-29 0,-1 0 0,1 1 0,0-1 0,0 0 0,-1 0 0,1 0 0,-1 1 0,1-1 0,-1 0 0,0 0 0,1 0 0,-1 0 0,0 0 0,0 0 0,0 0 0,0 0 0,0-1 0,0 1 0,0 0 0,-1 0 0,1-1 0,1 0 0,-1 0 0,1 0 0,-1 0 0,1 0 0,-1 0 0,0 0 0,1 0 0,-1 0 0,1-1 0,-1 1 0,1 0 0,-1 0 0,1-1 0,0 1 0,-1 0 0,1-1 0,-1 1 0,1-1 0,0 1 0,-1 0 0,1-1 0,0 1 0,-1-1 0,1 1 0,0-1 0,0 1 0,-1-1 0,1 1 0,0-1 0,0 1 0,0-1 0,0 1 0,0-1 0,0 1 0,0-2 0,-5-23 0,5 23 0,-1-34 0,1 1 0,1-1 0,2 0 0,2 1 0,1-1 0,2 1 0,22-61 0,-27 86 0,1 1 0,1 0 0,0 0 0,0 0 0,0 0 0,1 1 0,1 0 0,8-8 0,-14 14 0,1 0 0,-1 1 0,1-1 0,0 1 0,0 0 0,0-1 0,0 1 0,0 0 0,0 0 0,0 0 0,0 0 0,0 1 0,0-1 0,1 0 0,-1 1 0,0 0 0,1-1 0,-1 1 0,0 0 0,0 0 0,1 0 0,-1 1 0,0-1 0,1 1 0,-1-1 0,0 1 0,0-1 0,0 1 0,0 0 0,0 0 0,0 0 0,0 1 0,0-1 0,0 0 0,0 1 0,0-1 0,-1 1 0,1 0 0,-1-1 0,1 1 0,1 3 0,8 10 0,-1 0 0,9 18 0,-12-19 0,1-1 0,0 0 0,17 21 0,-24-33 0,0 1 0,1-1 0,-1 1 0,0-1 0,1 0 0,-1 1 0,1-1 0,0 0 0,-1 0 0,1 0 0,0 0 0,0 0 0,-1-1 0,1 1 0,0-1 0,0 1 0,0-1 0,0 1 0,0-1 0,0 0 0,0 0 0,3 0 0,-2-1 0,1-1 0,-1 1 0,1-1 0,-1 0 0,0 0 0,0 0 0,0 0 0,0 0 0,0-1 0,3-4 0,-5 6 0,0 0 0,0 0 0,0 0 0,0 0 0,1 0 0,-1 0 0,0 0 0,0 1 0,1-1 0,-1 0 0,0 1 0,1-1 0,-1 0 0,0 1 0,1 0 0,-1-1 0,1 1 0,-1 0 0,1 0 0,-1 0 0,3 0 0,-3 1 0,0-1 0,0 1 0,0-1 0,0 1 0,1 0 0,-1 0 0,0 0 0,0 0 0,0 0 0,-1 0 0,1 0 0,0 0 0,0 0 0,0 0 0,-1 0 0,1 0 0,-1 0 0,2 3 0,0 4 0,1 1 0,-1 0 0,-1 0 0,1 0 0,-1 13 0,-2-3 0,1-15 0,-1 0 0,1 0 0,0 0 0,0 0 0,0 0 0,0 0 0,1 0 0,0 0 0,2 7 0,-3-11 0,1 0 0,-1 0 0,0 0 0,1-1 0,-1 1 0,1 0 0,-1 0 0,0 0 0,1 0 0,-1-1 0,0 1 0,1 0 0,-1-1 0,0 1 0,1 0 0,-1 0 0,0-1 0,0 1 0,1 0 0,-1-1 0,0 1 0,0-1 0,0 1 0,0 0 0,1-1 0,-1 1 0,0-1 0,0 1 0,0 0 0,0-1 0,0 1 0,0-1 0,7-20 0,-7 20 0,23-75-1365,-18 59-5461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3:58.896"/>
    </inkml:context>
    <inkml:brush xml:id="br0">
      <inkml:brushProperty name="width" value="0.05" units="cm"/>
      <inkml:brushProperty name="height" value="0.05" units="cm"/>
      <inkml:brushProperty name="color" value="#FFFFFF"/>
    </inkml:brush>
  </inkml:definitions>
  <inkml:trace contextRef="#ctx0" brushRef="#br0">60 7 24575,'-18'-4'0,"-2"2"0,20 2 0,-1 0 0,0 0 0,0 1 0,1-1 0,-1 0 0,0 1 0,1-1 0,-1 1 0,0-1 0,1 1 0,-1-1 0,1 1 0,-1-1 0,1 1 0,-1 0 0,1-1 0,-1 1 0,1 0 0,0-1 0,-1 1 0,1 0 0,0-1 0,-1 1 0,1 0 0,0 1 0,-3 8 0,1 1 0,1 0 0,0 0 0,0 0 0,1 16 0,9 58 0,-4-47 0,1 23 0,3 0 0,25 88 0,-33-145-151,0 0-1,1 0 0,0 0 0,0 0 1,0 0-1,0 0 0,1 0 1,3 4-1,5 2-6674</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3:59.066"/>
    </inkml:context>
    <inkml:brush xml:id="br0">
      <inkml:brushProperty name="width" value="0.05" units="cm"/>
      <inkml:brushProperty name="height" value="0.05" units="cm"/>
      <inkml:brushProperty name="color" value="#FFFFFF"/>
    </inkml:brush>
  </inkml:definitions>
  <inkml:trace contextRef="#ctx0" brushRef="#br0">12 8 24575,'0'-3'0,"-3"-1"0,-1 3 0,-1 5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3:59.474"/>
    </inkml:context>
    <inkml:brush xml:id="br0">
      <inkml:brushProperty name="width" value="0.05" units="cm"/>
      <inkml:brushProperty name="height" value="0.05" units="cm"/>
      <inkml:brushProperty name="color" value="#FFFFFF"/>
    </inkml:brush>
  </inkml:definitions>
  <inkml:trace contextRef="#ctx0" brushRef="#br0">12 55 24575,'0'0'0,"0"0"0,0 1 0,0-1 0,0 0 0,0 1 0,0-1 0,0 0 0,0 1 0,-1-1 0,1 0 0,0 0 0,0 1 0,0-1 0,0 0 0,-1 1 0,1-1 0,0 0 0,0 0 0,-1 1 0,1-1 0,0 0 0,0 0 0,-1 0 0,1 0 0,0 1 0,-1-1 0,1 0 0,-1 0 0,1 0 0,0 0 0,0 0 0,-1 0 0,1 1 0,0-1 0,-1 0 0,1 0 0,0 0 0,0 0 0,-1 1 0,1-1 0,0 0 0,0 0 0,-1 1 0,1-1 0,0 0 0,0 0 0,0 1 0,0-1 0,-1 0 0,1 1 0,0-1 0,0 0 0,0 0 0,0 1 0,0-1 0,0 0 0,0 1 0,0-1 0,0 0 0,0 1 0,0-1 0,0 1 0,12 197 0,-10-181 0,-2-17 0,1 0 0,-1 0 0,0 0 0,0 0 0,1 0 0,-1 0 0,0 0 0,0 0 0,1 0 0,-1 0 0,0 0 0,0 0 0,1-1 0,-1 1 0,0 0 0,0 0 0,0 0 0,0 0 0,1-1 0,-1 1 0,0 0 0,0 0 0,0 0 0,0-1 0,1 1 0,-1 0 0,0 0 0,0-1 0,0 1 0,0 0 0,0 0 0,0-1 0,13-33 0,-10 24 0,14-43 0,38-83 0,-53 132 0,1 0 0,-1 0 0,0 0 0,1 1 0,0-1 0,0 1 0,0-1 0,0 1 0,0 0 0,6-4 0,-8 7 0,1-1 0,-1 0 0,1 1 0,0-1 0,-1 1 0,1-1 0,-1 1 0,1 0 0,0 0 0,-1 0 0,1 0 0,0 0 0,0 0 0,-1 0 0,1 0 0,-1 1 0,1-1 0,0 1 0,-1-1 0,1 1 0,-1-1 0,1 1 0,-1 0 0,1 0 0,-1 0 0,0 0 0,1 0 0,-1 0 0,0 0 0,0 0 0,2 2 0,16 20-11,-1 0 0,-1 1 0,-1 1 0,14 29 0,-4-7-1299,-8-18-5516</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3:59.769"/>
    </inkml:context>
    <inkml:brush xml:id="br0">
      <inkml:brushProperty name="width" value="0.05" units="cm"/>
      <inkml:brushProperty name="height" value="0.05" units="cm"/>
      <inkml:brushProperty name="color" value="#FFFFFF"/>
    </inkml:brush>
  </inkml:definitions>
  <inkml:trace contextRef="#ctx0" brushRef="#br0">141 215 24575,'7'-18'0,"-1"-1"0,-1 0 0,-1 0 0,5-39 0,-8 49 0,0 3 0,-1 0 0,1 1 0,-1-1 0,-1 0 0,1 1 0,-1-1 0,-1-6 0,2 11 0,0 0 0,-1 0 0,1 0 0,-1 0 0,1 0 0,-1 0 0,0 0 0,1 0 0,-1 0 0,0 0 0,1 0 0,-1 0 0,0 0 0,0 0 0,0 1 0,0-1 0,0 0 0,0 1 0,0-1 0,0 1 0,0-1 0,0 1 0,-1-1 0,1 1 0,0 0 0,0 0 0,0-1 0,0 1 0,-1 0 0,1 0 0,0 0 0,0 0 0,0 1 0,-1-1 0,1 0 0,0 0 0,0 1 0,0-1 0,0 0 0,-2 2 0,-3 0 0,-1 2 0,0-1 0,1 1 0,0 0 0,0 0 0,0 0 0,1 1 0,-1 0 0,1 0 0,0 1 0,1-1 0,-9 13 0,6-6 0,0-1 0,1 2 0,0-1 0,0 1 0,-6 26 0,11-33 0,0-1 0,0 1 0,0 0 0,1 0 0,0 0 0,0 0 0,0 0 0,1 0 0,0 0 0,0 0 0,1 0 0,0-1 0,0 1 0,0-1 0,0 1 0,1-1 0,0 0 0,0 0 0,1 0 0,4 6 0,6 4 0,2 0 0,-1-1 0,2-1 0,24 15 0,-4-1 0,-34-26 0,0 1 0,-1 0 0,0 0 0,1 1 0,-1-1 0,0 0 0,0 1 0,0-1 0,0 1 0,-1 0 0,1 0 0,-1-1 0,1 1 0,0 6 0,-1-7 0,-1 0 0,0-1 0,0 1 0,0 0 0,-1 0 0,1 0 0,0-1 0,-1 1 0,1 0 0,-1-1 0,0 1 0,1 0 0,-1-1 0,0 1 0,0-1 0,0 1 0,0-1 0,0 1 0,0-1 0,-1 0 0,1 1 0,0-1 0,-1 0 0,1 0 0,-1 0 0,1 0 0,-3 1 0,-13 6-1365,1-3-5461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3:59.957"/>
    </inkml:context>
    <inkml:brush xml:id="br0">
      <inkml:brushProperty name="width" value="0.05" units="cm"/>
      <inkml:brushProperty name="height" value="0.05" units="cm"/>
      <inkml:brushProperty name="color" value="#FFFFFF"/>
    </inkml:brush>
  </inkml:definitions>
  <inkml:trace contextRef="#ctx0" brushRef="#br0">1 45 24575,'3'-6'0,"4"-9"0,4-1 0,1 8 0,0 12 0,-1 14 0,0 14 0,2 13 0,-1 12 0,-1 12 0,3 9 0,0 4 0,2 4 0,1-1 0,1-2 0,0-5 0,-2-17-8191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0.863"/>
    </inkml:context>
    <inkml:brush xml:id="br0">
      <inkml:brushProperty name="width" value="0.05" units="cm"/>
      <inkml:brushProperty name="height" value="0.05" units="cm"/>
      <inkml:brushProperty name="color" value="#FFFFFF"/>
    </inkml:brush>
  </inkml:definitions>
  <inkml:trace contextRef="#ctx0" brushRef="#br0">0 667 24575,'1'-2'0,"-1"0"0,0 0 0,1 0 0,-1 0 0,1 0 0,0 1 0,0-1 0,0 0 0,0 0 0,0 1 0,0-1 0,0 0 0,0 1 0,1-1 0,-1 1 0,1-1 0,-1 1 0,1 0 0,-1 0 0,1 0 0,0 0 0,-1 0 0,1 0 0,0 0 0,0 0 0,2 0 0,7-2 0,-1 0 0,1 0 0,14-1 0,-23 3 0,23-2 0,234-41 0,-178 27 0,91-33 0,-163 48 0,-1-1 0,1 0 0,-1 0 0,0-1 0,-1 0 0,1-1 0,-1 1 0,1-1 0,-1-1 0,6-6 0,-12 12 0,0-1 0,-1 0 0,1 1 0,-1-1 0,1 1 0,-1-1 0,1 0 0,-1 1 0,0-1 0,1 0 0,-1 1 0,0-1 0,1 0 0,-1 0 0,0 1 0,0-1 0,0 0 0,1 0 0,-1 0 0,0 1 0,0-1 0,0 0 0,0 0 0,-1 0 0,1 1 0,0-1 0,0 0 0,0 0 0,-1 1 0,1-2 0,-1 1 0,-1 0 0,1 0 0,0 0 0,-1 0 0,1 0 0,0 0 0,-1 1 0,1-1 0,-1 0 0,1 1 0,-1-1 0,1 1 0,-4-1 0,-4 0 0,-1 0 0,1 0 0,-1 1 0,-9 1 0,1 2 0,0 0 0,0 1 0,1 1 0,-1 1 0,1 0 0,1 1 0,-1 1 0,-22 15 0,27-15 0,0 0 0,1 1 0,0 1 0,0-1 0,1 2 0,0 0 0,1 0 0,0 1 0,1 0 0,1 0 0,-8 15 0,13-20 0,-1 0 0,2-1 0,-1 1 0,1 0 0,0 0 0,0 0 0,1 0 0,-1 0 0,2 0 0,-1 0 0,1 0 0,0 0 0,1 0 0,-1 0 0,1 0 0,1-1 0,-1 1 0,7 10 0,-6-11 0,1 1 0,0-1 0,0 0 0,1-1 0,0 1 0,0-1 0,0 0 0,0 0 0,1 0 0,0-1 0,0 0 0,0 0 0,1 0 0,-1-1 0,1 0 0,0 0 0,0-1 0,7 2 0,-10-3 0,1 0 0,-1-1 0,0 0 0,0 0 0,1 0 0,-1 0 0,0-1 0,0 1 0,0-1 0,0 0 0,1 0 0,-1-1 0,0 1 0,5-4 0,-3 1 0,0 0 0,0 0 0,-1-1 0,0 1 0,0-1 0,0 0 0,-1-1 0,5-6 0,2-6 0,-2 1 0,0-1 0,0-1 0,-2 1 0,6-25 0,-7 15 0,-5 21 0,1-1 0,0 1 0,5-13 0,-7 20 0,0-1 0,0 1 0,0 0 0,0 0 0,0-1 0,0 1 0,0 0 0,0 0 0,1-1 0,-1 1 0,0 0 0,0 0 0,0-1 0,0 1 0,0 0 0,1 0 0,-1 0 0,0-1 0,0 1 0,0 0 0,1 0 0,-1 0 0,0 0 0,0 0 0,1-1 0,-1 1 0,0 0 0,0 0 0,1 0 0,-1 0 0,0 0 0,0 0 0,1 0 0,3 8 0,0 15 0,-3 11 0,-2-18 0,2 0 0,0 0 0,1 1 0,1-1 0,5 18 0,-7-31 0,0 1 0,0-1 0,1 0 0,-1 1 0,1-1 0,0 0 0,0 0 0,0-1 0,1 1 0,-1 0 0,0-1 0,1 1 0,0-1 0,0 0 0,0 0 0,0 0 0,0 0 0,0-1 0,0 1 0,0-1 0,1 1 0,-1-1 0,0 0 0,1-1 0,-1 1 0,1-1 0,-1 1 0,1-1 0,5 0 0,1-1 0,-1-1 0,1 1 0,-1-2 0,1 1 0,-1-1 0,0 0 0,0-1 0,0 0 0,-1-1 0,1 0 0,-1 0 0,0-1 0,0 0 0,6-7 0,1-1 0,0-1 0,-1-1 0,-1 0 0,0-1 0,15-27 0,-14 17 0,-1-1 0,-1 0 0,-1-1 0,-2 0 0,9-42 0,-15 52 0,0 0 0,-1 0 0,-1 0 0,-1 0 0,0 0 0,-2 0 0,0 1 0,-1-1 0,-10-34 0,10 45 0,-1 0 0,1 1 0,-1-1 0,0 1 0,-8-10 0,11 16 0,-1-1 0,1 1 0,0-1 0,-1 1 0,1 0 0,-1 0 0,1 0 0,-1 0 0,0 0 0,1 0 0,-1 0 0,0 0 0,-2 0 0,3 1 0,0 0 0,0 0 0,0 0 0,-1 0 0,1 0 0,0 0 0,0 1 0,0-1 0,0 0 0,-1 1 0,1-1 0,0 1 0,0-1 0,0 1 0,0-1 0,0 1 0,0 0 0,0-1 0,0 1 0,0 0 0,1 0 0,-3 2 0,0 2 0,-1 1 0,1-1 0,0 1 0,0 0 0,0 0 0,1 0 0,0 1 0,0-1 0,0 1 0,1-1 0,0 1 0,0 12 0,1 2 0,1 0 0,5 37 0,-1-35 0,0 1 0,1-1 0,1-1 0,1 1 0,2-1 0,19 35 0,-22-47 0,0 0 0,0 0 0,1-1 0,0 0 0,0 0 0,15 11 0,-16-16 0,-1 1 0,1-1 0,0-1 0,0 1 0,0-1 0,1 0 0,-1-1 0,1 1 0,-1-2 0,16 3 0,-17-4 0,0 1 0,0-1 0,0 0 0,0-1 0,0 0 0,0 0 0,-1 0 0,1 0 0,0-1 0,0 0 0,-1 0 0,1-1 0,-1 1 0,8-6 0,-8 3 0,1 1 0,-1-1 0,0-1 0,0 1 0,0-1 0,-1 0 0,1 0 0,-2 0 0,1 0 0,4-11 0,-2 1 0,-1-1 0,-1 1 0,0-1 0,-1 0 0,-1 0 0,0-1 0,-1 1 0,-1 0 0,-3-22 0,-1 6 0,-2 0 0,-1 0 0,-1 0 0,-2 1 0,-1 0 0,-2 1 0,-19-37 0,27 61 0,1 0 0,-1 0 0,0 0 0,-11-10 0,15 16 0,0 0 0,0 0 0,0 0 0,0 1 0,-1-1 0,1 0 0,0 1 0,0-1 0,-1 0 0,1 1 0,0-1 0,-1 1 0,1 0 0,0 0 0,-3-1 0,3 1 0,0 1 0,0-1 0,0 0 0,1 1 0,-1-1 0,0 1 0,0-1 0,0 1 0,0-1 0,0 1 0,1 0 0,-1-1 0,0 1 0,0 0 0,1-1 0,-1 1 0,1 0 0,-1 0 0,0 0 0,1 0 0,0 0 0,-1 0 0,1 0 0,-1 1 0,-2 6 0,1 1 0,0-1 0,0 1 0,1 0 0,0 0 0,0 0 0,2 14 0,9 67 0,-8-72 0,6 34-195,2-1 0,2 0 0,3-1 0,2 0 0,2-1 0,45 84 0,-43-100-6631</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1.629"/>
    </inkml:context>
    <inkml:brush xml:id="br0">
      <inkml:brushProperty name="width" value="0.05" units="cm"/>
      <inkml:brushProperty name="height" value="0.05" units="cm"/>
      <inkml:brushProperty name="color" value="#FFFFFF"/>
    </inkml:brush>
  </inkml:definitions>
  <inkml:trace contextRef="#ctx0" brushRef="#br0">71 224 24575,'-8'-9'0,"1"0"0,0 0 0,1 0 0,0-1 0,0 0 0,1 0 0,0 0 0,1-1 0,0 0 0,1 0 0,0 0 0,1 0 0,0 0 0,1 0 0,0-22 0,1 32 0,0-1 0,0 0 0,0 1 0,0-1 0,1 1 0,-1-1 0,1 0 0,-1 1 0,1-1 0,0 1 0,-1-1 0,1 1 0,0 0 0,0-1 0,0 1 0,0 0 0,0-1 0,0 1 0,1 0 0,-1 0 0,0 0 0,2-1 0,-1 2 0,-1-1 0,1 1 0,-1 0 0,1 0 0,-1 0 0,1 0 0,0 0 0,-1 0 0,1 0 0,-1 1 0,1-1 0,-1 0 0,1 1 0,-1 0 0,1-1 0,-1 1 0,1 0 0,-1-1 0,0 1 0,1 0 0,-1 0 0,0 0 0,2 2 0,5 5 0,0 0 0,-1 1 0,0 0 0,0 0 0,-1 1 0,0 0 0,-1 0 0,7 15 0,27 91 0,-38-111 0,17 66 0,15 119 0,-32-181 0,0-5 0,0 0 0,0 0 0,-1-1 0,0 1 0,1 0 0,-1 0 0,-1 0 0,1 0 0,0 0 0,-1-1 0,0 1 0,0 0 0,-2 3 0,3-7 0,-1-1 0,0 0 0,1 1 0,-1-1 0,1 0 0,-1 0 0,1 0 0,-1 0 0,1 1 0,-1-1 0,1 0 0,0 0 0,-1 0 0,1 0 0,0 0 0,0 0 0,0 0 0,0-1 0,-3-38 0,1 1 0,3 0 0,1-1 0,2 1 0,1 0 0,21-73 0,-19 85 0,2 1 0,13-29 0,-19 48 0,0 1 0,0-1 0,1 1 0,0 0 0,0 1 0,0-1 0,1 1 0,0-1 0,0 2 0,0-1 0,1 0 0,-1 1 0,1 0 0,6-3 0,-9 6 0,-1 0 0,0 0 0,1 0 0,-1 1 0,1-1 0,-1 1 0,1 0 0,-1 0 0,1-1 0,-1 2 0,1-1 0,-1 0 0,1 0 0,-1 1 0,1 0 0,-1-1 0,3 2 0,-1 0 0,0 1 0,0-1 0,0 1 0,0-1 0,0 1 0,-1 0 0,0 0 0,6 7 0,0 3 0,0 0 0,-1 1 0,0 0 0,7 20 0,22 73 0,-21-56 0,-16-50 0,0 0 0,0 0 0,0 0 0,1 0 0,-1 0 0,0 0 0,1 0 0,-1-1 0,1 1 0,-1 0 0,1 0 0,-1-1 0,1 1 0,0 0 0,-1-1 0,1 1 0,0 0 0,0 0 0,0-1 0,-1 0 0,1 0 0,-1 0 0,1-1 0,-1 1 0,0 0 0,1 0 0,-1 0 0,1 0 0,-1-1 0,0 1 0,1 0 0,-1 0 0,0-1 0,1 1 0,-1 0 0,0 0 0,1-1 0,-1 1 0,0-1 0,0 1 0,1 0 0,-1-1 0,0 1 0,0 0 0,0-1 0,13-37 0,-12 35 0,9-35 0,1 1 0,2 0 0,31-60 0,-43 95 0,1-1 0,0 0 0,0 1 0,0-1 0,0 1 0,0 0 0,1 0 0,-1-1 0,5-2 0,-6 5 0,0-1 0,0 1 0,0 0 0,0-1 0,0 1 0,0 0 0,-1 0 0,1-1 0,0 1 0,0 0 0,0 0 0,0 0 0,0 0 0,0 0 0,0 1 0,0-1 0,0 0 0,0 0 0,0 1 0,0-1 0,-1 0 0,1 1 0,0-1 0,0 1 0,0-1 0,-1 1 0,1-1 0,0 1 0,0 0 0,-1-1 0,1 1 0,-1 0 0,1-1 0,0 1 0,-1 0 0,1 1 0,5 11 0,0 0 0,-1 0 0,-1 1 0,0-1 0,0 1 0,-2 0 0,3 27 0,-3-21 0,5 41 138,8 52 10,-13-100-384,2 0 0,-1 0 0,2-1 1,0 0-1,0 0 0,10 16 0,-1-9-6590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3.394"/>
    </inkml:context>
    <inkml:brush xml:id="br0">
      <inkml:brushProperty name="width" value="0.05" units="cm"/>
      <inkml:brushProperty name="height" value="0.05" units="cm"/>
      <inkml:brushProperty name="color" value="#FFFFFF"/>
    </inkml:brush>
  </inkml:definitions>
  <inkml:trace contextRef="#ctx0" brushRef="#br0">51 473 24575,'6'-12'0,"-2"6"0,-1-1 0,0 1 0,0-1 0,2-8 0,-4 14 0,-1 1 0,0 0 0,0 0 0,0 0 0,0 0 0,0-1 0,0 1 0,0 0 0,0 0 0,1-1 0,-1 1 0,0 0 0,0 0 0,0 0 0,0-1 0,0 1 0,0 0 0,0 0 0,0 0 0,0-1 0,0 1 0,-1 0 0,1 0 0,0-1 0,0 1 0,0 0 0,0 0 0,0 0 0,0-1 0,0 1 0,0 0 0,-1 0 0,1 0 0,0 0 0,0 0 0,0-1 0,0 1 0,-1 0 0,1 0 0,0 0 0,0 0 0,0 0 0,-1 0 0,1 0 0,0-1 0,0 1 0,0 0 0,-1 0 0,1 0 0,0 0 0,0 0 0,-1 0 0,1 0 0,0 0 0,0 0 0,0 0 0,-1 0 0,1 1 0,0-1 0,0 0 0,0 0 0,-1 0 0,1 0 0,0 0 0,0 0 0,0 0 0,-1 0 0,1 1 0,0-1 0,-14 11 0,8-3 0,1-1 0,1 1 0,-1 0 0,1 1 0,1-1 0,0 1 0,0 0 0,0 0 0,1 0 0,1 0 0,-1 0 0,1 18 0,1-5 0,1 0 0,1 0 0,0-1 0,9 31 0,-8-40 0,0 0 0,2-1 0,8 20 0,-11-28 0,-1-1 0,1 1 0,-1 0 0,1-1 0,0 1 0,0-1 0,0 0 0,0 0 0,0 0 0,0 0 0,1 0 0,-1 0 0,1 0 0,-1-1 0,1 1 0,0-1 0,0 0 0,0 0 0,-1 0 0,6 1 0,-6-2 0,-1 0 0,1 0 0,0-1 0,0 1 0,0 0 0,-1-1 0,1 0 0,0 1 0,-1-1 0,1 0 0,0 0 0,-1 0 0,1 0 0,-1 0 0,1 0 0,-1 0 0,0-1 0,1 1 0,-1 0 0,0-1 0,0 1 0,0-1 0,0 1 0,0-1 0,-1 0 0,1 1 0,0-1 0,0-3 0,2-4 0,0 1 0,-1-1 0,-1 0 0,2-12 0,-2 3 0,-1 1 0,-1 0 0,-1 0 0,0 0 0,-1 0 0,-1 0 0,-1 0 0,0 1 0,-1 0 0,-9-17 0,-4-3 0,-1 0 0,-2 1 0,-28-32 0,50 66 0,0 1 0,0 0 0,-1 0 0,1 0 0,0-1 0,0 1 0,0 0 0,-1 0 0,1-1 0,0 1 0,0 0 0,0 0 0,0-1 0,0 1 0,-1 0 0,1 0 0,0-1 0,0 1 0,0 0 0,0-1 0,0 1 0,0 0 0,0-1 0,0 1 0,0 0 0,0 0 0,0-1 0,0 1 0,1 0 0,-1-1 0,0 1 0,0 0 0,0 0 0,0-1 0,0 1 0,1 0 0,-1-1 0,13-2 0,22 7 0,-32-4 0,96 12 0,0-4 0,1-4 0,135-13 0,-221 8 0,-8 1 0,-1 0 0,0 0 0,1-1 0,-1 0 0,0 0 0,0 0 0,1-1 0,-1 1 0,0-1 0,8-5 0,-13 7 0,0 0 0,1 0 0,-1 0 0,0 0 0,0-1 0,0 1 0,0 0 0,0 0 0,0 0 0,1 0 0,-1 0 0,0 0 0,0 0 0,0-1 0,0 1 0,0 0 0,0 0 0,0 0 0,0 0 0,0 0 0,0-1 0,0 1 0,0 0 0,0 0 0,0 0 0,0 0 0,0 0 0,0-1 0,0 1 0,0 0 0,0 0 0,0 0 0,0 0 0,0 0 0,0-1 0,0 1 0,0 0 0,0 0 0,0 0 0,-1-1 0,-6-2 0,-10 0 0,10 2 0,-1 1 0,1-1 0,0 2 0,0-1 0,0 1 0,0 0 0,0 1 0,0 0 0,0 0 0,0 0 0,1 1 0,-1 0 0,1 0 0,0 1 0,-1-1 0,2 1 0,-1 1 0,-8 7 0,7-4 0,0 0 0,0 0 0,1 1 0,0 0 0,1 0 0,0 1 0,0-1 0,1 1 0,0 0 0,1 0 0,-5 20 0,4-1 0,0-1 0,2 1 0,1 35 0,2-45 0,0 1 0,2-1 0,0-1 0,1 1 0,13 33 0,-16-49 0,0 1 0,0-1 0,1 0 0,0 0 0,0 0 0,0 0 0,0 0 0,0 0 0,0 0 0,1-1 0,0 1 0,-1-1 0,1 1 0,0-1 0,0 0 0,0 0 0,0-1 0,0 1 0,7 2 0,-6-4 0,-1 1 0,0-1 0,1 0 0,-1 0 0,1 0 0,-1-1 0,1 1 0,-1-1 0,0 0 0,1 0 0,-1 0 0,0 0 0,0 0 0,1-1 0,-1 0 0,0 1 0,-1-1 0,1 0 0,0-1 0,4-3 0,5-7 0,1-1 0,-2 0 0,0 0 0,0-1 0,-1-1 0,-1 0 0,-1 0 0,0-1 0,5-19 0,3-13 0,18-99 0,-23 85 0,-3-1 0,-2 0 0,-4 0 0,-6-76 0,4 134 0,0 3 0,0 0 0,0 0 0,-1 0 0,1-1 0,-1 1 0,0 0 0,0 0 0,0 0 0,0 0 0,0 1 0,0-1 0,-3-3 0,4 6 0,0 0 0,0 0 0,-1-1 0,1 1 0,0 0 0,0 0 0,-1 0 0,1 0 0,0 0 0,0 0 0,-1 0 0,1 0 0,0 0 0,0 0 0,-1 0 0,1 0 0,0 0 0,0 0 0,-1 0 0,1 0 0,0 0 0,0 0 0,0 0 0,-1 0 0,1 0 0,0 0 0,0 0 0,-1 0 0,1 1 0,0-1 0,0 0 0,0 0 0,-1 0 0,1 0 0,0 1 0,0-1 0,0 0 0,0 0 0,-1 0 0,1 1 0,0-1 0,0 0 0,0 0 0,0 1 0,0-1 0,0 0 0,0 0 0,0 1 0,0-1 0,-5 16 0,-1 28 0,2 0 0,1 1 0,8 81 0,-5-121 0,18 201 0,-12-162 0,3 0 0,22 70 0,-28-108 0,-1 0 0,1 1 0,0-1 0,0 0 0,5 6 0,-7-11 0,-1 0 0,1 0 0,0 0 0,0 0 0,-1 0 0,1 0 0,0 0 0,0-1 0,0 1 0,0 0 0,0-1 0,0 1 0,0-1 0,0 1 0,0-1 0,0 0 0,0 1 0,0-1 0,0 0 0,1 0 0,-1 1 0,0-1 0,0 0 0,0 0 0,0 0 0,1-1 0,-1 1 0,0 0 0,0 0 0,0-1 0,0 1 0,0 0 0,0-1 0,0 1 0,0-1 0,0 1 0,0-1 0,1-1 0,4-3 0,0 0 0,0-1 0,-1 0 0,1-1 0,-2 1 0,1-1 0,-1 0 0,5-9 0,25-64 0,-27 64 0,0-3 0,6-13 0,-1 0 0,9-45 0,-21 74 0,-3 10 0,-4 12 0,4 1 0,1-1 0,2 1 0,0-1 0,1 1 0,0-1 0,2 0 0,0 0 0,1 0 0,2 0 0,-1 0 0,2-1 0,11 22 0,-17-37 0,1 0 0,-1 0 0,1 0 0,0 0 0,0 0 0,0-1 0,1 1 0,-1-1 0,1 1 0,-1-1 0,1 0 0,0 0 0,0 0 0,0 0 0,0-1 0,0 1 0,0-1 0,0 1 0,0-1 0,1 0 0,5 0 0,-6-1 0,1 0 0,0 0 0,0 0 0,-1-1 0,1 0 0,0 0 0,-1 0 0,1 0 0,-1-1 0,0 1 0,1-1 0,-1 0 0,0 0 0,0 0 0,0 0 0,0 0 0,0-1 0,-1 0 0,5-5 0,0-1 0,0-1 0,-1 1 0,0-1 0,-1-1 0,0 1 0,-1-1 0,0 0 0,-1 0 0,0 0 0,3-21 0,-4 15 0,-1-1 0,0 0 0,-1 0 0,-1 0 0,-1 0 0,-5-21 0,7 36 0,-1 1 0,1-1 0,-1 1 0,0-1 0,0 1 0,0 0 0,0-1 0,-1 1 0,1 0 0,-1 0 0,-2-3 0,4 4 0,0 1 0,-1 0 0,1 0 0,0 0 0,0 0 0,-1 0 0,1 0 0,0-1 0,0 1 0,0 0 0,-1 0 0,1 0 0,0 0 0,0 0 0,-1 0 0,1 0 0,0 0 0,0 0 0,-1 0 0,1 0 0,0 0 0,0 0 0,-1 0 0,1 0 0,0 1 0,0-1 0,0 0 0,-1 0 0,1 0 0,0 0 0,0 0 0,0 0 0,-1 1 0,1-1 0,0 0 0,0 0 0,0 0 0,-1 1 0,-4 19 0,2 4 0,1 0 0,4 45 0,-1-56 0,1 1 0,1-1 0,0 1 0,0-1 0,1 0 0,10 20 0,-13-30 0,1 0 0,-1 0 0,1-1 0,0 1 0,0 0 0,0-1 0,0 1 0,1-1 0,-1 1 0,0-1 0,1 0 0,0 0 0,0 0 0,-1-1 0,1 1 0,0-1 0,0 1 0,0-1 0,1 0 0,-1 0 0,0 0 0,0-1 0,1 1 0,-1-1 0,0 0 0,1 0 0,-1 0 0,0 0 0,0 0 0,1-1 0,-1 0 0,0 1 0,0-1 0,0-1 0,1 1 0,2-2 0,3-1 0,0-1 0,0 0 0,-1 0 0,0-1 0,0 0 0,0 0 0,-1-1 0,0 0 0,0 0 0,-1-1 0,7-9 0,-6 4 0,-1 0 0,0 0 0,-1 0 0,-1-1 0,0 0 0,0 0 0,-1 0 0,-1 0 0,-1-1 0,0 1 0,-1-1 0,0 1 0,-1 0 0,-3-16 0,-4-14 0,-2 1 0,-1 1 0,-23-54 0,29 82 0,2 6 0,1 1 0,-2-1 0,1 1 0,-1 0 0,0 0 0,-9-12 0,13 18 0,-1 1 0,1 0 0,0-1 0,0 1 0,-1 0 0,1-1 0,0 1 0,-1 0 0,1-1 0,-1 1 0,1 0 0,0 0 0,-1-1 0,1 1 0,-1 0 0,1 0 0,-1 0 0,1 0 0,-1-1 0,1 1 0,0 0 0,-1 0 0,1 0 0,-1 0 0,1 0 0,-1 0 0,1 0 0,-1 0 0,0 1 0,-6 11 0,1 24 0,6-34 0,-1 35 0,2 1 0,9 63 0,24 75 0,-30-155 0,31 119 0,-27-115 0,1 0 0,2-1 0,18 33 0,-28-54 0,1-1 0,-1 0 0,0 0 0,1 0 0,0 1 0,0-1 0,-1-1 0,1 1 0,0 0 0,1 0 0,-1-1 0,0 1 0,0-1 0,1 0 0,-1 0 0,1 1 0,3 0 0,-3-2 0,1 0 0,-1 0 0,0 0 0,0 0 0,0-1 0,1 1 0,-1-1 0,0 0 0,0 0 0,0 0 0,0 0 0,0 0 0,0-1 0,3-2 0,20-11 0,0-1 0,32-27 0,-49 35 0,0 1 0,-1-2 0,-1 1 0,1-1 0,-1 0 0,-1 0 0,1-1 0,-2 0 0,8-16 0,-6 4 0,-2 1 0,0-1 0,2-26 0,-4 21 0,10-34 0,-13 60 0,1 0 0,-1 0 0,1 0 0,-1 0 0,0-1 0,1 1 0,-1 0 0,0 0 0,0 0 0,0 0 0,0 0 0,0 0 0,0-1 0,0 1 0,0 0 0,0 0 0,-1 0 0,1 0 0,0 0 0,-1 0 0,1 0 0,-1 0 0,1 0 0,-1 0 0,1 0 0,-1 0 0,0 0 0,0 0 0,1 0 0,-1 0 0,0 1 0,0-1 0,0 0 0,0 1 0,0-1 0,0 0 0,0 1 0,0-1 0,0 1 0,0 0 0,0-1 0,0 1 0,0 0 0,0 0 0,-1 0 0,1-1 0,0 1 0,0 0 0,0 0 0,-2 1 0,-3-1 0,0 1 0,0 0 0,0 0 0,1 0 0,-1 1 0,0 0 0,0 0 0,-6 4 0,5-2 0,0 1 0,0 0 0,1 0 0,-1 0 0,2 1 0,-1 0 0,0 0 0,1 0 0,0 1 0,1 0 0,-1 0 0,1 0 0,1 0 0,-1 1 0,1-1 0,-3 14 0,5-15 0,-1 1 0,1-1 0,1 1 0,-1-1 0,1 1 0,1-1 0,-1 1 0,1 0 0,0-1 0,0 0 0,1 1 0,0-1 0,0 0 0,0 0 0,1 0 0,0 0 0,0 0 0,1-1 0,-1 1 0,1-1 0,7 7 0,-2-3-85,1-1 0,0 0-1,1-1 1,-1 0 0,1-1-1,1 0 1,-1 0 0,1-1-1,0-1 1,0 0 0,0-1-1,1 0 1,-1-1 0,1 0-1,13 0 1,12-2-6741</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3.887"/>
    </inkml:context>
    <inkml:brush xml:id="br0">
      <inkml:brushProperty name="width" value="0.05" units="cm"/>
      <inkml:brushProperty name="height" value="0.05" units="cm"/>
      <inkml:brushProperty name="color" value="#FFFFFF"/>
    </inkml:brush>
  </inkml:definitions>
  <inkml:trace contextRef="#ctx0" brushRef="#br0">1 56 24575,'106'11'-41,"188"-7"0,-200-5-371,1022-12-5553,580-4 424,2111-4 3603,-2775 12 1189,-94 0 2237,-316 9 4379,-592 0-6726</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4.230"/>
    </inkml:context>
    <inkml:brush xml:id="br0">
      <inkml:brushProperty name="width" value="0.05" units="cm"/>
      <inkml:brushProperty name="height" value="0.05" units="cm"/>
      <inkml:brushProperty name="color" value="#FFFFFF"/>
    </inkml:brush>
  </inkml:definitions>
  <inkml:trace contextRef="#ctx0" brushRef="#br0">1 52 24575,'0'-3'0,"3"-1"0,7 0 0,9 1 0,6 1 0,9-2 0,8-1 0,6 0 0,7 2 0,7-2 0,5-1 0,4 2 0,-10 0-8191</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4.432"/>
    </inkml:context>
    <inkml:brush xml:id="br0">
      <inkml:brushProperty name="width" value="0.05" units="cm"/>
      <inkml:brushProperty name="height" value="0.05" units="cm"/>
      <inkml:brushProperty name="color" value="#FFFFFF"/>
    </inkml:brush>
  </inkml:definitions>
  <inkml:trace contextRef="#ctx0" brushRef="#br0">0 16 24575,'6'0'0,"6"0"0,9 0 0,11 0 0,9-4 0,10 0 0,9 0 0,-5 1-8191</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4.976"/>
    </inkml:context>
    <inkml:brush xml:id="br0">
      <inkml:brushProperty name="width" value="0.05" units="cm"/>
      <inkml:brushProperty name="height" value="0.05" units="cm"/>
      <inkml:brushProperty name="color" value="#FFFFFF"/>
    </inkml:brush>
  </inkml:definitions>
  <inkml:trace contextRef="#ctx0" brushRef="#br0">272 252 24575,'11'0'0,"-1"-2"0,0 1 0,0-2 0,-1 1 0,1-1 0,0-1 0,-1 0 0,0 0 0,0 0 0,0-2 0,0 1 0,-1-1 0,10-8 0,-13 9 0,0 1 0,-1 0 0,0-1 0,0 0 0,0 0 0,-1 0 0,0-1 0,0 1 0,0-1 0,2-6 0,-4 8 0,0 0 0,0 0 0,0 0 0,-1 0 0,0 0 0,1 0 0,-1 0 0,-1 0 0,1 0 0,-1 0 0,1 0 0,-1 0 0,0 1 0,-1-1 0,1 0 0,-4-6 0,2 5 0,0 1 0,0 0 0,-1 0 0,1 0 0,-1 0 0,0 1 0,0-1 0,0 1 0,-1 0 0,1 0 0,-1 1 0,1-1 0,-1 1 0,0 0 0,0 0 0,0 1 0,0-1 0,0 1 0,-1 0 0,1 1 0,-7-1 0,-2 1 0,0-1 0,-1 2 0,1 0 0,0 1 0,-1 1 0,-21 6 0,22-4 0,0 1 0,1 0 0,-1 1 0,1 0 0,1 1 0,-1 1 0,1 0 0,1 1 0,0 0 0,0 0 0,1 1 0,-13 18 0,17-20 0,-1 0 0,2 1 0,-1 0 0,1 0 0,1 0 0,0 0 0,0 1 0,1 0 0,0 0 0,1 0 0,0 0 0,1 0 0,0 0 0,1 0 0,0 1 0,1-1 0,2 14 0,-1-18 0,0 0 0,0 0 0,1 0 0,-1 0 0,1-1 0,1 1 0,-1-1 0,1 0 0,1 0 0,-1 0 0,1-1 0,0 0 0,0 0 0,7 6 0,-4-5 0,0-1 0,0-1 0,0 1 0,1-1 0,-1-1 0,1 1 0,0-2 0,0 1 0,0-1 0,11 1 0,-6-2 0,1 0 0,-1-1 0,1 0 0,-1-1 0,1-1 0,-1 0 0,0-1 0,0-1 0,0 0 0,0-1 0,0-1 0,-1 0 0,0 0 0,13-10 0,-15 7 0,-1 0 0,0 0 0,0-1 0,-1 0 0,-1-1 0,1 0 0,-2 0 0,0-1 0,0 0 0,-1 0 0,0-1 0,-1 1 0,6-25 0,0 6 0,-2 21 0,-8 10 0,-1 0 0,1 0 0,-1 0 0,0 0 0,1 0 0,-1 0 0,1 0 0,-1 0 0,0 0 0,1 0 0,-1 1 0,1-1 0,-1 0 0,0 0 0,1 0 0,-1 1 0,0-1 0,1 0 0,-1 1 0,0-1 0,0 0 0,1 0 0,-1 1 0,0-1 0,0 0 0,1 1 0,-1-1 0,0 1 0,0-1 0,0 0 0,1 1 0,5 16 0,0-1 0,-1 1 0,0 0 0,3 32 0,2 3 0,-5-30-341,1 0 0,1-1-1,18 39 1,-7-28-6485</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5.414"/>
    </inkml:context>
    <inkml:brush xml:id="br0">
      <inkml:brushProperty name="width" value="0.05" units="cm"/>
      <inkml:brushProperty name="height" value="0.05" units="cm"/>
      <inkml:brushProperty name="color" value="#FFFFFF"/>
    </inkml:brush>
  </inkml:definitions>
  <inkml:trace contextRef="#ctx0" brushRef="#br0">297 513 24575,'4'-4'0,"0"-1"0,0 0 0,-1 0 0,0-1 0,0 1 0,0-1 0,-1 1 0,0-1 0,0 0 0,0 0 0,-1 0 0,1 0 0,-2 0 0,1 0 0,-1-1 0,0-9 0,-1 1 0,0 0 0,-1 1 0,0 0 0,-2-1 0,1 1 0,-7-14 0,7 21 0,0 0 0,0 0 0,-1 0 0,0 1 0,0-1 0,-1 1 0,0 0 0,0 0 0,-11-9 0,14 13 0,-1 0 0,1 1 0,-1-1 0,0 0 0,0 1 0,0 0 0,1 0 0,-1 0 0,-1 0 0,1 0 0,0 0 0,0 1 0,0 0 0,0-1 0,0 1 0,0 0 0,-1 1 0,1-1 0,0 0 0,0 1 0,0 0 0,0 0 0,0 0 0,0 0 0,0 0 0,-5 3 0,0 2 0,-1 0 0,1 1 0,-1 0 0,2 0 0,-1 0 0,1 1 0,-10 14 0,3-1 0,-24 46 0,29-48 0,0 1 0,2 0 0,-9 41 0,13-51 0,2 0 0,0 0 0,0 0 0,0 0 0,1 0 0,1 0 0,0 0 0,0 0 0,1 0 0,5 15 0,-6-21 0,1 0 0,0-1 0,-1 1 0,2-1 0,-1 1 0,0-1 0,1 0 0,-1 0 0,1 0 0,0 0 0,0 0 0,0 0 0,0-1 0,1 0 0,6 4 0,-5-4 0,0 0 0,1 0 0,-1-1 0,1 0 0,-1 0 0,1 0 0,-1-1 0,1 1 0,-1-1 0,10-2 0,-4 1 0,0-2 0,-1 1 0,1-1 0,0-1 0,-1 0 0,0-1 0,0 0 0,0 0 0,0-1 0,-1 0 0,10-9 0,-3-1 0,-1 0 0,-1-1 0,0-1 0,-1 0 0,-1-1 0,0 0 0,-2-1 0,0-1 0,-2 1 0,0-1 0,-1-1 0,6-34 0,-4 6 0,-3-1 0,-2 0 0,-2 0 0,-7-72 0,3 114 0,-1 14 0,-1 16 0,-2 26 0,2 0 0,2 1 0,2-1 0,3 1 0,1-1 0,14 58 0,-10-72-682,19 49-1,-8-37-6143</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5.865"/>
    </inkml:context>
    <inkml:brush xml:id="br0">
      <inkml:brushProperty name="width" value="0.05" units="cm"/>
      <inkml:brushProperty name="height" value="0.05" units="cm"/>
      <inkml:brushProperty name="color" value="#FFFFFF"/>
    </inkml:brush>
  </inkml:definitions>
  <inkml:trace contextRef="#ctx0" brushRef="#br0">170 449 24575,'-1'-20'0,"-1"0"0,-1 1 0,0 0 0,-2-1 0,0 1 0,-12-26 0,17 44 0,-1-1 0,0 0 0,1 0 0,-1 1 0,0-1 0,0 0 0,0 1 0,0-1 0,0 1 0,0 0 0,0-1 0,-1 1 0,1 0 0,0-1 0,-1 1 0,1 0 0,-1 0 0,0 0 0,1 0 0,-1 1 0,0-1 0,1 0 0,-1 1 0,0-1 0,0 1 0,1-1 0,-1 1 0,0 0 0,0 0 0,-2 0 0,1 1 0,0 0 0,0 0 0,0 0 0,0 1 0,0-1 0,0 1 0,1-1 0,-1 1 0,0 0 0,1 0 0,0 1 0,-1-1 0,1 0 0,0 1 0,0-1 0,-2 5 0,-2 3 0,0 1 0,1 0 0,0 1 0,1-1 0,0 1 0,1 0 0,0 0 0,-2 22 0,3-12 0,2 1 0,0 0 0,5 42 0,-3-57 0,-1 0 0,2-1 0,-1 1 0,1 0 0,0-1 0,0 1 0,1-1 0,0 0 0,0 0 0,1 0 0,0-1 0,0 0 0,8 8 0,-10-11 0,1 0 0,0 0 0,-1-1 0,1 1 0,0-1 0,0 0 0,1 0 0,-1 0 0,0-1 0,1 1 0,-1-1 0,0 0 0,1 0 0,0-1 0,-1 1 0,1-1 0,-1 0 0,1 0 0,0-1 0,-1 1 0,1-1 0,-1 0 0,1 0 0,7-4 0,-4 1 0,0 0 0,0-1 0,0 0 0,-1 0 0,0-1 0,0 0 0,0 0 0,-1 0 0,0-1 0,0 0 0,-1 0 0,9-15 0,-4 2 0,0 0 0,-1 0 0,-1-1 0,6-24 0,-7 17 0,-1 0 0,-2 0 0,-1 0 0,0-1 0,-3 0 0,0 1 0,-2-1 0,-1 1 0,-1-1 0,-1 1 0,-2 0 0,-15-41 0,19 63 0,0-1 0,0 1 0,0 0 0,-8-10 0,10 15 0,1 1 0,-1-1 0,1 0 0,-1 0 0,0 1 0,0-1 0,1 1 0,-1-1 0,0 1 0,0-1 0,0 1 0,1-1 0,-1 1 0,0 0 0,0-1 0,0 1 0,-2 0 0,3 0 0,-1 0 0,0 0 0,0 1 0,0-1 0,1 0 0,-1 1 0,0-1 0,1 1 0,-1-1 0,0 1 0,1-1 0,-1 1 0,0 0 0,1-1 0,-1 1 0,1 0 0,-1-1 0,1 1 0,0 0 0,-1 0 0,1-1 0,0 1 0,-1 0 0,1 1 0,-3 8 0,0 0 0,0 0 0,2 0 0,-1 1 0,0 12 0,3 58 0,0-58 0,2 52-273,4-1 0,3 1 0,3-2 0,32 102 0,-30-129-6553</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5.065"/>
    </inkml:context>
    <inkml:brush xml:id="br0">
      <inkml:brushProperty name="width" value="0.05" units="cm"/>
      <inkml:brushProperty name="height" value="0.05" units="cm"/>
      <inkml:brushProperty name="color" value="#FFFFFF"/>
    </inkml:brush>
  </inkml:definitions>
  <inkml:trace contextRef="#ctx0" brushRef="#br0">367 58 24575,'0'-3'0,"0"-2"0,0 0 0,0 1 0,0-1 0,-1 1 0,0-1 0,-2-6 0,3 10 0,-1 0 0,1 0 0,-1 0 0,1 0 0,-1 0 0,0 0 0,1 0 0,-1 1 0,0-1 0,0 0 0,1 1 0,-1-1 0,0 0 0,0 1 0,0-1 0,0 1 0,0-1 0,0 1 0,0 0 0,0-1 0,0 1 0,0 0 0,0 0 0,0 0 0,0 0 0,-1 0 0,1 0 0,0 0 0,0 0 0,0 0 0,0 0 0,0 0 0,-2 1 0,-4 2 0,-1-1 0,1 1 0,0 0 0,0 0 0,0 1 0,0 0 0,1 1 0,0-1 0,-7 7 0,-7 7 0,-23 28 0,20-18 0,1 1 0,1 1 0,2 1 0,1 1 0,1 0 0,-21 60 0,30-69 0,2-1 0,0 1 0,1 0 0,2 0 0,0 1 0,1-1 0,2 1 0,0-1 0,1 1 0,2-1 0,8 36 0,-7-46 0,0 0 0,1 0 0,1 0 0,0-1 0,0 0 0,1 0 0,1 0 0,0-1 0,1 0 0,0-1 0,1 0 0,12 10 0,-7-8 0,0-2 0,1 0 0,0 0 0,0-2 0,1 0 0,0-1 0,0-1 0,27 7 0,-17-8 0,1 0 0,0-2 0,-1-1 0,1-1 0,0-1 0,0-2 0,0-1 0,0-1 0,-1-1 0,1-1 0,-1-2 0,28-12 0,-40 14 0,0-2 0,0 0 0,-1-1 0,-1 0 0,0-1 0,0 0 0,0-1 0,-2 0 0,1-1 0,-1-1 0,-1 0 0,12-19 0,-13 15 0,0 0 0,-1-1 0,-1 1 0,-1-2 0,0 1 0,-2-1 0,0 0 0,0 0 0,-2 0 0,0-26 0,-3 16 0,-1-1 0,-1 0 0,-1 1 0,-2 0 0,-10-31 0,9 38 0,-1 1 0,-1 0 0,-1 0 0,0 0 0,-2 2 0,-1-1 0,-16-18 0,24 31-72,-1 1 1,1 0-1,-2 0 0,1 0 0,-1 1 0,0 0 0,0 0 0,0 1 1,0 0-1,-1 0 0,0 1 0,0 0 0,0 0 0,0 1 0,0 0 1,-1 0-1,1 1 0,-12-1 0,-25 6-6754</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5.495"/>
    </inkml:context>
    <inkml:brush xml:id="br0">
      <inkml:brushProperty name="width" value="0.05" units="cm"/>
      <inkml:brushProperty name="height" value="0.05" units="cm"/>
      <inkml:brushProperty name="color" value="#FFFFFF"/>
    </inkml:brush>
  </inkml:definitions>
  <inkml:trace contextRef="#ctx0" brushRef="#br0">176 25 24575,'28'22'0,"-25"-20"0,1 0 0,0 1 0,-1 0 0,1 0 0,-1 0 0,0 0 0,4 6 0,-6-7 0,0-1 0,0 1 0,-1 0 0,1 0 0,-1 0 0,1-1 0,-1 1 0,0 0 0,0 0 0,0 0 0,0 0 0,0 0 0,0 0 0,0 0 0,-1-1 0,1 1 0,-1 0 0,1 0 0,-1 0 0,0-1 0,0 1 0,-1 3 0,-13 20 0,-2 0 0,0-1 0,-35 37 0,18-21 0,-51 52 0,84-91 0,0 0 0,0 0 0,0 0 0,0 0 0,0 1 0,0-1 0,0 0 0,1 1 0,-1-1 0,0 0 0,1 1 0,-1-1 0,1 1 0,-1-1 0,1 1 0,0-1 0,0 1 0,0-1 0,0 1 0,0-1 0,0 1 0,0 0 0,0-1 0,0 1 0,1-1 0,-1 1 0,1-1 0,-1 0 0,1 1 0,0-1 0,-1 1 0,1-1 0,0 0 0,0 0 0,0 1 0,0-1 0,0 0 0,0 0 0,0 0 0,0 0 0,3 1 0,5 5 0,1-1 0,0-1 0,0 0 0,19 7 0,-14-6 0,23 10 0,1-1 0,1-2 0,0-2 0,0-1 0,68 7 0,-93-17 0,0 1 0,0-2 0,0 0 0,0-1 0,0 0 0,0-1 0,0-1 0,15-6 0,-20 5 0,0 0 0,0 0 0,-1 0 0,0-2 0,0 1 0,0-1 0,-1 0 0,0-1 0,0 0 0,-1 0 0,0 0 0,8-14 0,-7 7 0,-1 0 0,0 0 0,-1 0 0,0-1 0,-2 1 0,1-1 0,-2-1 0,-1 1 0,0 0 0,0-1 0,-2 1 0,0-1 0,-1 1 0,-1-1 0,0 1 0,-1 0 0,-1 0 0,-1 0 0,0 0 0,-1 1 0,0 0 0,-13-21 0,16 31-105,0 1 0,0-1 0,0 1 0,0 0 0,-1 0 0,0 0 0,0 1 0,0-1 0,0 1 0,-1 0 0,1 0 0,-9-4 0,-4 1-6721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25.379"/>
    </inkml:context>
    <inkml:brush xml:id="br0">
      <inkml:brushProperty name="width" value="0.05" units="cm"/>
      <inkml:brushProperty name="height" value="0.05" units="cm"/>
      <inkml:brushProperty name="color" value="#FFFFFF"/>
    </inkml:brush>
  </inkml:definitions>
  <inkml:trace contextRef="#ctx0" brushRef="#br0">1 837 24575,'5'-1'0,"0"0"0,0 0 0,0 0 0,0-1 0,0 0 0,0 0 0,5-3 0,13-5 0,581-164-1275,14 47-646,-570 118 1829,1311-212-4338,15 65 2136,1110 32 338,-3 266 535,171 333 1113,-1172-125 3644,-885-198 2876,-570-147-4689,-26-5-1492,1 0-1,0 0 1,0 0-1,0 0 1,0 0-1,0 0 1,0 0-1,0 0 1,0 0-1,0 0 1,0 0-1,0-1 1,0 1-1,0 0 1,-1 0-1,1 0 1,0 0-1,0 0 1,0 0-1,0 0 0,0 0 1,0 0-1,0 0 1,0 0-1,0 0 1,0-1-1,0 1 1,0 0-1,0 0 1,0 0-1,0 0 1,0 0-1,0 0 1,0 0-1,0 0 1,0 0-1,0 0 1,0-1-1,0 1 1,0 0-1,0 0 0,0 0 1,0 0-1,1 0 1,-1 0-1,0 0 1,0 0-1,0 0 1,0 0-1,0 0 1,0 0-1,0 0 1,0 0-1,0-1 1,-13-8 777,-18-10-2032,16 11-5602</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25.634"/>
    </inkml:context>
    <inkml:brush xml:id="br0">
      <inkml:brushProperty name="width" value="0.05" units="cm"/>
      <inkml:brushProperty name="height" value="0.05" units="cm"/>
      <inkml:brushProperty name="color" value="#FFFFFF"/>
    </inkml:brush>
  </inkml:definitions>
  <inkml:trace contextRef="#ctx0" brushRef="#br0">46 8 24575,'0'-3'0,"4"-1"0,0 3 0,3 5 0,3 5 0,4 7 0,-1 7 0,0 6 0,1 7 0,-1 7 0,-7 6 0,-7 3 0,-13 3 0,-16 0 0,-19 1 0,-1-9-8191</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0.021"/>
    </inkml:context>
    <inkml:brush xml:id="br0">
      <inkml:brushProperty name="width" value="0.05" units="cm"/>
      <inkml:brushProperty name="height" value="0.05" units="cm"/>
      <inkml:brushProperty name="color" value="#FFFFFF"/>
    </inkml:brush>
  </inkml:definitions>
  <inkml:trace contextRef="#ctx0" brushRef="#br0">19 299 24575,'0'0'0,"-1"0"0,0 1 0,0-1 0,0 0 0,1 0 0,-1 0 0,0 0 0,0 1 0,1-1 0,-1 0 0,0 1 0,1-1 0,-1 0 0,0 1 0,1-1 0,-1 1 0,0-1 0,1 1 0,-1 0 0,1-1 0,-1 1 0,1 0 0,0-1 0,-1 1 0,1 0 0,-1-1 0,1 1 0,0 0 0,0 0 0,-1-1 0,1 1 0,0 0 0,0 0 0,0-1 0,0 1 0,0 0 0,0 0 0,0 0 0,0-1 0,1 2 0,7 40 0,-4-29 0,15 73 0,33 159 0,-40-176 0,3 110 0,-15-173 0,3 21 0,-3-27 0,0 1 0,0-1 0,0 1 0,1-1 0,-1 1 0,0-1 0,0 1 0,1 0 0,-1-1 0,0 0 0,1 1 0,-1-1 0,1 1 0,-1-1 0,1 1 0,-1-1 0,1 0 0,-1 1 0,1-1 0,-1 0 0,1 0 0,-1 1 0,1-1 0,-1 0 0,1 0 0,0 0 0,-1 0 0,1 0 0,-1 0 0,1 0 0,0 0 0,-1 0 0,1 0 0,-1 0 0,1 0 0,0 0 0,-1 0 0,1 0 0,0-1 0,14-5 0,1 0 0,21-13 0,8-4 0,-4 7 0,-1 2 0,2 2 0,45-8 0,130-11 0,-78 13 0,-132 17 0,-2 1 0,0-1 0,0 0 0,0 0 0,0 0 0,9-5 0,-13 6 0,0-1 0,0 0 0,0 1 0,0-1 0,0 0 0,0 0 0,0 0 0,0 0 0,0 0 0,-1 0 0,1 0 0,0 0 0,-1 0 0,1 0 0,-1 0 0,1 0 0,-1-1 0,0 1 0,1 0 0,-1 0 0,0 0 0,0-1 0,0 1 0,0 0 0,0 0 0,0-1 0,0 1 0,0 0 0,-1-2 0,0-13 0,0-1 0,1 0 0,1 1 0,1-1 0,0 1 0,5-18 0,5-50 0,19-256 0,-29 318 0,1 4 0,-1 0 0,-1 0 0,-1 0 0,-2-23 0,1 37 0,1 0 0,-1 0 0,0 0 0,0 0 0,0 1 0,-1-1 0,1 0 0,-1 0 0,0 1 0,0-1 0,0 1 0,-1 0 0,1 0 0,-1-1 0,0 1 0,0 1 0,0-1 0,0 0 0,0 1 0,0 0 0,-1 0 0,1 0 0,-1 0 0,-6-2 0,-12-1 0,0 0 0,0 2 0,-1 1 0,1 0 0,-43 4 0,31-1 0,-60 3-455,0 5 0,-129 28 0,199-32-6371</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0.602"/>
    </inkml:context>
    <inkml:brush xml:id="br0">
      <inkml:brushProperty name="width" value="0.05" units="cm"/>
      <inkml:brushProperty name="height" value="0.05" units="cm"/>
      <inkml:brushProperty name="color" value="#FFFFFF"/>
    </inkml:brush>
  </inkml:definitions>
  <inkml:trace contextRef="#ctx0" brushRef="#br0">164 5 24575,'-1'3'0,"0"-1"0,0 1 0,0-1 0,-1 0 0,1 1 0,-1-1 0,1 0 0,-5 4 0,-4 8 0,1 6 0,1 1 0,1 0 0,1 0 0,1 1 0,-4 37 0,-2 6 0,-19 67 0,-21 118 0,50-246 0,1 1 0,-1 0 0,1-1 0,0 1 0,0 0 0,1-1 0,-1 1 0,1-1 0,0 1 0,0 0 0,3 4 0,-3-7 0,0 0 0,0 0 0,1-1 0,-1 1 0,1 0 0,-1-1 0,1 1 0,0-1 0,0 0 0,-1 1 0,1-1 0,0 0 0,0 0 0,0 0 0,0 0 0,1-1 0,-1 1 0,0-1 0,0 1 0,0-1 0,1 0 0,-1 1 0,0-1 0,0 0 0,3-1 0,13 0 0,0 0 0,0-2 0,-1 0 0,27-8 0,69-30 0,-32 11 0,-22 10 0,121-22 0,-175 41 0,0 0 0,0 0 0,0 0 0,-1-1 0,1 0 0,0 0 0,0-1 0,-1 1 0,0-1 0,1 0 0,-1 0 0,0 0 0,0 0 0,3-5 0,-2 2 0,0-1 0,0 0 0,-1 0 0,0 0 0,0 0 0,0-1 0,-1 0 0,2-8 0,0-2 0,-2 0 0,0-1 0,0 1 0,-2 0 0,-1-1 0,0 1 0,-3-23 0,0 20 0,-1 1 0,-1-1 0,0 1 0,-2 1 0,0-1 0,-1 1 0,-13-22 0,15 32 0,1 0 0,-1 0 0,-1 1 0,0 0 0,0 0 0,-1 1 0,1 0 0,-2 0 0,1 1 0,-1 0 0,0 0 0,0 1 0,0 0 0,-1 1 0,-19-7 0,14 7-85,-1 1 0,0 1-1,0 0 1,1 1 0,-1 1-1,0 1 1,0 0 0,0 0-1,0 2 1,1 0 0,-1 1-1,1 0 1,0 2 0,0-1-1,-22 14 1,19-7-6741</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0.974"/>
    </inkml:context>
    <inkml:brush xml:id="br0">
      <inkml:brushProperty name="width" value="0.05" units="cm"/>
      <inkml:brushProperty name="height" value="0.05" units="cm"/>
      <inkml:brushProperty name="color" value="#FFFFFF"/>
    </inkml:brush>
  </inkml:definitions>
  <inkml:trace contextRef="#ctx0" brushRef="#br0">460 100 24575,'-3'-6'0,"-2"-6"0,-2-3 0,-3-2 0,-4-2 0,-2 3 0,-1 3 0,-4 11 0,-6 9 0,-3 9 0,-6 8 0,-3 10 0,-2 8 0,-2 6 0,-1 8 0,4 3 0,3 1 0,8-10-8191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1.207"/>
    </inkml:context>
    <inkml:brush xml:id="br0">
      <inkml:brushProperty name="width" value="0.05" units="cm"/>
      <inkml:brushProperty name="height" value="0.05" units="cm"/>
      <inkml:brushProperty name="color" value="#FFFFFF"/>
    </inkml:brush>
  </inkml:definitions>
  <inkml:trace contextRef="#ctx0" brushRef="#br0">263 1 24575,'-3'3'0,"-4"1"0,-4 3 0,-7 3 0,-2 4 0,-5 4 0,-5 4 0,-5 3 0,-4 1 0,-1-1 0,6-4-8191</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1.440"/>
    </inkml:context>
    <inkml:brush xml:id="br0">
      <inkml:brushProperty name="width" value="0.05" units="cm"/>
      <inkml:brushProperty name="height" value="0.05" units="cm"/>
      <inkml:brushProperty name="color" value="#FFFFFF"/>
    </inkml:brush>
  </inkml:definitions>
  <inkml:trace contextRef="#ctx0" brushRef="#br0">384 0 24575,'-10'3'0,"-8"5"0,-9 3 0,-7 6 0,-6 10 0,-4 7 0,-2 6 0,-2 9 0,4 9 0,4 3 0,8-8-8191</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1.845"/>
    </inkml:context>
    <inkml:brush xml:id="br0">
      <inkml:brushProperty name="width" value="0.05" units="cm"/>
      <inkml:brushProperty name="height" value="0.05" units="cm"/>
      <inkml:brushProperty name="color" value="#FFFFFF"/>
    </inkml:brush>
  </inkml:definitions>
  <inkml:trace contextRef="#ctx0" brushRef="#br0">73 0 24575,'-3'3'0,"-1"4"0,0 5 0,-3 5 0,-2 7 0,-1 5 0,-1 4 0,-2 3 0,1-5-8191</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6.154"/>
    </inkml:context>
    <inkml:brush xml:id="br0">
      <inkml:brushProperty name="width" value="0.05" units="cm"/>
      <inkml:brushProperty name="height" value="0.05" units="cm"/>
      <inkml:brushProperty name="color" value="#FFFFFF"/>
    </inkml:brush>
  </inkml:definitions>
  <inkml:trace contextRef="#ctx0" brushRef="#br0">385 183 24575,'2'-2'0,"0"-1"0,-1 0 0,1 1 0,-1-1 0,1 0 0,-1 0 0,0 0 0,0 0 0,0 0 0,0 0 0,-1-1 0,1 1 0,-1 0 0,0 0 0,0 0 0,0-1 0,0 1 0,-2-6 0,2 5 0,-1 0 0,0-1 0,0 1 0,-1 0 0,1 0 0,-1-1 0,0 1 0,0 1 0,0-1 0,-1 0 0,1 0 0,-1 1 0,-3-4 0,3 5 0,-1-1 0,1 1 0,-1 0 0,0 1 0,1-1 0,-1 0 0,0 1 0,0 0 0,0 0 0,0 0 0,0 1 0,0-1 0,0 1 0,0 0 0,0 0 0,-1 0 0,1 1 0,0 0 0,-8 2 0,1 0 0,0 0 0,0 2 0,0-1 0,0 1 0,-17 12 0,11-5 0,0 1 0,1 1 0,1 0 0,1 1 0,0 1 0,0 0 0,2 1 0,0 0 0,1 1 0,1 0 0,0 1 0,-13 39 0,19-45 0,1 1 0,0 0 0,0 0 0,1 0 0,1 1 0,1-1 0,0 0 0,3 25 0,-1-28 0,1 0 0,0 0 0,1 0 0,0 0 0,0 0 0,1-1 0,0 0 0,1 0 0,1-1 0,-1 1 0,15 14 0,-7-11 0,0-1 0,0 0 0,1-1 0,1-1 0,0-1 0,0 0 0,1-1 0,0-1 0,0 0 0,1-1 0,0-1 0,0-1 0,26 3 0,-16-4 0,0-1 0,0-1 0,0-1 0,1-2 0,-1-1 0,-1-1 0,1-2 0,31-10 0,-45 12 0,-1-1 0,-1 0 0,1-1 0,-1-1 0,0 0 0,0 0 0,-1-1 0,20-19 0,-24 20 0,-1 0 0,0-1 0,0 1 0,-1-1 0,0-1 0,-1 1 0,0 0 0,0-1 0,0 0 0,-1 0 0,-1 0 0,0-1 0,2-17 0,-3 6 0,-1 0 0,-1-1 0,0 1 0,-2 0 0,-1 0 0,-1 0 0,0 0 0,-2 1 0,-13-31 0,8 26 0,-1 0 0,-1 1 0,-1 0 0,-1 1 0,-1 1 0,-37-37 0,49 53-68,-2 0 0,1 1-1,0-1 1,-1 1 0,0 1 0,0-1-1,-1 1 1,1 0 0,-1 1 0,0 0-1,0 0 1,0 1 0,0 0 0,0 0-1,-1 1 1,1 0 0,-1 0-1,1 1 1,-10 1 0,-14 6-6758</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6.622"/>
    </inkml:context>
    <inkml:brush xml:id="br0">
      <inkml:brushProperty name="width" value="0.05" units="cm"/>
      <inkml:brushProperty name="height" value="0.05" units="cm"/>
      <inkml:brushProperty name="color" value="#FFFFFF"/>
    </inkml:brush>
  </inkml:definitions>
  <inkml:trace contextRef="#ctx0" brushRef="#br0">108 0 24575,'-1'20'0,"-2"1"0,0-1 0,-2 0 0,0-1 0,-15 38 0,-2 7 0,12-30 0,-18 66 0,24-85 0,2 1 0,0 0 0,0 0 0,2 22 0,0-35 0,0 1 0,1-1 0,-1 1 0,1-1 0,-1 1 0,1-1 0,0 0 0,1 0 0,-1 1 0,1-1 0,-1 0 0,1 0 0,0 0 0,0-1 0,0 1 0,4 3 0,-1-2 0,0-1 0,0 1 0,0-1 0,1-1 0,-1 1 0,1-1 0,0 0 0,8 2 0,10 3 0,0-1 0,1-1 0,0-2 0,0 0 0,0-2 0,0 0 0,1-2 0,-1-1 0,45-9 0,-44 6 0,1-2 0,-1-1 0,0-1 0,-1-1 0,0-2 0,-1 0 0,28-19 0,-48 27 0,0 1 0,0 0 0,0-1 0,0 0 0,-1 0 0,1 0 0,-1 0 0,0 0 0,0-1 0,-1 1 0,1-1 0,-1 0 0,0 0 0,0 0 0,-1 0 0,0 0 0,0 0 0,0 0 0,0-1 0,-1 1 0,0 0 0,0 0 0,0-7 0,-2 4 0,0-1 0,0 0 0,-1 1 0,0 0 0,0-1 0,-1 1 0,0 0 0,0 1 0,-1-1 0,0 1 0,0 0 0,-1 0 0,-7-6 0,2 2 69,0 1-1,-1 1 0,0 0 0,-14-8 1,20 13-212,0 1 1,0 0 0,0 1 0,-1-1-1,1 1 1,-1 0 0,1 1 0,-1 0 0,0 0-1,0 0 1,-8 1 0,-4 2-6684</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2.851"/>
    </inkml:context>
    <inkml:brush xml:id="br0">
      <inkml:brushProperty name="width" value="0.05" units="cm"/>
      <inkml:brushProperty name="height" value="0.05" units="cm"/>
      <inkml:brushProperty name="color" value="#FFFFFF"/>
    </inkml:brush>
  </inkml:definitions>
  <inkml:trace contextRef="#ctx0" brushRef="#br0">158 333 24575,'0'0'0,"0"0"0,0 0 0,0 0 0,0 0 0,0-1 0,0 1 0,0 0 0,0 0 0,0 0 0,0-1 0,0 1 0,0 0 0,0 0 0,0 0 0,0 0 0,0-1 0,0 1 0,0 0 0,0 0 0,0 0 0,0-1 0,0 1 0,0 0 0,0 0 0,0 0 0,-1 0 0,1-1 0,0 1 0,0 0 0,0 0 0,0 0 0,0 0 0,0 0 0,-1-1 0,1 1 0,0 0 0,0 0 0,0 0 0,0 0 0,-1 0 0,1 0 0,0 0 0,0 0 0,0 0 0,-1 0 0,1 0 0,0 0 0,0 0 0,0 0 0,-1 0 0,1 0 0,0 0 0,0 0 0,0 0 0,0 0 0,-1 0 0,1 0 0,0 0 0,0 0 0,0 0 0,-1 0 0,1 1 0,-8 11 0,-13 105 0,11-59 0,-19 65 0,-43 117 0,69-233 0,1 1 0,0 0 0,1 0 0,0 1 0,0-1 0,1 0 0,0 15 0,1-21 0,-1 1 0,1-1 0,0 1 0,0 0 0,0-1 0,0 0 0,0 1 0,0-1 0,1 0 0,-1 0 0,1 1 0,0-1 0,-1 0 0,1-1 0,0 1 0,0 0 0,0 0 0,1-1 0,-1 1 0,0-1 0,0 0 0,1 0 0,-1 0 0,1 0 0,-1 0 0,1 0 0,4 0 0,24 3 0,1-1 0,-1-1 0,1-2 0,54-7 0,-31 2 0,591-28 0,-346 17 0,-297 16 0,0-1 0,0 1 0,0-1 0,0 1 0,0-1 0,0 0 0,0 0 0,-1 0 0,1 0 0,0-1 0,-1 1 0,1-1 0,2-1 0,-5 2 0,1 0 0,0 0 0,0 0 0,-1-1 0,1 1 0,-1 0 0,1 0 0,-1 0 0,0-1 0,1 1 0,-1 0 0,0 0 0,0-1 0,0 1 0,0 0 0,0-1 0,0 1 0,0 0 0,0 0 0,0-1 0,-1 1 0,1 0 0,-1 0 0,1-1 0,-1 1 0,1 0 0,-1 0 0,1 0 0,-1 0 0,0 0 0,-1-1 0,-32-46 0,25 38 0,0-1 0,1-1 0,1 0 0,0 0 0,-5-13 0,5 6 0,2 0 0,0-1 0,1 0 0,2 1 0,0-1 0,0-20 0,11-121 0,14 10 0,-12 86 0,4-69 0,-15 127 0,0 0 0,0 1 0,0-1 0,-1 0 0,0 1 0,-1-1 0,1 0 0,-3-6 0,3 11 0,0 0 0,-1-1 0,1 1 0,0 0 0,-1 0 0,0 0 0,1 0 0,-1 0 0,0 0 0,0 1 0,0-1 0,0 1 0,0-1 0,0 1 0,0 0 0,-1 0 0,1-1 0,0 2 0,-1-1 0,1 0 0,-1 0 0,1 1 0,-1 0 0,-2-1 0,-20 1 0,1 1 0,-1 1 0,1 1 0,0 1 0,-28 8 0,-11 2 0,-371 44 0,346-49 0,-30 10-1365,74-9-5461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3.648"/>
    </inkml:context>
    <inkml:brush xml:id="br0">
      <inkml:brushProperty name="width" value="0.05" units="cm"/>
      <inkml:brushProperty name="height" value="0.05" units="cm"/>
      <inkml:brushProperty name="color" value="#FFFFFF"/>
    </inkml:brush>
  </inkml:definitions>
  <inkml:trace contextRef="#ctx0" brushRef="#br0">291 78 24575,'-26'-5'0,"24"4"0,1 0 0,-1 1 0,1-1 0,-1 1 0,1-1 0,-1 1 0,1-1 0,-1 1 0,0 0 0,1 0 0,-1 0 0,0 0 0,1 0 0,-1 0 0,1 1 0,-1-1 0,0 0 0,1 1 0,-1-1 0,1 1 0,-1 0 0,1-1 0,-1 1 0,1 0 0,0 0 0,-1 0 0,1 0 0,0 0 0,0 0 0,-2 3 0,-5 6 0,2 1 0,0 0 0,0 0 0,1 1 0,0-1 0,1 1 0,-3 16 0,-4 7 0,-63 203 0,12-36 0,57-188 0,-9 33 0,13-43 0,0 0 0,0 0 0,1 0 0,0 0 0,-1 0 0,1 0 0,1 0 0,-1 0 0,2 5 0,-2-7 0,1-1 0,0 1 0,0 0 0,1-1 0,-1 1 0,0-1 0,0 1 0,1-1 0,-1 0 0,1 1 0,-1-1 0,1 0 0,-1 0 0,1 0 0,0 0 0,0 0 0,-1-1 0,1 1 0,0 0 0,0-1 0,0 1 0,0-1 0,0 0 0,0 0 0,0 0 0,0 0 0,0 0 0,3 0 0,8-1 0,-1-1 0,0 0 0,14-4 0,-26 6 0,101-26 0,0 4 0,2 5 0,109-4 0,48 21 0,-258 0 0,0 0 0,0 0 0,0 0 0,0-1 0,0 1 0,-1 0 0,1-1 0,0 1 0,0-1 0,0 0 0,-1 1 0,1-1 0,-1 0 0,4-2 0,-5 2 0,0 1 0,1 0 0,-1-1 0,0 1 0,0-1 0,0 1 0,1 0 0,-1-1 0,0 1 0,0-1 0,0 1 0,0-1 0,0 1 0,0-1 0,0 1 0,0 0 0,0-1 0,0 1 0,0-1 0,0 1 0,0-1 0,-1 0 0,-9-14 0,-4 0 0,2-1 0,0 0 0,1 0 0,0-1 0,2 0 0,0-1 0,1 0 0,0-1 0,2 0 0,0 0 0,1 0 0,-3-25 0,1-23 0,3 0 0,5-85 0,0 105 0,-1 42 0,0 1 0,0-1 0,0 1 0,-1-1 0,0 1 0,0-1 0,0 1 0,0 0 0,-3-8 0,2 10 0,1 0 0,0 1 0,-1-1 0,1 0 0,-1 1 0,1-1 0,-1 1 0,0-1 0,0 1 0,1 0 0,-1 0 0,0 0 0,0 0 0,0 0 0,0 0 0,-1 0 0,1 1 0,0-1 0,0 1 0,0 0 0,-4-1 0,-15 1 0,0 1 0,0 0 0,0 2 0,0 0 0,-20 6 0,-11 2 0,-41 9-1365,52-10-5461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3.911"/>
    </inkml:context>
    <inkml:brush xml:id="br0">
      <inkml:brushProperty name="width" value="0.05" units="cm"/>
      <inkml:brushProperty name="height" value="0.05" units="cm"/>
      <inkml:brushProperty name="color" value="#FFFFFF"/>
    </inkml:brush>
  </inkml:definitions>
  <inkml:trace contextRef="#ctx0" brushRef="#br0">420 19 24575,'-3'-3'0,"-4"-1"0,-8 0 0,-3 0 0,-6 2 0,-2 1 0,-2 3 0,-3 5 0,1 4 0,0 7 0,0 3 0,1 4 0,1 7 0,0 5 0,1 2 0,2 0 0,2-2 0,6-9-8191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4.211"/>
    </inkml:context>
    <inkml:brush xml:id="br0">
      <inkml:brushProperty name="width" value="0.05" units="cm"/>
      <inkml:brushProperty name="height" value="0.05" units="cm"/>
      <inkml:brushProperty name="color" value="#FFFFFF"/>
    </inkml:brush>
  </inkml:definitions>
  <inkml:trace contextRef="#ctx0" brushRef="#br0">462 0 24575,'-6'4'0,"-12"3"0,-8 4 0,-10 6 0,-4 4 0,-6 4 0,0 4 0,-2 4 0,1 2 0,2 1 0,6-2 0,3-4 0,8-7-8191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4.549"/>
    </inkml:context>
    <inkml:brush xml:id="br0">
      <inkml:brushProperty name="width" value="0.05" units="cm"/>
      <inkml:brushProperty name="height" value="0.05" units="cm"/>
      <inkml:brushProperty name="color" value="#FFFFFF"/>
    </inkml:brush>
  </inkml:definitions>
  <inkml:trace contextRef="#ctx0" brushRef="#br0">377 15 24575,'0'-3'0,"-3"-1"0,-5 0 0,-3 0 0,-6 5 0,-4 5 0,-4 4 0,-1 5 0,-3 4 0,-1 10 0,-4 5 0,3 7 0,-1 2 0,2 3 0,1 3 0,1 0 0,6-9-8191</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4.797"/>
    </inkml:context>
    <inkml:brush xml:id="br0">
      <inkml:brushProperty name="width" value="0.05" units="cm"/>
      <inkml:brushProperty name="height" value="0.05" units="cm"/>
      <inkml:brushProperty name="color" value="#FFFFFF"/>
    </inkml:brush>
  </inkml:definitions>
  <inkml:trace contextRef="#ctx0" brushRef="#br0">253 0 24575,'-3'0'0,"-4"0"0,-7 4 0,-5 3 0,-1 4 0,-4 3 0,-1 6 0,0 9 0,-1 8 0,1 8 0,0 5 0,3 3 0,4-6-8191</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7.213"/>
    </inkml:context>
    <inkml:brush xml:id="br0">
      <inkml:brushProperty name="width" value="0.05" units="cm"/>
      <inkml:brushProperty name="height" value="0.05" units="cm"/>
      <inkml:brushProperty name="color" value="#FFFFFF"/>
    </inkml:brush>
  </inkml:definitions>
  <inkml:trace contextRef="#ctx0" brushRef="#br0">665 108 24575,'1'-1'0,"1"0"0,-1 0 0,0-1 0,1 1 0,-1 0 0,0-1 0,0 1 0,0-1 0,0 1 0,0-1 0,-1 0 0,1 1 0,0-1 0,-1 0 0,1 0 0,-1 1 0,0-1 0,1 0 0,-1 0 0,0 1 0,0-1 0,0 0 0,0 0 0,-1 0 0,1 1 0,0-1 0,-1 0 0,1 0 0,-1 1 0,0-1 0,1 0 0,-1 1 0,0-1 0,0 1 0,0-1 0,0 1 0,0-1 0,-2-1 0,-1-1 0,-1 1 0,1-1 0,-1 0 0,1 1 0,-1 0 0,0 0 0,0 1 0,0-1 0,-1 1 0,-9-3 0,-1 2 0,0 1 0,0 1 0,0 0 0,0 1 0,0 0 0,0 2 0,0 0 0,0 0 0,0 2 0,0 0 0,-29 12 0,16-3 0,1 0 0,0 2 0,1 2 0,1 0 0,-29 25 0,32-22 0,1 1 0,1 0 0,0 2 0,-29 42 0,43-55 0,0 1 0,1 0 0,0 0 0,1 1 0,0-1 0,1 1 0,0 0 0,1 0 0,1 1 0,-1-1 0,2 1 0,0-1 0,1 25 0,1-29 0,0 0 0,1-1 0,0 1 0,0-1 0,1 1 0,0-1 0,0 0 0,1 0 0,0 0 0,0 0 0,1-1 0,6 8 0,-3-6 0,0 0 0,0-1 0,1 0 0,0-1 0,1 1 0,-1-2 0,19 9 0,0-4 0,0-1 0,0-1 0,1-1 0,0-2 0,48 3 0,-22-5 0,103-6 0,-140 2 0,1-2 0,-1 0 0,1-1 0,-1-1 0,0-1 0,-1 0 0,1-2 0,-1 0 0,19-12 0,-31 17 0,0-1 0,0 0 0,0 0 0,-1-1 0,1 1 0,-1-1 0,0 0 0,0 0 0,-1 0 0,1-1 0,-1 1 0,-1-1 0,1 0 0,-1 0 0,2-7 0,-2 4 0,0-1 0,-1 1 0,-1-1 0,0 1 0,0-1 0,0 1 0,-2-1 0,1 1 0,-4-12 0,-3-4 0,-1 1 0,0 0 0,-3 0 0,0 1 0,-1 0 0,-23-30 0,17 28 0,0 2 0,-32-30 0,43 46 0,0 0 0,0 0 0,-1 0 0,0 1 0,0 1 0,-1 0 0,0 0 0,0 1 0,0 0 0,-12-3 0,18 6-114,-1 0 1,1 1-1,0 0 0,0 0 0,0 0 1,-1 0-1,1 1 0,0-1 0,0 1 1,0 0-1,-7 3 0,-10 7-6712</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7.648"/>
    </inkml:context>
    <inkml:brush xml:id="br0">
      <inkml:brushProperty name="width" value="0.05" units="cm"/>
      <inkml:brushProperty name="height" value="0.05" units="cm"/>
      <inkml:brushProperty name="color" value="#FFFFFF"/>
    </inkml:brush>
  </inkml:definitions>
  <inkml:trace contextRef="#ctx0" brushRef="#br0">301 0 24575,'0'12'0,"0"0"0,-1 0 0,-1 0 0,0 0 0,0 0 0,-1 0 0,-1-1 0,0 1 0,0-1 0,-1 0 0,-1 0 0,0-1 0,0 1 0,-14 16 0,-96 98 0,20-23 0,93-99 0,1 0 0,-1 0 0,1 0 0,0 0 0,0 1 0,0-1 0,1 1 0,-1-1 0,1 1 0,0-1 0,-2 7 0,3-9 0,0 1 0,1-1 0,-1 1 0,0-1 0,0 0 0,1 1 0,-1-1 0,1 0 0,-1 1 0,1-1 0,-1 0 0,1 0 0,0 0 0,0 1 0,0-1 0,-1 0 0,1 0 0,0 0 0,0 0 0,0-1 0,1 1 0,-1 0 0,0 0 0,0 0 0,0-1 0,1 1 0,-1-1 0,0 1 0,1-1 0,-1 0 0,0 1 0,1-1 0,-1 0 0,3 0 0,25 4 0,1-1 0,-1-1 0,57-5 0,1 0 0,-17 6 0,122 21 0,-188-23 0,-1-1 0,1 1 0,-1-1 0,1 1 0,-1-1 0,1 0 0,-1-1 0,1 1 0,-1 0 0,1-1 0,-1 0 0,1 0 0,-1 0 0,5-2 0,-5 1 0,-1 0 0,0 0 0,1-1 0,-1 1 0,0 0 0,-1-1 0,1 1 0,0-1 0,-1 0 0,1 1 0,-1-1 0,0 0 0,0 0 0,0 0 0,0 0 0,-1 0 0,1-3 0,4-32 0,-1 1 0,-2-1 0,-5-59 0,2 84 69,0 0-1,-1 1 0,0 0 0,-6-18 1,6 24-201,0 1 1,0 0 0,-1 0-1,0 0 1,0 0 0,0 0 0,0 1-1,-1-1 1,1 1 0,-1 0 0,0 0-1,-6-4 1,-7-3-6695</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6.208"/>
    </inkml:context>
    <inkml:brush xml:id="br0">
      <inkml:brushProperty name="width" value="0.05" units="cm"/>
      <inkml:brushProperty name="height" value="0.05" units="cm"/>
      <inkml:brushProperty name="color" value="#FFFFFF"/>
    </inkml:brush>
  </inkml:definitions>
  <inkml:trace contextRef="#ctx0" brushRef="#br0">71 281 24575,'1'-3'0,"1"1"0,0 0 0,-1-1 0,1 1 0,-1-1 0,0 0 0,0 0 0,0 1 0,0-1 0,0-6 0,0 6 0,0 1 0,-1-1 0,1 0 0,0 0 0,0 0 0,1 0 0,-1 1 0,2-4 0,-3 6 0,0 0 0,0 0 0,0 0 0,0 0 0,0 0 0,0 0 0,0 0 0,0 0 0,0 0 0,1-1 0,-1 1 0,0 0 0,0 0 0,0 0 0,0 0 0,0 0 0,0 0 0,0 0 0,0 0 0,0 0 0,0 0 0,0 0 0,0 0 0,0 0 0,0 0 0,1 0 0,-1 0 0,0 0 0,0 0 0,0 0 0,0 0 0,0 0 0,0 0 0,0 0 0,0 0 0,0 0 0,0 0 0,0 0 0,0 0 0,0 0 0,0 0 0,1 0 0,-1 0 0,0 0 0,0 0 0,0 0 0,0 0 0,0 0 0,0 1 0,0-1 0,0 0 0,0 0 0,0 0 0,0 0 0,0 0 0,0 0 0,0 0 0,0 0 0,0 0 0,0 0 0,0 0 0,0 0 0,0 0 0,0 1 0,0-1 0,0 0 0,1 9 0,-2 11 0,-33 136 0,9-53 0,14-52 0,0-7 0,-6 73 0,16-114 0,1 1 0,0-1 0,0 0 0,0 1 0,1-1 0,-1 0 0,1 0 0,0 1 0,0-1 0,0 0 0,0 0 0,0 0 0,1 0 0,-1 0 0,4 4 0,-3-5 0,0 0 0,0-1 0,0 1 0,0 0 0,0-1 0,0 0 0,1 0 0,-1 1 0,0-1 0,1-1 0,-1 1 0,1 0 0,-1 0 0,1-1 0,-1 0 0,1 1 0,-1-1 0,1 0 0,0 0 0,2-1 0,21-2 0,0-2 0,46-14 0,-20 4 0,76-17 0,173-21 0,-128 34 0,-172 19 0,1 0 0,-1 0 0,0-1 0,0 1 0,1 0 0,-1-1 0,0 1 0,0-1 0,0 1 0,1-1 0,-1 0 0,0 1 0,0-1 0,0 0 0,0 0 0,0 0 0,-1 0 0,1 0 0,0 0 0,0 0 0,0 0 0,-1 0 0,1 0 0,-1 0 0,1 0 0,-1 0 0,1-1 0,-1 1 0,0 0 0,1 0 0,-1-1 0,0-1 0,0-5 0,0 1 0,-1 0 0,0-1 0,-4-13 0,-2-8 0,7 4 0,0-1 0,2 1 0,0 0 0,10-37 0,2-31 0,-12 67 0,-1 0 0,-4-47 0,1 62 0,1-1 0,-2 1 0,1 0 0,-2 0 0,1 1 0,-2-1 0,1 1 0,-13-20 0,15 27 0,-1 0 0,0 0 0,1 0 0,-1 0 0,-1 1 0,1 0 0,0-1 0,-1 1 0,1 0 0,-1 0 0,1 1 0,-1-1 0,0 1 0,0 0 0,0 0 0,1 0 0,-6 0 0,-8-1 0,1 2 0,-32 2 0,35-1 0,-58 5 0,0 4 0,0 3 0,2 3 0,-89 32 0,120-35-455,1 3 0,-40 22 0,58-26-6371</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6.939"/>
    </inkml:context>
    <inkml:brush xml:id="br0">
      <inkml:brushProperty name="width" value="0.05" units="cm"/>
      <inkml:brushProperty name="height" value="0.05" units="cm"/>
      <inkml:brushProperty name="color" value="#FFFFFF"/>
    </inkml:brush>
  </inkml:definitions>
  <inkml:trace contextRef="#ctx0" brushRef="#br0">86 115 24575,'-4'92'0,"-27"150"0,26-213 0,-9 54 0,-16 125 0,29-206 0,1-1 0,0 1 0,0-1 0,-1 1 0,1 0 0,0-1 0,1 1 0,-1 0 0,0-1 0,0 1 0,1-1 0,-1 1 0,1 0 0,0-1 0,-1 1 0,1-1 0,0 1 0,0-1 0,0 0 0,0 1 0,0-1 0,1 1 0,0-1 0,0 0 0,0 0 0,0 0 0,0-1 0,0 1 0,0-1 0,0 0 0,0 1 0,0-1 0,0 0 0,0 0 0,0 0 0,0 0 0,0-1 0,0 1 0,0 0 0,3-2 0,104-28 0,-54 13 0,2 3 0,58-7 0,48 6 0,138-19 0,-291 32 0,1 0 0,-1-1 0,0 0 0,0-1 0,-1 0 0,15-8 0,-21 10 0,0 1 0,-1-1 0,1-1 0,-1 1 0,1 0 0,-1 0 0,0-1 0,0 0 0,0 1 0,0-1 0,-1 0 0,1 0 0,-1 0 0,1 0 0,-1 0 0,0 0 0,0 0 0,-1 0 0,1 0 0,-1-1 0,1 1 0,-1 0 0,0 0 0,-1-7 0,-2-4 0,0 1 0,-1-1 0,0 1 0,-1 0 0,-9-16 0,-9-26 0,11 12 0,2-2 0,1 1 0,3-1 0,1 0 0,3-85 0,3 124 0,-1 1 0,0 0 0,-1-1 0,1 1 0,-1-1 0,-2-6 0,2 11 0,1-1 0,-1 1 0,0 0 0,0-1 0,0 1 0,0 0 0,0-1 0,0 1 0,0 0 0,0 0 0,0 0 0,0 0 0,-1 0 0,1 0 0,0 0 0,-1 1 0,1-1 0,-1 0 0,1 1 0,-1-1 0,1 1 0,-1-1 0,0 1 0,1 0 0,-3 0 0,-17-1 0,1 2 0,-1 0 0,1 2 0,-1 0 0,1 1 0,-23 8 0,9-3 0,-53 12-341,0-5 0,0-3-1,-142 3 1,192-17-6485</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7.343"/>
    </inkml:context>
    <inkml:brush xml:id="br0">
      <inkml:brushProperty name="width" value="0.05" units="cm"/>
      <inkml:brushProperty name="height" value="0.05" units="cm"/>
      <inkml:brushProperty name="color" value="#FFFFFF"/>
    </inkml:brush>
  </inkml:definitions>
  <inkml:trace contextRef="#ctx0" brushRef="#br0">387 0 24575,'0'3'0,"-3"1"0,-4 3 0,-4 4 0,-4 5 0,-4 7 0,-7 6 0,-4 4 0,-3 2 0,-3 5 0,-1 2 0,0 0 0,-1-2 0,4-3 0,1-2 0,6-8-8191</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7.610"/>
    </inkml:context>
    <inkml:brush xml:id="br0">
      <inkml:brushProperty name="width" value="0.05" units="cm"/>
      <inkml:brushProperty name="height" value="0.05" units="cm"/>
      <inkml:brushProperty name="color" value="#FFFFFF"/>
    </inkml:brush>
  </inkml:definitions>
  <inkml:trace contextRef="#ctx0" brushRef="#br0">320 0 24575,'-3'0'0,"-4"0"0,-7 0 0,-4 0 0,-6 0 0,-1 3 0,-3 5 0,-3 6 0,1 8 0,-1 9 0,2 5 0,-1 7 0,2 4 0,6-5-8191</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7.953"/>
    </inkml:context>
    <inkml:brush xml:id="br0">
      <inkml:brushProperty name="width" value="0.05" units="cm"/>
      <inkml:brushProperty name="height" value="0.05" units="cm"/>
      <inkml:brushProperty name="color" value="#FFFFFF"/>
    </inkml:brush>
  </inkml:definitions>
  <inkml:trace contextRef="#ctx0" brushRef="#br0">294 0 24575,'-6'0'0,"-5"0"0,-4 3 0,-6 5 0,-2 3 0,0 3 0,0 2 0,1 6 0,-1 4 0,-1 4 0,-2 3 0,0 3 0,-1 1 0,3-6-8191</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38.247"/>
    </inkml:context>
    <inkml:brush xml:id="br0">
      <inkml:brushProperty name="width" value="0.05" units="cm"/>
      <inkml:brushProperty name="height" value="0.05" units="cm"/>
      <inkml:brushProperty name="color" value="#FFFFFF"/>
    </inkml:brush>
  </inkml:definitions>
  <inkml:trace contextRef="#ctx0" brushRef="#br0">280 0 24575,'-3'0'0,"-7"3"0,-9 5 0,-3 6 0,-5 5 0,-3 5 0,-1 7 0,0 5 0,1 6 0,3 2 0,0 2 0,4-6-8191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7.108"/>
    </inkml:context>
    <inkml:brush xml:id="br0">
      <inkml:brushProperty name="width" value="0.05" units="cm"/>
      <inkml:brushProperty name="height" value="0.05" units="cm"/>
      <inkml:brushProperty name="color" value="#FFFFFF"/>
    </inkml:brush>
  </inkml:definitions>
  <inkml:trace contextRef="#ctx0" brushRef="#br0">10 70 24575,'1'1'0,"-1"-1"0,0 0 0,0 0 0,0 0 0,0 1 0,0-1 0,0 0 0,0 0 0,0 0 0,0 1 0,0-1 0,0 0 0,-1 0 0,1 0 0,0 1 0,0-1 0,0 0 0,0 0 0,0 0 0,0 1 0,0-1 0,0 0 0,-1 0 0,1 0 0,0 0 0,0 0 0,0 1 0,0-1 0,0 0 0,-1 0 0,1 0 0,0 0 0,0 0 0,0 0 0,-1 0 0,1 0 0,0 0 0,0 1 0,0-1 0,-1 0 0,1 0 0,0 0 0,0 0 0,0 0 0,-1 0 0,1 0 0,0-1 0,0 1 0,0 0 0,-1 0 0,1 0 0,0 0 0,0 0 0,0 0 0,-1 0 0,1 0 0,0-1 0,-1 1 0,1-1 0,0 1 0,0 0 0,-1-1 0,1 1 0,0-1 0,0 1 0,0 0 0,0-1 0,0 1 0,-1-1 0,1 1 0,0-1 0,0 1 0,0-1 0,0 1 0,0 0 0,1-1 0,-1 1 0,0-1 0,0 1 0,0-1 0,0 1 0,0-1 0,0 1 0,1 0 0,-1-1 0,0 1 0,0-1 0,1 1 0,-1 0 0,0-1 0,1 1 0,-1 0 0,1-1 0,2-2 0,0 0 0,0 1 0,1-1 0,-1 1 0,1 0 0,0 0 0,-1 0 0,1 0 0,0 1 0,0-1 0,0 1 0,0 0 0,0 0 0,1 1 0,-1-1 0,7 1 0,-8 0 0,1 0 0,0 0 0,0 0 0,0 1 0,0-1 0,-1 1 0,1 0 0,0 0 0,-1 0 0,1 1 0,0-1 0,-1 1 0,0 0 0,1 0 0,-1 0 0,0 0 0,0 1 0,3 2 0,-1 2 0,-1 1 0,0-1 0,0 1 0,0-1 0,-1 1 0,0 0 0,-1 0 0,3 17 0,6 69 0,-11-86 0,1-2 0,0 0 0,-1 0 0,1 1 0,-2-1 0,1 0 0,-1 0 0,0 0 0,0 0 0,0 0 0,-1 0 0,0 0 0,-3 6 0,5-12 0,0 1 0,0-1 0,0 0 0,0 1 0,-1-1 0,1 0 0,0 0 0,0 1 0,0-1 0,0 0 0,-1 1 0,1-1 0,0 0 0,0 0 0,0 1 0,-1-1 0,1 0 0,0 0 0,0 0 0,-1 1 0,1-1 0,0 0 0,-1 0 0,1 0 0,0 0 0,0 0 0,-1 1 0,1-1 0,0 0 0,-1 0 0,1 0 0,0 0 0,-1 0 0,1 0 0,0 0 0,-1 0 0,1 0 0,0 0 0,-1-1 0,1 1 0,0 0 0,-1 0 0,1 0 0,0 0 0,-1 0 0,1 0 0,0-1 0,0 1 0,-1 0 0,1 0 0,0-1 0,0 1 0,0 0 0,-1 0 0,1-1 0,0 1 0,0 0 0,0 0 0,-1-1 0,1 1 0,0 0 0,0-1 0,-1-1 0,1 0 0,-1 0 0,1 0 0,-1 0 0,1-1 0,0 1 0,0 0 0,0-4 0,3-9 0,0 1 0,1-1 0,1 0 0,1 1 0,0 0 0,14-23 0,-3 9 0,2 0 0,23-26 0,-35 46 0,0 0 0,1 0 0,0 1 0,0 0 0,1 0 0,-1 1 0,19-9 0,-24 14 0,-1-1 0,1 1 0,0 0 0,0 0 0,0 0 0,0 1 0,0-1 0,0 1 0,0 0 0,0-1 0,0 1 0,0 1 0,1-1 0,-1 0 0,0 1 0,0-1 0,0 1 0,0 0 0,-1 0 0,1 0 0,0 1 0,0-1 0,-1 1 0,1-1 0,0 1 0,-1 0 0,0 0 0,1 0 0,-1 0 0,0 1 0,3 4 0,2 3 43,-1 0 0,0 1-1,-1-1 1,0 1 0,-1 1-1,0-1 1,2 13 0,1 9-897,3 42 1,-8-51-5973</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7.529"/>
    </inkml:context>
    <inkml:brush xml:id="br0">
      <inkml:brushProperty name="width" value="0.05" units="cm"/>
      <inkml:brushProperty name="height" value="0.05" units="cm"/>
      <inkml:brushProperty name="color" value="#FFFFFF"/>
    </inkml:brush>
  </inkml:definitions>
  <inkml:trace contextRef="#ctx0" brushRef="#br0">1 221 24575,'3'50'0,"2"-1"0,18 73 0,0-3 0,-24-126 0,-13-109 0,15-65 0,1 158 0,1 0 0,0 1 0,2 0 0,1 0 0,16-42 0,-19 58 0,1-1 0,-1 1 0,1-1 0,1 1 0,-1 1 0,1-1 0,0 0 0,0 1 0,1 0 0,10-7 0,-14 11 0,0 0 0,-1-1 0,1 1 0,1 1 0,-1-1 0,0 0 0,0 1 0,0-1 0,0 1 0,0-1 0,1 1 0,-1 0 0,0 0 0,0 0 0,1 0 0,-1 0 0,0 1 0,0-1 0,0 1 0,0-1 0,1 1 0,-1 0 0,0 0 0,0 0 0,0 0 0,-1 0 0,1 0 0,0 1 0,0-1 0,-1 1 0,1-1 0,0 1 0,-1 0 0,0-1 0,1 1 0,-1 0 0,0 0 0,2 3 0,0 2-40,1 0 0,-1 0 0,0 0 0,0 1-1,-1-1 1,0 1 0,0 0 0,-1 0 0,0-1 0,0 1 0,-1 0-1,0 0 1,0 0 0,-1 0 0,0 0 0,-1-1 0,1 1-1,-1 0 1,-1-1 0,0 1 0,0-1 0,0 0 0,-1 0 0,0 0-1,0-1 1,-1 1 0,0-1 0,0 0 0,0 0 0,-1-1-1,0 1 1,0-1 0,-6 4 0,-9 3-6786</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8.108"/>
    </inkml:context>
    <inkml:brush xml:id="br0">
      <inkml:brushProperty name="width" value="0.05" units="cm"/>
      <inkml:brushProperty name="height" value="0.05" units="cm"/>
      <inkml:brushProperty name="color" value="#FFFFFF"/>
    </inkml:brush>
  </inkml:definitions>
  <inkml:trace contextRef="#ctx0" brushRef="#br0">0 94 24575,'4'1'0,"0"-1"0,-1 1 0,1 0 0,0 0 0,-1 1 0,1-1 0,-1 1 0,1-1 0,-1 1 0,0 0 0,0 1 0,0-1 0,0 0 0,0 1 0,-1 0 0,1-1 0,-1 1 0,1 0 0,-1 0 0,0 0 0,2 4 0,2 5 0,0-1 0,0 1 0,-2 0 0,8 23 0,-10-25 0,0 0 0,0 0 0,-1 0 0,-1 17 0,0-23 0,0 0 0,-1 0 0,1 0 0,-1 0 0,0-1 0,0 1 0,0 0 0,-1-1 0,1 1 0,-1-1 0,0 1 0,0-1 0,0 0 0,-5 6 0,7-8 0,-1-1 0,1 1 0,-1-1 0,1 1 0,-1-1 0,1 1 0,-1-1 0,1 0 0,-1 1 0,1-1 0,-1 1 0,0-1 0,1 0 0,-1 0 0,0 1 0,1-1 0,-1 0 0,0 0 0,1 0 0,-1 0 0,0 0 0,1 0 0,-1 0 0,0 0 0,1 0 0,-2 0 0,1-1 0,0 1 0,0-1 0,1 0 0,-1 1 0,0-1 0,1 0 0,-1 0 0,1 0 0,-1 1 0,1-1 0,-1 0 0,1 0 0,0 0 0,-1 0 0,1 0 0,0-1 0,-2-4 0,2 0 0,-1 1 0,1-1 0,-1 0 0,2-7 0,2-9 0,2 1 0,0-1 0,1 1 0,1 1 0,1-1 0,0 1 0,2 1 0,0-1 0,15-19 0,-22 36 0,-1 0 0,1 0 0,0 0 0,0 0 0,0 0 0,0 1 0,0-1 0,1 1 0,-1 0 0,1 0 0,-1 0 0,1 0 0,0 1 0,4-2 0,-6 3 0,0 0 0,0 0 0,0 0 0,0 0 0,0 0 0,-1 0 0,1 1 0,0-1 0,0 1 0,0-1 0,-1 1 0,1 0 0,0-1 0,-1 1 0,1 0 0,0 0 0,-1 0 0,1 0 0,-1 1 0,0-1 0,1 0 0,-1 1 0,0-1 0,0 1 0,0-1 0,0 1 0,0-1 0,0 1 0,0 0 0,0-1 0,0 5 0,2 3 0,-1 0 0,0 0 0,0 0 0,-1 0 0,0 0 0,-1 19 0,1 11 0,-1-39 0,0 0 0,0 1 0,0-1 0,0 0 0,0 0 0,0 0 0,0 0 0,0 1 0,0-1 0,0 0 0,0 0 0,0 0 0,0 1 0,1-1 0,-1 0 0,0 0 0,0 0 0,0 0 0,0 0 0,0 1 0,0-1 0,0 0 0,0 0 0,0 0 0,1 0 0,-1 0 0,0 0 0,0 1 0,0-1 0,0 0 0,1 0 0,-1 0 0,0 0 0,0 0 0,0 0 0,0 0 0,1 0 0,-1 0 0,0 0 0,0 0 0,0 0 0,0 0 0,1 0 0,-1 0 0,0 0 0,0 0 0,0 0 0,0 0 0,1 0 0,9-8 0,9-16 0,0-4 0,-6 7 0,2 1 0,24-26 0,-34 41 0,0 0 0,0 0 0,0 1 0,1 0 0,-1 0 0,1 1 0,0-1 0,0 1 0,0 1 0,1-1 0,-1 1 0,1 0 0,11-2 0,-15 4 0,-1 0 0,1-1 0,0 1 0,0 1 0,-1-1 0,1 0 0,0 1 0,-1-1 0,1 1 0,0 0 0,-1 0 0,1 0 0,-1 0 0,1 0 0,-1 0 0,0 1 0,0-1 0,1 1 0,-1 0 0,0 0 0,0 0 0,0 0 0,-1 0 0,1 0 0,-1 0 0,1 0 0,-1 1 0,1-1 0,-1 1 0,0-1 0,0 1 0,0-1 0,0 5 0,1 2 0,0-1 0,-1 0 0,0 0 0,-1 1 0,0-1 0,0 0 0,-1 0 0,0 1 0,-4 15 0,-3 2-1365,-1-5-5461</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8.326"/>
    </inkml:context>
    <inkml:brush xml:id="br0">
      <inkml:brushProperty name="width" value="0.05" units="cm"/>
      <inkml:brushProperty name="height" value="0.05" units="cm"/>
      <inkml:brushProperty name="color" value="#FFFFFF"/>
    </inkml:brush>
  </inkml:definitions>
  <inkml:trace contextRef="#ctx0" brushRef="#br0">0 4 24575,'4'-3'0,"0"2"0,0 5 0,-1 4 0,-1 4 0,0 3 0,2 3 0,0 0 0,0 4 0,-1 2 0,0-1 0,-2-1 0,-1-1 0,1-1 0,-1-4-8191</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8.481"/>
    </inkml:context>
    <inkml:brush xml:id="br0">
      <inkml:brushProperty name="width" value="0.05" units="cm"/>
      <inkml:brushProperty name="height" value="0.05" units="cm"/>
      <inkml:brushProperty name="color" value="#FFFFFF"/>
    </inkml:brush>
  </inkml:definitions>
  <inkml:trace contextRef="#ctx0" brushRef="#br0">18 18 24575,'0'-3'0,"0"-4"0,0 2 0,-4 3 0,0 3 0,0 6 0,1 4 0,1 1-8191</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8.870"/>
    </inkml:context>
    <inkml:brush xml:id="br0">
      <inkml:brushProperty name="width" value="0.05" units="cm"/>
      <inkml:brushProperty name="height" value="0.05" units="cm"/>
      <inkml:brushProperty name="color" value="#FFFFFF"/>
    </inkml:brush>
  </inkml:definitions>
  <inkml:trace contextRef="#ctx0" brushRef="#br0">1 2 24575,'0'1'0,"1"0"0,-1 0 0,1 0 0,0 1 0,-1-1 0,1 0 0,0 0 0,0 0 0,0 0 0,-1-1 0,1 1 0,0 0 0,0 0 0,2 0 0,9 11 0,-9-5 0,-1 0 0,1 0 0,-1 1 0,-1-1 0,1 1 0,-1-1 0,-1 1 0,1 0 0,-1-1 0,-1 1 0,1 0 0,-1-1 0,-1 1 0,1-1 0,-5 11 0,6-18 0,0 0 0,0 0 0,0-1 0,0 1 0,0 0 0,0 0 0,0 0 0,0 0 0,0 0 0,0 0 0,-1 0 0,1 0 0,0-1 0,0 1 0,0 0 0,0 0 0,0 0 0,0 0 0,-1 0 0,1 0 0,0 0 0,0 0 0,0 0 0,0 0 0,0 0 0,0 0 0,-1 0 0,1 0 0,0 0 0,0 0 0,0 0 0,0 0 0,0 0 0,-1 0 0,1 0 0,0 0 0,0 0 0,0 0 0,0 0 0,0 1 0,0-1 0,-1 0 0,1 0 0,0 0 0,0 0 0,0 0 0,0 0 0,0 0 0,0 0 0,0 1 0,0-1 0,0 0 0,0 0 0,0 0 0,-1 0 0,1 0 0,0 0 0,0 1 0,0-1 0,0 0 0,0 0 0,0 0 0,0 0 0,0 0 0,0 1 0,0-1 0,0-11 0,3 3 0,0 1 0,0 0 0,0 0 0,1 0 0,0 0 0,1 0 0,4-5 0,4-3 0,24-22 0,-33 33 0,1 0 0,0 0 0,0 1 0,0 0 0,0 0 0,1 0 0,-1 0 0,1 1 0,0 0 0,9-2 0,-13 4 0,0 0 0,0-1 0,0 1 0,0 0 0,0 0 0,0 0 0,0 1 0,1-1 0,-1 0 0,0 1 0,0-1 0,0 1 0,0 0 0,0 0 0,-1-1 0,1 1 0,0 1 0,0-1 0,0 0 0,-1 0 0,1 1 0,-1-1 0,1 1 0,-1-1 0,1 1 0,-1 0 0,0-1 0,0 1 0,0 0 0,0 0 0,0 0 0,0 0 0,0 2 0,2 5 53,-1 0-1,-1 0 1,1-1 0,-1 12-1,2 13-1680,1-14-5198</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9.165"/>
    </inkml:context>
    <inkml:brush xml:id="br0">
      <inkml:brushProperty name="width" value="0.05" units="cm"/>
      <inkml:brushProperty name="height" value="0.05" units="cm"/>
      <inkml:brushProperty name="color" value="#FFFFFF"/>
    </inkml:brush>
  </inkml:definitions>
  <inkml:trace contextRef="#ctx0" brushRef="#br0">35 101 24575,'4'-6'0,"-1"0"0,1 0 0,-1 0 0,-1 0 0,1 0 0,-1-1 0,0 1 0,2-12 0,-4 16 0,1 1 0,-1-1 0,0 0 0,0 1 0,0-1 0,0 0 0,0 1 0,0-1 0,0 1 0,0-1 0,-1 0 0,1 1 0,-2-4 0,2 5 0,0-1 0,-1 1 0,1-1 0,-1 0 0,1 1 0,-1 0 0,1-1 0,-1 1 0,1-1 0,-1 1 0,1-1 0,-1 1 0,1 0 0,-1-1 0,0 1 0,1 0 0,-1 0 0,0 0 0,1-1 0,-1 1 0,0 0 0,1 0 0,-2 0 0,0 0 0,0 1 0,0-1 0,1 1 0,-1-1 0,0 1 0,0 0 0,0 0 0,1-1 0,-1 1 0,0 0 0,1 1 0,-1-1 0,1 0 0,-1 0 0,1 1 0,-1-1 0,1 1 0,0-1 0,0 1 0,0-1 0,-1 4 0,0-2 0,0 0 0,1 1 0,0 0 0,0-1 0,0 1 0,0 0 0,1-1 0,-1 1 0,1 0 0,0 0 0,0-1 0,0 1 0,1 0 0,-1 0 0,1-1 0,0 1 0,0 0 0,0-1 0,1 1 0,2 5 0,4 5 0,1 1 0,1-2 0,17 21 0,9 11 0,-34-40 31,1-1 0,-1 1 0,0-1 0,0 1 0,0 0 0,0 0 0,-1 0 0,0 0 1,0 0-1,0 6 0,-1-9-92,0 0 0,0 0 0,0 0 0,0 0 0,-1 0 0,1 0 0,-1 0 0,1 0 0,-1 0 0,0 0 0,1 0 0,-1-1 0,0 1 0,-1 0 0,1 0 0,0-1 0,0 1 0,-1-1 1,1 1-1,-1-1 0,1 1 0,-1-1 0,1 0 0,-1 0 0,0 0 0,0 0 0,-2 1 0,-10 3-6765</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9.369"/>
    </inkml:context>
    <inkml:brush xml:id="br0">
      <inkml:brushProperty name="width" value="0.05" units="cm"/>
      <inkml:brushProperty name="height" value="0.05" units="cm"/>
      <inkml:brushProperty name="color" value="#FFFFFF"/>
    </inkml:brush>
  </inkml:definitions>
  <inkml:trace contextRef="#ctx0" brushRef="#br0">0 8 24575,'1'0'0,"-1"-1"0,1 0 0,-1 1 0,1-1 0,-1 1 0,1-1 0,-1 1 0,1-1 0,0 1 0,0 0 0,-1-1 0,1 1 0,0 0 0,-1-1 0,1 1 0,0 0 0,0 0 0,0 0 0,-1-1 0,1 1 0,0 0 0,0 0 0,-1 0 0,1 1 0,0-1 0,1 0 0,-1 1 0,0-1 0,0 1 0,-1 0 0,1 0 0,0 0 0,-1-1 0,1 1 0,0 0 0,-1 0 0,1 0 0,-1 0 0,1 0 0,-1 0 0,0 0 0,1 0 0,-1 2 0,2 4 0,-1 0 0,0 0 0,-1 1 0,0 10 0,-5 57 0,-4 42 0,8 121 0,4-212-1365,1-6-5461</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0.349"/>
    </inkml:context>
    <inkml:brush xml:id="br0">
      <inkml:brushProperty name="width" value="0.05" units="cm"/>
      <inkml:brushProperty name="height" value="0.05" units="cm"/>
      <inkml:brushProperty name="color" value="#FFFFFF"/>
    </inkml:brush>
  </inkml:definitions>
  <inkml:trace contextRef="#ctx0" brushRef="#br0">1 582 24575,'0'-2'0,"1"1"0,-1-1 0,0 1 0,1 0 0,-1-1 0,1 1 0,0 0 0,-1-1 0,1 1 0,0 0 0,0 0 0,0 0 0,0 0 0,0-1 0,0 1 0,0 1 0,0-1 0,0 0 0,0 0 0,1 0 0,-1 1 0,2-2 0,35-12 0,-33 12 0,43-11 0,77-10 0,-77 16 0,78-22 0,-123 28 0,1 0 0,-1-1 0,1 1 0,-1-1 0,0 1 0,0-1 0,0 0 0,0-1 0,0 1 0,3-4 0,-5 5 0,-1 0 0,1 0 0,0 1 0,-1-1 0,0 0 0,1 0 0,-1-1 0,1 1 0,-1 0 0,0 0 0,0 0 0,0 0 0,1 0 0,-1 0 0,0 0 0,0 0 0,-1 0 0,1 0 0,0-1 0,0 1 0,0 0 0,-1 0 0,1 0 0,0 0 0,-1 0 0,1 0 0,-1 0 0,0 0 0,1 0 0,-1 1 0,0-1 0,1 0 0,-1 0 0,0 0 0,0 1 0,0-1 0,-1 0 0,-3-4 0,0 1 0,-1 0 0,0 0 0,0 0 0,0 1 0,0 0 0,0 0 0,-1 1 0,1 0 0,-1 0 0,1 0 0,-1 1 0,0 0 0,-11 0 0,13 0 0,1 2 0,-1-1 0,1 0 0,-1 1 0,1 0 0,-1 0 0,1 0 0,-1 1 0,1 0 0,0 0 0,0 0 0,0 0 0,0 0 0,0 1 0,0 0 0,1-1 0,-1 1 0,1 1 0,0-1 0,0 0 0,0 1 0,-3 6 0,1-1 0,1 0 0,0 1 0,0-1 0,1 1 0,1 0 0,0 0 0,0 0 0,0 11 0,1 2 0,1-1 0,3 36 0,-2-56 0,-1 1 0,0-1 0,0 0 0,1 1 0,-1-1 0,1 0 0,0 0 0,-1 0 0,1 1 0,0-1 0,1 0 0,-1 0 0,0 0 0,0 0 0,1-1 0,-1 1 0,1 0 0,0 0 0,-1-1 0,1 1 0,0-1 0,0 0 0,0 0 0,0 1 0,0-1 0,0 0 0,0-1 0,1 1 0,-1 0 0,0-1 0,0 1 0,1-1 0,-1 1 0,0-1 0,1 0 0,-1 0 0,4-1 0,1 0 0,0 0 0,0 0 0,0-1 0,0 0 0,0-1 0,0 0 0,-1 0 0,0 0 0,1 0 0,-1-1 0,6-5 0,-4 1 0,0 0 0,0 0 0,-1 0 0,0-1 0,0 0 0,-1-1 0,0 0 0,-1 0 0,5-12 0,-8 82 0,-2-51 0,1 1 0,-1-1 0,1 0 0,1 0 0,0-1 0,3 12 0,-3-17 0,-1 1 0,0-1 0,0 0 0,1 0 0,0 0 0,0 1 0,0-2 0,0 1 0,0 0 0,0 0 0,1-1 0,0 1 0,-1-1 0,1 0 0,0 0 0,0 0 0,0 0 0,6 3 0,-6-5 0,0 0 0,-1 1 0,1-1 0,0 0 0,0-1 0,0 1 0,0 0 0,-1-1 0,1 1 0,0-1 0,0 0 0,-1 0 0,1 0 0,-1 0 0,1-1 0,-1 1 0,1-1 0,-1 1 0,0-1 0,1 0 0,2-4 0,6-4 0,-1-1 0,15-20 0,-11 10 0,-2 0 0,0-1 0,-1-1 0,-1 1 0,-1-1 0,6-30 0,-1-2 0,9-89 0,-18 59 0,-5 75 0,0-1 0,-1 1 0,0 0 0,-1-1 0,-6-19 0,8 29 0,-1-1 0,0 0 0,0 0 0,1 1 0,-1-1 0,0 1 0,0-1 0,0 1 0,-1-1 0,1 1 0,0 0 0,0-1 0,-1 1 0,-2-2 0,3 3 0,1 0 0,-1 0 0,0 0 0,0 0 0,1 0 0,-1 0 0,0 0 0,0 0 0,1 0 0,-1 0 0,0 0 0,1 0 0,-1 0 0,0 1 0,0-1 0,1 0 0,-1 1 0,0-1 0,1 0 0,-1 1 0,1-1 0,-1 1 0,0-1 0,1 1 0,-1-1 0,1 1 0,-1-1 0,1 1 0,0 0 0,-1-1 0,1 1 0,0-1 0,-1 1 0,1 0 0,0 0 0,-1 0 0,-3 8 0,1 0 0,0 0 0,0 0 0,1 0 0,0 0 0,0 12 0,-1 60 0,2-57 0,1 10 0,1-1 0,2 0 0,9 45 0,-9-65 0,1 1 0,0-1 0,0 0 0,1 0 0,1 0 0,1-1 0,-1 0 0,2 0 0,0-1 0,16 19 0,-22-27 0,1 0 0,0 0 0,1 0 0,-1-1 0,0 0 0,1 1 0,-1-1 0,1 0 0,0-1 0,0 1 0,0-1 0,0 0 0,0 0 0,0 0 0,0 0 0,0 0 0,0-1 0,0 0 0,0 0 0,7-1 0,-6 0 0,0 0 0,-1-1 0,1 0 0,-1 0 0,1 0 0,-1 0 0,0-1 0,0 0 0,0 0 0,0 0 0,0 0 0,-1 0 0,1-1 0,-1 1 0,0-1 0,0 0 0,3-6 0,4-8 0,-1-1 0,0 0 0,-1 0 0,-2-1 0,0 0 0,5-27 0,-3 0 0,2-80 0,-10 100 0,-1-1 0,-5-31 0,5 47 0,-2-1 0,0 1 0,0 0 0,-1 1 0,0-1 0,-1 1 0,-8-14 0,12 24 0,1 0 0,-1-1 0,0 1 0,0 0 0,0 0 0,0-1 0,0 1 0,0 0 0,0 0 0,-1 0 0,1 0 0,0 1 0,-1-1 0,1 0 0,0 0 0,-2 0 0,2 1 0,0 0 0,0 0 0,0 0 0,0 0 0,1 0 0,-1 0 0,0 0 0,0 1 0,0-1 0,1 0 0,-1 0 0,0 1 0,0-1 0,1 1 0,-1-1 0,0 0 0,1 1 0,-1-1 0,0 1 0,1 0 0,-2 0 0,0 3 0,-1-1 0,1 1 0,0 0 0,0 0 0,0 0 0,0 0 0,1 0 0,-1 0 0,0 8 0,-3 23 0,1 0 0,2 1 0,1-1 0,7 57 0,2-30 0,29 106 0,-36-163 13,1 5-210,1 0 0,0 0 1,1 0-1,0-1 0,0 0 0,9 13 0,-2-8-6629</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0.864"/>
    </inkml:context>
    <inkml:brush xml:id="br0">
      <inkml:brushProperty name="width" value="0.05" units="cm"/>
      <inkml:brushProperty name="height" value="0.05" units="cm"/>
      <inkml:brushProperty name="color" value="#FFFFFF"/>
    </inkml:brush>
  </inkml:definitions>
  <inkml:trace contextRef="#ctx0" brushRef="#br0">1 440 24575,'38'-2'0,"71"-13"0,-30 3 0,578-74-1311,198-24-1280,669-67-218,-1351 152 3899,-141 18-563,-23 2-3624</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2.270"/>
    </inkml:context>
    <inkml:brush xml:id="br0">
      <inkml:brushProperty name="width" value="0.05" units="cm"/>
      <inkml:brushProperty name="height" value="0.05" units="cm"/>
      <inkml:brushProperty name="color" value="#FFFFFF"/>
    </inkml:brush>
  </inkml:definitions>
  <inkml:trace contextRef="#ctx0" brushRef="#br0">0 0 24575,'3'20'0,"1"1"0,1-1 0,1-1 0,8 21 0,2 2 0,33 62 0,-29-72-14,0-1-1,3-1 0,0-1 1,2-1-1,0-1 0,40 31 1,-25-27-31,2-1 0,0-3 0,2-1 0,54 22 0,-17-15-10,1-4 0,1-4 1,2-4-1,0-3 1,105 8-1,1-13 55,217-14 0,-393 0 114,19-1 42,-32 2-252,0 0 1,-1 0 0,1 1-1,0-1 1,-1 0 0,1 0-1,0 1 1,-1-1 0,1 1-1,-1 0 1,1-1-1,-1 1 1,1 0 0,-1 0-1,2 2 1,0 4-6185</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2.943"/>
    </inkml:context>
    <inkml:brush xml:id="br0">
      <inkml:brushProperty name="width" value="0.05" units="cm"/>
      <inkml:brushProperty name="height" value="0.05" units="cm"/>
      <inkml:brushProperty name="color" value="#FFFFFF"/>
    </inkml:brush>
  </inkml:definitions>
  <inkml:trace contextRef="#ctx0" brushRef="#br0">0 0 24575,'1'1'0,"-1"0"0,0 0 0,1 0 0,-1 0 0,0 0 0,1 0 0,-1 0 0,1 0 0,0 0 0,-1-1 0,1 1 0,0 0 0,-1 0 0,1-1 0,0 1 0,0 0 0,-1-1 0,3 2 0,19 10 0,-16-10 0,33 19 0,13 6 0,100 38 0,-72-40 0,1-4 0,2-3 0,0-4 0,0-4 0,1-3 0,0-4 0,88-7 0,-159 3 39,51-8 252,-60 9-404,-1-1 0,1 0 0,0 0 0,-1-1 0,0 1 0,1-1 0,-1 1 0,0-1 0,0 0 0,0 0 0,0-1 0,0 1 0,0 0 0,2-4 0,1-7-6713</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3.454"/>
    </inkml:context>
    <inkml:brush xml:id="br0">
      <inkml:brushProperty name="width" value="0.05" units="cm"/>
      <inkml:brushProperty name="height" value="0.05" units="cm"/>
      <inkml:brushProperty name="color" value="#FFFFFF"/>
    </inkml:brush>
  </inkml:definitions>
  <inkml:trace contextRef="#ctx0" brushRef="#br0">107 384 24575,'-2'0'0,"0"0"0,0 0 0,-1 0 0,1 0 0,0 0 0,0 1 0,-1-1 0,1 1 0,0 0 0,0-1 0,0 1 0,0 0 0,0 0 0,0 0 0,0 1 0,0-1 0,-3 3 0,4-2 0,-1 1 0,0 0 0,1-1 0,0 1 0,0 0 0,-1 0 0,2 0 0,-1 0 0,0 0 0,0 0 0,1 0 0,0 5 0,-2 27 0,5 35 0,-2-42 0,0 0 0,-4 35 0,1-59 0,-2-10 0,-1-10 0,-3-28 0,-6-33 0,-4-84 0,17 137 0,1 1 0,0 0 0,2 0 0,1 0 0,1 0 0,1 0 0,0 1 0,12-27 0,-14 40 0,1 0 0,1 1 0,-1 0 0,1 0 0,1 1 0,-1-1 0,1 1 0,1 0 0,-1 1 0,1-1 0,0 1 0,1 1 0,0-1 0,15-7 0,-16 10 0,1 0 0,-1 1 0,1-1 0,0 2 0,-1-1 0,1 1 0,0 0 0,0 1 0,0 0 0,0 0 0,0 1 0,0 0 0,0 0 0,0 1 0,-1 0 0,1 0 0,12 6 0,-11-4 0,0 0 0,0 1 0,-1 1 0,1-1 0,-1 1 0,0 1 0,-1-1 0,0 2 0,0-1 0,0 1 0,-1-1 0,0 2 0,0-1 0,7 16 0,-10-18 0,-1 0 0,0 1 0,0-1 0,0 0 0,-1 1 0,0 0 0,0-1 0,0 1 0,-1 0 0,0-1 0,-1 1 0,1-1 0,-1 1 0,-1 0 0,1-1 0,-1 1 0,0-1 0,0 0 0,-1 0 0,0 0 0,0 0 0,0 0 0,-5 5 0,-2 1-80,-1 0 0,0-1-1,-1 0 1,0-1 0,-1 0-1,0-1 1,0 0 0,-1-2-1,0 1 1,0-1 0,-1-1 0,0-1-1,0 0 1,-1-1 0,1-1-1,-30 4 1,19-6-6746</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4.139"/>
    </inkml:context>
    <inkml:brush xml:id="br0">
      <inkml:brushProperty name="width" value="0.05" units="cm"/>
      <inkml:brushProperty name="height" value="0.05" units="cm"/>
      <inkml:brushProperty name="color" value="#FFFFFF"/>
    </inkml:brush>
  </inkml:definitions>
  <inkml:trace contextRef="#ctx0" brushRef="#br0">93 74 24575,'0'-1'0,"0"0"0,0 0 0,1 1 0,-1-1 0,0 0 0,1 1 0,-1-1 0,0 1 0,1-1 0,-1 1 0,1-1 0,-1 0 0,1 1 0,-1 0 0,1-1 0,0 1 0,-1-1 0,1 1 0,-1 0 0,1-1 0,0 1 0,21-9 0,-9 4 0,-10 3 0,1-1 0,-1 1 0,1-1 0,-1 0 0,0 0 0,0 0 0,4-5 0,-7 8 0,0-1 0,1 1 0,-1 0 0,0-1 0,0 1 0,1-1 0,-1 1 0,0-1 0,0 1 0,0-1 0,1 0 0,-1 1 0,0-1 0,0 1 0,0-1 0,0 1 0,0-1 0,0 1 0,0-1 0,0 1 0,-1-1 0,1 1 0,0-1 0,0 0 0,-1 0 0,0 0 0,0 1 0,0-1 0,0 0 0,1 1 0,-1-1 0,0 1 0,0 0 0,0-1 0,0 1 0,0 0 0,0-1 0,0 1 0,0 0 0,-1 0 0,1 0 0,0 0 0,-1 0 0,-3 0 0,-1 1 0,1 0 0,0 0 0,0 0 0,-1 1 0,1-1 0,0 1 0,1 1 0,-1-1 0,0 1 0,1-1 0,-1 1 0,-5 6 0,1-3 0,1 1 0,1 1 0,-1 0 0,1 0 0,-10 15 0,14-19 0,1 0 0,0 0 0,0 0 0,0 1 0,0-1 0,1 0 0,0 1 0,0-1 0,0 1 0,0-1 0,1 1 0,0 0 0,0-1 0,0 1 0,1 6 0,0-7 0,0-1 0,0 0 0,0 0 0,1 1 0,-1-1 0,1 0 0,0 0 0,0-1 0,0 1 0,0 0 0,1-1 0,-1 1 0,1-1 0,-1 1 0,1-1 0,0 0 0,0 0 0,0-1 0,0 1 0,0-1 0,4 2 0,1 0 0,1 0 0,0 0 0,0-1 0,0 0 0,1-1 0,-1 0 0,0 0 0,0-1 0,1-1 0,-1 1 0,0-1 0,16-4 0,-19 3 0,0 0 0,-1 0 0,1 0 0,-1 0 0,1-1 0,-1 0 0,0 0 0,0-1 0,-1 1 0,1-1 0,-1 0 0,1 0 0,-1-1 0,0 1 0,-1-1 0,1 0 0,-1 0 0,0 0 0,0 0 0,3-10 0,0-14 0,-3 9 0,-2 37 0,-2 13 141,0-9-643,0 1 0,6 43 0,-1-47-6324</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5.210"/>
    </inkml:context>
    <inkml:brush xml:id="br0">
      <inkml:brushProperty name="width" value="0.05" units="cm"/>
      <inkml:brushProperty name="height" value="0.05" units="cm"/>
      <inkml:brushProperty name="color" value="#FFFFFF"/>
    </inkml:brush>
  </inkml:definitions>
  <inkml:trace contextRef="#ctx0" brushRef="#br0">92 332 24575,'8'-40'0,"-2"9"0,-4 18 0,2-35 0,-4 45 0,0 0 0,0 1 0,0-1 0,0 0 0,-1 0 0,1 1 0,-1-1 0,0 0 0,0 1 0,0-1 0,0 1 0,0-1 0,-3-3 0,3 6 0,1-1 0,-1 1 0,0 0 0,1-1 0,-1 1 0,0-1 0,1 1 0,-1 0 0,0 0 0,1-1 0,-1 1 0,0 0 0,0 0 0,1 0 0,-1 0 0,0 0 0,0 0 0,1 0 0,-1 0 0,0 0 0,0 0 0,0 0 0,1 1 0,-1-1 0,0 0 0,1 1 0,-1-1 0,0 0 0,1 1 0,-1-1 0,0 1 0,1-1 0,-1 1 0,0 0 0,-20 20 0,14-11 0,0 0 0,1 1 0,0 1 0,1-1 0,0 1 0,1-1 0,0 1 0,1 0 0,0 1 0,1-1 0,1 0 0,0 1 0,0-1 0,1 1 0,2 15 0,-1-24 0,0 1 0,0-1 0,0 0 0,0 0 0,1 1 0,0-1 0,0 0 0,0 0 0,0-1 0,0 1 0,1 0 0,0-1 0,0 0 0,0 1 0,0-1 0,6 4 0,-4-3 0,1-1 0,0 0 0,0 0 0,0 0 0,0-1 0,0 0 0,0 0 0,1 0 0,-1-1 0,10 1 0,-6-2 0,1 1 0,0-1 0,0-1 0,-1 0 0,1-1 0,-1 0 0,1 0 0,-1-1 0,0 0 0,0-1 0,0 0 0,0-1 0,15-10 0,-19 10 0,-1 1 0,1-2 0,-1 1 0,0-1 0,0 0 0,-1 0 0,0 0 0,0 0 0,0-1 0,3-8 0,-3 3 0,0 0 0,0-1 0,-1 1 0,-1-1 0,1-18 0,-2 0 0,-2 1 0,-1-1 0,-1 1 0,-9-37 0,9 54 0,2 6 0,0 0 0,0 1 0,-1-1 0,0 0 0,-1 1 0,1-1 0,-1 1 0,-7-11 0,10 17 0,0-1 0,0 1 0,0 0 0,0 0 0,0 0 0,-1 0 0,1-1 0,0 1 0,0 0 0,0 0 0,0 0 0,0 0 0,-1 0 0,1-1 0,0 1 0,0 0 0,0 0 0,0 0 0,-1 0 0,1 0 0,0 0 0,0 0 0,0 0 0,-1 0 0,1 0 0,0 0 0,0 0 0,0 0 0,-1 0 0,1 0 0,0 0 0,0 0 0,0 0 0,-1 0 0,1 0 0,0 0 0,0 0 0,0 0 0,0 0 0,-1 0 0,1 1 0,-4 9 0,3 14 0,26 175 0,-13-136 0,3 103 0,-15-166 0,0 1 0,0 0 0,0-1 0,0 1 0,0-1 0,0 1 0,0 0 0,0-1 0,0 1 0,0-1 0,0 1 0,0-1 0,0 1 0,1 0 0,-1-1 0,0 1 0,0-1 0,1 1 0,-1-1 0,0 1 0,1-1 0,-1 1 0,0-1 0,1 1 0,-1-1 0,1 0 0,0 1 0,0-1 0,-1 0 0,1 0 0,0 0 0,0-1 0,0 1 0,-1 0 0,1-1 0,0 1 0,-1-1 0,1 1 0,0-1 0,-1 1 0,1-1 0,-1 1 0,1-1 0,-1 1 0,2-2 0,24-37 0,-23 34 0,9-12 0,0 0 0,1 0 0,29-28 0,-36 39 0,0 1 0,0 0 0,1 0 0,-1 1 0,1 0 0,0 0 0,0 0 0,0 1 0,1 0 0,-1 1 0,1-1 0,0 2 0,13-3 0,-20 4 0,1 0 0,0 0 0,-1 0 0,1 0 0,-1 0 0,1 0 0,0 0 0,-1 1 0,1-1 0,-1 1 0,1-1 0,-1 1 0,1-1 0,-1 1 0,1 0 0,-1 0 0,0 0 0,1 0 0,-1 0 0,0 0 0,0 0 0,0 0 0,0 0 0,0 0 0,1 3 0,-1-3 0,-1 0 0,0 0 0,0 1 0,1-1 0,-1 0 0,0 1 0,0-1 0,-1 0 0,1 1 0,0-1 0,0 0 0,0 1 0,-1-1 0,1 0 0,-1 0 0,1 1 0,-1-1 0,0 0 0,1 0 0,-1 0 0,0 0 0,0 0 0,0 0 0,1 0 0,-1 0 0,0 0 0,0 0 0,-1-1 0,1 1 0,0 0 0,-1 0 0,-5 3 0,-1 0 0,1 0 0,-1-1 0,-10 3 0,10-3 0,0 0 0,0 0 0,-10 6 0,18-9 0,-1 0 0,0 1 0,1-1 0,-1 0 0,0 1 0,1-1 0,-1 0 0,1 1 0,-1-1 0,1 1 0,-1-1 0,1 1 0,-1 0 0,1-1 0,-1 1 0,1-1 0,0 1 0,0 0 0,-1-1 0,1 1 0,0 0 0,0-1 0,-1 1 0,1 0 0,0 0 0,0-1 0,0 1 0,0 0 0,0 0 0,1 1 0,0-1 0,-1 0 0,1 0 0,0 0 0,0 0 0,0 0 0,0 0 0,0 0 0,0 0 0,0 0 0,0 0 0,0 0 0,0-1 0,2 2 0,3 1 0,1 0 0,0 0 0,0-1 0,12 3 0,9-1 0,1-1 0,-1-2 0,0-1 0,38-4 0,-48 2 0,0-1 0,0-1 0,-1-1 0,1 0 0,-1-1 0,0-1 0,28-16 0,-42 21 0,0 0 0,0 0 0,-1 0 0,1-1 0,-1 1 0,0-1 0,1 0 0,-1 1 0,0-1 0,-1 0 0,1 0 0,0 0 0,-1-1 0,0 1 0,0 0 0,0-1 0,0 1 0,0 0 0,-1-1 0,1 1 0,-1-1 0,0 1 0,0-1 0,-1 1 0,0-4 0,1 3 0,-1 0 0,0 0 0,0 0 0,0 0 0,-1 0 0,1 0 0,-1 1 0,0-1 0,0 0 0,0 1 0,-1 0 0,1 0 0,-1-1 0,0 1 0,0 1 0,0-1 0,0 0 0,0 1 0,-1 0 0,1-1 0,-5-1 0,6 3 0,1 1 0,0-1 0,-1 1 0,1-1 0,-1 1 0,1-1 0,-1 1 0,1 0 0,-1 0 0,1-1 0,-1 1 0,1 0 0,-1 1 0,0-1 0,1 0 0,-1 0 0,1 1 0,-1-1 0,1 1 0,0-1 0,-1 1 0,1-1 0,-3 3 0,2-2 0,1 1 0,-1 0 0,1 0 0,-1 0 0,1 0 0,0 0 0,0 0 0,-1 0 0,1 1 0,1-1 0,-1 0 0,0 1 0,0 3 0,0 2 0,0-1 0,0 1 0,1 0 0,0 0 0,1 0 0,0 0 0,0-1 0,3 12 0,-3-15 0,0-1 0,1 0 0,-1 0 0,1 0 0,0 0 0,0 0 0,0-1 0,0 1 0,0-1 0,1 1 0,-1-1 0,1 0 0,0 0 0,-1 0 0,1 0 0,6 3 0,2-1 0,-1 0 0,1-1 0,20 3 0,-21-4 0,-1 0 0,1 0 0,-1 1 0,0 0 0,12 6 0,-18-7 0,0 0 0,-1-1 0,1 1 0,-1 1 0,1-1 0,-1 0 0,0 1 0,0-1 0,0 1 0,0 0 0,0 0 0,0-1 0,-1 1 0,1 0 0,-1 0 0,0 1 0,0-1 0,0 0 0,-1 0 0,1 4 0,0 3 0,-1 0 0,0 0 0,0 1 0,-1-1 0,-1 0 0,0 0 0,0 0 0,-1 0 0,-4 11 0,0-3 0,-1 0 0,-1-1 0,-20 31 0,23-41 69,0 1-1,0-1 0,-1 1 0,-7 5 1,11-10-201,-1-1 1,1 0 0,0 0-1,-1 0 1,1 0 0,-1 0 0,1 0-1,-1-1 1,0 0 0,0 0 0,0 0-1,-5 0 1,-8-1-6695</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5.599"/>
    </inkml:context>
    <inkml:brush xml:id="br0">
      <inkml:brushProperty name="width" value="0.05" units="cm"/>
      <inkml:brushProperty name="height" value="0.05" units="cm"/>
      <inkml:brushProperty name="color" value="#FFFFFF"/>
    </inkml:brush>
  </inkml:definitions>
  <inkml:trace contextRef="#ctx0" brushRef="#br0">35 183 24575,'0'0'0,"-1"0"0,1 0 0,0 0 0,0 0 0,-1 0 0,1 0 0,0 0 0,0 0 0,-1 0 0,1 0 0,0 0 0,-1 0 0,1 0 0,0 0 0,0 0 0,-1 0 0,1 0 0,0 1 0,0-1 0,-1 0 0,1 0 0,0 0 0,0 0 0,-1 1 0,1-1 0,0 0 0,0 0 0,0 0 0,0 1 0,-1-1 0,1 0 0,0 0 0,0 0 0,0 1 0,0-1 0,0 0 0,0 1 0,-1-1 0,7 11 0,15 7 0,-16-15 0,0-1 0,0 0 0,0 0 0,0-1 0,1 1 0,-1-1 0,1 0 0,-1-1 0,1 1 0,-1-1 0,1 0 0,-1 0 0,1-1 0,-1 0 0,7-1 0,-8 1 0,-1 0 0,1 0 0,0-1 0,-1 1 0,1-1 0,-1 0 0,0 0 0,0 0 0,0 0 0,0-1 0,0 1 0,0-1 0,0 1 0,-1-1 0,1 0 0,-1 0 0,0-1 0,0 1 0,0 0 0,0-1 0,-1 1 0,3-8 0,-3 6 0,-1 0 0,0 0 0,0 0 0,0 0 0,0 1 0,-1-1 0,0 0 0,0 0 0,0 0 0,-1 1 0,0-1 0,1 0 0,-2 1 0,1 0 0,0-1 0,-1 1 0,0 0 0,0 0 0,-5-5 0,2 2 0,-1 0 0,1 1 0,-1 0 0,0 0 0,-1 1 0,0-1 0,1 2 0,-2-1 0,-13-5 0,19 9 0,0 0 0,1 0 0,-1 0 0,0 1 0,-1-1 0,1 1 0,0 0 0,0 0 0,0 0 0,0 0 0,0 0 0,0 1 0,0 0 0,0-1 0,0 1 0,0 0 0,0 0 0,1 0 0,-1 1 0,-4 2 0,5-2 0,-1 0 0,1 0 0,0 1 0,0-1 0,0 1 0,1-1 0,-1 1 0,1 0 0,-1 0 0,1 0 0,0 0 0,0 0 0,0 0 0,0 0 0,1 0 0,-1 0 0,1 0 0,0 0 0,0 0 0,0 5 0,2 6-65,0-1 0,1 1 0,0-1 0,1 1 0,0-1 0,1 0 0,1 0 0,0-1 0,1 0 0,0 0 0,1 0 0,0-1 0,1 0 0,0-1 0,1 0 0,0 0 0,0-1 0,1 0 0,0-1 0,19 10 0,3-4-6761</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5.756"/>
    </inkml:context>
    <inkml:brush xml:id="br0">
      <inkml:brushProperty name="width" value="0.05" units="cm"/>
      <inkml:brushProperty name="height" value="0.05" units="cm"/>
      <inkml:brushProperty name="color" value="#FFFFFF"/>
    </inkml:brush>
  </inkml:definitions>
  <inkml:trace contextRef="#ctx0" brushRef="#br0">36 1 24575,'-3'0'0,"-1"3"0,-3 1 0,-4 0 0,1 0-8191</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6.116"/>
    </inkml:context>
    <inkml:brush xml:id="br0">
      <inkml:brushProperty name="width" value="0.05" units="cm"/>
      <inkml:brushProperty name="height" value="0.05" units="cm"/>
      <inkml:brushProperty name="color" value="#FFFFFF"/>
    </inkml:brush>
  </inkml:definitions>
  <inkml:trace contextRef="#ctx0" brushRef="#br0">201 32 24575,'-1'-2'0,"-1"0"0,1 1 0,-1-1 0,1 0 0,0 0 0,0 0 0,-1 0 0,0-4 0,3-2 0,0 7 0,0 1 0,-1 0 0,1-1 0,0 1 0,-1 0 0,1 0 0,0 0 0,-1 0 0,1 0 0,0 0 0,-1 0 0,1 0 0,0 0 0,-1 0 0,1 0 0,0 0 0,-1 0 0,2 1 0,-1-1 0,1 1 0,0 0 0,0 0 0,0 0 0,0 0 0,-1 0 0,1 0 0,0 0 0,-1 1 0,1-1 0,-1 1 0,1-1 0,-1 1 0,0-1 0,0 1 0,0 0 0,0 0 0,0 0 0,1 3 0,11 39 0,-10-26 0,-1-1 0,-1 0 0,0 1 0,-1-1 0,-1 0 0,-1 1 0,0-1 0,-2 0 0,0 0 0,-6 16 0,5-19 0,0 0 0,-1-1 0,0 0 0,-1-1 0,-1 1 0,0-1 0,0 0 0,-2-1 0,1 0 0,-1-1 0,-1 0 0,-16 12 0,22-18 43,0-1 0,0 0-1,-1 0 1,1-1 0,-1 0-1,0 1 1,-9 1 0,13-4-104,0 0 0,0 1 0,0-1 0,0 0 0,0 0 0,0 0 0,0 0 0,1 0 0,-1-1 0,0 1 0,0-1 0,0 1 0,0-1 0,1 0 0,-1 1 0,0-1 0,1 0 0,-1 0 1,0 0-1,1-1 0,-1 1 0,1 0 0,0 0 0,-1-1 0,1 1 0,0-1 0,-2-2 0,-5-13-6765</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6.290"/>
    </inkml:context>
    <inkml:brush xml:id="br0">
      <inkml:brushProperty name="width" value="0.05" units="cm"/>
      <inkml:brushProperty name="height" value="0.05" units="cm"/>
      <inkml:brushProperty name="color" value="#FFFFFF"/>
    </inkml:brush>
  </inkml:definitions>
  <inkml:trace contextRef="#ctx0" brushRef="#br0">28 57 24575,'0'-3'0,"0"-4"0,-3-4 0,-1-3 0,-3 0 0,-1 7 0,2 6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6.634"/>
    </inkml:context>
    <inkml:brush xml:id="br0">
      <inkml:brushProperty name="width" value="0.05" units="cm"/>
      <inkml:brushProperty name="height" value="0.05" units="cm"/>
      <inkml:brushProperty name="color" value="#FFFFFF"/>
    </inkml:brush>
  </inkml:definitions>
  <inkml:trace contextRef="#ctx0" brushRef="#br0">100 3 24575,'9'0'0,"0"1"0,0 1 0,10 2 0,16 3 0,-24-6 0,-3 0 0,-1 0 0,1 0 0,-1-1 0,1 0 0,14-3 0,-22 3 0,0 0 0,0 0 0,0 0 0,1 0 0,-1 0 0,0 0 0,0 0 0,1 0 0,-1 0 0,0 0 0,0 0 0,0 0 0,1 0 0,-1 0 0,0 0 0,0 0 0,0 0 0,1 0 0,-1 0 0,0 0 0,0-1 0,0 1 0,0 0 0,1 0 0,-1 0 0,0 0 0,0 0 0,0-1 0,0 1 0,0 0 0,0 0 0,1 0 0,-1-1 0,0 1 0,0 0 0,0 0 0,0 0 0,0-1 0,0 1 0,-9-4 0,-17-1 0,14 4 0,-40-3 0,49 4 0,-1 0 0,1 1 0,-1-1 0,1 1 0,-1-1 0,1 1 0,-1 0 0,1 1 0,0-1 0,-1 0 0,-4 4 0,7-4 0,-1 1 0,1 0 0,0-1 0,0 1 0,0 0 0,0-1 0,0 1 0,0 0 0,0 0 0,0 0 0,1 0 0,-1 0 0,1 0 0,0 0 0,-1 0 0,1 0 0,0 0 0,0 0 0,0 0 0,1 0 0,-1 1 0,0-1 0,1 0 0,-1 0 0,1-1 0,0 1 0,1 3 0,3 7 0,0 0 0,14 22 0,-18-33 0,20 28 0,-12-18 0,-1 1 0,0 1 0,9 18 0,-15-29 0,-1 0 0,0 1 0,0-1 0,0 1 0,-1-1 0,1 1 0,-1-1 0,1 1 0,-1-1 0,0 1 0,0 0 0,0-1 0,0 1 0,-1-1 0,1 1 0,0 0 0,-1-1 0,0 1 0,0-1 0,0 0 0,0 1 0,0-1 0,0 0 0,-3 4 0,0-2 0,0-1 0,0-1 0,0 1 0,0 0 0,0-1 0,0 0 0,-1 0 0,1 0 0,-1-1 0,0 1 0,1-1 0,-1 0 0,0 0 0,-8-1 0,1 1 0,1 0 0,-1-2 0,1 1 0,-1-1 0,-12-4 0,2-3-1365,6-1-5461</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6.945"/>
    </inkml:context>
    <inkml:brush xml:id="br0">
      <inkml:brushProperty name="width" value="0.05" units="cm"/>
      <inkml:brushProperty name="height" value="0.05" units="cm"/>
      <inkml:brushProperty name="color" value="#FFFFFF"/>
    </inkml:brush>
  </inkml:definitions>
  <inkml:trace contextRef="#ctx0" brushRef="#br0">167 40 24575,'-23'-1'0,"10"0"0,-1 1 0,1 1 0,0 0 0,-1 0 0,-12 4 0,23-4 0,1 0 0,-1-1 0,0 2 0,1-1 0,-1 0 0,1 0 0,-1 1 0,1-1 0,0 1 0,-1 0 0,1 0 0,0 0 0,0 0 0,0 0 0,1 0 0,-1 0 0,0 1 0,1-1 0,0 1 0,-1-1 0,1 1 0,0-1 0,0 1 0,0 0 0,1-1 0,-1 1 0,1 0 0,-1 0 0,1 3 0,0 0 0,1-1 0,0 0 0,0 0 0,0 0 0,0 0 0,1 0 0,-1 0 0,1 0 0,1-1 0,-1 1 0,1-1 0,-1 1 0,1-1 0,1 0 0,3 5 0,-1-3 0,1 1 0,-1-1 0,1 0 0,1-1 0,-1 0 0,1 0 0,16 8 0,-13-10 0,1 1 0,0-2 0,0 1 0,0-2 0,1 1 0,-1-2 0,0 0 0,0 0 0,1-1 0,-1-1 0,0 0 0,0 0 0,0-1 0,0-1 0,-1 0 0,1 0 0,16-10 0,-25 12 0,0 0 0,0 1 0,0-1 0,0 0 0,0-1 0,-1 1 0,1 0 0,-1-1 0,1 1 0,-1-1 0,0 0 0,0 0 0,0 0 0,0 0 0,-1 0 0,1 0 0,-1-1 0,0 1 0,0 0 0,0-1 0,0 1 0,-1-1 0,1 1 0,-1-1 0,0 1 0,0-1 0,0 1 0,-1-1 0,1 1 0,-1-1 0,0 1 0,1 0 0,-2-1 0,1 1 0,0 0 0,-1 0 0,1 0 0,-1 0 0,0 0 0,0 0 0,0 0 0,-1 0 0,-3-3 0,-3-2 31,0 1 0,0 0 0,-1 0 0,0 1 0,-1 1 0,1-1 0,-1 2 0,0-1 1,0 2-1,-13-4 0,-11 0-885,-72-7 1,66 11-5973</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7.385"/>
    </inkml:context>
    <inkml:brush xml:id="br0">
      <inkml:brushProperty name="width" value="0.05" units="cm"/>
      <inkml:brushProperty name="height" value="0.05" units="cm"/>
      <inkml:brushProperty name="color" value="#FFFFFF"/>
    </inkml:brush>
  </inkml:definitions>
  <inkml:trace contextRef="#ctx0" brushRef="#br0">1 130 24575,'0'-9'0,"0"-5"0,0-1 0,4-22 0,-3 34 0,-1 0 0,1 0 0,0 0 0,0 0 0,0 0 0,0 0 0,1 0 0,-1 0 0,1 1 0,-1-1 0,1 0 0,0 1 0,0 0 0,0-1 0,1 1 0,-1 0 0,5-3 0,-6 4 0,0 1 0,0-1 0,-1 1 0,1 0 0,0-1 0,0 1 0,0 0 0,0 0 0,0-1 0,0 1 0,-1 0 0,1 0 0,0 0 0,0 0 0,0 1 0,0-1 0,0 0 0,0 0 0,0 0 0,-1 1 0,1-1 0,0 0 0,0 1 0,1 0 0,0 0 0,0 1 0,0 0 0,-1-1 0,1 1 0,0 0 0,-1 0 0,1 0 0,2 4 0,0 3 0,0 1 0,0-1 0,3 14 0,2 9 0,-1-1 0,-2 1 0,-1 1 0,0 59 0,-8-78 0,3-14 0,0 0 0,0 0 0,0 0 0,-1 0 0,1 0 0,0 1 0,0-1 0,0 0 0,0 0 0,0 0 0,0 0 0,-1 0 0,1 0 0,0 0 0,0 0 0,0 0 0,0 0 0,0 0 0,0 0 0,-1 0 0,1 0 0,0 0 0,0 0 0,0 0 0,0-1 0,0 1 0,-1 0 0,1 0 0,0 0 0,0 0 0,0 0 0,0 0 0,0 0 0,0 0 0,0 0 0,0 0 0,-1-1 0,1 1 0,0 0 0,0 0 0,0 0 0,0 0 0,0 0 0,0 0 0,0-1 0,0 1 0,-1-2 0,0 0 0,0 0 0,1 1 0,-1-1 0,1 0 0,-1 0 0,1-1 0,0 1 0,0 0 0,0 0 0,0-4 0,3-6 0,0 0 0,0 0 0,2 0 0,-1 1 0,1-1 0,1 1 0,0 0 0,1 1 0,9-12 0,-7 10 0,0 0 0,1 1 0,1 1 0,0 0 0,0 0 0,1 1 0,18-11 0,-28 19 0,0 0 0,0 0 0,1-1 0,-1 1 0,1 1 0,-1-1 0,1 0 0,-1 1 0,1-1 0,0 1 0,-1 0 0,1-1 0,-1 1 0,1 1 0,0-1 0,-1 0 0,1 1 0,-1-1 0,1 1 0,0 0 0,2 1 0,-3-1 0,0 1 0,0 0 0,0-1 0,0 1 0,0 0 0,-1 0 0,1 0 0,-1 0 0,1 0 0,-1 0 0,0 0 0,0 0 0,0 1 0,0-1 0,0 0 0,-1 1 0,1-1 0,-1 1 0,1-1 0,-1 1 0,0-1 0,0 4 0,0 5-273,-1 0 0,-1 0 0,0 0 0,-5 17 0,-4 8-6553</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7.495"/>
    </inkml:context>
    <inkml:brush xml:id="br0">
      <inkml:brushProperty name="width" value="0.05" units="cm"/>
      <inkml:brushProperty name="height" value="0.05" units="cm"/>
      <inkml:brushProperty name="color" value="#FFFFFF"/>
    </inkml:brush>
  </inkml:definitions>
  <inkml:trace contextRef="#ctx0" brushRef="#br0">156 156 24575,'-4'-49'0,"3"40"0,0 0 0,0 0 0,0 0 0,2 0 0,-1 0 0,1 0 0,3-16 0,-4 24 0,1 0 0,-1 0 0,0 0 0,0 0 0,1 0 0,-1 1 0,0-1 0,1 0 0,-1 0 0,1 0 0,-1 0 0,1 1 0,0-1 0,-1 0 0,1 1 0,0-1 0,-1 0 0,1 1 0,0-1 0,0 1 0,-1-1 0,1 1 0,0 0 0,2-1 0,-2 1 0,-1 0 0,1 0 0,0 1 0,0-1 0,0 1 0,0-1 0,0 1 0,0-1 0,0 1 0,-1-1 0,1 1 0,0 0 0,-1-1 0,1 1 0,0 0 0,-1 0 0,1-1 0,-1 1 0,1 0 0,-1 0 0,1 0 0,-1 0 0,1 0 0,-1 0 0,0 1 0,6 16 0,-1 1 0,-2-1 0,1 1 0,-2 0 0,-1 0 0,0 23 0,-1-8 0,6 337-496,-55 479 0,25-654 496,-86 330 0,100-491 0,5-21 0,1-1 0,0 1 0,1-1 0,1 1 0,0 0 0,0 26 0,2-38 17,0 0 0,1 0 0,-1 0 1,1 0-1,-1 0 0,1 1 0,0-1 0,-1 0 0,1-1 0,0 1 0,0 0 0,1 0 1,-1 0-1,0 0 0,1-1 0,-1 1 0,1-1 0,-1 1 0,1-1 0,-1 0 0,1 1 0,0-1 1,0 0-1,0 0 0,0 0 0,0 0 0,0-1 0,3 2 0,4-1 66,0 1 0,0-1-1,0-1 1,0 0 0,15-1-1,177-25-82,-32 3 0,560-12-735,4 51-603,-60-1 698,-367-20-711,-193-2-2776</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8.122"/>
    </inkml:context>
    <inkml:brush xml:id="br0">
      <inkml:brushProperty name="width" value="0.05" units="cm"/>
      <inkml:brushProperty name="height" value="0.05" units="cm"/>
      <inkml:brushProperty name="color" value="#FFFFFF"/>
    </inkml:brush>
  </inkml:definitions>
  <inkml:trace contextRef="#ctx0" brushRef="#br0">1 294 24575,'28'-6'0,"1"1"0,51-2 0,-28 3 0,423-30-823,43-5-539,483-65-469,-328 32 1075,-609 65 806,90-7 354,-124 13-269,-1 1-1,0 1 1,32 6-1,-58-7-36,1 1 1,0-1-1,-1 1 1,1 0-1,0 0 1,-1 0-1,1 1 1,-1-1-1,0 1 1,1 0-1,-1 0 1,0 0-1,0 0 1,0 1-1,-1-1 0,1 1 1,0-1-1,-1 1 1,0 0-1,1 0 1,-1 0-1,0 1 1,-1-1-1,1 0 1,-1 1-1,1-1 1,-1 1-1,0-1 1,0 1-1,-1 0 1,1 0-1,-1-1 1,0 1-1,0 0 0,0 4 1,-2 27-33,-2 0-1,-1 0 1,-15 50 0,6-26-94,-28 162 28,-15 249 0,24 228 0,40-373 0,2-52 0,-10-240 0,-7 55 0,7-78 0,-1 0 0,-1 0 0,1 0 0,-2 0 0,1 0 0,-1-1 0,-1 1 0,0-1 0,-9 13 0,11-19 0,1-1 0,0 0 0,-1 0 0,0 1 0,1-2 0,-1 1 0,0 0 0,0 0 0,0-1 0,0 0 0,-1 1 0,1-1 0,0-1 0,-1 1 0,1 0 0,0-1 0,-1 1 0,1-1 0,0 0 0,-1 0 0,1-1 0,-1 1 0,1-1 0,0 1 0,0-1 0,-1 0 0,-2-2 0,-12-4 0,1 0 0,0-2 0,-28-17 0,23 12 0,-36-18 0,-1 2 0,-1 3 0,-1 3 0,-2 2 0,0 3 0,-88-14 0,5 13-927,-228-1 1,255 20-5412</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8.613"/>
    </inkml:context>
    <inkml:brush xml:id="br0">
      <inkml:brushProperty name="width" value="0.05" units="cm"/>
      <inkml:brushProperty name="height" value="0.05" units="cm"/>
      <inkml:brushProperty name="color" value="#FFFFFF"/>
    </inkml:brush>
  </inkml:definitions>
  <inkml:trace contextRef="#ctx0" brushRef="#br0">109 56 24575,'-8'-8'0,"2"1"0,-1 0 0,0 0 0,-1 0 0,-9-5 0,16 11 0,0 0 0,0 1 0,0-1 0,0 0 0,0 1 0,0-1 0,0 1 0,0-1 0,0 1 0,-1 0 0,1-1 0,0 1 0,0 0 0,0 0 0,0 0 0,-1 0 0,1 0 0,0 0 0,0 0 0,0 0 0,-1 1 0,1-1 0,0 0 0,0 1 0,0-1 0,0 0 0,0 1 0,0 0 0,0-1 0,0 1 0,0 0 0,0-1 0,0 1 0,0 0 0,0 0 0,0 0 0,1 0 0,-1 0 0,0 0 0,1 0 0,-1 0 0,0 2 0,-1 2 0,0 0 0,0 1 0,1-1 0,-1 1 0,1-1 0,0 1 0,1-1 0,0 8 0,5 49 0,-4-47 0,114 556 0,-22-148 0,-64-218 0,5 251 0,-34-448 0,0 4 0,1 0 0,3 22 0,-3-31 0,0-1 0,-1 0 0,1 0 0,0 1 0,0-1 0,0 0 0,0 0 0,3 4 0,-3-6 0,0 1 0,-1 0 0,1-1 0,0 1 0,-1-1 0,1 1 0,0-1 0,0 1 0,0-1 0,0 1 0,0-1 0,-1 0 0,1 1 0,0-1 0,0 0 0,0 0 0,0 0 0,0 0 0,0 0 0,0 0 0,0 0 0,1 0 0,7-2 0,0-1 0,1 0 0,-1-1 0,-1 0 0,1 0 0,10-7 0,18-9 0,47-15-97,3 4 0,0 3 0,96-17-1,279-29-755,221 7-776,3 28 1742,29-2-639,-609 32-374,-28 1-3107</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9.148"/>
    </inkml:context>
    <inkml:brush xml:id="br0">
      <inkml:brushProperty name="width" value="0.05" units="cm"/>
      <inkml:brushProperty name="height" value="0.05" units="cm"/>
      <inkml:brushProperty name="color" value="#FFFFFF"/>
    </inkml:brush>
  </inkml:definitions>
  <inkml:trace contextRef="#ctx0" brushRef="#br0">1 269 24575,'0'-3'0,"0"0"0,1 1 0,0-1 0,0 0 0,-1 0 0,2 0 0,-1 0 0,0 1 0,0-1 0,1 1 0,0-1 0,-1 1 0,1-1 0,0 1 0,0 0 0,0 0 0,0 0 0,1 0 0,-1 0 0,1 1 0,-1-1 0,5-1 0,7-5 0,0 2 0,1 0 0,15-4 0,-20 7 0,61-18 27,107-17 0,79 4-254,-240 32 185,731-58-2404,3 35 1701,-137 25 811,-4 47-890,-540-38 734,80 22-1,-128-25 118,0 1-1,0 1 0,-1 0 0,0 2 1,-1 1-1,0 0 0,28 22 0,-39-24 97,1 0-1,-2 0 0,0 1 1,0 0-1,0 0 1,-1 1-1,-1 0 0,0 0 1,-1 1-1,0-1 1,0 1-1,-1 0 0,-1 1 1,0-1-1,-1 1 1,0-1-1,0 16 1,-2 19 359,-1-1 1,-3 1 0,-11 59 0,-24 116-483,-12 81 0,21 4 0,24-121 0,-10 178 0,14-345 0,0 11 0,-7 40 0,7-63 0,1 0 0,-1 0 0,0 0 0,-1-1 0,1 1 0,-1-1 0,-1 1 0,1-1 0,-1 0 0,0 0 0,-7 7 0,-4-2-1365,0-4-5461</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9.474"/>
    </inkml:context>
    <inkml:brush xml:id="br0">
      <inkml:brushProperty name="width" value="0.05" units="cm"/>
      <inkml:brushProperty name="height" value="0.05" units="cm"/>
      <inkml:brushProperty name="color" value="#FFFFFF"/>
    </inkml:brush>
  </inkml:definitions>
  <inkml:trace contextRef="#ctx0" brushRef="#br0">957 0 24575,'-3'0'0,"-4"3"0,-7 5 0,-10 6 0,-11 11 0,-12 10 0,-10 9 0,-11 8 0,-13 9 0,-7 6 0,-5 4 0,-3 0 0,1-1 0,3-5 0,5-5 0,18-12-8191</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09.960"/>
    </inkml:context>
    <inkml:brush xml:id="br0">
      <inkml:brushProperty name="width" value="0.05" units="cm"/>
      <inkml:brushProperty name="height" value="0.05" units="cm"/>
      <inkml:brushProperty name="color" value="#FFFFFF"/>
    </inkml:brush>
  </inkml:definitions>
  <inkml:trace contextRef="#ctx0" brushRef="#br0">825 12 24575,'0'-3'0,"-3"-1"0,-5 0 0,-6 4 0,-7 5 0,-7 8 0,-8 7 0,-6 11 0,-7 11 0,-6 12 0,-7 9 0,-8 9 0,-8 11 0,-6 7 0,-7 7 0,-8 3-590,15-17-7011</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0.538"/>
    </inkml:context>
    <inkml:brush xml:id="br0">
      <inkml:brushProperty name="width" value="0.05" units="cm"/>
      <inkml:brushProperty name="height" value="0.05" units="cm"/>
      <inkml:brushProperty name="color" value="#FFFFFF"/>
    </inkml:brush>
  </inkml:definitions>
  <inkml:trace contextRef="#ctx0" brushRef="#br0">448 26 24575,'-3'-3'0,"-2"-4"0,-2-1 0,-3 0 0,-4 9 0,-5 10 0,-8 9 0,-10 14 0,-11 13 0,-9 15 0,-10 12 0,-14 12 0,9-8-8191</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1.030"/>
    </inkml:context>
    <inkml:brush xml:id="br0">
      <inkml:brushProperty name="width" value="0.05" units="cm"/>
      <inkml:brushProperty name="height" value="0.05" units="cm"/>
      <inkml:brushProperty name="color" value="#FFFFFF"/>
    </inkml:brush>
  </inkml:definitions>
  <inkml:trace contextRef="#ctx0" brushRef="#br0">665 46 24575,'0'-3'0,"0"-4"0,-3-4 0,-4 0 0,-4 2 0,-6 5 0,-4 10 0,-7 13 0,-8 12 0,-8 14 0,-8 15 0,-9 12 0,-8 13 0,-9 8 0,-3 6 0,-3 2 0,12-16-8191</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1.418"/>
    </inkml:context>
    <inkml:brush xml:id="br0">
      <inkml:brushProperty name="width" value="0.05" units="cm"/>
      <inkml:brushProperty name="height" value="0.05" units="cm"/>
      <inkml:brushProperty name="color" value="#FFFFFF"/>
    </inkml:brush>
  </inkml:definitions>
  <inkml:trace contextRef="#ctx0" brushRef="#br0">1227 1 24575,'-18'1'0,"0"0"0,0 2 0,0 0 0,0 1 0,0 1 0,-27 12 0,-97 52 0,-231 165 0,21 32 0,202-144-1365,93-75-5461</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3.104"/>
    </inkml:context>
    <inkml:brush xml:id="br0">
      <inkml:brushProperty name="width" value="0.05" units="cm"/>
      <inkml:brushProperty name="height" value="0.05" units="cm"/>
      <inkml:brushProperty name="color" value="#FFFFFF"/>
    </inkml:brush>
  </inkml:definitions>
  <inkml:trace contextRef="#ctx0" brushRef="#br0">384 76 24575,'0'-2'0,"1"0"0,0 0 0,0 0 0,-1 0 0,1 0 0,0 0 0,1 0 0,-1 0 0,0 1 0,0-1 0,3-2 0,-2 2 0,0 0 0,-1 0 0,0 1 0,1-1 0,-1-1 0,0 1 0,0 0 0,0 0 0,1-4 0,-2 5 0,0 0 0,0 0 0,0 0 0,-1 1 0,1-1 0,0 0 0,-1 0 0,1 0 0,-1 0 0,1 1 0,-1-1 0,1 0 0,-1 1 0,1-1 0,-1 0 0,0 1 0,1-1 0,-1 0 0,0 1 0,0-1 0,1 1 0,-1 0 0,0-1 0,0 1 0,0 0 0,0-1 0,1 1 0,-1 0 0,0 0 0,0 0 0,0 0 0,-1 0 0,-12-3 0,1 1 0,-1 0 0,1 1 0,-1 1 0,0 0 0,-18 3 0,5 1 0,-1 1 0,-29 10 0,42-11 0,1 1 0,1 1 0,-1 0 0,1 1 0,0 0 0,0 1 0,-15 13 0,25-19 0,-1 1 0,1 1 0,0-1 0,-1 0 0,2 1 0,-1 0 0,0-1 0,1 1 0,0 0 0,0 0 0,0 1 0,0-1 0,0 0 0,1 0 0,0 1 0,0-1 0,0 1 0,1 0 0,-1-1 0,1 1 0,0-1 0,1 1 0,-1-1 0,1 1 0,0-1 0,0 1 0,3 7 0,1 1 0,1-1 0,1 0 0,0-1 0,1 0 0,0 0 0,0-1 0,16 15 0,76 61 0,-84-73 0,26 20 0,55 47 0,-88-72 0,0 1 0,-1 0 0,0 1 0,0 0 0,-1 0 0,-1 0 0,9 19 0,-13-24 0,-1-1 0,1 0 0,-1 0 0,0 1 0,-1-1 0,1 0 0,-1 1 0,0-1 0,0 1 0,0-1 0,-1 0 0,1 1 0,-1-1 0,0 1 0,-3 5 0,1-3 0,0 0 0,0-1 0,-1 0 0,0 0 0,-1 0 0,1 0 0,-1 0 0,-9 7 0,0-2 0,1 0 0,-2-1 0,1-1 0,-1-1 0,0 0 0,-1-1 0,-20 7 0,28-12-195,0 0 0,-1 0 0,1 0 0,-1-1 0,1 0 0,-17-1 0,0-4-6631</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3.473"/>
    </inkml:context>
    <inkml:brush xml:id="br0">
      <inkml:brushProperty name="width" value="0.05" units="cm"/>
      <inkml:brushProperty name="height" value="0.05" units="cm"/>
      <inkml:brushProperty name="color" value="#FFFFFF"/>
    </inkml:brush>
  </inkml:definitions>
  <inkml:trace contextRef="#ctx0" brushRef="#br0">1 155 24575,'26'-42'0,"-12"20"0,0 0 0,33-38 0,-46 59 0,-1 1 0,1-1 0,0 0 0,-1 1 0,1-1 0,0 0 0,0 1 0,-1-1 0,1 1 0,0-1 0,0 1 0,0-1 0,0 1 0,0 0 0,0 0 0,1-1 0,-1 1 0,-1 0 0,0 0 0,1 1 0,-1-1 0,0 0 0,0 0 0,1 1 0,-1-1 0,0 0 0,1 0 0,-1 1 0,0-1 0,0 0 0,0 1 0,1-1 0,-1 0 0,0 1 0,0-1 0,0 0 0,0 1 0,0-1 0,0 0 0,1 1 0,-1-1 0,0 1 0,0-1 0,0 1 0,-4 37 0,3-32 0,-35 286 0,32-228 0,3 0 0,10 103 0,-5-128 0,-3-22 0,1 0 0,1 1 0,0-1 0,11 30 0,-14-46 0,0 0 0,0 0 0,1 0 0,-1-1 0,1 1 0,-1 0 0,0 0 0,1 0 0,0-1 0,-1 1 0,1 0 0,-1-1 0,1 1 0,0-1 0,-1 1 0,1-1 0,0 1 0,0-1 0,0 1 0,-1-1 0,1 0 0,0 1 0,0-1 0,0 0 0,0 0 0,-1 1 0,1-1 0,0 0 0,0 0 0,0 0 0,0 0 0,0 0 0,0 0 0,0-1 0,-1 1 0,1 0 0,0 0 0,0-1 0,0 1 0,0 0 0,-1-1 0,1 1 0,0-1 0,0 1 0,-1-1 0,1 1 0,1-2 0,4-3 0,-1 0 0,1-1 0,-1 1 0,6-9 0,-9 12 0,13-18 0,6-8 0,2 1 0,26-25 0,-42 45 0,1 0 0,0 1 0,1 0 0,-1 0 0,1 1 0,0 0 0,0 1 0,1 0 0,-1 0 0,1 1 0,17-3 0,-23 5 0,0 0 0,0 1 0,1 0 0,-1 0 0,0 1 0,1-1 0,-1 1 0,0 0 0,0 0 0,0 0 0,1 0 0,-1 1 0,0 0 0,-1 0 0,1 0 0,0 0 0,-1 0 0,1 1 0,-1 0 0,0 0 0,4 3 0,4 7 0,-1 1 0,0 0 0,0 1 0,8 19 0,-13-22 0,2-1 0,-1 1 0,2-1 0,-1 0 0,1-1 0,15 15 0,-19-21-170,1-1-1,-1-1 0,1 1 1,0-1-1,0 1 0,0-1 1,9 2-1,9 1-6655</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3.787"/>
    </inkml:context>
    <inkml:brush xml:id="br0">
      <inkml:brushProperty name="width" value="0.05" units="cm"/>
      <inkml:brushProperty name="height" value="0.05" units="cm"/>
      <inkml:brushProperty name="color" value="#FFFFFF"/>
    </inkml:brush>
  </inkml:definitions>
  <inkml:trace contextRef="#ctx0" brushRef="#br0">2 447 24575,'10'-11'0,"-1"0"0,-1-1 0,0 0 0,0 0 0,-1-1 0,-1 0 0,0 0 0,-1 0 0,0-1 0,-1 0 0,3-19 0,-3 11 0,-2-1 0,0 1 0,-1-1 0,-1 0 0,-1 1 0,-6-34 0,5 48 0,2 2 0,-1 0 0,0 1 0,0-1 0,-1 0 0,1 1 0,-1 0 0,-1-1 0,1 1 0,-1 0 0,0 0 0,-5-7 0,7 11 0,1 1 0,-1-1 0,1 1 0,0 0 0,-1 0 0,1-1 0,-1 1 0,1 0 0,-1 0 0,1-1 0,-1 1 0,1 0 0,-1 0 0,0 0 0,1 0 0,-1 0 0,1 0 0,-1 0 0,1 0 0,-1 0 0,1 0 0,-1 0 0,1 0 0,-1 0 0,1 0 0,-1 1 0,1-1 0,-1 0 0,1 0 0,-1 1 0,1-1 0,-1 0 0,1 1 0,-1-1 0,1 0 0,0 1 0,-1-1 0,1 0 0,0 1 0,-1-1 0,1 1 0,0-1 0,-1 2 0,-10 22 0,11-24 0,-6 20 0,1 1 0,0-1 0,2 1 0,-2 25 0,5 87 0,0-120 0,2 0 0,-1 0 0,2 0 0,-1 0 0,8 18 0,-9-28 0,0 0 0,1 0 0,-1 0 0,1 0 0,-1 0 0,1-1 0,0 1 0,0-1 0,1 1 0,-1-1 0,0 0 0,4 2 0,-4-3 0,0 0 0,0 0 0,-1 0 0,1-1 0,0 1 0,0-1 0,0 1 0,0-1 0,0 0 0,0 0 0,0 0 0,0 0 0,0 0 0,0 0 0,0-1 0,0 1 0,0-1 0,0 1 0,0-1 0,0 0 0,2-1 0,4-3 0,-1 0 0,0 0 0,0 0 0,-1-1 0,1 0 0,-1-1 0,-1 1 0,1-1 0,4-8 0,-3 5 0,1 0 0,17-17 0,-24 27 0,-1-1 0,0 1 0,1 0 0,-1-1 0,1 1 0,-1 0 0,1-1 0,-1 1 0,0 0 0,1 0 0,-1-1 0,1 1 0,-1 0 0,1 0 0,-1 0 0,1 0 0,-1 0 0,1 0 0,0 0 0,-1 0 0,1 0 0,-1 0 0,1 0 0,-1 0 0,1 0 0,-1 0 0,1 0 0,0 1 0,0 0 0,0-1 0,0 1 0,0 0 0,-1 0 0,1 0 0,0 0 0,-1 0 0,1 0 0,0 0 0,-1 0 0,1 0 0,0 2 0,8 44 0,-7-35 0,0-2-273,0 0 0,1 0 0,0 0 0,6 11 0,-2-8-6553</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4.064"/>
    </inkml:context>
    <inkml:brush xml:id="br0">
      <inkml:brushProperty name="width" value="0.05" units="cm"/>
      <inkml:brushProperty name="height" value="0.05" units="cm"/>
      <inkml:brushProperty name="color" value="#FFFFFF"/>
    </inkml:brush>
  </inkml:definitions>
  <inkml:trace contextRef="#ctx0" brushRef="#br0">15 149 24575,'0'-7'0,"-1"0"0,0 0 0,-4-13 0,3 16 0,1 0 0,0 0 0,0 0 0,0 0 0,0-1 0,1 1 0,0 0 0,0-1 0,0 1 0,0 0 0,2-6 0,-2 10 0,0-1 0,0 1 0,1 0 0,-1 0 0,0-1 0,0 1 0,1 0 0,-1 0 0,0-1 0,1 1 0,-1 0 0,0 0 0,1 0 0,-1 0 0,0 0 0,1-1 0,-1 1 0,1 0 0,-1 0 0,0 0 0,1 0 0,-1 0 0,0 0 0,1 0 0,-1 0 0,1 0 0,-1 1 0,0-1 0,1 0 0,-1 0 0,0 0 0,1 0 0,-1 0 0,0 1 0,1-1 0,-1 0 0,0 0 0,1 1 0,-1-1 0,0 0 0,0 0 0,1 1 0,-1-1 0,0 0 0,0 1 0,0-1 0,1 0 0,-1 1 0,15 16 0,-2 4 0,-1 0 0,-1 0 0,16 46 0,-12-22 0,9 52 0,-12-13 0,-12-110 57,1 1 0,2-1 0,0 1 0,2 0 0,14-44 0,3 9-911,32-63 1,-32 76-5973</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14.437"/>
    </inkml:context>
    <inkml:brush xml:id="br0">
      <inkml:brushProperty name="width" value="0.05" units="cm"/>
      <inkml:brushProperty name="height" value="0.05" units="cm"/>
      <inkml:brushProperty name="color" value="#FFFFFF"/>
    </inkml:brush>
  </inkml:definitions>
  <inkml:trace contextRef="#ctx0" brushRef="#br0">17 145 24575,'-14'39'0,"12"-28"0,2 0 0,-1 0 0,1 0 0,1 0 0,0 0 0,0 0 0,1 0 0,0 0 0,1 0 0,1-1 0,-1 1 0,2-1 0,8 16 0,-10-20 0,1 0 0,0 0 0,-1-1 0,2 1 0,-1-1 0,1 0 0,-1 0 0,2-1 0,-1 0 0,0 1 0,1-2 0,-1 1 0,1-1 0,0 0 0,1 0 0,-1 0 0,0-1 0,1 0 0,-1 0 0,1-1 0,0 0 0,-1 0 0,11 0 0,-12-2 0,1 1 0,-1-2 0,0 1 0,0-1 0,1 1 0,-1-1 0,0-1 0,-1 1 0,1-1 0,0 0 0,-1 0 0,1 0 0,-1 0 0,0-1 0,0 0 0,-1 0 0,1 0 0,-1 0 0,0 0 0,0-1 0,0 0 0,0 1 0,1-7 0,2-2 0,0 0 0,-2-1 0,1 1 0,-2-1 0,0 0 0,0-1 0,0-22 0,-3 23 0,-1 0 0,0 0 0,-1 0 0,0 0 0,-1 1 0,-1-1 0,0 1 0,-1 0 0,-8-17 0,10 24 0,-1 1 0,1-1 0,-1 1 0,0 0 0,0 0 0,-1 0 0,1 1 0,-1 0 0,-10-7 0,11 8 0,0 1 0,0 0 0,-1 0 0,1 1 0,-1-1 0,1 1 0,-1 0 0,0 0 0,1 0 0,-1 1 0,0 0 0,0 0 0,1 0 0,-9 2 0,6-1 0,1 1 0,-1 0 0,1 0 0,0 1 0,0 0 0,0 0 0,0 0 0,0 1 0,1 0 0,-1 0 0,1 0 0,0 1 0,0 0 0,1 0 0,0 0 0,0 0 0,0 1 0,0-1 0,1 1 0,-6 12 0,3-3 0,0 1 0,1-1 0,1 1 0,1 0 0,0 0 0,0 1 0,1 26 0,3-21 0,1 1 0,1-1 0,1 0 0,0 0 0,2 0 0,1-1 0,0 0 0,2 0 0,0-1 0,2 0 0,0 0 0,1-1 0,1-1 0,0 0 0,2-1 0,0 0 0,1-1 0,0-1 0,1 0 0,1-2 0,1 0 0,-1-1 0,2 0 0,24 9 0,41 10-1365,-4-10-5461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0.257"/>
    </inkml:context>
    <inkml:brush xml:id="br0">
      <inkml:brushProperty name="width" value="0.05" units="cm"/>
      <inkml:brushProperty name="height" value="0.05" units="cm"/>
      <inkml:brushProperty name="color" value="#FFFFFF"/>
    </inkml:brush>
  </inkml:definitions>
  <inkml:trace contextRef="#ctx0" brushRef="#br0">0 16 24575,'0'-3'0,"0"-4"0,0 2 0,0 5 0,3 9 0,1 5 0,0 8 0,2 8 0,1 6 0,-2 3 0,-1 1 0,-1 0 0,-2-1 0,0 0 0,-1-4 0,0-9-8191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40.572"/>
    </inkml:context>
    <inkml:brush xml:id="br0">
      <inkml:brushProperty name="width" value="0.05" units="cm"/>
      <inkml:brushProperty name="height" value="0.05" units="cm"/>
      <inkml:brushProperty name="color" value="#FFFFFF"/>
    </inkml:brush>
  </inkml:definitions>
  <inkml:trace contextRef="#ctx0" brushRef="#br0">3 49 24575,'3'-18'0,"-1"9"0,-2 10 0,-2 10 0,0 0 0,0 1 0,1-1 0,1 0 0,0 1 0,0-1 0,1 0 0,1 1 0,0-1 0,0 0 0,7 19 0,-8-27 0,0-1 0,0 1 0,1-1 0,-1 0 0,0 0 0,1 0 0,-1 0 0,1 0 0,0 0 0,0 0 0,-1-1 0,1 1 0,0 0 0,1-1 0,-1 0 0,0 1 0,0-1 0,1 0 0,-1 0 0,0 0 0,1-1 0,-1 1 0,1-1 0,-1 1 0,1-1 0,-1 0 0,1 0 0,-1 0 0,1 0 0,0 0 0,-1 0 0,1-1 0,-1 1 0,0-1 0,1 0 0,-1 0 0,3-1 0,1-1 0,0 0 0,0-1 0,0 0 0,-1 1 0,1-2 0,-1 1 0,0-1 0,-1 0 0,1 0 0,-1 0 0,0 0 0,0-1 0,3-6 0,-2 2 0,0 0 0,-1 0 0,0-1 0,4-21 0,-8 30 0,1 0 0,-1-1 0,1 1 0,-1-1 0,0 1 0,0 0 0,0-1 0,-1 1 0,1-1 0,-1 1 0,1-1 0,-1 1 0,0 0 0,1 0 0,-1-1 0,0 1 0,-1 0 0,1 0 0,0 0 0,-1 0 0,1 0 0,-1 0 0,0 0 0,1 1 0,-1-1 0,0 1 0,0-1 0,0 1 0,-2-2 0,1 2-91,1 1 0,0-1 0,0 0 0,-1 1 0,1 0 0,0-1 0,-1 1 0,1 0 0,0 0 0,-1 0 0,1 1 0,0-1 0,-1 1 0,-2 0 0,-15 5-6735</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8.800"/>
    </inkml:context>
    <inkml:brush xml:id="br0">
      <inkml:brushProperty name="width" value="0.05" units="cm"/>
      <inkml:brushProperty name="height" value="0.05" units="cm"/>
      <inkml:brushProperty name="color" value="#FFFFFF"/>
    </inkml:brush>
  </inkml:definitions>
  <inkml:trace contextRef="#ctx0" brushRef="#br0">183 65 24575,'0'-2'0,"0"1"0,0-1 0,0 0 0,0 0 0,0 1 0,0-1 0,-1 0 0,1 0 0,-1 1 0,1-1 0,-1 0 0,0 1 0,1-1 0,-1 1 0,0-1 0,0 1 0,0-1 0,0 1 0,0-1 0,-1 1 0,1 0 0,0 0 0,-1 0 0,1 0 0,-1 0 0,1 0 0,-1 0 0,1 0 0,-1 0 0,0 1 0,1-1 0,-3 0 0,0 1 0,1 0 0,0-1 0,0 2 0,0-1 0,0 0 0,-1 1 0,1-1 0,0 1 0,0 0 0,0 0 0,0 0 0,0 0 0,0 1 0,0-1 0,1 1 0,-1 0 0,-3 2 0,-4 5 0,1-1 0,1 2 0,-1-1 0,2 1 0,-1 0 0,1 1 0,1-1 0,-8 17 0,12-22 0,0 0 0,0 0 0,0 0 0,0 0 0,1 0 0,0 1 0,0-1 0,0 1 0,1-1 0,0 1 0,0-1 0,0 0 0,1 1 0,0-1 0,0 1 0,0-1 0,0 0 0,1 0 0,0 1 0,0-1 0,5 7 0,-4-8 0,1 0 0,-1-1 0,1 1 0,0-1 0,1 0 0,-1 0 0,0 0 0,1-1 0,0 1 0,0-1 0,-1 0 0,1-1 0,0 1 0,0-1 0,1 0 0,-1 0 0,6 0 0,7 0 0,1 0 0,-1-1 0,30-5 0,-31 3 0,-1-2 0,0 0 0,0 0 0,0-2 0,-1 0 0,0-1 0,0 0 0,21-15 0,-30 18 0,0-1 0,0 0 0,-1 0 0,0 0 0,0 0 0,0-1 0,-1 0 0,0 0 0,6-11 0,-8 13 0,0-1 0,-1 0 0,1 0 0,-1 0 0,0 0 0,0-1 0,-1 1 0,1 0 0,-1 0 0,0-1 0,-1 1 0,1 0 0,-1 0 0,-3-9 0,2 8-91,0 0 0,0 1 0,-1 0 0,0-1 0,0 1 0,-1 0 0,1 1 0,-1-1 0,0 1 0,0-1 0,-1 1 0,1 0 0,-1 1 0,-10-7 0,-13-5-6735</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9.234"/>
    </inkml:context>
    <inkml:brush xml:id="br0">
      <inkml:brushProperty name="width" value="0.05" units="cm"/>
      <inkml:brushProperty name="height" value="0.05" units="cm"/>
      <inkml:brushProperty name="color" value="#FFFFFF"/>
    </inkml:brush>
  </inkml:definitions>
  <inkml:trace contextRef="#ctx0" brushRef="#br0">121 115 24575,'1'0'0,"-1"0"0,1 0 0,0 0 0,-1 0 0,1 0 0,0 0 0,-1 0 0,1 0 0,0 0 0,-1 0 0,1 0 0,0 1 0,-1-1 0,1 0 0,-1 0 0,1 1 0,0-1 0,-1 0 0,1 1 0,-1-1 0,1 1 0,-1-1 0,1 1 0,-1-1 0,1 1 0,-1-1 0,0 1 0,1 0 0,-1 0 0,0 0 0,0 0 0,0 0 0,0 1 0,0-1 0,0 0 0,0 0 0,0 0 0,-1 0 0,1 0 0,0 0 0,-1 0 0,1 0 0,-1 0 0,0 1 0,-3 4 0,0 0 0,-1-1 0,1 1 0,-9 6 0,-33 22 0,33-26 0,1 1 0,-17 15 0,29-23 0,-1-1 0,1 0 0,0 0 0,0 1 0,-1-1 0,1 0 0,0 1 0,0-1 0,0 0 0,-1 1 0,1-1 0,0 0 0,0 1 0,0-1 0,0 1 0,0-1 0,0 0 0,0 1 0,0-1 0,0 0 0,0 1 0,0-1 0,0 1 0,0-1 0,0 0 0,0 1 0,0-1 0,1 0 0,-1 1 0,0-1 0,0 0 0,0 1 0,0-1 0,1 0 0,-1 1 0,0-1 0,0 0 0,1 0 0,-1 1 0,0-1 0,1 0 0,-1 0 0,1 1 0,16 8 0,-16-9 0,45 18 0,0-3 0,2-1 0,-1-3 0,60 7 0,-99-17 0,0 0 0,-1-1 0,1 0 0,0 0 0,0-1 0,0 0 0,-1 0 0,1-1 0,0 0 0,9-4 0,-13 4 0,-1 0 0,1 0 0,-1 0 0,0-1 0,1 1 0,-1-1 0,0 0 0,-1 0 0,1 0 0,-1 0 0,1 0 0,-1-1 0,0 1 0,0-1 0,0 1 0,-1-1 0,1 0 0,-1 0 0,0 0 0,0 0 0,1-6 0,-1-2 0,-1 0 0,0 0 0,-1 0 0,0 0 0,0 0 0,-1 0 0,-1 1 0,0-1 0,-1 1 0,0-1 0,-1 1 0,0 1 0,-1-1 0,0 1 0,0 0 0,-1 0 0,0 0 0,-1 1 0,0 1 0,-17-15 0,21 20-195,-1 0 0,1 1 0,-1-1 0,0 1 0,0 0 0,-8-2 0,-5 0-6631</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4:59.779"/>
    </inkml:context>
    <inkml:brush xml:id="br0">
      <inkml:brushProperty name="width" value="0.05" units="cm"/>
      <inkml:brushProperty name="height" value="0.05" units="cm"/>
      <inkml:brushProperty name="color" value="#FFFFFF"/>
    </inkml:brush>
  </inkml:definitions>
  <inkml:trace contextRef="#ctx0" brushRef="#br0">16 155 24575,'-1'-2'0,"-1"1"0,1-1 0,0 0 0,-1 1 0,1-1 0,0 0 0,0 0 0,0 0 0,0 0 0,0 0 0,1 0 0,-1 0 0,1 0 0,-1 0 0,1 0 0,0-1 0,0 1 0,-1 0 0,2 0 0,-1 0 0,0 0 0,0 0 0,1-1 0,-1 1 0,1 0 0,-1 0 0,1 0 0,0 0 0,0 0 0,0 0 0,0 1 0,0-1 0,1 0 0,-1 0 0,1 1 0,-1-1 0,2-1 0,3-3 0,1 1 0,-1 0 0,1 0 0,0 0 0,0 1 0,0 0 0,1 0 0,9-3 0,7-1 0,1 1 0,-1 1 0,1 1 0,0 1 0,0 2 0,0 0 0,0 2 0,33 3 0,-46-2 0,0 1 0,0 1 0,0 0 0,0 1 0,-1 0 0,1 1 0,-1 0 0,13 9 0,-16-9 0,-1 1 0,0 0 0,0 0 0,-1 0 0,0 1 0,0 0 0,0 0 0,-1 0 0,0 1 0,-1 0 0,1-1 0,3 13 0,-1 1 0,-1 0 0,-1 1 0,-1-1 0,-1 1 0,-1 0 0,-1 0 0,-1 0 0,-1 0 0,-5 34 0,-6 11 0,-37 114 0,-23 28 334,10-35-2033,49-134-5127</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0.076"/>
    </inkml:context>
    <inkml:brush xml:id="br0">
      <inkml:brushProperty name="width" value="0.05" units="cm"/>
      <inkml:brushProperty name="height" value="0.05" units="cm"/>
      <inkml:brushProperty name="color" value="#FFFFFF"/>
    </inkml:brush>
  </inkml:definitions>
  <inkml:trace contextRef="#ctx0" brushRef="#br0">0 0 24575,'1'0'0,"0"1"0,-1-1 0,1 0 0,0 0 0,-1 1 0,1-1 0,0 1 0,-1-1 0,1 0 0,0 1 0,-1-1 0,1 1 0,-1-1 0,1 1 0,-1 0 0,1-1 0,-1 1 0,1-1 0,-1 1 0,0 0 0,1 0 0,-1-1 0,0 1 0,0 0 0,1-1 0,-1 1 0,0 1 0,4 27 0,-3-21 0,-1-5 0,1 0 0,-1 0 0,1 1 0,0-1 0,0 0 0,0 0 0,0 0 0,1 0 0,-1 0 0,1 0 0,0 0 0,0-1 0,0 1 0,0-1 0,0 1 0,0-1 0,1 0 0,4 4 0,-3-4 0,0 0 0,0-1 0,0 1 0,0-1 0,0 0 0,0 0 0,1-1 0,-1 1 0,0-1 0,0 0 0,1 0 0,7-1 0,4-2 0,0-1 0,0 0 0,0-1 0,-1-1 0,0-1 0,19-10 0,-6-2 0,-21 14 0,-1 1 0,1 0 0,-1 0 0,1 0 0,10-3 0,-5 7-1365,-2 4-5461</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1.135"/>
    </inkml:context>
    <inkml:brush xml:id="br0">
      <inkml:brushProperty name="width" value="0.05" units="cm"/>
      <inkml:brushProperty name="height" value="0.05" units="cm"/>
      <inkml:brushProperty name="color" value="#FFFFFF"/>
    </inkml:brush>
  </inkml:definitions>
  <inkml:trace contextRef="#ctx0" brushRef="#br0">23 102 24575,'-3'0'0,"-4"0"0,-2-3 0,5-1 0,6-3 0,9 0 0,8-2 0,11 0 0,9-1 0,11-2 0,9 1 0,4-1 0,4 2 0,-10 2-8191</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1.292"/>
    </inkml:context>
    <inkml:brush xml:id="br0">
      <inkml:brushProperty name="width" value="0.05" units="cm"/>
      <inkml:brushProperty name="height" value="0.05" units="cm"/>
      <inkml:brushProperty name="color" value="#FFFFFF"/>
    </inkml:brush>
  </inkml:definitions>
  <inkml:trace contextRef="#ctx0" brushRef="#br0">23 0 24575,'-6'7'0,"-3"4"0,2 4 0,6-1 0,8-5 0,12-5 0,8-6 0,10-6 0,4-4 0,-5 0-8191</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1.463"/>
    </inkml:context>
    <inkml:brush xml:id="br0">
      <inkml:brushProperty name="width" value="0.05" units="cm"/>
      <inkml:brushProperty name="height" value="0.05" units="cm"/>
      <inkml:brushProperty name="color" value="#FFFFFF"/>
    </inkml:brush>
  </inkml:definitions>
  <inkml:trace contextRef="#ctx0" brushRef="#br0">13 61 24575,'-6'3'0,"1"1"0,4-3 0,9-2 0,12-4 0,12-4 0,10-4 0,4-2 0,4 1 0,-7 3-8191</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1.587"/>
    </inkml:context>
    <inkml:brush xml:id="br0">
      <inkml:brushProperty name="width" value="0.05" units="cm"/>
      <inkml:brushProperty name="height" value="0.05" units="cm"/>
      <inkml:brushProperty name="color" value="#FFFFFF"/>
    </inkml:brush>
  </inkml:definitions>
  <inkml:trace contextRef="#ctx0" brushRef="#br0">57 1 24575,'-6'3'0,"-6"4"0,-3 1 0,1 3 0,5-2 0,8-1 0,10-6 0,7-3 0,7-4 0,5-2 0,-1 1-8191</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1.728"/>
    </inkml:context>
    <inkml:brush xml:id="br0">
      <inkml:brushProperty name="width" value="0.05" units="cm"/>
      <inkml:brushProperty name="height" value="0.05" units="cm"/>
      <inkml:brushProperty name="color" value="#FFFFFF"/>
    </inkml:brush>
  </inkml:definitions>
  <inkml:trace contextRef="#ctx0" brushRef="#br0">4 5 24575,'-3'4'0,"2"0"0,5 0 0,4-1 0,4-4 0,6-2 0,3 0 0,5-3 0,-3 0-8191</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1.886"/>
    </inkml:context>
    <inkml:brush xml:id="br0">
      <inkml:brushProperty name="width" value="0.05" units="cm"/>
      <inkml:brushProperty name="height" value="0.05" units="cm"/>
      <inkml:brushProperty name="color" value="#FFFFFF"/>
    </inkml:brush>
  </inkml:definitions>
  <inkml:trace contextRef="#ctx0" brushRef="#br0">9 6 24575,'-3'3'0,"-1"4"0,3 1 0,5-4 0,8-3 0,5-4 0,6-5 0,8-2 0,-1 2-8191</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2.148"/>
    </inkml:context>
    <inkml:brush xml:id="br0">
      <inkml:brushProperty name="width" value="0.05" units="cm"/>
      <inkml:brushProperty name="height" value="0.05" units="cm"/>
      <inkml:brushProperty name="color" value="#FFFFFF"/>
    </inkml:brush>
  </inkml:definitions>
  <inkml:trace contextRef="#ctx0" brushRef="#br0">49 1 24575,'-3'6'0,"-4"9"0,-4 7 0,0 7 0,1 10 0,3 9 0,9 11 0,10 11 0,9 12 0,11 8 0,12 8 0,11 1 0,8 4 0,10-4 0,4-5 0,-10-20-8191</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2.349"/>
    </inkml:context>
    <inkml:brush xml:id="br0">
      <inkml:brushProperty name="width" value="0.05" units="cm"/>
      <inkml:brushProperty name="height" value="0.05" units="cm"/>
      <inkml:brushProperty name="color" value="#FFFFFF"/>
    </inkml:brush>
  </inkml:definitions>
  <inkml:trace contextRef="#ctx0" brushRef="#br0">15 1 24575,'-3'0'0,"-1"6"0,0 9 0,0 13 0,5 19 0,8 16 0,12 16 0,8 16 0,9 14 0,8 11 0,-2 5 0,-5 8 0,-12 2-539,-10-22-7113</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4.975"/>
    </inkml:context>
    <inkml:brush xml:id="br0">
      <inkml:brushProperty name="width" value="0.05" units="cm"/>
      <inkml:brushProperty name="height" value="0.05" units="cm"/>
      <inkml:brushProperty name="color" value="#FFFFFF"/>
    </inkml:brush>
  </inkml:definitions>
  <inkml:trace contextRef="#ctx0" brushRef="#br0">4 1 24575,'-3'0'0,"2"0"0,8 0 0,11 0 0,13 0 0,13 0 0,14 0 0,11 0 0,8 0 0,4 0 0,-12 0-8191</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5.176"/>
    </inkml:context>
    <inkml:brush xml:id="br0">
      <inkml:brushProperty name="width" value="0.05" units="cm"/>
      <inkml:brushProperty name="height" value="0.05" units="cm"/>
      <inkml:brushProperty name="color" value="#FFFFFF"/>
    </inkml:brush>
  </inkml:definitions>
  <inkml:trace contextRef="#ctx0" brushRef="#br0">1 0 24575,'0'3'0,"3"1"0,7 0 0,9-1 0,9-1 0,13-1 0,12-3 0,13-2 0,7 1 0,7-1 0,-11 2-8191</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5.348"/>
    </inkml:context>
    <inkml:brush xml:id="br0">
      <inkml:brushProperty name="width" value="0.05" units="cm"/>
      <inkml:brushProperty name="height" value="0.05" units="cm"/>
      <inkml:brushProperty name="color" value="#FFFFFF"/>
    </inkml:brush>
  </inkml:definitions>
  <inkml:trace contextRef="#ctx0" brushRef="#br0">1 1 24575,'0'3'0,"6"4"0,8 2 0,12-2 0,13-2 0,16-1 0,13-2 0,-3-1-8191</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5.732"/>
    </inkml:context>
    <inkml:brush xml:id="br0">
      <inkml:brushProperty name="width" value="0.05" units="cm"/>
      <inkml:brushProperty name="height" value="0.05" units="cm"/>
      <inkml:brushProperty name="color" value="#FFFFFF"/>
    </inkml:brush>
  </inkml:definitions>
  <inkml:trace contextRef="#ctx0" brushRef="#br0">0 1 24575,'3'0'0,"8"0"0,7 0 0,8 0 0,8 0 0,11 3 0,10 1 0,9 0 0,5-1 0,-9-1-8191</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6.060"/>
    </inkml:context>
    <inkml:brush xml:id="br0">
      <inkml:brushProperty name="width" value="0.05" units="cm"/>
      <inkml:brushProperty name="height" value="0.05" units="cm"/>
      <inkml:brushProperty name="color" value="#FFFFFF"/>
    </inkml:brush>
  </inkml:definitions>
  <inkml:trace contextRef="#ctx0" brushRef="#br0">68 1 24575,'-19'50'0,"2"33"0,3 1 0,5 0 0,2 1 0,5-1 0,3 1 0,14 95 0,-9-136 86,2 1-1,1-1 0,23 63 1,-25-87-257,2-1 0,0 0 1,1 0-1,1-1 0,0 0 1,1-1-1,1-1 0,1 1 1,23 19-1,20 9-6655</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6.277"/>
    </inkml:context>
    <inkml:brush xml:id="br0">
      <inkml:brushProperty name="width" value="0.05" units="cm"/>
      <inkml:brushProperty name="height" value="0.05" units="cm"/>
      <inkml:brushProperty name="color" value="#FFFFFF"/>
    </inkml:brush>
  </inkml:definitions>
  <inkml:trace contextRef="#ctx0" brushRef="#br0">206 0 24575,'0'4'0,"0"6"0,3 12 0,7 13 0,6 15 0,8 16 0,7 16 0,1 16 0,2 13 0,-5 6 0,-11 5 0,-18-2 0,-24-7 0,-30-10 0,-33-13 0,-34-15 0,4-21-8191</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7.724"/>
    </inkml:context>
    <inkml:brush xml:id="br0">
      <inkml:brushProperty name="width" value="0.05" units="cm"/>
      <inkml:brushProperty name="height" value="0.05" units="cm"/>
      <inkml:brushProperty name="color" value="#FFFFFF"/>
    </inkml:brush>
  </inkml:definitions>
  <inkml:trace contextRef="#ctx0" brushRef="#br0">5431 1154 24575,'0'1'0,"0"0"0,-1 0 0,1 1 0,-1-1 0,1-1 0,-1 1 0,1 0 0,-1 0 0,1 0 0,-1 0 0,0 0 0,0 0 0,1-1 0,-1 1 0,0 0 0,0 0 0,-2 0 0,-18 12 0,18-12 0,-8 4 0,-1 0 0,0-1 0,0 0 0,0-1 0,0-1 0,-1 0 0,-24 1 0,-92-8 0,120 4 0,-78-8 0,0-5 0,-91-26 0,-166-64 0,341 103 0,-214-75 0,3-10 0,4-8 0,-211-131 0,-252-135 0,567 316 0,-146-40 0,171 63 0,-1 4 0,-131-10 0,106 23 0,1 4 0,0 6 0,-175 30 0,130-4 0,-278 97 0,370-103 0,0 2 0,2 3 0,-56 40 0,60-38 0,46-28 0,0-1 0,-1 0 0,1-1 0,-1 0 0,0 0 0,0-1 0,0 1 0,0-2 0,0 1 0,-1-1 0,-10 0 0,5-2 0,0-1 0,0 0 0,0 0 0,1-2 0,-26-8 0,0-2 0,14 6 0,0-1 0,1-1 0,-45-26 0,65 33 0,0 0 0,0 0 0,0 0 0,1-1 0,0 1 0,-1-1 0,1 0 0,1 0 0,-1 0 0,1 0 0,-1-1 0,1 1 0,0-1 0,1 1 0,-1-1 0,1 0 0,0 1 0,-1-11 0,2 8 0,0-1 0,0 1 0,1-1 0,0 1 0,0-1 0,1 1 0,0 0 0,0-1 0,0 1 0,1 0 0,6-9 0,-5 11 166,-6 11 9,-4 12-1732,6-18 1408,-6 15-6677</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5T10:05:08.116"/>
    </inkml:context>
    <inkml:brush xml:id="br0">
      <inkml:brushProperty name="width" value="0.05" units="cm"/>
      <inkml:brushProperty name="height" value="0.05" units="cm"/>
      <inkml:brushProperty name="color" value="#FFFFFF"/>
    </inkml:brush>
  </inkml:definitions>
  <inkml:trace contextRef="#ctx0" brushRef="#br0">477 0 24575,'22'0'0,"-25"0"0,-39 1 0,-81 6 0,-54 3 0,153-10 0,6-1 0,0 2 0,0 0 0,0 1 0,-32 7 0,50-9 0,-1 0 0,1 0 0,0 0 0,-1 1 0,1-1 0,0 0 0,-1 0 0,1 0 0,0 0 0,0 0 0,-1 0 0,1 0 0,0 1 0,-1-1 0,1 0 0,0 0 0,0 1 0,-1-1 0,1 0 0,0 0 0,0 1 0,0-1 0,-1 0 0,1 0 0,0 1 0,0-1 0,0 0 0,0 1 0,0-1 0,0 0 0,-1 1 0,1-1 0,0 0 0,0 1 0,0-1 0,0 0 0,0 1 0,0-1 0,0 0 0,0 1 0,1-1 0,-1 0 0,0 1 0,0-1 0,0 0 0,0 0 0,0 1 0,0-1 0,1 0 0,-1 1 0,0-1 0,0 0 0,0 0 0,1 1 0,-1-1 0,0 0 0,1 1 0,17 12 0,-17-13 0,274 181-1365,-236-152-5461</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4:41:36.642"/>
    </inkml:context>
    <inkml:brush xml:id="br0">
      <inkml:brushProperty name="width" value="0.05" units="cm"/>
      <inkml:brushProperty name="height" value="0.05" units="cm"/>
      <inkml:brushProperty name="color" value="#FFC114"/>
    </inkml:brush>
  </inkml:definitions>
  <inkml:trace contextRef="#ctx0" brushRef="#br0">1 0 24575,'0'0'-8191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11.456"/>
    </inkml:context>
    <inkml:brush xml:id="br0">
      <inkml:brushProperty name="width" value="0.05" units="cm"/>
      <inkml:brushProperty name="height" value="0.05" units="cm"/>
      <inkml:brushProperty name="color" value="#FFC114"/>
    </inkml:brush>
  </inkml:definitions>
  <inkml:trace contextRef="#ctx0" brushRef="#br0">810 306 24575,'0'-6'0,"1"0"0,0-1 0,1 1 0,-1 0 0,5-8 0,4-20 0,-10 32 0,5-28 0,0-37 0,-4 60 0,-1 0 0,0 1 0,-1-1 0,0 0 0,0 0 0,0 0 0,-1 1 0,0-1 0,0 1 0,0-1 0,-7-10 0,6 13 0,-1 1 0,1 0 0,-1 0 0,1 0 0,-1 0 0,0 1 0,0 0 0,0-1 0,-1 2 0,1-1 0,0 0 0,-1 1 0,1 0 0,-1 0 0,0 0 0,1 0 0,-1 1 0,0 0 0,1 0 0,-1 0 0,-7 2 0,-7 0 0,0 1 0,0 1 0,-33 11 0,27-5 0,0 0 0,1 2 0,0 0 0,1 2 0,0 1 0,1 0 0,1 2 0,1 0 0,0 2 0,1 0 0,1 1 0,-22 31 0,30-35 0,0-1 0,1 2 0,1-1 0,0 1 0,1 0 0,1 1 0,1-1 0,0 1 0,1 0 0,1 1 0,1-1 0,1 0 0,0 1 0,1-1 0,1 1 0,1-1 0,1 1 0,9 34 0,-1-22 0,2-1 0,0-1 0,2 0 0,22 32 0,85 106 0,-69-97 0,202 303 0,-226-323 0,-3 1 0,-2 1 0,-2 1 0,-2 1 0,23 105 0,-38-132 0,-2 0 0,0 1 0,-2-1 0,-1 1 0,-1-1 0,-2 1 0,0-1 0,-14 50 0,10-55 0,-1-1 0,-1 0 0,-1 0 0,-1 0 0,-1-1 0,0-1 0,-2 0 0,0-1 0,-1 0 0,-32 28 0,10-16 0,-2-2 0,0-2 0,-1-2 0,-2-1 0,0-3 0,-2-1 0,0-2 0,0-2 0,-2-2 0,-80 13 0,103-23 0,1-1 0,-28-1 0,42-2 0,-1 1 0,1-1 0,1-1 0,-1 1 0,0-1 0,0-1 0,0 1 0,1-1 0,-11-6 0,16 7 0,0 1 0,-1-1 0,1 0 0,0 1 0,0-1 0,0 0 0,0-1 0,0 1 0,1 0 0,-1 0 0,1-1 0,-1 1 0,1-1 0,0 1 0,0-1 0,0 0 0,0 1 0,1-1 0,-1 0 0,1 1 0,-1-1 0,1 0 0,0 0 0,0 0 0,0 1 0,1-1 0,-1 0 0,1 0 0,-1 1 0,2-5 0,2-3 0,0 1 0,0 0 0,0 0 0,1 0 0,1 1 0,-1-1 0,11-9 0,3-3 0,1 1 0,1 1 0,1 1 0,1 1 0,1 0 0,0 2 0,0 1 0,2 1 0,0 2 0,47-16 0,-51 20 0,0 1 0,1 2 0,0 0 0,0 1 0,0 1 0,0 1 0,0 1 0,0 1 0,0 1 0,0 1 0,-1 2 0,1 0 0,37 14 0,-45-13 0,0 2 0,-1 0 0,0 1 0,0 0 0,-1 1 0,0 0 0,-1 1 0,19 22 0,-16-14 0,-1 0 0,-1 0 0,-1 1 0,-1 1 0,13 34 0,-8-10 0,-3 0 0,-2 2 0,-1-1 0,-3 1 0,2 74 0,-10-27 0,-25 180 0,2-66 0,23-194-105,0-1 0,1 1 0,1 0 0,0-1 0,0 1 0,1-1 0,1 0 0,1 0 0,0 0 0,0 0 0,1 0 0,14 23 0,1-7-6721</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12.261"/>
    </inkml:context>
    <inkml:brush xml:id="br0">
      <inkml:brushProperty name="width" value="0.05" units="cm"/>
      <inkml:brushProperty name="height" value="0.05" units="cm"/>
      <inkml:brushProperty name="color" value="#FFC114"/>
    </inkml:brush>
  </inkml:definitions>
  <inkml:trace contextRef="#ctx0" brushRef="#br0">977 432 24575,'-31'-113'0,"21"71"0,-30-76 0,34 105 0,0-1 0,-1 1 0,0 1 0,-1-1 0,-1 1 0,0 1 0,0 0 0,-15-13 0,20 20 0,-1 0 0,0 1 0,0 0 0,0-1 0,0 2 0,0-1 0,-1 1 0,1 0 0,-1 0 0,0 0 0,0 1 0,1 0 0,-1 0 0,0 0 0,0 1 0,0 0 0,0 0 0,0 0 0,0 1 0,0 0 0,0 0 0,-9 3 0,-1 3 0,1-1 0,0 2 0,1 0 0,0 0 0,0 2 0,0 0 0,2 0 0,-1 1 0,-19 22 0,17-14 0,0 0 0,1 0 0,0 2 0,2 0 0,1 0 0,-10 25 0,12-20 0,1 0 0,1 0 0,1 0 0,1 1 0,2 0 0,1 0 0,1 0 0,1 0 0,1 0 0,2 0 0,0 0 0,2 0 0,1 0 0,1-1 0,1 0 0,2-1 0,0 0 0,2 0 0,0-1 0,2-1 0,1 0 0,18 22 0,20 15 0,3-2 0,105 85 0,47 45 0,-193-172 0,-1 0 0,0 1 0,-1 1 0,-1 0 0,-1 1 0,17 37 0,-25-48 0,0 1 0,0-1 0,-1 1 0,-1 0 0,1-1 0,-1 1 0,-1 0 0,1 0 0,-2 0 0,1 0 0,-1 0 0,0-1 0,-1 1 0,0 0 0,-1-1 0,0 1 0,0-1 0,0 0 0,-8 12 0,1-5 0,-2 0 0,0 0 0,0-1 0,-1-1 0,-1 0 0,-1-1 0,1 0 0,-2-1 0,-29 16 0,0-5 0,-1-1 0,-69 22 0,59-26 0,0-2 0,-1-3 0,0-2 0,-1-3 0,0-2 0,-108-6 0,148-1 0,0 0 0,0-1 0,1-1 0,-1-1 0,-29-12 0,42 14 0,-1 1 0,1-1 0,0-1 0,0 1 0,0-1 0,1 0 0,-1 0 0,1 0 0,-5-6 0,7 7 0,0 0 0,0 0 0,0-1 0,1 1 0,0 0 0,-1 0 0,1-1 0,1 1 0,-1-1 0,0 1 0,1-1 0,-1 1 0,1-1 0,0 1 0,0-1 0,1 1 0,0-5 0,1 2 0,0-1 0,0 1 0,1 0 0,0-1 0,0 1 0,1 1 0,0-1 0,0 0 0,0 1 0,0 0 0,1 0 0,0 0 0,0 0 0,1 1 0,-1 0 0,1 0 0,0 0 0,7-3 0,2 0 0,-1 0 0,1 1 0,0 1 0,0 0 0,1 1 0,28-4 0,-29 6 0,0 2 0,1 0 0,-1 0 0,1 2 0,-1 0 0,0 0 0,0 2 0,0-1 0,0 2 0,15 7 0,-12-4 0,-1 2 0,-1 0 0,0 0 0,0 2 0,-1 0 0,0 0 0,16 20 0,-7-3 0,-1 1 0,-1 1 0,-2 0 0,-2 2 0,-1 0 0,-1 1 0,21 68 0,56 313 83,-40-148-179,-35-192-580,42 107 0,-37-128-6150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3.447"/>
    </inkml:context>
    <inkml:brush xml:id="br0">
      <inkml:brushProperty name="width" value="0.05" units="cm"/>
      <inkml:brushProperty name="height" value="0.05" units="cm"/>
      <inkml:brushProperty name="color" value="#FFC114"/>
    </inkml:brush>
  </inkml:definitions>
  <inkml:trace contextRef="#ctx0" brushRef="#br0">651 862 24575,'1'-12'0,"1"-1"0,0 0 0,5-18 0,2-16 0,-6 25 0,-1-1 0,-1 1 0,0-1 0,-2 1 0,-5-29 0,5 44 0,-1 1 0,0 0 0,0 0 0,0 0 0,-1 0 0,0 0 0,0 0 0,0 1 0,-1 0 0,-4-6 0,4 8 0,1 0 0,-1 0 0,1 0 0,-1 0 0,0 1 0,0-1 0,0 1 0,0 0 0,-1 0 0,1 1 0,0-1 0,-1 1 0,1 0 0,-1 0 0,-7 0 0,-7 0 0,0 2 0,1 0 0,-1 1 0,1 0 0,-1 2 0,1 0 0,0 2 0,-32 13 0,12-2 0,1 2 0,-66 46 0,83-51 0,0 2 0,1 1 0,1 0 0,0 1 0,-18 25 0,29-33 0,0-1 0,1 1 0,0 0 0,1 0 0,0 0 0,0 1 0,1 0 0,1 0 0,0 0 0,0 0 0,1 1 0,1-1 0,-1 19 0,2-24 0,1 0 0,0 0 0,0 1 0,0-1 0,1 0 0,0 0 0,0-1 0,0 1 0,1 0 0,0-1 0,0 1 0,0-1 0,1 0 0,5 6 0,-3-5 0,0 0 0,1 0 0,0-1 0,0 0 0,1-1 0,-1 1 0,1-1 0,0 0 0,11 3 0,-1-2 0,0-1 0,0 0 0,1-1 0,-1-1 0,1 0 0,-1-2 0,1 0 0,35-6 0,-19-1 0,0-2 0,-1-2 0,0-1 0,-1-1 0,0-2 0,-1-1 0,-1-2 0,0-1 0,-1-1 0,-2-2 0,37-35 0,-38 31 0,-2-1 0,0-1 0,-2-1 0,-1-1 0,-2-1 0,0-1 0,-3 0 0,0-2 0,-3 0 0,21-70 0,-27 69 0,-2 0 0,-1 0 0,0-54 0,-5 67 0,-1 1 0,-2-1 0,0 0 0,0 1 0,-2-1 0,-14-37 0,17 54 0,-1 0 0,1-1 0,-1 2 0,0-1 0,0 0 0,-1 0 0,1 1 0,-1 0 0,-5-5 0,8 8 0,0 0 0,0 0 0,-1 1 0,1-1 0,0 0 0,-1 1 0,1-1 0,-1 1 0,1 0 0,0-1 0,-1 1 0,1 0 0,-1 0 0,1 0 0,-1 0 0,1 0 0,-1 0 0,1 0 0,-1 1 0,1-1 0,0 0 0,-1 1 0,1-1 0,0 1 0,-1 0 0,1-1 0,0 1 0,-1 0 0,1 0 0,0 0 0,0 0 0,0 0 0,0 0 0,0 0 0,0 0 0,0 0 0,0 0 0,1 1 0,-2 1 0,-4 6 0,1 0 0,-1 0 0,2 1 0,-1 0 0,1 0 0,1 1 0,-3 13 0,-12 82 0,16-90 0,-6 45 0,4 2 0,2-1 0,2 0 0,4 0 0,2 0 0,3 0 0,2-1 0,3 0 0,24 64 0,-14-71-1365,-2-10-5461</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4.150"/>
    </inkml:context>
    <inkml:brush xml:id="br0">
      <inkml:brushProperty name="width" value="0.05" units="cm"/>
      <inkml:brushProperty name="height" value="0.05" units="cm"/>
      <inkml:brushProperty name="color" value="#FFC114"/>
    </inkml:brush>
  </inkml:definitions>
  <inkml:trace contextRef="#ctx0" brushRef="#br0">80 277 24575,'-3'-11'0,"-3"12"0,-7 17 0,6 4 0,0 0 0,2 1 0,0 0 0,-2 29 0,1 98 0,-1 9 0,1-118 0,3-21 0,0 1 0,1 33 0,5-49 0,3-12 0,5-13 0,11-34 0,28-107 0,-1 1 0,-38 130 0,139-332 0,-146 354 0,0 0 0,0 1 0,1-1 0,0 1 0,1 0 0,0 0 0,8-7 0,-12 12 0,0 1 0,1-1 0,-1 0 0,1 1 0,0-1 0,-1 1 0,1 0 0,0 0 0,0 0 0,0 0 0,0 0 0,0 1 0,0-1 0,0 1 0,0 0 0,0 0 0,0 0 0,0 0 0,0 1 0,0-1 0,0 1 0,0 0 0,0 0 0,4 2 0,13 6 0,0 2 0,0 1 0,-1 0 0,-1 1 0,23 22 0,-10-6 0,53 64 0,-77-84 0,0 1 0,-1-1 0,0 1 0,-1 0 0,0 1 0,0-1 0,-1 1 0,0 0 0,-1 0 0,0 0 0,1 13 0,-4-17 0,0 0 0,0-1 0,0 1 0,-1 0 0,0 0 0,0-1 0,0 1 0,-1 0 0,0-1 0,-1 0 0,1 1 0,-1-1 0,-1 0 0,1 0 0,-1 0 0,0-1 0,0 0 0,0 1 0,-10 8 0,-3 0 0,0 0 0,-24 15 0,37-26 0,0 0 0,-1 0 0,0-1 0,1 0 0,-1 0 0,0 0 0,0 0 0,0-1 0,-1 0 0,1 0 0,0 0 0,0-1 0,-1 1 0,1-1 0,-6-1 0,10 1 0,0 0 0,1 0 0,-1 0 0,0 0 0,1 0 0,-1-1 0,1 1 0,-1 0 0,0 0 0,1-1 0,-1 1 0,1 0 0,-1-1 0,1 1 0,-1 0 0,1-1 0,-1 1 0,1-1 0,-1 1 0,1-1 0,-1 1 0,1-1 0,0 1 0,-1-1 0,1 1 0,0-1 0,0 1 0,-1-1 0,1 0 0,0 0 0,0 0 0,1 0 0,-1 0 0,0 0 0,1 0 0,-1 0 0,1 0 0,-1 0 0,1 0 0,0 0 0,-1 1 0,1-1 0,0 0 0,-1 0 0,3 0 0,33-22 0,-14 15 0,0 2 0,1 1 0,0 1 0,0 0 0,0 2 0,0 1 0,1 0 0,-1 2 0,0 1 0,0 1 0,0 1 0,0 0 0,41 15 0,-60-17 0,0-1 0,0 1 0,1 0 0,-1 0 0,-1 1 0,1-1 0,0 1 0,0-1 0,-1 1 0,0 1 0,0-1 0,1 0 0,3 6 0,-6-7 0,0 1 0,-1-1 0,1 0 0,0 0 0,-1 1 0,1-1 0,-1 0 0,1 0 0,-1 1 0,0-1 0,0 0 0,0 1 0,-1-1 0,1 0 0,0 1 0,-1-1 0,0 0 0,1 1 0,-1-1 0,0 0 0,0 0 0,0 0 0,-1 0 0,1 0 0,0 0 0,-1 0 0,-2 2 0,-3 4 0,-1 1 0,-1-2 0,0 1 0,0-1 0,0-1 0,-1 0 0,-14 7 0,-80 30 0,95-39 0,-70 22-341,-2-4 0,-1-3-1,-145 14 1,137-25-6485</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4.923"/>
    </inkml:context>
    <inkml:brush xml:id="br0">
      <inkml:brushProperty name="width" value="0.05" units="cm"/>
      <inkml:brushProperty name="height" value="0.05" units="cm"/>
      <inkml:brushProperty name="color" value="#FFC114"/>
    </inkml:brush>
  </inkml:definitions>
  <inkml:trace contextRef="#ctx0" brushRef="#br0">140 1 24575,'-4'0'0,"0"-1"0,0 1 0,0 0 0,0 1 0,0-1 0,0 1 0,0-1 0,0 1 0,1 0 0,-1 1 0,0-1 0,0 1 0,1-1 0,-1 1 0,1 0 0,-1 1 0,1-1 0,0 1 0,0-1 0,0 1 0,0 0 0,1 0 0,-1 0 0,1 0 0,-1 0 0,-1 5 0,-3 5 0,1 1 0,1 0 0,0 0 0,0 0 0,2 0 0,0 1 0,0-1 0,1 1 0,1 17 0,1 20 0,9 63 0,-8-108 0,48 365 0,-18-173 0,5 253 0,-39-325 0,-19 128 0,-38 120 0,58-367 0,-14 76 0,3 0 0,-2 124 0,15-202 0,0-1 0,0 1 0,1-1 0,0 0 0,0 1 0,0-1 0,0 0 0,1 0 0,0 0 0,0 0 0,1 0 0,-1 0 0,1 0 0,0-1 0,0 1 0,0-1 0,9 7 0,-6-6 0,0-1 0,1 1 0,0-2 0,0 1 0,1-1 0,-1 0 0,0-1 0,1 1 0,0-2 0,0 1 0,15 0 0,42 1 0,0-4 0,126-16 0,-94 6 0,2952-250-8548,3 53 2686,-2892 197 5757,4702-256-1763,-4245 239 1981,1447-79 1910,-1673 70 689,-293 20-1608,-96 17-956,1 0 0,-1-1 1,0 0-1,1 1 0,-1-1 0,0 0 0,0 0 0,1 0 0,-1 0 1,0 0-1,0-1 0,-1 1 0,1-1 0,2-1 0,-4 2-118,1 1 0,-1 0 1,0-1-1,0 1 0,0 0 0,0-1 0,0 1 0,0-1 0,0 1 0,-1 0 1,1-1-1,0 1 0,0 0 0,0-1 0,0 1 0,0 0 0,-1-1 0,1 1 0,0 0 1,0-1-1,0 1 0,-1 0 0,1 0 0,0-1 0,0 1 0,-1 0 0,1 0 0,-1-1 1,-20-10 661,-52-9 1341,-18 0-5614</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6.111"/>
    </inkml:context>
    <inkml:brush xml:id="br0">
      <inkml:brushProperty name="width" value="0.05" units="cm"/>
      <inkml:brushProperty name="height" value="0.05" units="cm"/>
      <inkml:brushProperty name="color" value="#FFC114"/>
    </inkml:brush>
  </inkml:definitions>
  <inkml:trace contextRef="#ctx0" brushRef="#br0">124 630 24575,'-6'0'0,"0"-1"0,0-1 0,0 1 0,1-1 0,-11-3 0,-18-6 0,20 9 0,-11-1 0,20 1 0,10 1 0,1211-110-2095,-907 88 1848,98-8-518,56-2-2295,61-2 2295,2770-149-3674,8 75-129,694 90 4099,-1947 18 850,-1616-2-90,-62-3 588,-135 4-465,262-9-170,-172-14 5625,-311 20-2038,-43 3-1942,-36 4-1019,0 3 0,-96 19 0,155-23-870,-12 2 0,0 1 0,0 0 0,-21 10 0,34-13 0,0 1 0,0 0 0,1 0 0,-1 0 0,1 0 0,-1 1 0,1 0 0,0-1 0,0 1 0,0 0 0,0 0 0,1 1 0,-1-1 0,1 1 0,0-1 0,0 1 0,0 0 0,1-1 0,-3 8 0,1 6 0,1 1 0,0 0 0,2 0 0,0-1 0,1 1 0,0 0 0,7 27 0,39 124 0,-41-149 0,72 216 0,102 355 0,-157-491 0,-4 1 0,-5 0 0,-4 1 0,-3 107 0,-9-162 0,-2 1 0,-10 47 0,10-74 0,-1-1 0,-1 0 0,-1-1 0,0 1 0,-1-2 0,-2 1 0,-12 19 0,15-29 0,0 0 0,-1-1 0,0 1 0,0-2 0,0 0 0,-1 0 0,0 0 0,-1-1 0,0 0 0,0-1 0,0 0 0,0-1 0,-1 0 0,-16 4 0,-12 0 0,0-2 0,-73 2 0,47-4 0,-514 7-502,-6-37-1667,287 11 1371,-1445-54-4396,1300 58 5666</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6.591"/>
    </inkml:context>
    <inkml:brush xml:id="br0">
      <inkml:brushProperty name="width" value="0.05" units="cm"/>
      <inkml:brushProperty name="height" value="0.05" units="cm"/>
      <inkml:brushProperty name="color" value="#FFC114"/>
    </inkml:brush>
  </inkml:definitions>
  <inkml:trace contextRef="#ctx0" brushRef="#br0">0 24 24575,'0'-5'0,"0"-6"0,0 4 0,0 7 0,0 9 0,0 11 0,0 12 0,0 11 0,0 6 0,0 4 0,0 3 0,5 1 0,1 0 0,0-10-8191</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7.014"/>
    </inkml:context>
    <inkml:brush xml:id="br0">
      <inkml:brushProperty name="width" value="0.05" units="cm"/>
      <inkml:brushProperty name="height" value="0.05" units="cm"/>
      <inkml:brushProperty name="color" value="#FFC114"/>
    </inkml:brush>
  </inkml:definitions>
  <inkml:trace contextRef="#ctx0" brushRef="#br0">197 297 24575,'-62'-56'0,"40"37"0,0-1 0,1-1 0,-35-45 0,55 64 0,-1 0 0,1 0 0,-1 0 0,1 0 0,0 0 0,0 0 0,0-1 0,0 1 0,0 0 0,1-1 0,-1 1 0,1-1 0,-1 1 0,1-1 0,0 1 0,0-1 0,0 1 0,0 0 0,1-1 0,-1 1 0,2-4 0,-1 3 0,1 1 0,0-1 0,0 1 0,0-1 0,0 1 0,0 0 0,1 0 0,-1 0 0,1 0 0,-1 0 0,1 0 0,0 1 0,-1-1 0,1 1 0,0 0 0,5-2 0,15-4 0,0 1 0,1 2 0,0 0 0,-1 1 0,1 1 0,40 2 0,-7 4 0,92 19 0,-85-10 0,109 38 0,-150-42 0,0 0 0,0 2 0,-1 1 0,0 0 0,-1 2 0,-1 0 0,32 29 0,-47-38 0,0 0 0,-1 1 0,0-1 0,1 1 0,-2 0 0,1 0 0,-1 0 0,0 0 0,0 1 0,-1-1 0,1 1 0,-2-1 0,1 1 0,-1 0 0,1 8 0,-2-9 0,0 0 0,-1 1 0,0-1 0,0 0 0,0 1 0,-1-1 0,0 0 0,0 0 0,-1 0 0,0-1 0,0 1 0,0 0 0,0-1 0,-1 0 0,0 0 0,-8 8 0,-5 3 0,-1-1 0,-1 0 0,0-2 0,-1 0 0,0-1 0,-1-1 0,0-1 0,-41 13 0,5-6 0,-1-2 0,-77 9 0,84-17-273,0-3 0,0-2 0,0-2 0,-57-8 0,32-4-6553</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7.370"/>
    </inkml:context>
    <inkml:brush xml:id="br0">
      <inkml:brushProperty name="width" value="0.05" units="cm"/>
      <inkml:brushProperty name="height" value="0.05" units="cm"/>
      <inkml:brushProperty name="color" value="#FFC114"/>
    </inkml:brush>
  </inkml:definitions>
  <inkml:trace contextRef="#ctx0" brushRef="#br0">67 53 24575,'10'0'0,"7"0"0,5 0 0,0 4 0,-4 7 0,-6 6 0,-4 4 0,-4 3 0,-3 8 0,0 2 0,2 5 0,3 5 0,3 0 0,1 2 0,-1 1 0,2-1 0,-1-5 0,-1-8-8191</inkml:trace>
  <inkml:trace contextRef="#ctx0" brushRef="#br0" timeOffset="1">67 244 24575,'-1'-8'0,"0"0"0,-1 0 0,-1 0 0,1 1 0,-1-1 0,-1 1 0,1 0 0,-8-10 0,-1-6 0,8 16 0,0-1 0,1 0 0,0 0 0,0 0 0,1 0 0,0 0 0,0-1 0,0-9 0,2 16 0,0 0 0,1-1 0,-1 1 0,1-1 0,-1 1 0,1 0 0,0-1 0,0 1 0,0 0 0,0 0 0,0 0 0,0 0 0,1 0 0,-1 0 0,1 0 0,-1 0 0,1 0 0,0 1 0,0-1 0,0 0 0,0 1 0,0 0 0,0-1 0,0 1 0,0 0 0,0 0 0,1 0 0,-1 1 0,0-1 0,1 1 0,-1-1 0,5 0 0,10-1 0,1 0 0,0 1 0,0 1 0,-1 1 0,1 0 0,32 7 0,103 33 0,-102-24 0,82 38 0,-114-45 0,1 1 0,-2 0 0,0 1 0,0 1 0,-1 1 0,29 30 0,-43-40 0,0-1 0,-1 0 0,1 1 0,-1-1 0,0 1 0,0 0 0,0 0 0,0-1 0,-1 1 0,0 0 0,0 1 0,0-1 0,0 0 0,0 0 0,-1 0 0,0 1 0,0-1 0,0 0 0,-1 8 0,-1-7 0,0 0 0,0 1 0,0-1 0,0 0 0,-1 0 0,0-1 0,0 1 0,0 0 0,-1-1 0,1 0 0,-1 0 0,0 0 0,0 0 0,-8 4 0,-1 1 11,-1-1 0,0-1 0,0 0 0,-1-1-1,0 0 1,0-1 0,-1-1 0,1-1 0,-18 2-1,-25 1-577,-63-1-1,106-5 230,-57 0-6488</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7.746"/>
    </inkml:context>
    <inkml:brush xml:id="br0">
      <inkml:brushProperty name="width" value="0.05" units="cm"/>
      <inkml:brushProperty name="height" value="0.05" units="cm"/>
      <inkml:brushProperty name="color" value="#FFC114"/>
    </inkml:brush>
  </inkml:definitions>
  <inkml:trace contextRef="#ctx0" brushRef="#br0">1 0 24575,'0'5'0,"0"6"0,0 6 0,0 4 0,0 4 0,4 2 0,2 1 0,5 5 0,4 2 0,5 3 0,-1 6 0,1 0 0,1 0 0,3-1 0,1 1 0,-4-2 0,-5-9-8191</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8.074"/>
    </inkml:context>
    <inkml:brush xml:id="br0">
      <inkml:brushProperty name="width" value="0.05" units="cm"/>
      <inkml:brushProperty name="height" value="0.05" units="cm"/>
      <inkml:brushProperty name="color" value="#FFC114"/>
    </inkml:brush>
  </inkml:definitions>
  <inkml:trace contextRef="#ctx0" brushRef="#br0">329 104 24575,'0'-6'0,"0"0"0,0 0 0,-1 0 0,0 0 0,0 0 0,0 1 0,-1-1 0,0 0 0,0 1 0,-4-9 0,4 12 0,0-1 0,0 1 0,0 0 0,0-1 0,0 1 0,0 0 0,-1 0 0,1 1 0,-1-1 0,1 0 0,-1 1 0,0 0 0,1-1 0,-1 1 0,0 0 0,0 0 0,0 1 0,0-1 0,0 1 0,0-1 0,0 1 0,-5 0 0,-1 1 0,-1 0 0,1 0 0,-1 1 0,1 0 0,0 1 0,0 0 0,0 0 0,0 1 0,0 0 0,1 0 0,-14 10 0,11-5 0,0-1 0,1 1 0,0 1 0,0 0 0,1 0 0,0 1 0,1 0 0,-7 14 0,9-16 0,2 0 0,0 0 0,0 0 0,0 1 0,1-1 0,1 1 0,-1 0 0,2 0 0,-1 0 0,2 0 0,-1 12 0,2-15 0,0 0 0,0 0 0,0 0 0,1 0 0,0-1 0,0 1 0,1 0 0,0-1 0,0 0 0,1 0 0,-1 0 0,1 0 0,1 0 0,-1-1 0,1 1 0,0-1 0,6 4 0,0-1 0,0 0 0,1-1 0,0 0 0,0-1 0,1 0 0,0-1 0,0-1 0,0 0 0,1-1 0,-1 0 0,20 1 0,7-1 0,0-2 0,66-6 0,-7-8-1365,-8-5-5461</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8.468"/>
    </inkml:context>
    <inkml:brush xml:id="br0">
      <inkml:brushProperty name="width" value="0.05" units="cm"/>
      <inkml:brushProperty name="height" value="0.05" units="cm"/>
      <inkml:brushProperty name="color" value="#FFC114"/>
    </inkml:brush>
  </inkml:definitions>
  <inkml:trace contextRef="#ctx0" brushRef="#br0">7 84 24575,'-5'-5'0,"4"-6"0,5-1 0,8 1 0,11 3 0,11 2 0,8-2 0,12 0 0,5 2 0,3 2 0,-1 1 0,-10 1-8191</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8.793"/>
    </inkml:context>
    <inkml:brush xml:id="br0">
      <inkml:brushProperty name="width" value="0.05" units="cm"/>
      <inkml:brushProperty name="height" value="0.05" units="cm"/>
      <inkml:brushProperty name="color" value="#FFC114"/>
    </inkml:brush>
  </inkml:definitions>
  <inkml:trace contextRef="#ctx0" brushRef="#br0">222 141 24575,'2'-2'0,"0"0"0,0 0 0,-1-1 0,1 1 0,-1 0 0,1-1 0,-1 1 0,0-1 0,0 1 0,0-1 0,0 1 0,-1-1 0,1 0 0,-1 1 0,1-1 0,-1 0 0,0 0 0,0 1 0,0-1 0,0 0 0,-1 0 0,1 1 0,-1-1 0,0 0 0,1 1 0,-1-1 0,0 1 0,-1-1 0,1 1 0,0-1 0,-1 1 0,1 0 0,-4-4 0,1 2 0,0-1 0,0 1 0,0 0 0,-1 0 0,1 1 0,-1-1 0,0 1 0,0 0 0,0 0 0,-1 1 0,1-1 0,-1 1 0,1 0 0,-10-1 0,7 2 0,1 0 0,-1 1 0,1 0 0,0 0 0,-1 0 0,1 1 0,0 1 0,-1-1 0,1 1 0,0 0 0,0 1 0,-9 4 0,13-6 0,1 1 0,-1 0 0,1 0 0,-1 0 0,1 1 0,-1-1 0,1 0 0,0 1 0,0-1 0,0 1 0,1 0 0,-1 0 0,1 0 0,-1 0 0,1 0 0,0 0 0,0 0 0,0 0 0,1 0 0,-1 0 0,1 1 0,0-1 0,-1 0 0,1 0 0,1 1 0,-1-1 0,0 0 0,1 0 0,0 1 0,1 3 0,2 4 0,0 0 0,1-1 0,0 0 0,0 0 0,1 0 0,1 0 0,-1-1 0,2 0 0,11 11 0,14 12 0,36 26 0,-48-41 0,2 1 0,43 38 0,-61-51 0,0 0 0,-1 1 0,1-1 0,-1 1 0,0 0 0,-1 1 0,0-1 0,1 0 0,2 11 0,-6-16 0,1 1 0,-1-1 0,0 1 0,1-1 0,-1 1 0,0-1 0,0 1 0,0-1 0,0 1 0,0-1 0,-1 1 0,1-1 0,0 0 0,-1 1 0,1-1 0,-1 1 0,1-1 0,-1 0 0,0 1 0,1-1 0,-1 0 0,0 0 0,0 1 0,0-1 0,-2 2 0,0-1 0,0 0 0,-1 0 0,1 0 0,0-1 0,-1 1 0,0-1 0,1 0 0,-1 0 0,1 0 0,-6 0 0,-4 1 0,-1-2 0,0 1 0,0-2 0,-24-3 0,24 1-170,1-1-1,0 0 0,0-1 1,0 0-1,1-1 0,-1-1 1,-13-10-1,-4-4-6655</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9.151"/>
    </inkml:context>
    <inkml:brush xml:id="br0">
      <inkml:brushProperty name="width" value="0.05" units="cm"/>
      <inkml:brushProperty name="height" value="0.05" units="cm"/>
      <inkml:brushProperty name="color" value="#FFC114"/>
    </inkml:brush>
  </inkml:definitions>
  <inkml:trace contextRef="#ctx0" brushRef="#br0">274 4 24575,'-47'-2'0,"22"1"0,-1 0 0,-43 5 0,64-3 0,-1 0 0,1 0 0,0 0 0,-1 1 0,1 0 0,0 0 0,0 0 0,0 0 0,0 1 0,1 0 0,-1 0 0,1 0 0,-1 0 0,1 1 0,0 0 0,0 0 0,1 0 0,-4 5 0,4-4 0,1 0 0,0 1 0,0 0 0,1-1 0,-1 1 0,1 0 0,0 0 0,1 0 0,-1 0 0,1 0 0,0-1 0,1 1 0,0 0 0,0 0 0,0 0 0,3 9 0,2 3 0,0-1 0,2 0 0,-1-1 0,13 19 0,-9-19 0,1 0 0,0-1 0,2-1 0,-1 0 0,2 0 0,0-2 0,0 0 0,1 0 0,0-2 0,1 0 0,24 10 0,-13-8 0,0-1 0,1-2 0,0 0 0,0-2 0,1-2 0,49 4 0,-69-9 0,1 0 0,-1-1 0,0 0 0,0 0 0,0-2 0,16-4 0,-24 7 0,0-1 0,-1 0 0,1 0 0,0 0 0,0 0 0,-1 0 0,1 0 0,-1 0 0,1 0 0,-1-1 0,1 1 0,-1 0 0,0-1 0,1 0 0,-1 1 0,0-1 0,1-1 0,-2 1 0,0 0 0,0 0 0,0 0 0,0 1 0,0-1 0,0 0 0,0 0 0,0 0 0,-1 1 0,1-1 0,-1 0 0,1 1 0,-1-1 0,0 0 0,0 1 0,0-1 0,0 1 0,0-1 0,0 1 0,0-1 0,0 1 0,-2-2 0,-6-6 0,-1 0 0,0 1 0,0 0 0,0 0 0,-1 1 0,-16-7 0,-74-31 0,86 39 0,-199-69 0,200 69 0,15 2 0,24 2 0,292 29-1365,-248-24-5461</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39.543"/>
    </inkml:context>
    <inkml:brush xml:id="br0">
      <inkml:brushProperty name="width" value="0.05" units="cm"/>
      <inkml:brushProperty name="height" value="0.05" units="cm"/>
      <inkml:brushProperty name="color" value="#FFC114"/>
    </inkml:brush>
  </inkml:definitions>
  <inkml:trace contextRef="#ctx0" brushRef="#br0">1 170 24575,'0'-5'0,"0"-5"0,0-7 0,0-4 0,5 5 0,1 11 0,0 10 0,3 10 0,0 10 0,4 7 0,-1 7 0,2 5 0,0 6 0,1 3 0,-2-3 0,-3-1 0,2-8 0,-2-12-8191</inkml:trace>
  <inkml:trace contextRef="#ctx0" brushRef="#br0" timeOffset="1">466 6 24575,'4'-4'0,"7"2"0,1 7 0,-2 12 0,-2 12 0,-2 10 0,-3 13 0,3 7 0,5 2 0,1 5 0,3 0 0,-1-10-8191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13.069"/>
    </inkml:context>
    <inkml:brush xml:id="br0">
      <inkml:brushProperty name="width" value="0.05" units="cm"/>
      <inkml:brushProperty name="height" value="0.05" units="cm"/>
      <inkml:brushProperty name="color" value="#FFC114"/>
    </inkml:brush>
  </inkml:definitions>
  <inkml:trace contextRef="#ctx0" brushRef="#br0">1102 436 24575,'-8'-27'0,"-7"-55"0,-3-7 0,12 67 0,0 0 0,-2 0 0,0 1 0,-2 0 0,-18-29 0,24 44 0,0 0 0,-1 0 0,0 0 0,0 1 0,0 0 0,-1 0 0,0 0 0,0 1 0,0-1 0,0 1 0,-1 1 0,0 0 0,1 0 0,-1 0 0,0 0 0,-1 1 0,1 0 0,0 1 0,0 0 0,-14-1 0,6 3 0,1 0 0,-1 1 0,1 0 0,-1 1 0,1 1 0,0 0 0,1 1 0,-1 1 0,1 0 0,0 0 0,0 2 0,1-1 0,0 2 0,-15 12 0,-2 5 0,0 2 0,2 1 0,1 1 0,-23 35 0,32-42 0,2 1 0,0 0 0,2 1 0,1 0 0,0 1 0,2 0 0,2 1 0,0 0 0,2 1 0,0-1 0,2 1 0,1 0 0,2 0 0,0 1 0,2-1 0,1 0 0,2 0 0,0 0 0,2-1 0,1 1 0,1-1 0,19 42 0,-2-19 0,3 0 0,1-2 0,72 87 0,131 117 0,-131-147 0,69 83 0,-128-136 0,68 108 0,-93-130 0,-1 1 0,-2 0 0,-1 1 0,-1 1 0,10 45 0,-18-55 0,0 1 0,-2 0 0,0 0 0,-2 0 0,0 0 0,-2 0 0,-1 0 0,-9 39 0,4-40 0,0 0 0,-1 0 0,-1-1 0,-2 0 0,0-1 0,-1 0 0,-1-1 0,-1 0 0,0-2 0,-2 1 0,0-2 0,-1 0 0,-1-2 0,0 0 0,-26 15 0,5-6 0,-2-2 0,0-1 0,-1-2 0,-1-3 0,-1-1 0,0-2 0,-47 6 0,54-13 0,1-1 0,-1-3 0,0-1 0,0-1 0,0-3 0,-68-12 0,85 11 0,0-1 0,1-2 0,-1 0 0,1-1 0,1-1 0,0 0 0,0-2 0,0 0 0,2-1 0,-1-1 0,2-1 0,0 0 0,-20-23 0,27 26 0,2 0 0,-1 0 0,1-1 0,1 0 0,0-1 0,1 1 0,0-1 0,1 0 0,0 0 0,1-1 0,1 1 0,0-1 0,1 1 0,0-1 0,2-26 0,1 30 0,-1 0 0,1 1 0,0-1 0,1 1 0,0-1 0,1 1 0,0 0 0,0 0 0,1 1 0,0-1 0,1 1 0,-1 0 0,2 0 0,-1 1 0,1 0 0,0 0 0,0 1 0,1-1 0,0 2 0,0-1 0,1 1 0,14-7 0,-11 7 0,0 1 0,1 0 0,-1 0 0,1 2 0,0-1 0,0 2 0,0-1 0,0 2 0,0 0 0,0 0 0,0 1 0,0 1 0,0 0 0,-1 1 0,1 0 0,0 1 0,14 7 0,-10-3 0,-1 1 0,0 0 0,-1 1 0,0 1 0,0 1 0,-1 0 0,-1 0 0,0 1 0,-1 1 0,0 0 0,16 27 0,-10-10 0,-2 0 0,-2 0 0,-1 1 0,11 38 0,24 135 0,-34-134 0,3 0 0,30 78 0,-40-133 8,1 0-1,1 0 1,0 0-1,1-2 1,1 1-1,1-1 1,0-1-1,0 0 1,1 0-1,1-2 1,0 1-1,0-2 1,1 0-1,1-1 1,21 10-1,0-3-255,0-2 1,1-2-1,0-1 1,1-3-1,72 9 1,-58-13-6579</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15.510"/>
    </inkml:context>
    <inkml:brush xml:id="br0">
      <inkml:brushProperty name="width" value="0.05" units="cm"/>
      <inkml:brushProperty name="height" value="0.05" units="cm"/>
      <inkml:brushProperty name="color" value="#FFC114"/>
    </inkml:brush>
  </inkml:definitions>
  <inkml:trace contextRef="#ctx0" brushRef="#br0">0 389 24575,'0'-1'0,"0"1"0,0-1 0,0 1 0,0-1 0,0 1 0,0 0 0,0-1 0,0 1 0,0-1 0,0 1 0,0-1 0,1 1 0,-1 0 0,0-1 0,0 1 0,0-1 0,1 1 0,-1 0 0,0-1 0,0 1 0,1 0 0,-1-1 0,0 1 0,1 0 0,-1-1 0,0 1 0,1 0 0,-1 0 0,0-1 0,1 1 0,-1 0 0,1 0 0,-1 0 0,0 0 0,1 0 0,-1-1 0,1 1 0,-1 0 0,1 0 0,-1 0 0,0 0 0,1 0 0,-1 0 0,1 0 0,-1 1 0,1-1 0,-1 0 0,1 0 0,-1 0 0,0 0 0,1 0 0,-1 1 0,0-1 0,1 0 0,-1 0 0,1 1 0,1 0 0,0 0 0,1 1 0,-1-1 0,0 1 0,0-1 0,-1 1 0,1 0 0,0-1 0,1 4 0,1 2 0,-1 0 0,0 1 0,0-1 0,-1 1 0,0 0 0,0 0 0,-1 0 0,0 10 0,-1 70 0,-1-48 0,-1 2 0,1 37 0,1-72 0,1 0 0,-1 0 0,2-1 0,-1 1 0,1 0 0,0 0 0,0-1 0,5 9 0,-6-13 0,0 0 0,0 0 0,0-1 0,1 1 0,-1-1 0,0 1 0,1-1 0,-1 0 0,1 1 0,0-1 0,-1 0 0,1 0 0,0 0 0,-1 0 0,1 0 0,0-1 0,0 1 0,0-1 0,0 1 0,2 0 0,0-1 0,0 0 0,0 0 0,0 0 0,0-1 0,0 0 0,0 1 0,0-1 0,0-1 0,6-1 0,6-5 0,1-1 0,-1-1 0,22-16 0,-29 19 0,67-52 0,93-90 0,56-84 0,4-3 0,-187 195-1365,-11 9-5461</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48.879"/>
    </inkml:context>
    <inkml:brush xml:id="br0">
      <inkml:brushProperty name="width" value="0.05" units="cm"/>
      <inkml:brushProperty name="height" value="0.05" units="cm"/>
      <inkml:brushProperty name="color" value="#FFC114"/>
    </inkml:brush>
  </inkml:definitions>
  <inkml:trace contextRef="#ctx0" brushRef="#br0">4 292 24575,'-1'-61'0,"-1"29"0,2 0 0,1 1 0,7-39 0,-6 63 0,0-1 0,1 1 0,0 0 0,7-14 0,-9 20 0,-1 0 0,1 0 0,0 0 0,0-1 0,0 2 0,-1-1 0,1 0 0,0 0 0,0 0 0,0 0 0,0 0 0,0 1 0,1-1 0,-1 1 0,0-1 0,2 0 0,-3 1 0,1 0 0,0 0 0,0 1 0,0-1 0,0 0 0,0 0 0,-1 1 0,1-1 0,0 0 0,0 1 0,-1-1 0,1 1 0,0-1 0,0 1 0,-1 0 0,1-1 0,-1 1 0,1 0 0,0-1 0,-1 1 0,0 0 0,1 0 0,-1-1 0,1 1 0,-1 0 0,0 0 0,1 1 0,4 12 0,-1 1 0,0 0 0,-1 0 0,0 0 0,-1 0 0,0 23 0,0 2 0,24 646-389,-7-77 63,52 13 326,-56-542 0,4-1 0,3-1 0,3-1 0,4-1 0,65 121 0,-84-179-156,0 0 1,2-1-1,0 0 0,1-1 0,1 0 1,0-1-1,22 18 0,-3-11-6074</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49.349"/>
    </inkml:context>
    <inkml:brush xml:id="br0">
      <inkml:brushProperty name="width" value="0.05" units="cm"/>
      <inkml:brushProperty name="height" value="0.05" units="cm"/>
      <inkml:brushProperty name="color" value="#FFC114"/>
    </inkml:brush>
  </inkml:definitions>
  <inkml:trace contextRef="#ctx0" brushRef="#br0">20 359 24575,'-1'0'0,"1"0"0,-1 0 0,1 0 0,-1 0 0,0 0 0,1 0 0,-1 0 0,0 0 0,1 0 0,-1 0 0,0 0 0,1 0 0,-1 0 0,1 0 0,-1 1 0,0-1 0,1 0 0,-1 0 0,1 1 0,-1-1 0,1 1 0,-1-1 0,1 0 0,-1 1 0,1-1 0,-1 1 0,1-1 0,-1 1 0,1-1 0,0 1 0,-1-1 0,1 1 0,0-1 0,0 1 0,-1 0 0,1-1 0,0 1 0,0 0 0,0-1 0,0 1 0,0-1 0,0 1 0,0 0 0,0 0 0,0 0 0,1 1 0,-1-1 0,1 0 0,0 1 0,0-1 0,-1 0 0,1 0 0,0 0 0,0 1 0,0-1 0,0 0 0,1-1 0,-1 1 0,0 0 0,0 0 0,1 0 0,-1-1 0,0 1 0,1 0 0,-1-1 0,2 1 0,21 4 0,0 0 0,1-2 0,0 0 0,43-3 0,-21 1 0,1079-32-3792,-674 10 2313,13 3-918,62-3 1174,1804-49-4124,8 23 3413,81-2 1806,-7-26 133,-1931 56 348,-60 3-76,-61 2 480,405-15 3673,-675 26-2524,-82 2-1525</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50.665"/>
    </inkml:context>
    <inkml:brush xml:id="br0">
      <inkml:brushProperty name="width" value="0.05" units="cm"/>
      <inkml:brushProperty name="height" value="0.05" units="cm"/>
      <inkml:brushProperty name="color" value="#FFC114"/>
    </inkml:brush>
  </inkml:definitions>
  <inkml:trace contextRef="#ctx0" brushRef="#br0">22 356 24575,'0'-2'0,"0"0"0,0 0 0,0 0 0,0 1 0,-1-1 0,1 0 0,-1 0 0,1 0 0,-1 1 0,0-1 0,0 0 0,1 1 0,-1-1 0,0 0 0,-1 1 0,0-2 0,-8-11 0,10 13 0,0 0 0,1 1 0,-1-1 0,0 1 0,0-1 0,1 1 0,-1 0 0,0-1 0,1 1 0,-1-1 0,0 1 0,1-1 0,-1 1 0,1 0 0,-1-1 0,1 1 0,-1 0 0,1 0 0,-1-1 0,1 1 0,-1 0 0,1 0 0,-1 0 0,1 0 0,-1-1 0,1 1 0,-1 0 0,1 0 0,-1 0 0,1 0 0,0 0 0,-1 0 0,1 0 0,-1 1 0,1-1 0,29-2 0,-28 2 0,2578-60-9174,1799-37 2481,-9 40 6177,-3190 54 515,893-9 402,-4-40 2308,-1925 46-1498,282-6 4674,-369 15-3606,-39 2-1309,-24 0 207,-28 2-327,-375 2 5,286-11-808,129 2-47,317 13 0,-290-9 0,1 2 0,-1 1 0,-1 1 0,0 1 0,0 3 0,0 0 0,47 27 0,-70-33 0,-1 0 0,0 1 0,0 0 0,-1 1 0,1-1 0,-2 1 0,1 1 0,-1-1 0,0 1 0,-1 0 0,0 0 0,-1 1 0,0-1 0,0 1 0,-1 0 0,4 17 0,-1 11 0,-1 1 0,-1-1 0,-3 47 0,-38 465 0,5-198 0,21-140 0,10-1 0,30 266 0,-22-427 0,7 86 0,-13-133 0,-1 0 0,0 0 0,-1-1 0,1 1 0,0 0 0,-1 0 0,1 0 0,-3 4 0,3-6 0,0-1 0,-1 1 0,1 0 0,-1 0 0,1-1 0,-1 1 0,0 0 0,1-1 0,-1 1 0,1 0 0,-1-1 0,0 1 0,0-1 0,1 1 0,-1-1 0,0 0 0,0 1 0,0-1 0,-1 1 0,-3-1 0,0 0 0,0 0 0,0-1 0,1 0 0,-1 1 0,0-1 0,0-1 0,-7-2 0,9 3 0,-124-33-3,-133-18 0,-137 0-1261,-1245-86-5141,1462 126 5998,-850-48-1964,548 39 4633</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51.365"/>
    </inkml:context>
    <inkml:brush xml:id="br0">
      <inkml:brushProperty name="width" value="0.05" units="cm"/>
      <inkml:brushProperty name="height" value="0.05" units="cm"/>
      <inkml:brushProperty name="color" value="#FFC114"/>
    </inkml:brush>
  </inkml:definitions>
  <inkml:trace contextRef="#ctx0" brushRef="#br0">84 454 24575,'3'-3'0,"-1"1"0,0-1 0,-1 0 0,1 0 0,0 0 0,-1 0 0,2-5 0,-3 7 0,1 0 0,-1 0 0,1 0 0,-1 0 0,0 0 0,0-1 0,1 1 0,-1 0 0,0 0 0,0 0 0,0 0 0,0 0 0,0-1 0,-1 1 0,1 0 0,0 0 0,0 0 0,-1 0 0,1 0 0,-1 0 0,1 0 0,-1 0 0,1 0 0,-2-1 0,2 2 0,-1 0 0,1 0 0,-1 0 0,0 0 0,1 0 0,-1 0 0,0 0 0,1 0 0,-1 0 0,1 1 0,-1-1 0,1 0 0,-1 0 0,0 1 0,1-1 0,-1 0 0,1 1 0,-1-1 0,1 1 0,0-1 0,-1 0 0,1 1 0,-1-1 0,1 1 0,0-1 0,-1 1 0,1 0 0,0-1 0,0 1 0,-1-1 0,1 1 0,0-1 0,0 1 0,0 0 0,0-1 0,0 2 0,-11 27 0,11-28 0,-19 67 0,3 0 0,3 1 0,3 1 0,-2 124 0,36-262 0,29-98 0,7 2 0,95-180 0,-152 338 0,7-16 0,2 0 0,0 1 0,2 0 0,29-35 0,-42 54 0,1 1 0,-1-1 0,1 0 0,-1 1 0,1 0 0,0-1 0,0 1 0,0 0 0,0 0 0,0 0 0,0 0 0,0 0 0,0 0 0,0 1 0,0-1 0,1 1 0,-1-1 0,0 1 0,4 0 0,-4 0 0,0 1 0,0 0 0,0 0 0,0-1 0,0 1 0,0 0 0,0 1 0,0-1 0,0 0 0,0 1 0,0-1 0,-1 1 0,1-1 0,-1 1 0,1 0 0,0 2 0,6 8 0,-1 1 0,0 1 0,-1-1 0,7 26 0,-7-22 0,94 293-1365,-87-256-5461</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51.897"/>
    </inkml:context>
    <inkml:brush xml:id="br0">
      <inkml:brushProperty name="width" value="0.05" units="cm"/>
      <inkml:brushProperty name="height" value="0.05" units="cm"/>
      <inkml:brushProperty name="color" value="#FFC114"/>
    </inkml:brush>
  </inkml:definitions>
  <inkml:trace contextRef="#ctx0" brushRef="#br0">68 415 24575,'-9'-9'0,"1"-1"0,0 0 0,1 0 0,0 0 0,1-1 0,-10-22 0,15 29 0,0 1 0,0-1 0,0 1 0,0 0 0,1-1 0,-1 1 0,1-1 0,0 0 0,0 1 0,0-1 0,1 1 0,1-7 0,-1 8 0,0 0 0,0-1 0,0 1 0,0 0 0,1 0 0,0 0 0,-1 0 0,1 0 0,0 0 0,0 0 0,0 0 0,0 1 0,0-1 0,0 1 0,0 0 0,0-1 0,1 1 0,-1 0 0,5-1 0,9-3 0,0 1 0,0 1 0,1 0 0,28-1 0,74 6 0,-58 0 0,54 1 0,149-3 0,-256 0 0,1-1 0,-1 0 0,0-1 0,1 0 0,-1 0 0,10-4 0,-14 4 0,0 0 0,-1 0 0,1 0 0,-1 0 0,1-1 0,-1 1 0,0-1 0,0 0 0,0 0 0,0 0 0,0 0 0,-1-1 0,0 1 0,3-5 0,0 3 0,-5 19 0,-8 33 0,7-37 0,-7 39 0,4 0 0,1 1 0,2-1 0,3 1 0,1 0 0,3-1 0,21 84 0,-27-133 0,14 37 0,-14-36 0,0-1 0,1 1 0,-1-1 0,0 1 0,0-1 0,1 1 0,-1-1 0,0 1 0,1-1 0,-1 1 0,1-1 0,-1 0 0,0 1 0,1-1 0,-1 0 0,1 1 0,-1-1 0,1 0 0,-1 1 0,1-1 0,-1 0 0,1 0 0,-1 0 0,1 0 0,0 1 0,-1-1 0,1 0 0,-1 0 0,1 0 0,-1 0 0,1 0 0,0 0 0,-1-1 0,1 1 0,-1 0 0,1 0 0,-1 0 0,1 0 0,-1-1 0,1 1 0,-1 0 0,1-1 0,-1 1 0,1 0 0,-1-1 0,1 1 0,-1 0 0,0-1 0,1 1 0,-1-1 0,1 1 0,-1-1 0,0 1 0,0-1 0,1 1 0,-1-1 0,0 1 0,0-1 0,1 0 0,3-9 0,1-1 0,-1 0 0,0 0 0,-1 0 0,-1 0 0,0-1 0,0 1 0,0-12 0,1-8 0,15-199 0,0-7 0,-16 226 0,0-1 0,1 0 0,0 1 0,1-1 0,0 1 0,11-20 0,-14 29 0,1-1 0,-1 1 0,0 0 0,1 0 0,0 0 0,-1 0 0,1 0 0,0 0 0,0 0 0,0 1 0,0-1 0,0 1 0,1-1 0,-1 1 0,0 0 0,1 0 0,-1 0 0,1 0 0,-1 0 0,1 1 0,-1-1 0,1 1 0,-1-1 0,1 1 0,0 0 0,-1 0 0,1 0 0,-1 1 0,1-1 0,0 1 0,-1-1 0,1 1 0,-1 0 0,1 0 0,-1 0 0,0 0 0,3 2 0,1 1 0,0 0 0,-1 0 0,0 1 0,0-1 0,0 1 0,0 0 0,-1 1 0,0-1 0,0 1 0,-1 0 0,1 0 0,-1 0 0,0 0 0,-1 0 0,4 13 0,-1-1 0,-1 0 0,-1 1 0,0 0 0,-1 28 0,-2-38 11,0 0 0,-1-1 0,-1 1 0,1 0 0,-1-1 0,-1 1-1,0-1 1,0 1 0,0-1 0,-8 12 0,2-6-308,-1 0 0,-1 0 0,0-1 0,-18 16 0,2-4-6529</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6:52.318"/>
    </inkml:context>
    <inkml:brush xml:id="br0">
      <inkml:brushProperty name="width" value="0.05" units="cm"/>
      <inkml:brushProperty name="height" value="0.05" units="cm"/>
      <inkml:brushProperty name="color" value="#FFC114"/>
    </inkml:brush>
  </inkml:definitions>
  <inkml:trace contextRef="#ctx0" brushRef="#br0">1 169 24575,'3'44'0,"2"0"0,1 0 0,3 0 0,24 69 0,-19-69 0,-2-1 0,-2 2 0,-1-1 0,2 58 0,-26-188 0,1 19 0,-12-164 0,24 195 0,3 0 0,0 1 0,3-1 0,10-51 0,-12 80 0,0 0 0,0-1 0,1 1 0,0 0 0,0 0 0,1 0 0,0 1 0,0-1 0,1 1 0,-1 0 0,1 0 0,1 1 0,7-8 0,-9 10 0,0 1 0,0-1 0,0 1 0,1 0 0,-1 0 0,1 0 0,-1 1 0,1-1 0,0 1 0,-1 0 0,1 1 0,0-1 0,0 1 0,-1 0 0,1 0 0,0 0 0,0 1 0,0 0 0,-1 0 0,1 0 0,0 0 0,5 3 0,-3-1 0,1 0 0,-1 1 0,-1 0 0,1 0 0,0 0 0,-1 1 0,0 0 0,0 0 0,-1 0 0,1 1 0,-1 0 0,7 10 0,-10-12 0,0 0 0,1 0 0,-1 0 0,-1 1 0,1-1 0,-1 1 0,0-1 0,0 1 0,0 0 0,0-1 0,-1 1 0,0 0 0,0-1 0,0 1 0,-1 0 0,1-1 0,-1 1 0,0 0 0,0-1 0,-1 1 0,0-1 0,-2 5 0,-3 2-124,0-1 0,-1 1 0,0-1 0,-1-1 0,0 0 0,-1 0-1,0-1 1,0 0 0,-1 0 0,-21 10 0,-19 11-6702</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16.078"/>
    </inkml:context>
    <inkml:brush xml:id="br0">
      <inkml:brushProperty name="width" value="0.05" units="cm"/>
      <inkml:brushProperty name="height" value="0.05" units="cm"/>
      <inkml:brushProperty name="color" value="#FFC114"/>
    </inkml:brush>
  </inkml:definitions>
  <inkml:trace contextRef="#ctx0" brushRef="#br0">0 663 24575,'3'-4'0,"0"0"0,-1 1 0,1-1 0,-1 0 0,0 0 0,0 0 0,2-7 0,-3 8 0,0 0 0,0 0 0,0 0 0,0 0 0,0 0 0,1 1 0,0-1 0,-1 0 0,1 1 0,0-1 0,0 1 0,0 0 0,1 0 0,-1 0 0,0 0 0,5-3 0,-6 5 0,0 0 0,0 0 0,1 0 0,-1 0 0,0 0 0,0 0 0,0 0 0,0 0 0,0 0 0,0 1 0,0-1 0,0 0 0,1 1 0,-1-1 0,0 1 0,0-1 0,-1 1 0,1 0 0,0-1 0,0 1 0,0 0 0,0 0 0,0-1 0,-1 1 0,1 0 0,0 0 0,-1 0 0,1 0 0,-1 0 0,1 0 0,-1 0 0,1 0 0,-1 0 0,0 0 0,1 1 0,14 45 0,-14-43 0,16 68 0,22 76 0,-32-125 0,2-1 0,0 0 0,2 0 0,16 24 0,-23-39 0,0-1 0,1 0 0,0 0 0,0-1 0,0 1 0,12 8 0,-15-13 0,1 1 0,-1-1 0,1 0 0,-1 1 0,1-1 0,0 0 0,-1-1 0,1 1 0,0 0 0,-1-1 0,1 1 0,0-1 0,0 0 0,0 0 0,-1 0 0,1-1 0,0 1 0,0 0 0,0-1 0,-1 0 0,5-1 0,4-4 0,0 1 0,-1-2 0,0 1 0,0-1 0,-1-1 0,13-13 0,50-59 0,-62 69 0,442-563 0,-390 493 0,-52 68-82,12-15-132,0 0 0,-2-2 0,-1 0 0,-2-1 1,14-34-1,-22 34-6612</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01.600"/>
    </inkml:context>
    <inkml:brush xml:id="br0">
      <inkml:brushProperty name="width" value="0.05" units="cm"/>
      <inkml:brushProperty name="height" value="0.05" units="cm"/>
      <inkml:brushProperty name="color" value="#FFC114"/>
    </inkml:brush>
  </inkml:definitions>
  <inkml:trace contextRef="#ctx0" brushRef="#br0">86 1 24575,'-1'17'0,"0"0"0,-2 1 0,-4 17 0,-2 12 0,-48 583-313,50 3-55,7-553 361,23 545-1243,-11-515-5003</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01.991"/>
    </inkml:context>
    <inkml:brush xml:id="br0">
      <inkml:brushProperty name="width" value="0.05" units="cm"/>
      <inkml:brushProperty name="height" value="0.05" units="cm"/>
      <inkml:brushProperty name="color" value="#FFC114"/>
    </inkml:brush>
  </inkml:definitions>
  <inkml:trace contextRef="#ctx0" brushRef="#br0">1 196 24575,'3'3'0,"0"-1"0,0 0 0,0 0 0,0 0 0,1 0 0,-1 0 0,0-1 0,1 1 0,0-1 0,-1 0 0,7 1 0,48 4 0,-28-3 0,328 18-15,3-26-967,-278 3 495,228-8-367,62-6-1376,69-4 1672,67-3-210,71-4-2304,72 0 1711,64-1-1012,58 0 1459,2657-33-1671,-1 72 2401,-2719-3 184,-74 2 45,-82 0 135,-83-2 14,-86-6 401,-90-4 725,-79-2 4538</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03.186"/>
    </inkml:context>
    <inkml:brush xml:id="br0">
      <inkml:brushProperty name="width" value="0.05" units="cm"/>
      <inkml:brushProperty name="height" value="0.05" units="cm"/>
      <inkml:brushProperty name="color" value="#FFC114"/>
    </inkml:brush>
  </inkml:definitions>
  <inkml:trace contextRef="#ctx0" brushRef="#br0">485 484 24575,'0'-5'0,"-1"1"0,0-1 0,0 0 0,0 1 0,-1-1 0,1 1 0,-1 0 0,0-1 0,-1 1 0,-2-4 0,-29-39 0,30 42 0,-16-18 0,-1 0 0,0 2 0,-2 0 0,0 2 0,-2 0 0,-28-16 0,8 10 0,-1 2 0,-86-31 0,115 46 0,17 8 0,-1-1 0,1 1 0,0 0 0,0 0 0,0 0 0,0 0 0,0 0 0,0 0 0,0 0 0,0 0 0,0 0 0,0 0 0,0-1 0,0 1 0,0 0 0,-1 0 0,1 0 0,0 0 0,0 0 0,0 0 0,0 0 0,0 0 0,0-1 0,0 1 0,0 0 0,0 0 0,0 0 0,0 0 0,0 0 0,0 0 0,0 0 0,1-1 0,-1 1 0,0 0 0,0 0 0,0 0 0,0 0 0,0 0 0,0 0 0,0 0 0,0 0 0,0 0 0,0 0 0,0-1 0,0 1 0,0 0 0,1 0 0,-1 0 0,0 0 0,0 0 0,0 0 0,0 0 0,0 0 0,0 0 0,0 0 0,1 0 0,-1 0 0,0 0 0,0 0 0,0 0 0,0 0 0,37-3 0,988 0-2329,-646-4 1863,72-2-361,74-2-2480,70 2 1778,68 2-1281,64-2 1638,2279-14-2476,4020 67 3411,-4793 15 1686,-1348-32 3863,-821-24-4879,148-1 4573,-203-2-4552,1-1 0,-1 0 0,1 0-1,15-5 1,-24 5-420,1 1 0,-1 0 0,0 0 0,0-1 0,0 1 0,0-1 0,0 1 0,0-1 0,0 0 0,0 1 0,0-1 0,0 0 0,0 1 0,0-1 0,0 0 0,-1 0 0,1 0 0,0 0 0,-1 0 0,1 0 0,0 0 0,-1 0 0,1 0 0,-1 0 0,0 0 0,1-1 0,-1 1 0,0 0 0,0 0 0,0 0 0,1 0 0,-1-1 0,0 1 0,-1 0 0,1 0 0,0 0 0,0-1 0,0 1 0,-1 0 0,1 0 0,-1 0 0,1 0 0,-1 0 0,1 0 0,-2-2 0,-3-4-3,0 0 1,-1 1 0,0 0 0,0 0-1,0 0 1,-1 0 0,1 1 0,-1 0-1,-11-5 1,5 3-37,-1 0 0,0 1 0,0 0 0,-21-5 0,34 11 5,0-1 0,-1 1 0,1-1 0,-1 1 0,1 0 0,-1 0 0,1 0 0,-1-1 0,1 1 0,0 1 0,-1-1 0,1 0 0,-1 0 0,1 1 0,-1-1 0,1 0 0,0 1 0,-1 0 0,1-1 0,0 1 0,-3 1 0,3-1 0,0 1 0,1-1 0,-1 0 0,1 0 0,-1 1 0,1-1 0,-1 0 0,1 1 0,0-1 0,-1 0 0,1 1 0,0-1 0,0 1 0,0-1 0,0 0 0,0 1 0,1-1 0,-1 3 0,4 9 0,0 0 0,1 0 0,11 22 0,-9-21 0,28 70 0,-3 2 0,-4 1 0,26 143 0,-36-113 0,-5 1 0,-3 151 0,-48 240 0,-50-7 0,61-361 0,12-54 0,-47 155 0,59-234 0,0-1 0,-1 1 0,1-1 0,-2 1 0,1-1 0,-1-1 0,0 1 0,0 0 0,-1-1 0,1 0 0,-1-1 0,-1 1 0,1-1 0,-9 5 0,2-3 0,-1-1 0,1 0 0,-1-1 0,0 0 0,-1-1 0,1-1 0,-19 2 0,-45 4-41,-119-3 0,-89-19-1349,263 12 1182,-522-43-1157,261 17-3781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03.995"/>
    </inkml:context>
    <inkml:brush xml:id="br0">
      <inkml:brushProperty name="width" value="0.05" units="cm"/>
      <inkml:brushProperty name="height" value="0.05" units="cm"/>
      <inkml:brushProperty name="color" value="#FFC114"/>
    </inkml:brush>
  </inkml:definitions>
  <inkml:trace contextRef="#ctx0" brushRef="#br0">20 162 24575,'1'-6'0,"0"0"0,0 0 0,0 0 0,1 0 0,4-9 0,4-20 0,-4-8 0,-37 135 0,25-65 0,1-1 0,2 1 0,1 0 0,2 53 0,1-69 0,0 0 0,1 0 0,0 0 0,0 0 0,1 0 0,1-1 0,0 1 0,0-1 0,1 0 0,1 0 0,-1 0 0,1-1 0,1 0 0,13 14 0,-16-19 0,0 0 0,0-1 0,1 0 0,-1 0 0,1 0 0,0 0 0,0-1 0,0 0 0,0 0 0,0 0 0,0-1 0,1 1 0,-1-1 0,1 0 0,9 0 0,-6-2 0,0 0 0,-1 0 0,1-1 0,-1 0 0,0 0 0,1-1 0,-1 0 0,0 0 0,10-7 0,0-1 0,0-1 0,-1-1 0,0 0 0,-1-2 0,-1 0 0,0 0 0,17-25 0,-18 19 0,0-1 0,-1-1 0,-2 1 0,0-2 0,-2 0 0,0 0 0,-2-1 0,0 0 0,-2 0 0,3-32 0,-10 19 120,2 36-191,0 1 1,-1-1-1,1 1 0,-1-1 0,1 1 1,-1-1-1,0 1 0,1-1 1,-1 1-1,0 0 0,0-1 0,0 1 1,0 0-1,0 0 0,0 0 1,0 0-1,-1 0 0,1 0 0,0 0 1,-3-1-1,-8 0-6755</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04.383"/>
    </inkml:context>
    <inkml:brush xml:id="br0">
      <inkml:brushProperty name="width" value="0.05" units="cm"/>
      <inkml:brushProperty name="height" value="0.05" units="cm"/>
      <inkml:brushProperty name="color" value="#FFC114"/>
    </inkml:brush>
  </inkml:definitions>
  <inkml:trace contextRef="#ctx0" brushRef="#br0">28 28 24575,'0'-5'0,"-4"-1"0,-2-4 0,0 4 0,1 7 0,2 14 0,1 8 0,0 14 0,2 11 0,0 10 0,0-4-8191</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05.486"/>
    </inkml:context>
    <inkml:brush xml:id="br0">
      <inkml:brushProperty name="width" value="0.05" units="cm"/>
      <inkml:brushProperty name="height" value="0.05" units="cm"/>
      <inkml:brushProperty name="color" value="#FFC114"/>
    </inkml:brush>
  </inkml:definitions>
  <inkml:trace contextRef="#ctx0" brushRef="#br0">44 7 24575,'5'0'0,"1"-5"0,0 4 0,-1 6 0,-7 6 0,-2 7 0,-1 14 0,-3 11 0,-2 12 0,2 15 0,-3 10 0,1 14 0,2-8-8191</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3T08:47:16.654"/>
    </inkml:context>
    <inkml:brush xml:id="br0">
      <inkml:brushProperty name="width" value="0.05" units="cm"/>
      <inkml:brushProperty name="height" value="0.05" units="cm"/>
      <inkml:brushProperty name="color" value="#FFC114"/>
    </inkml:brush>
  </inkml:definitions>
  <inkml:trace contextRef="#ctx0" brushRef="#br0">2 493 24575,'-1'-31'0,"0"7"0,5-46 0,-4 65 0,1 0 0,0-1 0,0 1 0,1 0 0,0 0 0,-1 0 0,2 0 0,-1 0 0,0 0 0,1 1 0,0-1 0,0 1 0,1-1 0,3-3 0,-5 7 0,-1-1 0,0 1 0,1 0 0,-1 0 0,1 0 0,-1 0 0,1 0 0,0 1 0,-1-1 0,1 0 0,0 1 0,-1-1 0,1 1 0,0-1 0,0 1 0,0 0 0,-1 0 0,1 0 0,0 0 0,0 0 0,2 1 0,-2 0 0,1 0 0,0 0 0,-1 0 0,1 0 0,-1 1 0,0-1 0,1 1 0,-1 0 0,0 0 0,0 0 0,0 0 0,2 3 0,5 7 0,-1 1 0,-1-1 0,0 1 0,6 17 0,-11-26 0,17 45 0,21 97 0,-32-108 0,2-1 0,1 0 0,2 0 0,34 67 0,-44-99 0,1 1 0,0-1 0,-1 0 0,2 0 0,-1 0 0,0-1 0,1 0 0,0 0 0,9 7 0,-10-10 0,-1 1 0,1 0 0,-1-1 0,1 0 0,0 0 0,0 0 0,-1 0 0,1-1 0,0 0 0,0 1 0,0-1 0,0-1 0,0 1 0,-1 0 0,1-1 0,0 0 0,4-1 0,9-5 0,0 1 0,0-2 0,-1 0 0,30-21 0,58-52 0,-88 68 0,305-277 0,-111 94 0,-152 144-101,4-4-531,93-67 0,-116 99-6194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2/5/2026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19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2/5/2026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2/5/2026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17" Type="http://schemas.openxmlformats.org/officeDocument/2006/relationships/customXml" Target="../ink/ink59.xml"/><Relationship Id="rId21" Type="http://schemas.openxmlformats.org/officeDocument/2006/relationships/image" Target="../media/image13.png"/><Relationship Id="rId42" Type="http://schemas.openxmlformats.org/officeDocument/2006/relationships/customXml" Target="../ink/ink21.xml"/><Relationship Id="rId63" Type="http://schemas.openxmlformats.org/officeDocument/2006/relationships/image" Target="../media/image34.png"/><Relationship Id="rId84" Type="http://schemas.openxmlformats.org/officeDocument/2006/relationships/customXml" Target="../ink/ink42.xml"/><Relationship Id="rId138" Type="http://schemas.openxmlformats.org/officeDocument/2006/relationships/image" Target="../media/image71.png"/><Relationship Id="rId159" Type="http://schemas.openxmlformats.org/officeDocument/2006/relationships/customXml" Target="../ink/ink80.xml"/><Relationship Id="rId170" Type="http://schemas.openxmlformats.org/officeDocument/2006/relationships/image" Target="../media/image87.png"/><Relationship Id="rId191" Type="http://schemas.openxmlformats.org/officeDocument/2006/relationships/customXml" Target="../ink/ink96.xml"/><Relationship Id="rId205" Type="http://schemas.openxmlformats.org/officeDocument/2006/relationships/customXml" Target="../ink/ink103.xml"/><Relationship Id="rId107" Type="http://schemas.openxmlformats.org/officeDocument/2006/relationships/customXml" Target="../ink/ink54.xml"/><Relationship Id="rId11" Type="http://schemas.openxmlformats.org/officeDocument/2006/relationships/image" Target="../media/image8.png"/><Relationship Id="rId32" Type="http://schemas.openxmlformats.org/officeDocument/2006/relationships/customXml" Target="../ink/ink16.xml"/><Relationship Id="rId53" Type="http://schemas.openxmlformats.org/officeDocument/2006/relationships/image" Target="../media/image29.png"/><Relationship Id="rId74" Type="http://schemas.openxmlformats.org/officeDocument/2006/relationships/customXml" Target="../ink/ink37.xml"/><Relationship Id="rId128" Type="http://schemas.openxmlformats.org/officeDocument/2006/relationships/image" Target="../media/image66.png"/><Relationship Id="rId149" Type="http://schemas.openxmlformats.org/officeDocument/2006/relationships/customXml" Target="../ink/ink75.xml"/><Relationship Id="rId5" Type="http://schemas.openxmlformats.org/officeDocument/2006/relationships/image" Target="../media/image5.png"/><Relationship Id="rId95" Type="http://schemas.openxmlformats.org/officeDocument/2006/relationships/image" Target="../media/image50.png"/><Relationship Id="rId160" Type="http://schemas.openxmlformats.org/officeDocument/2006/relationships/image" Target="../media/image82.png"/><Relationship Id="rId181" Type="http://schemas.openxmlformats.org/officeDocument/2006/relationships/customXml" Target="../ink/ink91.xml"/><Relationship Id="rId216" Type="http://schemas.openxmlformats.org/officeDocument/2006/relationships/image" Target="../media/image110.png"/><Relationship Id="rId22" Type="http://schemas.openxmlformats.org/officeDocument/2006/relationships/customXml" Target="../ink/ink11.xml"/><Relationship Id="rId43" Type="http://schemas.openxmlformats.org/officeDocument/2006/relationships/image" Target="../media/image24.png"/><Relationship Id="rId64" Type="http://schemas.openxmlformats.org/officeDocument/2006/relationships/customXml" Target="../ink/ink32.xml"/><Relationship Id="rId118" Type="http://schemas.openxmlformats.org/officeDocument/2006/relationships/image" Target="../media/image61.png"/><Relationship Id="rId139" Type="http://schemas.openxmlformats.org/officeDocument/2006/relationships/customXml" Target="../ink/ink70.xml"/><Relationship Id="rId85" Type="http://schemas.openxmlformats.org/officeDocument/2006/relationships/image" Target="../media/image45.png"/><Relationship Id="rId150" Type="http://schemas.openxmlformats.org/officeDocument/2006/relationships/image" Target="../media/image77.png"/><Relationship Id="rId171" Type="http://schemas.openxmlformats.org/officeDocument/2006/relationships/customXml" Target="../ink/ink86.xml"/><Relationship Id="rId192" Type="http://schemas.openxmlformats.org/officeDocument/2006/relationships/image" Target="../media/image98.png"/><Relationship Id="rId206" Type="http://schemas.openxmlformats.org/officeDocument/2006/relationships/image" Target="../media/image105.png"/><Relationship Id="rId12" Type="http://schemas.openxmlformats.org/officeDocument/2006/relationships/customXml" Target="../ink/ink6.xml"/><Relationship Id="rId33" Type="http://schemas.openxmlformats.org/officeDocument/2006/relationships/image" Target="../media/image19.png"/><Relationship Id="rId108" Type="http://schemas.openxmlformats.org/officeDocument/2006/relationships/image" Target="../media/image56.png"/><Relationship Id="rId129" Type="http://schemas.openxmlformats.org/officeDocument/2006/relationships/customXml" Target="../ink/ink65.xml"/><Relationship Id="rId54" Type="http://schemas.openxmlformats.org/officeDocument/2006/relationships/customXml" Target="../ink/ink27.xml"/><Relationship Id="rId75" Type="http://schemas.openxmlformats.org/officeDocument/2006/relationships/image" Target="../media/image40.png"/><Relationship Id="rId96" Type="http://schemas.openxmlformats.org/officeDocument/2006/relationships/customXml" Target="../ink/ink48.xml"/><Relationship Id="rId140" Type="http://schemas.openxmlformats.org/officeDocument/2006/relationships/image" Target="../media/image72.png"/><Relationship Id="rId161" Type="http://schemas.openxmlformats.org/officeDocument/2006/relationships/customXml" Target="../ink/ink81.xml"/><Relationship Id="rId182" Type="http://schemas.openxmlformats.org/officeDocument/2006/relationships/image" Target="../media/image93.png"/><Relationship Id="rId217" Type="http://schemas.openxmlformats.org/officeDocument/2006/relationships/customXml" Target="../ink/ink109.xml"/><Relationship Id="rId6" Type="http://schemas.openxmlformats.org/officeDocument/2006/relationships/customXml" Target="../ink/ink3.xml"/><Relationship Id="rId23" Type="http://schemas.openxmlformats.org/officeDocument/2006/relationships/image" Target="../media/image14.png"/><Relationship Id="rId119" Type="http://schemas.openxmlformats.org/officeDocument/2006/relationships/customXml" Target="../ink/ink60.xml"/><Relationship Id="rId44" Type="http://schemas.openxmlformats.org/officeDocument/2006/relationships/customXml" Target="../ink/ink22.xml"/><Relationship Id="rId65" Type="http://schemas.openxmlformats.org/officeDocument/2006/relationships/image" Target="../media/image35.png"/><Relationship Id="rId86" Type="http://schemas.openxmlformats.org/officeDocument/2006/relationships/customXml" Target="../ink/ink43.xml"/><Relationship Id="rId130" Type="http://schemas.openxmlformats.org/officeDocument/2006/relationships/image" Target="../media/image67.png"/><Relationship Id="rId151" Type="http://schemas.openxmlformats.org/officeDocument/2006/relationships/customXml" Target="../ink/ink76.xml"/><Relationship Id="rId172" Type="http://schemas.openxmlformats.org/officeDocument/2006/relationships/image" Target="../media/image88.png"/><Relationship Id="rId193" Type="http://schemas.openxmlformats.org/officeDocument/2006/relationships/customXml" Target="../ink/ink97.xml"/><Relationship Id="rId207" Type="http://schemas.openxmlformats.org/officeDocument/2006/relationships/customXml" Target="../ink/ink104.xml"/><Relationship Id="rId13" Type="http://schemas.openxmlformats.org/officeDocument/2006/relationships/image" Target="../media/image9.png"/><Relationship Id="rId109" Type="http://schemas.openxmlformats.org/officeDocument/2006/relationships/customXml" Target="../ink/ink55.xml"/><Relationship Id="rId34" Type="http://schemas.openxmlformats.org/officeDocument/2006/relationships/customXml" Target="../ink/ink17.xml"/><Relationship Id="rId55" Type="http://schemas.openxmlformats.org/officeDocument/2006/relationships/image" Target="../media/image30.png"/><Relationship Id="rId76" Type="http://schemas.openxmlformats.org/officeDocument/2006/relationships/customXml" Target="../ink/ink38.xml"/><Relationship Id="rId97" Type="http://schemas.openxmlformats.org/officeDocument/2006/relationships/image" Target="../media/image51.png"/><Relationship Id="rId120" Type="http://schemas.openxmlformats.org/officeDocument/2006/relationships/image" Target="../media/image62.png"/><Relationship Id="rId141" Type="http://schemas.openxmlformats.org/officeDocument/2006/relationships/customXml" Target="../ink/ink71.xml"/><Relationship Id="rId7" Type="http://schemas.openxmlformats.org/officeDocument/2006/relationships/image" Target="../media/image6.png"/><Relationship Id="rId162" Type="http://schemas.openxmlformats.org/officeDocument/2006/relationships/image" Target="../media/image83.png"/><Relationship Id="rId183" Type="http://schemas.openxmlformats.org/officeDocument/2006/relationships/customXml" Target="../ink/ink92.xml"/><Relationship Id="rId218" Type="http://schemas.openxmlformats.org/officeDocument/2006/relationships/image" Target="../media/image111.png"/><Relationship Id="rId24" Type="http://schemas.openxmlformats.org/officeDocument/2006/relationships/customXml" Target="../ink/ink12.xml"/><Relationship Id="rId45" Type="http://schemas.openxmlformats.org/officeDocument/2006/relationships/image" Target="../media/image25.png"/><Relationship Id="rId66" Type="http://schemas.openxmlformats.org/officeDocument/2006/relationships/customXml" Target="../ink/ink33.xml"/><Relationship Id="rId87" Type="http://schemas.openxmlformats.org/officeDocument/2006/relationships/image" Target="../media/image46.png"/><Relationship Id="rId110" Type="http://schemas.openxmlformats.org/officeDocument/2006/relationships/image" Target="../media/image57.png"/><Relationship Id="rId131" Type="http://schemas.openxmlformats.org/officeDocument/2006/relationships/customXml" Target="../ink/ink66.xml"/><Relationship Id="rId152" Type="http://schemas.openxmlformats.org/officeDocument/2006/relationships/image" Target="../media/image78.png"/><Relationship Id="rId173" Type="http://schemas.openxmlformats.org/officeDocument/2006/relationships/customXml" Target="../ink/ink87.xml"/><Relationship Id="rId194" Type="http://schemas.openxmlformats.org/officeDocument/2006/relationships/image" Target="../media/image99.png"/><Relationship Id="rId208" Type="http://schemas.openxmlformats.org/officeDocument/2006/relationships/image" Target="../media/image106.png"/><Relationship Id="rId14" Type="http://schemas.openxmlformats.org/officeDocument/2006/relationships/customXml" Target="../ink/ink7.xml"/><Relationship Id="rId30" Type="http://schemas.openxmlformats.org/officeDocument/2006/relationships/customXml" Target="../ink/ink15.xml"/><Relationship Id="rId35" Type="http://schemas.openxmlformats.org/officeDocument/2006/relationships/image" Target="../media/image20.png"/><Relationship Id="rId56" Type="http://schemas.openxmlformats.org/officeDocument/2006/relationships/customXml" Target="../ink/ink28.xml"/><Relationship Id="rId77" Type="http://schemas.openxmlformats.org/officeDocument/2006/relationships/image" Target="../media/image41.png"/><Relationship Id="rId100" Type="http://schemas.openxmlformats.org/officeDocument/2006/relationships/customXml" Target="../ink/ink50.xml"/><Relationship Id="rId105" Type="http://schemas.openxmlformats.org/officeDocument/2006/relationships/customXml" Target="../ink/ink53.xml"/><Relationship Id="rId126" Type="http://schemas.openxmlformats.org/officeDocument/2006/relationships/image" Target="../media/image65.png"/><Relationship Id="rId147" Type="http://schemas.openxmlformats.org/officeDocument/2006/relationships/customXml" Target="../ink/ink74.xml"/><Relationship Id="rId168" Type="http://schemas.openxmlformats.org/officeDocument/2006/relationships/image" Target="../media/image86.png"/><Relationship Id="rId8" Type="http://schemas.openxmlformats.org/officeDocument/2006/relationships/customXml" Target="../ink/ink4.xml"/><Relationship Id="rId51" Type="http://schemas.openxmlformats.org/officeDocument/2006/relationships/image" Target="../media/image28.png"/><Relationship Id="rId72" Type="http://schemas.openxmlformats.org/officeDocument/2006/relationships/customXml" Target="../ink/ink36.xml"/><Relationship Id="rId93" Type="http://schemas.openxmlformats.org/officeDocument/2006/relationships/image" Target="../media/image49.png"/><Relationship Id="rId98" Type="http://schemas.openxmlformats.org/officeDocument/2006/relationships/customXml" Target="../ink/ink49.xml"/><Relationship Id="rId121" Type="http://schemas.openxmlformats.org/officeDocument/2006/relationships/customXml" Target="../ink/ink61.xml"/><Relationship Id="rId142" Type="http://schemas.openxmlformats.org/officeDocument/2006/relationships/image" Target="../media/image73.png"/><Relationship Id="rId163" Type="http://schemas.openxmlformats.org/officeDocument/2006/relationships/customXml" Target="../ink/ink82.xml"/><Relationship Id="rId184" Type="http://schemas.openxmlformats.org/officeDocument/2006/relationships/image" Target="../media/image94.png"/><Relationship Id="rId189" Type="http://schemas.openxmlformats.org/officeDocument/2006/relationships/customXml" Target="../ink/ink95.xml"/><Relationship Id="rId219" Type="http://schemas.openxmlformats.org/officeDocument/2006/relationships/customXml" Target="../ink/ink110.xml"/><Relationship Id="rId3" Type="http://schemas.openxmlformats.org/officeDocument/2006/relationships/image" Target="../media/image4.png"/><Relationship Id="rId214" Type="http://schemas.openxmlformats.org/officeDocument/2006/relationships/image" Target="../media/image109.png"/><Relationship Id="rId25" Type="http://schemas.openxmlformats.org/officeDocument/2006/relationships/image" Target="../media/image15.png"/><Relationship Id="rId46" Type="http://schemas.openxmlformats.org/officeDocument/2006/relationships/customXml" Target="../ink/ink23.xml"/><Relationship Id="rId67" Type="http://schemas.openxmlformats.org/officeDocument/2006/relationships/image" Target="../media/image36.png"/><Relationship Id="rId116" Type="http://schemas.openxmlformats.org/officeDocument/2006/relationships/image" Target="../media/image60.png"/><Relationship Id="rId137" Type="http://schemas.openxmlformats.org/officeDocument/2006/relationships/customXml" Target="../ink/ink69.xml"/><Relationship Id="rId158" Type="http://schemas.openxmlformats.org/officeDocument/2006/relationships/image" Target="../media/image81.png"/><Relationship Id="rId20" Type="http://schemas.openxmlformats.org/officeDocument/2006/relationships/customXml" Target="../ink/ink10.xml"/><Relationship Id="rId41" Type="http://schemas.openxmlformats.org/officeDocument/2006/relationships/image" Target="../media/image23.png"/><Relationship Id="rId62" Type="http://schemas.openxmlformats.org/officeDocument/2006/relationships/customXml" Target="../ink/ink31.xml"/><Relationship Id="rId83" Type="http://schemas.openxmlformats.org/officeDocument/2006/relationships/image" Target="../media/image44.png"/><Relationship Id="rId88" Type="http://schemas.openxmlformats.org/officeDocument/2006/relationships/customXml" Target="../ink/ink44.xml"/><Relationship Id="rId111" Type="http://schemas.openxmlformats.org/officeDocument/2006/relationships/customXml" Target="../ink/ink56.xml"/><Relationship Id="rId132" Type="http://schemas.openxmlformats.org/officeDocument/2006/relationships/image" Target="../media/image68.png"/><Relationship Id="rId153" Type="http://schemas.openxmlformats.org/officeDocument/2006/relationships/customXml" Target="../ink/ink77.xml"/><Relationship Id="rId174" Type="http://schemas.openxmlformats.org/officeDocument/2006/relationships/image" Target="../media/image89.png"/><Relationship Id="rId179" Type="http://schemas.openxmlformats.org/officeDocument/2006/relationships/customXml" Target="../ink/ink90.xml"/><Relationship Id="rId195" Type="http://schemas.openxmlformats.org/officeDocument/2006/relationships/customXml" Target="../ink/ink98.xml"/><Relationship Id="rId209" Type="http://schemas.openxmlformats.org/officeDocument/2006/relationships/customXml" Target="../ink/ink105.xml"/><Relationship Id="rId190" Type="http://schemas.openxmlformats.org/officeDocument/2006/relationships/image" Target="../media/image97.png"/><Relationship Id="rId204" Type="http://schemas.openxmlformats.org/officeDocument/2006/relationships/image" Target="../media/image104.png"/><Relationship Id="rId220" Type="http://schemas.openxmlformats.org/officeDocument/2006/relationships/image" Target="../media/image112.png"/><Relationship Id="rId15" Type="http://schemas.openxmlformats.org/officeDocument/2006/relationships/image" Target="../media/image10.png"/><Relationship Id="rId36" Type="http://schemas.openxmlformats.org/officeDocument/2006/relationships/customXml" Target="../ink/ink18.xml"/><Relationship Id="rId57" Type="http://schemas.openxmlformats.org/officeDocument/2006/relationships/image" Target="../media/image31.png"/><Relationship Id="rId106" Type="http://schemas.openxmlformats.org/officeDocument/2006/relationships/image" Target="../media/image55.png"/><Relationship Id="rId127" Type="http://schemas.openxmlformats.org/officeDocument/2006/relationships/customXml" Target="../ink/ink64.xml"/><Relationship Id="rId10" Type="http://schemas.openxmlformats.org/officeDocument/2006/relationships/customXml" Target="../ink/ink5.xml"/><Relationship Id="rId31" Type="http://schemas.openxmlformats.org/officeDocument/2006/relationships/image" Target="../media/image18.png"/><Relationship Id="rId52" Type="http://schemas.openxmlformats.org/officeDocument/2006/relationships/customXml" Target="../ink/ink26.xml"/><Relationship Id="rId73" Type="http://schemas.openxmlformats.org/officeDocument/2006/relationships/image" Target="../media/image39.png"/><Relationship Id="rId78" Type="http://schemas.openxmlformats.org/officeDocument/2006/relationships/customXml" Target="../ink/ink39.xml"/><Relationship Id="rId94" Type="http://schemas.openxmlformats.org/officeDocument/2006/relationships/customXml" Target="../ink/ink47.xml"/><Relationship Id="rId99" Type="http://schemas.openxmlformats.org/officeDocument/2006/relationships/image" Target="../media/image52.png"/><Relationship Id="rId101" Type="http://schemas.openxmlformats.org/officeDocument/2006/relationships/image" Target="../media/image53.png"/><Relationship Id="rId122" Type="http://schemas.openxmlformats.org/officeDocument/2006/relationships/image" Target="../media/image63.png"/><Relationship Id="rId143" Type="http://schemas.openxmlformats.org/officeDocument/2006/relationships/customXml" Target="../ink/ink72.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5.xml"/><Relationship Id="rId185" Type="http://schemas.openxmlformats.org/officeDocument/2006/relationships/customXml" Target="../ink/ink93.xml"/><Relationship Id="rId4" Type="http://schemas.openxmlformats.org/officeDocument/2006/relationships/customXml" Target="../ink/ink2.xml"/><Relationship Id="rId9" Type="http://schemas.openxmlformats.org/officeDocument/2006/relationships/image" Target="../media/image7.png"/><Relationship Id="rId180" Type="http://schemas.openxmlformats.org/officeDocument/2006/relationships/image" Target="../media/image92.png"/><Relationship Id="rId210" Type="http://schemas.openxmlformats.org/officeDocument/2006/relationships/image" Target="../media/image107.png"/><Relationship Id="rId215" Type="http://schemas.openxmlformats.org/officeDocument/2006/relationships/customXml" Target="../ink/ink108.xml"/><Relationship Id="rId26" Type="http://schemas.openxmlformats.org/officeDocument/2006/relationships/customXml" Target="../ink/ink13.xml"/><Relationship Id="rId47" Type="http://schemas.openxmlformats.org/officeDocument/2006/relationships/image" Target="../media/image26.png"/><Relationship Id="rId68" Type="http://schemas.openxmlformats.org/officeDocument/2006/relationships/customXml" Target="../ink/ink34.xml"/><Relationship Id="rId89" Type="http://schemas.openxmlformats.org/officeDocument/2006/relationships/image" Target="../media/image47.png"/><Relationship Id="rId112" Type="http://schemas.openxmlformats.org/officeDocument/2006/relationships/image" Target="../media/image58.png"/><Relationship Id="rId133" Type="http://schemas.openxmlformats.org/officeDocument/2006/relationships/customXml" Target="../ink/ink67.xml"/><Relationship Id="rId154" Type="http://schemas.openxmlformats.org/officeDocument/2006/relationships/image" Target="../media/image79.png"/><Relationship Id="rId175" Type="http://schemas.openxmlformats.org/officeDocument/2006/relationships/customXml" Target="../ink/ink88.xml"/><Relationship Id="rId196" Type="http://schemas.openxmlformats.org/officeDocument/2006/relationships/image" Target="../media/image100.png"/><Relationship Id="rId200" Type="http://schemas.openxmlformats.org/officeDocument/2006/relationships/image" Target="../media/image102.png"/><Relationship Id="rId16" Type="http://schemas.openxmlformats.org/officeDocument/2006/relationships/customXml" Target="../ink/ink8.xml"/><Relationship Id="rId37" Type="http://schemas.openxmlformats.org/officeDocument/2006/relationships/image" Target="../media/image21.png"/><Relationship Id="rId58" Type="http://schemas.openxmlformats.org/officeDocument/2006/relationships/customXml" Target="../ink/ink29.xml"/><Relationship Id="rId79" Type="http://schemas.openxmlformats.org/officeDocument/2006/relationships/image" Target="../media/image42.png"/><Relationship Id="rId102" Type="http://schemas.openxmlformats.org/officeDocument/2006/relationships/customXml" Target="../ink/ink51.xml"/><Relationship Id="rId123" Type="http://schemas.openxmlformats.org/officeDocument/2006/relationships/customXml" Target="../ink/ink62.xml"/><Relationship Id="rId144" Type="http://schemas.openxmlformats.org/officeDocument/2006/relationships/image" Target="../media/image74.png"/><Relationship Id="rId90" Type="http://schemas.openxmlformats.org/officeDocument/2006/relationships/customXml" Target="../ink/ink45.xml"/><Relationship Id="rId165" Type="http://schemas.openxmlformats.org/officeDocument/2006/relationships/customXml" Target="../ink/ink83.xml"/><Relationship Id="rId186" Type="http://schemas.openxmlformats.org/officeDocument/2006/relationships/image" Target="../media/image95.png"/><Relationship Id="rId211" Type="http://schemas.openxmlformats.org/officeDocument/2006/relationships/customXml" Target="../ink/ink106.xml"/><Relationship Id="rId27" Type="http://schemas.openxmlformats.org/officeDocument/2006/relationships/image" Target="../media/image16.png"/><Relationship Id="rId48" Type="http://schemas.openxmlformats.org/officeDocument/2006/relationships/customXml" Target="../ink/ink24.xml"/><Relationship Id="rId69" Type="http://schemas.openxmlformats.org/officeDocument/2006/relationships/image" Target="../media/image37.png"/><Relationship Id="rId113" Type="http://schemas.openxmlformats.org/officeDocument/2006/relationships/customXml" Target="../ink/ink57.xml"/><Relationship Id="rId134" Type="http://schemas.openxmlformats.org/officeDocument/2006/relationships/image" Target="../media/image69.png"/><Relationship Id="rId80" Type="http://schemas.openxmlformats.org/officeDocument/2006/relationships/customXml" Target="../ink/ink40.xml"/><Relationship Id="rId155" Type="http://schemas.openxmlformats.org/officeDocument/2006/relationships/customXml" Target="../ink/ink78.xml"/><Relationship Id="rId176" Type="http://schemas.openxmlformats.org/officeDocument/2006/relationships/image" Target="../media/image90.png"/><Relationship Id="rId197" Type="http://schemas.openxmlformats.org/officeDocument/2006/relationships/customXml" Target="../ink/ink99.xml"/><Relationship Id="rId201" Type="http://schemas.openxmlformats.org/officeDocument/2006/relationships/customXml" Target="../ink/ink101.xml"/><Relationship Id="rId17" Type="http://schemas.openxmlformats.org/officeDocument/2006/relationships/image" Target="../media/image11.png"/><Relationship Id="rId38" Type="http://schemas.openxmlformats.org/officeDocument/2006/relationships/customXml" Target="../ink/ink19.xml"/><Relationship Id="rId59" Type="http://schemas.openxmlformats.org/officeDocument/2006/relationships/image" Target="../media/image32.png"/><Relationship Id="rId103" Type="http://schemas.openxmlformats.org/officeDocument/2006/relationships/image" Target="../media/image54.png"/><Relationship Id="rId124" Type="http://schemas.openxmlformats.org/officeDocument/2006/relationships/image" Target="../media/image64.png"/><Relationship Id="rId70" Type="http://schemas.openxmlformats.org/officeDocument/2006/relationships/customXml" Target="../ink/ink35.xml"/><Relationship Id="rId91" Type="http://schemas.openxmlformats.org/officeDocument/2006/relationships/image" Target="../media/image48.png"/><Relationship Id="rId145" Type="http://schemas.openxmlformats.org/officeDocument/2006/relationships/customXml" Target="../ink/ink73.xml"/><Relationship Id="rId166" Type="http://schemas.openxmlformats.org/officeDocument/2006/relationships/image" Target="../media/image85.png"/><Relationship Id="rId187" Type="http://schemas.openxmlformats.org/officeDocument/2006/relationships/customXml" Target="../ink/ink94.xml"/><Relationship Id="rId1" Type="http://schemas.openxmlformats.org/officeDocument/2006/relationships/slideLayout" Target="../slideLayouts/slideLayout2.xml"/><Relationship Id="rId212" Type="http://schemas.openxmlformats.org/officeDocument/2006/relationships/image" Target="../media/image108.png"/><Relationship Id="rId28" Type="http://schemas.openxmlformats.org/officeDocument/2006/relationships/customXml" Target="../ink/ink14.xml"/><Relationship Id="rId49" Type="http://schemas.openxmlformats.org/officeDocument/2006/relationships/image" Target="../media/image27.png"/><Relationship Id="rId114" Type="http://schemas.openxmlformats.org/officeDocument/2006/relationships/image" Target="../media/image59.png"/><Relationship Id="rId60" Type="http://schemas.openxmlformats.org/officeDocument/2006/relationships/customXml" Target="../ink/ink30.xml"/><Relationship Id="rId81" Type="http://schemas.openxmlformats.org/officeDocument/2006/relationships/image" Target="../media/image43.png"/><Relationship Id="rId135" Type="http://schemas.openxmlformats.org/officeDocument/2006/relationships/customXml" Target="../ink/ink68.xml"/><Relationship Id="rId156" Type="http://schemas.openxmlformats.org/officeDocument/2006/relationships/image" Target="../media/image80.png"/><Relationship Id="rId177" Type="http://schemas.openxmlformats.org/officeDocument/2006/relationships/customXml" Target="../ink/ink89.xml"/><Relationship Id="rId198" Type="http://schemas.openxmlformats.org/officeDocument/2006/relationships/image" Target="../media/image101.png"/><Relationship Id="rId202" Type="http://schemas.openxmlformats.org/officeDocument/2006/relationships/image" Target="../media/image103.png"/><Relationship Id="rId18" Type="http://schemas.openxmlformats.org/officeDocument/2006/relationships/customXml" Target="../ink/ink9.xml"/><Relationship Id="rId39" Type="http://schemas.openxmlformats.org/officeDocument/2006/relationships/image" Target="../media/image22.png"/><Relationship Id="rId50" Type="http://schemas.openxmlformats.org/officeDocument/2006/relationships/customXml" Target="../ink/ink25.xml"/><Relationship Id="rId104" Type="http://schemas.openxmlformats.org/officeDocument/2006/relationships/customXml" Target="../ink/ink52.xml"/><Relationship Id="rId125" Type="http://schemas.openxmlformats.org/officeDocument/2006/relationships/customXml" Target="../ink/ink63.xml"/><Relationship Id="rId146" Type="http://schemas.openxmlformats.org/officeDocument/2006/relationships/image" Target="../media/image75.png"/><Relationship Id="rId167" Type="http://schemas.openxmlformats.org/officeDocument/2006/relationships/customXml" Target="../ink/ink84.xml"/><Relationship Id="rId188" Type="http://schemas.openxmlformats.org/officeDocument/2006/relationships/image" Target="../media/image96.png"/><Relationship Id="rId71" Type="http://schemas.openxmlformats.org/officeDocument/2006/relationships/image" Target="../media/image38.png"/><Relationship Id="rId92" Type="http://schemas.openxmlformats.org/officeDocument/2006/relationships/customXml" Target="../ink/ink46.xml"/><Relationship Id="rId213" Type="http://schemas.openxmlformats.org/officeDocument/2006/relationships/customXml" Target="../ink/ink107.xml"/><Relationship Id="rId2" Type="http://schemas.openxmlformats.org/officeDocument/2006/relationships/customXml" Target="../ink/ink1.xml"/><Relationship Id="rId29" Type="http://schemas.openxmlformats.org/officeDocument/2006/relationships/image" Target="../media/image17.png"/><Relationship Id="rId40" Type="http://schemas.openxmlformats.org/officeDocument/2006/relationships/customXml" Target="../ink/ink20.xml"/><Relationship Id="rId115" Type="http://schemas.openxmlformats.org/officeDocument/2006/relationships/customXml" Target="../ink/ink58.xml"/><Relationship Id="rId136" Type="http://schemas.openxmlformats.org/officeDocument/2006/relationships/image" Target="../media/image70.png"/><Relationship Id="rId157" Type="http://schemas.openxmlformats.org/officeDocument/2006/relationships/customXml" Target="../ink/ink79.xml"/><Relationship Id="rId178" Type="http://schemas.openxmlformats.org/officeDocument/2006/relationships/image" Target="../media/image91.png"/><Relationship Id="rId61" Type="http://schemas.openxmlformats.org/officeDocument/2006/relationships/image" Target="../media/image33.png"/><Relationship Id="rId82" Type="http://schemas.openxmlformats.org/officeDocument/2006/relationships/customXml" Target="../ink/ink41.xml"/><Relationship Id="rId199" Type="http://schemas.openxmlformats.org/officeDocument/2006/relationships/customXml" Target="../ink/ink100.xml"/><Relationship Id="rId203" Type="http://schemas.openxmlformats.org/officeDocument/2006/relationships/customXml" Target="../ink/ink102.xml"/><Relationship Id="rId19"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customXml" Target="../ink/ink11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17" Type="http://schemas.openxmlformats.org/officeDocument/2006/relationships/image" Target="../media/image171.png"/><Relationship Id="rId299" Type="http://schemas.openxmlformats.org/officeDocument/2006/relationships/image" Target="../media/image262.png"/><Relationship Id="rId21" Type="http://schemas.openxmlformats.org/officeDocument/2006/relationships/image" Target="../media/image123.png"/><Relationship Id="rId63" Type="http://schemas.openxmlformats.org/officeDocument/2006/relationships/image" Target="../media/image144.png"/><Relationship Id="rId159" Type="http://schemas.openxmlformats.org/officeDocument/2006/relationships/image" Target="../media/image192.png"/><Relationship Id="rId324" Type="http://schemas.openxmlformats.org/officeDocument/2006/relationships/customXml" Target="../ink/ink273.xml"/><Relationship Id="rId170" Type="http://schemas.openxmlformats.org/officeDocument/2006/relationships/customXml" Target="../ink/ink196.xml"/><Relationship Id="rId226" Type="http://schemas.openxmlformats.org/officeDocument/2006/relationships/customXml" Target="../ink/ink224.xml"/><Relationship Id="rId268" Type="http://schemas.openxmlformats.org/officeDocument/2006/relationships/customXml" Target="../ink/ink245.xml"/><Relationship Id="rId32" Type="http://schemas.openxmlformats.org/officeDocument/2006/relationships/customXml" Target="../ink/ink127.xml"/><Relationship Id="rId74" Type="http://schemas.openxmlformats.org/officeDocument/2006/relationships/customXml" Target="../ink/ink148.xml"/><Relationship Id="rId128" Type="http://schemas.openxmlformats.org/officeDocument/2006/relationships/customXml" Target="../ink/ink175.xml"/><Relationship Id="rId5" Type="http://schemas.openxmlformats.org/officeDocument/2006/relationships/image" Target="../media/image115.png"/><Relationship Id="rId181" Type="http://schemas.openxmlformats.org/officeDocument/2006/relationships/image" Target="../media/image203.png"/><Relationship Id="rId237" Type="http://schemas.openxmlformats.org/officeDocument/2006/relationships/image" Target="../media/image231.png"/><Relationship Id="rId279" Type="http://schemas.openxmlformats.org/officeDocument/2006/relationships/image" Target="../media/image252.png"/><Relationship Id="rId43" Type="http://schemas.openxmlformats.org/officeDocument/2006/relationships/image" Target="../media/image134.png"/><Relationship Id="rId139" Type="http://schemas.openxmlformats.org/officeDocument/2006/relationships/image" Target="../media/image182.png"/><Relationship Id="rId290" Type="http://schemas.openxmlformats.org/officeDocument/2006/relationships/customXml" Target="../ink/ink256.xml"/><Relationship Id="rId304" Type="http://schemas.openxmlformats.org/officeDocument/2006/relationships/customXml" Target="../ink/ink263.xml"/><Relationship Id="rId85" Type="http://schemas.openxmlformats.org/officeDocument/2006/relationships/image" Target="../media/image155.png"/><Relationship Id="rId150" Type="http://schemas.openxmlformats.org/officeDocument/2006/relationships/customXml" Target="../ink/ink186.xml"/><Relationship Id="rId192" Type="http://schemas.openxmlformats.org/officeDocument/2006/relationships/customXml" Target="../ink/ink207.xml"/><Relationship Id="rId206" Type="http://schemas.openxmlformats.org/officeDocument/2006/relationships/customXml" Target="../ink/ink214.xml"/><Relationship Id="rId248" Type="http://schemas.openxmlformats.org/officeDocument/2006/relationships/customXml" Target="../ink/ink235.xml"/><Relationship Id="rId12" Type="http://schemas.openxmlformats.org/officeDocument/2006/relationships/customXml" Target="../ink/ink117.xml"/><Relationship Id="rId108" Type="http://schemas.openxmlformats.org/officeDocument/2006/relationships/customXml" Target="../ink/ink165.xml"/><Relationship Id="rId315" Type="http://schemas.openxmlformats.org/officeDocument/2006/relationships/image" Target="../media/image270.png"/><Relationship Id="rId54" Type="http://schemas.openxmlformats.org/officeDocument/2006/relationships/customXml" Target="../ink/ink138.xml"/><Relationship Id="rId96" Type="http://schemas.openxmlformats.org/officeDocument/2006/relationships/customXml" Target="../ink/ink159.xml"/><Relationship Id="rId161" Type="http://schemas.openxmlformats.org/officeDocument/2006/relationships/image" Target="../media/image193.png"/><Relationship Id="rId217" Type="http://schemas.openxmlformats.org/officeDocument/2006/relationships/image" Target="../media/image221.png"/><Relationship Id="rId259" Type="http://schemas.openxmlformats.org/officeDocument/2006/relationships/image" Target="../media/image242.png"/><Relationship Id="rId23" Type="http://schemas.openxmlformats.org/officeDocument/2006/relationships/image" Target="../media/image124.png"/><Relationship Id="rId119" Type="http://schemas.openxmlformats.org/officeDocument/2006/relationships/image" Target="../media/image172.png"/><Relationship Id="rId270" Type="http://schemas.openxmlformats.org/officeDocument/2006/relationships/customXml" Target="../ink/ink246.xml"/><Relationship Id="rId65" Type="http://schemas.openxmlformats.org/officeDocument/2006/relationships/image" Target="../media/image145.png"/><Relationship Id="rId130" Type="http://schemas.openxmlformats.org/officeDocument/2006/relationships/customXml" Target="../ink/ink176.xml"/><Relationship Id="rId172" Type="http://schemas.openxmlformats.org/officeDocument/2006/relationships/customXml" Target="../ink/ink197.xml"/><Relationship Id="rId228" Type="http://schemas.openxmlformats.org/officeDocument/2006/relationships/customXml" Target="../ink/ink225.xml"/><Relationship Id="rId281" Type="http://schemas.openxmlformats.org/officeDocument/2006/relationships/image" Target="../media/image253.png"/><Relationship Id="rId34" Type="http://schemas.openxmlformats.org/officeDocument/2006/relationships/customXml" Target="../ink/ink128.xml"/><Relationship Id="rId76" Type="http://schemas.openxmlformats.org/officeDocument/2006/relationships/customXml" Target="../ink/ink149.xml"/><Relationship Id="rId141" Type="http://schemas.openxmlformats.org/officeDocument/2006/relationships/image" Target="../media/image183.png"/><Relationship Id="rId7" Type="http://schemas.openxmlformats.org/officeDocument/2006/relationships/image" Target="../media/image116.png"/><Relationship Id="rId162" Type="http://schemas.openxmlformats.org/officeDocument/2006/relationships/customXml" Target="../ink/ink192.xml"/><Relationship Id="rId183" Type="http://schemas.openxmlformats.org/officeDocument/2006/relationships/image" Target="../media/image204.png"/><Relationship Id="rId218" Type="http://schemas.openxmlformats.org/officeDocument/2006/relationships/customXml" Target="../ink/ink220.xml"/><Relationship Id="rId239" Type="http://schemas.openxmlformats.org/officeDocument/2006/relationships/image" Target="../media/image232.png"/><Relationship Id="rId250" Type="http://schemas.openxmlformats.org/officeDocument/2006/relationships/customXml" Target="../ink/ink236.xml"/><Relationship Id="rId271" Type="http://schemas.openxmlformats.org/officeDocument/2006/relationships/image" Target="../media/image248.png"/><Relationship Id="rId292" Type="http://schemas.openxmlformats.org/officeDocument/2006/relationships/customXml" Target="../ink/ink257.xml"/><Relationship Id="rId306" Type="http://schemas.openxmlformats.org/officeDocument/2006/relationships/customXml" Target="../ink/ink264.xml"/><Relationship Id="rId24" Type="http://schemas.openxmlformats.org/officeDocument/2006/relationships/customXml" Target="../ink/ink123.xml"/><Relationship Id="rId45" Type="http://schemas.openxmlformats.org/officeDocument/2006/relationships/image" Target="../media/image135.png"/><Relationship Id="rId66" Type="http://schemas.openxmlformats.org/officeDocument/2006/relationships/customXml" Target="../ink/ink144.xml"/><Relationship Id="rId87" Type="http://schemas.openxmlformats.org/officeDocument/2006/relationships/image" Target="../media/image156.png"/><Relationship Id="rId110" Type="http://schemas.openxmlformats.org/officeDocument/2006/relationships/customXml" Target="../ink/ink166.xml"/><Relationship Id="rId131" Type="http://schemas.openxmlformats.org/officeDocument/2006/relationships/image" Target="../media/image178.png"/><Relationship Id="rId152" Type="http://schemas.openxmlformats.org/officeDocument/2006/relationships/customXml" Target="../ink/ink187.xml"/><Relationship Id="rId173" Type="http://schemas.openxmlformats.org/officeDocument/2006/relationships/image" Target="../media/image199.png"/><Relationship Id="rId194" Type="http://schemas.openxmlformats.org/officeDocument/2006/relationships/customXml" Target="../ink/ink208.xml"/><Relationship Id="rId208" Type="http://schemas.openxmlformats.org/officeDocument/2006/relationships/customXml" Target="../ink/ink215.xml"/><Relationship Id="rId229" Type="http://schemas.openxmlformats.org/officeDocument/2006/relationships/image" Target="../media/image227.png"/><Relationship Id="rId240" Type="http://schemas.openxmlformats.org/officeDocument/2006/relationships/customXml" Target="../ink/ink231.xml"/><Relationship Id="rId261" Type="http://schemas.openxmlformats.org/officeDocument/2006/relationships/image" Target="../media/image243.png"/><Relationship Id="rId14" Type="http://schemas.openxmlformats.org/officeDocument/2006/relationships/customXml" Target="../ink/ink118.xml"/><Relationship Id="rId35" Type="http://schemas.openxmlformats.org/officeDocument/2006/relationships/image" Target="../media/image130.png"/><Relationship Id="rId56" Type="http://schemas.openxmlformats.org/officeDocument/2006/relationships/customXml" Target="../ink/ink139.xml"/><Relationship Id="rId77" Type="http://schemas.openxmlformats.org/officeDocument/2006/relationships/image" Target="../media/image151.png"/><Relationship Id="rId100" Type="http://schemas.openxmlformats.org/officeDocument/2006/relationships/customXml" Target="../ink/ink161.xml"/><Relationship Id="rId282" Type="http://schemas.openxmlformats.org/officeDocument/2006/relationships/customXml" Target="../ink/ink252.xml"/><Relationship Id="rId317" Type="http://schemas.openxmlformats.org/officeDocument/2006/relationships/image" Target="../media/image271.png"/><Relationship Id="rId8" Type="http://schemas.openxmlformats.org/officeDocument/2006/relationships/customXml" Target="../ink/ink115.xml"/><Relationship Id="rId98" Type="http://schemas.openxmlformats.org/officeDocument/2006/relationships/customXml" Target="../ink/ink160.xml"/><Relationship Id="rId121" Type="http://schemas.openxmlformats.org/officeDocument/2006/relationships/image" Target="../media/image173.png"/><Relationship Id="rId142" Type="http://schemas.openxmlformats.org/officeDocument/2006/relationships/customXml" Target="../ink/ink182.xml"/><Relationship Id="rId163" Type="http://schemas.openxmlformats.org/officeDocument/2006/relationships/image" Target="../media/image194.png"/><Relationship Id="rId184" Type="http://schemas.openxmlformats.org/officeDocument/2006/relationships/customXml" Target="../ink/ink203.xml"/><Relationship Id="rId219" Type="http://schemas.openxmlformats.org/officeDocument/2006/relationships/image" Target="../media/image222.png"/><Relationship Id="rId230" Type="http://schemas.openxmlformats.org/officeDocument/2006/relationships/customXml" Target="../ink/ink226.xml"/><Relationship Id="rId251" Type="http://schemas.openxmlformats.org/officeDocument/2006/relationships/image" Target="../media/image238.png"/><Relationship Id="rId25" Type="http://schemas.openxmlformats.org/officeDocument/2006/relationships/image" Target="../media/image125.png"/><Relationship Id="rId46" Type="http://schemas.openxmlformats.org/officeDocument/2006/relationships/customXml" Target="../ink/ink134.xml"/><Relationship Id="rId67" Type="http://schemas.openxmlformats.org/officeDocument/2006/relationships/image" Target="../media/image146.png"/><Relationship Id="rId272" Type="http://schemas.openxmlformats.org/officeDocument/2006/relationships/customXml" Target="../ink/ink247.xml"/><Relationship Id="rId293" Type="http://schemas.openxmlformats.org/officeDocument/2006/relationships/image" Target="../media/image259.png"/><Relationship Id="rId307" Type="http://schemas.openxmlformats.org/officeDocument/2006/relationships/image" Target="../media/image266.png"/><Relationship Id="rId88" Type="http://schemas.openxmlformats.org/officeDocument/2006/relationships/customXml" Target="../ink/ink155.xml"/><Relationship Id="rId111" Type="http://schemas.openxmlformats.org/officeDocument/2006/relationships/image" Target="../media/image168.png"/><Relationship Id="rId132" Type="http://schemas.openxmlformats.org/officeDocument/2006/relationships/customXml" Target="../ink/ink177.xml"/><Relationship Id="rId153" Type="http://schemas.openxmlformats.org/officeDocument/2006/relationships/image" Target="../media/image189.png"/><Relationship Id="rId174" Type="http://schemas.openxmlformats.org/officeDocument/2006/relationships/customXml" Target="../ink/ink198.xml"/><Relationship Id="rId195" Type="http://schemas.openxmlformats.org/officeDocument/2006/relationships/image" Target="../media/image210.png"/><Relationship Id="rId209" Type="http://schemas.openxmlformats.org/officeDocument/2006/relationships/image" Target="../media/image217.png"/><Relationship Id="rId220" Type="http://schemas.openxmlformats.org/officeDocument/2006/relationships/customXml" Target="../ink/ink221.xml"/><Relationship Id="rId241" Type="http://schemas.openxmlformats.org/officeDocument/2006/relationships/image" Target="../media/image233.png"/><Relationship Id="rId15" Type="http://schemas.openxmlformats.org/officeDocument/2006/relationships/image" Target="../media/image120.png"/><Relationship Id="rId36" Type="http://schemas.openxmlformats.org/officeDocument/2006/relationships/customXml" Target="../ink/ink129.xml"/><Relationship Id="rId57" Type="http://schemas.openxmlformats.org/officeDocument/2006/relationships/image" Target="../media/image141.png"/><Relationship Id="rId262" Type="http://schemas.openxmlformats.org/officeDocument/2006/relationships/customXml" Target="../ink/ink242.xml"/><Relationship Id="rId283" Type="http://schemas.openxmlformats.org/officeDocument/2006/relationships/image" Target="../media/image254.png"/><Relationship Id="rId318" Type="http://schemas.openxmlformats.org/officeDocument/2006/relationships/customXml" Target="../ink/ink270.xml"/><Relationship Id="rId78" Type="http://schemas.openxmlformats.org/officeDocument/2006/relationships/customXml" Target="../ink/ink150.xml"/><Relationship Id="rId99" Type="http://schemas.openxmlformats.org/officeDocument/2006/relationships/image" Target="../media/image162.png"/><Relationship Id="rId101" Type="http://schemas.openxmlformats.org/officeDocument/2006/relationships/image" Target="../media/image163.png"/><Relationship Id="rId122" Type="http://schemas.openxmlformats.org/officeDocument/2006/relationships/customXml" Target="../ink/ink172.xml"/><Relationship Id="rId143" Type="http://schemas.openxmlformats.org/officeDocument/2006/relationships/image" Target="../media/image184.png"/><Relationship Id="rId164" Type="http://schemas.openxmlformats.org/officeDocument/2006/relationships/customXml" Target="../ink/ink193.xml"/><Relationship Id="rId185" Type="http://schemas.openxmlformats.org/officeDocument/2006/relationships/image" Target="../media/image205.png"/><Relationship Id="rId9" Type="http://schemas.openxmlformats.org/officeDocument/2006/relationships/image" Target="../media/image117.png"/><Relationship Id="rId210" Type="http://schemas.openxmlformats.org/officeDocument/2006/relationships/customXml" Target="../ink/ink216.xml"/><Relationship Id="rId26" Type="http://schemas.openxmlformats.org/officeDocument/2006/relationships/customXml" Target="../ink/ink124.xml"/><Relationship Id="rId231" Type="http://schemas.openxmlformats.org/officeDocument/2006/relationships/image" Target="../media/image228.png"/><Relationship Id="rId252" Type="http://schemas.openxmlformats.org/officeDocument/2006/relationships/customXml" Target="../ink/ink237.xml"/><Relationship Id="rId273" Type="http://schemas.openxmlformats.org/officeDocument/2006/relationships/image" Target="../media/image249.png"/><Relationship Id="rId294" Type="http://schemas.openxmlformats.org/officeDocument/2006/relationships/customXml" Target="../ink/ink258.xml"/><Relationship Id="rId308" Type="http://schemas.openxmlformats.org/officeDocument/2006/relationships/customXml" Target="../ink/ink265.xml"/><Relationship Id="rId47" Type="http://schemas.openxmlformats.org/officeDocument/2006/relationships/image" Target="../media/image136.png"/><Relationship Id="rId68" Type="http://schemas.openxmlformats.org/officeDocument/2006/relationships/customXml" Target="../ink/ink145.xml"/><Relationship Id="rId89" Type="http://schemas.openxmlformats.org/officeDocument/2006/relationships/image" Target="../media/image157.png"/><Relationship Id="rId112" Type="http://schemas.openxmlformats.org/officeDocument/2006/relationships/customXml" Target="../ink/ink167.xml"/><Relationship Id="rId133" Type="http://schemas.openxmlformats.org/officeDocument/2006/relationships/image" Target="../media/image179.png"/><Relationship Id="rId154" Type="http://schemas.openxmlformats.org/officeDocument/2006/relationships/customXml" Target="../ink/ink188.xml"/><Relationship Id="rId175" Type="http://schemas.openxmlformats.org/officeDocument/2006/relationships/image" Target="../media/image200.png"/><Relationship Id="rId196" Type="http://schemas.openxmlformats.org/officeDocument/2006/relationships/customXml" Target="../ink/ink209.xml"/><Relationship Id="rId200" Type="http://schemas.openxmlformats.org/officeDocument/2006/relationships/customXml" Target="../ink/ink211.xml"/><Relationship Id="rId16" Type="http://schemas.openxmlformats.org/officeDocument/2006/relationships/customXml" Target="../ink/ink119.xml"/><Relationship Id="rId221" Type="http://schemas.openxmlformats.org/officeDocument/2006/relationships/image" Target="../media/image223.png"/><Relationship Id="rId242" Type="http://schemas.openxmlformats.org/officeDocument/2006/relationships/customXml" Target="../ink/ink232.xml"/><Relationship Id="rId263" Type="http://schemas.openxmlformats.org/officeDocument/2006/relationships/image" Target="../media/image244.png"/><Relationship Id="rId284" Type="http://schemas.openxmlformats.org/officeDocument/2006/relationships/customXml" Target="../ink/ink253.xml"/><Relationship Id="rId319" Type="http://schemas.openxmlformats.org/officeDocument/2006/relationships/image" Target="../media/image272.png"/><Relationship Id="rId37" Type="http://schemas.openxmlformats.org/officeDocument/2006/relationships/image" Target="../media/image131.png"/><Relationship Id="rId58" Type="http://schemas.openxmlformats.org/officeDocument/2006/relationships/customXml" Target="../ink/ink140.xml"/><Relationship Id="rId79" Type="http://schemas.openxmlformats.org/officeDocument/2006/relationships/image" Target="../media/image152.png"/><Relationship Id="rId102" Type="http://schemas.openxmlformats.org/officeDocument/2006/relationships/customXml" Target="../ink/ink162.xml"/><Relationship Id="rId123" Type="http://schemas.openxmlformats.org/officeDocument/2006/relationships/image" Target="../media/image174.png"/><Relationship Id="rId144" Type="http://schemas.openxmlformats.org/officeDocument/2006/relationships/customXml" Target="../ink/ink183.xml"/><Relationship Id="rId90" Type="http://schemas.openxmlformats.org/officeDocument/2006/relationships/customXml" Target="../ink/ink156.xml"/><Relationship Id="rId165" Type="http://schemas.openxmlformats.org/officeDocument/2006/relationships/image" Target="../media/image195.png"/><Relationship Id="rId186" Type="http://schemas.openxmlformats.org/officeDocument/2006/relationships/customXml" Target="../ink/ink204.xml"/><Relationship Id="rId211" Type="http://schemas.openxmlformats.org/officeDocument/2006/relationships/image" Target="../media/image218.png"/><Relationship Id="rId232" Type="http://schemas.openxmlformats.org/officeDocument/2006/relationships/customXml" Target="../ink/ink227.xml"/><Relationship Id="rId253" Type="http://schemas.openxmlformats.org/officeDocument/2006/relationships/image" Target="../media/image239.png"/><Relationship Id="rId274" Type="http://schemas.openxmlformats.org/officeDocument/2006/relationships/customXml" Target="../ink/ink248.xml"/><Relationship Id="rId295" Type="http://schemas.openxmlformats.org/officeDocument/2006/relationships/image" Target="../media/image260.png"/><Relationship Id="rId309" Type="http://schemas.openxmlformats.org/officeDocument/2006/relationships/image" Target="../media/image267.png"/><Relationship Id="rId27" Type="http://schemas.openxmlformats.org/officeDocument/2006/relationships/image" Target="../media/image126.png"/><Relationship Id="rId48" Type="http://schemas.openxmlformats.org/officeDocument/2006/relationships/customXml" Target="../ink/ink135.xml"/><Relationship Id="rId69" Type="http://schemas.openxmlformats.org/officeDocument/2006/relationships/image" Target="../media/image147.png"/><Relationship Id="rId113" Type="http://schemas.openxmlformats.org/officeDocument/2006/relationships/image" Target="../media/image169.png"/><Relationship Id="rId134" Type="http://schemas.openxmlformats.org/officeDocument/2006/relationships/customXml" Target="../ink/ink178.xml"/><Relationship Id="rId320" Type="http://schemas.openxmlformats.org/officeDocument/2006/relationships/customXml" Target="../ink/ink271.xml"/><Relationship Id="rId80" Type="http://schemas.openxmlformats.org/officeDocument/2006/relationships/customXml" Target="../ink/ink151.xml"/><Relationship Id="rId155" Type="http://schemas.openxmlformats.org/officeDocument/2006/relationships/image" Target="../media/image190.png"/><Relationship Id="rId176" Type="http://schemas.openxmlformats.org/officeDocument/2006/relationships/customXml" Target="../ink/ink199.xml"/><Relationship Id="rId197" Type="http://schemas.openxmlformats.org/officeDocument/2006/relationships/image" Target="../media/image211.png"/><Relationship Id="rId201" Type="http://schemas.openxmlformats.org/officeDocument/2006/relationships/image" Target="../media/image213.png"/><Relationship Id="rId222" Type="http://schemas.openxmlformats.org/officeDocument/2006/relationships/customXml" Target="../ink/ink222.xml"/><Relationship Id="rId243" Type="http://schemas.openxmlformats.org/officeDocument/2006/relationships/image" Target="../media/image234.png"/><Relationship Id="rId264" Type="http://schemas.openxmlformats.org/officeDocument/2006/relationships/customXml" Target="../ink/ink243.xml"/><Relationship Id="rId285" Type="http://schemas.openxmlformats.org/officeDocument/2006/relationships/image" Target="../media/image255.png"/><Relationship Id="rId17" Type="http://schemas.openxmlformats.org/officeDocument/2006/relationships/image" Target="../media/image121.png"/><Relationship Id="rId38" Type="http://schemas.openxmlformats.org/officeDocument/2006/relationships/customXml" Target="../ink/ink130.xml"/><Relationship Id="rId59" Type="http://schemas.openxmlformats.org/officeDocument/2006/relationships/image" Target="../media/image142.png"/><Relationship Id="rId103" Type="http://schemas.openxmlformats.org/officeDocument/2006/relationships/image" Target="../media/image164.png"/><Relationship Id="rId124" Type="http://schemas.openxmlformats.org/officeDocument/2006/relationships/customXml" Target="../ink/ink173.xml"/><Relationship Id="rId310" Type="http://schemas.openxmlformats.org/officeDocument/2006/relationships/customXml" Target="../ink/ink266.xml"/><Relationship Id="rId70" Type="http://schemas.openxmlformats.org/officeDocument/2006/relationships/customXml" Target="../ink/ink146.xml"/><Relationship Id="rId91" Type="http://schemas.openxmlformats.org/officeDocument/2006/relationships/image" Target="../media/image158.png"/><Relationship Id="rId145" Type="http://schemas.openxmlformats.org/officeDocument/2006/relationships/image" Target="../media/image185.png"/><Relationship Id="rId166" Type="http://schemas.openxmlformats.org/officeDocument/2006/relationships/customXml" Target="../ink/ink194.xml"/><Relationship Id="rId187" Type="http://schemas.openxmlformats.org/officeDocument/2006/relationships/image" Target="../media/image206.png"/><Relationship Id="rId1" Type="http://schemas.openxmlformats.org/officeDocument/2006/relationships/slideLayout" Target="../slideLayouts/slideLayout2.xml"/><Relationship Id="rId212" Type="http://schemas.openxmlformats.org/officeDocument/2006/relationships/customXml" Target="../ink/ink217.xml"/><Relationship Id="rId233" Type="http://schemas.openxmlformats.org/officeDocument/2006/relationships/image" Target="../media/image229.png"/><Relationship Id="rId254" Type="http://schemas.openxmlformats.org/officeDocument/2006/relationships/customXml" Target="../ink/ink238.xml"/><Relationship Id="rId28" Type="http://schemas.openxmlformats.org/officeDocument/2006/relationships/customXml" Target="../ink/ink125.xml"/><Relationship Id="rId49" Type="http://schemas.openxmlformats.org/officeDocument/2006/relationships/image" Target="../media/image137.png"/><Relationship Id="rId114" Type="http://schemas.openxmlformats.org/officeDocument/2006/relationships/customXml" Target="../ink/ink168.xml"/><Relationship Id="rId275" Type="http://schemas.openxmlformats.org/officeDocument/2006/relationships/image" Target="../media/image250.png"/><Relationship Id="rId296" Type="http://schemas.openxmlformats.org/officeDocument/2006/relationships/customXml" Target="../ink/ink259.xml"/><Relationship Id="rId300" Type="http://schemas.openxmlformats.org/officeDocument/2006/relationships/customXml" Target="../ink/ink261.xml"/><Relationship Id="rId60" Type="http://schemas.openxmlformats.org/officeDocument/2006/relationships/customXml" Target="../ink/ink141.xml"/><Relationship Id="rId81" Type="http://schemas.openxmlformats.org/officeDocument/2006/relationships/image" Target="../media/image153.png"/><Relationship Id="rId135" Type="http://schemas.openxmlformats.org/officeDocument/2006/relationships/image" Target="../media/image180.png"/><Relationship Id="rId156" Type="http://schemas.openxmlformats.org/officeDocument/2006/relationships/customXml" Target="../ink/ink189.xml"/><Relationship Id="rId177" Type="http://schemas.openxmlformats.org/officeDocument/2006/relationships/image" Target="../media/image201.png"/><Relationship Id="rId198" Type="http://schemas.openxmlformats.org/officeDocument/2006/relationships/customXml" Target="../ink/ink210.xml"/><Relationship Id="rId321" Type="http://schemas.openxmlformats.org/officeDocument/2006/relationships/image" Target="../media/image273.png"/><Relationship Id="rId202" Type="http://schemas.openxmlformats.org/officeDocument/2006/relationships/customXml" Target="../ink/ink212.xml"/><Relationship Id="rId223" Type="http://schemas.openxmlformats.org/officeDocument/2006/relationships/image" Target="../media/image224.png"/><Relationship Id="rId244" Type="http://schemas.openxmlformats.org/officeDocument/2006/relationships/customXml" Target="../ink/ink233.xml"/><Relationship Id="rId18" Type="http://schemas.openxmlformats.org/officeDocument/2006/relationships/customXml" Target="../ink/ink120.xml"/><Relationship Id="rId39" Type="http://schemas.openxmlformats.org/officeDocument/2006/relationships/image" Target="../media/image132.png"/><Relationship Id="rId265" Type="http://schemas.openxmlformats.org/officeDocument/2006/relationships/image" Target="../media/image245.png"/><Relationship Id="rId286" Type="http://schemas.openxmlformats.org/officeDocument/2006/relationships/customXml" Target="../ink/ink254.xml"/><Relationship Id="rId50" Type="http://schemas.openxmlformats.org/officeDocument/2006/relationships/customXml" Target="../ink/ink136.xml"/><Relationship Id="rId104" Type="http://schemas.openxmlformats.org/officeDocument/2006/relationships/customXml" Target="../ink/ink163.xml"/><Relationship Id="rId125" Type="http://schemas.openxmlformats.org/officeDocument/2006/relationships/image" Target="../media/image175.png"/><Relationship Id="rId146" Type="http://schemas.openxmlformats.org/officeDocument/2006/relationships/customXml" Target="../ink/ink184.xml"/><Relationship Id="rId167" Type="http://schemas.openxmlformats.org/officeDocument/2006/relationships/image" Target="../media/image196.png"/><Relationship Id="rId188" Type="http://schemas.openxmlformats.org/officeDocument/2006/relationships/customXml" Target="../ink/ink205.xml"/><Relationship Id="rId311" Type="http://schemas.openxmlformats.org/officeDocument/2006/relationships/image" Target="../media/image268.png"/><Relationship Id="rId71" Type="http://schemas.openxmlformats.org/officeDocument/2006/relationships/image" Target="../media/image148.png"/><Relationship Id="rId92" Type="http://schemas.openxmlformats.org/officeDocument/2006/relationships/customXml" Target="../ink/ink157.xml"/><Relationship Id="rId213" Type="http://schemas.openxmlformats.org/officeDocument/2006/relationships/image" Target="../media/image219.png"/><Relationship Id="rId234" Type="http://schemas.openxmlformats.org/officeDocument/2006/relationships/customXml" Target="../ink/ink228.xml"/><Relationship Id="rId2" Type="http://schemas.openxmlformats.org/officeDocument/2006/relationships/customXml" Target="../ink/ink112.xml"/><Relationship Id="rId29" Type="http://schemas.openxmlformats.org/officeDocument/2006/relationships/image" Target="../media/image127.png"/><Relationship Id="rId255" Type="http://schemas.openxmlformats.org/officeDocument/2006/relationships/image" Target="../media/image240.png"/><Relationship Id="rId276" Type="http://schemas.openxmlformats.org/officeDocument/2006/relationships/customXml" Target="../ink/ink249.xml"/><Relationship Id="rId297" Type="http://schemas.openxmlformats.org/officeDocument/2006/relationships/image" Target="../media/image261.png"/><Relationship Id="rId40" Type="http://schemas.openxmlformats.org/officeDocument/2006/relationships/customXml" Target="../ink/ink131.xml"/><Relationship Id="rId115" Type="http://schemas.openxmlformats.org/officeDocument/2006/relationships/image" Target="../media/image170.png"/><Relationship Id="rId136" Type="http://schemas.openxmlformats.org/officeDocument/2006/relationships/customXml" Target="../ink/ink179.xml"/><Relationship Id="rId157" Type="http://schemas.openxmlformats.org/officeDocument/2006/relationships/image" Target="../media/image191.png"/><Relationship Id="rId178" Type="http://schemas.openxmlformats.org/officeDocument/2006/relationships/customXml" Target="../ink/ink200.xml"/><Relationship Id="rId301" Type="http://schemas.openxmlformats.org/officeDocument/2006/relationships/image" Target="../media/image263.png"/><Relationship Id="rId322" Type="http://schemas.openxmlformats.org/officeDocument/2006/relationships/customXml" Target="../ink/ink272.xml"/><Relationship Id="rId61" Type="http://schemas.openxmlformats.org/officeDocument/2006/relationships/image" Target="../media/image143.png"/><Relationship Id="rId82" Type="http://schemas.openxmlformats.org/officeDocument/2006/relationships/customXml" Target="../ink/ink152.xml"/><Relationship Id="rId199" Type="http://schemas.openxmlformats.org/officeDocument/2006/relationships/image" Target="../media/image212.png"/><Relationship Id="rId203" Type="http://schemas.openxmlformats.org/officeDocument/2006/relationships/image" Target="../media/image214.png"/><Relationship Id="rId19" Type="http://schemas.openxmlformats.org/officeDocument/2006/relationships/image" Target="../media/image122.png"/><Relationship Id="rId224" Type="http://schemas.openxmlformats.org/officeDocument/2006/relationships/customXml" Target="../ink/ink223.xml"/><Relationship Id="rId245" Type="http://schemas.openxmlformats.org/officeDocument/2006/relationships/image" Target="../media/image235.png"/><Relationship Id="rId266" Type="http://schemas.openxmlformats.org/officeDocument/2006/relationships/customXml" Target="../ink/ink244.xml"/><Relationship Id="rId287" Type="http://schemas.openxmlformats.org/officeDocument/2006/relationships/image" Target="../media/image256.png"/><Relationship Id="rId30" Type="http://schemas.openxmlformats.org/officeDocument/2006/relationships/customXml" Target="../ink/ink126.xml"/><Relationship Id="rId105" Type="http://schemas.openxmlformats.org/officeDocument/2006/relationships/image" Target="../media/image165.png"/><Relationship Id="rId126" Type="http://schemas.openxmlformats.org/officeDocument/2006/relationships/customXml" Target="../ink/ink174.xml"/><Relationship Id="rId147" Type="http://schemas.openxmlformats.org/officeDocument/2006/relationships/image" Target="../media/image186.png"/><Relationship Id="rId168" Type="http://schemas.openxmlformats.org/officeDocument/2006/relationships/customXml" Target="../ink/ink195.xml"/><Relationship Id="rId312" Type="http://schemas.openxmlformats.org/officeDocument/2006/relationships/customXml" Target="../ink/ink267.xml"/><Relationship Id="rId51" Type="http://schemas.openxmlformats.org/officeDocument/2006/relationships/image" Target="../media/image138.png"/><Relationship Id="rId72" Type="http://schemas.openxmlformats.org/officeDocument/2006/relationships/customXml" Target="../ink/ink147.xml"/><Relationship Id="rId93" Type="http://schemas.openxmlformats.org/officeDocument/2006/relationships/image" Target="../media/image159.png"/><Relationship Id="rId189" Type="http://schemas.openxmlformats.org/officeDocument/2006/relationships/image" Target="../media/image207.png"/><Relationship Id="rId3" Type="http://schemas.openxmlformats.org/officeDocument/2006/relationships/image" Target="../media/image114.png"/><Relationship Id="rId214" Type="http://schemas.openxmlformats.org/officeDocument/2006/relationships/customXml" Target="../ink/ink218.xml"/><Relationship Id="rId235" Type="http://schemas.openxmlformats.org/officeDocument/2006/relationships/image" Target="../media/image230.png"/><Relationship Id="rId256" Type="http://schemas.openxmlformats.org/officeDocument/2006/relationships/customXml" Target="../ink/ink239.xml"/><Relationship Id="rId277" Type="http://schemas.openxmlformats.org/officeDocument/2006/relationships/image" Target="../media/image251.png"/><Relationship Id="rId298" Type="http://schemas.openxmlformats.org/officeDocument/2006/relationships/customXml" Target="../ink/ink260.xml"/><Relationship Id="rId116" Type="http://schemas.openxmlformats.org/officeDocument/2006/relationships/customXml" Target="../ink/ink169.xml"/><Relationship Id="rId137" Type="http://schemas.openxmlformats.org/officeDocument/2006/relationships/image" Target="../media/image181.png"/><Relationship Id="rId158" Type="http://schemas.openxmlformats.org/officeDocument/2006/relationships/customXml" Target="../ink/ink190.xml"/><Relationship Id="rId302" Type="http://schemas.openxmlformats.org/officeDocument/2006/relationships/customXml" Target="../ink/ink262.xml"/><Relationship Id="rId323" Type="http://schemas.openxmlformats.org/officeDocument/2006/relationships/image" Target="../media/image274.png"/><Relationship Id="rId20" Type="http://schemas.openxmlformats.org/officeDocument/2006/relationships/customXml" Target="../ink/ink121.xml"/><Relationship Id="rId41" Type="http://schemas.openxmlformats.org/officeDocument/2006/relationships/image" Target="../media/image133.png"/><Relationship Id="rId62" Type="http://schemas.openxmlformats.org/officeDocument/2006/relationships/customXml" Target="../ink/ink142.xml"/><Relationship Id="rId83" Type="http://schemas.openxmlformats.org/officeDocument/2006/relationships/image" Target="../media/image154.png"/><Relationship Id="rId179" Type="http://schemas.openxmlformats.org/officeDocument/2006/relationships/image" Target="../media/image202.png"/><Relationship Id="rId190" Type="http://schemas.openxmlformats.org/officeDocument/2006/relationships/customXml" Target="../ink/ink206.xml"/><Relationship Id="rId204" Type="http://schemas.openxmlformats.org/officeDocument/2006/relationships/customXml" Target="../ink/ink213.xml"/><Relationship Id="rId225" Type="http://schemas.openxmlformats.org/officeDocument/2006/relationships/image" Target="../media/image225.png"/><Relationship Id="rId246" Type="http://schemas.openxmlformats.org/officeDocument/2006/relationships/customXml" Target="../ink/ink234.xml"/><Relationship Id="rId267" Type="http://schemas.openxmlformats.org/officeDocument/2006/relationships/image" Target="../media/image246.png"/><Relationship Id="rId288" Type="http://schemas.openxmlformats.org/officeDocument/2006/relationships/customXml" Target="../ink/ink255.xml"/><Relationship Id="rId106" Type="http://schemas.openxmlformats.org/officeDocument/2006/relationships/customXml" Target="../ink/ink164.xml"/><Relationship Id="rId127" Type="http://schemas.openxmlformats.org/officeDocument/2006/relationships/image" Target="../media/image176.png"/><Relationship Id="rId313" Type="http://schemas.openxmlformats.org/officeDocument/2006/relationships/image" Target="../media/image269.png"/><Relationship Id="rId10" Type="http://schemas.openxmlformats.org/officeDocument/2006/relationships/customXml" Target="../ink/ink116.xml"/><Relationship Id="rId31" Type="http://schemas.openxmlformats.org/officeDocument/2006/relationships/image" Target="../media/image128.png"/><Relationship Id="rId52" Type="http://schemas.openxmlformats.org/officeDocument/2006/relationships/customXml" Target="../ink/ink137.xml"/><Relationship Id="rId73" Type="http://schemas.openxmlformats.org/officeDocument/2006/relationships/image" Target="../media/image149.png"/><Relationship Id="rId94" Type="http://schemas.openxmlformats.org/officeDocument/2006/relationships/customXml" Target="../ink/ink158.xml"/><Relationship Id="rId148" Type="http://schemas.openxmlformats.org/officeDocument/2006/relationships/customXml" Target="../ink/ink185.xml"/><Relationship Id="rId169" Type="http://schemas.openxmlformats.org/officeDocument/2006/relationships/image" Target="../media/image197.png"/><Relationship Id="rId4" Type="http://schemas.openxmlformats.org/officeDocument/2006/relationships/customXml" Target="../ink/ink113.xml"/><Relationship Id="rId180" Type="http://schemas.openxmlformats.org/officeDocument/2006/relationships/customXml" Target="../ink/ink201.xml"/><Relationship Id="rId215" Type="http://schemas.openxmlformats.org/officeDocument/2006/relationships/image" Target="../media/image220.png"/><Relationship Id="rId236" Type="http://schemas.openxmlformats.org/officeDocument/2006/relationships/customXml" Target="../ink/ink229.xml"/><Relationship Id="rId257" Type="http://schemas.openxmlformats.org/officeDocument/2006/relationships/image" Target="../media/image241.png"/><Relationship Id="rId278" Type="http://schemas.openxmlformats.org/officeDocument/2006/relationships/customXml" Target="../ink/ink250.xml"/><Relationship Id="rId303" Type="http://schemas.openxmlformats.org/officeDocument/2006/relationships/image" Target="../media/image264.png"/><Relationship Id="rId42" Type="http://schemas.openxmlformats.org/officeDocument/2006/relationships/customXml" Target="../ink/ink132.xml"/><Relationship Id="rId84" Type="http://schemas.openxmlformats.org/officeDocument/2006/relationships/customXml" Target="../ink/ink153.xml"/><Relationship Id="rId138" Type="http://schemas.openxmlformats.org/officeDocument/2006/relationships/customXml" Target="../ink/ink180.xml"/><Relationship Id="rId191" Type="http://schemas.openxmlformats.org/officeDocument/2006/relationships/image" Target="../media/image208.png"/><Relationship Id="rId205" Type="http://schemas.openxmlformats.org/officeDocument/2006/relationships/image" Target="../media/image215.png"/><Relationship Id="rId247" Type="http://schemas.openxmlformats.org/officeDocument/2006/relationships/image" Target="../media/image236.png"/><Relationship Id="rId107" Type="http://schemas.openxmlformats.org/officeDocument/2006/relationships/image" Target="../media/image166.png"/><Relationship Id="rId289" Type="http://schemas.openxmlformats.org/officeDocument/2006/relationships/image" Target="../media/image257.png"/><Relationship Id="rId11" Type="http://schemas.openxmlformats.org/officeDocument/2006/relationships/image" Target="../media/image118.png"/><Relationship Id="rId53" Type="http://schemas.openxmlformats.org/officeDocument/2006/relationships/image" Target="../media/image139.png"/><Relationship Id="rId149" Type="http://schemas.openxmlformats.org/officeDocument/2006/relationships/image" Target="../media/image187.png"/><Relationship Id="rId314" Type="http://schemas.openxmlformats.org/officeDocument/2006/relationships/customXml" Target="../ink/ink268.xml"/><Relationship Id="rId95" Type="http://schemas.openxmlformats.org/officeDocument/2006/relationships/image" Target="../media/image160.png"/><Relationship Id="rId160" Type="http://schemas.openxmlformats.org/officeDocument/2006/relationships/customXml" Target="../ink/ink191.xml"/><Relationship Id="rId216" Type="http://schemas.openxmlformats.org/officeDocument/2006/relationships/customXml" Target="../ink/ink219.xml"/><Relationship Id="rId258" Type="http://schemas.openxmlformats.org/officeDocument/2006/relationships/customXml" Target="../ink/ink240.xml"/><Relationship Id="rId22" Type="http://schemas.openxmlformats.org/officeDocument/2006/relationships/customXml" Target="../ink/ink122.xml"/><Relationship Id="rId64" Type="http://schemas.openxmlformats.org/officeDocument/2006/relationships/customXml" Target="../ink/ink143.xml"/><Relationship Id="rId118" Type="http://schemas.openxmlformats.org/officeDocument/2006/relationships/customXml" Target="../ink/ink170.xml"/><Relationship Id="rId325" Type="http://schemas.openxmlformats.org/officeDocument/2006/relationships/image" Target="../media/image275.png"/><Relationship Id="rId171" Type="http://schemas.openxmlformats.org/officeDocument/2006/relationships/image" Target="../media/image198.png"/><Relationship Id="rId227" Type="http://schemas.openxmlformats.org/officeDocument/2006/relationships/image" Target="../media/image226.png"/><Relationship Id="rId269" Type="http://schemas.openxmlformats.org/officeDocument/2006/relationships/image" Target="../media/image247.png"/><Relationship Id="rId33" Type="http://schemas.openxmlformats.org/officeDocument/2006/relationships/image" Target="../media/image129.png"/><Relationship Id="rId129" Type="http://schemas.openxmlformats.org/officeDocument/2006/relationships/image" Target="../media/image177.png"/><Relationship Id="rId280" Type="http://schemas.openxmlformats.org/officeDocument/2006/relationships/customXml" Target="../ink/ink251.xml"/><Relationship Id="rId75" Type="http://schemas.openxmlformats.org/officeDocument/2006/relationships/image" Target="../media/image150.png"/><Relationship Id="rId140" Type="http://schemas.openxmlformats.org/officeDocument/2006/relationships/customXml" Target="../ink/ink181.xml"/><Relationship Id="rId182" Type="http://schemas.openxmlformats.org/officeDocument/2006/relationships/customXml" Target="../ink/ink202.xml"/><Relationship Id="rId6" Type="http://schemas.openxmlformats.org/officeDocument/2006/relationships/customXml" Target="../ink/ink114.xml"/><Relationship Id="rId238" Type="http://schemas.openxmlformats.org/officeDocument/2006/relationships/customXml" Target="../ink/ink230.xml"/><Relationship Id="rId291" Type="http://schemas.openxmlformats.org/officeDocument/2006/relationships/image" Target="../media/image258.png"/><Relationship Id="rId305" Type="http://schemas.openxmlformats.org/officeDocument/2006/relationships/image" Target="../media/image265.png"/><Relationship Id="rId44" Type="http://schemas.openxmlformats.org/officeDocument/2006/relationships/customXml" Target="../ink/ink133.xml"/><Relationship Id="rId86" Type="http://schemas.openxmlformats.org/officeDocument/2006/relationships/customXml" Target="../ink/ink154.xml"/><Relationship Id="rId151" Type="http://schemas.openxmlformats.org/officeDocument/2006/relationships/image" Target="../media/image188.png"/><Relationship Id="rId193" Type="http://schemas.openxmlformats.org/officeDocument/2006/relationships/image" Target="../media/image209.png"/><Relationship Id="rId207" Type="http://schemas.openxmlformats.org/officeDocument/2006/relationships/image" Target="../media/image216.png"/><Relationship Id="rId249" Type="http://schemas.openxmlformats.org/officeDocument/2006/relationships/image" Target="../media/image237.png"/><Relationship Id="rId13" Type="http://schemas.openxmlformats.org/officeDocument/2006/relationships/image" Target="../media/image119.png"/><Relationship Id="rId109" Type="http://schemas.openxmlformats.org/officeDocument/2006/relationships/image" Target="../media/image167.png"/><Relationship Id="rId260" Type="http://schemas.openxmlformats.org/officeDocument/2006/relationships/customXml" Target="../ink/ink241.xml"/><Relationship Id="rId316" Type="http://schemas.openxmlformats.org/officeDocument/2006/relationships/customXml" Target="../ink/ink269.xml"/><Relationship Id="rId55" Type="http://schemas.openxmlformats.org/officeDocument/2006/relationships/image" Target="../media/image140.png"/><Relationship Id="rId97" Type="http://schemas.openxmlformats.org/officeDocument/2006/relationships/image" Target="../media/image161.png"/><Relationship Id="rId120" Type="http://schemas.openxmlformats.org/officeDocument/2006/relationships/customXml" Target="../ink/ink171.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277.png"/><Relationship Id="rId4" Type="http://schemas.openxmlformats.org/officeDocument/2006/relationships/image" Target="../media/image27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ustomXml" Target="../ink/ink274.xml"/><Relationship Id="rId2" Type="http://schemas.openxmlformats.org/officeDocument/2006/relationships/image" Target="../media/image278.png"/><Relationship Id="rId1" Type="http://schemas.openxmlformats.org/officeDocument/2006/relationships/slideLayout" Target="../slideLayouts/slideLayout2.xml"/><Relationship Id="rId4" Type="http://schemas.openxmlformats.org/officeDocument/2006/relationships/image" Target="../media/image5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cap.cloud.sap/"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3" Type="http://schemas.openxmlformats.org/officeDocument/2006/relationships/image" Target="../media/image1210.png"/><Relationship Id="rId18" Type="http://schemas.openxmlformats.org/officeDocument/2006/relationships/customXml" Target="../ink/ink283.xml"/><Relationship Id="rId26" Type="http://schemas.openxmlformats.org/officeDocument/2006/relationships/customXml" Target="../ink/ink287.xml"/><Relationship Id="rId39" Type="http://schemas.openxmlformats.org/officeDocument/2006/relationships/image" Target="../media/image2510.png"/><Relationship Id="rId21" Type="http://schemas.openxmlformats.org/officeDocument/2006/relationships/image" Target="../media/image1610.png"/><Relationship Id="rId34" Type="http://schemas.openxmlformats.org/officeDocument/2006/relationships/customXml" Target="../ink/ink291.xml"/><Relationship Id="rId42" Type="http://schemas.openxmlformats.org/officeDocument/2006/relationships/customXml" Target="../ink/ink295.xml"/><Relationship Id="rId47" Type="http://schemas.openxmlformats.org/officeDocument/2006/relationships/image" Target="../media/image2910.png"/><Relationship Id="rId50" Type="http://schemas.openxmlformats.org/officeDocument/2006/relationships/customXml" Target="../ink/ink299.xml"/><Relationship Id="rId55" Type="http://schemas.openxmlformats.org/officeDocument/2006/relationships/image" Target="../media/image330.png"/><Relationship Id="rId63" Type="http://schemas.openxmlformats.org/officeDocument/2006/relationships/image" Target="../media/image370.png"/><Relationship Id="rId7" Type="http://schemas.openxmlformats.org/officeDocument/2006/relationships/image" Target="../media/image910.png"/><Relationship Id="rId2" Type="http://schemas.openxmlformats.org/officeDocument/2006/relationships/customXml" Target="../ink/ink275.xml"/><Relationship Id="rId16" Type="http://schemas.openxmlformats.org/officeDocument/2006/relationships/customXml" Target="../ink/ink282.xml"/><Relationship Id="rId29" Type="http://schemas.openxmlformats.org/officeDocument/2006/relationships/image" Target="../media/image2010.png"/><Relationship Id="rId11" Type="http://schemas.openxmlformats.org/officeDocument/2006/relationships/image" Target="../media/image1110.png"/><Relationship Id="rId24" Type="http://schemas.openxmlformats.org/officeDocument/2006/relationships/customXml" Target="../ink/ink286.xml"/><Relationship Id="rId32" Type="http://schemas.openxmlformats.org/officeDocument/2006/relationships/customXml" Target="../ink/ink290.xml"/><Relationship Id="rId37" Type="http://schemas.openxmlformats.org/officeDocument/2006/relationships/image" Target="../media/image2410.png"/><Relationship Id="rId40" Type="http://schemas.openxmlformats.org/officeDocument/2006/relationships/customXml" Target="../ink/ink294.xml"/><Relationship Id="rId45" Type="http://schemas.openxmlformats.org/officeDocument/2006/relationships/image" Target="../media/image2810.png"/><Relationship Id="rId53" Type="http://schemas.openxmlformats.org/officeDocument/2006/relationships/image" Target="../media/image320.png"/><Relationship Id="rId58" Type="http://schemas.openxmlformats.org/officeDocument/2006/relationships/customXml" Target="../ink/ink303.xml"/><Relationship Id="rId5" Type="http://schemas.openxmlformats.org/officeDocument/2006/relationships/image" Target="../media/image810.png"/><Relationship Id="rId61" Type="http://schemas.openxmlformats.org/officeDocument/2006/relationships/image" Target="../media/image360.png"/><Relationship Id="rId19" Type="http://schemas.openxmlformats.org/officeDocument/2006/relationships/image" Target="../media/image1510.png"/><Relationship Id="rId14" Type="http://schemas.openxmlformats.org/officeDocument/2006/relationships/customXml" Target="../ink/ink281.xml"/><Relationship Id="rId22" Type="http://schemas.openxmlformats.org/officeDocument/2006/relationships/customXml" Target="../ink/ink285.xml"/><Relationship Id="rId27" Type="http://schemas.openxmlformats.org/officeDocument/2006/relationships/image" Target="../media/image1910.png"/><Relationship Id="rId30" Type="http://schemas.openxmlformats.org/officeDocument/2006/relationships/customXml" Target="../ink/ink289.xml"/><Relationship Id="rId35" Type="http://schemas.openxmlformats.org/officeDocument/2006/relationships/image" Target="../media/image2310.png"/><Relationship Id="rId43" Type="http://schemas.openxmlformats.org/officeDocument/2006/relationships/image" Target="../media/image2710.png"/><Relationship Id="rId48" Type="http://schemas.openxmlformats.org/officeDocument/2006/relationships/customXml" Target="../ink/ink298.xml"/><Relationship Id="rId56" Type="http://schemas.openxmlformats.org/officeDocument/2006/relationships/customXml" Target="../ink/ink302.xml"/><Relationship Id="rId8" Type="http://schemas.openxmlformats.org/officeDocument/2006/relationships/customXml" Target="../ink/ink278.xml"/><Relationship Id="rId51" Type="http://schemas.openxmlformats.org/officeDocument/2006/relationships/image" Target="../media/image314.png"/><Relationship Id="rId3" Type="http://schemas.openxmlformats.org/officeDocument/2006/relationships/image" Target="../media/image710.png"/><Relationship Id="rId12" Type="http://schemas.openxmlformats.org/officeDocument/2006/relationships/customXml" Target="../ink/ink280.xml"/><Relationship Id="rId17" Type="http://schemas.openxmlformats.org/officeDocument/2006/relationships/image" Target="../media/image1410.png"/><Relationship Id="rId25" Type="http://schemas.openxmlformats.org/officeDocument/2006/relationships/image" Target="../media/image1810.png"/><Relationship Id="rId33" Type="http://schemas.openxmlformats.org/officeDocument/2006/relationships/image" Target="../media/image2210.png"/><Relationship Id="rId38" Type="http://schemas.openxmlformats.org/officeDocument/2006/relationships/customXml" Target="../ink/ink293.xml"/><Relationship Id="rId46" Type="http://schemas.openxmlformats.org/officeDocument/2006/relationships/customXml" Target="../ink/ink297.xml"/><Relationship Id="rId59" Type="http://schemas.openxmlformats.org/officeDocument/2006/relationships/image" Target="../media/image350.png"/><Relationship Id="rId20" Type="http://schemas.openxmlformats.org/officeDocument/2006/relationships/customXml" Target="../ink/ink284.xml"/><Relationship Id="rId41" Type="http://schemas.openxmlformats.org/officeDocument/2006/relationships/image" Target="../media/image2610.png"/><Relationship Id="rId54" Type="http://schemas.openxmlformats.org/officeDocument/2006/relationships/customXml" Target="../ink/ink301.xml"/><Relationship Id="rId62" Type="http://schemas.openxmlformats.org/officeDocument/2006/relationships/customXml" Target="../ink/ink305.xml"/><Relationship Id="rId1" Type="http://schemas.openxmlformats.org/officeDocument/2006/relationships/slideLayout" Target="../slideLayouts/slideLayout2.xml"/><Relationship Id="rId6" Type="http://schemas.openxmlformats.org/officeDocument/2006/relationships/customXml" Target="../ink/ink277.xml"/><Relationship Id="rId15" Type="http://schemas.openxmlformats.org/officeDocument/2006/relationships/image" Target="../media/image1310.png"/><Relationship Id="rId23" Type="http://schemas.openxmlformats.org/officeDocument/2006/relationships/image" Target="../media/image1710.png"/><Relationship Id="rId28" Type="http://schemas.openxmlformats.org/officeDocument/2006/relationships/customXml" Target="../ink/ink288.xml"/><Relationship Id="rId36" Type="http://schemas.openxmlformats.org/officeDocument/2006/relationships/customXml" Target="../ink/ink292.xml"/><Relationship Id="rId49" Type="http://schemas.openxmlformats.org/officeDocument/2006/relationships/image" Target="../media/image3010.png"/><Relationship Id="rId57" Type="http://schemas.openxmlformats.org/officeDocument/2006/relationships/image" Target="../media/image340.png"/><Relationship Id="rId10" Type="http://schemas.openxmlformats.org/officeDocument/2006/relationships/customXml" Target="../ink/ink279.xml"/><Relationship Id="rId31" Type="http://schemas.openxmlformats.org/officeDocument/2006/relationships/image" Target="../media/image2110.png"/><Relationship Id="rId44" Type="http://schemas.openxmlformats.org/officeDocument/2006/relationships/customXml" Target="../ink/ink296.xml"/><Relationship Id="rId52" Type="http://schemas.openxmlformats.org/officeDocument/2006/relationships/customXml" Target="../ink/ink300.xml"/><Relationship Id="rId60" Type="http://schemas.openxmlformats.org/officeDocument/2006/relationships/customXml" Target="../ink/ink304.xml"/><Relationship Id="rId4" Type="http://schemas.openxmlformats.org/officeDocument/2006/relationships/customXml" Target="../ink/ink276.xml"/><Relationship Id="rId9" Type="http://schemas.openxmlformats.org/officeDocument/2006/relationships/image" Target="../media/image1010.png"/></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coreybutler/nvm-windows/releases"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79.jp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280.png"/><Relationship Id="rId4" Type="http://schemas.openxmlformats.org/officeDocument/2006/relationships/hyperlink" Target="http://www.dribbble.com/"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286.jpeg"/><Relationship Id="rId3" Type="http://schemas.openxmlformats.org/officeDocument/2006/relationships/image" Target="../media/image281.jpeg"/><Relationship Id="rId7" Type="http://schemas.openxmlformats.org/officeDocument/2006/relationships/image" Target="../media/image285.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284.tiff"/><Relationship Id="rId5" Type="http://schemas.openxmlformats.org/officeDocument/2006/relationships/image" Target="../media/image283.tiff"/><Relationship Id="rId4" Type="http://schemas.openxmlformats.org/officeDocument/2006/relationships/image" Target="../media/image282.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4</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3214092" y="1213699"/>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3214092" y="296942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3214092" y="4725144"/>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3878778" y="1466712"/>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083773"/>
              <a:ext cx="2236930" cy="639170"/>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Node Package Manager</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3878778" y="3222431"/>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083773"/>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Events, Async programming</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3878778" y="4978154"/>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First microservice using Node</a:t>
              </a: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4</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104088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281DB-E01E-22E9-4D15-AF82CAEF6082}"/>
              </a:ext>
            </a:extLst>
          </p:cNvPr>
          <p:cNvSpPr>
            <a:spLocks noGrp="1"/>
          </p:cNvSpPr>
          <p:nvPr>
            <p:ph type="title"/>
          </p:nvPr>
        </p:nvSpPr>
        <p:spPr/>
        <p:txBody>
          <a:bodyPr/>
          <a:lstStyle/>
          <a:p>
            <a:endParaRPr lang="en-IN"/>
          </a:p>
        </p:txBody>
      </p:sp>
      <p:grpSp>
        <p:nvGrpSpPr>
          <p:cNvPr id="12" name="Group 11">
            <a:extLst>
              <a:ext uri="{FF2B5EF4-FFF2-40B4-BE49-F238E27FC236}">
                <a16:creationId xmlns:a16="http://schemas.microsoft.com/office/drawing/2014/main" id="{6A5CD87D-6CD1-71ED-FE1A-40F75DD1ED6F}"/>
              </a:ext>
            </a:extLst>
          </p:cNvPr>
          <p:cNvGrpSpPr/>
          <p:nvPr/>
        </p:nvGrpSpPr>
        <p:grpSpPr>
          <a:xfrm>
            <a:off x="2506600" y="3769772"/>
            <a:ext cx="3338640" cy="977400"/>
            <a:chOff x="2506600" y="3769772"/>
            <a:chExt cx="3338640" cy="977400"/>
          </a:xfrm>
        </p:grpSpPr>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65497CCD-761E-8B18-B9BD-737B34284CD0}"/>
                    </a:ext>
                  </a:extLst>
                </p14:cNvPr>
                <p14:cNvContentPartPr/>
                <p14:nvPr/>
              </p14:nvContentPartPr>
              <p14:xfrm>
                <a:off x="2506600" y="3769772"/>
                <a:ext cx="3338640" cy="977400"/>
              </p14:xfrm>
            </p:contentPart>
          </mc:Choice>
          <mc:Fallback>
            <p:pic>
              <p:nvPicPr>
                <p:cNvPr id="3" name="Ink 2">
                  <a:extLst>
                    <a:ext uri="{FF2B5EF4-FFF2-40B4-BE49-F238E27FC236}">
                      <a16:creationId xmlns:a16="http://schemas.microsoft.com/office/drawing/2014/main" id="{65497CCD-761E-8B18-B9BD-737B34284CD0}"/>
                    </a:ext>
                  </a:extLst>
                </p:cNvPr>
                <p:cNvPicPr/>
                <p:nvPr/>
              </p:nvPicPr>
              <p:blipFill>
                <a:blip r:embed="rId3"/>
                <a:stretch>
                  <a:fillRect/>
                </a:stretch>
              </p:blipFill>
              <p:spPr>
                <a:xfrm>
                  <a:off x="2497960" y="3761132"/>
                  <a:ext cx="3356280" cy="9950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EE0E7B44-E0F1-4F26-3F36-263E89FFEDCB}"/>
                    </a:ext>
                  </a:extLst>
                </p14:cNvPr>
                <p14:cNvContentPartPr/>
                <p14:nvPr/>
              </p14:nvContentPartPr>
              <p14:xfrm>
                <a:off x="3165400" y="4004852"/>
                <a:ext cx="159840" cy="406440"/>
              </p14:xfrm>
            </p:contentPart>
          </mc:Choice>
          <mc:Fallback>
            <p:pic>
              <p:nvPicPr>
                <p:cNvPr id="4" name="Ink 3">
                  <a:extLst>
                    <a:ext uri="{FF2B5EF4-FFF2-40B4-BE49-F238E27FC236}">
                      <a16:creationId xmlns:a16="http://schemas.microsoft.com/office/drawing/2014/main" id="{EE0E7B44-E0F1-4F26-3F36-263E89FFEDCB}"/>
                    </a:ext>
                  </a:extLst>
                </p:cNvPr>
                <p:cNvPicPr/>
                <p:nvPr/>
              </p:nvPicPr>
              <p:blipFill>
                <a:blip r:embed="rId5"/>
                <a:stretch>
                  <a:fillRect/>
                </a:stretch>
              </p:blipFill>
              <p:spPr>
                <a:xfrm>
                  <a:off x="3156760" y="3996212"/>
                  <a:ext cx="177480" cy="4240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 name="Ink 4">
                  <a:extLst>
                    <a:ext uri="{FF2B5EF4-FFF2-40B4-BE49-F238E27FC236}">
                      <a16:creationId xmlns:a16="http://schemas.microsoft.com/office/drawing/2014/main" id="{5C1DE691-DD09-0C2E-024E-06F7C29223B4}"/>
                    </a:ext>
                  </a:extLst>
                </p14:cNvPr>
                <p14:cNvContentPartPr/>
                <p14:nvPr/>
              </p14:nvContentPartPr>
              <p14:xfrm>
                <a:off x="3310840" y="4183772"/>
                <a:ext cx="181080" cy="163440"/>
              </p14:xfrm>
            </p:contentPart>
          </mc:Choice>
          <mc:Fallback>
            <p:pic>
              <p:nvPicPr>
                <p:cNvPr id="5" name="Ink 4">
                  <a:extLst>
                    <a:ext uri="{FF2B5EF4-FFF2-40B4-BE49-F238E27FC236}">
                      <a16:creationId xmlns:a16="http://schemas.microsoft.com/office/drawing/2014/main" id="{5C1DE691-DD09-0C2E-024E-06F7C29223B4}"/>
                    </a:ext>
                  </a:extLst>
                </p:cNvPr>
                <p:cNvPicPr/>
                <p:nvPr/>
              </p:nvPicPr>
              <p:blipFill>
                <a:blip r:embed="rId7"/>
                <a:stretch>
                  <a:fillRect/>
                </a:stretch>
              </p:blipFill>
              <p:spPr>
                <a:xfrm>
                  <a:off x="3302200" y="4175132"/>
                  <a:ext cx="19872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49F14EFE-492D-36AB-1B10-4A072E9E341E}"/>
                    </a:ext>
                  </a:extLst>
                </p14:cNvPr>
                <p14:cNvContentPartPr/>
                <p14:nvPr/>
              </p14:nvContentPartPr>
              <p14:xfrm>
                <a:off x="3585160" y="4079372"/>
                <a:ext cx="27000" cy="234720"/>
              </p14:xfrm>
            </p:contentPart>
          </mc:Choice>
          <mc:Fallback>
            <p:pic>
              <p:nvPicPr>
                <p:cNvPr id="6" name="Ink 5">
                  <a:extLst>
                    <a:ext uri="{FF2B5EF4-FFF2-40B4-BE49-F238E27FC236}">
                      <a16:creationId xmlns:a16="http://schemas.microsoft.com/office/drawing/2014/main" id="{49F14EFE-492D-36AB-1B10-4A072E9E341E}"/>
                    </a:ext>
                  </a:extLst>
                </p:cNvPr>
                <p:cNvPicPr/>
                <p:nvPr/>
              </p:nvPicPr>
              <p:blipFill>
                <a:blip r:embed="rId9"/>
                <a:stretch>
                  <a:fillRect/>
                </a:stretch>
              </p:blipFill>
              <p:spPr>
                <a:xfrm>
                  <a:off x="3576160" y="4070732"/>
                  <a:ext cx="44640" cy="2523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7" name="Ink 6">
                  <a:extLst>
                    <a:ext uri="{FF2B5EF4-FFF2-40B4-BE49-F238E27FC236}">
                      <a16:creationId xmlns:a16="http://schemas.microsoft.com/office/drawing/2014/main" id="{CD7C2AE2-13F6-8A93-DCFF-8221FFA7B8AA}"/>
                    </a:ext>
                  </a:extLst>
                </p14:cNvPr>
                <p14:cNvContentPartPr/>
                <p14:nvPr/>
              </p14:nvContentPartPr>
              <p14:xfrm>
                <a:off x="3606040" y="4175492"/>
                <a:ext cx="104400" cy="116640"/>
              </p14:xfrm>
            </p:contentPart>
          </mc:Choice>
          <mc:Fallback>
            <p:pic>
              <p:nvPicPr>
                <p:cNvPr id="7" name="Ink 6">
                  <a:extLst>
                    <a:ext uri="{FF2B5EF4-FFF2-40B4-BE49-F238E27FC236}">
                      <a16:creationId xmlns:a16="http://schemas.microsoft.com/office/drawing/2014/main" id="{CD7C2AE2-13F6-8A93-DCFF-8221FFA7B8AA}"/>
                    </a:ext>
                  </a:extLst>
                </p:cNvPr>
                <p:cNvPicPr/>
                <p:nvPr/>
              </p:nvPicPr>
              <p:blipFill>
                <a:blip r:embed="rId11"/>
                <a:stretch>
                  <a:fillRect/>
                </a:stretch>
              </p:blipFill>
              <p:spPr>
                <a:xfrm>
                  <a:off x="3597040" y="4166492"/>
                  <a:ext cx="12204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8" name="Ink 7">
                  <a:extLst>
                    <a:ext uri="{FF2B5EF4-FFF2-40B4-BE49-F238E27FC236}">
                      <a16:creationId xmlns:a16="http://schemas.microsoft.com/office/drawing/2014/main" id="{33FB55D7-11D8-8B9E-9525-1B1EE7F0FE51}"/>
                    </a:ext>
                  </a:extLst>
                </p14:cNvPr>
                <p14:cNvContentPartPr/>
                <p14:nvPr/>
              </p14:nvContentPartPr>
              <p14:xfrm>
                <a:off x="3827440" y="4200692"/>
                <a:ext cx="125640" cy="359640"/>
              </p14:xfrm>
            </p:contentPart>
          </mc:Choice>
          <mc:Fallback>
            <p:pic>
              <p:nvPicPr>
                <p:cNvPr id="8" name="Ink 7">
                  <a:extLst>
                    <a:ext uri="{FF2B5EF4-FFF2-40B4-BE49-F238E27FC236}">
                      <a16:creationId xmlns:a16="http://schemas.microsoft.com/office/drawing/2014/main" id="{33FB55D7-11D8-8B9E-9525-1B1EE7F0FE51}"/>
                    </a:ext>
                  </a:extLst>
                </p:cNvPr>
                <p:cNvPicPr/>
                <p:nvPr/>
              </p:nvPicPr>
              <p:blipFill>
                <a:blip r:embed="rId13"/>
                <a:stretch>
                  <a:fillRect/>
                </a:stretch>
              </p:blipFill>
              <p:spPr>
                <a:xfrm>
                  <a:off x="3818800" y="4192052"/>
                  <a:ext cx="143280" cy="3772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9" name="Ink 8">
                  <a:extLst>
                    <a:ext uri="{FF2B5EF4-FFF2-40B4-BE49-F238E27FC236}">
                      <a16:creationId xmlns:a16="http://schemas.microsoft.com/office/drawing/2014/main" id="{F36F3647-7798-5CC7-C4BA-4FABE4BA85F7}"/>
                    </a:ext>
                  </a:extLst>
                </p14:cNvPr>
                <p14:cNvContentPartPr/>
                <p14:nvPr/>
              </p14:nvContentPartPr>
              <p14:xfrm>
                <a:off x="4012120" y="4215812"/>
                <a:ext cx="230040" cy="118080"/>
              </p14:xfrm>
            </p:contentPart>
          </mc:Choice>
          <mc:Fallback>
            <p:pic>
              <p:nvPicPr>
                <p:cNvPr id="9" name="Ink 8">
                  <a:extLst>
                    <a:ext uri="{FF2B5EF4-FFF2-40B4-BE49-F238E27FC236}">
                      <a16:creationId xmlns:a16="http://schemas.microsoft.com/office/drawing/2014/main" id="{F36F3647-7798-5CC7-C4BA-4FABE4BA85F7}"/>
                    </a:ext>
                  </a:extLst>
                </p:cNvPr>
                <p:cNvPicPr/>
                <p:nvPr/>
              </p:nvPicPr>
              <p:blipFill>
                <a:blip r:embed="rId15"/>
                <a:stretch>
                  <a:fillRect/>
                </a:stretch>
              </p:blipFill>
              <p:spPr>
                <a:xfrm>
                  <a:off x="4003120" y="4206812"/>
                  <a:ext cx="24768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0" name="Ink 9">
                  <a:extLst>
                    <a:ext uri="{FF2B5EF4-FFF2-40B4-BE49-F238E27FC236}">
                      <a16:creationId xmlns:a16="http://schemas.microsoft.com/office/drawing/2014/main" id="{0D15B900-8290-865D-7C66-CE16B4153C28}"/>
                    </a:ext>
                  </a:extLst>
                </p14:cNvPr>
                <p14:cNvContentPartPr/>
                <p14:nvPr/>
              </p14:nvContentPartPr>
              <p14:xfrm>
                <a:off x="4334320" y="4214732"/>
                <a:ext cx="84240" cy="127800"/>
              </p14:xfrm>
            </p:contentPart>
          </mc:Choice>
          <mc:Fallback>
            <p:pic>
              <p:nvPicPr>
                <p:cNvPr id="10" name="Ink 9">
                  <a:extLst>
                    <a:ext uri="{FF2B5EF4-FFF2-40B4-BE49-F238E27FC236}">
                      <a16:creationId xmlns:a16="http://schemas.microsoft.com/office/drawing/2014/main" id="{0D15B900-8290-865D-7C66-CE16B4153C28}"/>
                    </a:ext>
                  </a:extLst>
                </p:cNvPr>
                <p:cNvPicPr/>
                <p:nvPr/>
              </p:nvPicPr>
              <p:blipFill>
                <a:blip r:embed="rId17"/>
                <a:stretch>
                  <a:fillRect/>
                </a:stretch>
              </p:blipFill>
              <p:spPr>
                <a:xfrm>
                  <a:off x="4325320" y="4205732"/>
                  <a:ext cx="10188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1" name="Ink 10">
                  <a:extLst>
                    <a:ext uri="{FF2B5EF4-FFF2-40B4-BE49-F238E27FC236}">
                      <a16:creationId xmlns:a16="http://schemas.microsoft.com/office/drawing/2014/main" id="{AA4BE663-FD01-7C2B-7000-80A94720A8F6}"/>
                    </a:ext>
                  </a:extLst>
                </p14:cNvPr>
                <p14:cNvContentPartPr/>
                <p14:nvPr/>
              </p14:nvContentPartPr>
              <p14:xfrm>
                <a:off x="4499920" y="4200332"/>
                <a:ext cx="158040" cy="133200"/>
              </p14:xfrm>
            </p:contentPart>
          </mc:Choice>
          <mc:Fallback>
            <p:pic>
              <p:nvPicPr>
                <p:cNvPr id="11" name="Ink 10">
                  <a:extLst>
                    <a:ext uri="{FF2B5EF4-FFF2-40B4-BE49-F238E27FC236}">
                      <a16:creationId xmlns:a16="http://schemas.microsoft.com/office/drawing/2014/main" id="{AA4BE663-FD01-7C2B-7000-80A94720A8F6}"/>
                    </a:ext>
                  </a:extLst>
                </p:cNvPr>
                <p:cNvPicPr/>
                <p:nvPr/>
              </p:nvPicPr>
              <p:blipFill>
                <a:blip r:embed="rId19"/>
                <a:stretch>
                  <a:fillRect/>
                </a:stretch>
              </p:blipFill>
              <p:spPr>
                <a:xfrm>
                  <a:off x="4491280" y="4191692"/>
                  <a:ext cx="175680" cy="1508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0">
            <p14:nvContentPartPr>
              <p14:cNvPr id="41" name="Ink 40">
                <a:extLst>
                  <a:ext uri="{FF2B5EF4-FFF2-40B4-BE49-F238E27FC236}">
                    <a16:creationId xmlns:a16="http://schemas.microsoft.com/office/drawing/2014/main" id="{7300B106-EF20-F318-51B1-2E1D1DD2BD85}"/>
                  </a:ext>
                </a:extLst>
              </p14:cNvPr>
              <p14:cNvContentPartPr/>
              <p14:nvPr/>
            </p14:nvContentPartPr>
            <p14:xfrm>
              <a:off x="2539000" y="3881372"/>
              <a:ext cx="191880" cy="19440"/>
            </p14:xfrm>
          </p:contentPart>
        </mc:Choice>
        <mc:Fallback>
          <p:pic>
            <p:nvPicPr>
              <p:cNvPr id="41" name="Ink 40">
                <a:extLst>
                  <a:ext uri="{FF2B5EF4-FFF2-40B4-BE49-F238E27FC236}">
                    <a16:creationId xmlns:a16="http://schemas.microsoft.com/office/drawing/2014/main" id="{7300B106-EF20-F318-51B1-2E1D1DD2BD85}"/>
                  </a:ext>
                </a:extLst>
              </p:cNvPr>
              <p:cNvPicPr/>
              <p:nvPr/>
            </p:nvPicPr>
            <p:blipFill>
              <a:blip r:embed="rId21"/>
              <a:stretch>
                <a:fillRect/>
              </a:stretch>
            </p:blipFill>
            <p:spPr>
              <a:xfrm>
                <a:off x="2530000" y="3872372"/>
                <a:ext cx="209520" cy="37080"/>
              </a:xfrm>
              <a:prstGeom prst="rect">
                <a:avLst/>
              </a:prstGeom>
            </p:spPr>
          </p:pic>
        </mc:Fallback>
      </mc:AlternateContent>
      <p:grpSp>
        <p:nvGrpSpPr>
          <p:cNvPr id="101" name="Group 100">
            <a:extLst>
              <a:ext uri="{FF2B5EF4-FFF2-40B4-BE49-F238E27FC236}">
                <a16:creationId xmlns:a16="http://schemas.microsoft.com/office/drawing/2014/main" id="{F8F9EF61-032B-B46A-CDC8-5C8295B498AE}"/>
              </a:ext>
            </a:extLst>
          </p:cNvPr>
          <p:cNvGrpSpPr/>
          <p:nvPr/>
        </p:nvGrpSpPr>
        <p:grpSpPr>
          <a:xfrm>
            <a:off x="3288880" y="1356332"/>
            <a:ext cx="5669640" cy="2516040"/>
            <a:chOff x="3288880" y="1356332"/>
            <a:chExt cx="5669640" cy="2516040"/>
          </a:xfrm>
        </p:grpSpPr>
        <mc:AlternateContent xmlns:mc="http://schemas.openxmlformats.org/markup-compatibility/2006">
          <mc:Choice xmlns:p14="http://schemas.microsoft.com/office/powerpoint/2010/main" Requires="p14">
            <p:contentPart p14:bwMode="auto" r:id="rId22">
              <p14:nvContentPartPr>
                <p14:cNvPr id="13" name="Ink 12">
                  <a:extLst>
                    <a:ext uri="{FF2B5EF4-FFF2-40B4-BE49-F238E27FC236}">
                      <a16:creationId xmlns:a16="http://schemas.microsoft.com/office/drawing/2014/main" id="{AF3919D7-867D-6329-C12E-F2FF7907FF35}"/>
                    </a:ext>
                  </a:extLst>
                </p14:cNvPr>
                <p14:cNvContentPartPr/>
                <p14:nvPr/>
              </p14:nvContentPartPr>
              <p14:xfrm>
                <a:off x="3893320" y="1442372"/>
                <a:ext cx="201960" cy="215640"/>
              </p14:xfrm>
            </p:contentPart>
          </mc:Choice>
          <mc:Fallback>
            <p:pic>
              <p:nvPicPr>
                <p:cNvPr id="13" name="Ink 12">
                  <a:extLst>
                    <a:ext uri="{FF2B5EF4-FFF2-40B4-BE49-F238E27FC236}">
                      <a16:creationId xmlns:a16="http://schemas.microsoft.com/office/drawing/2014/main" id="{AF3919D7-867D-6329-C12E-F2FF7907FF35}"/>
                    </a:ext>
                  </a:extLst>
                </p:cNvPr>
                <p:cNvPicPr/>
                <p:nvPr/>
              </p:nvPicPr>
              <p:blipFill>
                <a:blip r:embed="rId23"/>
                <a:stretch>
                  <a:fillRect/>
                </a:stretch>
              </p:blipFill>
              <p:spPr>
                <a:xfrm>
                  <a:off x="3884680" y="1433372"/>
                  <a:ext cx="21960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4" name="Ink 13">
                  <a:extLst>
                    <a:ext uri="{FF2B5EF4-FFF2-40B4-BE49-F238E27FC236}">
                      <a16:creationId xmlns:a16="http://schemas.microsoft.com/office/drawing/2014/main" id="{65B914EB-B631-80AA-465F-895FCCE1AC30}"/>
                    </a:ext>
                  </a:extLst>
                </p14:cNvPr>
                <p14:cNvContentPartPr/>
                <p14:nvPr/>
              </p14:nvContentPartPr>
              <p14:xfrm>
                <a:off x="4129840" y="1474052"/>
                <a:ext cx="104400" cy="145800"/>
              </p14:xfrm>
            </p:contentPart>
          </mc:Choice>
          <mc:Fallback>
            <p:pic>
              <p:nvPicPr>
                <p:cNvPr id="14" name="Ink 13">
                  <a:extLst>
                    <a:ext uri="{FF2B5EF4-FFF2-40B4-BE49-F238E27FC236}">
                      <a16:creationId xmlns:a16="http://schemas.microsoft.com/office/drawing/2014/main" id="{65B914EB-B631-80AA-465F-895FCCE1AC30}"/>
                    </a:ext>
                  </a:extLst>
                </p:cNvPr>
                <p:cNvPicPr/>
                <p:nvPr/>
              </p:nvPicPr>
              <p:blipFill>
                <a:blip r:embed="rId25"/>
                <a:stretch>
                  <a:fillRect/>
                </a:stretch>
              </p:blipFill>
              <p:spPr>
                <a:xfrm>
                  <a:off x="4121200" y="1465412"/>
                  <a:ext cx="12204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5" name="Ink 14">
                  <a:extLst>
                    <a:ext uri="{FF2B5EF4-FFF2-40B4-BE49-F238E27FC236}">
                      <a16:creationId xmlns:a16="http://schemas.microsoft.com/office/drawing/2014/main" id="{CF487E20-660C-A338-DF77-D8F432A844C8}"/>
                    </a:ext>
                  </a:extLst>
                </p14:cNvPr>
                <p14:cNvContentPartPr/>
                <p14:nvPr/>
              </p14:nvContentPartPr>
              <p14:xfrm>
                <a:off x="4316320" y="1455692"/>
                <a:ext cx="79560" cy="138240"/>
              </p14:xfrm>
            </p:contentPart>
          </mc:Choice>
          <mc:Fallback>
            <p:pic>
              <p:nvPicPr>
                <p:cNvPr id="15" name="Ink 14">
                  <a:extLst>
                    <a:ext uri="{FF2B5EF4-FFF2-40B4-BE49-F238E27FC236}">
                      <a16:creationId xmlns:a16="http://schemas.microsoft.com/office/drawing/2014/main" id="{CF487E20-660C-A338-DF77-D8F432A844C8}"/>
                    </a:ext>
                  </a:extLst>
                </p:cNvPr>
                <p:cNvPicPr/>
                <p:nvPr/>
              </p:nvPicPr>
              <p:blipFill>
                <a:blip r:embed="rId27"/>
                <a:stretch>
                  <a:fillRect/>
                </a:stretch>
              </p:blipFill>
              <p:spPr>
                <a:xfrm>
                  <a:off x="4307680" y="1447052"/>
                  <a:ext cx="9720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6" name="Ink 15">
                  <a:extLst>
                    <a:ext uri="{FF2B5EF4-FFF2-40B4-BE49-F238E27FC236}">
                      <a16:creationId xmlns:a16="http://schemas.microsoft.com/office/drawing/2014/main" id="{9E6E3FF9-E4B1-7A2E-5055-DCAA35CEE7B4}"/>
                    </a:ext>
                  </a:extLst>
                </p14:cNvPr>
                <p14:cNvContentPartPr/>
                <p14:nvPr/>
              </p14:nvContentPartPr>
              <p14:xfrm>
                <a:off x="4448440" y="1470452"/>
                <a:ext cx="138240" cy="120600"/>
              </p14:xfrm>
            </p:contentPart>
          </mc:Choice>
          <mc:Fallback>
            <p:pic>
              <p:nvPicPr>
                <p:cNvPr id="16" name="Ink 15">
                  <a:extLst>
                    <a:ext uri="{FF2B5EF4-FFF2-40B4-BE49-F238E27FC236}">
                      <a16:creationId xmlns:a16="http://schemas.microsoft.com/office/drawing/2014/main" id="{9E6E3FF9-E4B1-7A2E-5055-DCAA35CEE7B4}"/>
                    </a:ext>
                  </a:extLst>
                </p:cNvPr>
                <p:cNvPicPr/>
                <p:nvPr/>
              </p:nvPicPr>
              <p:blipFill>
                <a:blip r:embed="rId29"/>
                <a:stretch>
                  <a:fillRect/>
                </a:stretch>
              </p:blipFill>
              <p:spPr>
                <a:xfrm>
                  <a:off x="4439800" y="1461452"/>
                  <a:ext cx="15588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7" name="Ink 16">
                  <a:extLst>
                    <a:ext uri="{FF2B5EF4-FFF2-40B4-BE49-F238E27FC236}">
                      <a16:creationId xmlns:a16="http://schemas.microsoft.com/office/drawing/2014/main" id="{1BFFA9DA-FF29-D354-5A5E-3043640C86AB}"/>
                    </a:ext>
                  </a:extLst>
                </p14:cNvPr>
                <p14:cNvContentPartPr/>
                <p14:nvPr/>
              </p14:nvContentPartPr>
              <p14:xfrm>
                <a:off x="4637440" y="1356332"/>
                <a:ext cx="41760" cy="224280"/>
              </p14:xfrm>
            </p:contentPart>
          </mc:Choice>
          <mc:Fallback>
            <p:pic>
              <p:nvPicPr>
                <p:cNvPr id="17" name="Ink 16">
                  <a:extLst>
                    <a:ext uri="{FF2B5EF4-FFF2-40B4-BE49-F238E27FC236}">
                      <a16:creationId xmlns:a16="http://schemas.microsoft.com/office/drawing/2014/main" id="{1BFFA9DA-FF29-D354-5A5E-3043640C86AB}"/>
                    </a:ext>
                  </a:extLst>
                </p:cNvPr>
                <p:cNvPicPr/>
                <p:nvPr/>
              </p:nvPicPr>
              <p:blipFill>
                <a:blip r:embed="rId31"/>
                <a:stretch>
                  <a:fillRect/>
                </a:stretch>
              </p:blipFill>
              <p:spPr>
                <a:xfrm>
                  <a:off x="4628800" y="1347692"/>
                  <a:ext cx="59400" cy="2419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8" name="Ink 17">
                  <a:extLst>
                    <a:ext uri="{FF2B5EF4-FFF2-40B4-BE49-F238E27FC236}">
                      <a16:creationId xmlns:a16="http://schemas.microsoft.com/office/drawing/2014/main" id="{6F5BC891-D5AF-A83C-E46E-AC549C48DEA1}"/>
                    </a:ext>
                  </a:extLst>
                </p14:cNvPr>
                <p14:cNvContentPartPr/>
                <p14:nvPr/>
              </p14:nvContentPartPr>
              <p14:xfrm>
                <a:off x="4637440" y="1443092"/>
                <a:ext cx="133920" cy="17640"/>
              </p14:xfrm>
            </p:contentPart>
          </mc:Choice>
          <mc:Fallback>
            <p:pic>
              <p:nvPicPr>
                <p:cNvPr id="18" name="Ink 17">
                  <a:extLst>
                    <a:ext uri="{FF2B5EF4-FFF2-40B4-BE49-F238E27FC236}">
                      <a16:creationId xmlns:a16="http://schemas.microsoft.com/office/drawing/2014/main" id="{6F5BC891-D5AF-A83C-E46E-AC549C48DEA1}"/>
                    </a:ext>
                  </a:extLst>
                </p:cNvPr>
                <p:cNvPicPr/>
                <p:nvPr/>
              </p:nvPicPr>
              <p:blipFill>
                <a:blip r:embed="rId33"/>
                <a:stretch>
                  <a:fillRect/>
                </a:stretch>
              </p:blipFill>
              <p:spPr>
                <a:xfrm>
                  <a:off x="4628800" y="1434092"/>
                  <a:ext cx="15156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9" name="Ink 18">
                  <a:extLst>
                    <a:ext uri="{FF2B5EF4-FFF2-40B4-BE49-F238E27FC236}">
                      <a16:creationId xmlns:a16="http://schemas.microsoft.com/office/drawing/2014/main" id="{9FFACB2A-3E1A-EFE3-6986-C9C48211161E}"/>
                    </a:ext>
                  </a:extLst>
                </p14:cNvPr>
                <p14:cNvContentPartPr/>
                <p14:nvPr/>
              </p14:nvContentPartPr>
              <p14:xfrm>
                <a:off x="4738240" y="1387652"/>
                <a:ext cx="147240" cy="156240"/>
              </p14:xfrm>
            </p:contentPart>
          </mc:Choice>
          <mc:Fallback>
            <p:pic>
              <p:nvPicPr>
                <p:cNvPr id="19" name="Ink 18">
                  <a:extLst>
                    <a:ext uri="{FF2B5EF4-FFF2-40B4-BE49-F238E27FC236}">
                      <a16:creationId xmlns:a16="http://schemas.microsoft.com/office/drawing/2014/main" id="{9FFACB2A-3E1A-EFE3-6986-C9C48211161E}"/>
                    </a:ext>
                  </a:extLst>
                </p:cNvPr>
                <p:cNvPicPr/>
                <p:nvPr/>
              </p:nvPicPr>
              <p:blipFill>
                <a:blip r:embed="rId35"/>
                <a:stretch>
                  <a:fillRect/>
                </a:stretch>
              </p:blipFill>
              <p:spPr>
                <a:xfrm>
                  <a:off x="4729600" y="1378652"/>
                  <a:ext cx="164880" cy="17388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0" name="Ink 19">
                  <a:extLst>
                    <a:ext uri="{FF2B5EF4-FFF2-40B4-BE49-F238E27FC236}">
                      <a16:creationId xmlns:a16="http://schemas.microsoft.com/office/drawing/2014/main" id="{8C2AB119-2EDF-5084-F6E1-E93514305173}"/>
                    </a:ext>
                  </a:extLst>
                </p14:cNvPr>
                <p14:cNvContentPartPr/>
                <p14:nvPr/>
              </p14:nvContentPartPr>
              <p14:xfrm>
                <a:off x="4485520" y="1714172"/>
                <a:ext cx="3018240" cy="587160"/>
              </p14:xfrm>
            </p:contentPart>
          </mc:Choice>
          <mc:Fallback>
            <p:pic>
              <p:nvPicPr>
                <p:cNvPr id="20" name="Ink 19">
                  <a:extLst>
                    <a:ext uri="{FF2B5EF4-FFF2-40B4-BE49-F238E27FC236}">
                      <a16:creationId xmlns:a16="http://schemas.microsoft.com/office/drawing/2014/main" id="{8C2AB119-2EDF-5084-F6E1-E93514305173}"/>
                    </a:ext>
                  </a:extLst>
                </p:cNvPr>
                <p:cNvPicPr/>
                <p:nvPr/>
              </p:nvPicPr>
              <p:blipFill>
                <a:blip r:embed="rId37"/>
                <a:stretch>
                  <a:fillRect/>
                </a:stretch>
              </p:blipFill>
              <p:spPr>
                <a:xfrm>
                  <a:off x="4476520" y="1705532"/>
                  <a:ext cx="3035880" cy="60480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1" name="Ink 20">
                  <a:extLst>
                    <a:ext uri="{FF2B5EF4-FFF2-40B4-BE49-F238E27FC236}">
                      <a16:creationId xmlns:a16="http://schemas.microsoft.com/office/drawing/2014/main" id="{5D999E4A-6755-AC2C-71FF-020028364159}"/>
                    </a:ext>
                  </a:extLst>
                </p14:cNvPr>
                <p14:cNvContentPartPr/>
                <p14:nvPr/>
              </p14:nvContentPartPr>
              <p14:xfrm>
                <a:off x="4413880" y="1641092"/>
                <a:ext cx="2901600" cy="754200"/>
              </p14:xfrm>
            </p:contentPart>
          </mc:Choice>
          <mc:Fallback>
            <p:pic>
              <p:nvPicPr>
                <p:cNvPr id="21" name="Ink 20">
                  <a:extLst>
                    <a:ext uri="{FF2B5EF4-FFF2-40B4-BE49-F238E27FC236}">
                      <a16:creationId xmlns:a16="http://schemas.microsoft.com/office/drawing/2014/main" id="{5D999E4A-6755-AC2C-71FF-020028364159}"/>
                    </a:ext>
                  </a:extLst>
                </p:cNvPr>
                <p:cNvPicPr/>
                <p:nvPr/>
              </p:nvPicPr>
              <p:blipFill>
                <a:blip r:embed="rId39"/>
                <a:stretch>
                  <a:fillRect/>
                </a:stretch>
              </p:blipFill>
              <p:spPr>
                <a:xfrm>
                  <a:off x="4404880" y="1632092"/>
                  <a:ext cx="2919240" cy="77184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2" name="Ink 21">
                  <a:extLst>
                    <a:ext uri="{FF2B5EF4-FFF2-40B4-BE49-F238E27FC236}">
                      <a16:creationId xmlns:a16="http://schemas.microsoft.com/office/drawing/2014/main" id="{C2C26370-576C-0BB1-3BD9-788216A66395}"/>
                    </a:ext>
                  </a:extLst>
                </p14:cNvPr>
                <p14:cNvContentPartPr/>
                <p14:nvPr/>
              </p14:nvContentPartPr>
              <p14:xfrm>
                <a:off x="4913200" y="1815332"/>
                <a:ext cx="189000" cy="308880"/>
              </p14:xfrm>
            </p:contentPart>
          </mc:Choice>
          <mc:Fallback>
            <p:pic>
              <p:nvPicPr>
                <p:cNvPr id="22" name="Ink 21">
                  <a:extLst>
                    <a:ext uri="{FF2B5EF4-FFF2-40B4-BE49-F238E27FC236}">
                      <a16:creationId xmlns:a16="http://schemas.microsoft.com/office/drawing/2014/main" id="{C2C26370-576C-0BB1-3BD9-788216A66395}"/>
                    </a:ext>
                  </a:extLst>
                </p:cNvPr>
                <p:cNvPicPr/>
                <p:nvPr/>
              </p:nvPicPr>
              <p:blipFill>
                <a:blip r:embed="rId41"/>
                <a:stretch>
                  <a:fillRect/>
                </a:stretch>
              </p:blipFill>
              <p:spPr>
                <a:xfrm>
                  <a:off x="4904560" y="1806332"/>
                  <a:ext cx="206640" cy="3265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3" name="Ink 22">
                  <a:extLst>
                    <a:ext uri="{FF2B5EF4-FFF2-40B4-BE49-F238E27FC236}">
                      <a16:creationId xmlns:a16="http://schemas.microsoft.com/office/drawing/2014/main" id="{0D1188AC-A00F-E36F-5C28-101AE53EBB1F}"/>
                    </a:ext>
                  </a:extLst>
                </p14:cNvPr>
                <p14:cNvContentPartPr/>
                <p14:nvPr/>
              </p14:nvContentPartPr>
              <p14:xfrm>
                <a:off x="5165560" y="1954652"/>
                <a:ext cx="139320" cy="186120"/>
              </p14:xfrm>
            </p:contentPart>
          </mc:Choice>
          <mc:Fallback>
            <p:pic>
              <p:nvPicPr>
                <p:cNvPr id="23" name="Ink 22">
                  <a:extLst>
                    <a:ext uri="{FF2B5EF4-FFF2-40B4-BE49-F238E27FC236}">
                      <a16:creationId xmlns:a16="http://schemas.microsoft.com/office/drawing/2014/main" id="{0D1188AC-A00F-E36F-5C28-101AE53EBB1F}"/>
                    </a:ext>
                  </a:extLst>
                </p:cNvPr>
                <p:cNvPicPr/>
                <p:nvPr/>
              </p:nvPicPr>
              <p:blipFill>
                <a:blip r:embed="rId43"/>
                <a:stretch>
                  <a:fillRect/>
                </a:stretch>
              </p:blipFill>
              <p:spPr>
                <a:xfrm>
                  <a:off x="5156920" y="1945652"/>
                  <a:ext cx="156960" cy="20376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4" name="Ink 23">
                  <a:extLst>
                    <a:ext uri="{FF2B5EF4-FFF2-40B4-BE49-F238E27FC236}">
                      <a16:creationId xmlns:a16="http://schemas.microsoft.com/office/drawing/2014/main" id="{42C124F9-9C11-5D0D-0BCE-DB73EABDAC06}"/>
                    </a:ext>
                  </a:extLst>
                </p14:cNvPr>
                <p14:cNvContentPartPr/>
                <p14:nvPr/>
              </p14:nvContentPartPr>
              <p14:xfrm>
                <a:off x="5360320" y="1967972"/>
                <a:ext cx="151560" cy="167040"/>
              </p14:xfrm>
            </p:contentPart>
          </mc:Choice>
          <mc:Fallback>
            <p:pic>
              <p:nvPicPr>
                <p:cNvPr id="24" name="Ink 23">
                  <a:extLst>
                    <a:ext uri="{FF2B5EF4-FFF2-40B4-BE49-F238E27FC236}">
                      <a16:creationId xmlns:a16="http://schemas.microsoft.com/office/drawing/2014/main" id="{42C124F9-9C11-5D0D-0BCE-DB73EABDAC06}"/>
                    </a:ext>
                  </a:extLst>
                </p:cNvPr>
                <p:cNvPicPr/>
                <p:nvPr/>
              </p:nvPicPr>
              <p:blipFill>
                <a:blip r:embed="rId45"/>
                <a:stretch>
                  <a:fillRect/>
                </a:stretch>
              </p:blipFill>
              <p:spPr>
                <a:xfrm>
                  <a:off x="5351680" y="1958972"/>
                  <a:ext cx="16920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5" name="Ink 24">
                  <a:extLst>
                    <a:ext uri="{FF2B5EF4-FFF2-40B4-BE49-F238E27FC236}">
                      <a16:creationId xmlns:a16="http://schemas.microsoft.com/office/drawing/2014/main" id="{6D074063-B7A1-5723-3B12-BB9AEAE74A2F}"/>
                    </a:ext>
                  </a:extLst>
                </p14:cNvPr>
                <p14:cNvContentPartPr/>
                <p14:nvPr/>
              </p14:nvContentPartPr>
              <p14:xfrm>
                <a:off x="5573800" y="1976252"/>
                <a:ext cx="117360" cy="145440"/>
              </p14:xfrm>
            </p:contentPart>
          </mc:Choice>
          <mc:Fallback>
            <p:pic>
              <p:nvPicPr>
                <p:cNvPr id="25" name="Ink 24">
                  <a:extLst>
                    <a:ext uri="{FF2B5EF4-FFF2-40B4-BE49-F238E27FC236}">
                      <a16:creationId xmlns:a16="http://schemas.microsoft.com/office/drawing/2014/main" id="{6D074063-B7A1-5723-3B12-BB9AEAE74A2F}"/>
                    </a:ext>
                  </a:extLst>
                </p:cNvPr>
                <p:cNvPicPr/>
                <p:nvPr/>
              </p:nvPicPr>
              <p:blipFill>
                <a:blip r:embed="rId47"/>
                <a:stretch>
                  <a:fillRect/>
                </a:stretch>
              </p:blipFill>
              <p:spPr>
                <a:xfrm>
                  <a:off x="5564800" y="1967252"/>
                  <a:ext cx="135000" cy="16308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6" name="Ink 25">
                  <a:extLst>
                    <a:ext uri="{FF2B5EF4-FFF2-40B4-BE49-F238E27FC236}">
                      <a16:creationId xmlns:a16="http://schemas.microsoft.com/office/drawing/2014/main" id="{90DF0876-FB72-3D2D-B2EC-4FE9ACBE765F}"/>
                    </a:ext>
                  </a:extLst>
                </p14:cNvPr>
                <p14:cNvContentPartPr/>
                <p14:nvPr/>
              </p14:nvContentPartPr>
              <p14:xfrm>
                <a:off x="5723200" y="1863932"/>
                <a:ext cx="27000" cy="240120"/>
              </p14:xfrm>
            </p:contentPart>
          </mc:Choice>
          <mc:Fallback>
            <p:pic>
              <p:nvPicPr>
                <p:cNvPr id="26" name="Ink 25">
                  <a:extLst>
                    <a:ext uri="{FF2B5EF4-FFF2-40B4-BE49-F238E27FC236}">
                      <a16:creationId xmlns:a16="http://schemas.microsoft.com/office/drawing/2014/main" id="{90DF0876-FB72-3D2D-B2EC-4FE9ACBE765F}"/>
                    </a:ext>
                  </a:extLst>
                </p:cNvPr>
                <p:cNvPicPr/>
                <p:nvPr/>
              </p:nvPicPr>
              <p:blipFill>
                <a:blip r:embed="rId49"/>
                <a:stretch>
                  <a:fillRect/>
                </a:stretch>
              </p:blipFill>
              <p:spPr>
                <a:xfrm>
                  <a:off x="5714560" y="1855292"/>
                  <a:ext cx="44640" cy="25776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7" name="Ink 26">
                  <a:extLst>
                    <a:ext uri="{FF2B5EF4-FFF2-40B4-BE49-F238E27FC236}">
                      <a16:creationId xmlns:a16="http://schemas.microsoft.com/office/drawing/2014/main" id="{C7529F3B-4442-91CF-F97C-ADFC2A421A3A}"/>
                    </a:ext>
                  </a:extLst>
                </p14:cNvPr>
                <p14:cNvContentPartPr/>
                <p14:nvPr/>
              </p14:nvContentPartPr>
              <p14:xfrm>
                <a:off x="5687200" y="1978412"/>
                <a:ext cx="90720" cy="54720"/>
              </p14:xfrm>
            </p:contentPart>
          </mc:Choice>
          <mc:Fallback>
            <p:pic>
              <p:nvPicPr>
                <p:cNvPr id="27" name="Ink 26">
                  <a:extLst>
                    <a:ext uri="{FF2B5EF4-FFF2-40B4-BE49-F238E27FC236}">
                      <a16:creationId xmlns:a16="http://schemas.microsoft.com/office/drawing/2014/main" id="{C7529F3B-4442-91CF-F97C-ADFC2A421A3A}"/>
                    </a:ext>
                  </a:extLst>
                </p:cNvPr>
                <p:cNvPicPr/>
                <p:nvPr/>
              </p:nvPicPr>
              <p:blipFill>
                <a:blip r:embed="rId51"/>
                <a:stretch>
                  <a:fillRect/>
                </a:stretch>
              </p:blipFill>
              <p:spPr>
                <a:xfrm>
                  <a:off x="5678560" y="1969772"/>
                  <a:ext cx="10836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8" name="Ink 27">
                  <a:extLst>
                    <a:ext uri="{FF2B5EF4-FFF2-40B4-BE49-F238E27FC236}">
                      <a16:creationId xmlns:a16="http://schemas.microsoft.com/office/drawing/2014/main" id="{E64B4FD7-7FB3-0A2A-B976-BCFA70D5CEC5}"/>
                    </a:ext>
                  </a:extLst>
                </p14:cNvPr>
                <p14:cNvContentPartPr/>
                <p14:nvPr/>
              </p14:nvContentPartPr>
              <p14:xfrm>
                <a:off x="5861440" y="1818932"/>
                <a:ext cx="103680" cy="310680"/>
              </p14:xfrm>
            </p:contentPart>
          </mc:Choice>
          <mc:Fallback>
            <p:pic>
              <p:nvPicPr>
                <p:cNvPr id="28" name="Ink 27">
                  <a:extLst>
                    <a:ext uri="{FF2B5EF4-FFF2-40B4-BE49-F238E27FC236}">
                      <a16:creationId xmlns:a16="http://schemas.microsoft.com/office/drawing/2014/main" id="{E64B4FD7-7FB3-0A2A-B976-BCFA70D5CEC5}"/>
                    </a:ext>
                  </a:extLst>
                </p:cNvPr>
                <p:cNvPicPr/>
                <p:nvPr/>
              </p:nvPicPr>
              <p:blipFill>
                <a:blip r:embed="rId53"/>
                <a:stretch>
                  <a:fillRect/>
                </a:stretch>
              </p:blipFill>
              <p:spPr>
                <a:xfrm>
                  <a:off x="5852800" y="1809932"/>
                  <a:ext cx="121320" cy="32832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29" name="Ink 28">
                  <a:extLst>
                    <a:ext uri="{FF2B5EF4-FFF2-40B4-BE49-F238E27FC236}">
                      <a16:creationId xmlns:a16="http://schemas.microsoft.com/office/drawing/2014/main" id="{ACB3F5FD-58A8-63D7-4A84-6356BB7D6150}"/>
                    </a:ext>
                  </a:extLst>
                </p14:cNvPr>
                <p14:cNvContentPartPr/>
                <p14:nvPr/>
              </p14:nvContentPartPr>
              <p14:xfrm>
                <a:off x="6008680" y="1990292"/>
                <a:ext cx="263160" cy="153000"/>
              </p14:xfrm>
            </p:contentPart>
          </mc:Choice>
          <mc:Fallback>
            <p:pic>
              <p:nvPicPr>
                <p:cNvPr id="29" name="Ink 28">
                  <a:extLst>
                    <a:ext uri="{FF2B5EF4-FFF2-40B4-BE49-F238E27FC236}">
                      <a16:creationId xmlns:a16="http://schemas.microsoft.com/office/drawing/2014/main" id="{ACB3F5FD-58A8-63D7-4A84-6356BB7D6150}"/>
                    </a:ext>
                  </a:extLst>
                </p:cNvPr>
                <p:cNvPicPr/>
                <p:nvPr/>
              </p:nvPicPr>
              <p:blipFill>
                <a:blip r:embed="rId55"/>
                <a:stretch>
                  <a:fillRect/>
                </a:stretch>
              </p:blipFill>
              <p:spPr>
                <a:xfrm>
                  <a:off x="6000040" y="1981292"/>
                  <a:ext cx="28080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0" name="Ink 29">
                  <a:extLst>
                    <a:ext uri="{FF2B5EF4-FFF2-40B4-BE49-F238E27FC236}">
                      <a16:creationId xmlns:a16="http://schemas.microsoft.com/office/drawing/2014/main" id="{9570A046-57DC-48D4-0054-710AC39BB234}"/>
                    </a:ext>
                  </a:extLst>
                </p14:cNvPr>
                <p14:cNvContentPartPr/>
                <p14:nvPr/>
              </p14:nvContentPartPr>
              <p14:xfrm>
                <a:off x="6315040" y="2027012"/>
                <a:ext cx="7200" cy="84600"/>
              </p14:xfrm>
            </p:contentPart>
          </mc:Choice>
          <mc:Fallback>
            <p:pic>
              <p:nvPicPr>
                <p:cNvPr id="30" name="Ink 29">
                  <a:extLst>
                    <a:ext uri="{FF2B5EF4-FFF2-40B4-BE49-F238E27FC236}">
                      <a16:creationId xmlns:a16="http://schemas.microsoft.com/office/drawing/2014/main" id="{9570A046-57DC-48D4-0054-710AC39BB234}"/>
                    </a:ext>
                  </a:extLst>
                </p:cNvPr>
                <p:cNvPicPr/>
                <p:nvPr/>
              </p:nvPicPr>
              <p:blipFill>
                <a:blip r:embed="rId57"/>
                <a:stretch>
                  <a:fillRect/>
                </a:stretch>
              </p:blipFill>
              <p:spPr>
                <a:xfrm>
                  <a:off x="6306400" y="2018372"/>
                  <a:ext cx="2484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1" name="Ink 30">
                  <a:extLst>
                    <a:ext uri="{FF2B5EF4-FFF2-40B4-BE49-F238E27FC236}">
                      <a16:creationId xmlns:a16="http://schemas.microsoft.com/office/drawing/2014/main" id="{8B023CC1-C922-B575-D813-1E283FE25765}"/>
                    </a:ext>
                  </a:extLst>
                </p14:cNvPr>
                <p14:cNvContentPartPr/>
                <p14:nvPr/>
              </p14:nvContentPartPr>
              <p14:xfrm>
                <a:off x="6272200" y="1841252"/>
                <a:ext cx="10440" cy="27360"/>
              </p14:xfrm>
            </p:contentPart>
          </mc:Choice>
          <mc:Fallback>
            <p:pic>
              <p:nvPicPr>
                <p:cNvPr id="31" name="Ink 30">
                  <a:extLst>
                    <a:ext uri="{FF2B5EF4-FFF2-40B4-BE49-F238E27FC236}">
                      <a16:creationId xmlns:a16="http://schemas.microsoft.com/office/drawing/2014/main" id="{8B023CC1-C922-B575-D813-1E283FE25765}"/>
                    </a:ext>
                  </a:extLst>
                </p:cNvPr>
                <p:cNvPicPr/>
                <p:nvPr/>
              </p:nvPicPr>
              <p:blipFill>
                <a:blip r:embed="rId59"/>
                <a:stretch>
                  <a:fillRect/>
                </a:stretch>
              </p:blipFill>
              <p:spPr>
                <a:xfrm>
                  <a:off x="6263560" y="1832612"/>
                  <a:ext cx="2808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2" name="Ink 31">
                  <a:extLst>
                    <a:ext uri="{FF2B5EF4-FFF2-40B4-BE49-F238E27FC236}">
                      <a16:creationId xmlns:a16="http://schemas.microsoft.com/office/drawing/2014/main" id="{CE9220A8-4C2D-8F6B-1D6F-0A242513A318}"/>
                    </a:ext>
                  </a:extLst>
                </p14:cNvPr>
                <p14:cNvContentPartPr/>
                <p14:nvPr/>
              </p14:nvContentPartPr>
              <p14:xfrm>
                <a:off x="6351760" y="1933772"/>
                <a:ext cx="10440" cy="180720"/>
              </p14:xfrm>
            </p:contentPart>
          </mc:Choice>
          <mc:Fallback>
            <p:pic>
              <p:nvPicPr>
                <p:cNvPr id="32" name="Ink 31">
                  <a:extLst>
                    <a:ext uri="{FF2B5EF4-FFF2-40B4-BE49-F238E27FC236}">
                      <a16:creationId xmlns:a16="http://schemas.microsoft.com/office/drawing/2014/main" id="{CE9220A8-4C2D-8F6B-1D6F-0A242513A318}"/>
                    </a:ext>
                  </a:extLst>
                </p:cNvPr>
                <p:cNvPicPr/>
                <p:nvPr/>
              </p:nvPicPr>
              <p:blipFill>
                <a:blip r:embed="rId61"/>
                <a:stretch>
                  <a:fillRect/>
                </a:stretch>
              </p:blipFill>
              <p:spPr>
                <a:xfrm>
                  <a:off x="6342760" y="1925132"/>
                  <a:ext cx="28080" cy="19836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3" name="Ink 32">
                  <a:extLst>
                    <a:ext uri="{FF2B5EF4-FFF2-40B4-BE49-F238E27FC236}">
                      <a16:creationId xmlns:a16="http://schemas.microsoft.com/office/drawing/2014/main" id="{2E9D28D6-3166-D856-9BD8-15CDE50602A4}"/>
                    </a:ext>
                  </a:extLst>
                </p14:cNvPr>
                <p14:cNvContentPartPr/>
                <p14:nvPr/>
              </p14:nvContentPartPr>
              <p14:xfrm>
                <a:off x="6492520" y="1894172"/>
                <a:ext cx="7200" cy="227880"/>
              </p14:xfrm>
            </p:contentPart>
          </mc:Choice>
          <mc:Fallback>
            <p:pic>
              <p:nvPicPr>
                <p:cNvPr id="33" name="Ink 32">
                  <a:extLst>
                    <a:ext uri="{FF2B5EF4-FFF2-40B4-BE49-F238E27FC236}">
                      <a16:creationId xmlns:a16="http://schemas.microsoft.com/office/drawing/2014/main" id="{2E9D28D6-3166-D856-9BD8-15CDE50602A4}"/>
                    </a:ext>
                  </a:extLst>
                </p:cNvPr>
                <p:cNvPicPr/>
                <p:nvPr/>
              </p:nvPicPr>
              <p:blipFill>
                <a:blip r:embed="rId63"/>
                <a:stretch>
                  <a:fillRect/>
                </a:stretch>
              </p:blipFill>
              <p:spPr>
                <a:xfrm>
                  <a:off x="6483880" y="1885532"/>
                  <a:ext cx="24840" cy="2455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4" name="Ink 33">
                  <a:extLst>
                    <a:ext uri="{FF2B5EF4-FFF2-40B4-BE49-F238E27FC236}">
                      <a16:creationId xmlns:a16="http://schemas.microsoft.com/office/drawing/2014/main" id="{C5E378D0-5745-FC32-19B9-52544848ABE2}"/>
                    </a:ext>
                  </a:extLst>
                </p14:cNvPr>
                <p14:cNvContentPartPr/>
                <p14:nvPr/>
              </p14:nvContentPartPr>
              <p14:xfrm>
                <a:off x="6330520" y="1952492"/>
                <a:ext cx="408960" cy="182880"/>
              </p14:xfrm>
            </p:contentPart>
          </mc:Choice>
          <mc:Fallback>
            <p:pic>
              <p:nvPicPr>
                <p:cNvPr id="34" name="Ink 33">
                  <a:extLst>
                    <a:ext uri="{FF2B5EF4-FFF2-40B4-BE49-F238E27FC236}">
                      <a16:creationId xmlns:a16="http://schemas.microsoft.com/office/drawing/2014/main" id="{C5E378D0-5745-FC32-19B9-52544848ABE2}"/>
                    </a:ext>
                  </a:extLst>
                </p:cNvPr>
                <p:cNvPicPr/>
                <p:nvPr/>
              </p:nvPicPr>
              <p:blipFill>
                <a:blip r:embed="rId65"/>
                <a:stretch>
                  <a:fillRect/>
                </a:stretch>
              </p:blipFill>
              <p:spPr>
                <a:xfrm>
                  <a:off x="6321520" y="1943852"/>
                  <a:ext cx="426600" cy="2005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5" name="Ink 34">
                  <a:extLst>
                    <a:ext uri="{FF2B5EF4-FFF2-40B4-BE49-F238E27FC236}">
                      <a16:creationId xmlns:a16="http://schemas.microsoft.com/office/drawing/2014/main" id="{21F85903-948F-7153-B93D-04885EA527AD}"/>
                    </a:ext>
                  </a:extLst>
                </p14:cNvPr>
                <p14:cNvContentPartPr/>
                <p14:nvPr/>
              </p14:nvContentPartPr>
              <p14:xfrm>
                <a:off x="6850360" y="1944932"/>
                <a:ext cx="174600" cy="211680"/>
              </p14:xfrm>
            </p:contentPart>
          </mc:Choice>
          <mc:Fallback>
            <p:pic>
              <p:nvPicPr>
                <p:cNvPr id="35" name="Ink 34">
                  <a:extLst>
                    <a:ext uri="{FF2B5EF4-FFF2-40B4-BE49-F238E27FC236}">
                      <a16:creationId xmlns:a16="http://schemas.microsoft.com/office/drawing/2014/main" id="{21F85903-948F-7153-B93D-04885EA527AD}"/>
                    </a:ext>
                  </a:extLst>
                </p:cNvPr>
                <p:cNvPicPr/>
                <p:nvPr/>
              </p:nvPicPr>
              <p:blipFill>
                <a:blip r:embed="rId67"/>
                <a:stretch>
                  <a:fillRect/>
                </a:stretch>
              </p:blipFill>
              <p:spPr>
                <a:xfrm>
                  <a:off x="6841720" y="1936292"/>
                  <a:ext cx="192240" cy="2293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7" name="Ink 36">
                  <a:extLst>
                    <a:ext uri="{FF2B5EF4-FFF2-40B4-BE49-F238E27FC236}">
                      <a16:creationId xmlns:a16="http://schemas.microsoft.com/office/drawing/2014/main" id="{B0BA5161-07CB-30E2-3838-0ED749FCF9A0}"/>
                    </a:ext>
                  </a:extLst>
                </p14:cNvPr>
                <p14:cNvContentPartPr/>
                <p14:nvPr/>
              </p14:nvContentPartPr>
              <p14:xfrm>
                <a:off x="6517720" y="1499612"/>
                <a:ext cx="41760" cy="21600"/>
              </p14:xfrm>
            </p:contentPart>
          </mc:Choice>
          <mc:Fallback>
            <p:pic>
              <p:nvPicPr>
                <p:cNvPr id="37" name="Ink 36">
                  <a:extLst>
                    <a:ext uri="{FF2B5EF4-FFF2-40B4-BE49-F238E27FC236}">
                      <a16:creationId xmlns:a16="http://schemas.microsoft.com/office/drawing/2014/main" id="{B0BA5161-07CB-30E2-3838-0ED749FCF9A0}"/>
                    </a:ext>
                  </a:extLst>
                </p:cNvPr>
                <p:cNvPicPr/>
                <p:nvPr/>
              </p:nvPicPr>
              <p:blipFill>
                <a:blip r:embed="rId69"/>
                <a:stretch>
                  <a:fillRect/>
                </a:stretch>
              </p:blipFill>
              <p:spPr>
                <a:xfrm>
                  <a:off x="6509080" y="1490972"/>
                  <a:ext cx="5940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38" name="Ink 37">
                  <a:extLst>
                    <a:ext uri="{FF2B5EF4-FFF2-40B4-BE49-F238E27FC236}">
                      <a16:creationId xmlns:a16="http://schemas.microsoft.com/office/drawing/2014/main" id="{BCEBDA9A-57EB-5B4A-C519-C4A20FE5BA16}"/>
                    </a:ext>
                  </a:extLst>
                </p14:cNvPr>
                <p14:cNvContentPartPr/>
                <p14:nvPr/>
              </p14:nvContentPartPr>
              <p14:xfrm>
                <a:off x="6645160" y="1426532"/>
                <a:ext cx="116280" cy="126720"/>
              </p14:xfrm>
            </p:contentPart>
          </mc:Choice>
          <mc:Fallback>
            <p:pic>
              <p:nvPicPr>
                <p:cNvPr id="38" name="Ink 37">
                  <a:extLst>
                    <a:ext uri="{FF2B5EF4-FFF2-40B4-BE49-F238E27FC236}">
                      <a16:creationId xmlns:a16="http://schemas.microsoft.com/office/drawing/2014/main" id="{BCEBDA9A-57EB-5B4A-C519-C4A20FE5BA16}"/>
                    </a:ext>
                  </a:extLst>
                </p:cNvPr>
                <p:cNvPicPr/>
                <p:nvPr/>
              </p:nvPicPr>
              <p:blipFill>
                <a:blip r:embed="rId71"/>
                <a:stretch>
                  <a:fillRect/>
                </a:stretch>
              </p:blipFill>
              <p:spPr>
                <a:xfrm>
                  <a:off x="6636520" y="1417532"/>
                  <a:ext cx="13392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39" name="Ink 38">
                  <a:extLst>
                    <a:ext uri="{FF2B5EF4-FFF2-40B4-BE49-F238E27FC236}">
                      <a16:creationId xmlns:a16="http://schemas.microsoft.com/office/drawing/2014/main" id="{76948815-5445-0202-A475-A6592E221347}"/>
                    </a:ext>
                  </a:extLst>
                </p14:cNvPr>
                <p14:cNvContentPartPr/>
                <p14:nvPr/>
              </p14:nvContentPartPr>
              <p14:xfrm>
                <a:off x="6795280" y="1403852"/>
                <a:ext cx="205560" cy="141120"/>
              </p14:xfrm>
            </p:contentPart>
          </mc:Choice>
          <mc:Fallback>
            <p:pic>
              <p:nvPicPr>
                <p:cNvPr id="39" name="Ink 38">
                  <a:extLst>
                    <a:ext uri="{FF2B5EF4-FFF2-40B4-BE49-F238E27FC236}">
                      <a16:creationId xmlns:a16="http://schemas.microsoft.com/office/drawing/2014/main" id="{76948815-5445-0202-A475-A6592E221347}"/>
                    </a:ext>
                  </a:extLst>
                </p:cNvPr>
                <p:cNvPicPr/>
                <p:nvPr/>
              </p:nvPicPr>
              <p:blipFill>
                <a:blip r:embed="rId73"/>
                <a:stretch>
                  <a:fillRect/>
                </a:stretch>
              </p:blipFill>
              <p:spPr>
                <a:xfrm>
                  <a:off x="6786640" y="1395212"/>
                  <a:ext cx="22320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2" name="Ink 41">
                  <a:extLst>
                    <a:ext uri="{FF2B5EF4-FFF2-40B4-BE49-F238E27FC236}">
                      <a16:creationId xmlns:a16="http://schemas.microsoft.com/office/drawing/2014/main" id="{AA63BF6A-4044-6097-DA38-62451AA205E9}"/>
                    </a:ext>
                  </a:extLst>
                </p14:cNvPr>
                <p14:cNvContentPartPr/>
                <p14:nvPr/>
              </p14:nvContentPartPr>
              <p14:xfrm>
                <a:off x="5117320" y="2347412"/>
                <a:ext cx="82800" cy="144000"/>
              </p14:xfrm>
            </p:contentPart>
          </mc:Choice>
          <mc:Fallback>
            <p:pic>
              <p:nvPicPr>
                <p:cNvPr id="42" name="Ink 41">
                  <a:extLst>
                    <a:ext uri="{FF2B5EF4-FFF2-40B4-BE49-F238E27FC236}">
                      <a16:creationId xmlns:a16="http://schemas.microsoft.com/office/drawing/2014/main" id="{AA63BF6A-4044-6097-DA38-62451AA205E9}"/>
                    </a:ext>
                  </a:extLst>
                </p:cNvPr>
                <p:cNvPicPr/>
                <p:nvPr/>
              </p:nvPicPr>
              <p:blipFill>
                <a:blip r:embed="rId75"/>
                <a:stretch>
                  <a:fillRect/>
                </a:stretch>
              </p:blipFill>
              <p:spPr>
                <a:xfrm>
                  <a:off x="5108680" y="2338412"/>
                  <a:ext cx="10044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3" name="Ink 42">
                  <a:extLst>
                    <a:ext uri="{FF2B5EF4-FFF2-40B4-BE49-F238E27FC236}">
                      <a16:creationId xmlns:a16="http://schemas.microsoft.com/office/drawing/2014/main" id="{379935DB-ED03-902E-44B0-56434653B1F0}"/>
                    </a:ext>
                  </a:extLst>
                </p14:cNvPr>
                <p14:cNvContentPartPr/>
                <p14:nvPr/>
              </p14:nvContentPartPr>
              <p14:xfrm>
                <a:off x="5203360" y="2328332"/>
                <a:ext cx="92520" cy="138240"/>
              </p14:xfrm>
            </p:contentPart>
          </mc:Choice>
          <mc:Fallback>
            <p:pic>
              <p:nvPicPr>
                <p:cNvPr id="43" name="Ink 42">
                  <a:extLst>
                    <a:ext uri="{FF2B5EF4-FFF2-40B4-BE49-F238E27FC236}">
                      <a16:creationId xmlns:a16="http://schemas.microsoft.com/office/drawing/2014/main" id="{379935DB-ED03-902E-44B0-56434653B1F0}"/>
                    </a:ext>
                  </a:extLst>
                </p:cNvPr>
                <p:cNvPicPr/>
                <p:nvPr/>
              </p:nvPicPr>
              <p:blipFill>
                <a:blip r:embed="rId77"/>
                <a:stretch>
                  <a:fillRect/>
                </a:stretch>
              </p:blipFill>
              <p:spPr>
                <a:xfrm>
                  <a:off x="5194360" y="2319692"/>
                  <a:ext cx="11016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4" name="Ink 43">
                  <a:extLst>
                    <a:ext uri="{FF2B5EF4-FFF2-40B4-BE49-F238E27FC236}">
                      <a16:creationId xmlns:a16="http://schemas.microsoft.com/office/drawing/2014/main" id="{4AF97EA3-6B44-E3CB-95E8-DD4E1EEC124D}"/>
                    </a:ext>
                  </a:extLst>
                </p14:cNvPr>
                <p14:cNvContentPartPr/>
                <p14:nvPr/>
              </p14:nvContentPartPr>
              <p14:xfrm>
                <a:off x="5216320" y="2373692"/>
                <a:ext cx="39240" cy="180000"/>
              </p14:xfrm>
            </p:contentPart>
          </mc:Choice>
          <mc:Fallback>
            <p:pic>
              <p:nvPicPr>
                <p:cNvPr id="44" name="Ink 43">
                  <a:extLst>
                    <a:ext uri="{FF2B5EF4-FFF2-40B4-BE49-F238E27FC236}">
                      <a16:creationId xmlns:a16="http://schemas.microsoft.com/office/drawing/2014/main" id="{4AF97EA3-6B44-E3CB-95E8-DD4E1EEC124D}"/>
                    </a:ext>
                  </a:extLst>
                </p:cNvPr>
                <p:cNvPicPr/>
                <p:nvPr/>
              </p:nvPicPr>
              <p:blipFill>
                <a:blip r:embed="rId79"/>
                <a:stretch>
                  <a:fillRect/>
                </a:stretch>
              </p:blipFill>
              <p:spPr>
                <a:xfrm>
                  <a:off x="5207320" y="2364692"/>
                  <a:ext cx="56880" cy="19764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6" name="Ink 55">
                  <a:extLst>
                    <a:ext uri="{FF2B5EF4-FFF2-40B4-BE49-F238E27FC236}">
                      <a16:creationId xmlns:a16="http://schemas.microsoft.com/office/drawing/2014/main" id="{10EEE4AD-7A3B-F958-9B5F-EC3E0E681FED}"/>
                    </a:ext>
                  </a:extLst>
                </p14:cNvPr>
                <p14:cNvContentPartPr/>
                <p14:nvPr/>
              </p14:nvContentPartPr>
              <p14:xfrm>
                <a:off x="3967120" y="3203492"/>
                <a:ext cx="39240" cy="178560"/>
              </p14:xfrm>
            </p:contentPart>
          </mc:Choice>
          <mc:Fallback>
            <p:pic>
              <p:nvPicPr>
                <p:cNvPr id="56" name="Ink 55">
                  <a:extLst>
                    <a:ext uri="{FF2B5EF4-FFF2-40B4-BE49-F238E27FC236}">
                      <a16:creationId xmlns:a16="http://schemas.microsoft.com/office/drawing/2014/main" id="{10EEE4AD-7A3B-F958-9B5F-EC3E0E681FED}"/>
                    </a:ext>
                  </a:extLst>
                </p:cNvPr>
                <p:cNvPicPr/>
                <p:nvPr/>
              </p:nvPicPr>
              <p:blipFill>
                <a:blip r:embed="rId81"/>
                <a:stretch>
                  <a:fillRect/>
                </a:stretch>
              </p:blipFill>
              <p:spPr>
                <a:xfrm>
                  <a:off x="3958120" y="3194492"/>
                  <a:ext cx="56880" cy="1962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7" name="Ink 56">
                  <a:extLst>
                    <a:ext uri="{FF2B5EF4-FFF2-40B4-BE49-F238E27FC236}">
                      <a16:creationId xmlns:a16="http://schemas.microsoft.com/office/drawing/2014/main" id="{9D0BE224-34CA-026D-5D77-FB1B2B1F0FC0}"/>
                    </a:ext>
                  </a:extLst>
                </p14:cNvPr>
                <p14:cNvContentPartPr/>
                <p14:nvPr/>
              </p14:nvContentPartPr>
              <p14:xfrm>
                <a:off x="3961360" y="3414092"/>
                <a:ext cx="25200" cy="282600"/>
              </p14:xfrm>
            </p:contentPart>
          </mc:Choice>
          <mc:Fallback>
            <p:pic>
              <p:nvPicPr>
                <p:cNvPr id="57" name="Ink 56">
                  <a:extLst>
                    <a:ext uri="{FF2B5EF4-FFF2-40B4-BE49-F238E27FC236}">
                      <a16:creationId xmlns:a16="http://schemas.microsoft.com/office/drawing/2014/main" id="{9D0BE224-34CA-026D-5D77-FB1B2B1F0FC0}"/>
                    </a:ext>
                  </a:extLst>
                </p:cNvPr>
                <p:cNvPicPr/>
                <p:nvPr/>
              </p:nvPicPr>
              <p:blipFill>
                <a:blip r:embed="rId83"/>
                <a:stretch>
                  <a:fillRect/>
                </a:stretch>
              </p:blipFill>
              <p:spPr>
                <a:xfrm>
                  <a:off x="3952720" y="3405452"/>
                  <a:ext cx="42840" cy="3002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5" name="Ink 44">
                  <a:extLst>
                    <a:ext uri="{FF2B5EF4-FFF2-40B4-BE49-F238E27FC236}">
                      <a16:creationId xmlns:a16="http://schemas.microsoft.com/office/drawing/2014/main" id="{D2D65C5C-EC20-83B2-6BD5-B2E0FCFA3C5F}"/>
                    </a:ext>
                  </a:extLst>
                </p14:cNvPr>
                <p14:cNvContentPartPr/>
                <p14:nvPr/>
              </p14:nvContentPartPr>
              <p14:xfrm>
                <a:off x="5223160" y="2644412"/>
                <a:ext cx="13680" cy="72000"/>
              </p14:xfrm>
            </p:contentPart>
          </mc:Choice>
          <mc:Fallback>
            <p:pic>
              <p:nvPicPr>
                <p:cNvPr id="45" name="Ink 44">
                  <a:extLst>
                    <a:ext uri="{FF2B5EF4-FFF2-40B4-BE49-F238E27FC236}">
                      <a16:creationId xmlns:a16="http://schemas.microsoft.com/office/drawing/2014/main" id="{D2D65C5C-EC20-83B2-6BD5-B2E0FCFA3C5F}"/>
                    </a:ext>
                  </a:extLst>
                </p:cNvPr>
                <p:cNvPicPr/>
                <p:nvPr/>
              </p:nvPicPr>
              <p:blipFill>
                <a:blip r:embed="rId85"/>
                <a:stretch>
                  <a:fillRect/>
                </a:stretch>
              </p:blipFill>
              <p:spPr>
                <a:xfrm>
                  <a:off x="5214160" y="2635412"/>
                  <a:ext cx="31320" cy="8964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46" name="Ink 45">
                  <a:extLst>
                    <a:ext uri="{FF2B5EF4-FFF2-40B4-BE49-F238E27FC236}">
                      <a16:creationId xmlns:a16="http://schemas.microsoft.com/office/drawing/2014/main" id="{D41F682C-08D3-21D9-5B15-E606731F39D7}"/>
                    </a:ext>
                  </a:extLst>
                </p14:cNvPr>
                <p14:cNvContentPartPr/>
                <p14:nvPr/>
              </p14:nvContentPartPr>
              <p14:xfrm>
                <a:off x="5220280" y="2789132"/>
                <a:ext cx="2880" cy="65520"/>
              </p14:xfrm>
            </p:contentPart>
          </mc:Choice>
          <mc:Fallback>
            <p:pic>
              <p:nvPicPr>
                <p:cNvPr id="46" name="Ink 45">
                  <a:extLst>
                    <a:ext uri="{FF2B5EF4-FFF2-40B4-BE49-F238E27FC236}">
                      <a16:creationId xmlns:a16="http://schemas.microsoft.com/office/drawing/2014/main" id="{D41F682C-08D3-21D9-5B15-E606731F39D7}"/>
                    </a:ext>
                  </a:extLst>
                </p:cNvPr>
                <p:cNvPicPr/>
                <p:nvPr/>
              </p:nvPicPr>
              <p:blipFill>
                <a:blip r:embed="rId87"/>
                <a:stretch>
                  <a:fillRect/>
                </a:stretch>
              </p:blipFill>
              <p:spPr>
                <a:xfrm>
                  <a:off x="5211640" y="2780132"/>
                  <a:ext cx="2052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47" name="Ink 46">
                  <a:extLst>
                    <a:ext uri="{FF2B5EF4-FFF2-40B4-BE49-F238E27FC236}">
                      <a16:creationId xmlns:a16="http://schemas.microsoft.com/office/drawing/2014/main" id="{559C7765-3385-D8A0-D216-59E48975460C}"/>
                    </a:ext>
                  </a:extLst>
                </p14:cNvPr>
                <p14:cNvContentPartPr/>
                <p14:nvPr/>
              </p14:nvContentPartPr>
              <p14:xfrm>
                <a:off x="5223160" y="2940332"/>
                <a:ext cx="5760" cy="12960"/>
              </p14:xfrm>
            </p:contentPart>
          </mc:Choice>
          <mc:Fallback>
            <p:pic>
              <p:nvPicPr>
                <p:cNvPr id="47" name="Ink 46">
                  <a:extLst>
                    <a:ext uri="{FF2B5EF4-FFF2-40B4-BE49-F238E27FC236}">
                      <a16:creationId xmlns:a16="http://schemas.microsoft.com/office/drawing/2014/main" id="{559C7765-3385-D8A0-D216-59E48975460C}"/>
                    </a:ext>
                  </a:extLst>
                </p:cNvPr>
                <p:cNvPicPr/>
                <p:nvPr/>
              </p:nvPicPr>
              <p:blipFill>
                <a:blip r:embed="rId89"/>
                <a:stretch>
                  <a:fillRect/>
                </a:stretch>
              </p:blipFill>
              <p:spPr>
                <a:xfrm>
                  <a:off x="5214160" y="2931692"/>
                  <a:ext cx="2340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48" name="Ink 47">
                  <a:extLst>
                    <a:ext uri="{FF2B5EF4-FFF2-40B4-BE49-F238E27FC236}">
                      <a16:creationId xmlns:a16="http://schemas.microsoft.com/office/drawing/2014/main" id="{025B8156-69B0-B767-DFFD-8BBDBDE4C4EF}"/>
                    </a:ext>
                  </a:extLst>
                </p14:cNvPr>
                <p14:cNvContentPartPr/>
                <p14:nvPr/>
              </p14:nvContentPartPr>
              <p14:xfrm>
                <a:off x="5035960" y="3012332"/>
                <a:ext cx="62640" cy="14040"/>
              </p14:xfrm>
            </p:contentPart>
          </mc:Choice>
          <mc:Fallback>
            <p:pic>
              <p:nvPicPr>
                <p:cNvPr id="48" name="Ink 47">
                  <a:extLst>
                    <a:ext uri="{FF2B5EF4-FFF2-40B4-BE49-F238E27FC236}">
                      <a16:creationId xmlns:a16="http://schemas.microsoft.com/office/drawing/2014/main" id="{025B8156-69B0-B767-DFFD-8BBDBDE4C4EF}"/>
                    </a:ext>
                  </a:extLst>
                </p:cNvPr>
                <p:cNvPicPr/>
                <p:nvPr/>
              </p:nvPicPr>
              <p:blipFill>
                <a:blip r:embed="rId91"/>
                <a:stretch>
                  <a:fillRect/>
                </a:stretch>
              </p:blipFill>
              <p:spPr>
                <a:xfrm>
                  <a:off x="5027320" y="3003692"/>
                  <a:ext cx="8028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49" name="Ink 48">
                  <a:extLst>
                    <a:ext uri="{FF2B5EF4-FFF2-40B4-BE49-F238E27FC236}">
                      <a16:creationId xmlns:a16="http://schemas.microsoft.com/office/drawing/2014/main" id="{88929EB6-98B7-18A0-5E19-E97484CE9706}"/>
                    </a:ext>
                  </a:extLst>
                </p14:cNvPr>
                <p14:cNvContentPartPr/>
                <p14:nvPr/>
              </p14:nvContentPartPr>
              <p14:xfrm>
                <a:off x="4776400" y="3038972"/>
                <a:ext cx="91800" cy="7200"/>
              </p14:xfrm>
            </p:contentPart>
          </mc:Choice>
          <mc:Fallback>
            <p:pic>
              <p:nvPicPr>
                <p:cNvPr id="49" name="Ink 48">
                  <a:extLst>
                    <a:ext uri="{FF2B5EF4-FFF2-40B4-BE49-F238E27FC236}">
                      <a16:creationId xmlns:a16="http://schemas.microsoft.com/office/drawing/2014/main" id="{88929EB6-98B7-18A0-5E19-E97484CE9706}"/>
                    </a:ext>
                  </a:extLst>
                </p:cNvPr>
                <p:cNvPicPr/>
                <p:nvPr/>
              </p:nvPicPr>
              <p:blipFill>
                <a:blip r:embed="rId93"/>
                <a:stretch>
                  <a:fillRect/>
                </a:stretch>
              </p:blipFill>
              <p:spPr>
                <a:xfrm>
                  <a:off x="4767760" y="3029972"/>
                  <a:ext cx="10944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0" name="Ink 49">
                  <a:extLst>
                    <a:ext uri="{FF2B5EF4-FFF2-40B4-BE49-F238E27FC236}">
                      <a16:creationId xmlns:a16="http://schemas.microsoft.com/office/drawing/2014/main" id="{E3BBD445-FDEE-ADD3-FD3A-52FF8F8204C2}"/>
                    </a:ext>
                  </a:extLst>
                </p14:cNvPr>
                <p14:cNvContentPartPr/>
                <p14:nvPr/>
              </p14:nvContentPartPr>
              <p14:xfrm>
                <a:off x="4711960" y="3038972"/>
                <a:ext cx="31320" cy="360"/>
              </p14:xfrm>
            </p:contentPart>
          </mc:Choice>
          <mc:Fallback>
            <p:pic>
              <p:nvPicPr>
                <p:cNvPr id="50" name="Ink 49">
                  <a:extLst>
                    <a:ext uri="{FF2B5EF4-FFF2-40B4-BE49-F238E27FC236}">
                      <a16:creationId xmlns:a16="http://schemas.microsoft.com/office/drawing/2014/main" id="{E3BBD445-FDEE-ADD3-FD3A-52FF8F8204C2}"/>
                    </a:ext>
                  </a:extLst>
                </p:cNvPr>
                <p:cNvPicPr/>
                <p:nvPr/>
              </p:nvPicPr>
              <p:blipFill>
                <a:blip r:embed="rId95"/>
                <a:stretch>
                  <a:fillRect/>
                </a:stretch>
              </p:blipFill>
              <p:spPr>
                <a:xfrm>
                  <a:off x="4702960" y="3029972"/>
                  <a:ext cx="4896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1" name="Ink 50">
                  <a:extLst>
                    <a:ext uri="{FF2B5EF4-FFF2-40B4-BE49-F238E27FC236}">
                      <a16:creationId xmlns:a16="http://schemas.microsoft.com/office/drawing/2014/main" id="{E1D5A7AA-2E4B-4A89-EC9B-282C5BD5FCBE}"/>
                    </a:ext>
                  </a:extLst>
                </p14:cNvPr>
                <p14:cNvContentPartPr/>
                <p14:nvPr/>
              </p14:nvContentPartPr>
              <p14:xfrm>
                <a:off x="4547440" y="3038972"/>
                <a:ext cx="18000" cy="360"/>
              </p14:xfrm>
            </p:contentPart>
          </mc:Choice>
          <mc:Fallback>
            <p:pic>
              <p:nvPicPr>
                <p:cNvPr id="51" name="Ink 50">
                  <a:extLst>
                    <a:ext uri="{FF2B5EF4-FFF2-40B4-BE49-F238E27FC236}">
                      <a16:creationId xmlns:a16="http://schemas.microsoft.com/office/drawing/2014/main" id="{E1D5A7AA-2E4B-4A89-EC9B-282C5BD5FCBE}"/>
                    </a:ext>
                  </a:extLst>
                </p:cNvPr>
                <p:cNvPicPr/>
                <p:nvPr/>
              </p:nvPicPr>
              <p:blipFill>
                <a:blip r:embed="rId97"/>
                <a:stretch>
                  <a:fillRect/>
                </a:stretch>
              </p:blipFill>
              <p:spPr>
                <a:xfrm>
                  <a:off x="4538800" y="3029972"/>
                  <a:ext cx="3564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2" name="Ink 51">
                  <a:extLst>
                    <a:ext uri="{FF2B5EF4-FFF2-40B4-BE49-F238E27FC236}">
                      <a16:creationId xmlns:a16="http://schemas.microsoft.com/office/drawing/2014/main" id="{F1B7A017-92CF-C46C-57A6-982C5EF20C55}"/>
                    </a:ext>
                  </a:extLst>
                </p14:cNvPr>
                <p14:cNvContentPartPr/>
                <p14:nvPr/>
              </p14:nvContentPartPr>
              <p14:xfrm>
                <a:off x="4441600" y="3052292"/>
                <a:ext cx="31680" cy="6480"/>
              </p14:xfrm>
            </p:contentPart>
          </mc:Choice>
          <mc:Fallback>
            <p:pic>
              <p:nvPicPr>
                <p:cNvPr id="52" name="Ink 51">
                  <a:extLst>
                    <a:ext uri="{FF2B5EF4-FFF2-40B4-BE49-F238E27FC236}">
                      <a16:creationId xmlns:a16="http://schemas.microsoft.com/office/drawing/2014/main" id="{F1B7A017-92CF-C46C-57A6-982C5EF20C55}"/>
                    </a:ext>
                  </a:extLst>
                </p:cNvPr>
                <p:cNvPicPr/>
                <p:nvPr/>
              </p:nvPicPr>
              <p:blipFill>
                <a:blip r:embed="rId99"/>
                <a:stretch>
                  <a:fillRect/>
                </a:stretch>
              </p:blipFill>
              <p:spPr>
                <a:xfrm>
                  <a:off x="4432960" y="3043652"/>
                  <a:ext cx="49320" cy="241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53" name="Ink 52">
                  <a:extLst>
                    <a:ext uri="{FF2B5EF4-FFF2-40B4-BE49-F238E27FC236}">
                      <a16:creationId xmlns:a16="http://schemas.microsoft.com/office/drawing/2014/main" id="{C4189864-F832-FBA7-525F-E1BA7EAE9FA3}"/>
                    </a:ext>
                  </a:extLst>
                </p14:cNvPr>
                <p14:cNvContentPartPr/>
                <p14:nvPr/>
              </p14:nvContentPartPr>
              <p14:xfrm>
                <a:off x="4323160" y="3094052"/>
                <a:ext cx="58320" cy="4680"/>
              </p14:xfrm>
            </p:contentPart>
          </mc:Choice>
          <mc:Fallback>
            <p:pic>
              <p:nvPicPr>
                <p:cNvPr id="53" name="Ink 52">
                  <a:extLst>
                    <a:ext uri="{FF2B5EF4-FFF2-40B4-BE49-F238E27FC236}">
                      <a16:creationId xmlns:a16="http://schemas.microsoft.com/office/drawing/2014/main" id="{C4189864-F832-FBA7-525F-E1BA7EAE9FA3}"/>
                    </a:ext>
                  </a:extLst>
                </p:cNvPr>
                <p:cNvPicPr/>
                <p:nvPr/>
              </p:nvPicPr>
              <p:blipFill>
                <a:blip r:embed="rId101"/>
                <a:stretch>
                  <a:fillRect/>
                </a:stretch>
              </p:blipFill>
              <p:spPr>
                <a:xfrm>
                  <a:off x="4314160" y="3085412"/>
                  <a:ext cx="75960" cy="223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54" name="Ink 53">
                  <a:extLst>
                    <a:ext uri="{FF2B5EF4-FFF2-40B4-BE49-F238E27FC236}">
                      <a16:creationId xmlns:a16="http://schemas.microsoft.com/office/drawing/2014/main" id="{BA73B73D-163B-49D1-FA93-A5FD12192281}"/>
                    </a:ext>
                  </a:extLst>
                </p14:cNvPr>
                <p14:cNvContentPartPr/>
                <p14:nvPr/>
              </p14:nvContentPartPr>
              <p14:xfrm>
                <a:off x="4221280" y="3104852"/>
                <a:ext cx="28800" cy="4320"/>
              </p14:xfrm>
            </p:contentPart>
          </mc:Choice>
          <mc:Fallback>
            <p:pic>
              <p:nvPicPr>
                <p:cNvPr id="54" name="Ink 53">
                  <a:extLst>
                    <a:ext uri="{FF2B5EF4-FFF2-40B4-BE49-F238E27FC236}">
                      <a16:creationId xmlns:a16="http://schemas.microsoft.com/office/drawing/2014/main" id="{BA73B73D-163B-49D1-FA93-A5FD12192281}"/>
                    </a:ext>
                  </a:extLst>
                </p:cNvPr>
                <p:cNvPicPr/>
                <p:nvPr/>
              </p:nvPicPr>
              <p:blipFill>
                <a:blip r:embed="rId103"/>
                <a:stretch>
                  <a:fillRect/>
                </a:stretch>
              </p:blipFill>
              <p:spPr>
                <a:xfrm>
                  <a:off x="4212280" y="3096212"/>
                  <a:ext cx="4644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55" name="Ink 54">
                  <a:extLst>
                    <a:ext uri="{FF2B5EF4-FFF2-40B4-BE49-F238E27FC236}">
                      <a16:creationId xmlns:a16="http://schemas.microsoft.com/office/drawing/2014/main" id="{CA0912C8-BE1D-E633-4C2A-F67EE7002606}"/>
                    </a:ext>
                  </a:extLst>
                </p14:cNvPr>
                <p14:cNvContentPartPr/>
                <p14:nvPr/>
              </p14:nvContentPartPr>
              <p14:xfrm>
                <a:off x="4184920" y="3091172"/>
                <a:ext cx="5760" cy="7560"/>
              </p14:xfrm>
            </p:contentPart>
          </mc:Choice>
          <mc:Fallback>
            <p:pic>
              <p:nvPicPr>
                <p:cNvPr id="55" name="Ink 54">
                  <a:extLst>
                    <a:ext uri="{FF2B5EF4-FFF2-40B4-BE49-F238E27FC236}">
                      <a16:creationId xmlns:a16="http://schemas.microsoft.com/office/drawing/2014/main" id="{CA0912C8-BE1D-E633-4C2A-F67EE7002606}"/>
                    </a:ext>
                  </a:extLst>
                </p:cNvPr>
                <p:cNvPicPr/>
                <p:nvPr/>
              </p:nvPicPr>
              <p:blipFill>
                <a:blip r:embed="rId89"/>
                <a:stretch>
                  <a:fillRect/>
                </a:stretch>
              </p:blipFill>
              <p:spPr>
                <a:xfrm>
                  <a:off x="4176280" y="3082172"/>
                  <a:ext cx="23400" cy="2520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58" name="Ink 57">
                  <a:extLst>
                    <a:ext uri="{FF2B5EF4-FFF2-40B4-BE49-F238E27FC236}">
                      <a16:creationId xmlns:a16="http://schemas.microsoft.com/office/drawing/2014/main" id="{F0C61393-10F9-BB00-49A3-063A05E108E8}"/>
                    </a:ext>
                  </a:extLst>
                </p14:cNvPr>
                <p14:cNvContentPartPr/>
                <p14:nvPr/>
              </p14:nvContentPartPr>
              <p14:xfrm>
                <a:off x="3288880" y="2849252"/>
                <a:ext cx="20520" cy="167040"/>
              </p14:xfrm>
            </p:contentPart>
          </mc:Choice>
          <mc:Fallback>
            <p:pic>
              <p:nvPicPr>
                <p:cNvPr id="58" name="Ink 57">
                  <a:extLst>
                    <a:ext uri="{FF2B5EF4-FFF2-40B4-BE49-F238E27FC236}">
                      <a16:creationId xmlns:a16="http://schemas.microsoft.com/office/drawing/2014/main" id="{F0C61393-10F9-BB00-49A3-063A05E108E8}"/>
                    </a:ext>
                  </a:extLst>
                </p:cNvPr>
                <p:cNvPicPr/>
                <p:nvPr/>
              </p:nvPicPr>
              <p:blipFill>
                <a:blip r:embed="rId106"/>
                <a:stretch>
                  <a:fillRect/>
                </a:stretch>
              </p:blipFill>
              <p:spPr>
                <a:xfrm>
                  <a:off x="3280240" y="2840612"/>
                  <a:ext cx="3816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59" name="Ink 58">
                  <a:extLst>
                    <a:ext uri="{FF2B5EF4-FFF2-40B4-BE49-F238E27FC236}">
                      <a16:creationId xmlns:a16="http://schemas.microsoft.com/office/drawing/2014/main" id="{297E017C-1EE7-F41F-797D-7021545A9DAC}"/>
                    </a:ext>
                  </a:extLst>
                </p14:cNvPr>
                <p14:cNvContentPartPr/>
                <p14:nvPr/>
              </p14:nvContentPartPr>
              <p14:xfrm>
                <a:off x="3308320" y="2735132"/>
                <a:ext cx="14040" cy="21600"/>
              </p14:xfrm>
            </p:contentPart>
          </mc:Choice>
          <mc:Fallback>
            <p:pic>
              <p:nvPicPr>
                <p:cNvPr id="59" name="Ink 58">
                  <a:extLst>
                    <a:ext uri="{FF2B5EF4-FFF2-40B4-BE49-F238E27FC236}">
                      <a16:creationId xmlns:a16="http://schemas.microsoft.com/office/drawing/2014/main" id="{297E017C-1EE7-F41F-797D-7021545A9DAC}"/>
                    </a:ext>
                  </a:extLst>
                </p:cNvPr>
                <p:cNvPicPr/>
                <p:nvPr/>
              </p:nvPicPr>
              <p:blipFill>
                <a:blip r:embed="rId108"/>
                <a:stretch>
                  <a:fillRect/>
                </a:stretch>
              </p:blipFill>
              <p:spPr>
                <a:xfrm>
                  <a:off x="3299320" y="2726132"/>
                  <a:ext cx="3168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60" name="Ink 59">
                  <a:extLst>
                    <a:ext uri="{FF2B5EF4-FFF2-40B4-BE49-F238E27FC236}">
                      <a16:creationId xmlns:a16="http://schemas.microsoft.com/office/drawing/2014/main" id="{E6B55A3B-F842-0E2E-8322-A1512F97A5F4}"/>
                    </a:ext>
                  </a:extLst>
                </p14:cNvPr>
                <p14:cNvContentPartPr/>
                <p14:nvPr/>
              </p14:nvContentPartPr>
              <p14:xfrm>
                <a:off x="3321640" y="2854652"/>
                <a:ext cx="136440" cy="165240"/>
              </p14:xfrm>
            </p:contentPart>
          </mc:Choice>
          <mc:Fallback>
            <p:pic>
              <p:nvPicPr>
                <p:cNvPr id="60" name="Ink 59">
                  <a:extLst>
                    <a:ext uri="{FF2B5EF4-FFF2-40B4-BE49-F238E27FC236}">
                      <a16:creationId xmlns:a16="http://schemas.microsoft.com/office/drawing/2014/main" id="{E6B55A3B-F842-0E2E-8322-A1512F97A5F4}"/>
                    </a:ext>
                  </a:extLst>
                </p:cNvPr>
                <p:cNvPicPr/>
                <p:nvPr/>
              </p:nvPicPr>
              <p:blipFill>
                <a:blip r:embed="rId110"/>
                <a:stretch>
                  <a:fillRect/>
                </a:stretch>
              </p:blipFill>
              <p:spPr>
                <a:xfrm>
                  <a:off x="3313000" y="2846012"/>
                  <a:ext cx="15408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61" name="Ink 60">
                  <a:extLst>
                    <a:ext uri="{FF2B5EF4-FFF2-40B4-BE49-F238E27FC236}">
                      <a16:creationId xmlns:a16="http://schemas.microsoft.com/office/drawing/2014/main" id="{DEFC3FF2-E41D-3152-15B8-081DE6CDD6E3}"/>
                    </a:ext>
                  </a:extLst>
                </p14:cNvPr>
                <p14:cNvContentPartPr/>
                <p14:nvPr/>
              </p14:nvContentPartPr>
              <p14:xfrm>
                <a:off x="3493000" y="2781572"/>
                <a:ext cx="133560" cy="222840"/>
              </p14:xfrm>
            </p:contentPart>
          </mc:Choice>
          <mc:Fallback>
            <p:pic>
              <p:nvPicPr>
                <p:cNvPr id="61" name="Ink 60">
                  <a:extLst>
                    <a:ext uri="{FF2B5EF4-FFF2-40B4-BE49-F238E27FC236}">
                      <a16:creationId xmlns:a16="http://schemas.microsoft.com/office/drawing/2014/main" id="{DEFC3FF2-E41D-3152-15B8-081DE6CDD6E3}"/>
                    </a:ext>
                  </a:extLst>
                </p:cNvPr>
                <p:cNvPicPr/>
                <p:nvPr/>
              </p:nvPicPr>
              <p:blipFill>
                <a:blip r:embed="rId112"/>
                <a:stretch>
                  <a:fillRect/>
                </a:stretch>
              </p:blipFill>
              <p:spPr>
                <a:xfrm>
                  <a:off x="3484000" y="2772572"/>
                  <a:ext cx="151200" cy="24048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2" name="Ink 61">
                  <a:extLst>
                    <a:ext uri="{FF2B5EF4-FFF2-40B4-BE49-F238E27FC236}">
                      <a16:creationId xmlns:a16="http://schemas.microsoft.com/office/drawing/2014/main" id="{8BC104EC-E8CB-EA01-90B2-3C3800452D08}"/>
                    </a:ext>
                  </a:extLst>
                </p14:cNvPr>
                <p14:cNvContentPartPr/>
                <p14:nvPr/>
              </p14:nvContentPartPr>
              <p14:xfrm>
                <a:off x="3664000" y="2854292"/>
                <a:ext cx="72360" cy="111600"/>
              </p14:xfrm>
            </p:contentPart>
          </mc:Choice>
          <mc:Fallback>
            <p:pic>
              <p:nvPicPr>
                <p:cNvPr id="62" name="Ink 61">
                  <a:extLst>
                    <a:ext uri="{FF2B5EF4-FFF2-40B4-BE49-F238E27FC236}">
                      <a16:creationId xmlns:a16="http://schemas.microsoft.com/office/drawing/2014/main" id="{8BC104EC-E8CB-EA01-90B2-3C3800452D08}"/>
                    </a:ext>
                  </a:extLst>
                </p:cNvPr>
                <p:cNvPicPr/>
                <p:nvPr/>
              </p:nvPicPr>
              <p:blipFill>
                <a:blip r:embed="rId114"/>
                <a:stretch>
                  <a:fillRect/>
                </a:stretch>
              </p:blipFill>
              <p:spPr>
                <a:xfrm>
                  <a:off x="3655360" y="2845292"/>
                  <a:ext cx="9000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3" name="Ink 62">
                  <a:extLst>
                    <a:ext uri="{FF2B5EF4-FFF2-40B4-BE49-F238E27FC236}">
                      <a16:creationId xmlns:a16="http://schemas.microsoft.com/office/drawing/2014/main" id="{B4508FD7-631B-58D6-2E84-0B1835AEDE0E}"/>
                    </a:ext>
                  </a:extLst>
                </p14:cNvPr>
                <p14:cNvContentPartPr/>
                <p14:nvPr/>
              </p14:nvContentPartPr>
              <p14:xfrm>
                <a:off x="3787480" y="2807852"/>
                <a:ext cx="70560" cy="141840"/>
              </p14:xfrm>
            </p:contentPart>
          </mc:Choice>
          <mc:Fallback>
            <p:pic>
              <p:nvPicPr>
                <p:cNvPr id="63" name="Ink 62">
                  <a:extLst>
                    <a:ext uri="{FF2B5EF4-FFF2-40B4-BE49-F238E27FC236}">
                      <a16:creationId xmlns:a16="http://schemas.microsoft.com/office/drawing/2014/main" id="{B4508FD7-631B-58D6-2E84-0B1835AEDE0E}"/>
                    </a:ext>
                  </a:extLst>
                </p:cNvPr>
                <p:cNvPicPr/>
                <p:nvPr/>
              </p:nvPicPr>
              <p:blipFill>
                <a:blip r:embed="rId116"/>
                <a:stretch>
                  <a:fillRect/>
                </a:stretch>
              </p:blipFill>
              <p:spPr>
                <a:xfrm>
                  <a:off x="3778840" y="2798852"/>
                  <a:ext cx="8820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4" name="Ink 63">
                  <a:extLst>
                    <a:ext uri="{FF2B5EF4-FFF2-40B4-BE49-F238E27FC236}">
                      <a16:creationId xmlns:a16="http://schemas.microsoft.com/office/drawing/2014/main" id="{EFB00E10-7822-84EE-6301-D4819A8E8C5E}"/>
                    </a:ext>
                  </a:extLst>
                </p14:cNvPr>
                <p14:cNvContentPartPr/>
                <p14:nvPr/>
              </p14:nvContentPartPr>
              <p14:xfrm>
                <a:off x="3887560" y="2859692"/>
                <a:ext cx="26640" cy="83520"/>
              </p14:xfrm>
            </p:contentPart>
          </mc:Choice>
          <mc:Fallback>
            <p:pic>
              <p:nvPicPr>
                <p:cNvPr id="64" name="Ink 63">
                  <a:extLst>
                    <a:ext uri="{FF2B5EF4-FFF2-40B4-BE49-F238E27FC236}">
                      <a16:creationId xmlns:a16="http://schemas.microsoft.com/office/drawing/2014/main" id="{EFB00E10-7822-84EE-6301-D4819A8E8C5E}"/>
                    </a:ext>
                  </a:extLst>
                </p:cNvPr>
                <p:cNvPicPr/>
                <p:nvPr/>
              </p:nvPicPr>
              <p:blipFill>
                <a:blip r:embed="rId118"/>
                <a:stretch>
                  <a:fillRect/>
                </a:stretch>
              </p:blipFill>
              <p:spPr>
                <a:xfrm>
                  <a:off x="3878560" y="2851052"/>
                  <a:ext cx="4428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5" name="Ink 64">
                  <a:extLst>
                    <a:ext uri="{FF2B5EF4-FFF2-40B4-BE49-F238E27FC236}">
                      <a16:creationId xmlns:a16="http://schemas.microsoft.com/office/drawing/2014/main" id="{E228A784-F9F0-89C4-CA0B-56E6137DF8F3}"/>
                    </a:ext>
                  </a:extLst>
                </p14:cNvPr>
                <p14:cNvContentPartPr/>
                <p14:nvPr/>
              </p14:nvContentPartPr>
              <p14:xfrm>
                <a:off x="3907360" y="2687252"/>
                <a:ext cx="6840" cy="23040"/>
              </p14:xfrm>
            </p:contentPart>
          </mc:Choice>
          <mc:Fallback>
            <p:pic>
              <p:nvPicPr>
                <p:cNvPr id="65" name="Ink 64">
                  <a:extLst>
                    <a:ext uri="{FF2B5EF4-FFF2-40B4-BE49-F238E27FC236}">
                      <a16:creationId xmlns:a16="http://schemas.microsoft.com/office/drawing/2014/main" id="{E228A784-F9F0-89C4-CA0B-56E6137DF8F3}"/>
                    </a:ext>
                  </a:extLst>
                </p:cNvPr>
                <p:cNvPicPr/>
                <p:nvPr/>
              </p:nvPicPr>
              <p:blipFill>
                <a:blip r:embed="rId120"/>
                <a:stretch>
                  <a:fillRect/>
                </a:stretch>
              </p:blipFill>
              <p:spPr>
                <a:xfrm>
                  <a:off x="3898720" y="2678252"/>
                  <a:ext cx="24480" cy="4068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6" name="Ink 65">
                  <a:extLst>
                    <a:ext uri="{FF2B5EF4-FFF2-40B4-BE49-F238E27FC236}">
                      <a16:creationId xmlns:a16="http://schemas.microsoft.com/office/drawing/2014/main" id="{11D867FE-9D2F-EA25-2868-3C29F8E7F33D}"/>
                    </a:ext>
                  </a:extLst>
                </p14:cNvPr>
                <p14:cNvContentPartPr/>
                <p14:nvPr/>
              </p14:nvContentPartPr>
              <p14:xfrm>
                <a:off x="3920680" y="2729732"/>
                <a:ext cx="52560" cy="220680"/>
              </p14:xfrm>
            </p:contentPart>
          </mc:Choice>
          <mc:Fallback>
            <p:pic>
              <p:nvPicPr>
                <p:cNvPr id="66" name="Ink 65">
                  <a:extLst>
                    <a:ext uri="{FF2B5EF4-FFF2-40B4-BE49-F238E27FC236}">
                      <a16:creationId xmlns:a16="http://schemas.microsoft.com/office/drawing/2014/main" id="{11D867FE-9D2F-EA25-2868-3C29F8E7F33D}"/>
                    </a:ext>
                  </a:extLst>
                </p:cNvPr>
                <p:cNvPicPr/>
                <p:nvPr/>
              </p:nvPicPr>
              <p:blipFill>
                <a:blip r:embed="rId122"/>
                <a:stretch>
                  <a:fillRect/>
                </a:stretch>
              </p:blipFill>
              <p:spPr>
                <a:xfrm>
                  <a:off x="3912040" y="2721092"/>
                  <a:ext cx="70200" cy="238320"/>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7" name="Ink 66">
                  <a:extLst>
                    <a:ext uri="{FF2B5EF4-FFF2-40B4-BE49-F238E27FC236}">
                      <a16:creationId xmlns:a16="http://schemas.microsoft.com/office/drawing/2014/main" id="{8E703640-C613-6D04-583D-D949E718951D}"/>
                    </a:ext>
                  </a:extLst>
                </p14:cNvPr>
                <p14:cNvContentPartPr/>
                <p14:nvPr/>
              </p14:nvContentPartPr>
              <p14:xfrm>
                <a:off x="3966400" y="2785172"/>
                <a:ext cx="158040" cy="126720"/>
              </p14:xfrm>
            </p:contentPart>
          </mc:Choice>
          <mc:Fallback>
            <p:pic>
              <p:nvPicPr>
                <p:cNvPr id="67" name="Ink 66">
                  <a:extLst>
                    <a:ext uri="{FF2B5EF4-FFF2-40B4-BE49-F238E27FC236}">
                      <a16:creationId xmlns:a16="http://schemas.microsoft.com/office/drawing/2014/main" id="{8E703640-C613-6D04-583D-D949E718951D}"/>
                    </a:ext>
                  </a:extLst>
                </p:cNvPr>
                <p:cNvPicPr/>
                <p:nvPr/>
              </p:nvPicPr>
              <p:blipFill>
                <a:blip r:embed="rId124"/>
                <a:stretch>
                  <a:fillRect/>
                </a:stretch>
              </p:blipFill>
              <p:spPr>
                <a:xfrm>
                  <a:off x="3957760" y="2776172"/>
                  <a:ext cx="17568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68" name="Ink 67">
                  <a:extLst>
                    <a:ext uri="{FF2B5EF4-FFF2-40B4-BE49-F238E27FC236}">
                      <a16:creationId xmlns:a16="http://schemas.microsoft.com/office/drawing/2014/main" id="{7ABFCCE2-C1F9-C2B3-EEC3-A994110CC2C0}"/>
                    </a:ext>
                  </a:extLst>
                </p14:cNvPr>
                <p14:cNvContentPartPr/>
                <p14:nvPr/>
              </p14:nvContentPartPr>
              <p14:xfrm>
                <a:off x="4173760" y="2784812"/>
                <a:ext cx="118800" cy="107640"/>
              </p14:xfrm>
            </p:contentPart>
          </mc:Choice>
          <mc:Fallback>
            <p:pic>
              <p:nvPicPr>
                <p:cNvPr id="68" name="Ink 67">
                  <a:extLst>
                    <a:ext uri="{FF2B5EF4-FFF2-40B4-BE49-F238E27FC236}">
                      <a16:creationId xmlns:a16="http://schemas.microsoft.com/office/drawing/2014/main" id="{7ABFCCE2-C1F9-C2B3-EEC3-A994110CC2C0}"/>
                    </a:ext>
                  </a:extLst>
                </p:cNvPr>
                <p:cNvPicPr/>
                <p:nvPr/>
              </p:nvPicPr>
              <p:blipFill>
                <a:blip r:embed="rId126"/>
                <a:stretch>
                  <a:fillRect/>
                </a:stretch>
              </p:blipFill>
              <p:spPr>
                <a:xfrm>
                  <a:off x="4164760" y="2775812"/>
                  <a:ext cx="13644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69" name="Ink 68">
                  <a:extLst>
                    <a:ext uri="{FF2B5EF4-FFF2-40B4-BE49-F238E27FC236}">
                      <a16:creationId xmlns:a16="http://schemas.microsoft.com/office/drawing/2014/main" id="{E2C47BB7-E5BE-F25A-D3E0-7DBA99488477}"/>
                    </a:ext>
                  </a:extLst>
                </p14:cNvPr>
                <p14:cNvContentPartPr/>
                <p14:nvPr/>
              </p14:nvContentPartPr>
              <p14:xfrm>
                <a:off x="4362040" y="2780852"/>
                <a:ext cx="35640" cy="122040"/>
              </p14:xfrm>
            </p:contentPart>
          </mc:Choice>
          <mc:Fallback>
            <p:pic>
              <p:nvPicPr>
                <p:cNvPr id="69" name="Ink 68">
                  <a:extLst>
                    <a:ext uri="{FF2B5EF4-FFF2-40B4-BE49-F238E27FC236}">
                      <a16:creationId xmlns:a16="http://schemas.microsoft.com/office/drawing/2014/main" id="{E2C47BB7-E5BE-F25A-D3E0-7DBA99488477}"/>
                    </a:ext>
                  </a:extLst>
                </p:cNvPr>
                <p:cNvPicPr/>
                <p:nvPr/>
              </p:nvPicPr>
              <p:blipFill>
                <a:blip r:embed="rId128"/>
                <a:stretch>
                  <a:fillRect/>
                </a:stretch>
              </p:blipFill>
              <p:spPr>
                <a:xfrm>
                  <a:off x="4353040" y="2772212"/>
                  <a:ext cx="5328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70" name="Ink 69">
                  <a:extLst>
                    <a:ext uri="{FF2B5EF4-FFF2-40B4-BE49-F238E27FC236}">
                      <a16:creationId xmlns:a16="http://schemas.microsoft.com/office/drawing/2014/main" id="{8823C3C4-F21C-5016-F2FA-D93AE4491AA1}"/>
                    </a:ext>
                  </a:extLst>
                </p14:cNvPr>
                <p14:cNvContentPartPr/>
                <p14:nvPr/>
              </p14:nvContentPartPr>
              <p14:xfrm>
                <a:off x="4420000" y="2763212"/>
                <a:ext cx="214920" cy="158760"/>
              </p14:xfrm>
            </p:contentPart>
          </mc:Choice>
          <mc:Fallback>
            <p:pic>
              <p:nvPicPr>
                <p:cNvPr id="70" name="Ink 69">
                  <a:extLst>
                    <a:ext uri="{FF2B5EF4-FFF2-40B4-BE49-F238E27FC236}">
                      <a16:creationId xmlns:a16="http://schemas.microsoft.com/office/drawing/2014/main" id="{8823C3C4-F21C-5016-F2FA-D93AE4491AA1}"/>
                    </a:ext>
                  </a:extLst>
                </p:cNvPr>
                <p:cNvPicPr/>
                <p:nvPr/>
              </p:nvPicPr>
              <p:blipFill>
                <a:blip r:embed="rId130"/>
                <a:stretch>
                  <a:fillRect/>
                </a:stretch>
              </p:blipFill>
              <p:spPr>
                <a:xfrm>
                  <a:off x="4411000" y="2754212"/>
                  <a:ext cx="232560" cy="176400"/>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71" name="Ink 70">
                  <a:extLst>
                    <a:ext uri="{FF2B5EF4-FFF2-40B4-BE49-F238E27FC236}">
                      <a16:creationId xmlns:a16="http://schemas.microsoft.com/office/drawing/2014/main" id="{C15C8092-E62C-ADB4-3AFB-1B030ADE18F4}"/>
                    </a:ext>
                  </a:extLst>
                </p14:cNvPr>
                <p14:cNvContentPartPr/>
                <p14:nvPr/>
              </p14:nvContentPartPr>
              <p14:xfrm>
                <a:off x="3322720" y="2954372"/>
                <a:ext cx="1430280" cy="70560"/>
              </p14:xfrm>
            </p:contentPart>
          </mc:Choice>
          <mc:Fallback>
            <p:pic>
              <p:nvPicPr>
                <p:cNvPr id="71" name="Ink 70">
                  <a:extLst>
                    <a:ext uri="{FF2B5EF4-FFF2-40B4-BE49-F238E27FC236}">
                      <a16:creationId xmlns:a16="http://schemas.microsoft.com/office/drawing/2014/main" id="{C15C8092-E62C-ADB4-3AFB-1B030ADE18F4}"/>
                    </a:ext>
                  </a:extLst>
                </p:cNvPr>
                <p:cNvPicPr/>
                <p:nvPr/>
              </p:nvPicPr>
              <p:blipFill>
                <a:blip r:embed="rId132"/>
                <a:stretch>
                  <a:fillRect/>
                </a:stretch>
              </p:blipFill>
              <p:spPr>
                <a:xfrm>
                  <a:off x="3314080" y="2945732"/>
                  <a:ext cx="1447920" cy="88200"/>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3" name="Ink 72">
                  <a:extLst>
                    <a:ext uri="{FF2B5EF4-FFF2-40B4-BE49-F238E27FC236}">
                      <a16:creationId xmlns:a16="http://schemas.microsoft.com/office/drawing/2014/main" id="{72454F1C-4A50-C1F1-AA2E-0CC52C1B45BD}"/>
                    </a:ext>
                  </a:extLst>
                </p14:cNvPr>
                <p14:cNvContentPartPr/>
                <p14:nvPr/>
              </p14:nvContentPartPr>
              <p14:xfrm>
                <a:off x="5314960" y="2815412"/>
                <a:ext cx="208800" cy="200160"/>
              </p14:xfrm>
            </p:contentPart>
          </mc:Choice>
          <mc:Fallback>
            <p:pic>
              <p:nvPicPr>
                <p:cNvPr id="73" name="Ink 72">
                  <a:extLst>
                    <a:ext uri="{FF2B5EF4-FFF2-40B4-BE49-F238E27FC236}">
                      <a16:creationId xmlns:a16="http://schemas.microsoft.com/office/drawing/2014/main" id="{72454F1C-4A50-C1F1-AA2E-0CC52C1B45BD}"/>
                    </a:ext>
                  </a:extLst>
                </p:cNvPr>
                <p:cNvPicPr/>
                <p:nvPr/>
              </p:nvPicPr>
              <p:blipFill>
                <a:blip r:embed="rId134"/>
                <a:stretch>
                  <a:fillRect/>
                </a:stretch>
              </p:blipFill>
              <p:spPr>
                <a:xfrm>
                  <a:off x="5305960" y="2806772"/>
                  <a:ext cx="226440" cy="217800"/>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4" name="Ink 73">
                  <a:extLst>
                    <a:ext uri="{FF2B5EF4-FFF2-40B4-BE49-F238E27FC236}">
                      <a16:creationId xmlns:a16="http://schemas.microsoft.com/office/drawing/2014/main" id="{217552FB-F954-7173-00F2-CD043245AD3F}"/>
                    </a:ext>
                  </a:extLst>
                </p14:cNvPr>
                <p14:cNvContentPartPr/>
                <p14:nvPr/>
              </p14:nvContentPartPr>
              <p14:xfrm>
                <a:off x="5397760" y="2902172"/>
                <a:ext cx="343440" cy="19080"/>
              </p14:xfrm>
            </p:contentPart>
          </mc:Choice>
          <mc:Fallback>
            <p:pic>
              <p:nvPicPr>
                <p:cNvPr id="74" name="Ink 73">
                  <a:extLst>
                    <a:ext uri="{FF2B5EF4-FFF2-40B4-BE49-F238E27FC236}">
                      <a16:creationId xmlns:a16="http://schemas.microsoft.com/office/drawing/2014/main" id="{217552FB-F954-7173-00F2-CD043245AD3F}"/>
                    </a:ext>
                  </a:extLst>
                </p:cNvPr>
                <p:cNvPicPr/>
                <p:nvPr/>
              </p:nvPicPr>
              <p:blipFill>
                <a:blip r:embed="rId136"/>
                <a:stretch>
                  <a:fillRect/>
                </a:stretch>
              </p:blipFill>
              <p:spPr>
                <a:xfrm>
                  <a:off x="5389120" y="2893532"/>
                  <a:ext cx="361080" cy="36720"/>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5" name="Ink 74">
                  <a:extLst>
                    <a:ext uri="{FF2B5EF4-FFF2-40B4-BE49-F238E27FC236}">
                      <a16:creationId xmlns:a16="http://schemas.microsoft.com/office/drawing/2014/main" id="{D779887B-BE71-DF3D-032D-4BC375407942}"/>
                    </a:ext>
                  </a:extLst>
                </p14:cNvPr>
                <p14:cNvContentPartPr/>
                <p14:nvPr/>
              </p14:nvContentPartPr>
              <p14:xfrm>
                <a:off x="5939200" y="2742692"/>
                <a:ext cx="120600" cy="234000"/>
              </p14:xfrm>
            </p:contentPart>
          </mc:Choice>
          <mc:Fallback>
            <p:pic>
              <p:nvPicPr>
                <p:cNvPr id="75" name="Ink 74">
                  <a:extLst>
                    <a:ext uri="{FF2B5EF4-FFF2-40B4-BE49-F238E27FC236}">
                      <a16:creationId xmlns:a16="http://schemas.microsoft.com/office/drawing/2014/main" id="{D779887B-BE71-DF3D-032D-4BC375407942}"/>
                    </a:ext>
                  </a:extLst>
                </p:cNvPr>
                <p:cNvPicPr/>
                <p:nvPr/>
              </p:nvPicPr>
              <p:blipFill>
                <a:blip r:embed="rId138"/>
                <a:stretch>
                  <a:fillRect/>
                </a:stretch>
              </p:blipFill>
              <p:spPr>
                <a:xfrm>
                  <a:off x="5930560" y="2734052"/>
                  <a:ext cx="138240" cy="251640"/>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77" name="Ink 76">
                  <a:extLst>
                    <a:ext uri="{FF2B5EF4-FFF2-40B4-BE49-F238E27FC236}">
                      <a16:creationId xmlns:a16="http://schemas.microsoft.com/office/drawing/2014/main" id="{410CCCDF-F193-F2D3-6B85-F578527FFDB8}"/>
                    </a:ext>
                  </a:extLst>
                </p14:cNvPr>
                <p14:cNvContentPartPr/>
                <p14:nvPr/>
              </p14:nvContentPartPr>
              <p14:xfrm>
                <a:off x="6222880" y="2736572"/>
                <a:ext cx="124560" cy="191160"/>
              </p14:xfrm>
            </p:contentPart>
          </mc:Choice>
          <mc:Fallback>
            <p:pic>
              <p:nvPicPr>
                <p:cNvPr id="77" name="Ink 76">
                  <a:extLst>
                    <a:ext uri="{FF2B5EF4-FFF2-40B4-BE49-F238E27FC236}">
                      <a16:creationId xmlns:a16="http://schemas.microsoft.com/office/drawing/2014/main" id="{410CCCDF-F193-F2D3-6B85-F578527FFDB8}"/>
                    </a:ext>
                  </a:extLst>
                </p:cNvPr>
                <p:cNvPicPr/>
                <p:nvPr/>
              </p:nvPicPr>
              <p:blipFill>
                <a:blip r:embed="rId140"/>
                <a:stretch>
                  <a:fillRect/>
                </a:stretch>
              </p:blipFill>
              <p:spPr>
                <a:xfrm>
                  <a:off x="6214240" y="2727932"/>
                  <a:ext cx="14220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76" name="Ink 75">
                  <a:extLst>
                    <a:ext uri="{FF2B5EF4-FFF2-40B4-BE49-F238E27FC236}">
                      <a16:creationId xmlns:a16="http://schemas.microsoft.com/office/drawing/2014/main" id="{AA9247DC-0135-11A8-4DDC-97665AC12854}"/>
                    </a:ext>
                  </a:extLst>
                </p14:cNvPr>
                <p14:cNvContentPartPr/>
                <p14:nvPr/>
              </p14:nvContentPartPr>
              <p14:xfrm>
                <a:off x="5986000" y="3091532"/>
                <a:ext cx="31320" cy="10440"/>
              </p14:xfrm>
            </p:contentPart>
          </mc:Choice>
          <mc:Fallback>
            <p:pic>
              <p:nvPicPr>
                <p:cNvPr id="76" name="Ink 75">
                  <a:extLst>
                    <a:ext uri="{FF2B5EF4-FFF2-40B4-BE49-F238E27FC236}">
                      <a16:creationId xmlns:a16="http://schemas.microsoft.com/office/drawing/2014/main" id="{AA9247DC-0135-11A8-4DDC-97665AC12854}"/>
                    </a:ext>
                  </a:extLst>
                </p:cNvPr>
                <p:cNvPicPr/>
                <p:nvPr/>
              </p:nvPicPr>
              <p:blipFill>
                <a:blip r:embed="rId142"/>
                <a:stretch>
                  <a:fillRect/>
                </a:stretch>
              </p:blipFill>
              <p:spPr>
                <a:xfrm>
                  <a:off x="5977360" y="3082532"/>
                  <a:ext cx="4896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78" name="Ink 77">
                  <a:extLst>
                    <a:ext uri="{FF2B5EF4-FFF2-40B4-BE49-F238E27FC236}">
                      <a16:creationId xmlns:a16="http://schemas.microsoft.com/office/drawing/2014/main" id="{FD90A629-1284-F108-4323-22C4FE119DC1}"/>
                    </a:ext>
                  </a:extLst>
                </p14:cNvPr>
                <p14:cNvContentPartPr/>
                <p14:nvPr/>
              </p14:nvContentPartPr>
              <p14:xfrm>
                <a:off x="6229720" y="3072092"/>
                <a:ext cx="23400" cy="12600"/>
              </p14:xfrm>
            </p:contentPart>
          </mc:Choice>
          <mc:Fallback>
            <p:pic>
              <p:nvPicPr>
                <p:cNvPr id="78" name="Ink 77">
                  <a:extLst>
                    <a:ext uri="{FF2B5EF4-FFF2-40B4-BE49-F238E27FC236}">
                      <a16:creationId xmlns:a16="http://schemas.microsoft.com/office/drawing/2014/main" id="{FD90A629-1284-F108-4323-22C4FE119DC1}"/>
                    </a:ext>
                  </a:extLst>
                </p:cNvPr>
                <p:cNvPicPr/>
                <p:nvPr/>
              </p:nvPicPr>
              <p:blipFill>
                <a:blip r:embed="rId144"/>
                <a:stretch>
                  <a:fillRect/>
                </a:stretch>
              </p:blipFill>
              <p:spPr>
                <a:xfrm>
                  <a:off x="6220720" y="3063452"/>
                  <a:ext cx="4104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81" name="Ink 80">
                  <a:extLst>
                    <a:ext uri="{FF2B5EF4-FFF2-40B4-BE49-F238E27FC236}">
                      <a16:creationId xmlns:a16="http://schemas.microsoft.com/office/drawing/2014/main" id="{50D92BBB-5234-2B69-BF7D-E4DA648D2FA1}"/>
                    </a:ext>
                  </a:extLst>
                </p14:cNvPr>
                <p14:cNvContentPartPr/>
                <p14:nvPr/>
              </p14:nvContentPartPr>
              <p14:xfrm>
                <a:off x="6541120" y="3571052"/>
                <a:ext cx="161280" cy="185400"/>
              </p14:xfrm>
            </p:contentPart>
          </mc:Choice>
          <mc:Fallback>
            <p:pic>
              <p:nvPicPr>
                <p:cNvPr id="81" name="Ink 80">
                  <a:extLst>
                    <a:ext uri="{FF2B5EF4-FFF2-40B4-BE49-F238E27FC236}">
                      <a16:creationId xmlns:a16="http://schemas.microsoft.com/office/drawing/2014/main" id="{50D92BBB-5234-2B69-BF7D-E4DA648D2FA1}"/>
                    </a:ext>
                  </a:extLst>
                </p:cNvPr>
                <p:cNvPicPr/>
                <p:nvPr/>
              </p:nvPicPr>
              <p:blipFill>
                <a:blip r:embed="rId146"/>
                <a:stretch>
                  <a:fillRect/>
                </a:stretch>
              </p:blipFill>
              <p:spPr>
                <a:xfrm>
                  <a:off x="6532480" y="3562052"/>
                  <a:ext cx="17892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82" name="Ink 81">
                  <a:extLst>
                    <a:ext uri="{FF2B5EF4-FFF2-40B4-BE49-F238E27FC236}">
                      <a16:creationId xmlns:a16="http://schemas.microsoft.com/office/drawing/2014/main" id="{746D270C-42D5-76A2-05E9-0DA78286A354}"/>
                    </a:ext>
                  </a:extLst>
                </p14:cNvPr>
                <p14:cNvContentPartPr/>
                <p14:nvPr/>
              </p14:nvContentPartPr>
              <p14:xfrm>
                <a:off x="6828400" y="3517412"/>
                <a:ext cx="26280" cy="195840"/>
              </p14:xfrm>
            </p:contentPart>
          </mc:Choice>
          <mc:Fallback>
            <p:pic>
              <p:nvPicPr>
                <p:cNvPr id="82" name="Ink 81">
                  <a:extLst>
                    <a:ext uri="{FF2B5EF4-FFF2-40B4-BE49-F238E27FC236}">
                      <a16:creationId xmlns:a16="http://schemas.microsoft.com/office/drawing/2014/main" id="{746D270C-42D5-76A2-05E9-0DA78286A354}"/>
                    </a:ext>
                  </a:extLst>
                </p:cNvPr>
                <p:cNvPicPr/>
                <p:nvPr/>
              </p:nvPicPr>
              <p:blipFill>
                <a:blip r:embed="rId148"/>
                <a:stretch>
                  <a:fillRect/>
                </a:stretch>
              </p:blipFill>
              <p:spPr>
                <a:xfrm>
                  <a:off x="6819400" y="3508412"/>
                  <a:ext cx="43920" cy="213480"/>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83" name="Ink 82">
                  <a:extLst>
                    <a:ext uri="{FF2B5EF4-FFF2-40B4-BE49-F238E27FC236}">
                      <a16:creationId xmlns:a16="http://schemas.microsoft.com/office/drawing/2014/main" id="{0FB024B7-B111-1EE1-A4CA-F7C4A8AC2AA6}"/>
                    </a:ext>
                  </a:extLst>
                </p14:cNvPr>
                <p14:cNvContentPartPr/>
                <p14:nvPr/>
              </p14:nvContentPartPr>
              <p14:xfrm>
                <a:off x="6799240" y="3594092"/>
                <a:ext cx="231120" cy="102960"/>
              </p14:xfrm>
            </p:contentPart>
          </mc:Choice>
          <mc:Fallback>
            <p:pic>
              <p:nvPicPr>
                <p:cNvPr id="83" name="Ink 82">
                  <a:extLst>
                    <a:ext uri="{FF2B5EF4-FFF2-40B4-BE49-F238E27FC236}">
                      <a16:creationId xmlns:a16="http://schemas.microsoft.com/office/drawing/2014/main" id="{0FB024B7-B111-1EE1-A4CA-F7C4A8AC2AA6}"/>
                    </a:ext>
                  </a:extLst>
                </p:cNvPr>
                <p:cNvPicPr/>
                <p:nvPr/>
              </p:nvPicPr>
              <p:blipFill>
                <a:blip r:embed="rId150"/>
                <a:stretch>
                  <a:fillRect/>
                </a:stretch>
              </p:blipFill>
              <p:spPr>
                <a:xfrm>
                  <a:off x="6790600" y="3585452"/>
                  <a:ext cx="248760" cy="120600"/>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84" name="Ink 83">
                  <a:extLst>
                    <a:ext uri="{FF2B5EF4-FFF2-40B4-BE49-F238E27FC236}">
                      <a16:creationId xmlns:a16="http://schemas.microsoft.com/office/drawing/2014/main" id="{07B45A40-B058-FA7C-C3FC-24040852307D}"/>
                    </a:ext>
                  </a:extLst>
                </p14:cNvPr>
                <p14:cNvContentPartPr/>
                <p14:nvPr/>
              </p14:nvContentPartPr>
              <p14:xfrm>
                <a:off x="7040080" y="3486092"/>
                <a:ext cx="5400" cy="6840"/>
              </p14:xfrm>
            </p:contentPart>
          </mc:Choice>
          <mc:Fallback>
            <p:pic>
              <p:nvPicPr>
                <p:cNvPr id="84" name="Ink 83">
                  <a:extLst>
                    <a:ext uri="{FF2B5EF4-FFF2-40B4-BE49-F238E27FC236}">
                      <a16:creationId xmlns:a16="http://schemas.microsoft.com/office/drawing/2014/main" id="{07B45A40-B058-FA7C-C3FC-24040852307D}"/>
                    </a:ext>
                  </a:extLst>
                </p:cNvPr>
                <p:cNvPicPr/>
                <p:nvPr/>
              </p:nvPicPr>
              <p:blipFill>
                <a:blip r:embed="rId152"/>
                <a:stretch>
                  <a:fillRect/>
                </a:stretch>
              </p:blipFill>
              <p:spPr>
                <a:xfrm>
                  <a:off x="7031440" y="3477452"/>
                  <a:ext cx="2304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5" name="Ink 84">
                  <a:extLst>
                    <a:ext uri="{FF2B5EF4-FFF2-40B4-BE49-F238E27FC236}">
                      <a16:creationId xmlns:a16="http://schemas.microsoft.com/office/drawing/2014/main" id="{77487F1A-8EBE-578C-9E43-80B32D60E270}"/>
                    </a:ext>
                  </a:extLst>
                </p14:cNvPr>
                <p14:cNvContentPartPr/>
                <p14:nvPr/>
              </p14:nvContentPartPr>
              <p14:xfrm>
                <a:off x="7183360" y="3512732"/>
                <a:ext cx="20520" cy="191880"/>
              </p14:xfrm>
            </p:contentPart>
          </mc:Choice>
          <mc:Fallback>
            <p:pic>
              <p:nvPicPr>
                <p:cNvPr id="85" name="Ink 84">
                  <a:extLst>
                    <a:ext uri="{FF2B5EF4-FFF2-40B4-BE49-F238E27FC236}">
                      <a16:creationId xmlns:a16="http://schemas.microsoft.com/office/drawing/2014/main" id="{77487F1A-8EBE-578C-9E43-80B32D60E270}"/>
                    </a:ext>
                  </a:extLst>
                </p:cNvPr>
                <p:cNvPicPr/>
                <p:nvPr/>
              </p:nvPicPr>
              <p:blipFill>
                <a:blip r:embed="rId154"/>
                <a:stretch>
                  <a:fillRect/>
                </a:stretch>
              </p:blipFill>
              <p:spPr>
                <a:xfrm>
                  <a:off x="7174360" y="3503732"/>
                  <a:ext cx="38160" cy="209520"/>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7" name="Ink 86">
                  <a:extLst>
                    <a:ext uri="{FF2B5EF4-FFF2-40B4-BE49-F238E27FC236}">
                      <a16:creationId xmlns:a16="http://schemas.microsoft.com/office/drawing/2014/main" id="{C7F1BDED-A4F7-2F42-3852-37AD18BB6329}"/>
                    </a:ext>
                  </a:extLst>
                </p14:cNvPr>
                <p14:cNvContentPartPr/>
                <p14:nvPr/>
              </p14:nvContentPartPr>
              <p14:xfrm>
                <a:off x="7354360" y="3637652"/>
                <a:ext cx="12960" cy="33480"/>
              </p14:xfrm>
            </p:contentPart>
          </mc:Choice>
          <mc:Fallback>
            <p:pic>
              <p:nvPicPr>
                <p:cNvPr id="87" name="Ink 86">
                  <a:extLst>
                    <a:ext uri="{FF2B5EF4-FFF2-40B4-BE49-F238E27FC236}">
                      <a16:creationId xmlns:a16="http://schemas.microsoft.com/office/drawing/2014/main" id="{C7F1BDED-A4F7-2F42-3852-37AD18BB6329}"/>
                    </a:ext>
                  </a:extLst>
                </p:cNvPr>
                <p:cNvPicPr/>
                <p:nvPr/>
              </p:nvPicPr>
              <p:blipFill>
                <a:blip r:embed="rId156"/>
                <a:stretch>
                  <a:fillRect/>
                </a:stretch>
              </p:blipFill>
              <p:spPr>
                <a:xfrm>
                  <a:off x="7345720" y="3628652"/>
                  <a:ext cx="30600" cy="51120"/>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8" name="Ink 87">
                  <a:extLst>
                    <a:ext uri="{FF2B5EF4-FFF2-40B4-BE49-F238E27FC236}">
                      <a16:creationId xmlns:a16="http://schemas.microsoft.com/office/drawing/2014/main" id="{CA75D9A3-B8EE-05B8-A0CF-B46793B3E156}"/>
                    </a:ext>
                  </a:extLst>
                </p14:cNvPr>
                <p14:cNvContentPartPr/>
                <p14:nvPr/>
              </p14:nvContentPartPr>
              <p14:xfrm>
                <a:off x="7518880" y="3568892"/>
                <a:ext cx="26640" cy="122040"/>
              </p14:xfrm>
            </p:contentPart>
          </mc:Choice>
          <mc:Fallback>
            <p:pic>
              <p:nvPicPr>
                <p:cNvPr id="88" name="Ink 87">
                  <a:extLst>
                    <a:ext uri="{FF2B5EF4-FFF2-40B4-BE49-F238E27FC236}">
                      <a16:creationId xmlns:a16="http://schemas.microsoft.com/office/drawing/2014/main" id="{CA75D9A3-B8EE-05B8-A0CF-B46793B3E156}"/>
                    </a:ext>
                  </a:extLst>
                </p:cNvPr>
                <p:cNvPicPr/>
                <p:nvPr/>
              </p:nvPicPr>
              <p:blipFill>
                <a:blip r:embed="rId158"/>
                <a:stretch>
                  <a:fillRect/>
                </a:stretch>
              </p:blipFill>
              <p:spPr>
                <a:xfrm>
                  <a:off x="7510240" y="3560252"/>
                  <a:ext cx="4428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89" name="Ink 88">
                  <a:extLst>
                    <a:ext uri="{FF2B5EF4-FFF2-40B4-BE49-F238E27FC236}">
                      <a16:creationId xmlns:a16="http://schemas.microsoft.com/office/drawing/2014/main" id="{43F03C34-DE2B-5DC1-62D9-D30C4981248F}"/>
                    </a:ext>
                  </a:extLst>
                </p14:cNvPr>
                <p14:cNvContentPartPr/>
                <p14:nvPr/>
              </p14:nvContentPartPr>
              <p14:xfrm>
                <a:off x="7554520" y="3441812"/>
                <a:ext cx="4320" cy="12240"/>
              </p14:xfrm>
            </p:contentPart>
          </mc:Choice>
          <mc:Fallback>
            <p:pic>
              <p:nvPicPr>
                <p:cNvPr id="89" name="Ink 88">
                  <a:extLst>
                    <a:ext uri="{FF2B5EF4-FFF2-40B4-BE49-F238E27FC236}">
                      <a16:creationId xmlns:a16="http://schemas.microsoft.com/office/drawing/2014/main" id="{43F03C34-DE2B-5DC1-62D9-D30C4981248F}"/>
                    </a:ext>
                  </a:extLst>
                </p:cNvPr>
                <p:cNvPicPr/>
                <p:nvPr/>
              </p:nvPicPr>
              <p:blipFill>
                <a:blip r:embed="rId160"/>
                <a:stretch>
                  <a:fillRect/>
                </a:stretch>
              </p:blipFill>
              <p:spPr>
                <a:xfrm>
                  <a:off x="7545520" y="3432812"/>
                  <a:ext cx="2196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90" name="Ink 89">
                  <a:extLst>
                    <a:ext uri="{FF2B5EF4-FFF2-40B4-BE49-F238E27FC236}">
                      <a16:creationId xmlns:a16="http://schemas.microsoft.com/office/drawing/2014/main" id="{CEFC5D66-C550-67E9-E8B7-C3B783730D02}"/>
                    </a:ext>
                  </a:extLst>
                </p14:cNvPr>
                <p14:cNvContentPartPr/>
                <p14:nvPr/>
              </p14:nvContentPartPr>
              <p14:xfrm>
                <a:off x="7630840" y="3571772"/>
                <a:ext cx="133920" cy="113760"/>
              </p14:xfrm>
            </p:contentPart>
          </mc:Choice>
          <mc:Fallback>
            <p:pic>
              <p:nvPicPr>
                <p:cNvPr id="90" name="Ink 89">
                  <a:extLst>
                    <a:ext uri="{FF2B5EF4-FFF2-40B4-BE49-F238E27FC236}">
                      <a16:creationId xmlns:a16="http://schemas.microsoft.com/office/drawing/2014/main" id="{CEFC5D66-C550-67E9-E8B7-C3B783730D02}"/>
                    </a:ext>
                  </a:extLst>
                </p:cNvPr>
                <p:cNvPicPr/>
                <p:nvPr/>
              </p:nvPicPr>
              <p:blipFill>
                <a:blip r:embed="rId162"/>
                <a:stretch>
                  <a:fillRect/>
                </a:stretch>
              </p:blipFill>
              <p:spPr>
                <a:xfrm>
                  <a:off x="7622200" y="3563132"/>
                  <a:ext cx="151560" cy="131400"/>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91" name="Ink 90">
                  <a:extLst>
                    <a:ext uri="{FF2B5EF4-FFF2-40B4-BE49-F238E27FC236}">
                      <a16:creationId xmlns:a16="http://schemas.microsoft.com/office/drawing/2014/main" id="{00F4F780-CE67-8FD5-F17C-650EC529D871}"/>
                    </a:ext>
                  </a:extLst>
                </p14:cNvPr>
                <p14:cNvContentPartPr/>
                <p14:nvPr/>
              </p14:nvContentPartPr>
              <p14:xfrm>
                <a:off x="7834600" y="3424172"/>
                <a:ext cx="154080" cy="241560"/>
              </p14:xfrm>
            </p:contentPart>
          </mc:Choice>
          <mc:Fallback>
            <p:pic>
              <p:nvPicPr>
                <p:cNvPr id="91" name="Ink 90">
                  <a:extLst>
                    <a:ext uri="{FF2B5EF4-FFF2-40B4-BE49-F238E27FC236}">
                      <a16:creationId xmlns:a16="http://schemas.microsoft.com/office/drawing/2014/main" id="{00F4F780-CE67-8FD5-F17C-650EC529D871}"/>
                    </a:ext>
                  </a:extLst>
                </p:cNvPr>
                <p:cNvPicPr/>
                <p:nvPr/>
              </p:nvPicPr>
              <p:blipFill>
                <a:blip r:embed="rId164"/>
                <a:stretch>
                  <a:fillRect/>
                </a:stretch>
              </p:blipFill>
              <p:spPr>
                <a:xfrm>
                  <a:off x="7825600" y="3415532"/>
                  <a:ext cx="17172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92" name="Ink 91">
                  <a:extLst>
                    <a:ext uri="{FF2B5EF4-FFF2-40B4-BE49-F238E27FC236}">
                      <a16:creationId xmlns:a16="http://schemas.microsoft.com/office/drawing/2014/main" id="{0827FEBB-0D86-91FC-95D1-934ADEF8C473}"/>
                    </a:ext>
                  </a:extLst>
                </p14:cNvPr>
                <p14:cNvContentPartPr/>
                <p14:nvPr/>
              </p14:nvContentPartPr>
              <p14:xfrm>
                <a:off x="8077600" y="3526772"/>
                <a:ext cx="59760" cy="115560"/>
              </p14:xfrm>
            </p:contentPart>
          </mc:Choice>
          <mc:Fallback>
            <p:pic>
              <p:nvPicPr>
                <p:cNvPr id="92" name="Ink 91">
                  <a:extLst>
                    <a:ext uri="{FF2B5EF4-FFF2-40B4-BE49-F238E27FC236}">
                      <a16:creationId xmlns:a16="http://schemas.microsoft.com/office/drawing/2014/main" id="{0827FEBB-0D86-91FC-95D1-934ADEF8C473}"/>
                    </a:ext>
                  </a:extLst>
                </p:cNvPr>
                <p:cNvPicPr/>
                <p:nvPr/>
              </p:nvPicPr>
              <p:blipFill>
                <a:blip r:embed="rId166"/>
                <a:stretch>
                  <a:fillRect/>
                </a:stretch>
              </p:blipFill>
              <p:spPr>
                <a:xfrm>
                  <a:off x="8068600" y="3517772"/>
                  <a:ext cx="77400" cy="133200"/>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93" name="Ink 92">
                  <a:extLst>
                    <a:ext uri="{FF2B5EF4-FFF2-40B4-BE49-F238E27FC236}">
                      <a16:creationId xmlns:a16="http://schemas.microsoft.com/office/drawing/2014/main" id="{EF3D6624-B0D0-C702-82A5-BD4B96611BC1}"/>
                    </a:ext>
                  </a:extLst>
                </p14:cNvPr>
                <p14:cNvContentPartPr/>
                <p14:nvPr/>
              </p14:nvContentPartPr>
              <p14:xfrm>
                <a:off x="8211520" y="3518852"/>
                <a:ext cx="101880" cy="107280"/>
              </p14:xfrm>
            </p:contentPart>
          </mc:Choice>
          <mc:Fallback>
            <p:pic>
              <p:nvPicPr>
                <p:cNvPr id="93" name="Ink 92">
                  <a:extLst>
                    <a:ext uri="{FF2B5EF4-FFF2-40B4-BE49-F238E27FC236}">
                      <a16:creationId xmlns:a16="http://schemas.microsoft.com/office/drawing/2014/main" id="{EF3D6624-B0D0-C702-82A5-BD4B96611BC1}"/>
                    </a:ext>
                  </a:extLst>
                </p:cNvPr>
                <p:cNvPicPr/>
                <p:nvPr/>
              </p:nvPicPr>
              <p:blipFill>
                <a:blip r:embed="rId168"/>
                <a:stretch>
                  <a:fillRect/>
                </a:stretch>
              </p:blipFill>
              <p:spPr>
                <a:xfrm>
                  <a:off x="8202520" y="3509852"/>
                  <a:ext cx="11952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94" name="Ink 93">
                  <a:extLst>
                    <a:ext uri="{FF2B5EF4-FFF2-40B4-BE49-F238E27FC236}">
                      <a16:creationId xmlns:a16="http://schemas.microsoft.com/office/drawing/2014/main" id="{2FBECF1E-C2AB-A8F1-6A7C-3A40C02365A0}"/>
                    </a:ext>
                  </a:extLst>
                </p14:cNvPr>
                <p14:cNvContentPartPr/>
                <p14:nvPr/>
              </p14:nvContentPartPr>
              <p14:xfrm>
                <a:off x="8394040" y="3512732"/>
                <a:ext cx="29160" cy="115920"/>
              </p14:xfrm>
            </p:contentPart>
          </mc:Choice>
          <mc:Fallback>
            <p:pic>
              <p:nvPicPr>
                <p:cNvPr id="94" name="Ink 93">
                  <a:extLst>
                    <a:ext uri="{FF2B5EF4-FFF2-40B4-BE49-F238E27FC236}">
                      <a16:creationId xmlns:a16="http://schemas.microsoft.com/office/drawing/2014/main" id="{2FBECF1E-C2AB-A8F1-6A7C-3A40C02365A0}"/>
                    </a:ext>
                  </a:extLst>
                </p:cNvPr>
                <p:cNvPicPr/>
                <p:nvPr/>
              </p:nvPicPr>
              <p:blipFill>
                <a:blip r:embed="rId170"/>
                <a:stretch>
                  <a:fillRect/>
                </a:stretch>
              </p:blipFill>
              <p:spPr>
                <a:xfrm>
                  <a:off x="8385040" y="3503732"/>
                  <a:ext cx="4680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95" name="Ink 94">
                  <a:extLst>
                    <a:ext uri="{FF2B5EF4-FFF2-40B4-BE49-F238E27FC236}">
                      <a16:creationId xmlns:a16="http://schemas.microsoft.com/office/drawing/2014/main" id="{8BB3C61F-AB7E-EE34-50E4-E94125B82852}"/>
                    </a:ext>
                  </a:extLst>
                </p14:cNvPr>
                <p14:cNvContentPartPr/>
                <p14:nvPr/>
              </p14:nvContentPartPr>
              <p14:xfrm>
                <a:off x="8430760" y="3378452"/>
                <a:ext cx="9360" cy="3240"/>
              </p14:xfrm>
            </p:contentPart>
          </mc:Choice>
          <mc:Fallback>
            <p:pic>
              <p:nvPicPr>
                <p:cNvPr id="95" name="Ink 94">
                  <a:extLst>
                    <a:ext uri="{FF2B5EF4-FFF2-40B4-BE49-F238E27FC236}">
                      <a16:creationId xmlns:a16="http://schemas.microsoft.com/office/drawing/2014/main" id="{8BB3C61F-AB7E-EE34-50E4-E94125B82852}"/>
                    </a:ext>
                  </a:extLst>
                </p:cNvPr>
                <p:cNvPicPr/>
                <p:nvPr/>
              </p:nvPicPr>
              <p:blipFill>
                <a:blip r:embed="rId172"/>
                <a:stretch>
                  <a:fillRect/>
                </a:stretch>
              </p:blipFill>
              <p:spPr>
                <a:xfrm>
                  <a:off x="8421760" y="3369452"/>
                  <a:ext cx="2700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6" name="Ink 95">
                  <a:extLst>
                    <a:ext uri="{FF2B5EF4-FFF2-40B4-BE49-F238E27FC236}">
                      <a16:creationId xmlns:a16="http://schemas.microsoft.com/office/drawing/2014/main" id="{C7B03E8F-74C2-953F-14C4-DB833EE889FE}"/>
                    </a:ext>
                  </a:extLst>
                </p14:cNvPr>
                <p14:cNvContentPartPr/>
                <p14:nvPr/>
              </p14:nvContentPartPr>
              <p14:xfrm>
                <a:off x="8531920" y="3407252"/>
                <a:ext cx="7200" cy="190080"/>
              </p14:xfrm>
            </p:contentPart>
          </mc:Choice>
          <mc:Fallback>
            <p:pic>
              <p:nvPicPr>
                <p:cNvPr id="96" name="Ink 95">
                  <a:extLst>
                    <a:ext uri="{FF2B5EF4-FFF2-40B4-BE49-F238E27FC236}">
                      <a16:creationId xmlns:a16="http://schemas.microsoft.com/office/drawing/2014/main" id="{C7B03E8F-74C2-953F-14C4-DB833EE889FE}"/>
                    </a:ext>
                  </a:extLst>
                </p:cNvPr>
                <p:cNvPicPr/>
                <p:nvPr/>
              </p:nvPicPr>
              <p:blipFill>
                <a:blip r:embed="rId174"/>
                <a:stretch>
                  <a:fillRect/>
                </a:stretch>
              </p:blipFill>
              <p:spPr>
                <a:xfrm>
                  <a:off x="8523280" y="3398612"/>
                  <a:ext cx="24840" cy="207720"/>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7" name="Ink 96">
                  <a:extLst>
                    <a:ext uri="{FF2B5EF4-FFF2-40B4-BE49-F238E27FC236}">
                      <a16:creationId xmlns:a16="http://schemas.microsoft.com/office/drawing/2014/main" id="{D360A324-D3CF-DC05-DEB4-B49B84E88AD9}"/>
                    </a:ext>
                  </a:extLst>
                </p14:cNvPr>
                <p14:cNvContentPartPr/>
                <p14:nvPr/>
              </p14:nvContentPartPr>
              <p14:xfrm>
                <a:off x="8524720" y="3447572"/>
                <a:ext cx="226440" cy="175680"/>
              </p14:xfrm>
            </p:contentPart>
          </mc:Choice>
          <mc:Fallback>
            <p:pic>
              <p:nvPicPr>
                <p:cNvPr id="97" name="Ink 96">
                  <a:extLst>
                    <a:ext uri="{FF2B5EF4-FFF2-40B4-BE49-F238E27FC236}">
                      <a16:creationId xmlns:a16="http://schemas.microsoft.com/office/drawing/2014/main" id="{D360A324-D3CF-DC05-DEB4-B49B84E88AD9}"/>
                    </a:ext>
                  </a:extLst>
                </p:cNvPr>
                <p:cNvPicPr/>
                <p:nvPr/>
              </p:nvPicPr>
              <p:blipFill>
                <a:blip r:embed="rId176"/>
                <a:stretch>
                  <a:fillRect/>
                </a:stretch>
              </p:blipFill>
              <p:spPr>
                <a:xfrm>
                  <a:off x="8515720" y="3438572"/>
                  <a:ext cx="244080" cy="193320"/>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8" name="Ink 97">
                  <a:extLst>
                    <a:ext uri="{FF2B5EF4-FFF2-40B4-BE49-F238E27FC236}">
                      <a16:creationId xmlns:a16="http://schemas.microsoft.com/office/drawing/2014/main" id="{6385D939-8C94-81E4-D409-5E45FD64E37B}"/>
                    </a:ext>
                  </a:extLst>
                </p14:cNvPr>
                <p14:cNvContentPartPr/>
                <p14:nvPr/>
              </p14:nvContentPartPr>
              <p14:xfrm>
                <a:off x="6472720" y="3225092"/>
                <a:ext cx="2485800" cy="647280"/>
              </p14:xfrm>
            </p:contentPart>
          </mc:Choice>
          <mc:Fallback>
            <p:pic>
              <p:nvPicPr>
                <p:cNvPr id="98" name="Ink 97">
                  <a:extLst>
                    <a:ext uri="{FF2B5EF4-FFF2-40B4-BE49-F238E27FC236}">
                      <a16:creationId xmlns:a16="http://schemas.microsoft.com/office/drawing/2014/main" id="{6385D939-8C94-81E4-D409-5E45FD64E37B}"/>
                    </a:ext>
                  </a:extLst>
                </p:cNvPr>
                <p:cNvPicPr/>
                <p:nvPr/>
              </p:nvPicPr>
              <p:blipFill>
                <a:blip r:embed="rId178"/>
                <a:stretch>
                  <a:fillRect/>
                </a:stretch>
              </p:blipFill>
              <p:spPr>
                <a:xfrm>
                  <a:off x="6463720" y="3216452"/>
                  <a:ext cx="2503440" cy="664920"/>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99" name="Ink 98">
                  <a:extLst>
                    <a:ext uri="{FF2B5EF4-FFF2-40B4-BE49-F238E27FC236}">
                      <a16:creationId xmlns:a16="http://schemas.microsoft.com/office/drawing/2014/main" id="{FE505F6D-95F7-4289-3D61-B7EEC30E417C}"/>
                    </a:ext>
                  </a:extLst>
                </p14:cNvPr>
                <p14:cNvContentPartPr/>
                <p14:nvPr/>
              </p14:nvContentPartPr>
              <p14:xfrm>
                <a:off x="5197240" y="3035012"/>
                <a:ext cx="2178720" cy="326880"/>
              </p14:xfrm>
            </p:contentPart>
          </mc:Choice>
          <mc:Fallback>
            <p:pic>
              <p:nvPicPr>
                <p:cNvPr id="99" name="Ink 98">
                  <a:extLst>
                    <a:ext uri="{FF2B5EF4-FFF2-40B4-BE49-F238E27FC236}">
                      <a16:creationId xmlns:a16="http://schemas.microsoft.com/office/drawing/2014/main" id="{FE505F6D-95F7-4289-3D61-B7EEC30E417C}"/>
                    </a:ext>
                  </a:extLst>
                </p:cNvPr>
                <p:cNvPicPr/>
                <p:nvPr/>
              </p:nvPicPr>
              <p:blipFill>
                <a:blip r:embed="rId180"/>
                <a:stretch>
                  <a:fillRect/>
                </a:stretch>
              </p:blipFill>
              <p:spPr>
                <a:xfrm>
                  <a:off x="5188240" y="3026012"/>
                  <a:ext cx="2196360" cy="344520"/>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100" name="Ink 99">
                  <a:extLst>
                    <a:ext uri="{FF2B5EF4-FFF2-40B4-BE49-F238E27FC236}">
                      <a16:creationId xmlns:a16="http://schemas.microsoft.com/office/drawing/2014/main" id="{1AB4271E-7ABE-2DC8-9772-7B663C6E90AA}"/>
                    </a:ext>
                  </a:extLst>
                </p14:cNvPr>
                <p14:cNvContentPartPr/>
                <p14:nvPr/>
              </p14:nvContentPartPr>
              <p14:xfrm>
                <a:off x="5144320" y="3070292"/>
                <a:ext cx="119880" cy="112320"/>
              </p14:xfrm>
            </p:contentPart>
          </mc:Choice>
          <mc:Fallback>
            <p:pic>
              <p:nvPicPr>
                <p:cNvPr id="100" name="Ink 99">
                  <a:extLst>
                    <a:ext uri="{FF2B5EF4-FFF2-40B4-BE49-F238E27FC236}">
                      <a16:creationId xmlns:a16="http://schemas.microsoft.com/office/drawing/2014/main" id="{1AB4271E-7ABE-2DC8-9772-7B663C6E90AA}"/>
                    </a:ext>
                  </a:extLst>
                </p:cNvPr>
                <p:cNvPicPr/>
                <p:nvPr/>
              </p:nvPicPr>
              <p:blipFill>
                <a:blip r:embed="rId182"/>
                <a:stretch>
                  <a:fillRect/>
                </a:stretch>
              </p:blipFill>
              <p:spPr>
                <a:xfrm>
                  <a:off x="5135680" y="3061292"/>
                  <a:ext cx="137520" cy="129960"/>
                </a:xfrm>
                <a:prstGeom prst="rect">
                  <a:avLst/>
                </a:prstGeom>
              </p:spPr>
            </p:pic>
          </mc:Fallback>
        </mc:AlternateContent>
      </p:grpSp>
      <p:grpSp>
        <p:nvGrpSpPr>
          <p:cNvPr id="110" name="Group 109">
            <a:extLst>
              <a:ext uri="{FF2B5EF4-FFF2-40B4-BE49-F238E27FC236}">
                <a16:creationId xmlns:a16="http://schemas.microsoft.com/office/drawing/2014/main" id="{F5E940A9-451F-5311-3389-071699254467}"/>
              </a:ext>
            </a:extLst>
          </p:cNvPr>
          <p:cNvGrpSpPr/>
          <p:nvPr/>
        </p:nvGrpSpPr>
        <p:grpSpPr>
          <a:xfrm>
            <a:off x="6842080" y="4041212"/>
            <a:ext cx="1794240" cy="569880"/>
            <a:chOff x="6842080" y="4041212"/>
            <a:chExt cx="1794240" cy="569880"/>
          </a:xfrm>
        </p:grpSpPr>
        <mc:AlternateContent xmlns:mc="http://schemas.openxmlformats.org/markup-compatibility/2006">
          <mc:Choice xmlns:p14="http://schemas.microsoft.com/office/powerpoint/2010/main" Requires="p14">
            <p:contentPart p14:bwMode="auto" r:id="rId183">
              <p14:nvContentPartPr>
                <p14:cNvPr id="102" name="Ink 101">
                  <a:extLst>
                    <a:ext uri="{FF2B5EF4-FFF2-40B4-BE49-F238E27FC236}">
                      <a16:creationId xmlns:a16="http://schemas.microsoft.com/office/drawing/2014/main" id="{39700E39-E4D7-A6B2-1442-C79B5B86D13C}"/>
                    </a:ext>
                  </a:extLst>
                </p14:cNvPr>
                <p14:cNvContentPartPr/>
                <p14:nvPr/>
              </p14:nvContentPartPr>
              <p14:xfrm>
                <a:off x="6842080" y="4041212"/>
                <a:ext cx="142560" cy="381240"/>
              </p14:xfrm>
            </p:contentPart>
          </mc:Choice>
          <mc:Fallback>
            <p:pic>
              <p:nvPicPr>
                <p:cNvPr id="102" name="Ink 101">
                  <a:extLst>
                    <a:ext uri="{FF2B5EF4-FFF2-40B4-BE49-F238E27FC236}">
                      <a16:creationId xmlns:a16="http://schemas.microsoft.com/office/drawing/2014/main" id="{39700E39-E4D7-A6B2-1442-C79B5B86D13C}"/>
                    </a:ext>
                  </a:extLst>
                </p:cNvPr>
                <p:cNvPicPr/>
                <p:nvPr/>
              </p:nvPicPr>
              <p:blipFill>
                <a:blip r:embed="rId184"/>
                <a:stretch>
                  <a:fillRect/>
                </a:stretch>
              </p:blipFill>
              <p:spPr>
                <a:xfrm>
                  <a:off x="6833080" y="4032212"/>
                  <a:ext cx="160200" cy="39888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103" name="Ink 102">
                  <a:extLst>
                    <a:ext uri="{FF2B5EF4-FFF2-40B4-BE49-F238E27FC236}">
                      <a16:creationId xmlns:a16="http://schemas.microsoft.com/office/drawing/2014/main" id="{CD4D81A6-10F8-086C-71F1-268F80ED2B10}"/>
                    </a:ext>
                  </a:extLst>
                </p14:cNvPr>
                <p14:cNvContentPartPr/>
                <p14:nvPr/>
              </p14:nvContentPartPr>
              <p14:xfrm>
                <a:off x="7124320" y="4251812"/>
                <a:ext cx="27000" cy="206280"/>
              </p14:xfrm>
            </p:contentPart>
          </mc:Choice>
          <mc:Fallback>
            <p:pic>
              <p:nvPicPr>
                <p:cNvPr id="103" name="Ink 102">
                  <a:extLst>
                    <a:ext uri="{FF2B5EF4-FFF2-40B4-BE49-F238E27FC236}">
                      <a16:creationId xmlns:a16="http://schemas.microsoft.com/office/drawing/2014/main" id="{CD4D81A6-10F8-086C-71F1-268F80ED2B10}"/>
                    </a:ext>
                  </a:extLst>
                </p:cNvPr>
                <p:cNvPicPr/>
                <p:nvPr/>
              </p:nvPicPr>
              <p:blipFill>
                <a:blip r:embed="rId186"/>
                <a:stretch>
                  <a:fillRect/>
                </a:stretch>
              </p:blipFill>
              <p:spPr>
                <a:xfrm>
                  <a:off x="7115680" y="4243172"/>
                  <a:ext cx="44640" cy="223920"/>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104" name="Ink 103">
                  <a:extLst>
                    <a:ext uri="{FF2B5EF4-FFF2-40B4-BE49-F238E27FC236}">
                      <a16:creationId xmlns:a16="http://schemas.microsoft.com/office/drawing/2014/main" id="{32883954-B2D4-C9C9-4139-3E61001562DA}"/>
                    </a:ext>
                  </a:extLst>
                </p14:cNvPr>
                <p14:cNvContentPartPr/>
                <p14:nvPr/>
              </p14:nvContentPartPr>
              <p14:xfrm>
                <a:off x="7111720" y="4080092"/>
                <a:ext cx="189000" cy="222480"/>
              </p14:xfrm>
            </p:contentPart>
          </mc:Choice>
          <mc:Fallback>
            <p:pic>
              <p:nvPicPr>
                <p:cNvPr id="104" name="Ink 103">
                  <a:extLst>
                    <a:ext uri="{FF2B5EF4-FFF2-40B4-BE49-F238E27FC236}">
                      <a16:creationId xmlns:a16="http://schemas.microsoft.com/office/drawing/2014/main" id="{32883954-B2D4-C9C9-4139-3E61001562DA}"/>
                    </a:ext>
                  </a:extLst>
                </p:cNvPr>
                <p:cNvPicPr/>
                <p:nvPr/>
              </p:nvPicPr>
              <p:blipFill>
                <a:blip r:embed="rId188"/>
                <a:stretch>
                  <a:fillRect/>
                </a:stretch>
              </p:blipFill>
              <p:spPr>
                <a:xfrm>
                  <a:off x="7102720" y="4071092"/>
                  <a:ext cx="20664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105" name="Ink 104">
                  <a:extLst>
                    <a:ext uri="{FF2B5EF4-FFF2-40B4-BE49-F238E27FC236}">
                      <a16:creationId xmlns:a16="http://schemas.microsoft.com/office/drawing/2014/main" id="{5248CF18-5B62-85A9-8489-44B392174DC6}"/>
                    </a:ext>
                  </a:extLst>
                </p14:cNvPr>
                <p14:cNvContentPartPr/>
                <p14:nvPr/>
              </p14:nvContentPartPr>
              <p14:xfrm>
                <a:off x="7349320" y="4252532"/>
                <a:ext cx="110520" cy="174240"/>
              </p14:xfrm>
            </p:contentPart>
          </mc:Choice>
          <mc:Fallback>
            <p:pic>
              <p:nvPicPr>
                <p:cNvPr id="105" name="Ink 104">
                  <a:extLst>
                    <a:ext uri="{FF2B5EF4-FFF2-40B4-BE49-F238E27FC236}">
                      <a16:creationId xmlns:a16="http://schemas.microsoft.com/office/drawing/2014/main" id="{5248CF18-5B62-85A9-8489-44B392174DC6}"/>
                    </a:ext>
                  </a:extLst>
                </p:cNvPr>
                <p:cNvPicPr/>
                <p:nvPr/>
              </p:nvPicPr>
              <p:blipFill>
                <a:blip r:embed="rId190"/>
                <a:stretch>
                  <a:fillRect/>
                </a:stretch>
              </p:blipFill>
              <p:spPr>
                <a:xfrm>
                  <a:off x="7340320" y="4243532"/>
                  <a:ext cx="128160" cy="191880"/>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106" name="Ink 105">
                  <a:extLst>
                    <a:ext uri="{FF2B5EF4-FFF2-40B4-BE49-F238E27FC236}">
                      <a16:creationId xmlns:a16="http://schemas.microsoft.com/office/drawing/2014/main" id="{677F1728-EDEF-8480-1BC1-784C62B62C31}"/>
                    </a:ext>
                  </a:extLst>
                </p14:cNvPr>
                <p14:cNvContentPartPr/>
                <p14:nvPr/>
              </p14:nvContentPartPr>
              <p14:xfrm>
                <a:off x="7531840" y="4260452"/>
                <a:ext cx="162000" cy="350640"/>
              </p14:xfrm>
            </p:contentPart>
          </mc:Choice>
          <mc:Fallback>
            <p:pic>
              <p:nvPicPr>
                <p:cNvPr id="106" name="Ink 105">
                  <a:extLst>
                    <a:ext uri="{FF2B5EF4-FFF2-40B4-BE49-F238E27FC236}">
                      <a16:creationId xmlns:a16="http://schemas.microsoft.com/office/drawing/2014/main" id="{677F1728-EDEF-8480-1BC1-784C62B62C31}"/>
                    </a:ext>
                  </a:extLst>
                </p:cNvPr>
                <p:cNvPicPr/>
                <p:nvPr/>
              </p:nvPicPr>
              <p:blipFill>
                <a:blip r:embed="rId192"/>
                <a:stretch>
                  <a:fillRect/>
                </a:stretch>
              </p:blipFill>
              <p:spPr>
                <a:xfrm>
                  <a:off x="7523200" y="4251812"/>
                  <a:ext cx="179640" cy="368280"/>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07" name="Ink 106">
                  <a:extLst>
                    <a:ext uri="{FF2B5EF4-FFF2-40B4-BE49-F238E27FC236}">
                      <a16:creationId xmlns:a16="http://schemas.microsoft.com/office/drawing/2014/main" id="{57C861AE-2233-B044-FA44-D40552D8F147}"/>
                    </a:ext>
                  </a:extLst>
                </p14:cNvPr>
                <p14:cNvContentPartPr/>
                <p14:nvPr/>
              </p14:nvContentPartPr>
              <p14:xfrm>
                <a:off x="7795720" y="4197092"/>
                <a:ext cx="217800" cy="165600"/>
              </p14:xfrm>
            </p:contentPart>
          </mc:Choice>
          <mc:Fallback>
            <p:pic>
              <p:nvPicPr>
                <p:cNvPr id="107" name="Ink 106">
                  <a:extLst>
                    <a:ext uri="{FF2B5EF4-FFF2-40B4-BE49-F238E27FC236}">
                      <a16:creationId xmlns:a16="http://schemas.microsoft.com/office/drawing/2014/main" id="{57C861AE-2233-B044-FA44-D40552D8F147}"/>
                    </a:ext>
                  </a:extLst>
                </p:cNvPr>
                <p:cNvPicPr/>
                <p:nvPr/>
              </p:nvPicPr>
              <p:blipFill>
                <a:blip r:embed="rId194"/>
                <a:stretch>
                  <a:fillRect/>
                </a:stretch>
              </p:blipFill>
              <p:spPr>
                <a:xfrm>
                  <a:off x="7786720" y="4188452"/>
                  <a:ext cx="23544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08" name="Ink 107">
                  <a:extLst>
                    <a:ext uri="{FF2B5EF4-FFF2-40B4-BE49-F238E27FC236}">
                      <a16:creationId xmlns:a16="http://schemas.microsoft.com/office/drawing/2014/main" id="{C5B8D1A5-1577-D715-A6B8-549D9387EE4F}"/>
                    </a:ext>
                  </a:extLst>
                </p14:cNvPr>
                <p14:cNvContentPartPr/>
                <p14:nvPr/>
              </p14:nvContentPartPr>
              <p14:xfrm>
                <a:off x="8097400" y="4205732"/>
                <a:ext cx="318960" cy="151560"/>
              </p14:xfrm>
            </p:contentPart>
          </mc:Choice>
          <mc:Fallback>
            <p:pic>
              <p:nvPicPr>
                <p:cNvPr id="108" name="Ink 107">
                  <a:extLst>
                    <a:ext uri="{FF2B5EF4-FFF2-40B4-BE49-F238E27FC236}">
                      <a16:creationId xmlns:a16="http://schemas.microsoft.com/office/drawing/2014/main" id="{C5B8D1A5-1577-D715-A6B8-549D9387EE4F}"/>
                    </a:ext>
                  </a:extLst>
                </p:cNvPr>
                <p:cNvPicPr/>
                <p:nvPr/>
              </p:nvPicPr>
              <p:blipFill>
                <a:blip r:embed="rId196"/>
                <a:stretch>
                  <a:fillRect/>
                </a:stretch>
              </p:blipFill>
              <p:spPr>
                <a:xfrm>
                  <a:off x="8088760" y="4197092"/>
                  <a:ext cx="336600" cy="169200"/>
                </a:xfrm>
                <a:prstGeom prst="rect">
                  <a:avLst/>
                </a:prstGeom>
              </p:spPr>
            </p:pic>
          </mc:Fallback>
        </mc:AlternateContent>
        <mc:AlternateContent xmlns:mc="http://schemas.openxmlformats.org/markup-compatibility/2006">
          <mc:Choice xmlns:p14="http://schemas.microsoft.com/office/powerpoint/2010/main" Requires="p14">
            <p:contentPart p14:bwMode="auto" r:id="rId197">
              <p14:nvContentPartPr>
                <p14:cNvPr id="109" name="Ink 108">
                  <a:extLst>
                    <a:ext uri="{FF2B5EF4-FFF2-40B4-BE49-F238E27FC236}">
                      <a16:creationId xmlns:a16="http://schemas.microsoft.com/office/drawing/2014/main" id="{415F2836-FCA9-9107-0D99-186CCF2B4AB8}"/>
                    </a:ext>
                  </a:extLst>
                </p14:cNvPr>
                <p14:cNvContentPartPr/>
                <p14:nvPr/>
              </p14:nvContentPartPr>
              <p14:xfrm>
                <a:off x="8628400" y="4308692"/>
                <a:ext cx="7920" cy="51480"/>
              </p14:xfrm>
            </p:contentPart>
          </mc:Choice>
          <mc:Fallback>
            <p:pic>
              <p:nvPicPr>
                <p:cNvPr id="109" name="Ink 108">
                  <a:extLst>
                    <a:ext uri="{FF2B5EF4-FFF2-40B4-BE49-F238E27FC236}">
                      <a16:creationId xmlns:a16="http://schemas.microsoft.com/office/drawing/2014/main" id="{415F2836-FCA9-9107-0D99-186CCF2B4AB8}"/>
                    </a:ext>
                  </a:extLst>
                </p:cNvPr>
                <p:cNvPicPr/>
                <p:nvPr/>
              </p:nvPicPr>
              <p:blipFill>
                <a:blip r:embed="rId198"/>
                <a:stretch>
                  <a:fillRect/>
                </a:stretch>
              </p:blipFill>
              <p:spPr>
                <a:xfrm>
                  <a:off x="8619400" y="4300052"/>
                  <a:ext cx="25560" cy="69120"/>
                </a:xfrm>
                <a:prstGeom prst="rect">
                  <a:avLst/>
                </a:prstGeom>
              </p:spPr>
            </p:pic>
          </mc:Fallback>
        </mc:AlternateContent>
      </p:grpSp>
      <p:grpSp>
        <p:nvGrpSpPr>
          <p:cNvPr id="122" name="Group 121">
            <a:extLst>
              <a:ext uri="{FF2B5EF4-FFF2-40B4-BE49-F238E27FC236}">
                <a16:creationId xmlns:a16="http://schemas.microsoft.com/office/drawing/2014/main" id="{59850EE6-DFFB-1DEE-2E67-889790E35CD0}"/>
              </a:ext>
            </a:extLst>
          </p:cNvPr>
          <p:cNvGrpSpPr/>
          <p:nvPr/>
        </p:nvGrpSpPr>
        <p:grpSpPr>
          <a:xfrm>
            <a:off x="8919280" y="3898652"/>
            <a:ext cx="2232720" cy="418680"/>
            <a:chOff x="8919280" y="3898652"/>
            <a:chExt cx="2232720" cy="418680"/>
          </a:xfrm>
        </p:grpSpPr>
        <mc:AlternateContent xmlns:mc="http://schemas.openxmlformats.org/markup-compatibility/2006">
          <mc:Choice xmlns:p14="http://schemas.microsoft.com/office/powerpoint/2010/main" Requires="p14">
            <p:contentPart p14:bwMode="auto" r:id="rId199">
              <p14:nvContentPartPr>
                <p14:cNvPr id="111" name="Ink 110">
                  <a:extLst>
                    <a:ext uri="{FF2B5EF4-FFF2-40B4-BE49-F238E27FC236}">
                      <a16:creationId xmlns:a16="http://schemas.microsoft.com/office/drawing/2014/main" id="{D7C9C392-B701-77C9-4F97-CEE71EAD03D8}"/>
                    </a:ext>
                  </a:extLst>
                </p14:cNvPr>
                <p14:cNvContentPartPr/>
                <p14:nvPr/>
              </p14:nvContentPartPr>
              <p14:xfrm>
                <a:off x="8919280" y="4073252"/>
                <a:ext cx="536040" cy="244080"/>
              </p14:xfrm>
            </p:contentPart>
          </mc:Choice>
          <mc:Fallback>
            <p:pic>
              <p:nvPicPr>
                <p:cNvPr id="111" name="Ink 110">
                  <a:extLst>
                    <a:ext uri="{FF2B5EF4-FFF2-40B4-BE49-F238E27FC236}">
                      <a16:creationId xmlns:a16="http://schemas.microsoft.com/office/drawing/2014/main" id="{D7C9C392-B701-77C9-4F97-CEE71EAD03D8}"/>
                    </a:ext>
                  </a:extLst>
                </p:cNvPr>
                <p:cNvPicPr/>
                <p:nvPr/>
              </p:nvPicPr>
              <p:blipFill>
                <a:blip r:embed="rId200"/>
                <a:stretch>
                  <a:fillRect/>
                </a:stretch>
              </p:blipFill>
              <p:spPr>
                <a:xfrm>
                  <a:off x="8910280" y="4064252"/>
                  <a:ext cx="553680" cy="261720"/>
                </a:xfrm>
                <a:prstGeom prst="rect">
                  <a:avLst/>
                </a:prstGeom>
              </p:spPr>
            </p:pic>
          </mc:Fallback>
        </mc:AlternateContent>
        <mc:AlternateContent xmlns:mc="http://schemas.openxmlformats.org/markup-compatibility/2006">
          <mc:Choice xmlns:p14="http://schemas.microsoft.com/office/powerpoint/2010/main" Requires="p14">
            <p:contentPart p14:bwMode="auto" r:id="rId201">
              <p14:nvContentPartPr>
                <p14:cNvPr id="112" name="Ink 111">
                  <a:extLst>
                    <a:ext uri="{FF2B5EF4-FFF2-40B4-BE49-F238E27FC236}">
                      <a16:creationId xmlns:a16="http://schemas.microsoft.com/office/drawing/2014/main" id="{BD2E42C1-AFBD-81B5-2EE5-5334077B8792}"/>
                    </a:ext>
                  </a:extLst>
                </p14:cNvPr>
                <p14:cNvContentPartPr/>
                <p14:nvPr/>
              </p14:nvContentPartPr>
              <p14:xfrm>
                <a:off x="9525520" y="4152092"/>
                <a:ext cx="174600" cy="70200"/>
              </p14:xfrm>
            </p:contentPart>
          </mc:Choice>
          <mc:Fallback>
            <p:pic>
              <p:nvPicPr>
                <p:cNvPr id="112" name="Ink 111">
                  <a:extLst>
                    <a:ext uri="{FF2B5EF4-FFF2-40B4-BE49-F238E27FC236}">
                      <a16:creationId xmlns:a16="http://schemas.microsoft.com/office/drawing/2014/main" id="{BD2E42C1-AFBD-81B5-2EE5-5334077B8792}"/>
                    </a:ext>
                  </a:extLst>
                </p:cNvPr>
                <p:cNvPicPr/>
                <p:nvPr/>
              </p:nvPicPr>
              <p:blipFill>
                <a:blip r:embed="rId202"/>
                <a:stretch>
                  <a:fillRect/>
                </a:stretch>
              </p:blipFill>
              <p:spPr>
                <a:xfrm>
                  <a:off x="9516520" y="4143092"/>
                  <a:ext cx="192240" cy="87840"/>
                </a:xfrm>
                <a:prstGeom prst="rect">
                  <a:avLst/>
                </a:prstGeom>
              </p:spPr>
            </p:pic>
          </mc:Fallback>
        </mc:AlternateContent>
        <mc:AlternateContent xmlns:mc="http://schemas.openxmlformats.org/markup-compatibility/2006">
          <mc:Choice xmlns:p14="http://schemas.microsoft.com/office/powerpoint/2010/main" Requires="p14">
            <p:contentPart p14:bwMode="auto" r:id="rId203">
              <p14:nvContentPartPr>
                <p14:cNvPr id="113" name="Ink 112">
                  <a:extLst>
                    <a:ext uri="{FF2B5EF4-FFF2-40B4-BE49-F238E27FC236}">
                      <a16:creationId xmlns:a16="http://schemas.microsoft.com/office/drawing/2014/main" id="{77D5F737-FD78-446D-7495-C96D4EF5F625}"/>
                    </a:ext>
                  </a:extLst>
                </p14:cNvPr>
                <p14:cNvContentPartPr/>
                <p14:nvPr/>
              </p14:nvContentPartPr>
              <p14:xfrm>
                <a:off x="9704800" y="3960212"/>
                <a:ext cx="24480" cy="220320"/>
              </p14:xfrm>
            </p:contentPart>
          </mc:Choice>
          <mc:Fallback>
            <p:pic>
              <p:nvPicPr>
                <p:cNvPr id="113" name="Ink 112">
                  <a:extLst>
                    <a:ext uri="{FF2B5EF4-FFF2-40B4-BE49-F238E27FC236}">
                      <a16:creationId xmlns:a16="http://schemas.microsoft.com/office/drawing/2014/main" id="{77D5F737-FD78-446D-7495-C96D4EF5F625}"/>
                    </a:ext>
                  </a:extLst>
                </p:cNvPr>
                <p:cNvPicPr/>
                <p:nvPr/>
              </p:nvPicPr>
              <p:blipFill>
                <a:blip r:embed="rId204"/>
                <a:stretch>
                  <a:fillRect/>
                </a:stretch>
              </p:blipFill>
              <p:spPr>
                <a:xfrm>
                  <a:off x="9696160" y="3951212"/>
                  <a:ext cx="42120" cy="237960"/>
                </a:xfrm>
                <a:prstGeom prst="rect">
                  <a:avLst/>
                </a:prstGeom>
              </p:spPr>
            </p:pic>
          </mc:Fallback>
        </mc:AlternateContent>
        <mc:AlternateContent xmlns:mc="http://schemas.openxmlformats.org/markup-compatibility/2006">
          <mc:Choice xmlns:p14="http://schemas.microsoft.com/office/powerpoint/2010/main" Requires="p14">
            <p:contentPart p14:bwMode="auto" r:id="rId205">
              <p14:nvContentPartPr>
                <p14:cNvPr id="114" name="Ink 113">
                  <a:extLst>
                    <a:ext uri="{FF2B5EF4-FFF2-40B4-BE49-F238E27FC236}">
                      <a16:creationId xmlns:a16="http://schemas.microsoft.com/office/drawing/2014/main" id="{C64DCFBD-6069-0987-A073-429795BA9C50}"/>
                    </a:ext>
                  </a:extLst>
                </p14:cNvPr>
                <p14:cNvContentPartPr/>
                <p14:nvPr/>
              </p14:nvContentPartPr>
              <p14:xfrm>
                <a:off x="9725320" y="4062812"/>
                <a:ext cx="78120" cy="95040"/>
              </p14:xfrm>
            </p:contentPart>
          </mc:Choice>
          <mc:Fallback>
            <p:pic>
              <p:nvPicPr>
                <p:cNvPr id="114" name="Ink 113">
                  <a:extLst>
                    <a:ext uri="{FF2B5EF4-FFF2-40B4-BE49-F238E27FC236}">
                      <a16:creationId xmlns:a16="http://schemas.microsoft.com/office/drawing/2014/main" id="{C64DCFBD-6069-0987-A073-429795BA9C50}"/>
                    </a:ext>
                  </a:extLst>
                </p:cNvPr>
                <p:cNvPicPr/>
                <p:nvPr/>
              </p:nvPicPr>
              <p:blipFill>
                <a:blip r:embed="rId206"/>
                <a:stretch>
                  <a:fillRect/>
                </a:stretch>
              </p:blipFill>
              <p:spPr>
                <a:xfrm>
                  <a:off x="9716320" y="4053812"/>
                  <a:ext cx="9576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207">
              <p14:nvContentPartPr>
                <p14:cNvPr id="115" name="Ink 114">
                  <a:extLst>
                    <a:ext uri="{FF2B5EF4-FFF2-40B4-BE49-F238E27FC236}">
                      <a16:creationId xmlns:a16="http://schemas.microsoft.com/office/drawing/2014/main" id="{FDCA37E7-1C45-C45B-CA74-AB8E803D2E2B}"/>
                    </a:ext>
                  </a:extLst>
                </p14:cNvPr>
                <p14:cNvContentPartPr/>
                <p14:nvPr/>
              </p14:nvContentPartPr>
              <p14:xfrm>
                <a:off x="9920080" y="4013492"/>
                <a:ext cx="480240" cy="209160"/>
              </p14:xfrm>
            </p:contentPart>
          </mc:Choice>
          <mc:Fallback>
            <p:pic>
              <p:nvPicPr>
                <p:cNvPr id="115" name="Ink 114">
                  <a:extLst>
                    <a:ext uri="{FF2B5EF4-FFF2-40B4-BE49-F238E27FC236}">
                      <a16:creationId xmlns:a16="http://schemas.microsoft.com/office/drawing/2014/main" id="{FDCA37E7-1C45-C45B-CA74-AB8E803D2E2B}"/>
                    </a:ext>
                  </a:extLst>
                </p:cNvPr>
                <p:cNvPicPr/>
                <p:nvPr/>
              </p:nvPicPr>
              <p:blipFill>
                <a:blip r:embed="rId208"/>
                <a:stretch>
                  <a:fillRect/>
                </a:stretch>
              </p:blipFill>
              <p:spPr>
                <a:xfrm>
                  <a:off x="9911440" y="4004852"/>
                  <a:ext cx="497880" cy="226800"/>
                </a:xfrm>
                <a:prstGeom prst="rect">
                  <a:avLst/>
                </a:prstGeom>
              </p:spPr>
            </p:pic>
          </mc:Fallback>
        </mc:AlternateContent>
        <mc:AlternateContent xmlns:mc="http://schemas.openxmlformats.org/markup-compatibility/2006">
          <mc:Choice xmlns:p14="http://schemas.microsoft.com/office/powerpoint/2010/main" Requires="p14">
            <p:contentPart p14:bwMode="auto" r:id="rId209">
              <p14:nvContentPartPr>
                <p14:cNvPr id="116" name="Ink 115">
                  <a:extLst>
                    <a:ext uri="{FF2B5EF4-FFF2-40B4-BE49-F238E27FC236}">
                      <a16:creationId xmlns:a16="http://schemas.microsoft.com/office/drawing/2014/main" id="{70258F24-83CF-AEA4-C6C9-F48807E5B429}"/>
                    </a:ext>
                  </a:extLst>
                </p14:cNvPr>
                <p14:cNvContentPartPr/>
                <p14:nvPr/>
              </p14:nvContentPartPr>
              <p14:xfrm>
                <a:off x="10413640" y="4133372"/>
                <a:ext cx="34920" cy="86760"/>
              </p14:xfrm>
            </p:contentPart>
          </mc:Choice>
          <mc:Fallback>
            <p:pic>
              <p:nvPicPr>
                <p:cNvPr id="116" name="Ink 115">
                  <a:extLst>
                    <a:ext uri="{FF2B5EF4-FFF2-40B4-BE49-F238E27FC236}">
                      <a16:creationId xmlns:a16="http://schemas.microsoft.com/office/drawing/2014/main" id="{70258F24-83CF-AEA4-C6C9-F48807E5B429}"/>
                    </a:ext>
                  </a:extLst>
                </p:cNvPr>
                <p:cNvPicPr/>
                <p:nvPr/>
              </p:nvPicPr>
              <p:blipFill>
                <a:blip r:embed="rId210"/>
                <a:stretch>
                  <a:fillRect/>
                </a:stretch>
              </p:blipFill>
              <p:spPr>
                <a:xfrm>
                  <a:off x="10404640" y="4124372"/>
                  <a:ext cx="52560" cy="104400"/>
                </a:xfrm>
                <a:prstGeom prst="rect">
                  <a:avLst/>
                </a:prstGeom>
              </p:spPr>
            </p:pic>
          </mc:Fallback>
        </mc:AlternateContent>
        <mc:AlternateContent xmlns:mc="http://schemas.openxmlformats.org/markup-compatibility/2006">
          <mc:Choice xmlns:p14="http://schemas.microsoft.com/office/powerpoint/2010/main" Requires="p14">
            <p:contentPart p14:bwMode="auto" r:id="rId211">
              <p14:nvContentPartPr>
                <p14:cNvPr id="117" name="Ink 116">
                  <a:extLst>
                    <a:ext uri="{FF2B5EF4-FFF2-40B4-BE49-F238E27FC236}">
                      <a16:creationId xmlns:a16="http://schemas.microsoft.com/office/drawing/2014/main" id="{2310CA0D-6577-B0EB-C869-66ED63E058F8}"/>
                    </a:ext>
                  </a:extLst>
                </p14:cNvPr>
                <p14:cNvContentPartPr/>
                <p14:nvPr/>
              </p14:nvContentPartPr>
              <p14:xfrm>
                <a:off x="10447120" y="3996212"/>
                <a:ext cx="19440" cy="23400"/>
              </p14:xfrm>
            </p:contentPart>
          </mc:Choice>
          <mc:Fallback>
            <p:pic>
              <p:nvPicPr>
                <p:cNvPr id="117" name="Ink 116">
                  <a:extLst>
                    <a:ext uri="{FF2B5EF4-FFF2-40B4-BE49-F238E27FC236}">
                      <a16:creationId xmlns:a16="http://schemas.microsoft.com/office/drawing/2014/main" id="{2310CA0D-6577-B0EB-C869-66ED63E058F8}"/>
                    </a:ext>
                  </a:extLst>
                </p:cNvPr>
                <p:cNvPicPr/>
                <p:nvPr/>
              </p:nvPicPr>
              <p:blipFill>
                <a:blip r:embed="rId212"/>
                <a:stretch>
                  <a:fillRect/>
                </a:stretch>
              </p:blipFill>
              <p:spPr>
                <a:xfrm>
                  <a:off x="10438120" y="3987572"/>
                  <a:ext cx="3708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213">
              <p14:nvContentPartPr>
                <p14:cNvPr id="118" name="Ink 117">
                  <a:extLst>
                    <a:ext uri="{FF2B5EF4-FFF2-40B4-BE49-F238E27FC236}">
                      <a16:creationId xmlns:a16="http://schemas.microsoft.com/office/drawing/2014/main" id="{F3F39262-DCDE-83F7-4B0C-A111741434F6}"/>
                    </a:ext>
                  </a:extLst>
                </p14:cNvPr>
                <p14:cNvContentPartPr/>
                <p14:nvPr/>
              </p14:nvContentPartPr>
              <p14:xfrm>
                <a:off x="10551520" y="4019252"/>
                <a:ext cx="25560" cy="186480"/>
              </p14:xfrm>
            </p:contentPart>
          </mc:Choice>
          <mc:Fallback>
            <p:pic>
              <p:nvPicPr>
                <p:cNvPr id="118" name="Ink 117">
                  <a:extLst>
                    <a:ext uri="{FF2B5EF4-FFF2-40B4-BE49-F238E27FC236}">
                      <a16:creationId xmlns:a16="http://schemas.microsoft.com/office/drawing/2014/main" id="{F3F39262-DCDE-83F7-4B0C-A111741434F6}"/>
                    </a:ext>
                  </a:extLst>
                </p:cNvPr>
                <p:cNvPicPr/>
                <p:nvPr/>
              </p:nvPicPr>
              <p:blipFill>
                <a:blip r:embed="rId214"/>
                <a:stretch>
                  <a:fillRect/>
                </a:stretch>
              </p:blipFill>
              <p:spPr>
                <a:xfrm>
                  <a:off x="10542520" y="4010612"/>
                  <a:ext cx="43200" cy="204120"/>
                </a:xfrm>
                <a:prstGeom prst="rect">
                  <a:avLst/>
                </a:prstGeom>
              </p:spPr>
            </p:pic>
          </mc:Fallback>
        </mc:AlternateContent>
        <mc:AlternateContent xmlns:mc="http://schemas.openxmlformats.org/markup-compatibility/2006">
          <mc:Choice xmlns:p14="http://schemas.microsoft.com/office/powerpoint/2010/main" Requires="p14">
            <p:contentPart p14:bwMode="auto" r:id="rId215">
              <p14:nvContentPartPr>
                <p14:cNvPr id="119" name="Ink 118">
                  <a:extLst>
                    <a:ext uri="{FF2B5EF4-FFF2-40B4-BE49-F238E27FC236}">
                      <a16:creationId xmlns:a16="http://schemas.microsoft.com/office/drawing/2014/main" id="{B6C59469-AF0B-0264-C448-5C1EDF74E038}"/>
                    </a:ext>
                  </a:extLst>
                </p14:cNvPr>
                <p14:cNvContentPartPr/>
                <p14:nvPr/>
              </p14:nvContentPartPr>
              <p14:xfrm>
                <a:off x="10630360" y="3996212"/>
                <a:ext cx="43560" cy="176400"/>
              </p14:xfrm>
            </p:contentPart>
          </mc:Choice>
          <mc:Fallback>
            <p:pic>
              <p:nvPicPr>
                <p:cNvPr id="119" name="Ink 118">
                  <a:extLst>
                    <a:ext uri="{FF2B5EF4-FFF2-40B4-BE49-F238E27FC236}">
                      <a16:creationId xmlns:a16="http://schemas.microsoft.com/office/drawing/2014/main" id="{B6C59469-AF0B-0264-C448-5C1EDF74E038}"/>
                    </a:ext>
                  </a:extLst>
                </p:cNvPr>
                <p:cNvPicPr/>
                <p:nvPr/>
              </p:nvPicPr>
              <p:blipFill>
                <a:blip r:embed="rId216"/>
                <a:stretch>
                  <a:fillRect/>
                </a:stretch>
              </p:blipFill>
              <p:spPr>
                <a:xfrm>
                  <a:off x="10621720" y="3987212"/>
                  <a:ext cx="6120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217">
              <p14:nvContentPartPr>
                <p14:cNvPr id="120" name="Ink 119">
                  <a:extLst>
                    <a:ext uri="{FF2B5EF4-FFF2-40B4-BE49-F238E27FC236}">
                      <a16:creationId xmlns:a16="http://schemas.microsoft.com/office/drawing/2014/main" id="{6DEC5037-15F4-BBCE-F9B3-C086BE405642}"/>
                    </a:ext>
                  </a:extLst>
                </p14:cNvPr>
                <p14:cNvContentPartPr/>
                <p14:nvPr/>
              </p14:nvContentPartPr>
              <p14:xfrm>
                <a:off x="10532800" y="4050572"/>
                <a:ext cx="448200" cy="138600"/>
              </p14:xfrm>
            </p:contentPart>
          </mc:Choice>
          <mc:Fallback>
            <p:pic>
              <p:nvPicPr>
                <p:cNvPr id="120" name="Ink 119">
                  <a:extLst>
                    <a:ext uri="{FF2B5EF4-FFF2-40B4-BE49-F238E27FC236}">
                      <a16:creationId xmlns:a16="http://schemas.microsoft.com/office/drawing/2014/main" id="{6DEC5037-15F4-BBCE-F9B3-C086BE405642}"/>
                    </a:ext>
                  </a:extLst>
                </p:cNvPr>
                <p:cNvPicPr/>
                <p:nvPr/>
              </p:nvPicPr>
              <p:blipFill>
                <a:blip r:embed="rId218"/>
                <a:stretch>
                  <a:fillRect/>
                </a:stretch>
              </p:blipFill>
              <p:spPr>
                <a:xfrm>
                  <a:off x="10524160" y="4041572"/>
                  <a:ext cx="46584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219">
              <p14:nvContentPartPr>
                <p14:cNvPr id="121" name="Ink 120">
                  <a:extLst>
                    <a:ext uri="{FF2B5EF4-FFF2-40B4-BE49-F238E27FC236}">
                      <a16:creationId xmlns:a16="http://schemas.microsoft.com/office/drawing/2014/main" id="{D53F5744-0A42-28CA-C80E-131C26167EBB}"/>
                    </a:ext>
                  </a:extLst>
                </p14:cNvPr>
                <p14:cNvContentPartPr/>
                <p14:nvPr/>
              </p14:nvContentPartPr>
              <p14:xfrm>
                <a:off x="11016280" y="3898652"/>
                <a:ext cx="135720" cy="284400"/>
              </p14:xfrm>
            </p:contentPart>
          </mc:Choice>
          <mc:Fallback>
            <p:pic>
              <p:nvPicPr>
                <p:cNvPr id="121" name="Ink 120">
                  <a:extLst>
                    <a:ext uri="{FF2B5EF4-FFF2-40B4-BE49-F238E27FC236}">
                      <a16:creationId xmlns:a16="http://schemas.microsoft.com/office/drawing/2014/main" id="{D53F5744-0A42-28CA-C80E-131C26167EBB}"/>
                    </a:ext>
                  </a:extLst>
                </p:cNvPr>
                <p:cNvPicPr/>
                <p:nvPr/>
              </p:nvPicPr>
              <p:blipFill>
                <a:blip r:embed="rId220"/>
                <a:stretch>
                  <a:fillRect/>
                </a:stretch>
              </p:blipFill>
              <p:spPr>
                <a:xfrm>
                  <a:off x="11007640" y="3890012"/>
                  <a:ext cx="153360" cy="302040"/>
                </a:xfrm>
                <a:prstGeom prst="rect">
                  <a:avLst/>
                </a:prstGeom>
              </p:spPr>
            </p:pic>
          </mc:Fallback>
        </mc:AlternateContent>
      </p:grpSp>
    </p:spTree>
    <p:extLst>
      <p:ext uri="{BB962C8B-B14F-4D97-AF65-F5344CB8AC3E}">
        <p14:creationId xmlns:p14="http://schemas.microsoft.com/office/powerpoint/2010/main" val="4272377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68909CCB-D595-F250-FFCB-73343D3CE699}"/>
              </a:ext>
            </a:extLst>
          </p:cNvPr>
          <p:cNvSpPr/>
          <p:nvPr/>
        </p:nvSpPr>
        <p:spPr>
          <a:xfrm>
            <a:off x="405780" y="784925"/>
            <a:ext cx="623346" cy="555843"/>
          </a:xfrm>
          <a:prstGeom prst="smileyFace">
            <a:avLst/>
          </a:prstGeom>
          <a:ln>
            <a:solidFill>
              <a:schemeClr val="accent1">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C8E6AF6E-8EEC-19FE-9F6E-3E5A360A77F3}"/>
              </a:ext>
            </a:extLst>
          </p:cNvPr>
          <p:cNvCxnSpPr>
            <a:cxnSpLocks/>
          </p:cNvCxnSpPr>
          <p:nvPr/>
        </p:nvCxnSpPr>
        <p:spPr>
          <a:xfrm>
            <a:off x="693812"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A73876A9-6908-F014-32E8-950485E36DCB}"/>
              </a:ext>
            </a:extLst>
          </p:cNvPr>
          <p:cNvSpPr/>
          <p:nvPr/>
        </p:nvSpPr>
        <p:spPr>
          <a:xfrm>
            <a:off x="1753782" y="888499"/>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Application</a:t>
            </a:r>
          </a:p>
        </p:txBody>
      </p:sp>
      <p:sp>
        <p:nvSpPr>
          <p:cNvPr id="11" name="Rectangle 10">
            <a:extLst>
              <a:ext uri="{FF2B5EF4-FFF2-40B4-BE49-F238E27FC236}">
                <a16:creationId xmlns:a16="http://schemas.microsoft.com/office/drawing/2014/main" id="{3EAF7125-C750-C31D-1BF7-3AD95555CB11}"/>
              </a:ext>
            </a:extLst>
          </p:cNvPr>
          <p:cNvSpPr/>
          <p:nvPr/>
        </p:nvSpPr>
        <p:spPr>
          <a:xfrm>
            <a:off x="5302324" y="892750"/>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Server</a:t>
            </a:r>
          </a:p>
        </p:txBody>
      </p:sp>
      <p:cxnSp>
        <p:nvCxnSpPr>
          <p:cNvPr id="4" name="Straight Connector 3">
            <a:extLst>
              <a:ext uri="{FF2B5EF4-FFF2-40B4-BE49-F238E27FC236}">
                <a16:creationId xmlns:a16="http://schemas.microsoft.com/office/drawing/2014/main" id="{1A008E8E-D386-FA5B-B09A-8646E4E17034}"/>
              </a:ext>
            </a:extLst>
          </p:cNvPr>
          <p:cNvCxnSpPr>
            <a:cxnSpLocks/>
          </p:cNvCxnSpPr>
          <p:nvPr/>
        </p:nvCxnSpPr>
        <p:spPr>
          <a:xfrm>
            <a:off x="2710036" y="1444342"/>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cxnSp>
        <p:nvCxnSpPr>
          <p:cNvPr id="6" name="Straight Connector 5">
            <a:extLst>
              <a:ext uri="{FF2B5EF4-FFF2-40B4-BE49-F238E27FC236}">
                <a16:creationId xmlns:a16="http://schemas.microsoft.com/office/drawing/2014/main" id="{97763F75-A921-F417-7914-0091A0036819}"/>
              </a:ext>
            </a:extLst>
          </p:cNvPr>
          <p:cNvCxnSpPr>
            <a:cxnSpLocks/>
          </p:cNvCxnSpPr>
          <p:nvPr/>
        </p:nvCxnSpPr>
        <p:spPr>
          <a:xfrm>
            <a:off x="6238428"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mc:Choice xmlns:p14="http://schemas.microsoft.com/office/powerpoint/2010/main" Requires="p14">
          <p:contentPart p14:bwMode="auto" r:id="rId2">
            <p14:nvContentPartPr>
              <p14:cNvPr id="7" name="Ink 6">
                <a:extLst>
                  <a:ext uri="{FF2B5EF4-FFF2-40B4-BE49-F238E27FC236}">
                    <a16:creationId xmlns:a16="http://schemas.microsoft.com/office/drawing/2014/main" id="{452F2B2B-3664-D7FD-0493-5FAEB9EE3EDF}"/>
                  </a:ext>
                </a:extLst>
              </p14:cNvPr>
              <p14:cNvContentPartPr/>
              <p14:nvPr/>
            </p14:nvContentPartPr>
            <p14:xfrm>
              <a:off x="162000" y="181080"/>
              <a:ext cx="10855800" cy="5484960"/>
            </p14:xfrm>
          </p:contentPart>
        </mc:Choice>
        <mc:Fallback>
          <p:pic>
            <p:nvPicPr>
              <p:cNvPr id="7" name="Ink 6">
                <a:extLst>
                  <a:ext uri="{FF2B5EF4-FFF2-40B4-BE49-F238E27FC236}">
                    <a16:creationId xmlns:a16="http://schemas.microsoft.com/office/drawing/2014/main" id="{452F2B2B-3664-D7FD-0493-5FAEB9EE3EDF}"/>
                  </a:ext>
                </a:extLst>
              </p:cNvPr>
              <p:cNvPicPr/>
              <p:nvPr/>
            </p:nvPicPr>
            <p:blipFill>
              <a:blip r:embed="rId3"/>
              <a:stretch>
                <a:fillRect/>
              </a:stretch>
            </p:blipFill>
            <p:spPr>
              <a:xfrm>
                <a:off x="152640" y="171720"/>
                <a:ext cx="10874520" cy="5503680"/>
              </a:xfrm>
              <a:prstGeom prst="rect">
                <a:avLst/>
              </a:prstGeom>
            </p:spPr>
          </p:pic>
        </mc:Fallback>
      </mc:AlternateContent>
    </p:spTree>
    <p:extLst>
      <p:ext uri="{BB962C8B-B14F-4D97-AF65-F5344CB8AC3E}">
        <p14:creationId xmlns:p14="http://schemas.microsoft.com/office/powerpoint/2010/main" val="34576718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3502712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E0D04-353A-EC4C-3073-CD005DA50A24}"/>
              </a:ext>
            </a:extLst>
          </p:cNvPr>
          <p:cNvSpPr>
            <a:spLocks noGrp="1"/>
          </p:cNvSpPr>
          <p:nvPr>
            <p:ph type="title"/>
          </p:nvPr>
        </p:nvSpPr>
        <p:spPr/>
        <p:txBody>
          <a:bodyPr/>
          <a:lstStyle/>
          <a:p>
            <a:endParaRPr lang="en-IN"/>
          </a:p>
        </p:txBody>
      </p:sp>
      <mc:AlternateContent xmlns:mc="http://schemas.openxmlformats.org/markup-compatibility/2006">
        <mc:Choice xmlns:p14="http://schemas.microsoft.com/office/powerpoint/2010/main" Requires="p14">
          <p:contentPart p14:bwMode="auto" r:id="rId2">
            <p14:nvContentPartPr>
              <p14:cNvPr id="70" name="Ink 69">
                <a:extLst>
                  <a:ext uri="{FF2B5EF4-FFF2-40B4-BE49-F238E27FC236}">
                    <a16:creationId xmlns:a16="http://schemas.microsoft.com/office/drawing/2014/main" id="{1EDB802C-FB5E-DCBB-7473-D5D9B5469F12}"/>
                  </a:ext>
                </a:extLst>
              </p14:cNvPr>
              <p14:cNvContentPartPr/>
              <p14:nvPr/>
            </p14:nvContentPartPr>
            <p14:xfrm>
              <a:off x="8876080" y="3821612"/>
              <a:ext cx="1402560" cy="1094040"/>
            </p14:xfrm>
          </p:contentPart>
        </mc:Choice>
        <mc:Fallback>
          <p:pic>
            <p:nvPicPr>
              <p:cNvPr id="70" name="Ink 69">
                <a:extLst>
                  <a:ext uri="{FF2B5EF4-FFF2-40B4-BE49-F238E27FC236}">
                    <a16:creationId xmlns:a16="http://schemas.microsoft.com/office/drawing/2014/main" id="{1EDB802C-FB5E-DCBB-7473-D5D9B5469F12}"/>
                  </a:ext>
                </a:extLst>
              </p:cNvPr>
              <p:cNvPicPr/>
              <p:nvPr/>
            </p:nvPicPr>
            <p:blipFill>
              <a:blip r:embed="rId3"/>
              <a:stretch>
                <a:fillRect/>
              </a:stretch>
            </p:blipFill>
            <p:spPr>
              <a:xfrm>
                <a:off x="8867440" y="3812972"/>
                <a:ext cx="1420200" cy="1111680"/>
              </a:xfrm>
              <a:prstGeom prst="rect">
                <a:avLst/>
              </a:prstGeom>
            </p:spPr>
          </p:pic>
        </mc:Fallback>
      </mc:AlternateContent>
      <p:grpSp>
        <p:nvGrpSpPr>
          <p:cNvPr id="190" name="Group 189">
            <a:extLst>
              <a:ext uri="{FF2B5EF4-FFF2-40B4-BE49-F238E27FC236}">
                <a16:creationId xmlns:a16="http://schemas.microsoft.com/office/drawing/2014/main" id="{F2E139A8-858F-50D6-7BE9-691A75C4015A}"/>
              </a:ext>
            </a:extLst>
          </p:cNvPr>
          <p:cNvGrpSpPr/>
          <p:nvPr/>
        </p:nvGrpSpPr>
        <p:grpSpPr>
          <a:xfrm>
            <a:off x="489880" y="1427252"/>
            <a:ext cx="11066760" cy="5406480"/>
            <a:chOff x="489880" y="1427252"/>
            <a:chExt cx="11066760" cy="5406480"/>
          </a:xfrm>
        </p:grpSpPr>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1CA908CD-FC12-A803-DCFD-9B872E392C74}"/>
                    </a:ext>
                  </a:extLst>
                </p14:cNvPr>
                <p14:cNvContentPartPr/>
                <p14:nvPr/>
              </p14:nvContentPartPr>
              <p14:xfrm>
                <a:off x="886600" y="2387732"/>
                <a:ext cx="179280" cy="1265400"/>
              </p14:xfrm>
            </p:contentPart>
          </mc:Choice>
          <mc:Fallback>
            <p:pic>
              <p:nvPicPr>
                <p:cNvPr id="3" name="Ink 2">
                  <a:extLst>
                    <a:ext uri="{FF2B5EF4-FFF2-40B4-BE49-F238E27FC236}">
                      <a16:creationId xmlns:a16="http://schemas.microsoft.com/office/drawing/2014/main" id="{1CA908CD-FC12-A803-DCFD-9B872E392C74}"/>
                    </a:ext>
                  </a:extLst>
                </p:cNvPr>
                <p:cNvPicPr/>
                <p:nvPr/>
              </p:nvPicPr>
              <p:blipFill>
                <a:blip r:embed="rId5"/>
                <a:stretch>
                  <a:fillRect/>
                </a:stretch>
              </p:blipFill>
              <p:spPr>
                <a:xfrm>
                  <a:off x="877600" y="2378732"/>
                  <a:ext cx="196920" cy="12830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25F0DA58-2432-2FD8-E3C9-2828DCD2CC7B}"/>
                    </a:ext>
                  </a:extLst>
                </p14:cNvPr>
                <p14:cNvContentPartPr/>
                <p14:nvPr/>
              </p14:nvContentPartPr>
              <p14:xfrm>
                <a:off x="671320" y="2302052"/>
                <a:ext cx="2432880" cy="83160"/>
              </p14:xfrm>
            </p:contentPart>
          </mc:Choice>
          <mc:Fallback>
            <p:pic>
              <p:nvPicPr>
                <p:cNvPr id="4" name="Ink 3">
                  <a:extLst>
                    <a:ext uri="{FF2B5EF4-FFF2-40B4-BE49-F238E27FC236}">
                      <a16:creationId xmlns:a16="http://schemas.microsoft.com/office/drawing/2014/main" id="{25F0DA58-2432-2FD8-E3C9-2828DCD2CC7B}"/>
                    </a:ext>
                  </a:extLst>
                </p:cNvPr>
                <p:cNvPicPr/>
                <p:nvPr/>
              </p:nvPicPr>
              <p:blipFill>
                <a:blip r:embed="rId7"/>
                <a:stretch>
                  <a:fillRect/>
                </a:stretch>
              </p:blipFill>
              <p:spPr>
                <a:xfrm>
                  <a:off x="662680" y="2293412"/>
                  <a:ext cx="2450520" cy="1008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036B0AAB-D9CB-9CB8-F999-0C3AB64650D1}"/>
                    </a:ext>
                  </a:extLst>
                </p14:cNvPr>
                <p14:cNvContentPartPr/>
                <p14:nvPr/>
              </p14:nvContentPartPr>
              <p14:xfrm>
                <a:off x="540280" y="3410852"/>
                <a:ext cx="2270880" cy="89640"/>
              </p14:xfrm>
            </p:contentPart>
          </mc:Choice>
          <mc:Fallback>
            <p:pic>
              <p:nvPicPr>
                <p:cNvPr id="5" name="Ink 4">
                  <a:extLst>
                    <a:ext uri="{FF2B5EF4-FFF2-40B4-BE49-F238E27FC236}">
                      <a16:creationId xmlns:a16="http://schemas.microsoft.com/office/drawing/2014/main" id="{036B0AAB-D9CB-9CB8-F999-0C3AB64650D1}"/>
                    </a:ext>
                  </a:extLst>
                </p:cNvPr>
                <p:cNvPicPr/>
                <p:nvPr/>
              </p:nvPicPr>
              <p:blipFill>
                <a:blip r:embed="rId9"/>
                <a:stretch>
                  <a:fillRect/>
                </a:stretch>
              </p:blipFill>
              <p:spPr>
                <a:xfrm>
                  <a:off x="531640" y="3402212"/>
                  <a:ext cx="228852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95F5F795-9F98-E929-AA47-9A3286EF9B22}"/>
                    </a:ext>
                  </a:extLst>
                </p14:cNvPr>
                <p14:cNvContentPartPr/>
                <p14:nvPr/>
              </p14:nvContentPartPr>
              <p14:xfrm>
                <a:off x="2976760" y="2369372"/>
                <a:ext cx="75960" cy="1056960"/>
              </p14:xfrm>
            </p:contentPart>
          </mc:Choice>
          <mc:Fallback>
            <p:pic>
              <p:nvPicPr>
                <p:cNvPr id="6" name="Ink 5">
                  <a:extLst>
                    <a:ext uri="{FF2B5EF4-FFF2-40B4-BE49-F238E27FC236}">
                      <a16:creationId xmlns:a16="http://schemas.microsoft.com/office/drawing/2014/main" id="{95F5F795-9F98-E929-AA47-9A3286EF9B22}"/>
                    </a:ext>
                  </a:extLst>
                </p:cNvPr>
                <p:cNvPicPr/>
                <p:nvPr/>
              </p:nvPicPr>
              <p:blipFill>
                <a:blip r:embed="rId11"/>
                <a:stretch>
                  <a:fillRect/>
                </a:stretch>
              </p:blipFill>
              <p:spPr>
                <a:xfrm>
                  <a:off x="2967760" y="2360372"/>
                  <a:ext cx="93600" cy="10746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2937DA3F-9098-2B47-27B4-A21C05DBF710}"/>
                    </a:ext>
                  </a:extLst>
                </p14:cNvPr>
                <p14:cNvContentPartPr/>
                <p14:nvPr/>
              </p14:nvContentPartPr>
              <p14:xfrm>
                <a:off x="1407520" y="2742692"/>
                <a:ext cx="296280" cy="280800"/>
              </p14:xfrm>
            </p:contentPart>
          </mc:Choice>
          <mc:Fallback>
            <p:pic>
              <p:nvPicPr>
                <p:cNvPr id="7" name="Ink 6">
                  <a:extLst>
                    <a:ext uri="{FF2B5EF4-FFF2-40B4-BE49-F238E27FC236}">
                      <a16:creationId xmlns:a16="http://schemas.microsoft.com/office/drawing/2014/main" id="{2937DA3F-9098-2B47-27B4-A21C05DBF710}"/>
                    </a:ext>
                  </a:extLst>
                </p:cNvPr>
                <p:cNvPicPr/>
                <p:nvPr/>
              </p:nvPicPr>
              <p:blipFill>
                <a:blip r:embed="rId13"/>
                <a:stretch>
                  <a:fillRect/>
                </a:stretch>
              </p:blipFill>
              <p:spPr>
                <a:xfrm>
                  <a:off x="1398880" y="2734052"/>
                  <a:ext cx="31392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1FE8A120-CF4F-DB49-F4B4-87ED09CE0077}"/>
                    </a:ext>
                  </a:extLst>
                </p14:cNvPr>
                <p14:cNvContentPartPr/>
                <p14:nvPr/>
              </p14:nvContentPartPr>
              <p14:xfrm>
                <a:off x="1815400" y="2704172"/>
                <a:ext cx="360" cy="272880"/>
              </p14:xfrm>
            </p:contentPart>
          </mc:Choice>
          <mc:Fallback>
            <p:pic>
              <p:nvPicPr>
                <p:cNvPr id="8" name="Ink 7">
                  <a:extLst>
                    <a:ext uri="{FF2B5EF4-FFF2-40B4-BE49-F238E27FC236}">
                      <a16:creationId xmlns:a16="http://schemas.microsoft.com/office/drawing/2014/main" id="{1FE8A120-CF4F-DB49-F4B4-87ED09CE0077}"/>
                    </a:ext>
                  </a:extLst>
                </p:cNvPr>
                <p:cNvPicPr/>
                <p:nvPr/>
              </p:nvPicPr>
              <p:blipFill>
                <a:blip r:embed="rId15"/>
                <a:stretch>
                  <a:fillRect/>
                </a:stretch>
              </p:blipFill>
              <p:spPr>
                <a:xfrm>
                  <a:off x="1806400" y="2695172"/>
                  <a:ext cx="18000" cy="2905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3958FFF2-1711-DCA9-CA1F-70A7A0ECB31C}"/>
                    </a:ext>
                  </a:extLst>
                </p14:cNvPr>
                <p14:cNvContentPartPr/>
                <p14:nvPr/>
              </p14:nvContentPartPr>
              <p14:xfrm>
                <a:off x="1922680" y="2802092"/>
                <a:ext cx="49320" cy="147600"/>
              </p14:xfrm>
            </p:contentPart>
          </mc:Choice>
          <mc:Fallback>
            <p:pic>
              <p:nvPicPr>
                <p:cNvPr id="9" name="Ink 8">
                  <a:extLst>
                    <a:ext uri="{FF2B5EF4-FFF2-40B4-BE49-F238E27FC236}">
                      <a16:creationId xmlns:a16="http://schemas.microsoft.com/office/drawing/2014/main" id="{3958FFF2-1711-DCA9-CA1F-70A7A0ECB31C}"/>
                    </a:ext>
                  </a:extLst>
                </p:cNvPr>
                <p:cNvPicPr/>
                <p:nvPr/>
              </p:nvPicPr>
              <p:blipFill>
                <a:blip r:embed="rId17"/>
                <a:stretch>
                  <a:fillRect/>
                </a:stretch>
              </p:blipFill>
              <p:spPr>
                <a:xfrm>
                  <a:off x="1914040" y="2793092"/>
                  <a:ext cx="66960" cy="1652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k 9">
                  <a:extLst>
                    <a:ext uri="{FF2B5EF4-FFF2-40B4-BE49-F238E27FC236}">
                      <a16:creationId xmlns:a16="http://schemas.microsoft.com/office/drawing/2014/main" id="{80673B2F-B05B-C390-8114-990E2F8820FF}"/>
                    </a:ext>
                  </a:extLst>
                </p14:cNvPr>
                <p14:cNvContentPartPr/>
                <p14:nvPr/>
              </p14:nvContentPartPr>
              <p14:xfrm>
                <a:off x="2060560" y="2734052"/>
                <a:ext cx="31320" cy="42120"/>
              </p14:xfrm>
            </p:contentPart>
          </mc:Choice>
          <mc:Fallback>
            <p:pic>
              <p:nvPicPr>
                <p:cNvPr id="10" name="Ink 9">
                  <a:extLst>
                    <a:ext uri="{FF2B5EF4-FFF2-40B4-BE49-F238E27FC236}">
                      <a16:creationId xmlns:a16="http://schemas.microsoft.com/office/drawing/2014/main" id="{80673B2F-B05B-C390-8114-990E2F8820FF}"/>
                    </a:ext>
                  </a:extLst>
                </p:cNvPr>
                <p:cNvPicPr/>
                <p:nvPr/>
              </p:nvPicPr>
              <p:blipFill>
                <a:blip r:embed="rId19"/>
                <a:stretch>
                  <a:fillRect/>
                </a:stretch>
              </p:blipFill>
              <p:spPr>
                <a:xfrm>
                  <a:off x="2051920" y="2725412"/>
                  <a:ext cx="48960" cy="597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k 10">
                  <a:extLst>
                    <a:ext uri="{FF2B5EF4-FFF2-40B4-BE49-F238E27FC236}">
                      <a16:creationId xmlns:a16="http://schemas.microsoft.com/office/drawing/2014/main" id="{AE6D1031-BF10-579B-9810-5B71AC3ECC02}"/>
                    </a:ext>
                  </a:extLst>
                </p14:cNvPr>
                <p14:cNvContentPartPr/>
                <p14:nvPr/>
              </p14:nvContentPartPr>
              <p14:xfrm>
                <a:off x="2206360" y="2810372"/>
                <a:ext cx="57960" cy="186480"/>
              </p14:xfrm>
            </p:contentPart>
          </mc:Choice>
          <mc:Fallback>
            <p:pic>
              <p:nvPicPr>
                <p:cNvPr id="11" name="Ink 10">
                  <a:extLst>
                    <a:ext uri="{FF2B5EF4-FFF2-40B4-BE49-F238E27FC236}">
                      <a16:creationId xmlns:a16="http://schemas.microsoft.com/office/drawing/2014/main" id="{AE6D1031-BF10-579B-9810-5B71AC3ECC02}"/>
                    </a:ext>
                  </a:extLst>
                </p:cNvPr>
                <p:cNvPicPr/>
                <p:nvPr/>
              </p:nvPicPr>
              <p:blipFill>
                <a:blip r:embed="rId21"/>
                <a:stretch>
                  <a:fillRect/>
                </a:stretch>
              </p:blipFill>
              <p:spPr>
                <a:xfrm>
                  <a:off x="2197720" y="2801372"/>
                  <a:ext cx="75600" cy="2041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2" name="Ink 11">
                  <a:extLst>
                    <a:ext uri="{FF2B5EF4-FFF2-40B4-BE49-F238E27FC236}">
                      <a16:creationId xmlns:a16="http://schemas.microsoft.com/office/drawing/2014/main" id="{FE72EB8C-D050-96EA-695A-C07071516AE3}"/>
                    </a:ext>
                  </a:extLst>
                </p14:cNvPr>
                <p14:cNvContentPartPr/>
                <p14:nvPr/>
              </p14:nvContentPartPr>
              <p14:xfrm>
                <a:off x="2373400" y="2823332"/>
                <a:ext cx="131760" cy="128880"/>
              </p14:xfrm>
            </p:contentPart>
          </mc:Choice>
          <mc:Fallback>
            <p:pic>
              <p:nvPicPr>
                <p:cNvPr id="12" name="Ink 11">
                  <a:extLst>
                    <a:ext uri="{FF2B5EF4-FFF2-40B4-BE49-F238E27FC236}">
                      <a16:creationId xmlns:a16="http://schemas.microsoft.com/office/drawing/2014/main" id="{FE72EB8C-D050-96EA-695A-C07071516AE3}"/>
                    </a:ext>
                  </a:extLst>
                </p:cNvPr>
                <p:cNvPicPr/>
                <p:nvPr/>
              </p:nvPicPr>
              <p:blipFill>
                <a:blip r:embed="rId23"/>
                <a:stretch>
                  <a:fillRect/>
                </a:stretch>
              </p:blipFill>
              <p:spPr>
                <a:xfrm>
                  <a:off x="2364760" y="2814332"/>
                  <a:ext cx="149400" cy="1465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3" name="Ink 12">
                  <a:extLst>
                    <a:ext uri="{FF2B5EF4-FFF2-40B4-BE49-F238E27FC236}">
                      <a16:creationId xmlns:a16="http://schemas.microsoft.com/office/drawing/2014/main" id="{F3AB6EC6-1284-43BC-E68E-9C96E08D4CEB}"/>
                    </a:ext>
                  </a:extLst>
                </p14:cNvPr>
                <p14:cNvContentPartPr/>
                <p14:nvPr/>
              </p14:nvContentPartPr>
              <p14:xfrm>
                <a:off x="2585080" y="2705252"/>
                <a:ext cx="13680" cy="163440"/>
              </p14:xfrm>
            </p:contentPart>
          </mc:Choice>
          <mc:Fallback>
            <p:pic>
              <p:nvPicPr>
                <p:cNvPr id="13" name="Ink 12">
                  <a:extLst>
                    <a:ext uri="{FF2B5EF4-FFF2-40B4-BE49-F238E27FC236}">
                      <a16:creationId xmlns:a16="http://schemas.microsoft.com/office/drawing/2014/main" id="{F3AB6EC6-1284-43BC-E68E-9C96E08D4CEB}"/>
                    </a:ext>
                  </a:extLst>
                </p:cNvPr>
                <p:cNvPicPr/>
                <p:nvPr/>
              </p:nvPicPr>
              <p:blipFill>
                <a:blip r:embed="rId25"/>
                <a:stretch>
                  <a:fillRect/>
                </a:stretch>
              </p:blipFill>
              <p:spPr>
                <a:xfrm>
                  <a:off x="2576440" y="2696612"/>
                  <a:ext cx="3132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4" name="Ink 13">
                  <a:extLst>
                    <a:ext uri="{FF2B5EF4-FFF2-40B4-BE49-F238E27FC236}">
                      <a16:creationId xmlns:a16="http://schemas.microsoft.com/office/drawing/2014/main" id="{968198B1-CE87-C09A-581B-B4D4AD719342}"/>
                    </a:ext>
                  </a:extLst>
                </p14:cNvPr>
                <p14:cNvContentPartPr/>
                <p14:nvPr/>
              </p14:nvContentPartPr>
              <p14:xfrm>
                <a:off x="2585080" y="2773292"/>
                <a:ext cx="74160" cy="114840"/>
              </p14:xfrm>
            </p:contentPart>
          </mc:Choice>
          <mc:Fallback>
            <p:pic>
              <p:nvPicPr>
                <p:cNvPr id="14" name="Ink 13">
                  <a:extLst>
                    <a:ext uri="{FF2B5EF4-FFF2-40B4-BE49-F238E27FC236}">
                      <a16:creationId xmlns:a16="http://schemas.microsoft.com/office/drawing/2014/main" id="{968198B1-CE87-C09A-581B-B4D4AD719342}"/>
                    </a:ext>
                  </a:extLst>
                </p:cNvPr>
                <p:cNvPicPr/>
                <p:nvPr/>
              </p:nvPicPr>
              <p:blipFill>
                <a:blip r:embed="rId27"/>
                <a:stretch>
                  <a:fillRect/>
                </a:stretch>
              </p:blipFill>
              <p:spPr>
                <a:xfrm>
                  <a:off x="2576440" y="2764652"/>
                  <a:ext cx="9180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5" name="Ink 14">
                  <a:extLst>
                    <a:ext uri="{FF2B5EF4-FFF2-40B4-BE49-F238E27FC236}">
                      <a16:creationId xmlns:a16="http://schemas.microsoft.com/office/drawing/2014/main" id="{FC05BF14-4F63-EFC1-28D5-C5C2D3111163}"/>
                    </a:ext>
                  </a:extLst>
                </p14:cNvPr>
                <p14:cNvContentPartPr/>
                <p14:nvPr/>
              </p14:nvContentPartPr>
              <p14:xfrm>
                <a:off x="8335720" y="2380892"/>
                <a:ext cx="91440" cy="1153800"/>
              </p14:xfrm>
            </p:contentPart>
          </mc:Choice>
          <mc:Fallback>
            <p:pic>
              <p:nvPicPr>
                <p:cNvPr id="15" name="Ink 14">
                  <a:extLst>
                    <a:ext uri="{FF2B5EF4-FFF2-40B4-BE49-F238E27FC236}">
                      <a16:creationId xmlns:a16="http://schemas.microsoft.com/office/drawing/2014/main" id="{FC05BF14-4F63-EFC1-28D5-C5C2D3111163}"/>
                    </a:ext>
                  </a:extLst>
                </p:cNvPr>
                <p:cNvPicPr/>
                <p:nvPr/>
              </p:nvPicPr>
              <p:blipFill>
                <a:blip r:embed="rId29"/>
                <a:stretch>
                  <a:fillRect/>
                </a:stretch>
              </p:blipFill>
              <p:spPr>
                <a:xfrm>
                  <a:off x="8326720" y="2371892"/>
                  <a:ext cx="109080" cy="11714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6" name="Ink 15">
                  <a:extLst>
                    <a:ext uri="{FF2B5EF4-FFF2-40B4-BE49-F238E27FC236}">
                      <a16:creationId xmlns:a16="http://schemas.microsoft.com/office/drawing/2014/main" id="{3085A57C-59C0-1D38-D333-5286EDCBF32B}"/>
                    </a:ext>
                  </a:extLst>
                </p14:cNvPr>
                <p14:cNvContentPartPr/>
                <p14:nvPr/>
              </p14:nvContentPartPr>
              <p14:xfrm>
                <a:off x="7700320" y="3638012"/>
                <a:ext cx="3856320" cy="226080"/>
              </p14:xfrm>
            </p:contentPart>
          </mc:Choice>
          <mc:Fallback>
            <p:pic>
              <p:nvPicPr>
                <p:cNvPr id="16" name="Ink 15">
                  <a:extLst>
                    <a:ext uri="{FF2B5EF4-FFF2-40B4-BE49-F238E27FC236}">
                      <a16:creationId xmlns:a16="http://schemas.microsoft.com/office/drawing/2014/main" id="{3085A57C-59C0-1D38-D333-5286EDCBF32B}"/>
                    </a:ext>
                  </a:extLst>
                </p:cNvPr>
                <p:cNvPicPr/>
                <p:nvPr/>
              </p:nvPicPr>
              <p:blipFill>
                <a:blip r:embed="rId31"/>
                <a:stretch>
                  <a:fillRect/>
                </a:stretch>
              </p:blipFill>
              <p:spPr>
                <a:xfrm>
                  <a:off x="7691320" y="3629012"/>
                  <a:ext cx="3873960" cy="2437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7" name="Ink 16">
                  <a:extLst>
                    <a:ext uri="{FF2B5EF4-FFF2-40B4-BE49-F238E27FC236}">
                      <a16:creationId xmlns:a16="http://schemas.microsoft.com/office/drawing/2014/main" id="{D673B87A-FF29-E614-9909-0AD47D1EDBD8}"/>
                    </a:ext>
                  </a:extLst>
                </p14:cNvPr>
                <p14:cNvContentPartPr/>
                <p14:nvPr/>
              </p14:nvContentPartPr>
              <p14:xfrm>
                <a:off x="8169040" y="2329052"/>
                <a:ext cx="2714040" cy="1740600"/>
              </p14:xfrm>
            </p:contentPart>
          </mc:Choice>
          <mc:Fallback>
            <p:pic>
              <p:nvPicPr>
                <p:cNvPr id="17" name="Ink 16">
                  <a:extLst>
                    <a:ext uri="{FF2B5EF4-FFF2-40B4-BE49-F238E27FC236}">
                      <a16:creationId xmlns:a16="http://schemas.microsoft.com/office/drawing/2014/main" id="{D673B87A-FF29-E614-9909-0AD47D1EDBD8}"/>
                    </a:ext>
                  </a:extLst>
                </p:cNvPr>
                <p:cNvPicPr/>
                <p:nvPr/>
              </p:nvPicPr>
              <p:blipFill>
                <a:blip r:embed="rId33"/>
                <a:stretch>
                  <a:fillRect/>
                </a:stretch>
              </p:blipFill>
              <p:spPr>
                <a:xfrm>
                  <a:off x="8160400" y="2320052"/>
                  <a:ext cx="2731680" cy="17582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8" name="Ink 17">
                  <a:extLst>
                    <a:ext uri="{FF2B5EF4-FFF2-40B4-BE49-F238E27FC236}">
                      <a16:creationId xmlns:a16="http://schemas.microsoft.com/office/drawing/2014/main" id="{88D19BB0-5DF2-E501-26F0-C814926E6EA0}"/>
                    </a:ext>
                  </a:extLst>
                </p14:cNvPr>
                <p14:cNvContentPartPr/>
                <p14:nvPr/>
              </p14:nvContentPartPr>
              <p14:xfrm>
                <a:off x="8735680" y="2735132"/>
                <a:ext cx="369000" cy="430200"/>
              </p14:xfrm>
            </p:contentPart>
          </mc:Choice>
          <mc:Fallback>
            <p:pic>
              <p:nvPicPr>
                <p:cNvPr id="18" name="Ink 17">
                  <a:extLst>
                    <a:ext uri="{FF2B5EF4-FFF2-40B4-BE49-F238E27FC236}">
                      <a16:creationId xmlns:a16="http://schemas.microsoft.com/office/drawing/2014/main" id="{88D19BB0-5DF2-E501-26F0-C814926E6EA0}"/>
                    </a:ext>
                  </a:extLst>
                </p:cNvPr>
                <p:cNvPicPr/>
                <p:nvPr/>
              </p:nvPicPr>
              <p:blipFill>
                <a:blip r:embed="rId35"/>
                <a:stretch>
                  <a:fillRect/>
                </a:stretch>
              </p:blipFill>
              <p:spPr>
                <a:xfrm>
                  <a:off x="8727040" y="2726132"/>
                  <a:ext cx="386640" cy="4478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9" name="Ink 18">
                  <a:extLst>
                    <a:ext uri="{FF2B5EF4-FFF2-40B4-BE49-F238E27FC236}">
                      <a16:creationId xmlns:a16="http://schemas.microsoft.com/office/drawing/2014/main" id="{262FD2AB-C89B-664A-B7FF-67ED4A357A54}"/>
                    </a:ext>
                  </a:extLst>
                </p14:cNvPr>
                <p14:cNvContentPartPr/>
                <p14:nvPr/>
              </p14:nvContentPartPr>
              <p14:xfrm>
                <a:off x="9080920" y="2993612"/>
                <a:ext cx="180360" cy="142920"/>
              </p14:xfrm>
            </p:contentPart>
          </mc:Choice>
          <mc:Fallback>
            <p:pic>
              <p:nvPicPr>
                <p:cNvPr id="19" name="Ink 18">
                  <a:extLst>
                    <a:ext uri="{FF2B5EF4-FFF2-40B4-BE49-F238E27FC236}">
                      <a16:creationId xmlns:a16="http://schemas.microsoft.com/office/drawing/2014/main" id="{262FD2AB-C89B-664A-B7FF-67ED4A357A54}"/>
                    </a:ext>
                  </a:extLst>
                </p:cNvPr>
                <p:cNvPicPr/>
                <p:nvPr/>
              </p:nvPicPr>
              <p:blipFill>
                <a:blip r:embed="rId37"/>
                <a:stretch>
                  <a:fillRect/>
                </a:stretch>
              </p:blipFill>
              <p:spPr>
                <a:xfrm>
                  <a:off x="9071920" y="2984972"/>
                  <a:ext cx="19800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0" name="Ink 19">
                  <a:extLst>
                    <a:ext uri="{FF2B5EF4-FFF2-40B4-BE49-F238E27FC236}">
                      <a16:creationId xmlns:a16="http://schemas.microsoft.com/office/drawing/2014/main" id="{39C74907-946C-96B1-38AC-3606A6CF4700}"/>
                    </a:ext>
                  </a:extLst>
                </p14:cNvPr>
                <p14:cNvContentPartPr/>
                <p14:nvPr/>
              </p14:nvContentPartPr>
              <p14:xfrm>
                <a:off x="9305200" y="2973452"/>
                <a:ext cx="132120" cy="137160"/>
              </p14:xfrm>
            </p:contentPart>
          </mc:Choice>
          <mc:Fallback>
            <p:pic>
              <p:nvPicPr>
                <p:cNvPr id="20" name="Ink 19">
                  <a:extLst>
                    <a:ext uri="{FF2B5EF4-FFF2-40B4-BE49-F238E27FC236}">
                      <a16:creationId xmlns:a16="http://schemas.microsoft.com/office/drawing/2014/main" id="{39C74907-946C-96B1-38AC-3606A6CF4700}"/>
                    </a:ext>
                  </a:extLst>
                </p:cNvPr>
                <p:cNvPicPr/>
                <p:nvPr/>
              </p:nvPicPr>
              <p:blipFill>
                <a:blip r:embed="rId39"/>
                <a:stretch>
                  <a:fillRect/>
                </a:stretch>
              </p:blipFill>
              <p:spPr>
                <a:xfrm>
                  <a:off x="9296200" y="2964812"/>
                  <a:ext cx="149760" cy="1548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1" name="Ink 20">
                  <a:extLst>
                    <a:ext uri="{FF2B5EF4-FFF2-40B4-BE49-F238E27FC236}">
                      <a16:creationId xmlns:a16="http://schemas.microsoft.com/office/drawing/2014/main" id="{45DA1B16-51AE-7617-3D44-71BDC41FCD42}"/>
                    </a:ext>
                  </a:extLst>
                </p14:cNvPr>
                <p14:cNvContentPartPr/>
                <p14:nvPr/>
              </p14:nvContentPartPr>
              <p14:xfrm>
                <a:off x="9491680" y="2961572"/>
                <a:ext cx="118440" cy="141480"/>
              </p14:xfrm>
            </p:contentPart>
          </mc:Choice>
          <mc:Fallback>
            <p:pic>
              <p:nvPicPr>
                <p:cNvPr id="21" name="Ink 20">
                  <a:extLst>
                    <a:ext uri="{FF2B5EF4-FFF2-40B4-BE49-F238E27FC236}">
                      <a16:creationId xmlns:a16="http://schemas.microsoft.com/office/drawing/2014/main" id="{45DA1B16-51AE-7617-3D44-71BDC41FCD42}"/>
                    </a:ext>
                  </a:extLst>
                </p:cNvPr>
                <p:cNvPicPr/>
                <p:nvPr/>
              </p:nvPicPr>
              <p:blipFill>
                <a:blip r:embed="rId41"/>
                <a:stretch>
                  <a:fillRect/>
                </a:stretch>
              </p:blipFill>
              <p:spPr>
                <a:xfrm>
                  <a:off x="9483040" y="2952932"/>
                  <a:ext cx="13608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2" name="Ink 21">
                  <a:extLst>
                    <a:ext uri="{FF2B5EF4-FFF2-40B4-BE49-F238E27FC236}">
                      <a16:creationId xmlns:a16="http://schemas.microsoft.com/office/drawing/2014/main" id="{47CEAC48-7CAC-3F34-8077-76DBDCAC478C}"/>
                    </a:ext>
                  </a:extLst>
                </p14:cNvPr>
                <p14:cNvContentPartPr/>
                <p14:nvPr/>
              </p14:nvContentPartPr>
              <p14:xfrm>
                <a:off x="9689320" y="2969492"/>
                <a:ext cx="86040" cy="111600"/>
              </p14:xfrm>
            </p:contentPart>
          </mc:Choice>
          <mc:Fallback>
            <p:pic>
              <p:nvPicPr>
                <p:cNvPr id="22" name="Ink 21">
                  <a:extLst>
                    <a:ext uri="{FF2B5EF4-FFF2-40B4-BE49-F238E27FC236}">
                      <a16:creationId xmlns:a16="http://schemas.microsoft.com/office/drawing/2014/main" id="{47CEAC48-7CAC-3F34-8077-76DBDCAC478C}"/>
                    </a:ext>
                  </a:extLst>
                </p:cNvPr>
                <p:cNvPicPr/>
                <p:nvPr/>
              </p:nvPicPr>
              <p:blipFill>
                <a:blip r:embed="rId43"/>
                <a:stretch>
                  <a:fillRect/>
                </a:stretch>
              </p:blipFill>
              <p:spPr>
                <a:xfrm>
                  <a:off x="9680320" y="2960492"/>
                  <a:ext cx="10368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3" name="Ink 22">
                  <a:extLst>
                    <a:ext uri="{FF2B5EF4-FFF2-40B4-BE49-F238E27FC236}">
                      <a16:creationId xmlns:a16="http://schemas.microsoft.com/office/drawing/2014/main" id="{3D00A881-2CE3-16AC-ACDD-A3C2B232FDA3}"/>
                    </a:ext>
                  </a:extLst>
                </p14:cNvPr>
                <p14:cNvContentPartPr/>
                <p14:nvPr/>
              </p14:nvContentPartPr>
              <p14:xfrm>
                <a:off x="9863920" y="2844572"/>
                <a:ext cx="205560" cy="194400"/>
              </p14:xfrm>
            </p:contentPart>
          </mc:Choice>
          <mc:Fallback>
            <p:pic>
              <p:nvPicPr>
                <p:cNvPr id="23" name="Ink 22">
                  <a:extLst>
                    <a:ext uri="{FF2B5EF4-FFF2-40B4-BE49-F238E27FC236}">
                      <a16:creationId xmlns:a16="http://schemas.microsoft.com/office/drawing/2014/main" id="{3D00A881-2CE3-16AC-ACDD-A3C2B232FDA3}"/>
                    </a:ext>
                  </a:extLst>
                </p:cNvPr>
                <p:cNvPicPr/>
                <p:nvPr/>
              </p:nvPicPr>
              <p:blipFill>
                <a:blip r:embed="rId45"/>
                <a:stretch>
                  <a:fillRect/>
                </a:stretch>
              </p:blipFill>
              <p:spPr>
                <a:xfrm>
                  <a:off x="9854920" y="2835932"/>
                  <a:ext cx="223200" cy="21204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6" name="Ink 25">
                  <a:extLst>
                    <a:ext uri="{FF2B5EF4-FFF2-40B4-BE49-F238E27FC236}">
                      <a16:creationId xmlns:a16="http://schemas.microsoft.com/office/drawing/2014/main" id="{FAB76753-9F1E-F332-4C7C-FC47D57267F1}"/>
                    </a:ext>
                  </a:extLst>
                </p14:cNvPr>
                <p14:cNvContentPartPr/>
                <p14:nvPr/>
              </p14:nvContentPartPr>
              <p14:xfrm>
                <a:off x="3315520" y="2606252"/>
                <a:ext cx="6001200" cy="312120"/>
              </p14:xfrm>
            </p:contentPart>
          </mc:Choice>
          <mc:Fallback>
            <p:pic>
              <p:nvPicPr>
                <p:cNvPr id="26" name="Ink 25">
                  <a:extLst>
                    <a:ext uri="{FF2B5EF4-FFF2-40B4-BE49-F238E27FC236}">
                      <a16:creationId xmlns:a16="http://schemas.microsoft.com/office/drawing/2014/main" id="{FAB76753-9F1E-F332-4C7C-FC47D57267F1}"/>
                    </a:ext>
                  </a:extLst>
                </p:cNvPr>
                <p:cNvPicPr/>
                <p:nvPr/>
              </p:nvPicPr>
              <p:blipFill>
                <a:blip r:embed="rId47"/>
                <a:stretch>
                  <a:fillRect/>
                </a:stretch>
              </p:blipFill>
              <p:spPr>
                <a:xfrm>
                  <a:off x="3306520" y="2597612"/>
                  <a:ext cx="6018840" cy="3297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7" name="Ink 26">
                  <a:extLst>
                    <a:ext uri="{FF2B5EF4-FFF2-40B4-BE49-F238E27FC236}">
                      <a16:creationId xmlns:a16="http://schemas.microsoft.com/office/drawing/2014/main" id="{B827A663-BBFB-9A41-226F-C28EC87E6254}"/>
                    </a:ext>
                  </a:extLst>
                </p14:cNvPr>
                <p14:cNvContentPartPr/>
                <p14:nvPr/>
              </p14:nvContentPartPr>
              <p14:xfrm>
                <a:off x="8567560" y="2752412"/>
                <a:ext cx="251280" cy="250920"/>
              </p14:xfrm>
            </p:contentPart>
          </mc:Choice>
          <mc:Fallback>
            <p:pic>
              <p:nvPicPr>
                <p:cNvPr id="27" name="Ink 26">
                  <a:extLst>
                    <a:ext uri="{FF2B5EF4-FFF2-40B4-BE49-F238E27FC236}">
                      <a16:creationId xmlns:a16="http://schemas.microsoft.com/office/drawing/2014/main" id="{B827A663-BBFB-9A41-226F-C28EC87E6254}"/>
                    </a:ext>
                  </a:extLst>
                </p:cNvPr>
                <p:cNvPicPr/>
                <p:nvPr/>
              </p:nvPicPr>
              <p:blipFill>
                <a:blip r:embed="rId49"/>
                <a:stretch>
                  <a:fillRect/>
                </a:stretch>
              </p:blipFill>
              <p:spPr>
                <a:xfrm>
                  <a:off x="8558560" y="2743412"/>
                  <a:ext cx="268920" cy="26856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9" name="Ink 28">
                  <a:extLst>
                    <a:ext uri="{FF2B5EF4-FFF2-40B4-BE49-F238E27FC236}">
                      <a16:creationId xmlns:a16="http://schemas.microsoft.com/office/drawing/2014/main" id="{9BE5B068-4B95-31A9-4CE1-23130038149B}"/>
                    </a:ext>
                  </a:extLst>
                </p14:cNvPr>
                <p14:cNvContentPartPr/>
                <p14:nvPr/>
              </p14:nvContentPartPr>
              <p14:xfrm>
                <a:off x="4471840" y="2306372"/>
                <a:ext cx="49320" cy="249480"/>
              </p14:xfrm>
            </p:contentPart>
          </mc:Choice>
          <mc:Fallback>
            <p:pic>
              <p:nvPicPr>
                <p:cNvPr id="29" name="Ink 28">
                  <a:extLst>
                    <a:ext uri="{FF2B5EF4-FFF2-40B4-BE49-F238E27FC236}">
                      <a16:creationId xmlns:a16="http://schemas.microsoft.com/office/drawing/2014/main" id="{9BE5B068-4B95-31A9-4CE1-23130038149B}"/>
                    </a:ext>
                  </a:extLst>
                </p:cNvPr>
                <p:cNvPicPr/>
                <p:nvPr/>
              </p:nvPicPr>
              <p:blipFill>
                <a:blip r:embed="rId51"/>
                <a:stretch>
                  <a:fillRect/>
                </a:stretch>
              </p:blipFill>
              <p:spPr>
                <a:xfrm>
                  <a:off x="4462840" y="2297372"/>
                  <a:ext cx="66960" cy="26712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0" name="Ink 29">
                  <a:extLst>
                    <a:ext uri="{FF2B5EF4-FFF2-40B4-BE49-F238E27FC236}">
                      <a16:creationId xmlns:a16="http://schemas.microsoft.com/office/drawing/2014/main" id="{C2A25742-D2C6-05B5-AC58-4539B474A83C}"/>
                    </a:ext>
                  </a:extLst>
                </p14:cNvPr>
                <p14:cNvContentPartPr/>
                <p14:nvPr/>
              </p14:nvContentPartPr>
              <p14:xfrm>
                <a:off x="4427200" y="2064092"/>
                <a:ext cx="201240" cy="497160"/>
              </p14:xfrm>
            </p:contentPart>
          </mc:Choice>
          <mc:Fallback>
            <p:pic>
              <p:nvPicPr>
                <p:cNvPr id="30" name="Ink 29">
                  <a:extLst>
                    <a:ext uri="{FF2B5EF4-FFF2-40B4-BE49-F238E27FC236}">
                      <a16:creationId xmlns:a16="http://schemas.microsoft.com/office/drawing/2014/main" id="{C2A25742-D2C6-05B5-AC58-4539B474A83C}"/>
                    </a:ext>
                  </a:extLst>
                </p:cNvPr>
                <p:cNvPicPr/>
                <p:nvPr/>
              </p:nvPicPr>
              <p:blipFill>
                <a:blip r:embed="rId53"/>
                <a:stretch>
                  <a:fillRect/>
                </a:stretch>
              </p:blipFill>
              <p:spPr>
                <a:xfrm>
                  <a:off x="4418200" y="2055092"/>
                  <a:ext cx="218880" cy="51480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1" name="Ink 30">
                  <a:extLst>
                    <a:ext uri="{FF2B5EF4-FFF2-40B4-BE49-F238E27FC236}">
                      <a16:creationId xmlns:a16="http://schemas.microsoft.com/office/drawing/2014/main" id="{1A111BCD-1A2D-625A-03ED-B4ECD4C74CD5}"/>
                    </a:ext>
                  </a:extLst>
                </p14:cNvPr>
                <p14:cNvContentPartPr/>
                <p14:nvPr/>
              </p14:nvContentPartPr>
              <p14:xfrm>
                <a:off x="4657240" y="2346692"/>
                <a:ext cx="119160" cy="216720"/>
              </p14:xfrm>
            </p:contentPart>
          </mc:Choice>
          <mc:Fallback>
            <p:pic>
              <p:nvPicPr>
                <p:cNvPr id="31" name="Ink 30">
                  <a:extLst>
                    <a:ext uri="{FF2B5EF4-FFF2-40B4-BE49-F238E27FC236}">
                      <a16:creationId xmlns:a16="http://schemas.microsoft.com/office/drawing/2014/main" id="{1A111BCD-1A2D-625A-03ED-B4ECD4C74CD5}"/>
                    </a:ext>
                  </a:extLst>
                </p:cNvPr>
                <p:cNvPicPr/>
                <p:nvPr/>
              </p:nvPicPr>
              <p:blipFill>
                <a:blip r:embed="rId55"/>
                <a:stretch>
                  <a:fillRect/>
                </a:stretch>
              </p:blipFill>
              <p:spPr>
                <a:xfrm>
                  <a:off x="4648240" y="2337692"/>
                  <a:ext cx="136800" cy="2343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2" name="Ink 31">
                  <a:extLst>
                    <a:ext uri="{FF2B5EF4-FFF2-40B4-BE49-F238E27FC236}">
                      <a16:creationId xmlns:a16="http://schemas.microsoft.com/office/drawing/2014/main" id="{45A1705C-E35A-0D36-BAB7-42CD9CE3B2F1}"/>
                    </a:ext>
                  </a:extLst>
                </p14:cNvPr>
                <p14:cNvContentPartPr/>
                <p14:nvPr/>
              </p14:nvContentPartPr>
              <p14:xfrm>
                <a:off x="4829680" y="2360732"/>
                <a:ext cx="97920" cy="347400"/>
              </p14:xfrm>
            </p:contentPart>
          </mc:Choice>
          <mc:Fallback>
            <p:pic>
              <p:nvPicPr>
                <p:cNvPr id="32" name="Ink 31">
                  <a:extLst>
                    <a:ext uri="{FF2B5EF4-FFF2-40B4-BE49-F238E27FC236}">
                      <a16:creationId xmlns:a16="http://schemas.microsoft.com/office/drawing/2014/main" id="{45A1705C-E35A-0D36-BAB7-42CD9CE3B2F1}"/>
                    </a:ext>
                  </a:extLst>
                </p:cNvPr>
                <p:cNvPicPr/>
                <p:nvPr/>
              </p:nvPicPr>
              <p:blipFill>
                <a:blip r:embed="rId57"/>
                <a:stretch>
                  <a:fillRect/>
                </a:stretch>
              </p:blipFill>
              <p:spPr>
                <a:xfrm>
                  <a:off x="4821040" y="2352092"/>
                  <a:ext cx="115560" cy="3650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3" name="Ink 32">
                  <a:extLst>
                    <a:ext uri="{FF2B5EF4-FFF2-40B4-BE49-F238E27FC236}">
                      <a16:creationId xmlns:a16="http://schemas.microsoft.com/office/drawing/2014/main" id="{15DFFF5B-38BE-7991-3474-A57982E1BDB6}"/>
                    </a:ext>
                  </a:extLst>
                </p14:cNvPr>
                <p14:cNvContentPartPr/>
                <p14:nvPr/>
              </p14:nvContentPartPr>
              <p14:xfrm>
                <a:off x="5051800" y="2377292"/>
                <a:ext cx="76320" cy="168120"/>
              </p14:xfrm>
            </p:contentPart>
          </mc:Choice>
          <mc:Fallback>
            <p:pic>
              <p:nvPicPr>
                <p:cNvPr id="33" name="Ink 32">
                  <a:extLst>
                    <a:ext uri="{FF2B5EF4-FFF2-40B4-BE49-F238E27FC236}">
                      <a16:creationId xmlns:a16="http://schemas.microsoft.com/office/drawing/2014/main" id="{15DFFF5B-38BE-7991-3474-A57982E1BDB6}"/>
                    </a:ext>
                  </a:extLst>
                </p:cNvPr>
                <p:cNvPicPr/>
                <p:nvPr/>
              </p:nvPicPr>
              <p:blipFill>
                <a:blip r:embed="rId59"/>
                <a:stretch>
                  <a:fillRect/>
                </a:stretch>
              </p:blipFill>
              <p:spPr>
                <a:xfrm>
                  <a:off x="5042800" y="2368292"/>
                  <a:ext cx="9396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4" name="Ink 33">
                  <a:extLst>
                    <a:ext uri="{FF2B5EF4-FFF2-40B4-BE49-F238E27FC236}">
                      <a16:creationId xmlns:a16="http://schemas.microsoft.com/office/drawing/2014/main" id="{1654D525-EA35-19C9-BA68-1AD49745F10B}"/>
                    </a:ext>
                  </a:extLst>
                </p14:cNvPr>
                <p14:cNvContentPartPr/>
                <p14:nvPr/>
              </p14:nvContentPartPr>
              <p14:xfrm>
                <a:off x="5196520" y="2396372"/>
                <a:ext cx="86760" cy="171720"/>
              </p14:xfrm>
            </p:contentPart>
          </mc:Choice>
          <mc:Fallback>
            <p:pic>
              <p:nvPicPr>
                <p:cNvPr id="34" name="Ink 33">
                  <a:extLst>
                    <a:ext uri="{FF2B5EF4-FFF2-40B4-BE49-F238E27FC236}">
                      <a16:creationId xmlns:a16="http://schemas.microsoft.com/office/drawing/2014/main" id="{1654D525-EA35-19C9-BA68-1AD49745F10B}"/>
                    </a:ext>
                  </a:extLst>
                </p:cNvPr>
                <p:cNvPicPr/>
                <p:nvPr/>
              </p:nvPicPr>
              <p:blipFill>
                <a:blip r:embed="rId61"/>
                <a:stretch>
                  <a:fillRect/>
                </a:stretch>
              </p:blipFill>
              <p:spPr>
                <a:xfrm>
                  <a:off x="5187880" y="2387372"/>
                  <a:ext cx="104400" cy="18936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5" name="Ink 34">
                  <a:extLst>
                    <a:ext uri="{FF2B5EF4-FFF2-40B4-BE49-F238E27FC236}">
                      <a16:creationId xmlns:a16="http://schemas.microsoft.com/office/drawing/2014/main" id="{41DEF01A-381C-BB99-DFD0-6FB958A776FE}"/>
                    </a:ext>
                  </a:extLst>
                </p14:cNvPr>
                <p14:cNvContentPartPr/>
                <p14:nvPr/>
              </p14:nvContentPartPr>
              <p14:xfrm>
                <a:off x="5386600" y="2383772"/>
                <a:ext cx="19080" cy="170280"/>
              </p14:xfrm>
            </p:contentPart>
          </mc:Choice>
          <mc:Fallback>
            <p:pic>
              <p:nvPicPr>
                <p:cNvPr id="35" name="Ink 34">
                  <a:extLst>
                    <a:ext uri="{FF2B5EF4-FFF2-40B4-BE49-F238E27FC236}">
                      <a16:creationId xmlns:a16="http://schemas.microsoft.com/office/drawing/2014/main" id="{41DEF01A-381C-BB99-DFD0-6FB958A776FE}"/>
                    </a:ext>
                  </a:extLst>
                </p:cNvPr>
                <p:cNvPicPr/>
                <p:nvPr/>
              </p:nvPicPr>
              <p:blipFill>
                <a:blip r:embed="rId63"/>
                <a:stretch>
                  <a:fillRect/>
                </a:stretch>
              </p:blipFill>
              <p:spPr>
                <a:xfrm>
                  <a:off x="5377960" y="2375132"/>
                  <a:ext cx="3672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6" name="Ink 35">
                  <a:extLst>
                    <a:ext uri="{FF2B5EF4-FFF2-40B4-BE49-F238E27FC236}">
                      <a16:creationId xmlns:a16="http://schemas.microsoft.com/office/drawing/2014/main" id="{AA41EBE5-76CF-EC81-04DD-571119FBF368}"/>
                    </a:ext>
                  </a:extLst>
                </p14:cNvPr>
                <p14:cNvContentPartPr/>
                <p14:nvPr/>
              </p14:nvContentPartPr>
              <p14:xfrm>
                <a:off x="5494240" y="2238332"/>
                <a:ext cx="90000" cy="315720"/>
              </p14:xfrm>
            </p:contentPart>
          </mc:Choice>
          <mc:Fallback>
            <p:pic>
              <p:nvPicPr>
                <p:cNvPr id="36" name="Ink 35">
                  <a:extLst>
                    <a:ext uri="{FF2B5EF4-FFF2-40B4-BE49-F238E27FC236}">
                      <a16:creationId xmlns:a16="http://schemas.microsoft.com/office/drawing/2014/main" id="{AA41EBE5-76CF-EC81-04DD-571119FBF368}"/>
                    </a:ext>
                  </a:extLst>
                </p:cNvPr>
                <p:cNvPicPr/>
                <p:nvPr/>
              </p:nvPicPr>
              <p:blipFill>
                <a:blip r:embed="rId65"/>
                <a:stretch>
                  <a:fillRect/>
                </a:stretch>
              </p:blipFill>
              <p:spPr>
                <a:xfrm>
                  <a:off x="5485600" y="2229692"/>
                  <a:ext cx="107640" cy="33336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8" name="Ink 37">
                  <a:extLst>
                    <a:ext uri="{FF2B5EF4-FFF2-40B4-BE49-F238E27FC236}">
                      <a16:creationId xmlns:a16="http://schemas.microsoft.com/office/drawing/2014/main" id="{ECF3A40A-BBD0-A890-C590-C9091155775A}"/>
                    </a:ext>
                  </a:extLst>
                </p14:cNvPr>
                <p14:cNvContentPartPr/>
                <p14:nvPr/>
              </p14:nvContentPartPr>
              <p14:xfrm>
                <a:off x="9433360" y="3976772"/>
                <a:ext cx="189360" cy="250920"/>
              </p14:xfrm>
            </p:contentPart>
          </mc:Choice>
          <mc:Fallback>
            <p:pic>
              <p:nvPicPr>
                <p:cNvPr id="38" name="Ink 37">
                  <a:extLst>
                    <a:ext uri="{FF2B5EF4-FFF2-40B4-BE49-F238E27FC236}">
                      <a16:creationId xmlns:a16="http://schemas.microsoft.com/office/drawing/2014/main" id="{ECF3A40A-BBD0-A890-C590-C9091155775A}"/>
                    </a:ext>
                  </a:extLst>
                </p:cNvPr>
                <p:cNvPicPr/>
                <p:nvPr/>
              </p:nvPicPr>
              <p:blipFill>
                <a:blip r:embed="rId67"/>
                <a:stretch>
                  <a:fillRect/>
                </a:stretch>
              </p:blipFill>
              <p:spPr>
                <a:xfrm>
                  <a:off x="9424360" y="3968132"/>
                  <a:ext cx="207000" cy="2685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9" name="Ink 38">
                  <a:extLst>
                    <a:ext uri="{FF2B5EF4-FFF2-40B4-BE49-F238E27FC236}">
                      <a16:creationId xmlns:a16="http://schemas.microsoft.com/office/drawing/2014/main" id="{45981B2C-A4B9-1D8D-D600-8558F8681116}"/>
                    </a:ext>
                  </a:extLst>
                </p14:cNvPr>
                <p14:cNvContentPartPr/>
                <p14:nvPr/>
              </p14:nvContentPartPr>
              <p14:xfrm>
                <a:off x="9545320" y="4260812"/>
                <a:ext cx="138240" cy="56880"/>
              </p14:xfrm>
            </p:contentPart>
          </mc:Choice>
          <mc:Fallback>
            <p:pic>
              <p:nvPicPr>
                <p:cNvPr id="39" name="Ink 38">
                  <a:extLst>
                    <a:ext uri="{FF2B5EF4-FFF2-40B4-BE49-F238E27FC236}">
                      <a16:creationId xmlns:a16="http://schemas.microsoft.com/office/drawing/2014/main" id="{45981B2C-A4B9-1D8D-D600-8558F8681116}"/>
                    </a:ext>
                  </a:extLst>
                </p:cNvPr>
                <p:cNvPicPr/>
                <p:nvPr/>
              </p:nvPicPr>
              <p:blipFill>
                <a:blip r:embed="rId69"/>
                <a:stretch>
                  <a:fillRect/>
                </a:stretch>
              </p:blipFill>
              <p:spPr>
                <a:xfrm>
                  <a:off x="9536320" y="4252172"/>
                  <a:ext cx="15588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0" name="Ink 39">
                  <a:extLst>
                    <a:ext uri="{FF2B5EF4-FFF2-40B4-BE49-F238E27FC236}">
                      <a16:creationId xmlns:a16="http://schemas.microsoft.com/office/drawing/2014/main" id="{62900327-577C-0C5F-9CC0-E15028A81BF0}"/>
                    </a:ext>
                  </a:extLst>
                </p14:cNvPr>
                <p14:cNvContentPartPr/>
                <p14:nvPr/>
              </p14:nvContentPartPr>
              <p14:xfrm>
                <a:off x="9340840" y="4301852"/>
                <a:ext cx="145440" cy="191160"/>
              </p14:xfrm>
            </p:contentPart>
          </mc:Choice>
          <mc:Fallback>
            <p:pic>
              <p:nvPicPr>
                <p:cNvPr id="40" name="Ink 39">
                  <a:extLst>
                    <a:ext uri="{FF2B5EF4-FFF2-40B4-BE49-F238E27FC236}">
                      <a16:creationId xmlns:a16="http://schemas.microsoft.com/office/drawing/2014/main" id="{62900327-577C-0C5F-9CC0-E15028A81BF0}"/>
                    </a:ext>
                  </a:extLst>
                </p:cNvPr>
                <p:cNvPicPr/>
                <p:nvPr/>
              </p:nvPicPr>
              <p:blipFill>
                <a:blip r:embed="rId71"/>
                <a:stretch>
                  <a:fillRect/>
                </a:stretch>
              </p:blipFill>
              <p:spPr>
                <a:xfrm>
                  <a:off x="9332200" y="4293212"/>
                  <a:ext cx="16308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1" name="Ink 40">
                  <a:extLst>
                    <a:ext uri="{FF2B5EF4-FFF2-40B4-BE49-F238E27FC236}">
                      <a16:creationId xmlns:a16="http://schemas.microsoft.com/office/drawing/2014/main" id="{1B811889-DB5C-2996-F40C-15DD3602078E}"/>
                    </a:ext>
                  </a:extLst>
                </p14:cNvPr>
                <p14:cNvContentPartPr/>
                <p14:nvPr/>
              </p14:nvContentPartPr>
              <p14:xfrm>
                <a:off x="9406720" y="4334972"/>
                <a:ext cx="214560" cy="178920"/>
              </p14:xfrm>
            </p:contentPart>
          </mc:Choice>
          <mc:Fallback>
            <p:pic>
              <p:nvPicPr>
                <p:cNvPr id="41" name="Ink 40">
                  <a:extLst>
                    <a:ext uri="{FF2B5EF4-FFF2-40B4-BE49-F238E27FC236}">
                      <a16:creationId xmlns:a16="http://schemas.microsoft.com/office/drawing/2014/main" id="{1B811889-DB5C-2996-F40C-15DD3602078E}"/>
                    </a:ext>
                  </a:extLst>
                </p:cNvPr>
                <p:cNvPicPr/>
                <p:nvPr/>
              </p:nvPicPr>
              <p:blipFill>
                <a:blip r:embed="rId73"/>
                <a:stretch>
                  <a:fillRect/>
                </a:stretch>
              </p:blipFill>
              <p:spPr>
                <a:xfrm>
                  <a:off x="9397720" y="4325972"/>
                  <a:ext cx="232200" cy="1965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2" name="Ink 41">
                  <a:extLst>
                    <a:ext uri="{FF2B5EF4-FFF2-40B4-BE49-F238E27FC236}">
                      <a16:creationId xmlns:a16="http://schemas.microsoft.com/office/drawing/2014/main" id="{278299C3-5E35-79EC-13F1-A69F24931878}"/>
                    </a:ext>
                  </a:extLst>
                </p14:cNvPr>
                <p14:cNvContentPartPr/>
                <p14:nvPr/>
              </p14:nvContentPartPr>
              <p14:xfrm>
                <a:off x="3132280" y="3038972"/>
                <a:ext cx="5136840" cy="250560"/>
              </p14:xfrm>
            </p:contentPart>
          </mc:Choice>
          <mc:Fallback>
            <p:pic>
              <p:nvPicPr>
                <p:cNvPr id="42" name="Ink 41">
                  <a:extLst>
                    <a:ext uri="{FF2B5EF4-FFF2-40B4-BE49-F238E27FC236}">
                      <a16:creationId xmlns:a16="http://schemas.microsoft.com/office/drawing/2014/main" id="{278299C3-5E35-79EC-13F1-A69F24931878}"/>
                    </a:ext>
                  </a:extLst>
                </p:cNvPr>
                <p:cNvPicPr/>
                <p:nvPr/>
              </p:nvPicPr>
              <p:blipFill>
                <a:blip r:embed="rId75"/>
                <a:stretch>
                  <a:fillRect/>
                </a:stretch>
              </p:blipFill>
              <p:spPr>
                <a:xfrm>
                  <a:off x="3123640" y="3029972"/>
                  <a:ext cx="5154480" cy="2682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3" name="Ink 42">
                  <a:extLst>
                    <a:ext uri="{FF2B5EF4-FFF2-40B4-BE49-F238E27FC236}">
                      <a16:creationId xmlns:a16="http://schemas.microsoft.com/office/drawing/2014/main" id="{34F3F6CE-7656-1C93-B81A-BD88CAF1AE02}"/>
                    </a:ext>
                  </a:extLst>
                </p14:cNvPr>
                <p14:cNvContentPartPr/>
                <p14:nvPr/>
              </p14:nvContentPartPr>
              <p14:xfrm>
                <a:off x="3118960" y="2958692"/>
                <a:ext cx="75960" cy="231840"/>
              </p14:xfrm>
            </p:contentPart>
          </mc:Choice>
          <mc:Fallback>
            <p:pic>
              <p:nvPicPr>
                <p:cNvPr id="43" name="Ink 42">
                  <a:extLst>
                    <a:ext uri="{FF2B5EF4-FFF2-40B4-BE49-F238E27FC236}">
                      <a16:creationId xmlns:a16="http://schemas.microsoft.com/office/drawing/2014/main" id="{34F3F6CE-7656-1C93-B81A-BD88CAF1AE02}"/>
                    </a:ext>
                  </a:extLst>
                </p:cNvPr>
                <p:cNvPicPr/>
                <p:nvPr/>
              </p:nvPicPr>
              <p:blipFill>
                <a:blip r:embed="rId77"/>
                <a:stretch>
                  <a:fillRect/>
                </a:stretch>
              </p:blipFill>
              <p:spPr>
                <a:xfrm>
                  <a:off x="3110320" y="2949692"/>
                  <a:ext cx="93600" cy="24948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4" name="Ink 43">
                  <a:extLst>
                    <a:ext uri="{FF2B5EF4-FFF2-40B4-BE49-F238E27FC236}">
                      <a16:creationId xmlns:a16="http://schemas.microsoft.com/office/drawing/2014/main" id="{935C0161-A476-1CF1-8CC9-985A60FF9E89}"/>
                    </a:ext>
                  </a:extLst>
                </p14:cNvPr>
                <p14:cNvContentPartPr/>
                <p14:nvPr/>
              </p14:nvContentPartPr>
              <p14:xfrm>
                <a:off x="4499920" y="3455492"/>
                <a:ext cx="34560" cy="226440"/>
              </p14:xfrm>
            </p:contentPart>
          </mc:Choice>
          <mc:Fallback>
            <p:pic>
              <p:nvPicPr>
                <p:cNvPr id="44" name="Ink 43">
                  <a:extLst>
                    <a:ext uri="{FF2B5EF4-FFF2-40B4-BE49-F238E27FC236}">
                      <a16:creationId xmlns:a16="http://schemas.microsoft.com/office/drawing/2014/main" id="{935C0161-A476-1CF1-8CC9-985A60FF9E89}"/>
                    </a:ext>
                  </a:extLst>
                </p:cNvPr>
                <p:cNvPicPr/>
                <p:nvPr/>
              </p:nvPicPr>
              <p:blipFill>
                <a:blip r:embed="rId79"/>
                <a:stretch>
                  <a:fillRect/>
                </a:stretch>
              </p:blipFill>
              <p:spPr>
                <a:xfrm>
                  <a:off x="4491280" y="3446852"/>
                  <a:ext cx="52200" cy="24408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5" name="Ink 44">
                  <a:extLst>
                    <a:ext uri="{FF2B5EF4-FFF2-40B4-BE49-F238E27FC236}">
                      <a16:creationId xmlns:a16="http://schemas.microsoft.com/office/drawing/2014/main" id="{49107180-FE46-B603-E212-9808E624EBD5}"/>
                    </a:ext>
                  </a:extLst>
                </p14:cNvPr>
                <p14:cNvContentPartPr/>
                <p14:nvPr/>
              </p14:nvContentPartPr>
              <p14:xfrm>
                <a:off x="4506040" y="3249572"/>
                <a:ext cx="181440" cy="372600"/>
              </p14:xfrm>
            </p:contentPart>
          </mc:Choice>
          <mc:Fallback>
            <p:pic>
              <p:nvPicPr>
                <p:cNvPr id="45" name="Ink 44">
                  <a:extLst>
                    <a:ext uri="{FF2B5EF4-FFF2-40B4-BE49-F238E27FC236}">
                      <a16:creationId xmlns:a16="http://schemas.microsoft.com/office/drawing/2014/main" id="{49107180-FE46-B603-E212-9808E624EBD5}"/>
                    </a:ext>
                  </a:extLst>
                </p:cNvPr>
                <p:cNvPicPr/>
                <p:nvPr/>
              </p:nvPicPr>
              <p:blipFill>
                <a:blip r:embed="rId81"/>
                <a:stretch>
                  <a:fillRect/>
                </a:stretch>
              </p:blipFill>
              <p:spPr>
                <a:xfrm>
                  <a:off x="4497040" y="3240572"/>
                  <a:ext cx="199080" cy="39024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6" name="Ink 45">
                  <a:extLst>
                    <a:ext uri="{FF2B5EF4-FFF2-40B4-BE49-F238E27FC236}">
                      <a16:creationId xmlns:a16="http://schemas.microsoft.com/office/drawing/2014/main" id="{8C5D1C1F-2CE6-0BC4-48E9-BAFD86C67BFB}"/>
                    </a:ext>
                  </a:extLst>
                </p14:cNvPr>
                <p14:cNvContentPartPr/>
                <p14:nvPr/>
              </p14:nvContentPartPr>
              <p14:xfrm>
                <a:off x="4783960" y="3494372"/>
                <a:ext cx="105840" cy="133200"/>
              </p14:xfrm>
            </p:contentPart>
          </mc:Choice>
          <mc:Fallback>
            <p:pic>
              <p:nvPicPr>
                <p:cNvPr id="46" name="Ink 45">
                  <a:extLst>
                    <a:ext uri="{FF2B5EF4-FFF2-40B4-BE49-F238E27FC236}">
                      <a16:creationId xmlns:a16="http://schemas.microsoft.com/office/drawing/2014/main" id="{8C5D1C1F-2CE6-0BC4-48E9-BAFD86C67BFB}"/>
                    </a:ext>
                  </a:extLst>
                </p:cNvPr>
                <p:cNvPicPr/>
                <p:nvPr/>
              </p:nvPicPr>
              <p:blipFill>
                <a:blip r:embed="rId83"/>
                <a:stretch>
                  <a:fillRect/>
                </a:stretch>
              </p:blipFill>
              <p:spPr>
                <a:xfrm>
                  <a:off x="4774960" y="3485372"/>
                  <a:ext cx="123480" cy="1508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7" name="Ink 46">
                  <a:extLst>
                    <a:ext uri="{FF2B5EF4-FFF2-40B4-BE49-F238E27FC236}">
                      <a16:creationId xmlns:a16="http://schemas.microsoft.com/office/drawing/2014/main" id="{C2E16272-19F1-F2D3-B24C-CC7C1C4CA694}"/>
                    </a:ext>
                  </a:extLst>
                </p14:cNvPr>
                <p14:cNvContentPartPr/>
                <p14:nvPr/>
              </p14:nvContentPartPr>
              <p14:xfrm>
                <a:off x="5041360" y="3516692"/>
                <a:ext cx="53280" cy="155160"/>
              </p14:xfrm>
            </p:contentPart>
          </mc:Choice>
          <mc:Fallback>
            <p:pic>
              <p:nvPicPr>
                <p:cNvPr id="47" name="Ink 46">
                  <a:extLst>
                    <a:ext uri="{FF2B5EF4-FFF2-40B4-BE49-F238E27FC236}">
                      <a16:creationId xmlns:a16="http://schemas.microsoft.com/office/drawing/2014/main" id="{C2E16272-19F1-F2D3-B24C-CC7C1C4CA694}"/>
                    </a:ext>
                  </a:extLst>
                </p:cNvPr>
                <p:cNvPicPr/>
                <p:nvPr/>
              </p:nvPicPr>
              <p:blipFill>
                <a:blip r:embed="rId85"/>
                <a:stretch>
                  <a:fillRect/>
                </a:stretch>
              </p:blipFill>
              <p:spPr>
                <a:xfrm>
                  <a:off x="5032360" y="3507692"/>
                  <a:ext cx="7092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48" name="Ink 47">
                  <a:extLst>
                    <a:ext uri="{FF2B5EF4-FFF2-40B4-BE49-F238E27FC236}">
                      <a16:creationId xmlns:a16="http://schemas.microsoft.com/office/drawing/2014/main" id="{3A31B546-A2EB-43B9-2E36-65F528316B39}"/>
                    </a:ext>
                  </a:extLst>
                </p14:cNvPr>
                <p14:cNvContentPartPr/>
                <p14:nvPr/>
              </p14:nvContentPartPr>
              <p14:xfrm>
                <a:off x="5163760" y="3450092"/>
                <a:ext cx="104760" cy="266040"/>
              </p14:xfrm>
            </p:contentPart>
          </mc:Choice>
          <mc:Fallback>
            <p:pic>
              <p:nvPicPr>
                <p:cNvPr id="48" name="Ink 47">
                  <a:extLst>
                    <a:ext uri="{FF2B5EF4-FFF2-40B4-BE49-F238E27FC236}">
                      <a16:creationId xmlns:a16="http://schemas.microsoft.com/office/drawing/2014/main" id="{3A31B546-A2EB-43B9-2E36-65F528316B39}"/>
                    </a:ext>
                  </a:extLst>
                </p:cNvPr>
                <p:cNvPicPr/>
                <p:nvPr/>
              </p:nvPicPr>
              <p:blipFill>
                <a:blip r:embed="rId87"/>
                <a:stretch>
                  <a:fillRect/>
                </a:stretch>
              </p:blipFill>
              <p:spPr>
                <a:xfrm>
                  <a:off x="5155120" y="3441092"/>
                  <a:ext cx="122400" cy="28368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49" name="Ink 48">
                  <a:extLst>
                    <a:ext uri="{FF2B5EF4-FFF2-40B4-BE49-F238E27FC236}">
                      <a16:creationId xmlns:a16="http://schemas.microsoft.com/office/drawing/2014/main" id="{C80D6A04-531C-895F-CDAC-877DD9E0134A}"/>
                    </a:ext>
                  </a:extLst>
                </p14:cNvPr>
                <p14:cNvContentPartPr/>
                <p14:nvPr/>
              </p14:nvContentPartPr>
              <p14:xfrm>
                <a:off x="5361400" y="3516332"/>
                <a:ext cx="406800" cy="114840"/>
              </p14:xfrm>
            </p:contentPart>
          </mc:Choice>
          <mc:Fallback>
            <p:pic>
              <p:nvPicPr>
                <p:cNvPr id="49" name="Ink 48">
                  <a:extLst>
                    <a:ext uri="{FF2B5EF4-FFF2-40B4-BE49-F238E27FC236}">
                      <a16:creationId xmlns:a16="http://schemas.microsoft.com/office/drawing/2014/main" id="{C80D6A04-531C-895F-CDAC-877DD9E0134A}"/>
                    </a:ext>
                  </a:extLst>
                </p:cNvPr>
                <p:cNvPicPr/>
                <p:nvPr/>
              </p:nvPicPr>
              <p:blipFill>
                <a:blip r:embed="rId89"/>
                <a:stretch>
                  <a:fillRect/>
                </a:stretch>
              </p:blipFill>
              <p:spPr>
                <a:xfrm>
                  <a:off x="5352400" y="3507692"/>
                  <a:ext cx="42444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0" name="Ink 49">
                  <a:extLst>
                    <a:ext uri="{FF2B5EF4-FFF2-40B4-BE49-F238E27FC236}">
                      <a16:creationId xmlns:a16="http://schemas.microsoft.com/office/drawing/2014/main" id="{A067087C-5B34-E9A4-B58D-AEC3D3132EEB}"/>
                    </a:ext>
                  </a:extLst>
                </p14:cNvPr>
                <p14:cNvContentPartPr/>
                <p14:nvPr/>
              </p14:nvContentPartPr>
              <p14:xfrm>
                <a:off x="5899960" y="3488252"/>
                <a:ext cx="94320" cy="145800"/>
              </p14:xfrm>
            </p:contentPart>
          </mc:Choice>
          <mc:Fallback>
            <p:pic>
              <p:nvPicPr>
                <p:cNvPr id="50" name="Ink 49">
                  <a:extLst>
                    <a:ext uri="{FF2B5EF4-FFF2-40B4-BE49-F238E27FC236}">
                      <a16:creationId xmlns:a16="http://schemas.microsoft.com/office/drawing/2014/main" id="{A067087C-5B34-E9A4-B58D-AEC3D3132EEB}"/>
                    </a:ext>
                  </a:extLst>
                </p:cNvPr>
                <p:cNvPicPr/>
                <p:nvPr/>
              </p:nvPicPr>
              <p:blipFill>
                <a:blip r:embed="rId91"/>
                <a:stretch>
                  <a:fillRect/>
                </a:stretch>
              </p:blipFill>
              <p:spPr>
                <a:xfrm>
                  <a:off x="5891320" y="3479252"/>
                  <a:ext cx="11196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2" name="Ink 51">
                  <a:extLst>
                    <a:ext uri="{FF2B5EF4-FFF2-40B4-BE49-F238E27FC236}">
                      <a16:creationId xmlns:a16="http://schemas.microsoft.com/office/drawing/2014/main" id="{F0EC919B-B46B-8EBB-B78A-950204035F62}"/>
                    </a:ext>
                  </a:extLst>
                </p14:cNvPr>
                <p14:cNvContentPartPr/>
                <p14:nvPr/>
              </p14:nvContentPartPr>
              <p14:xfrm>
                <a:off x="9248320" y="1698692"/>
                <a:ext cx="122400" cy="248040"/>
              </p14:xfrm>
            </p:contentPart>
          </mc:Choice>
          <mc:Fallback>
            <p:pic>
              <p:nvPicPr>
                <p:cNvPr id="52" name="Ink 51">
                  <a:extLst>
                    <a:ext uri="{FF2B5EF4-FFF2-40B4-BE49-F238E27FC236}">
                      <a16:creationId xmlns:a16="http://schemas.microsoft.com/office/drawing/2014/main" id="{F0EC919B-B46B-8EBB-B78A-950204035F62}"/>
                    </a:ext>
                  </a:extLst>
                </p:cNvPr>
                <p:cNvPicPr/>
                <p:nvPr/>
              </p:nvPicPr>
              <p:blipFill>
                <a:blip r:embed="rId93"/>
                <a:stretch>
                  <a:fillRect/>
                </a:stretch>
              </p:blipFill>
              <p:spPr>
                <a:xfrm>
                  <a:off x="9239320" y="1690052"/>
                  <a:ext cx="140040"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3" name="Ink 52">
                  <a:extLst>
                    <a:ext uri="{FF2B5EF4-FFF2-40B4-BE49-F238E27FC236}">
                      <a16:creationId xmlns:a16="http://schemas.microsoft.com/office/drawing/2014/main" id="{00E68F8F-AEAA-8E26-CF39-EC1373B82FD0}"/>
                    </a:ext>
                  </a:extLst>
                </p14:cNvPr>
                <p14:cNvContentPartPr/>
                <p14:nvPr/>
              </p14:nvContentPartPr>
              <p14:xfrm>
                <a:off x="9242560" y="1700492"/>
                <a:ext cx="174240" cy="213840"/>
              </p14:xfrm>
            </p:contentPart>
          </mc:Choice>
          <mc:Fallback>
            <p:pic>
              <p:nvPicPr>
                <p:cNvPr id="53" name="Ink 52">
                  <a:extLst>
                    <a:ext uri="{FF2B5EF4-FFF2-40B4-BE49-F238E27FC236}">
                      <a16:creationId xmlns:a16="http://schemas.microsoft.com/office/drawing/2014/main" id="{00E68F8F-AEAA-8E26-CF39-EC1373B82FD0}"/>
                    </a:ext>
                  </a:extLst>
                </p:cNvPr>
                <p:cNvPicPr/>
                <p:nvPr/>
              </p:nvPicPr>
              <p:blipFill>
                <a:blip r:embed="rId95"/>
                <a:stretch>
                  <a:fillRect/>
                </a:stretch>
              </p:blipFill>
              <p:spPr>
                <a:xfrm>
                  <a:off x="9233560" y="1691492"/>
                  <a:ext cx="191880" cy="23148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4" name="Ink 53">
                  <a:extLst>
                    <a:ext uri="{FF2B5EF4-FFF2-40B4-BE49-F238E27FC236}">
                      <a16:creationId xmlns:a16="http://schemas.microsoft.com/office/drawing/2014/main" id="{FEF3A59C-C789-EF6C-9FEA-9AA1CCC75E5B}"/>
                    </a:ext>
                  </a:extLst>
                </p14:cNvPr>
                <p14:cNvContentPartPr/>
                <p14:nvPr/>
              </p14:nvContentPartPr>
              <p14:xfrm>
                <a:off x="9471520" y="1655852"/>
                <a:ext cx="211320" cy="244440"/>
              </p14:xfrm>
            </p:contentPart>
          </mc:Choice>
          <mc:Fallback>
            <p:pic>
              <p:nvPicPr>
                <p:cNvPr id="54" name="Ink 53">
                  <a:extLst>
                    <a:ext uri="{FF2B5EF4-FFF2-40B4-BE49-F238E27FC236}">
                      <a16:creationId xmlns:a16="http://schemas.microsoft.com/office/drawing/2014/main" id="{FEF3A59C-C789-EF6C-9FEA-9AA1CCC75E5B}"/>
                    </a:ext>
                  </a:extLst>
                </p:cNvPr>
                <p:cNvPicPr/>
                <p:nvPr/>
              </p:nvPicPr>
              <p:blipFill>
                <a:blip r:embed="rId97"/>
                <a:stretch>
                  <a:fillRect/>
                </a:stretch>
              </p:blipFill>
              <p:spPr>
                <a:xfrm>
                  <a:off x="9462520" y="1646852"/>
                  <a:ext cx="228960" cy="2620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5" name="Ink 54">
                  <a:extLst>
                    <a:ext uri="{FF2B5EF4-FFF2-40B4-BE49-F238E27FC236}">
                      <a16:creationId xmlns:a16="http://schemas.microsoft.com/office/drawing/2014/main" id="{631D1310-4919-9424-979B-329CEADCE66F}"/>
                    </a:ext>
                  </a:extLst>
                </p14:cNvPr>
                <p14:cNvContentPartPr/>
                <p14:nvPr/>
              </p14:nvContentPartPr>
              <p14:xfrm>
                <a:off x="9703000" y="1769972"/>
                <a:ext cx="93240" cy="174600"/>
              </p14:xfrm>
            </p:contentPart>
          </mc:Choice>
          <mc:Fallback>
            <p:pic>
              <p:nvPicPr>
                <p:cNvPr id="55" name="Ink 54">
                  <a:extLst>
                    <a:ext uri="{FF2B5EF4-FFF2-40B4-BE49-F238E27FC236}">
                      <a16:creationId xmlns:a16="http://schemas.microsoft.com/office/drawing/2014/main" id="{631D1310-4919-9424-979B-329CEADCE66F}"/>
                    </a:ext>
                  </a:extLst>
                </p:cNvPr>
                <p:cNvPicPr/>
                <p:nvPr/>
              </p:nvPicPr>
              <p:blipFill>
                <a:blip r:embed="rId99"/>
                <a:stretch>
                  <a:fillRect/>
                </a:stretch>
              </p:blipFill>
              <p:spPr>
                <a:xfrm>
                  <a:off x="9694000" y="1760972"/>
                  <a:ext cx="11088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56" name="Ink 55">
                  <a:extLst>
                    <a:ext uri="{FF2B5EF4-FFF2-40B4-BE49-F238E27FC236}">
                      <a16:creationId xmlns:a16="http://schemas.microsoft.com/office/drawing/2014/main" id="{A754E968-473B-04FC-E339-74FF242D7F6D}"/>
                    </a:ext>
                  </a:extLst>
                </p14:cNvPr>
                <p14:cNvContentPartPr/>
                <p14:nvPr/>
              </p14:nvContentPartPr>
              <p14:xfrm>
                <a:off x="9814600" y="1810652"/>
                <a:ext cx="41760" cy="218160"/>
              </p14:xfrm>
            </p:contentPart>
          </mc:Choice>
          <mc:Fallback>
            <p:pic>
              <p:nvPicPr>
                <p:cNvPr id="56" name="Ink 55">
                  <a:extLst>
                    <a:ext uri="{FF2B5EF4-FFF2-40B4-BE49-F238E27FC236}">
                      <a16:creationId xmlns:a16="http://schemas.microsoft.com/office/drawing/2014/main" id="{A754E968-473B-04FC-E339-74FF242D7F6D}"/>
                    </a:ext>
                  </a:extLst>
                </p:cNvPr>
                <p:cNvPicPr/>
                <p:nvPr/>
              </p:nvPicPr>
              <p:blipFill>
                <a:blip r:embed="rId101"/>
                <a:stretch>
                  <a:fillRect/>
                </a:stretch>
              </p:blipFill>
              <p:spPr>
                <a:xfrm>
                  <a:off x="9805960" y="1801652"/>
                  <a:ext cx="5940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57" name="Ink 56">
                  <a:extLst>
                    <a:ext uri="{FF2B5EF4-FFF2-40B4-BE49-F238E27FC236}">
                      <a16:creationId xmlns:a16="http://schemas.microsoft.com/office/drawing/2014/main" id="{A16107FF-26D5-6631-81AA-9CC3564B87EF}"/>
                    </a:ext>
                  </a:extLst>
                </p14:cNvPr>
                <p14:cNvContentPartPr/>
                <p14:nvPr/>
              </p14:nvContentPartPr>
              <p14:xfrm>
                <a:off x="9875800" y="1723892"/>
                <a:ext cx="37800" cy="12960"/>
              </p14:xfrm>
            </p:contentPart>
          </mc:Choice>
          <mc:Fallback>
            <p:pic>
              <p:nvPicPr>
                <p:cNvPr id="57" name="Ink 56">
                  <a:extLst>
                    <a:ext uri="{FF2B5EF4-FFF2-40B4-BE49-F238E27FC236}">
                      <a16:creationId xmlns:a16="http://schemas.microsoft.com/office/drawing/2014/main" id="{A16107FF-26D5-6631-81AA-9CC3564B87EF}"/>
                    </a:ext>
                  </a:extLst>
                </p:cNvPr>
                <p:cNvPicPr/>
                <p:nvPr/>
              </p:nvPicPr>
              <p:blipFill>
                <a:blip r:embed="rId103"/>
                <a:stretch>
                  <a:fillRect/>
                </a:stretch>
              </p:blipFill>
              <p:spPr>
                <a:xfrm>
                  <a:off x="9866800" y="1715252"/>
                  <a:ext cx="5544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58" name="Ink 57">
                  <a:extLst>
                    <a:ext uri="{FF2B5EF4-FFF2-40B4-BE49-F238E27FC236}">
                      <a16:creationId xmlns:a16="http://schemas.microsoft.com/office/drawing/2014/main" id="{9AF99072-E70E-ED9E-C259-8F2351EE7975}"/>
                    </a:ext>
                  </a:extLst>
                </p14:cNvPr>
                <p14:cNvContentPartPr/>
                <p14:nvPr/>
              </p14:nvContentPartPr>
              <p14:xfrm>
                <a:off x="9908560" y="1756652"/>
                <a:ext cx="109440" cy="164520"/>
              </p14:xfrm>
            </p:contentPart>
          </mc:Choice>
          <mc:Fallback>
            <p:pic>
              <p:nvPicPr>
                <p:cNvPr id="58" name="Ink 57">
                  <a:extLst>
                    <a:ext uri="{FF2B5EF4-FFF2-40B4-BE49-F238E27FC236}">
                      <a16:creationId xmlns:a16="http://schemas.microsoft.com/office/drawing/2014/main" id="{9AF99072-E70E-ED9E-C259-8F2351EE7975}"/>
                    </a:ext>
                  </a:extLst>
                </p:cNvPr>
                <p:cNvPicPr/>
                <p:nvPr/>
              </p:nvPicPr>
              <p:blipFill>
                <a:blip r:embed="rId105"/>
                <a:stretch>
                  <a:fillRect/>
                </a:stretch>
              </p:blipFill>
              <p:spPr>
                <a:xfrm>
                  <a:off x="9899560" y="1747652"/>
                  <a:ext cx="12708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59" name="Ink 58">
                  <a:extLst>
                    <a:ext uri="{FF2B5EF4-FFF2-40B4-BE49-F238E27FC236}">
                      <a16:creationId xmlns:a16="http://schemas.microsoft.com/office/drawing/2014/main" id="{4E7620B6-3663-F1BB-0A78-068368211F68}"/>
                    </a:ext>
                  </a:extLst>
                </p14:cNvPr>
                <p14:cNvContentPartPr/>
                <p14:nvPr/>
              </p14:nvContentPartPr>
              <p14:xfrm>
                <a:off x="9018280" y="1427252"/>
                <a:ext cx="1171800" cy="706680"/>
              </p14:xfrm>
            </p:contentPart>
          </mc:Choice>
          <mc:Fallback>
            <p:pic>
              <p:nvPicPr>
                <p:cNvPr id="59" name="Ink 58">
                  <a:extLst>
                    <a:ext uri="{FF2B5EF4-FFF2-40B4-BE49-F238E27FC236}">
                      <a16:creationId xmlns:a16="http://schemas.microsoft.com/office/drawing/2014/main" id="{4E7620B6-3663-F1BB-0A78-068368211F68}"/>
                    </a:ext>
                  </a:extLst>
                </p:cNvPr>
                <p:cNvPicPr/>
                <p:nvPr/>
              </p:nvPicPr>
              <p:blipFill>
                <a:blip r:embed="rId107"/>
                <a:stretch>
                  <a:fillRect/>
                </a:stretch>
              </p:blipFill>
              <p:spPr>
                <a:xfrm>
                  <a:off x="9009640" y="1418612"/>
                  <a:ext cx="1189440" cy="72432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1" name="Ink 60">
                  <a:extLst>
                    <a:ext uri="{FF2B5EF4-FFF2-40B4-BE49-F238E27FC236}">
                      <a16:creationId xmlns:a16="http://schemas.microsoft.com/office/drawing/2014/main" id="{DE3B0056-151D-ACB7-8086-EEAC936B6599}"/>
                    </a:ext>
                  </a:extLst>
                </p14:cNvPr>
                <p14:cNvContentPartPr/>
                <p14:nvPr/>
              </p14:nvContentPartPr>
              <p14:xfrm>
                <a:off x="8056360" y="2567012"/>
                <a:ext cx="721080" cy="757440"/>
              </p14:xfrm>
            </p:contentPart>
          </mc:Choice>
          <mc:Fallback>
            <p:pic>
              <p:nvPicPr>
                <p:cNvPr id="61" name="Ink 60">
                  <a:extLst>
                    <a:ext uri="{FF2B5EF4-FFF2-40B4-BE49-F238E27FC236}">
                      <a16:creationId xmlns:a16="http://schemas.microsoft.com/office/drawing/2014/main" id="{DE3B0056-151D-ACB7-8086-EEAC936B6599}"/>
                    </a:ext>
                  </a:extLst>
                </p:cNvPr>
                <p:cNvPicPr/>
                <p:nvPr/>
              </p:nvPicPr>
              <p:blipFill>
                <a:blip r:embed="rId109"/>
                <a:stretch>
                  <a:fillRect/>
                </a:stretch>
              </p:blipFill>
              <p:spPr>
                <a:xfrm>
                  <a:off x="8047720" y="2558012"/>
                  <a:ext cx="738720" cy="7750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2" name="Ink 61">
                  <a:extLst>
                    <a:ext uri="{FF2B5EF4-FFF2-40B4-BE49-F238E27FC236}">
                      <a16:creationId xmlns:a16="http://schemas.microsoft.com/office/drawing/2014/main" id="{5662F2EF-85DA-5ACD-991F-0E8A02490F68}"/>
                    </a:ext>
                  </a:extLst>
                </p14:cNvPr>
                <p14:cNvContentPartPr/>
                <p14:nvPr/>
              </p14:nvContentPartPr>
              <p14:xfrm>
                <a:off x="8034400" y="2682932"/>
                <a:ext cx="257760" cy="721440"/>
              </p14:xfrm>
            </p:contentPart>
          </mc:Choice>
          <mc:Fallback>
            <p:pic>
              <p:nvPicPr>
                <p:cNvPr id="62" name="Ink 61">
                  <a:extLst>
                    <a:ext uri="{FF2B5EF4-FFF2-40B4-BE49-F238E27FC236}">
                      <a16:creationId xmlns:a16="http://schemas.microsoft.com/office/drawing/2014/main" id="{5662F2EF-85DA-5ACD-991F-0E8A02490F68}"/>
                    </a:ext>
                  </a:extLst>
                </p:cNvPr>
                <p:cNvPicPr/>
                <p:nvPr/>
              </p:nvPicPr>
              <p:blipFill>
                <a:blip r:embed="rId111"/>
                <a:stretch>
                  <a:fillRect/>
                </a:stretch>
              </p:blipFill>
              <p:spPr>
                <a:xfrm>
                  <a:off x="8025400" y="2674292"/>
                  <a:ext cx="275400" cy="73908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3" name="Ink 62">
                  <a:extLst>
                    <a:ext uri="{FF2B5EF4-FFF2-40B4-BE49-F238E27FC236}">
                      <a16:creationId xmlns:a16="http://schemas.microsoft.com/office/drawing/2014/main" id="{423F1016-F0C4-1299-3569-1989E6595549}"/>
                    </a:ext>
                  </a:extLst>
                </p14:cNvPr>
                <p14:cNvContentPartPr/>
                <p14:nvPr/>
              </p14:nvContentPartPr>
              <p14:xfrm>
                <a:off x="8183080" y="2927012"/>
                <a:ext cx="42840" cy="221760"/>
              </p14:xfrm>
            </p:contentPart>
          </mc:Choice>
          <mc:Fallback>
            <p:pic>
              <p:nvPicPr>
                <p:cNvPr id="63" name="Ink 62">
                  <a:extLst>
                    <a:ext uri="{FF2B5EF4-FFF2-40B4-BE49-F238E27FC236}">
                      <a16:creationId xmlns:a16="http://schemas.microsoft.com/office/drawing/2014/main" id="{423F1016-F0C4-1299-3569-1989E6595549}"/>
                    </a:ext>
                  </a:extLst>
                </p:cNvPr>
                <p:cNvPicPr/>
                <p:nvPr/>
              </p:nvPicPr>
              <p:blipFill>
                <a:blip r:embed="rId113"/>
                <a:stretch>
                  <a:fillRect/>
                </a:stretch>
              </p:blipFill>
              <p:spPr>
                <a:xfrm>
                  <a:off x="8174440" y="2918012"/>
                  <a:ext cx="60480" cy="23940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4" name="Ink 63">
                  <a:extLst>
                    <a:ext uri="{FF2B5EF4-FFF2-40B4-BE49-F238E27FC236}">
                      <a16:creationId xmlns:a16="http://schemas.microsoft.com/office/drawing/2014/main" id="{8FC5F1B6-C282-69EE-3D2B-E32053FEDB14}"/>
                    </a:ext>
                  </a:extLst>
                </p14:cNvPr>
                <p14:cNvContentPartPr/>
                <p14:nvPr/>
              </p14:nvContentPartPr>
              <p14:xfrm>
                <a:off x="8171560" y="2725412"/>
                <a:ext cx="141480" cy="253800"/>
              </p14:xfrm>
            </p:contentPart>
          </mc:Choice>
          <mc:Fallback>
            <p:pic>
              <p:nvPicPr>
                <p:cNvPr id="64" name="Ink 63">
                  <a:extLst>
                    <a:ext uri="{FF2B5EF4-FFF2-40B4-BE49-F238E27FC236}">
                      <a16:creationId xmlns:a16="http://schemas.microsoft.com/office/drawing/2014/main" id="{8FC5F1B6-C282-69EE-3D2B-E32053FEDB14}"/>
                    </a:ext>
                  </a:extLst>
                </p:cNvPr>
                <p:cNvPicPr/>
                <p:nvPr/>
              </p:nvPicPr>
              <p:blipFill>
                <a:blip r:embed="rId115"/>
                <a:stretch>
                  <a:fillRect/>
                </a:stretch>
              </p:blipFill>
              <p:spPr>
                <a:xfrm>
                  <a:off x="8162560" y="2716772"/>
                  <a:ext cx="159120" cy="2714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65" name="Ink 64">
                  <a:extLst>
                    <a:ext uri="{FF2B5EF4-FFF2-40B4-BE49-F238E27FC236}">
                      <a16:creationId xmlns:a16="http://schemas.microsoft.com/office/drawing/2014/main" id="{7D5E156F-C4A9-0E49-382B-F9E147FDC2E5}"/>
                    </a:ext>
                  </a:extLst>
                </p14:cNvPr>
                <p14:cNvContentPartPr/>
                <p14:nvPr/>
              </p14:nvContentPartPr>
              <p14:xfrm>
                <a:off x="8301880" y="2964452"/>
                <a:ext cx="104400" cy="120600"/>
              </p14:xfrm>
            </p:contentPart>
          </mc:Choice>
          <mc:Fallback>
            <p:pic>
              <p:nvPicPr>
                <p:cNvPr id="65" name="Ink 64">
                  <a:extLst>
                    <a:ext uri="{FF2B5EF4-FFF2-40B4-BE49-F238E27FC236}">
                      <a16:creationId xmlns:a16="http://schemas.microsoft.com/office/drawing/2014/main" id="{7D5E156F-C4A9-0E49-382B-F9E147FDC2E5}"/>
                    </a:ext>
                  </a:extLst>
                </p:cNvPr>
                <p:cNvPicPr/>
                <p:nvPr/>
              </p:nvPicPr>
              <p:blipFill>
                <a:blip r:embed="rId117"/>
                <a:stretch>
                  <a:fillRect/>
                </a:stretch>
              </p:blipFill>
              <p:spPr>
                <a:xfrm>
                  <a:off x="8293240" y="2955812"/>
                  <a:ext cx="12204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66" name="Ink 65">
                  <a:extLst>
                    <a:ext uri="{FF2B5EF4-FFF2-40B4-BE49-F238E27FC236}">
                      <a16:creationId xmlns:a16="http://schemas.microsoft.com/office/drawing/2014/main" id="{6D6E7518-784A-AF6F-3143-DE474CACDCD6}"/>
                    </a:ext>
                  </a:extLst>
                </p14:cNvPr>
                <p14:cNvContentPartPr/>
                <p14:nvPr/>
              </p14:nvContentPartPr>
              <p14:xfrm>
                <a:off x="8400520" y="2956532"/>
                <a:ext cx="66240" cy="107640"/>
              </p14:xfrm>
            </p:contentPart>
          </mc:Choice>
          <mc:Fallback>
            <p:pic>
              <p:nvPicPr>
                <p:cNvPr id="66" name="Ink 65">
                  <a:extLst>
                    <a:ext uri="{FF2B5EF4-FFF2-40B4-BE49-F238E27FC236}">
                      <a16:creationId xmlns:a16="http://schemas.microsoft.com/office/drawing/2014/main" id="{6D6E7518-784A-AF6F-3143-DE474CACDCD6}"/>
                    </a:ext>
                  </a:extLst>
                </p:cNvPr>
                <p:cNvPicPr/>
                <p:nvPr/>
              </p:nvPicPr>
              <p:blipFill>
                <a:blip r:embed="rId119"/>
                <a:stretch>
                  <a:fillRect/>
                </a:stretch>
              </p:blipFill>
              <p:spPr>
                <a:xfrm>
                  <a:off x="8391880" y="2947532"/>
                  <a:ext cx="8388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67" name="Ink 66">
                  <a:extLst>
                    <a:ext uri="{FF2B5EF4-FFF2-40B4-BE49-F238E27FC236}">
                      <a16:creationId xmlns:a16="http://schemas.microsoft.com/office/drawing/2014/main" id="{7182E12C-A3B3-E088-F8AB-0C20F1BB8969}"/>
                    </a:ext>
                  </a:extLst>
                </p14:cNvPr>
                <p14:cNvContentPartPr/>
                <p14:nvPr/>
              </p14:nvContentPartPr>
              <p14:xfrm>
                <a:off x="8511400" y="2833052"/>
                <a:ext cx="66240" cy="215640"/>
              </p14:xfrm>
            </p:contentPart>
          </mc:Choice>
          <mc:Fallback>
            <p:pic>
              <p:nvPicPr>
                <p:cNvPr id="67" name="Ink 66">
                  <a:extLst>
                    <a:ext uri="{FF2B5EF4-FFF2-40B4-BE49-F238E27FC236}">
                      <a16:creationId xmlns:a16="http://schemas.microsoft.com/office/drawing/2014/main" id="{7182E12C-A3B3-E088-F8AB-0C20F1BB8969}"/>
                    </a:ext>
                  </a:extLst>
                </p:cNvPr>
                <p:cNvPicPr/>
                <p:nvPr/>
              </p:nvPicPr>
              <p:blipFill>
                <a:blip r:embed="rId121"/>
                <a:stretch>
                  <a:fillRect/>
                </a:stretch>
              </p:blipFill>
              <p:spPr>
                <a:xfrm>
                  <a:off x="8502760" y="2824412"/>
                  <a:ext cx="8388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68" name="Ink 67">
                  <a:extLst>
                    <a:ext uri="{FF2B5EF4-FFF2-40B4-BE49-F238E27FC236}">
                      <a16:creationId xmlns:a16="http://schemas.microsoft.com/office/drawing/2014/main" id="{5F050B94-EC90-F503-39C0-512AEF0423B2}"/>
                    </a:ext>
                  </a:extLst>
                </p14:cNvPr>
                <p14:cNvContentPartPr/>
                <p14:nvPr/>
              </p14:nvContentPartPr>
              <p14:xfrm>
                <a:off x="8521480" y="2906852"/>
                <a:ext cx="110880" cy="106200"/>
              </p14:xfrm>
            </p:contentPart>
          </mc:Choice>
          <mc:Fallback>
            <p:pic>
              <p:nvPicPr>
                <p:cNvPr id="68" name="Ink 67">
                  <a:extLst>
                    <a:ext uri="{FF2B5EF4-FFF2-40B4-BE49-F238E27FC236}">
                      <a16:creationId xmlns:a16="http://schemas.microsoft.com/office/drawing/2014/main" id="{5F050B94-EC90-F503-39C0-512AEF0423B2}"/>
                    </a:ext>
                  </a:extLst>
                </p:cNvPr>
                <p:cNvPicPr/>
                <p:nvPr/>
              </p:nvPicPr>
              <p:blipFill>
                <a:blip r:embed="rId123"/>
                <a:stretch>
                  <a:fillRect/>
                </a:stretch>
              </p:blipFill>
              <p:spPr>
                <a:xfrm>
                  <a:off x="8512840" y="2898212"/>
                  <a:ext cx="12852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2" name="Ink 71">
                  <a:extLst>
                    <a:ext uri="{FF2B5EF4-FFF2-40B4-BE49-F238E27FC236}">
                      <a16:creationId xmlns:a16="http://schemas.microsoft.com/office/drawing/2014/main" id="{0F8CC05F-61D5-721F-962A-E541D1C58722}"/>
                    </a:ext>
                  </a:extLst>
                </p14:cNvPr>
                <p14:cNvContentPartPr/>
                <p14:nvPr/>
              </p14:nvContentPartPr>
              <p14:xfrm>
                <a:off x="826120" y="4374572"/>
                <a:ext cx="226080" cy="297720"/>
              </p14:xfrm>
            </p:contentPart>
          </mc:Choice>
          <mc:Fallback>
            <p:pic>
              <p:nvPicPr>
                <p:cNvPr id="72" name="Ink 71">
                  <a:extLst>
                    <a:ext uri="{FF2B5EF4-FFF2-40B4-BE49-F238E27FC236}">
                      <a16:creationId xmlns:a16="http://schemas.microsoft.com/office/drawing/2014/main" id="{0F8CC05F-61D5-721F-962A-E541D1C58722}"/>
                    </a:ext>
                  </a:extLst>
                </p:cNvPr>
                <p:cNvPicPr/>
                <p:nvPr/>
              </p:nvPicPr>
              <p:blipFill>
                <a:blip r:embed="rId125"/>
                <a:stretch>
                  <a:fillRect/>
                </a:stretch>
              </p:blipFill>
              <p:spPr>
                <a:xfrm>
                  <a:off x="817120" y="4365572"/>
                  <a:ext cx="243720" cy="3153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3" name="Ink 72">
                  <a:extLst>
                    <a:ext uri="{FF2B5EF4-FFF2-40B4-BE49-F238E27FC236}">
                      <a16:creationId xmlns:a16="http://schemas.microsoft.com/office/drawing/2014/main" id="{66E75086-AA56-C32C-0EAF-25B6F9EF764C}"/>
                    </a:ext>
                  </a:extLst>
                </p14:cNvPr>
                <p14:cNvContentPartPr/>
                <p14:nvPr/>
              </p14:nvContentPartPr>
              <p14:xfrm>
                <a:off x="1065520" y="4395452"/>
                <a:ext cx="84600" cy="345600"/>
              </p14:xfrm>
            </p:contentPart>
          </mc:Choice>
          <mc:Fallback>
            <p:pic>
              <p:nvPicPr>
                <p:cNvPr id="73" name="Ink 72">
                  <a:extLst>
                    <a:ext uri="{FF2B5EF4-FFF2-40B4-BE49-F238E27FC236}">
                      <a16:creationId xmlns:a16="http://schemas.microsoft.com/office/drawing/2014/main" id="{66E75086-AA56-C32C-0EAF-25B6F9EF764C}"/>
                    </a:ext>
                  </a:extLst>
                </p:cNvPr>
                <p:cNvPicPr/>
                <p:nvPr/>
              </p:nvPicPr>
              <p:blipFill>
                <a:blip r:embed="rId127"/>
                <a:stretch>
                  <a:fillRect/>
                </a:stretch>
              </p:blipFill>
              <p:spPr>
                <a:xfrm>
                  <a:off x="1056520" y="4386812"/>
                  <a:ext cx="102240" cy="3632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4" name="Ink 73">
                  <a:extLst>
                    <a:ext uri="{FF2B5EF4-FFF2-40B4-BE49-F238E27FC236}">
                      <a16:creationId xmlns:a16="http://schemas.microsoft.com/office/drawing/2014/main" id="{9BC19F37-0B09-9A99-B03B-B82159C40BEA}"/>
                    </a:ext>
                  </a:extLst>
                </p14:cNvPr>
                <p14:cNvContentPartPr/>
                <p14:nvPr/>
              </p14:nvContentPartPr>
              <p14:xfrm>
                <a:off x="1236520" y="4419932"/>
                <a:ext cx="201960" cy="177120"/>
              </p14:xfrm>
            </p:contentPart>
          </mc:Choice>
          <mc:Fallback>
            <p:pic>
              <p:nvPicPr>
                <p:cNvPr id="74" name="Ink 73">
                  <a:extLst>
                    <a:ext uri="{FF2B5EF4-FFF2-40B4-BE49-F238E27FC236}">
                      <a16:creationId xmlns:a16="http://schemas.microsoft.com/office/drawing/2014/main" id="{9BC19F37-0B09-9A99-B03B-B82159C40BEA}"/>
                    </a:ext>
                  </a:extLst>
                </p:cNvPr>
                <p:cNvPicPr/>
                <p:nvPr/>
              </p:nvPicPr>
              <p:blipFill>
                <a:blip r:embed="rId129"/>
                <a:stretch>
                  <a:fillRect/>
                </a:stretch>
              </p:blipFill>
              <p:spPr>
                <a:xfrm>
                  <a:off x="1227520" y="4410932"/>
                  <a:ext cx="219600" cy="1947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75" name="Ink 74">
                  <a:extLst>
                    <a:ext uri="{FF2B5EF4-FFF2-40B4-BE49-F238E27FC236}">
                      <a16:creationId xmlns:a16="http://schemas.microsoft.com/office/drawing/2014/main" id="{14BDECBF-EE02-504C-FBF1-A0F1C27A59E2}"/>
                    </a:ext>
                  </a:extLst>
                </p14:cNvPr>
                <p14:cNvContentPartPr/>
                <p14:nvPr/>
              </p14:nvContentPartPr>
              <p14:xfrm>
                <a:off x="1695520" y="4437932"/>
                <a:ext cx="34920" cy="194760"/>
              </p14:xfrm>
            </p:contentPart>
          </mc:Choice>
          <mc:Fallback>
            <p:pic>
              <p:nvPicPr>
                <p:cNvPr id="75" name="Ink 74">
                  <a:extLst>
                    <a:ext uri="{FF2B5EF4-FFF2-40B4-BE49-F238E27FC236}">
                      <a16:creationId xmlns:a16="http://schemas.microsoft.com/office/drawing/2014/main" id="{14BDECBF-EE02-504C-FBF1-A0F1C27A59E2}"/>
                    </a:ext>
                  </a:extLst>
                </p:cNvPr>
                <p:cNvPicPr/>
                <p:nvPr/>
              </p:nvPicPr>
              <p:blipFill>
                <a:blip r:embed="rId131"/>
                <a:stretch>
                  <a:fillRect/>
                </a:stretch>
              </p:blipFill>
              <p:spPr>
                <a:xfrm>
                  <a:off x="1686880" y="4429292"/>
                  <a:ext cx="52560" cy="21240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76" name="Ink 75">
                  <a:extLst>
                    <a:ext uri="{FF2B5EF4-FFF2-40B4-BE49-F238E27FC236}">
                      <a16:creationId xmlns:a16="http://schemas.microsoft.com/office/drawing/2014/main" id="{D7E10756-E697-0423-AB6C-D45F505AF096}"/>
                    </a:ext>
                  </a:extLst>
                </p14:cNvPr>
                <p14:cNvContentPartPr/>
                <p14:nvPr/>
              </p14:nvContentPartPr>
              <p14:xfrm>
                <a:off x="1660240" y="4424252"/>
                <a:ext cx="4320" cy="3240"/>
              </p14:xfrm>
            </p:contentPart>
          </mc:Choice>
          <mc:Fallback>
            <p:pic>
              <p:nvPicPr>
                <p:cNvPr id="76" name="Ink 75">
                  <a:extLst>
                    <a:ext uri="{FF2B5EF4-FFF2-40B4-BE49-F238E27FC236}">
                      <a16:creationId xmlns:a16="http://schemas.microsoft.com/office/drawing/2014/main" id="{D7E10756-E697-0423-AB6C-D45F505AF096}"/>
                    </a:ext>
                  </a:extLst>
                </p:cNvPr>
                <p:cNvPicPr/>
                <p:nvPr/>
              </p:nvPicPr>
              <p:blipFill>
                <a:blip r:embed="rId133"/>
                <a:stretch>
                  <a:fillRect/>
                </a:stretch>
              </p:blipFill>
              <p:spPr>
                <a:xfrm>
                  <a:off x="1651240" y="4415252"/>
                  <a:ext cx="2196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77" name="Ink 76">
                  <a:extLst>
                    <a:ext uri="{FF2B5EF4-FFF2-40B4-BE49-F238E27FC236}">
                      <a16:creationId xmlns:a16="http://schemas.microsoft.com/office/drawing/2014/main" id="{7D1E5142-0579-C987-5BE1-35AC88676FD8}"/>
                    </a:ext>
                  </a:extLst>
                </p14:cNvPr>
                <p14:cNvContentPartPr/>
                <p14:nvPr/>
              </p14:nvContentPartPr>
              <p14:xfrm>
                <a:off x="1745560" y="4526132"/>
                <a:ext cx="122040" cy="103320"/>
              </p14:xfrm>
            </p:contentPart>
          </mc:Choice>
          <mc:Fallback>
            <p:pic>
              <p:nvPicPr>
                <p:cNvPr id="77" name="Ink 76">
                  <a:extLst>
                    <a:ext uri="{FF2B5EF4-FFF2-40B4-BE49-F238E27FC236}">
                      <a16:creationId xmlns:a16="http://schemas.microsoft.com/office/drawing/2014/main" id="{7D1E5142-0579-C987-5BE1-35AC88676FD8}"/>
                    </a:ext>
                  </a:extLst>
                </p:cNvPr>
                <p:cNvPicPr/>
                <p:nvPr/>
              </p:nvPicPr>
              <p:blipFill>
                <a:blip r:embed="rId135"/>
                <a:stretch>
                  <a:fillRect/>
                </a:stretch>
              </p:blipFill>
              <p:spPr>
                <a:xfrm>
                  <a:off x="1736920" y="4517492"/>
                  <a:ext cx="139680" cy="12096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78" name="Ink 77">
                  <a:extLst>
                    <a:ext uri="{FF2B5EF4-FFF2-40B4-BE49-F238E27FC236}">
                      <a16:creationId xmlns:a16="http://schemas.microsoft.com/office/drawing/2014/main" id="{65FDFA52-D7BE-EF93-CDA9-0CA0CB42D561}"/>
                    </a:ext>
                  </a:extLst>
                </p14:cNvPr>
                <p14:cNvContentPartPr/>
                <p14:nvPr/>
              </p14:nvContentPartPr>
              <p14:xfrm>
                <a:off x="1936000" y="4454852"/>
                <a:ext cx="74520" cy="182880"/>
              </p14:xfrm>
            </p:contentPart>
          </mc:Choice>
          <mc:Fallback>
            <p:pic>
              <p:nvPicPr>
                <p:cNvPr id="78" name="Ink 77">
                  <a:extLst>
                    <a:ext uri="{FF2B5EF4-FFF2-40B4-BE49-F238E27FC236}">
                      <a16:creationId xmlns:a16="http://schemas.microsoft.com/office/drawing/2014/main" id="{65FDFA52-D7BE-EF93-CDA9-0CA0CB42D561}"/>
                    </a:ext>
                  </a:extLst>
                </p:cNvPr>
                <p:cNvPicPr/>
                <p:nvPr/>
              </p:nvPicPr>
              <p:blipFill>
                <a:blip r:embed="rId137"/>
                <a:stretch>
                  <a:fillRect/>
                </a:stretch>
              </p:blipFill>
              <p:spPr>
                <a:xfrm>
                  <a:off x="1927360" y="4445852"/>
                  <a:ext cx="92160" cy="20052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79" name="Ink 78">
                  <a:extLst>
                    <a:ext uri="{FF2B5EF4-FFF2-40B4-BE49-F238E27FC236}">
                      <a16:creationId xmlns:a16="http://schemas.microsoft.com/office/drawing/2014/main" id="{85EBE7CD-0CCC-4DEC-CAC7-64D888668A20}"/>
                    </a:ext>
                  </a:extLst>
                </p14:cNvPr>
                <p14:cNvContentPartPr/>
                <p14:nvPr/>
              </p14:nvContentPartPr>
              <p14:xfrm>
                <a:off x="2078560" y="4325612"/>
                <a:ext cx="78120" cy="280440"/>
              </p14:xfrm>
            </p:contentPart>
          </mc:Choice>
          <mc:Fallback>
            <p:pic>
              <p:nvPicPr>
                <p:cNvPr id="79" name="Ink 78">
                  <a:extLst>
                    <a:ext uri="{FF2B5EF4-FFF2-40B4-BE49-F238E27FC236}">
                      <a16:creationId xmlns:a16="http://schemas.microsoft.com/office/drawing/2014/main" id="{85EBE7CD-0CCC-4DEC-CAC7-64D888668A20}"/>
                    </a:ext>
                  </a:extLst>
                </p:cNvPr>
                <p:cNvPicPr/>
                <p:nvPr/>
              </p:nvPicPr>
              <p:blipFill>
                <a:blip r:embed="rId139"/>
                <a:stretch>
                  <a:fillRect/>
                </a:stretch>
              </p:blipFill>
              <p:spPr>
                <a:xfrm>
                  <a:off x="2069920" y="4316612"/>
                  <a:ext cx="95760" cy="29808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0" name="Ink 79">
                  <a:extLst>
                    <a:ext uri="{FF2B5EF4-FFF2-40B4-BE49-F238E27FC236}">
                      <a16:creationId xmlns:a16="http://schemas.microsoft.com/office/drawing/2014/main" id="{5A15DDFA-7079-3A4B-4279-AAEF4BB47B5C}"/>
                    </a:ext>
                  </a:extLst>
                </p14:cNvPr>
                <p14:cNvContentPartPr/>
                <p14:nvPr/>
              </p14:nvContentPartPr>
              <p14:xfrm>
                <a:off x="2124640" y="4298972"/>
                <a:ext cx="498600" cy="305280"/>
              </p14:xfrm>
            </p:contentPart>
          </mc:Choice>
          <mc:Fallback>
            <p:pic>
              <p:nvPicPr>
                <p:cNvPr id="80" name="Ink 79">
                  <a:extLst>
                    <a:ext uri="{FF2B5EF4-FFF2-40B4-BE49-F238E27FC236}">
                      <a16:creationId xmlns:a16="http://schemas.microsoft.com/office/drawing/2014/main" id="{5A15DDFA-7079-3A4B-4279-AAEF4BB47B5C}"/>
                    </a:ext>
                  </a:extLst>
                </p:cNvPr>
                <p:cNvPicPr/>
                <p:nvPr/>
              </p:nvPicPr>
              <p:blipFill>
                <a:blip r:embed="rId141"/>
                <a:stretch>
                  <a:fillRect/>
                </a:stretch>
              </p:blipFill>
              <p:spPr>
                <a:xfrm>
                  <a:off x="2115640" y="4289972"/>
                  <a:ext cx="516240" cy="32292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1" name="Ink 80">
                  <a:extLst>
                    <a:ext uri="{FF2B5EF4-FFF2-40B4-BE49-F238E27FC236}">
                      <a16:creationId xmlns:a16="http://schemas.microsoft.com/office/drawing/2014/main" id="{3F09936B-78BE-940A-09D0-98E132937FAE}"/>
                    </a:ext>
                  </a:extLst>
                </p14:cNvPr>
                <p14:cNvContentPartPr/>
                <p14:nvPr/>
              </p14:nvContentPartPr>
              <p14:xfrm>
                <a:off x="2941480" y="4373132"/>
                <a:ext cx="293760" cy="202680"/>
              </p14:xfrm>
            </p:contentPart>
          </mc:Choice>
          <mc:Fallback>
            <p:pic>
              <p:nvPicPr>
                <p:cNvPr id="81" name="Ink 80">
                  <a:extLst>
                    <a:ext uri="{FF2B5EF4-FFF2-40B4-BE49-F238E27FC236}">
                      <a16:creationId xmlns:a16="http://schemas.microsoft.com/office/drawing/2014/main" id="{3F09936B-78BE-940A-09D0-98E132937FAE}"/>
                    </a:ext>
                  </a:extLst>
                </p:cNvPr>
                <p:cNvPicPr/>
                <p:nvPr/>
              </p:nvPicPr>
              <p:blipFill>
                <a:blip r:embed="rId143"/>
                <a:stretch>
                  <a:fillRect/>
                </a:stretch>
              </p:blipFill>
              <p:spPr>
                <a:xfrm>
                  <a:off x="2932840" y="4364132"/>
                  <a:ext cx="311400" cy="22032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2" name="Ink 81">
                  <a:extLst>
                    <a:ext uri="{FF2B5EF4-FFF2-40B4-BE49-F238E27FC236}">
                      <a16:creationId xmlns:a16="http://schemas.microsoft.com/office/drawing/2014/main" id="{6AEC352C-0814-DCD9-D13C-06E8BFEED36C}"/>
                    </a:ext>
                  </a:extLst>
                </p14:cNvPr>
                <p14:cNvContentPartPr/>
                <p14:nvPr/>
              </p14:nvContentPartPr>
              <p14:xfrm>
                <a:off x="3323440" y="4256852"/>
                <a:ext cx="677880" cy="301680"/>
              </p14:xfrm>
            </p:contentPart>
          </mc:Choice>
          <mc:Fallback>
            <p:pic>
              <p:nvPicPr>
                <p:cNvPr id="82" name="Ink 81">
                  <a:extLst>
                    <a:ext uri="{FF2B5EF4-FFF2-40B4-BE49-F238E27FC236}">
                      <a16:creationId xmlns:a16="http://schemas.microsoft.com/office/drawing/2014/main" id="{6AEC352C-0814-DCD9-D13C-06E8BFEED36C}"/>
                    </a:ext>
                  </a:extLst>
                </p:cNvPr>
                <p:cNvPicPr/>
                <p:nvPr/>
              </p:nvPicPr>
              <p:blipFill>
                <a:blip r:embed="rId145"/>
                <a:stretch>
                  <a:fillRect/>
                </a:stretch>
              </p:blipFill>
              <p:spPr>
                <a:xfrm>
                  <a:off x="3314440" y="4248212"/>
                  <a:ext cx="695520" cy="3193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3" name="Ink 82">
                  <a:extLst>
                    <a:ext uri="{FF2B5EF4-FFF2-40B4-BE49-F238E27FC236}">
                      <a16:creationId xmlns:a16="http://schemas.microsoft.com/office/drawing/2014/main" id="{A56F11C9-11CB-E9A0-98AE-4323E166EA1D}"/>
                    </a:ext>
                  </a:extLst>
                </p14:cNvPr>
                <p14:cNvContentPartPr/>
                <p14:nvPr/>
              </p14:nvContentPartPr>
              <p14:xfrm>
                <a:off x="894520" y="4748972"/>
                <a:ext cx="3505320" cy="25560"/>
              </p14:xfrm>
            </p:contentPart>
          </mc:Choice>
          <mc:Fallback>
            <p:pic>
              <p:nvPicPr>
                <p:cNvPr id="83" name="Ink 82">
                  <a:extLst>
                    <a:ext uri="{FF2B5EF4-FFF2-40B4-BE49-F238E27FC236}">
                      <a16:creationId xmlns:a16="http://schemas.microsoft.com/office/drawing/2014/main" id="{A56F11C9-11CB-E9A0-98AE-4323E166EA1D}"/>
                    </a:ext>
                  </a:extLst>
                </p:cNvPr>
                <p:cNvPicPr/>
                <p:nvPr/>
              </p:nvPicPr>
              <p:blipFill>
                <a:blip r:embed="rId147"/>
                <a:stretch>
                  <a:fillRect/>
                </a:stretch>
              </p:blipFill>
              <p:spPr>
                <a:xfrm>
                  <a:off x="885880" y="4740332"/>
                  <a:ext cx="3522960" cy="4320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4" name="Ink 83">
                  <a:extLst>
                    <a:ext uri="{FF2B5EF4-FFF2-40B4-BE49-F238E27FC236}">
                      <a16:creationId xmlns:a16="http://schemas.microsoft.com/office/drawing/2014/main" id="{2A2DD466-1F36-F155-0385-2886109E853E}"/>
                    </a:ext>
                  </a:extLst>
                </p14:cNvPr>
                <p14:cNvContentPartPr/>
                <p14:nvPr/>
              </p14:nvContentPartPr>
              <p14:xfrm>
                <a:off x="4584880" y="4480772"/>
                <a:ext cx="179280" cy="19080"/>
              </p14:xfrm>
            </p:contentPart>
          </mc:Choice>
          <mc:Fallback>
            <p:pic>
              <p:nvPicPr>
                <p:cNvPr id="84" name="Ink 83">
                  <a:extLst>
                    <a:ext uri="{FF2B5EF4-FFF2-40B4-BE49-F238E27FC236}">
                      <a16:creationId xmlns:a16="http://schemas.microsoft.com/office/drawing/2014/main" id="{2A2DD466-1F36-F155-0385-2886109E853E}"/>
                    </a:ext>
                  </a:extLst>
                </p:cNvPr>
                <p:cNvPicPr/>
                <p:nvPr/>
              </p:nvPicPr>
              <p:blipFill>
                <a:blip r:embed="rId149"/>
                <a:stretch>
                  <a:fillRect/>
                </a:stretch>
              </p:blipFill>
              <p:spPr>
                <a:xfrm>
                  <a:off x="4576240" y="4471772"/>
                  <a:ext cx="196920" cy="3672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85" name="Ink 84">
                  <a:extLst>
                    <a:ext uri="{FF2B5EF4-FFF2-40B4-BE49-F238E27FC236}">
                      <a16:creationId xmlns:a16="http://schemas.microsoft.com/office/drawing/2014/main" id="{0BAFF311-10D4-AC34-0F75-80BE2F10E1F4}"/>
                    </a:ext>
                  </a:extLst>
                </p14:cNvPr>
                <p14:cNvContentPartPr/>
                <p14:nvPr/>
              </p14:nvContentPartPr>
              <p14:xfrm>
                <a:off x="5045680" y="4487612"/>
                <a:ext cx="100080" cy="5760"/>
              </p14:xfrm>
            </p:contentPart>
          </mc:Choice>
          <mc:Fallback>
            <p:pic>
              <p:nvPicPr>
                <p:cNvPr id="85" name="Ink 84">
                  <a:extLst>
                    <a:ext uri="{FF2B5EF4-FFF2-40B4-BE49-F238E27FC236}">
                      <a16:creationId xmlns:a16="http://schemas.microsoft.com/office/drawing/2014/main" id="{0BAFF311-10D4-AC34-0F75-80BE2F10E1F4}"/>
                    </a:ext>
                  </a:extLst>
                </p:cNvPr>
                <p:cNvPicPr/>
                <p:nvPr/>
              </p:nvPicPr>
              <p:blipFill>
                <a:blip r:embed="rId151"/>
                <a:stretch>
                  <a:fillRect/>
                </a:stretch>
              </p:blipFill>
              <p:spPr>
                <a:xfrm>
                  <a:off x="5036680" y="4478972"/>
                  <a:ext cx="117720" cy="2340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86" name="Ink 85">
                  <a:extLst>
                    <a:ext uri="{FF2B5EF4-FFF2-40B4-BE49-F238E27FC236}">
                      <a16:creationId xmlns:a16="http://schemas.microsoft.com/office/drawing/2014/main" id="{77DB9CC1-5E06-B9C4-F785-E89FA8CC6BB8}"/>
                    </a:ext>
                  </a:extLst>
                </p14:cNvPr>
                <p14:cNvContentPartPr/>
                <p14:nvPr/>
              </p14:nvContentPartPr>
              <p14:xfrm>
                <a:off x="5302720" y="4369172"/>
                <a:ext cx="231120" cy="196920"/>
              </p14:xfrm>
            </p:contentPart>
          </mc:Choice>
          <mc:Fallback>
            <p:pic>
              <p:nvPicPr>
                <p:cNvPr id="86" name="Ink 85">
                  <a:extLst>
                    <a:ext uri="{FF2B5EF4-FFF2-40B4-BE49-F238E27FC236}">
                      <a16:creationId xmlns:a16="http://schemas.microsoft.com/office/drawing/2014/main" id="{77DB9CC1-5E06-B9C4-F785-E89FA8CC6BB8}"/>
                    </a:ext>
                  </a:extLst>
                </p:cNvPr>
                <p:cNvPicPr/>
                <p:nvPr/>
              </p:nvPicPr>
              <p:blipFill>
                <a:blip r:embed="rId153"/>
                <a:stretch>
                  <a:fillRect/>
                </a:stretch>
              </p:blipFill>
              <p:spPr>
                <a:xfrm>
                  <a:off x="5293720" y="4360172"/>
                  <a:ext cx="248760" cy="21456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87" name="Ink 86">
                  <a:extLst>
                    <a:ext uri="{FF2B5EF4-FFF2-40B4-BE49-F238E27FC236}">
                      <a16:creationId xmlns:a16="http://schemas.microsoft.com/office/drawing/2014/main" id="{0E21A8B8-AD55-5B33-4F8C-24A96D4A3205}"/>
                    </a:ext>
                  </a:extLst>
                </p14:cNvPr>
                <p14:cNvContentPartPr/>
                <p14:nvPr/>
              </p14:nvContentPartPr>
              <p14:xfrm>
                <a:off x="5622760" y="4327772"/>
                <a:ext cx="175320" cy="244440"/>
              </p14:xfrm>
            </p:contentPart>
          </mc:Choice>
          <mc:Fallback>
            <p:pic>
              <p:nvPicPr>
                <p:cNvPr id="87" name="Ink 86">
                  <a:extLst>
                    <a:ext uri="{FF2B5EF4-FFF2-40B4-BE49-F238E27FC236}">
                      <a16:creationId xmlns:a16="http://schemas.microsoft.com/office/drawing/2014/main" id="{0E21A8B8-AD55-5B33-4F8C-24A96D4A3205}"/>
                    </a:ext>
                  </a:extLst>
                </p:cNvPr>
                <p:cNvPicPr/>
                <p:nvPr/>
              </p:nvPicPr>
              <p:blipFill>
                <a:blip r:embed="rId155"/>
                <a:stretch>
                  <a:fillRect/>
                </a:stretch>
              </p:blipFill>
              <p:spPr>
                <a:xfrm>
                  <a:off x="5613760" y="4318772"/>
                  <a:ext cx="192960" cy="26208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88" name="Ink 87">
                  <a:extLst>
                    <a:ext uri="{FF2B5EF4-FFF2-40B4-BE49-F238E27FC236}">
                      <a16:creationId xmlns:a16="http://schemas.microsoft.com/office/drawing/2014/main" id="{8C8CBC2B-B222-A7BB-6C63-967AE30E19C0}"/>
                    </a:ext>
                  </a:extLst>
                </p14:cNvPr>
                <p14:cNvContentPartPr/>
                <p14:nvPr/>
              </p14:nvContentPartPr>
              <p14:xfrm>
                <a:off x="5879080" y="4311932"/>
                <a:ext cx="126000" cy="256320"/>
              </p14:xfrm>
            </p:contentPart>
          </mc:Choice>
          <mc:Fallback>
            <p:pic>
              <p:nvPicPr>
                <p:cNvPr id="88" name="Ink 87">
                  <a:extLst>
                    <a:ext uri="{FF2B5EF4-FFF2-40B4-BE49-F238E27FC236}">
                      <a16:creationId xmlns:a16="http://schemas.microsoft.com/office/drawing/2014/main" id="{8C8CBC2B-B222-A7BB-6C63-967AE30E19C0}"/>
                    </a:ext>
                  </a:extLst>
                </p:cNvPr>
                <p:cNvPicPr/>
                <p:nvPr/>
              </p:nvPicPr>
              <p:blipFill>
                <a:blip r:embed="rId157"/>
                <a:stretch>
                  <a:fillRect/>
                </a:stretch>
              </p:blipFill>
              <p:spPr>
                <a:xfrm>
                  <a:off x="5870440" y="4303292"/>
                  <a:ext cx="143640" cy="27396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07" name="Ink 106">
                  <a:extLst>
                    <a:ext uri="{FF2B5EF4-FFF2-40B4-BE49-F238E27FC236}">
                      <a16:creationId xmlns:a16="http://schemas.microsoft.com/office/drawing/2014/main" id="{6AA9DC19-EBF9-5FDF-8299-952ED03B46EE}"/>
                    </a:ext>
                  </a:extLst>
                </p14:cNvPr>
                <p14:cNvContentPartPr/>
                <p14:nvPr/>
              </p14:nvContentPartPr>
              <p14:xfrm>
                <a:off x="7564600" y="5024732"/>
                <a:ext cx="330480" cy="345240"/>
              </p14:xfrm>
            </p:contentPart>
          </mc:Choice>
          <mc:Fallback>
            <p:pic>
              <p:nvPicPr>
                <p:cNvPr id="107" name="Ink 106">
                  <a:extLst>
                    <a:ext uri="{FF2B5EF4-FFF2-40B4-BE49-F238E27FC236}">
                      <a16:creationId xmlns:a16="http://schemas.microsoft.com/office/drawing/2014/main" id="{6AA9DC19-EBF9-5FDF-8299-952ED03B46EE}"/>
                    </a:ext>
                  </a:extLst>
                </p:cNvPr>
                <p:cNvPicPr/>
                <p:nvPr/>
              </p:nvPicPr>
              <p:blipFill>
                <a:blip r:embed="rId159"/>
                <a:stretch>
                  <a:fillRect/>
                </a:stretch>
              </p:blipFill>
              <p:spPr>
                <a:xfrm>
                  <a:off x="7555960" y="5016092"/>
                  <a:ext cx="348120" cy="36288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8" name="Ink 107">
                  <a:extLst>
                    <a:ext uri="{FF2B5EF4-FFF2-40B4-BE49-F238E27FC236}">
                      <a16:creationId xmlns:a16="http://schemas.microsoft.com/office/drawing/2014/main" id="{E18C151A-8D07-7DAE-5F0B-EC79C97303D7}"/>
                    </a:ext>
                  </a:extLst>
                </p14:cNvPr>
                <p14:cNvContentPartPr/>
                <p14:nvPr/>
              </p14:nvContentPartPr>
              <p14:xfrm>
                <a:off x="7685920" y="5404892"/>
                <a:ext cx="262080" cy="204480"/>
              </p14:xfrm>
            </p:contentPart>
          </mc:Choice>
          <mc:Fallback>
            <p:pic>
              <p:nvPicPr>
                <p:cNvPr id="108" name="Ink 107">
                  <a:extLst>
                    <a:ext uri="{FF2B5EF4-FFF2-40B4-BE49-F238E27FC236}">
                      <a16:creationId xmlns:a16="http://schemas.microsoft.com/office/drawing/2014/main" id="{E18C151A-8D07-7DAE-5F0B-EC79C97303D7}"/>
                    </a:ext>
                  </a:extLst>
                </p:cNvPr>
                <p:cNvPicPr/>
                <p:nvPr/>
              </p:nvPicPr>
              <p:blipFill>
                <a:blip r:embed="rId161"/>
                <a:stretch>
                  <a:fillRect/>
                </a:stretch>
              </p:blipFill>
              <p:spPr>
                <a:xfrm>
                  <a:off x="7677280" y="5395892"/>
                  <a:ext cx="279720" cy="2221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16" name="Ink 115">
                  <a:extLst>
                    <a:ext uri="{FF2B5EF4-FFF2-40B4-BE49-F238E27FC236}">
                      <a16:creationId xmlns:a16="http://schemas.microsoft.com/office/drawing/2014/main" id="{F295D1BE-7711-402C-B951-85E9437BB23E}"/>
                    </a:ext>
                  </a:extLst>
                </p14:cNvPr>
                <p14:cNvContentPartPr/>
                <p14:nvPr/>
              </p14:nvContentPartPr>
              <p14:xfrm>
                <a:off x="2545480" y="5178452"/>
                <a:ext cx="4964040" cy="405000"/>
              </p14:xfrm>
            </p:contentPart>
          </mc:Choice>
          <mc:Fallback>
            <p:pic>
              <p:nvPicPr>
                <p:cNvPr id="116" name="Ink 115">
                  <a:extLst>
                    <a:ext uri="{FF2B5EF4-FFF2-40B4-BE49-F238E27FC236}">
                      <a16:creationId xmlns:a16="http://schemas.microsoft.com/office/drawing/2014/main" id="{F295D1BE-7711-402C-B951-85E9437BB23E}"/>
                    </a:ext>
                  </a:extLst>
                </p:cNvPr>
                <p:cNvPicPr/>
                <p:nvPr/>
              </p:nvPicPr>
              <p:blipFill>
                <a:blip r:embed="rId163"/>
                <a:stretch>
                  <a:fillRect/>
                </a:stretch>
              </p:blipFill>
              <p:spPr>
                <a:xfrm>
                  <a:off x="2536840" y="5169812"/>
                  <a:ext cx="4981680" cy="42264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17" name="Ink 116">
                  <a:extLst>
                    <a:ext uri="{FF2B5EF4-FFF2-40B4-BE49-F238E27FC236}">
                      <a16:creationId xmlns:a16="http://schemas.microsoft.com/office/drawing/2014/main" id="{038D71A8-02F4-5B5E-1BED-D252C4C3E1E9}"/>
                    </a:ext>
                  </a:extLst>
                </p14:cNvPr>
                <p14:cNvContentPartPr/>
                <p14:nvPr/>
              </p14:nvContentPartPr>
              <p14:xfrm>
                <a:off x="7383880" y="5450612"/>
                <a:ext cx="52200" cy="171000"/>
              </p14:xfrm>
            </p:contentPart>
          </mc:Choice>
          <mc:Fallback>
            <p:pic>
              <p:nvPicPr>
                <p:cNvPr id="117" name="Ink 116">
                  <a:extLst>
                    <a:ext uri="{FF2B5EF4-FFF2-40B4-BE49-F238E27FC236}">
                      <a16:creationId xmlns:a16="http://schemas.microsoft.com/office/drawing/2014/main" id="{038D71A8-02F4-5B5E-1BED-D252C4C3E1E9}"/>
                    </a:ext>
                  </a:extLst>
                </p:cNvPr>
                <p:cNvPicPr/>
                <p:nvPr/>
              </p:nvPicPr>
              <p:blipFill>
                <a:blip r:embed="rId165"/>
                <a:stretch>
                  <a:fillRect/>
                </a:stretch>
              </p:blipFill>
              <p:spPr>
                <a:xfrm>
                  <a:off x="7374880" y="5441612"/>
                  <a:ext cx="6984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19" name="Ink 118">
                  <a:extLst>
                    <a:ext uri="{FF2B5EF4-FFF2-40B4-BE49-F238E27FC236}">
                      <a16:creationId xmlns:a16="http://schemas.microsoft.com/office/drawing/2014/main" id="{9953B534-E719-EDF9-A16B-FDACD910CE41}"/>
                    </a:ext>
                  </a:extLst>
                </p14:cNvPr>
                <p14:cNvContentPartPr/>
                <p14:nvPr/>
              </p14:nvContentPartPr>
              <p14:xfrm>
                <a:off x="8275240" y="4911692"/>
                <a:ext cx="336240" cy="360000"/>
              </p14:xfrm>
            </p:contentPart>
          </mc:Choice>
          <mc:Fallback>
            <p:pic>
              <p:nvPicPr>
                <p:cNvPr id="119" name="Ink 118">
                  <a:extLst>
                    <a:ext uri="{FF2B5EF4-FFF2-40B4-BE49-F238E27FC236}">
                      <a16:creationId xmlns:a16="http://schemas.microsoft.com/office/drawing/2014/main" id="{9953B534-E719-EDF9-A16B-FDACD910CE41}"/>
                    </a:ext>
                  </a:extLst>
                </p:cNvPr>
                <p:cNvPicPr/>
                <p:nvPr/>
              </p:nvPicPr>
              <p:blipFill>
                <a:blip r:embed="rId167"/>
                <a:stretch>
                  <a:fillRect/>
                </a:stretch>
              </p:blipFill>
              <p:spPr>
                <a:xfrm>
                  <a:off x="8266600" y="4902692"/>
                  <a:ext cx="353880" cy="37764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20" name="Ink 119">
                  <a:extLst>
                    <a:ext uri="{FF2B5EF4-FFF2-40B4-BE49-F238E27FC236}">
                      <a16:creationId xmlns:a16="http://schemas.microsoft.com/office/drawing/2014/main" id="{A0AC68FF-FAA3-3C39-D60C-D7AFCC77671A}"/>
                    </a:ext>
                  </a:extLst>
                </p14:cNvPr>
                <p14:cNvContentPartPr/>
                <p14:nvPr/>
              </p14:nvContentPartPr>
              <p14:xfrm>
                <a:off x="8236360" y="5070092"/>
                <a:ext cx="263880" cy="266760"/>
              </p14:xfrm>
            </p:contentPart>
          </mc:Choice>
          <mc:Fallback>
            <p:pic>
              <p:nvPicPr>
                <p:cNvPr id="120" name="Ink 119">
                  <a:extLst>
                    <a:ext uri="{FF2B5EF4-FFF2-40B4-BE49-F238E27FC236}">
                      <a16:creationId xmlns:a16="http://schemas.microsoft.com/office/drawing/2014/main" id="{A0AC68FF-FAA3-3C39-D60C-D7AFCC77671A}"/>
                    </a:ext>
                  </a:extLst>
                </p:cNvPr>
                <p:cNvPicPr/>
                <p:nvPr/>
              </p:nvPicPr>
              <p:blipFill>
                <a:blip r:embed="rId169"/>
                <a:stretch>
                  <a:fillRect/>
                </a:stretch>
              </p:blipFill>
              <p:spPr>
                <a:xfrm>
                  <a:off x="8227360" y="5061092"/>
                  <a:ext cx="281520" cy="28440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21" name="Ink 120">
                  <a:extLst>
                    <a:ext uri="{FF2B5EF4-FFF2-40B4-BE49-F238E27FC236}">
                      <a16:creationId xmlns:a16="http://schemas.microsoft.com/office/drawing/2014/main" id="{C554EF25-7B96-A21B-FE52-0383EC7DD99F}"/>
                    </a:ext>
                  </a:extLst>
                </p14:cNvPr>
                <p14:cNvContentPartPr/>
                <p14:nvPr/>
              </p14:nvContentPartPr>
              <p14:xfrm>
                <a:off x="8452360" y="4917452"/>
                <a:ext cx="165600" cy="142920"/>
              </p14:xfrm>
            </p:contentPart>
          </mc:Choice>
          <mc:Fallback>
            <p:pic>
              <p:nvPicPr>
                <p:cNvPr id="121" name="Ink 120">
                  <a:extLst>
                    <a:ext uri="{FF2B5EF4-FFF2-40B4-BE49-F238E27FC236}">
                      <a16:creationId xmlns:a16="http://schemas.microsoft.com/office/drawing/2014/main" id="{C554EF25-7B96-A21B-FE52-0383EC7DD99F}"/>
                    </a:ext>
                  </a:extLst>
                </p:cNvPr>
                <p:cNvPicPr/>
                <p:nvPr/>
              </p:nvPicPr>
              <p:blipFill>
                <a:blip r:embed="rId171"/>
                <a:stretch>
                  <a:fillRect/>
                </a:stretch>
              </p:blipFill>
              <p:spPr>
                <a:xfrm>
                  <a:off x="8443720" y="4908452"/>
                  <a:ext cx="18324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22" name="Ink 121">
                  <a:extLst>
                    <a:ext uri="{FF2B5EF4-FFF2-40B4-BE49-F238E27FC236}">
                      <a16:creationId xmlns:a16="http://schemas.microsoft.com/office/drawing/2014/main" id="{CC9958D2-F31E-A20E-6DAD-2F7CF67262A4}"/>
                    </a:ext>
                  </a:extLst>
                </p14:cNvPr>
                <p14:cNvContentPartPr/>
                <p14:nvPr/>
              </p14:nvContentPartPr>
              <p14:xfrm>
                <a:off x="8476840" y="5196812"/>
                <a:ext cx="95040" cy="63360"/>
              </p14:xfrm>
            </p:contentPart>
          </mc:Choice>
          <mc:Fallback>
            <p:pic>
              <p:nvPicPr>
                <p:cNvPr id="122" name="Ink 121">
                  <a:extLst>
                    <a:ext uri="{FF2B5EF4-FFF2-40B4-BE49-F238E27FC236}">
                      <a16:creationId xmlns:a16="http://schemas.microsoft.com/office/drawing/2014/main" id="{CC9958D2-F31E-A20E-6DAD-2F7CF67262A4}"/>
                    </a:ext>
                  </a:extLst>
                </p:cNvPr>
                <p:cNvPicPr/>
                <p:nvPr/>
              </p:nvPicPr>
              <p:blipFill>
                <a:blip r:embed="rId173"/>
                <a:stretch>
                  <a:fillRect/>
                </a:stretch>
              </p:blipFill>
              <p:spPr>
                <a:xfrm>
                  <a:off x="8468200" y="5188172"/>
                  <a:ext cx="112680" cy="8100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23" name="Ink 122">
                  <a:extLst>
                    <a:ext uri="{FF2B5EF4-FFF2-40B4-BE49-F238E27FC236}">
                      <a16:creationId xmlns:a16="http://schemas.microsoft.com/office/drawing/2014/main" id="{F33442B8-C089-8A70-5569-922171A4178D}"/>
                    </a:ext>
                  </a:extLst>
                </p14:cNvPr>
                <p14:cNvContentPartPr/>
                <p14:nvPr/>
              </p14:nvContentPartPr>
              <p14:xfrm>
                <a:off x="8176960" y="4999532"/>
                <a:ext cx="138240" cy="130320"/>
              </p14:xfrm>
            </p:contentPart>
          </mc:Choice>
          <mc:Fallback>
            <p:pic>
              <p:nvPicPr>
                <p:cNvPr id="123" name="Ink 122">
                  <a:extLst>
                    <a:ext uri="{FF2B5EF4-FFF2-40B4-BE49-F238E27FC236}">
                      <a16:creationId xmlns:a16="http://schemas.microsoft.com/office/drawing/2014/main" id="{F33442B8-C089-8A70-5569-922171A4178D}"/>
                    </a:ext>
                  </a:extLst>
                </p:cNvPr>
                <p:cNvPicPr/>
                <p:nvPr/>
              </p:nvPicPr>
              <p:blipFill>
                <a:blip r:embed="rId175"/>
                <a:stretch>
                  <a:fillRect/>
                </a:stretch>
              </p:blipFill>
              <p:spPr>
                <a:xfrm>
                  <a:off x="8168320" y="4990532"/>
                  <a:ext cx="15588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24" name="Ink 123">
                  <a:extLst>
                    <a:ext uri="{FF2B5EF4-FFF2-40B4-BE49-F238E27FC236}">
                      <a16:creationId xmlns:a16="http://schemas.microsoft.com/office/drawing/2014/main" id="{F1A0C6FA-E4ED-6EE0-F5C3-941A3EA007FC}"/>
                    </a:ext>
                  </a:extLst>
                </p14:cNvPr>
                <p14:cNvContentPartPr/>
                <p14:nvPr/>
              </p14:nvContentPartPr>
              <p14:xfrm>
                <a:off x="8354800" y="5236412"/>
                <a:ext cx="26640" cy="69120"/>
              </p14:xfrm>
            </p:contentPart>
          </mc:Choice>
          <mc:Fallback>
            <p:pic>
              <p:nvPicPr>
                <p:cNvPr id="124" name="Ink 123">
                  <a:extLst>
                    <a:ext uri="{FF2B5EF4-FFF2-40B4-BE49-F238E27FC236}">
                      <a16:creationId xmlns:a16="http://schemas.microsoft.com/office/drawing/2014/main" id="{F1A0C6FA-E4ED-6EE0-F5C3-941A3EA007FC}"/>
                    </a:ext>
                  </a:extLst>
                </p:cNvPr>
                <p:cNvPicPr/>
                <p:nvPr/>
              </p:nvPicPr>
              <p:blipFill>
                <a:blip r:embed="rId177"/>
                <a:stretch>
                  <a:fillRect/>
                </a:stretch>
              </p:blipFill>
              <p:spPr>
                <a:xfrm>
                  <a:off x="8345800" y="5227412"/>
                  <a:ext cx="4428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9" name="Ink 108">
                  <a:extLst>
                    <a:ext uri="{FF2B5EF4-FFF2-40B4-BE49-F238E27FC236}">
                      <a16:creationId xmlns:a16="http://schemas.microsoft.com/office/drawing/2014/main" id="{72FD8006-1A48-605A-885B-C8B5E56477C4}"/>
                    </a:ext>
                  </a:extLst>
                </p14:cNvPr>
                <p14:cNvContentPartPr/>
                <p14:nvPr/>
              </p14:nvContentPartPr>
              <p14:xfrm>
                <a:off x="8426440" y="5782172"/>
                <a:ext cx="289800" cy="269280"/>
              </p14:xfrm>
            </p:contentPart>
          </mc:Choice>
          <mc:Fallback>
            <p:pic>
              <p:nvPicPr>
                <p:cNvPr id="109" name="Ink 108">
                  <a:extLst>
                    <a:ext uri="{FF2B5EF4-FFF2-40B4-BE49-F238E27FC236}">
                      <a16:creationId xmlns:a16="http://schemas.microsoft.com/office/drawing/2014/main" id="{72FD8006-1A48-605A-885B-C8B5E56477C4}"/>
                    </a:ext>
                  </a:extLst>
                </p:cNvPr>
                <p:cNvPicPr/>
                <p:nvPr/>
              </p:nvPicPr>
              <p:blipFill>
                <a:blip r:embed="rId179"/>
                <a:stretch>
                  <a:fillRect/>
                </a:stretch>
              </p:blipFill>
              <p:spPr>
                <a:xfrm>
                  <a:off x="8417800" y="5773172"/>
                  <a:ext cx="307440" cy="28692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0" name="Ink 109">
                  <a:extLst>
                    <a:ext uri="{FF2B5EF4-FFF2-40B4-BE49-F238E27FC236}">
                      <a16:creationId xmlns:a16="http://schemas.microsoft.com/office/drawing/2014/main" id="{6415C88E-C054-2AD7-43F5-B4621F22F74E}"/>
                    </a:ext>
                  </a:extLst>
                </p14:cNvPr>
                <p14:cNvContentPartPr/>
                <p14:nvPr/>
              </p14:nvContentPartPr>
              <p14:xfrm>
                <a:off x="8480080" y="6052172"/>
                <a:ext cx="237240" cy="204120"/>
              </p14:xfrm>
            </p:contentPart>
          </mc:Choice>
          <mc:Fallback>
            <p:pic>
              <p:nvPicPr>
                <p:cNvPr id="110" name="Ink 109">
                  <a:extLst>
                    <a:ext uri="{FF2B5EF4-FFF2-40B4-BE49-F238E27FC236}">
                      <a16:creationId xmlns:a16="http://schemas.microsoft.com/office/drawing/2014/main" id="{6415C88E-C054-2AD7-43F5-B4621F22F74E}"/>
                    </a:ext>
                  </a:extLst>
                </p:cNvPr>
                <p:cNvPicPr/>
                <p:nvPr/>
              </p:nvPicPr>
              <p:blipFill>
                <a:blip r:embed="rId181"/>
                <a:stretch>
                  <a:fillRect/>
                </a:stretch>
              </p:blipFill>
              <p:spPr>
                <a:xfrm>
                  <a:off x="8471440" y="6043172"/>
                  <a:ext cx="254880" cy="22176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25" name="Ink 124">
                  <a:extLst>
                    <a:ext uri="{FF2B5EF4-FFF2-40B4-BE49-F238E27FC236}">
                      <a16:creationId xmlns:a16="http://schemas.microsoft.com/office/drawing/2014/main" id="{833D6F57-7115-7C79-CE73-0794896E5FD2}"/>
                    </a:ext>
                  </a:extLst>
                </p14:cNvPr>
                <p14:cNvContentPartPr/>
                <p14:nvPr/>
              </p14:nvContentPartPr>
              <p14:xfrm>
                <a:off x="8962480" y="5563652"/>
                <a:ext cx="473760" cy="366120"/>
              </p14:xfrm>
            </p:contentPart>
          </mc:Choice>
          <mc:Fallback>
            <p:pic>
              <p:nvPicPr>
                <p:cNvPr id="125" name="Ink 124">
                  <a:extLst>
                    <a:ext uri="{FF2B5EF4-FFF2-40B4-BE49-F238E27FC236}">
                      <a16:creationId xmlns:a16="http://schemas.microsoft.com/office/drawing/2014/main" id="{833D6F57-7115-7C79-CE73-0794896E5FD2}"/>
                    </a:ext>
                  </a:extLst>
                </p:cNvPr>
                <p:cNvPicPr/>
                <p:nvPr/>
              </p:nvPicPr>
              <p:blipFill>
                <a:blip r:embed="rId183"/>
                <a:stretch>
                  <a:fillRect/>
                </a:stretch>
              </p:blipFill>
              <p:spPr>
                <a:xfrm>
                  <a:off x="8953840" y="5555012"/>
                  <a:ext cx="491400" cy="3837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26" name="Ink 125">
                  <a:extLst>
                    <a:ext uri="{FF2B5EF4-FFF2-40B4-BE49-F238E27FC236}">
                      <a16:creationId xmlns:a16="http://schemas.microsoft.com/office/drawing/2014/main" id="{A709E3B6-7583-B6F0-2CAE-34E4EF405496}"/>
                    </a:ext>
                  </a:extLst>
                </p14:cNvPr>
                <p14:cNvContentPartPr/>
                <p14:nvPr/>
              </p14:nvContentPartPr>
              <p14:xfrm>
                <a:off x="8973280" y="5787212"/>
                <a:ext cx="333000" cy="286560"/>
              </p14:xfrm>
            </p:contentPart>
          </mc:Choice>
          <mc:Fallback>
            <p:pic>
              <p:nvPicPr>
                <p:cNvPr id="126" name="Ink 125">
                  <a:extLst>
                    <a:ext uri="{FF2B5EF4-FFF2-40B4-BE49-F238E27FC236}">
                      <a16:creationId xmlns:a16="http://schemas.microsoft.com/office/drawing/2014/main" id="{A709E3B6-7583-B6F0-2CAE-34E4EF405496}"/>
                    </a:ext>
                  </a:extLst>
                </p:cNvPr>
                <p:cNvPicPr/>
                <p:nvPr/>
              </p:nvPicPr>
              <p:blipFill>
                <a:blip r:embed="rId185"/>
                <a:stretch>
                  <a:fillRect/>
                </a:stretch>
              </p:blipFill>
              <p:spPr>
                <a:xfrm>
                  <a:off x="8964280" y="5778572"/>
                  <a:ext cx="350640" cy="30420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27" name="Ink 126">
                  <a:extLst>
                    <a:ext uri="{FF2B5EF4-FFF2-40B4-BE49-F238E27FC236}">
                      <a16:creationId xmlns:a16="http://schemas.microsoft.com/office/drawing/2014/main" id="{5DA25A82-E29D-3E97-DA99-10D2D218FA4B}"/>
                    </a:ext>
                  </a:extLst>
                </p14:cNvPr>
                <p14:cNvContentPartPr/>
                <p14:nvPr/>
              </p14:nvContentPartPr>
              <p14:xfrm>
                <a:off x="9269200" y="5920412"/>
                <a:ext cx="151200" cy="107280"/>
              </p14:xfrm>
            </p:contentPart>
          </mc:Choice>
          <mc:Fallback>
            <p:pic>
              <p:nvPicPr>
                <p:cNvPr id="127" name="Ink 126">
                  <a:extLst>
                    <a:ext uri="{FF2B5EF4-FFF2-40B4-BE49-F238E27FC236}">
                      <a16:creationId xmlns:a16="http://schemas.microsoft.com/office/drawing/2014/main" id="{5DA25A82-E29D-3E97-DA99-10D2D218FA4B}"/>
                    </a:ext>
                  </a:extLst>
                </p:cNvPr>
                <p:cNvPicPr/>
                <p:nvPr/>
              </p:nvPicPr>
              <p:blipFill>
                <a:blip r:embed="rId187"/>
                <a:stretch>
                  <a:fillRect/>
                </a:stretch>
              </p:blipFill>
              <p:spPr>
                <a:xfrm>
                  <a:off x="9260560" y="5911772"/>
                  <a:ext cx="16884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28" name="Ink 127">
                  <a:extLst>
                    <a:ext uri="{FF2B5EF4-FFF2-40B4-BE49-F238E27FC236}">
                      <a16:creationId xmlns:a16="http://schemas.microsoft.com/office/drawing/2014/main" id="{9D21A72F-2845-8CFA-A089-D24749AFF482}"/>
                    </a:ext>
                  </a:extLst>
                </p14:cNvPr>
                <p14:cNvContentPartPr/>
                <p14:nvPr/>
              </p14:nvContentPartPr>
              <p14:xfrm>
                <a:off x="8951320" y="5900612"/>
                <a:ext cx="166320" cy="110160"/>
              </p14:xfrm>
            </p:contentPart>
          </mc:Choice>
          <mc:Fallback>
            <p:pic>
              <p:nvPicPr>
                <p:cNvPr id="128" name="Ink 127">
                  <a:extLst>
                    <a:ext uri="{FF2B5EF4-FFF2-40B4-BE49-F238E27FC236}">
                      <a16:creationId xmlns:a16="http://schemas.microsoft.com/office/drawing/2014/main" id="{9D21A72F-2845-8CFA-A089-D24749AFF482}"/>
                    </a:ext>
                  </a:extLst>
                </p:cNvPr>
                <p:cNvPicPr/>
                <p:nvPr/>
              </p:nvPicPr>
              <p:blipFill>
                <a:blip r:embed="rId189"/>
                <a:stretch>
                  <a:fillRect/>
                </a:stretch>
              </p:blipFill>
              <p:spPr>
                <a:xfrm>
                  <a:off x="8942680" y="5891612"/>
                  <a:ext cx="183960" cy="12780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29" name="Ink 128">
                  <a:extLst>
                    <a:ext uri="{FF2B5EF4-FFF2-40B4-BE49-F238E27FC236}">
                      <a16:creationId xmlns:a16="http://schemas.microsoft.com/office/drawing/2014/main" id="{A813CDE2-531E-0326-689D-E1034CB684FF}"/>
                    </a:ext>
                  </a:extLst>
                </p14:cNvPr>
                <p14:cNvContentPartPr/>
                <p14:nvPr/>
              </p14:nvContentPartPr>
              <p14:xfrm>
                <a:off x="9186040" y="5632412"/>
                <a:ext cx="135720" cy="137880"/>
              </p14:xfrm>
            </p:contentPart>
          </mc:Choice>
          <mc:Fallback>
            <p:pic>
              <p:nvPicPr>
                <p:cNvPr id="129" name="Ink 128">
                  <a:extLst>
                    <a:ext uri="{FF2B5EF4-FFF2-40B4-BE49-F238E27FC236}">
                      <a16:creationId xmlns:a16="http://schemas.microsoft.com/office/drawing/2014/main" id="{A813CDE2-531E-0326-689D-E1034CB684FF}"/>
                    </a:ext>
                  </a:extLst>
                </p:cNvPr>
                <p:cNvPicPr/>
                <p:nvPr/>
              </p:nvPicPr>
              <p:blipFill>
                <a:blip r:embed="rId191"/>
                <a:stretch>
                  <a:fillRect/>
                </a:stretch>
              </p:blipFill>
              <p:spPr>
                <a:xfrm>
                  <a:off x="9177400" y="5623412"/>
                  <a:ext cx="15336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30" name="Ink 129">
                  <a:extLst>
                    <a:ext uri="{FF2B5EF4-FFF2-40B4-BE49-F238E27FC236}">
                      <a16:creationId xmlns:a16="http://schemas.microsoft.com/office/drawing/2014/main" id="{9131ABE4-38BA-63F1-A976-9FF85188A6BF}"/>
                    </a:ext>
                  </a:extLst>
                </p14:cNvPr>
                <p14:cNvContentPartPr/>
                <p14:nvPr/>
              </p14:nvContentPartPr>
              <p14:xfrm>
                <a:off x="9039520" y="5611172"/>
                <a:ext cx="91440" cy="114120"/>
              </p14:xfrm>
            </p:contentPart>
          </mc:Choice>
          <mc:Fallback>
            <p:pic>
              <p:nvPicPr>
                <p:cNvPr id="130" name="Ink 129">
                  <a:extLst>
                    <a:ext uri="{FF2B5EF4-FFF2-40B4-BE49-F238E27FC236}">
                      <a16:creationId xmlns:a16="http://schemas.microsoft.com/office/drawing/2014/main" id="{9131ABE4-38BA-63F1-A976-9FF85188A6BF}"/>
                    </a:ext>
                  </a:extLst>
                </p:cNvPr>
                <p:cNvPicPr/>
                <p:nvPr/>
              </p:nvPicPr>
              <p:blipFill>
                <a:blip r:embed="rId193"/>
                <a:stretch>
                  <a:fillRect/>
                </a:stretch>
              </p:blipFill>
              <p:spPr>
                <a:xfrm>
                  <a:off x="9030520" y="5602172"/>
                  <a:ext cx="10908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11" name="Ink 110">
                  <a:extLst>
                    <a:ext uri="{FF2B5EF4-FFF2-40B4-BE49-F238E27FC236}">
                      <a16:creationId xmlns:a16="http://schemas.microsoft.com/office/drawing/2014/main" id="{30C2481E-F98C-1B01-C322-55632A60148D}"/>
                    </a:ext>
                  </a:extLst>
                </p14:cNvPr>
                <p14:cNvContentPartPr/>
                <p14:nvPr/>
              </p14:nvContentPartPr>
              <p14:xfrm>
                <a:off x="7292800" y="6427652"/>
                <a:ext cx="299880" cy="252000"/>
              </p14:xfrm>
            </p:contentPart>
          </mc:Choice>
          <mc:Fallback>
            <p:pic>
              <p:nvPicPr>
                <p:cNvPr id="111" name="Ink 110">
                  <a:extLst>
                    <a:ext uri="{FF2B5EF4-FFF2-40B4-BE49-F238E27FC236}">
                      <a16:creationId xmlns:a16="http://schemas.microsoft.com/office/drawing/2014/main" id="{30C2481E-F98C-1B01-C322-55632A60148D}"/>
                    </a:ext>
                  </a:extLst>
                </p:cNvPr>
                <p:cNvPicPr/>
                <p:nvPr/>
              </p:nvPicPr>
              <p:blipFill>
                <a:blip r:embed="rId195"/>
                <a:stretch>
                  <a:fillRect/>
                </a:stretch>
              </p:blipFill>
              <p:spPr>
                <a:xfrm>
                  <a:off x="7284160" y="6419012"/>
                  <a:ext cx="317520" cy="26964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12" name="Ink 111">
                  <a:extLst>
                    <a:ext uri="{FF2B5EF4-FFF2-40B4-BE49-F238E27FC236}">
                      <a16:creationId xmlns:a16="http://schemas.microsoft.com/office/drawing/2014/main" id="{3B13137C-E60F-F4A0-8912-B479189C10A8}"/>
                    </a:ext>
                  </a:extLst>
                </p14:cNvPr>
                <p14:cNvContentPartPr/>
                <p14:nvPr/>
              </p14:nvContentPartPr>
              <p14:xfrm>
                <a:off x="7331680" y="6644012"/>
                <a:ext cx="234720" cy="189720"/>
              </p14:xfrm>
            </p:contentPart>
          </mc:Choice>
          <mc:Fallback>
            <p:pic>
              <p:nvPicPr>
                <p:cNvPr id="112" name="Ink 111">
                  <a:extLst>
                    <a:ext uri="{FF2B5EF4-FFF2-40B4-BE49-F238E27FC236}">
                      <a16:creationId xmlns:a16="http://schemas.microsoft.com/office/drawing/2014/main" id="{3B13137C-E60F-F4A0-8912-B479189C10A8}"/>
                    </a:ext>
                  </a:extLst>
                </p:cNvPr>
                <p:cNvPicPr/>
                <p:nvPr/>
              </p:nvPicPr>
              <p:blipFill>
                <a:blip r:embed="rId197"/>
                <a:stretch>
                  <a:fillRect/>
                </a:stretch>
              </p:blipFill>
              <p:spPr>
                <a:xfrm>
                  <a:off x="7322680" y="6635012"/>
                  <a:ext cx="252360" cy="20736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33" name="Ink 132">
                  <a:extLst>
                    <a:ext uri="{FF2B5EF4-FFF2-40B4-BE49-F238E27FC236}">
                      <a16:creationId xmlns:a16="http://schemas.microsoft.com/office/drawing/2014/main" id="{E35A67EE-706F-8162-E5B4-9DFC2CBE4AFE}"/>
                    </a:ext>
                  </a:extLst>
                </p14:cNvPr>
                <p14:cNvContentPartPr/>
                <p14:nvPr/>
              </p14:nvContentPartPr>
              <p14:xfrm>
                <a:off x="6921280" y="6135332"/>
                <a:ext cx="321480" cy="285480"/>
              </p14:xfrm>
            </p:contentPart>
          </mc:Choice>
          <mc:Fallback>
            <p:pic>
              <p:nvPicPr>
                <p:cNvPr id="133" name="Ink 132">
                  <a:extLst>
                    <a:ext uri="{FF2B5EF4-FFF2-40B4-BE49-F238E27FC236}">
                      <a16:creationId xmlns:a16="http://schemas.microsoft.com/office/drawing/2014/main" id="{E35A67EE-706F-8162-E5B4-9DFC2CBE4AFE}"/>
                    </a:ext>
                  </a:extLst>
                </p:cNvPr>
                <p:cNvPicPr/>
                <p:nvPr/>
              </p:nvPicPr>
              <p:blipFill>
                <a:blip r:embed="rId199"/>
                <a:stretch>
                  <a:fillRect/>
                </a:stretch>
              </p:blipFill>
              <p:spPr>
                <a:xfrm>
                  <a:off x="6912280" y="6126692"/>
                  <a:ext cx="33912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34" name="Ink 133">
                  <a:extLst>
                    <a:ext uri="{FF2B5EF4-FFF2-40B4-BE49-F238E27FC236}">
                      <a16:creationId xmlns:a16="http://schemas.microsoft.com/office/drawing/2014/main" id="{C68DDF07-9981-46D1-DAD5-1113EFC31E52}"/>
                    </a:ext>
                  </a:extLst>
                </p14:cNvPr>
                <p14:cNvContentPartPr/>
                <p14:nvPr/>
              </p14:nvContentPartPr>
              <p14:xfrm>
                <a:off x="6790600" y="6300212"/>
                <a:ext cx="349920" cy="292320"/>
              </p14:xfrm>
            </p:contentPart>
          </mc:Choice>
          <mc:Fallback>
            <p:pic>
              <p:nvPicPr>
                <p:cNvPr id="134" name="Ink 133">
                  <a:extLst>
                    <a:ext uri="{FF2B5EF4-FFF2-40B4-BE49-F238E27FC236}">
                      <a16:creationId xmlns:a16="http://schemas.microsoft.com/office/drawing/2014/main" id="{C68DDF07-9981-46D1-DAD5-1113EFC31E52}"/>
                    </a:ext>
                  </a:extLst>
                </p:cNvPr>
                <p:cNvPicPr/>
                <p:nvPr/>
              </p:nvPicPr>
              <p:blipFill>
                <a:blip r:embed="rId201"/>
                <a:stretch>
                  <a:fillRect/>
                </a:stretch>
              </p:blipFill>
              <p:spPr>
                <a:xfrm>
                  <a:off x="6781600" y="6291212"/>
                  <a:ext cx="367560" cy="30996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35" name="Ink 134">
                  <a:extLst>
                    <a:ext uri="{FF2B5EF4-FFF2-40B4-BE49-F238E27FC236}">
                      <a16:creationId xmlns:a16="http://schemas.microsoft.com/office/drawing/2014/main" id="{F8994BCB-1A79-D4E7-A285-ED5388AA0A89}"/>
                    </a:ext>
                  </a:extLst>
                </p14:cNvPr>
                <p14:cNvContentPartPr/>
                <p14:nvPr/>
              </p14:nvContentPartPr>
              <p14:xfrm>
                <a:off x="7103440" y="6177092"/>
                <a:ext cx="139680" cy="153000"/>
              </p14:xfrm>
            </p:contentPart>
          </mc:Choice>
          <mc:Fallback>
            <p:pic>
              <p:nvPicPr>
                <p:cNvPr id="135" name="Ink 134">
                  <a:extLst>
                    <a:ext uri="{FF2B5EF4-FFF2-40B4-BE49-F238E27FC236}">
                      <a16:creationId xmlns:a16="http://schemas.microsoft.com/office/drawing/2014/main" id="{F8994BCB-1A79-D4E7-A285-ED5388AA0A89}"/>
                    </a:ext>
                  </a:extLst>
                </p:cNvPr>
                <p:cNvPicPr/>
                <p:nvPr/>
              </p:nvPicPr>
              <p:blipFill>
                <a:blip r:embed="rId203"/>
                <a:stretch>
                  <a:fillRect/>
                </a:stretch>
              </p:blipFill>
              <p:spPr>
                <a:xfrm>
                  <a:off x="7094800" y="6168092"/>
                  <a:ext cx="15732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36" name="Ink 135">
                  <a:extLst>
                    <a:ext uri="{FF2B5EF4-FFF2-40B4-BE49-F238E27FC236}">
                      <a16:creationId xmlns:a16="http://schemas.microsoft.com/office/drawing/2014/main" id="{3827746E-3D25-B498-F276-343DDC4CC64F}"/>
                    </a:ext>
                  </a:extLst>
                </p14:cNvPr>
                <p14:cNvContentPartPr/>
                <p14:nvPr/>
              </p14:nvContentPartPr>
              <p14:xfrm>
                <a:off x="6870880" y="6209852"/>
                <a:ext cx="115560" cy="88920"/>
              </p14:xfrm>
            </p:contentPart>
          </mc:Choice>
          <mc:Fallback>
            <p:pic>
              <p:nvPicPr>
                <p:cNvPr id="136" name="Ink 135">
                  <a:extLst>
                    <a:ext uri="{FF2B5EF4-FFF2-40B4-BE49-F238E27FC236}">
                      <a16:creationId xmlns:a16="http://schemas.microsoft.com/office/drawing/2014/main" id="{3827746E-3D25-B498-F276-343DDC4CC64F}"/>
                    </a:ext>
                  </a:extLst>
                </p:cNvPr>
                <p:cNvPicPr/>
                <p:nvPr/>
              </p:nvPicPr>
              <p:blipFill>
                <a:blip r:embed="rId205"/>
                <a:stretch>
                  <a:fillRect/>
                </a:stretch>
              </p:blipFill>
              <p:spPr>
                <a:xfrm>
                  <a:off x="6861880" y="6200852"/>
                  <a:ext cx="13320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37" name="Ink 136">
                  <a:extLst>
                    <a:ext uri="{FF2B5EF4-FFF2-40B4-BE49-F238E27FC236}">
                      <a16:creationId xmlns:a16="http://schemas.microsoft.com/office/drawing/2014/main" id="{D5820B24-6628-4D16-CF49-DAB7C37F7DF4}"/>
                    </a:ext>
                  </a:extLst>
                </p14:cNvPr>
                <p14:cNvContentPartPr/>
                <p14:nvPr/>
              </p14:nvContentPartPr>
              <p14:xfrm>
                <a:off x="7136920" y="6367892"/>
                <a:ext cx="106200" cy="96120"/>
              </p14:xfrm>
            </p:contentPart>
          </mc:Choice>
          <mc:Fallback>
            <p:pic>
              <p:nvPicPr>
                <p:cNvPr id="137" name="Ink 136">
                  <a:extLst>
                    <a:ext uri="{FF2B5EF4-FFF2-40B4-BE49-F238E27FC236}">
                      <a16:creationId xmlns:a16="http://schemas.microsoft.com/office/drawing/2014/main" id="{D5820B24-6628-4D16-CF49-DAB7C37F7DF4}"/>
                    </a:ext>
                  </a:extLst>
                </p:cNvPr>
                <p:cNvPicPr/>
                <p:nvPr/>
              </p:nvPicPr>
              <p:blipFill>
                <a:blip r:embed="rId207"/>
                <a:stretch>
                  <a:fillRect/>
                </a:stretch>
              </p:blipFill>
              <p:spPr>
                <a:xfrm>
                  <a:off x="7127920" y="6358892"/>
                  <a:ext cx="12384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38" name="Ink 137">
                  <a:extLst>
                    <a:ext uri="{FF2B5EF4-FFF2-40B4-BE49-F238E27FC236}">
                      <a16:creationId xmlns:a16="http://schemas.microsoft.com/office/drawing/2014/main" id="{A2C60E29-4AE0-BC72-00B6-863BABC7E9BB}"/>
                    </a:ext>
                  </a:extLst>
                </p14:cNvPr>
                <p14:cNvContentPartPr/>
                <p14:nvPr/>
              </p14:nvContentPartPr>
              <p14:xfrm>
                <a:off x="6760360" y="6426932"/>
                <a:ext cx="101160" cy="110880"/>
              </p14:xfrm>
            </p:contentPart>
          </mc:Choice>
          <mc:Fallback>
            <p:pic>
              <p:nvPicPr>
                <p:cNvPr id="138" name="Ink 137">
                  <a:extLst>
                    <a:ext uri="{FF2B5EF4-FFF2-40B4-BE49-F238E27FC236}">
                      <a16:creationId xmlns:a16="http://schemas.microsoft.com/office/drawing/2014/main" id="{A2C60E29-4AE0-BC72-00B6-863BABC7E9BB}"/>
                    </a:ext>
                  </a:extLst>
                </p:cNvPr>
                <p:cNvPicPr/>
                <p:nvPr/>
              </p:nvPicPr>
              <p:blipFill>
                <a:blip r:embed="rId209"/>
                <a:stretch>
                  <a:fillRect/>
                </a:stretch>
              </p:blipFill>
              <p:spPr>
                <a:xfrm>
                  <a:off x="6751360" y="6417932"/>
                  <a:ext cx="11880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43" name="Ink 142">
                  <a:extLst>
                    <a:ext uri="{FF2B5EF4-FFF2-40B4-BE49-F238E27FC236}">
                      <a16:creationId xmlns:a16="http://schemas.microsoft.com/office/drawing/2014/main" id="{C4C37FB7-FF56-4D44-F13C-556F338D6C5C}"/>
                    </a:ext>
                  </a:extLst>
                </p14:cNvPr>
                <p14:cNvContentPartPr/>
                <p14:nvPr/>
              </p14:nvContentPartPr>
              <p14:xfrm>
                <a:off x="6620680" y="4724132"/>
                <a:ext cx="188640" cy="121680"/>
              </p14:xfrm>
            </p:contentPart>
          </mc:Choice>
          <mc:Fallback>
            <p:pic>
              <p:nvPicPr>
                <p:cNvPr id="143" name="Ink 142">
                  <a:extLst>
                    <a:ext uri="{FF2B5EF4-FFF2-40B4-BE49-F238E27FC236}">
                      <a16:creationId xmlns:a16="http://schemas.microsoft.com/office/drawing/2014/main" id="{C4C37FB7-FF56-4D44-F13C-556F338D6C5C}"/>
                    </a:ext>
                  </a:extLst>
                </p:cNvPr>
                <p:cNvPicPr/>
                <p:nvPr/>
              </p:nvPicPr>
              <p:blipFill>
                <a:blip r:embed="rId211"/>
                <a:stretch>
                  <a:fillRect/>
                </a:stretch>
              </p:blipFill>
              <p:spPr>
                <a:xfrm>
                  <a:off x="6611680" y="4715132"/>
                  <a:ext cx="206280" cy="13932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44" name="Ink 143">
                  <a:extLst>
                    <a:ext uri="{FF2B5EF4-FFF2-40B4-BE49-F238E27FC236}">
                      <a16:creationId xmlns:a16="http://schemas.microsoft.com/office/drawing/2014/main" id="{86D9FC5D-EE50-6EB7-2F2B-6C2F4624E8F7}"/>
                    </a:ext>
                  </a:extLst>
                </p14:cNvPr>
                <p14:cNvContentPartPr/>
                <p14:nvPr/>
              </p14:nvContentPartPr>
              <p14:xfrm>
                <a:off x="6874120" y="4669772"/>
                <a:ext cx="87840" cy="201960"/>
              </p14:xfrm>
            </p:contentPart>
          </mc:Choice>
          <mc:Fallback>
            <p:pic>
              <p:nvPicPr>
                <p:cNvPr id="144" name="Ink 143">
                  <a:extLst>
                    <a:ext uri="{FF2B5EF4-FFF2-40B4-BE49-F238E27FC236}">
                      <a16:creationId xmlns:a16="http://schemas.microsoft.com/office/drawing/2014/main" id="{86D9FC5D-EE50-6EB7-2F2B-6C2F4624E8F7}"/>
                    </a:ext>
                  </a:extLst>
                </p:cNvPr>
                <p:cNvPicPr/>
                <p:nvPr/>
              </p:nvPicPr>
              <p:blipFill>
                <a:blip r:embed="rId213"/>
                <a:stretch>
                  <a:fillRect/>
                </a:stretch>
              </p:blipFill>
              <p:spPr>
                <a:xfrm>
                  <a:off x="6865480" y="4661132"/>
                  <a:ext cx="105480" cy="21960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45" name="Ink 144">
                  <a:extLst>
                    <a:ext uri="{FF2B5EF4-FFF2-40B4-BE49-F238E27FC236}">
                      <a16:creationId xmlns:a16="http://schemas.microsoft.com/office/drawing/2014/main" id="{6B20157B-9FBA-8DDE-3860-A4A64D3FE1BC}"/>
                    </a:ext>
                  </a:extLst>
                </p14:cNvPr>
                <p14:cNvContentPartPr/>
                <p14:nvPr/>
              </p14:nvContentPartPr>
              <p14:xfrm>
                <a:off x="7005880" y="4662932"/>
                <a:ext cx="198000" cy="129240"/>
              </p14:xfrm>
            </p:contentPart>
          </mc:Choice>
          <mc:Fallback>
            <p:pic>
              <p:nvPicPr>
                <p:cNvPr id="145" name="Ink 144">
                  <a:extLst>
                    <a:ext uri="{FF2B5EF4-FFF2-40B4-BE49-F238E27FC236}">
                      <a16:creationId xmlns:a16="http://schemas.microsoft.com/office/drawing/2014/main" id="{6B20157B-9FBA-8DDE-3860-A4A64D3FE1BC}"/>
                    </a:ext>
                  </a:extLst>
                </p:cNvPr>
                <p:cNvPicPr/>
                <p:nvPr/>
              </p:nvPicPr>
              <p:blipFill>
                <a:blip r:embed="rId215"/>
                <a:stretch>
                  <a:fillRect/>
                </a:stretch>
              </p:blipFill>
              <p:spPr>
                <a:xfrm>
                  <a:off x="6996880" y="4653932"/>
                  <a:ext cx="215640" cy="14688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46" name="Ink 145">
                  <a:extLst>
                    <a:ext uri="{FF2B5EF4-FFF2-40B4-BE49-F238E27FC236}">
                      <a16:creationId xmlns:a16="http://schemas.microsoft.com/office/drawing/2014/main" id="{B6248FCB-5CB0-0E29-C5A8-A46560AAF248}"/>
                    </a:ext>
                  </a:extLst>
                </p14:cNvPr>
                <p14:cNvContentPartPr/>
                <p14:nvPr/>
              </p14:nvContentPartPr>
              <p14:xfrm>
                <a:off x="7308280" y="4655732"/>
                <a:ext cx="14040" cy="80640"/>
              </p14:xfrm>
            </p:contentPart>
          </mc:Choice>
          <mc:Fallback>
            <p:pic>
              <p:nvPicPr>
                <p:cNvPr id="146" name="Ink 145">
                  <a:extLst>
                    <a:ext uri="{FF2B5EF4-FFF2-40B4-BE49-F238E27FC236}">
                      <a16:creationId xmlns:a16="http://schemas.microsoft.com/office/drawing/2014/main" id="{B6248FCB-5CB0-0E29-C5A8-A46560AAF248}"/>
                    </a:ext>
                  </a:extLst>
                </p:cNvPr>
                <p:cNvPicPr/>
                <p:nvPr/>
              </p:nvPicPr>
              <p:blipFill>
                <a:blip r:embed="rId217"/>
                <a:stretch>
                  <a:fillRect/>
                </a:stretch>
              </p:blipFill>
              <p:spPr>
                <a:xfrm>
                  <a:off x="7299280" y="4646732"/>
                  <a:ext cx="31680" cy="9828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47" name="Ink 146">
                  <a:extLst>
                    <a:ext uri="{FF2B5EF4-FFF2-40B4-BE49-F238E27FC236}">
                      <a16:creationId xmlns:a16="http://schemas.microsoft.com/office/drawing/2014/main" id="{7F038095-2638-C9F0-0658-A6286951149C}"/>
                    </a:ext>
                  </a:extLst>
                </p14:cNvPr>
                <p14:cNvContentPartPr/>
                <p14:nvPr/>
              </p14:nvContentPartPr>
              <p14:xfrm>
                <a:off x="7355080" y="4525772"/>
                <a:ext cx="6480" cy="11520"/>
              </p14:xfrm>
            </p:contentPart>
          </mc:Choice>
          <mc:Fallback>
            <p:pic>
              <p:nvPicPr>
                <p:cNvPr id="147" name="Ink 146">
                  <a:extLst>
                    <a:ext uri="{FF2B5EF4-FFF2-40B4-BE49-F238E27FC236}">
                      <a16:creationId xmlns:a16="http://schemas.microsoft.com/office/drawing/2014/main" id="{7F038095-2638-C9F0-0658-A6286951149C}"/>
                    </a:ext>
                  </a:extLst>
                </p:cNvPr>
                <p:cNvPicPr/>
                <p:nvPr/>
              </p:nvPicPr>
              <p:blipFill>
                <a:blip r:embed="rId219"/>
                <a:stretch>
                  <a:fillRect/>
                </a:stretch>
              </p:blipFill>
              <p:spPr>
                <a:xfrm>
                  <a:off x="7346440" y="4517132"/>
                  <a:ext cx="2412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48" name="Ink 147">
                  <a:extLst>
                    <a:ext uri="{FF2B5EF4-FFF2-40B4-BE49-F238E27FC236}">
                      <a16:creationId xmlns:a16="http://schemas.microsoft.com/office/drawing/2014/main" id="{D56E55BA-8702-FCA8-D61D-16C2EA46F29E}"/>
                    </a:ext>
                  </a:extLst>
                </p14:cNvPr>
                <p14:cNvContentPartPr/>
                <p14:nvPr/>
              </p14:nvContentPartPr>
              <p14:xfrm>
                <a:off x="7393960" y="4650332"/>
                <a:ext cx="89280" cy="58320"/>
              </p14:xfrm>
            </p:contentPart>
          </mc:Choice>
          <mc:Fallback>
            <p:pic>
              <p:nvPicPr>
                <p:cNvPr id="148" name="Ink 147">
                  <a:extLst>
                    <a:ext uri="{FF2B5EF4-FFF2-40B4-BE49-F238E27FC236}">
                      <a16:creationId xmlns:a16="http://schemas.microsoft.com/office/drawing/2014/main" id="{D56E55BA-8702-FCA8-D61D-16C2EA46F29E}"/>
                    </a:ext>
                  </a:extLst>
                </p:cNvPr>
                <p:cNvPicPr/>
                <p:nvPr/>
              </p:nvPicPr>
              <p:blipFill>
                <a:blip r:embed="rId221"/>
                <a:stretch>
                  <a:fillRect/>
                </a:stretch>
              </p:blipFill>
              <p:spPr>
                <a:xfrm>
                  <a:off x="7385320" y="4641332"/>
                  <a:ext cx="106920" cy="7596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49" name="Ink 148">
                  <a:extLst>
                    <a:ext uri="{FF2B5EF4-FFF2-40B4-BE49-F238E27FC236}">
                      <a16:creationId xmlns:a16="http://schemas.microsoft.com/office/drawing/2014/main" id="{3A35EE96-BE73-0571-F9DA-1A48FF28441C}"/>
                    </a:ext>
                  </a:extLst>
                </p14:cNvPr>
                <p14:cNvContentPartPr/>
                <p14:nvPr/>
              </p14:nvContentPartPr>
              <p14:xfrm>
                <a:off x="7559200" y="4581932"/>
                <a:ext cx="43560" cy="122400"/>
              </p14:xfrm>
            </p:contentPart>
          </mc:Choice>
          <mc:Fallback>
            <p:pic>
              <p:nvPicPr>
                <p:cNvPr id="149" name="Ink 148">
                  <a:extLst>
                    <a:ext uri="{FF2B5EF4-FFF2-40B4-BE49-F238E27FC236}">
                      <a16:creationId xmlns:a16="http://schemas.microsoft.com/office/drawing/2014/main" id="{3A35EE96-BE73-0571-F9DA-1A48FF28441C}"/>
                    </a:ext>
                  </a:extLst>
                </p:cNvPr>
                <p:cNvPicPr/>
                <p:nvPr/>
              </p:nvPicPr>
              <p:blipFill>
                <a:blip r:embed="rId223"/>
                <a:stretch>
                  <a:fillRect/>
                </a:stretch>
              </p:blipFill>
              <p:spPr>
                <a:xfrm>
                  <a:off x="7550560" y="4572932"/>
                  <a:ext cx="61200" cy="14004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50" name="Ink 149">
                  <a:extLst>
                    <a:ext uri="{FF2B5EF4-FFF2-40B4-BE49-F238E27FC236}">
                      <a16:creationId xmlns:a16="http://schemas.microsoft.com/office/drawing/2014/main" id="{4D37E43D-B312-6C4E-9DD6-D0FD12E2D6BA}"/>
                    </a:ext>
                  </a:extLst>
                </p14:cNvPr>
                <p14:cNvContentPartPr/>
                <p14:nvPr/>
              </p14:nvContentPartPr>
              <p14:xfrm>
                <a:off x="7657120" y="4476812"/>
                <a:ext cx="12600" cy="194760"/>
              </p14:xfrm>
            </p:contentPart>
          </mc:Choice>
          <mc:Fallback>
            <p:pic>
              <p:nvPicPr>
                <p:cNvPr id="150" name="Ink 149">
                  <a:extLst>
                    <a:ext uri="{FF2B5EF4-FFF2-40B4-BE49-F238E27FC236}">
                      <a16:creationId xmlns:a16="http://schemas.microsoft.com/office/drawing/2014/main" id="{4D37E43D-B312-6C4E-9DD6-D0FD12E2D6BA}"/>
                    </a:ext>
                  </a:extLst>
                </p:cNvPr>
                <p:cNvPicPr/>
                <p:nvPr/>
              </p:nvPicPr>
              <p:blipFill>
                <a:blip r:embed="rId225"/>
                <a:stretch>
                  <a:fillRect/>
                </a:stretch>
              </p:blipFill>
              <p:spPr>
                <a:xfrm>
                  <a:off x="7648120" y="4467812"/>
                  <a:ext cx="30240" cy="21240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51" name="Ink 150">
                  <a:extLst>
                    <a:ext uri="{FF2B5EF4-FFF2-40B4-BE49-F238E27FC236}">
                      <a16:creationId xmlns:a16="http://schemas.microsoft.com/office/drawing/2014/main" id="{804F69AA-8D98-6996-A574-C44AB866B4FB}"/>
                    </a:ext>
                  </a:extLst>
                </p14:cNvPr>
                <p14:cNvContentPartPr/>
                <p14:nvPr/>
              </p14:nvContentPartPr>
              <p14:xfrm>
                <a:off x="7676560" y="4408772"/>
                <a:ext cx="355320" cy="260640"/>
              </p14:xfrm>
            </p:contentPart>
          </mc:Choice>
          <mc:Fallback>
            <p:pic>
              <p:nvPicPr>
                <p:cNvPr id="151" name="Ink 150">
                  <a:extLst>
                    <a:ext uri="{FF2B5EF4-FFF2-40B4-BE49-F238E27FC236}">
                      <a16:creationId xmlns:a16="http://schemas.microsoft.com/office/drawing/2014/main" id="{804F69AA-8D98-6996-A574-C44AB866B4FB}"/>
                    </a:ext>
                  </a:extLst>
                </p:cNvPr>
                <p:cNvPicPr/>
                <p:nvPr/>
              </p:nvPicPr>
              <p:blipFill>
                <a:blip r:embed="rId227"/>
                <a:stretch>
                  <a:fillRect/>
                </a:stretch>
              </p:blipFill>
              <p:spPr>
                <a:xfrm>
                  <a:off x="7667920" y="4399772"/>
                  <a:ext cx="372960" cy="27828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52" name="Ink 151">
                  <a:extLst>
                    <a:ext uri="{FF2B5EF4-FFF2-40B4-BE49-F238E27FC236}">
                      <a16:creationId xmlns:a16="http://schemas.microsoft.com/office/drawing/2014/main" id="{3CBC28FB-E915-6645-A25D-5900143DF221}"/>
                    </a:ext>
                  </a:extLst>
                </p14:cNvPr>
                <p14:cNvContentPartPr/>
                <p14:nvPr/>
              </p14:nvContentPartPr>
              <p14:xfrm>
                <a:off x="6795280" y="4709732"/>
                <a:ext cx="1251720" cy="158400"/>
              </p14:xfrm>
            </p:contentPart>
          </mc:Choice>
          <mc:Fallback>
            <p:pic>
              <p:nvPicPr>
                <p:cNvPr id="152" name="Ink 151">
                  <a:extLst>
                    <a:ext uri="{FF2B5EF4-FFF2-40B4-BE49-F238E27FC236}">
                      <a16:creationId xmlns:a16="http://schemas.microsoft.com/office/drawing/2014/main" id="{3CBC28FB-E915-6645-A25D-5900143DF221}"/>
                    </a:ext>
                  </a:extLst>
                </p:cNvPr>
                <p:cNvPicPr/>
                <p:nvPr/>
              </p:nvPicPr>
              <p:blipFill>
                <a:blip r:embed="rId229"/>
                <a:stretch>
                  <a:fillRect/>
                </a:stretch>
              </p:blipFill>
              <p:spPr>
                <a:xfrm>
                  <a:off x="6786640" y="4701092"/>
                  <a:ext cx="126936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54" name="Ink 153">
                  <a:extLst>
                    <a:ext uri="{FF2B5EF4-FFF2-40B4-BE49-F238E27FC236}">
                      <a16:creationId xmlns:a16="http://schemas.microsoft.com/office/drawing/2014/main" id="{7535FDA7-B196-0070-D306-26D5F1418B48}"/>
                    </a:ext>
                  </a:extLst>
                </p14:cNvPr>
                <p14:cNvContentPartPr/>
                <p14:nvPr/>
              </p14:nvContentPartPr>
              <p14:xfrm>
                <a:off x="7867720" y="4788932"/>
                <a:ext cx="665640" cy="303120"/>
              </p14:xfrm>
            </p:contentPart>
          </mc:Choice>
          <mc:Fallback>
            <p:pic>
              <p:nvPicPr>
                <p:cNvPr id="154" name="Ink 153">
                  <a:extLst>
                    <a:ext uri="{FF2B5EF4-FFF2-40B4-BE49-F238E27FC236}">
                      <a16:creationId xmlns:a16="http://schemas.microsoft.com/office/drawing/2014/main" id="{7535FDA7-B196-0070-D306-26D5F1418B48}"/>
                    </a:ext>
                  </a:extLst>
                </p:cNvPr>
                <p:cNvPicPr/>
                <p:nvPr/>
              </p:nvPicPr>
              <p:blipFill>
                <a:blip r:embed="rId231"/>
                <a:stretch>
                  <a:fillRect/>
                </a:stretch>
              </p:blipFill>
              <p:spPr>
                <a:xfrm>
                  <a:off x="7858720" y="4779932"/>
                  <a:ext cx="683280" cy="32076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55" name="Ink 154">
                  <a:extLst>
                    <a:ext uri="{FF2B5EF4-FFF2-40B4-BE49-F238E27FC236}">
                      <a16:creationId xmlns:a16="http://schemas.microsoft.com/office/drawing/2014/main" id="{9EAD3A9F-FC52-3125-30D2-BC411E062511}"/>
                    </a:ext>
                  </a:extLst>
                </p14:cNvPr>
                <p14:cNvContentPartPr/>
                <p14:nvPr/>
              </p14:nvContentPartPr>
              <p14:xfrm>
                <a:off x="8624080" y="5144252"/>
                <a:ext cx="420840" cy="87480"/>
              </p14:xfrm>
            </p:contentPart>
          </mc:Choice>
          <mc:Fallback>
            <p:pic>
              <p:nvPicPr>
                <p:cNvPr id="155" name="Ink 154">
                  <a:extLst>
                    <a:ext uri="{FF2B5EF4-FFF2-40B4-BE49-F238E27FC236}">
                      <a16:creationId xmlns:a16="http://schemas.microsoft.com/office/drawing/2014/main" id="{9EAD3A9F-FC52-3125-30D2-BC411E062511}"/>
                    </a:ext>
                  </a:extLst>
                </p:cNvPr>
                <p:cNvPicPr/>
                <p:nvPr/>
              </p:nvPicPr>
              <p:blipFill>
                <a:blip r:embed="rId233"/>
                <a:stretch>
                  <a:fillRect/>
                </a:stretch>
              </p:blipFill>
              <p:spPr>
                <a:xfrm>
                  <a:off x="8615080" y="5135252"/>
                  <a:ext cx="43848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56" name="Ink 155">
                  <a:extLst>
                    <a:ext uri="{FF2B5EF4-FFF2-40B4-BE49-F238E27FC236}">
                      <a16:creationId xmlns:a16="http://schemas.microsoft.com/office/drawing/2014/main" id="{B7BE7FE9-8F94-D590-8DDC-C506A615C864}"/>
                    </a:ext>
                  </a:extLst>
                </p14:cNvPr>
                <p14:cNvContentPartPr/>
                <p14:nvPr/>
              </p14:nvContentPartPr>
              <p14:xfrm>
                <a:off x="9164440" y="5032292"/>
                <a:ext cx="153720" cy="240480"/>
              </p14:xfrm>
            </p:contentPart>
          </mc:Choice>
          <mc:Fallback>
            <p:pic>
              <p:nvPicPr>
                <p:cNvPr id="156" name="Ink 155">
                  <a:extLst>
                    <a:ext uri="{FF2B5EF4-FFF2-40B4-BE49-F238E27FC236}">
                      <a16:creationId xmlns:a16="http://schemas.microsoft.com/office/drawing/2014/main" id="{B7BE7FE9-8F94-D590-8DDC-C506A615C864}"/>
                    </a:ext>
                  </a:extLst>
                </p:cNvPr>
                <p:cNvPicPr/>
                <p:nvPr/>
              </p:nvPicPr>
              <p:blipFill>
                <a:blip r:embed="rId235"/>
                <a:stretch>
                  <a:fillRect/>
                </a:stretch>
              </p:blipFill>
              <p:spPr>
                <a:xfrm>
                  <a:off x="9155800" y="5023652"/>
                  <a:ext cx="171360" cy="2581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57" name="Ink 156">
                  <a:extLst>
                    <a:ext uri="{FF2B5EF4-FFF2-40B4-BE49-F238E27FC236}">
                      <a16:creationId xmlns:a16="http://schemas.microsoft.com/office/drawing/2014/main" id="{5EFB5CF3-4335-95C7-658E-AA49B4ACDB43}"/>
                    </a:ext>
                  </a:extLst>
                </p14:cNvPr>
                <p14:cNvContentPartPr/>
                <p14:nvPr/>
              </p14:nvContentPartPr>
              <p14:xfrm>
                <a:off x="9380440" y="5170532"/>
                <a:ext cx="108360" cy="97920"/>
              </p14:xfrm>
            </p:contentPart>
          </mc:Choice>
          <mc:Fallback>
            <p:pic>
              <p:nvPicPr>
                <p:cNvPr id="157" name="Ink 156">
                  <a:extLst>
                    <a:ext uri="{FF2B5EF4-FFF2-40B4-BE49-F238E27FC236}">
                      <a16:creationId xmlns:a16="http://schemas.microsoft.com/office/drawing/2014/main" id="{5EFB5CF3-4335-95C7-658E-AA49B4ACDB43}"/>
                    </a:ext>
                  </a:extLst>
                </p:cNvPr>
                <p:cNvPicPr/>
                <p:nvPr/>
              </p:nvPicPr>
              <p:blipFill>
                <a:blip r:embed="rId237"/>
                <a:stretch>
                  <a:fillRect/>
                </a:stretch>
              </p:blipFill>
              <p:spPr>
                <a:xfrm>
                  <a:off x="9371800" y="5161892"/>
                  <a:ext cx="126000" cy="11556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58" name="Ink 157">
                  <a:extLst>
                    <a:ext uri="{FF2B5EF4-FFF2-40B4-BE49-F238E27FC236}">
                      <a16:creationId xmlns:a16="http://schemas.microsoft.com/office/drawing/2014/main" id="{42C85E49-3E4F-1CE2-48A5-E00D99C06093}"/>
                    </a:ext>
                  </a:extLst>
                </p14:cNvPr>
                <p14:cNvContentPartPr/>
                <p14:nvPr/>
              </p14:nvContentPartPr>
              <p14:xfrm>
                <a:off x="9571240" y="5116892"/>
                <a:ext cx="381600" cy="271080"/>
              </p14:xfrm>
            </p:contentPart>
          </mc:Choice>
          <mc:Fallback>
            <p:pic>
              <p:nvPicPr>
                <p:cNvPr id="158" name="Ink 157">
                  <a:extLst>
                    <a:ext uri="{FF2B5EF4-FFF2-40B4-BE49-F238E27FC236}">
                      <a16:creationId xmlns:a16="http://schemas.microsoft.com/office/drawing/2014/main" id="{42C85E49-3E4F-1CE2-48A5-E00D99C06093}"/>
                    </a:ext>
                  </a:extLst>
                </p:cNvPr>
                <p:cNvPicPr/>
                <p:nvPr/>
              </p:nvPicPr>
              <p:blipFill>
                <a:blip r:embed="rId239"/>
                <a:stretch>
                  <a:fillRect/>
                </a:stretch>
              </p:blipFill>
              <p:spPr>
                <a:xfrm>
                  <a:off x="9562240" y="5108252"/>
                  <a:ext cx="399240" cy="28872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59" name="Ink 158">
                  <a:extLst>
                    <a:ext uri="{FF2B5EF4-FFF2-40B4-BE49-F238E27FC236}">
                      <a16:creationId xmlns:a16="http://schemas.microsoft.com/office/drawing/2014/main" id="{95F2B63D-82EB-D209-F903-776923588D2C}"/>
                    </a:ext>
                  </a:extLst>
                </p14:cNvPr>
                <p14:cNvContentPartPr/>
                <p14:nvPr/>
              </p14:nvContentPartPr>
              <p14:xfrm>
                <a:off x="10006480" y="5170532"/>
                <a:ext cx="76320" cy="123120"/>
              </p14:xfrm>
            </p:contentPart>
          </mc:Choice>
          <mc:Fallback>
            <p:pic>
              <p:nvPicPr>
                <p:cNvPr id="159" name="Ink 158">
                  <a:extLst>
                    <a:ext uri="{FF2B5EF4-FFF2-40B4-BE49-F238E27FC236}">
                      <a16:creationId xmlns:a16="http://schemas.microsoft.com/office/drawing/2014/main" id="{95F2B63D-82EB-D209-F903-776923588D2C}"/>
                    </a:ext>
                  </a:extLst>
                </p:cNvPr>
                <p:cNvPicPr/>
                <p:nvPr/>
              </p:nvPicPr>
              <p:blipFill>
                <a:blip r:embed="rId241"/>
                <a:stretch>
                  <a:fillRect/>
                </a:stretch>
              </p:blipFill>
              <p:spPr>
                <a:xfrm>
                  <a:off x="9997840" y="5161892"/>
                  <a:ext cx="93960" cy="14076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60" name="Ink 159">
                  <a:extLst>
                    <a:ext uri="{FF2B5EF4-FFF2-40B4-BE49-F238E27FC236}">
                      <a16:creationId xmlns:a16="http://schemas.microsoft.com/office/drawing/2014/main" id="{54F974B3-7AB8-61C6-C1D7-BA4813A189AA}"/>
                    </a:ext>
                  </a:extLst>
                </p14:cNvPr>
                <p14:cNvContentPartPr/>
                <p14:nvPr/>
              </p14:nvContentPartPr>
              <p14:xfrm>
                <a:off x="10183600" y="5262332"/>
                <a:ext cx="12960" cy="5760"/>
              </p14:xfrm>
            </p:contentPart>
          </mc:Choice>
          <mc:Fallback>
            <p:pic>
              <p:nvPicPr>
                <p:cNvPr id="160" name="Ink 159">
                  <a:extLst>
                    <a:ext uri="{FF2B5EF4-FFF2-40B4-BE49-F238E27FC236}">
                      <a16:creationId xmlns:a16="http://schemas.microsoft.com/office/drawing/2014/main" id="{54F974B3-7AB8-61C6-C1D7-BA4813A189AA}"/>
                    </a:ext>
                  </a:extLst>
                </p:cNvPr>
                <p:cNvPicPr/>
                <p:nvPr/>
              </p:nvPicPr>
              <p:blipFill>
                <a:blip r:embed="rId243"/>
                <a:stretch>
                  <a:fillRect/>
                </a:stretch>
              </p:blipFill>
              <p:spPr>
                <a:xfrm>
                  <a:off x="10174960" y="5253692"/>
                  <a:ext cx="30600" cy="2340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61" name="Ink 160">
                  <a:extLst>
                    <a:ext uri="{FF2B5EF4-FFF2-40B4-BE49-F238E27FC236}">
                      <a16:creationId xmlns:a16="http://schemas.microsoft.com/office/drawing/2014/main" id="{84EB6344-CA44-7756-F57D-10E9899C6871}"/>
                    </a:ext>
                  </a:extLst>
                </p14:cNvPr>
                <p14:cNvContentPartPr/>
                <p14:nvPr/>
              </p14:nvContentPartPr>
              <p14:xfrm>
                <a:off x="10176760" y="5198612"/>
                <a:ext cx="91440" cy="170640"/>
              </p14:xfrm>
            </p:contentPart>
          </mc:Choice>
          <mc:Fallback>
            <p:pic>
              <p:nvPicPr>
                <p:cNvPr id="161" name="Ink 160">
                  <a:extLst>
                    <a:ext uri="{FF2B5EF4-FFF2-40B4-BE49-F238E27FC236}">
                      <a16:creationId xmlns:a16="http://schemas.microsoft.com/office/drawing/2014/main" id="{84EB6344-CA44-7756-F57D-10E9899C6871}"/>
                    </a:ext>
                  </a:extLst>
                </p:cNvPr>
                <p:cNvPicPr/>
                <p:nvPr/>
              </p:nvPicPr>
              <p:blipFill>
                <a:blip r:embed="rId245"/>
                <a:stretch>
                  <a:fillRect/>
                </a:stretch>
              </p:blipFill>
              <p:spPr>
                <a:xfrm>
                  <a:off x="10167760" y="5189972"/>
                  <a:ext cx="10908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62" name="Ink 161">
                  <a:extLst>
                    <a:ext uri="{FF2B5EF4-FFF2-40B4-BE49-F238E27FC236}">
                      <a16:creationId xmlns:a16="http://schemas.microsoft.com/office/drawing/2014/main" id="{EF57F51D-77F0-046E-B9DA-9A17BBC043A2}"/>
                    </a:ext>
                  </a:extLst>
                </p14:cNvPr>
                <p14:cNvContentPartPr/>
                <p14:nvPr/>
              </p14:nvContentPartPr>
              <p14:xfrm>
                <a:off x="10304920" y="5110412"/>
                <a:ext cx="10080" cy="20880"/>
              </p14:xfrm>
            </p:contentPart>
          </mc:Choice>
          <mc:Fallback>
            <p:pic>
              <p:nvPicPr>
                <p:cNvPr id="162" name="Ink 161">
                  <a:extLst>
                    <a:ext uri="{FF2B5EF4-FFF2-40B4-BE49-F238E27FC236}">
                      <a16:creationId xmlns:a16="http://schemas.microsoft.com/office/drawing/2014/main" id="{EF57F51D-77F0-046E-B9DA-9A17BBC043A2}"/>
                    </a:ext>
                  </a:extLst>
                </p:cNvPr>
                <p:cNvPicPr/>
                <p:nvPr/>
              </p:nvPicPr>
              <p:blipFill>
                <a:blip r:embed="rId247"/>
                <a:stretch>
                  <a:fillRect/>
                </a:stretch>
              </p:blipFill>
              <p:spPr>
                <a:xfrm>
                  <a:off x="10295920" y="5101412"/>
                  <a:ext cx="27720" cy="3852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63" name="Ink 162">
                  <a:extLst>
                    <a:ext uri="{FF2B5EF4-FFF2-40B4-BE49-F238E27FC236}">
                      <a16:creationId xmlns:a16="http://schemas.microsoft.com/office/drawing/2014/main" id="{2496660A-EFDA-B0E9-E2CB-259DBDA40541}"/>
                    </a:ext>
                  </a:extLst>
                </p14:cNvPr>
                <p14:cNvContentPartPr/>
                <p14:nvPr/>
              </p14:nvContentPartPr>
              <p14:xfrm>
                <a:off x="10377640" y="5196092"/>
                <a:ext cx="93240" cy="115200"/>
              </p14:xfrm>
            </p:contentPart>
          </mc:Choice>
          <mc:Fallback>
            <p:pic>
              <p:nvPicPr>
                <p:cNvPr id="163" name="Ink 162">
                  <a:extLst>
                    <a:ext uri="{FF2B5EF4-FFF2-40B4-BE49-F238E27FC236}">
                      <a16:creationId xmlns:a16="http://schemas.microsoft.com/office/drawing/2014/main" id="{2496660A-EFDA-B0E9-E2CB-259DBDA40541}"/>
                    </a:ext>
                  </a:extLst>
                </p:cNvPr>
                <p:cNvPicPr/>
                <p:nvPr/>
              </p:nvPicPr>
              <p:blipFill>
                <a:blip r:embed="rId249"/>
                <a:stretch>
                  <a:fillRect/>
                </a:stretch>
              </p:blipFill>
              <p:spPr>
                <a:xfrm>
                  <a:off x="10368640" y="5187092"/>
                  <a:ext cx="110880" cy="13284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64" name="Ink 163">
                  <a:extLst>
                    <a:ext uri="{FF2B5EF4-FFF2-40B4-BE49-F238E27FC236}">
                      <a16:creationId xmlns:a16="http://schemas.microsoft.com/office/drawing/2014/main" id="{5BE79A81-2B98-5161-39DC-281AB4E68DA6}"/>
                    </a:ext>
                  </a:extLst>
                </p14:cNvPr>
                <p14:cNvContentPartPr/>
                <p14:nvPr/>
              </p14:nvContentPartPr>
              <p14:xfrm>
                <a:off x="10550800" y="5215532"/>
                <a:ext cx="139320" cy="93600"/>
              </p14:xfrm>
            </p:contentPart>
          </mc:Choice>
          <mc:Fallback>
            <p:pic>
              <p:nvPicPr>
                <p:cNvPr id="164" name="Ink 163">
                  <a:extLst>
                    <a:ext uri="{FF2B5EF4-FFF2-40B4-BE49-F238E27FC236}">
                      <a16:creationId xmlns:a16="http://schemas.microsoft.com/office/drawing/2014/main" id="{5BE79A81-2B98-5161-39DC-281AB4E68DA6}"/>
                    </a:ext>
                  </a:extLst>
                </p:cNvPr>
                <p:cNvPicPr/>
                <p:nvPr/>
              </p:nvPicPr>
              <p:blipFill>
                <a:blip r:embed="rId251"/>
                <a:stretch>
                  <a:fillRect/>
                </a:stretch>
              </p:blipFill>
              <p:spPr>
                <a:xfrm>
                  <a:off x="10541800" y="5206532"/>
                  <a:ext cx="15696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65" name="Ink 164">
                  <a:extLst>
                    <a:ext uri="{FF2B5EF4-FFF2-40B4-BE49-F238E27FC236}">
                      <a16:creationId xmlns:a16="http://schemas.microsoft.com/office/drawing/2014/main" id="{119FA9C7-397A-287E-63A0-B3FC37359BFA}"/>
                    </a:ext>
                  </a:extLst>
                </p14:cNvPr>
                <p14:cNvContentPartPr/>
                <p14:nvPr/>
              </p14:nvContentPartPr>
              <p14:xfrm>
                <a:off x="10735480" y="5183132"/>
                <a:ext cx="130320" cy="111600"/>
              </p14:xfrm>
            </p:contentPart>
          </mc:Choice>
          <mc:Fallback>
            <p:pic>
              <p:nvPicPr>
                <p:cNvPr id="165" name="Ink 164">
                  <a:extLst>
                    <a:ext uri="{FF2B5EF4-FFF2-40B4-BE49-F238E27FC236}">
                      <a16:creationId xmlns:a16="http://schemas.microsoft.com/office/drawing/2014/main" id="{119FA9C7-397A-287E-63A0-B3FC37359BFA}"/>
                    </a:ext>
                  </a:extLst>
                </p:cNvPr>
                <p:cNvPicPr/>
                <p:nvPr/>
              </p:nvPicPr>
              <p:blipFill>
                <a:blip r:embed="rId253"/>
                <a:stretch>
                  <a:fillRect/>
                </a:stretch>
              </p:blipFill>
              <p:spPr>
                <a:xfrm>
                  <a:off x="10726840" y="5174132"/>
                  <a:ext cx="14796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91" name="Ink 90">
                  <a:extLst>
                    <a:ext uri="{FF2B5EF4-FFF2-40B4-BE49-F238E27FC236}">
                      <a16:creationId xmlns:a16="http://schemas.microsoft.com/office/drawing/2014/main" id="{9831A69F-F292-EAA8-BEB8-00E255F7467D}"/>
                    </a:ext>
                  </a:extLst>
                </p14:cNvPr>
                <p14:cNvContentPartPr/>
                <p14:nvPr/>
              </p14:nvContentPartPr>
              <p14:xfrm>
                <a:off x="489880" y="5449892"/>
                <a:ext cx="1091880" cy="849240"/>
              </p14:xfrm>
            </p:contentPart>
          </mc:Choice>
          <mc:Fallback>
            <p:pic>
              <p:nvPicPr>
                <p:cNvPr id="91" name="Ink 90">
                  <a:extLst>
                    <a:ext uri="{FF2B5EF4-FFF2-40B4-BE49-F238E27FC236}">
                      <a16:creationId xmlns:a16="http://schemas.microsoft.com/office/drawing/2014/main" id="{9831A69F-F292-EAA8-BEB8-00E255F7467D}"/>
                    </a:ext>
                  </a:extLst>
                </p:cNvPr>
                <p:cNvPicPr/>
                <p:nvPr/>
              </p:nvPicPr>
              <p:blipFill>
                <a:blip r:embed="rId255"/>
                <a:stretch>
                  <a:fillRect/>
                </a:stretch>
              </p:blipFill>
              <p:spPr>
                <a:xfrm>
                  <a:off x="480880" y="5441252"/>
                  <a:ext cx="1109520" cy="86688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92" name="Ink 91">
                  <a:extLst>
                    <a:ext uri="{FF2B5EF4-FFF2-40B4-BE49-F238E27FC236}">
                      <a16:creationId xmlns:a16="http://schemas.microsoft.com/office/drawing/2014/main" id="{8F18A42A-CBD2-F5FC-18F0-EB979B3F3EC1}"/>
                    </a:ext>
                  </a:extLst>
                </p14:cNvPr>
                <p14:cNvContentPartPr/>
                <p14:nvPr/>
              </p14:nvContentPartPr>
              <p14:xfrm>
                <a:off x="677440" y="5380412"/>
                <a:ext cx="1189800" cy="935280"/>
              </p14:xfrm>
            </p:contentPart>
          </mc:Choice>
          <mc:Fallback>
            <p:pic>
              <p:nvPicPr>
                <p:cNvPr id="92" name="Ink 91">
                  <a:extLst>
                    <a:ext uri="{FF2B5EF4-FFF2-40B4-BE49-F238E27FC236}">
                      <a16:creationId xmlns:a16="http://schemas.microsoft.com/office/drawing/2014/main" id="{8F18A42A-CBD2-F5FC-18F0-EB979B3F3EC1}"/>
                    </a:ext>
                  </a:extLst>
                </p:cNvPr>
                <p:cNvPicPr/>
                <p:nvPr/>
              </p:nvPicPr>
              <p:blipFill>
                <a:blip r:embed="rId257"/>
                <a:stretch>
                  <a:fillRect/>
                </a:stretch>
              </p:blipFill>
              <p:spPr>
                <a:xfrm>
                  <a:off x="668800" y="5371772"/>
                  <a:ext cx="1207440" cy="95292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93" name="Ink 92">
                  <a:extLst>
                    <a:ext uri="{FF2B5EF4-FFF2-40B4-BE49-F238E27FC236}">
                      <a16:creationId xmlns:a16="http://schemas.microsoft.com/office/drawing/2014/main" id="{58FC0E08-258C-820A-CECB-AA91E4153C17}"/>
                    </a:ext>
                  </a:extLst>
                </p14:cNvPr>
                <p14:cNvContentPartPr/>
                <p14:nvPr/>
              </p14:nvContentPartPr>
              <p14:xfrm>
                <a:off x="921160" y="5314892"/>
                <a:ext cx="1294920" cy="685440"/>
              </p14:xfrm>
            </p:contentPart>
          </mc:Choice>
          <mc:Fallback>
            <p:pic>
              <p:nvPicPr>
                <p:cNvPr id="93" name="Ink 92">
                  <a:extLst>
                    <a:ext uri="{FF2B5EF4-FFF2-40B4-BE49-F238E27FC236}">
                      <a16:creationId xmlns:a16="http://schemas.microsoft.com/office/drawing/2014/main" id="{58FC0E08-258C-820A-CECB-AA91E4153C17}"/>
                    </a:ext>
                  </a:extLst>
                </p:cNvPr>
                <p:cNvPicPr/>
                <p:nvPr/>
              </p:nvPicPr>
              <p:blipFill>
                <a:blip r:embed="rId259"/>
                <a:stretch>
                  <a:fillRect/>
                </a:stretch>
              </p:blipFill>
              <p:spPr>
                <a:xfrm>
                  <a:off x="912520" y="5306252"/>
                  <a:ext cx="1312560" cy="70308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94" name="Ink 93">
                  <a:extLst>
                    <a:ext uri="{FF2B5EF4-FFF2-40B4-BE49-F238E27FC236}">
                      <a16:creationId xmlns:a16="http://schemas.microsoft.com/office/drawing/2014/main" id="{C7CB4A0B-6BE1-1BDB-2AEA-4FE174AC73BC}"/>
                    </a:ext>
                  </a:extLst>
                </p14:cNvPr>
                <p14:cNvContentPartPr/>
                <p14:nvPr/>
              </p14:nvContentPartPr>
              <p14:xfrm>
                <a:off x="874720" y="5139572"/>
                <a:ext cx="1399680" cy="808920"/>
              </p14:xfrm>
            </p:contentPart>
          </mc:Choice>
          <mc:Fallback>
            <p:pic>
              <p:nvPicPr>
                <p:cNvPr id="94" name="Ink 93">
                  <a:extLst>
                    <a:ext uri="{FF2B5EF4-FFF2-40B4-BE49-F238E27FC236}">
                      <a16:creationId xmlns:a16="http://schemas.microsoft.com/office/drawing/2014/main" id="{C7CB4A0B-6BE1-1BDB-2AEA-4FE174AC73BC}"/>
                    </a:ext>
                  </a:extLst>
                </p:cNvPr>
                <p:cNvPicPr/>
                <p:nvPr/>
              </p:nvPicPr>
              <p:blipFill>
                <a:blip r:embed="rId261"/>
                <a:stretch>
                  <a:fillRect/>
                </a:stretch>
              </p:blipFill>
              <p:spPr>
                <a:xfrm>
                  <a:off x="866080" y="5130572"/>
                  <a:ext cx="1417320" cy="82656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95" name="Ink 94">
                  <a:extLst>
                    <a:ext uri="{FF2B5EF4-FFF2-40B4-BE49-F238E27FC236}">
                      <a16:creationId xmlns:a16="http://schemas.microsoft.com/office/drawing/2014/main" id="{487781A4-A57E-C75F-C421-C80D1D4A9D23}"/>
                    </a:ext>
                  </a:extLst>
                </p14:cNvPr>
                <p14:cNvContentPartPr/>
                <p14:nvPr/>
              </p14:nvContentPartPr>
              <p14:xfrm>
                <a:off x="1812880" y="5920412"/>
                <a:ext cx="344880" cy="249840"/>
              </p14:xfrm>
            </p:contentPart>
          </mc:Choice>
          <mc:Fallback>
            <p:pic>
              <p:nvPicPr>
                <p:cNvPr id="95" name="Ink 94">
                  <a:extLst>
                    <a:ext uri="{FF2B5EF4-FFF2-40B4-BE49-F238E27FC236}">
                      <a16:creationId xmlns:a16="http://schemas.microsoft.com/office/drawing/2014/main" id="{487781A4-A57E-C75F-C421-C80D1D4A9D23}"/>
                    </a:ext>
                  </a:extLst>
                </p:cNvPr>
                <p:cNvPicPr/>
                <p:nvPr/>
              </p:nvPicPr>
              <p:blipFill>
                <a:blip r:embed="rId263"/>
                <a:stretch>
                  <a:fillRect/>
                </a:stretch>
              </p:blipFill>
              <p:spPr>
                <a:xfrm>
                  <a:off x="1804240" y="5911412"/>
                  <a:ext cx="362520" cy="26748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96" name="Ink 95">
                  <a:extLst>
                    <a:ext uri="{FF2B5EF4-FFF2-40B4-BE49-F238E27FC236}">
                      <a16:creationId xmlns:a16="http://schemas.microsoft.com/office/drawing/2014/main" id="{AE650F39-C868-2F85-58C2-BE48B8F0EDB3}"/>
                    </a:ext>
                  </a:extLst>
                </p14:cNvPr>
                <p14:cNvContentPartPr/>
                <p14:nvPr/>
              </p14:nvContentPartPr>
              <p14:xfrm>
                <a:off x="1498960" y="5442692"/>
                <a:ext cx="297000" cy="271440"/>
              </p14:xfrm>
            </p:contentPart>
          </mc:Choice>
          <mc:Fallback>
            <p:pic>
              <p:nvPicPr>
                <p:cNvPr id="96" name="Ink 95">
                  <a:extLst>
                    <a:ext uri="{FF2B5EF4-FFF2-40B4-BE49-F238E27FC236}">
                      <a16:creationId xmlns:a16="http://schemas.microsoft.com/office/drawing/2014/main" id="{AE650F39-C868-2F85-58C2-BE48B8F0EDB3}"/>
                    </a:ext>
                  </a:extLst>
                </p:cNvPr>
                <p:cNvPicPr/>
                <p:nvPr/>
              </p:nvPicPr>
              <p:blipFill>
                <a:blip r:embed="rId265"/>
                <a:stretch>
                  <a:fillRect/>
                </a:stretch>
              </p:blipFill>
              <p:spPr>
                <a:xfrm>
                  <a:off x="1490320" y="5434052"/>
                  <a:ext cx="314640" cy="28908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97" name="Ink 96">
                  <a:extLst>
                    <a:ext uri="{FF2B5EF4-FFF2-40B4-BE49-F238E27FC236}">
                      <a16:creationId xmlns:a16="http://schemas.microsoft.com/office/drawing/2014/main" id="{BB8BCD67-A8EA-D35F-9B57-427D155637AA}"/>
                    </a:ext>
                  </a:extLst>
                </p14:cNvPr>
                <p14:cNvContentPartPr/>
                <p14:nvPr/>
              </p14:nvContentPartPr>
              <p14:xfrm>
                <a:off x="2029600" y="5227052"/>
                <a:ext cx="161280" cy="148680"/>
              </p14:xfrm>
            </p:contentPart>
          </mc:Choice>
          <mc:Fallback>
            <p:pic>
              <p:nvPicPr>
                <p:cNvPr id="97" name="Ink 96">
                  <a:extLst>
                    <a:ext uri="{FF2B5EF4-FFF2-40B4-BE49-F238E27FC236}">
                      <a16:creationId xmlns:a16="http://schemas.microsoft.com/office/drawing/2014/main" id="{BB8BCD67-A8EA-D35F-9B57-427D155637AA}"/>
                    </a:ext>
                  </a:extLst>
                </p:cNvPr>
                <p:cNvPicPr/>
                <p:nvPr/>
              </p:nvPicPr>
              <p:blipFill>
                <a:blip r:embed="rId267"/>
                <a:stretch>
                  <a:fillRect/>
                </a:stretch>
              </p:blipFill>
              <p:spPr>
                <a:xfrm>
                  <a:off x="2020960" y="5218052"/>
                  <a:ext cx="17892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98" name="Ink 97">
                  <a:extLst>
                    <a:ext uri="{FF2B5EF4-FFF2-40B4-BE49-F238E27FC236}">
                      <a16:creationId xmlns:a16="http://schemas.microsoft.com/office/drawing/2014/main" id="{D17CF0F9-FFA5-C736-07E9-E9F229FFA428}"/>
                    </a:ext>
                  </a:extLst>
                </p14:cNvPr>
                <p14:cNvContentPartPr/>
                <p14:nvPr/>
              </p14:nvContentPartPr>
              <p14:xfrm>
                <a:off x="806320" y="5278892"/>
                <a:ext cx="239400" cy="250920"/>
              </p14:xfrm>
            </p:contentPart>
          </mc:Choice>
          <mc:Fallback>
            <p:pic>
              <p:nvPicPr>
                <p:cNvPr id="98" name="Ink 97">
                  <a:extLst>
                    <a:ext uri="{FF2B5EF4-FFF2-40B4-BE49-F238E27FC236}">
                      <a16:creationId xmlns:a16="http://schemas.microsoft.com/office/drawing/2014/main" id="{D17CF0F9-FFA5-C736-07E9-E9F229FFA428}"/>
                    </a:ext>
                  </a:extLst>
                </p:cNvPr>
                <p:cNvPicPr/>
                <p:nvPr/>
              </p:nvPicPr>
              <p:blipFill>
                <a:blip r:embed="rId269"/>
                <a:stretch>
                  <a:fillRect/>
                </a:stretch>
              </p:blipFill>
              <p:spPr>
                <a:xfrm>
                  <a:off x="797680" y="5270252"/>
                  <a:ext cx="257040" cy="26856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99" name="Ink 98">
                  <a:extLst>
                    <a:ext uri="{FF2B5EF4-FFF2-40B4-BE49-F238E27FC236}">
                      <a16:creationId xmlns:a16="http://schemas.microsoft.com/office/drawing/2014/main" id="{AA243BD7-C4B9-1606-358F-91F7537A2508}"/>
                    </a:ext>
                  </a:extLst>
                </p14:cNvPr>
                <p14:cNvContentPartPr/>
                <p14:nvPr/>
              </p14:nvContentPartPr>
              <p14:xfrm>
                <a:off x="584560" y="6038852"/>
                <a:ext cx="442080" cy="278280"/>
              </p14:xfrm>
            </p:contentPart>
          </mc:Choice>
          <mc:Fallback>
            <p:pic>
              <p:nvPicPr>
                <p:cNvPr id="99" name="Ink 98">
                  <a:extLst>
                    <a:ext uri="{FF2B5EF4-FFF2-40B4-BE49-F238E27FC236}">
                      <a16:creationId xmlns:a16="http://schemas.microsoft.com/office/drawing/2014/main" id="{AA243BD7-C4B9-1606-358F-91F7537A2508}"/>
                    </a:ext>
                  </a:extLst>
                </p:cNvPr>
                <p:cNvPicPr/>
                <p:nvPr/>
              </p:nvPicPr>
              <p:blipFill>
                <a:blip r:embed="rId271"/>
                <a:stretch>
                  <a:fillRect/>
                </a:stretch>
              </p:blipFill>
              <p:spPr>
                <a:xfrm>
                  <a:off x="575560" y="6030212"/>
                  <a:ext cx="459720" cy="29592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01" name="Ink 100">
                  <a:extLst>
                    <a:ext uri="{FF2B5EF4-FFF2-40B4-BE49-F238E27FC236}">
                      <a16:creationId xmlns:a16="http://schemas.microsoft.com/office/drawing/2014/main" id="{0DFCFCBD-EC4A-FD63-2714-27A167597097}"/>
                    </a:ext>
                  </a:extLst>
                </p14:cNvPr>
                <p14:cNvContentPartPr/>
                <p14:nvPr/>
              </p14:nvContentPartPr>
              <p14:xfrm>
                <a:off x="2552320" y="5656172"/>
                <a:ext cx="149400" cy="307080"/>
              </p14:xfrm>
            </p:contentPart>
          </mc:Choice>
          <mc:Fallback>
            <p:pic>
              <p:nvPicPr>
                <p:cNvPr id="101" name="Ink 100">
                  <a:extLst>
                    <a:ext uri="{FF2B5EF4-FFF2-40B4-BE49-F238E27FC236}">
                      <a16:creationId xmlns:a16="http://schemas.microsoft.com/office/drawing/2014/main" id="{0DFCFCBD-EC4A-FD63-2714-27A167597097}"/>
                    </a:ext>
                  </a:extLst>
                </p:cNvPr>
                <p:cNvPicPr/>
                <p:nvPr/>
              </p:nvPicPr>
              <p:blipFill>
                <a:blip r:embed="rId273"/>
                <a:stretch>
                  <a:fillRect/>
                </a:stretch>
              </p:blipFill>
              <p:spPr>
                <a:xfrm>
                  <a:off x="2543320" y="5647532"/>
                  <a:ext cx="167040" cy="32472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02" name="Ink 101">
                  <a:extLst>
                    <a:ext uri="{FF2B5EF4-FFF2-40B4-BE49-F238E27FC236}">
                      <a16:creationId xmlns:a16="http://schemas.microsoft.com/office/drawing/2014/main" id="{0F91DD0B-6636-5B01-2C86-B955F02BD1B0}"/>
                    </a:ext>
                  </a:extLst>
                </p14:cNvPr>
                <p14:cNvContentPartPr/>
                <p14:nvPr/>
              </p14:nvContentPartPr>
              <p14:xfrm>
                <a:off x="2782360" y="5594972"/>
                <a:ext cx="250920" cy="294840"/>
              </p14:xfrm>
            </p:contentPart>
          </mc:Choice>
          <mc:Fallback>
            <p:pic>
              <p:nvPicPr>
                <p:cNvPr id="102" name="Ink 101">
                  <a:extLst>
                    <a:ext uri="{FF2B5EF4-FFF2-40B4-BE49-F238E27FC236}">
                      <a16:creationId xmlns:a16="http://schemas.microsoft.com/office/drawing/2014/main" id="{0F91DD0B-6636-5B01-2C86-B955F02BD1B0}"/>
                    </a:ext>
                  </a:extLst>
                </p:cNvPr>
                <p:cNvPicPr/>
                <p:nvPr/>
              </p:nvPicPr>
              <p:blipFill>
                <a:blip r:embed="rId275"/>
                <a:stretch>
                  <a:fillRect/>
                </a:stretch>
              </p:blipFill>
              <p:spPr>
                <a:xfrm>
                  <a:off x="2773720" y="5585972"/>
                  <a:ext cx="268560" cy="31248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03" name="Ink 102">
                  <a:extLst>
                    <a:ext uri="{FF2B5EF4-FFF2-40B4-BE49-F238E27FC236}">
                      <a16:creationId xmlns:a16="http://schemas.microsoft.com/office/drawing/2014/main" id="{B1147322-CE77-AA1B-F5FD-1C7726ACDC20}"/>
                    </a:ext>
                  </a:extLst>
                </p14:cNvPr>
                <p14:cNvContentPartPr/>
                <p14:nvPr/>
              </p14:nvContentPartPr>
              <p14:xfrm>
                <a:off x="3077920" y="5700452"/>
                <a:ext cx="94320" cy="164160"/>
              </p14:xfrm>
            </p:contentPart>
          </mc:Choice>
          <mc:Fallback>
            <p:pic>
              <p:nvPicPr>
                <p:cNvPr id="103" name="Ink 102">
                  <a:extLst>
                    <a:ext uri="{FF2B5EF4-FFF2-40B4-BE49-F238E27FC236}">
                      <a16:creationId xmlns:a16="http://schemas.microsoft.com/office/drawing/2014/main" id="{B1147322-CE77-AA1B-F5FD-1C7726ACDC20}"/>
                    </a:ext>
                  </a:extLst>
                </p:cNvPr>
                <p:cNvPicPr/>
                <p:nvPr/>
              </p:nvPicPr>
              <p:blipFill>
                <a:blip r:embed="rId277"/>
                <a:stretch>
                  <a:fillRect/>
                </a:stretch>
              </p:blipFill>
              <p:spPr>
                <a:xfrm>
                  <a:off x="3069280" y="5691812"/>
                  <a:ext cx="111960" cy="18180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04" name="Ink 103">
                  <a:extLst>
                    <a:ext uri="{FF2B5EF4-FFF2-40B4-BE49-F238E27FC236}">
                      <a16:creationId xmlns:a16="http://schemas.microsoft.com/office/drawing/2014/main" id="{7C18DC29-B47C-326A-D0BC-EC1DB646635B}"/>
                    </a:ext>
                  </a:extLst>
                </p14:cNvPr>
                <p14:cNvContentPartPr/>
                <p14:nvPr/>
              </p14:nvContentPartPr>
              <p14:xfrm>
                <a:off x="3178360" y="5709092"/>
                <a:ext cx="99720" cy="153720"/>
              </p14:xfrm>
            </p:contentPart>
          </mc:Choice>
          <mc:Fallback>
            <p:pic>
              <p:nvPicPr>
                <p:cNvPr id="104" name="Ink 103">
                  <a:extLst>
                    <a:ext uri="{FF2B5EF4-FFF2-40B4-BE49-F238E27FC236}">
                      <a16:creationId xmlns:a16="http://schemas.microsoft.com/office/drawing/2014/main" id="{7C18DC29-B47C-326A-D0BC-EC1DB646635B}"/>
                    </a:ext>
                  </a:extLst>
                </p:cNvPr>
                <p:cNvPicPr/>
                <p:nvPr/>
              </p:nvPicPr>
              <p:blipFill>
                <a:blip r:embed="rId279"/>
                <a:stretch>
                  <a:fillRect/>
                </a:stretch>
              </p:blipFill>
              <p:spPr>
                <a:xfrm>
                  <a:off x="3169720" y="5700452"/>
                  <a:ext cx="117360" cy="17136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05" name="Ink 104">
                  <a:extLst>
                    <a:ext uri="{FF2B5EF4-FFF2-40B4-BE49-F238E27FC236}">
                      <a16:creationId xmlns:a16="http://schemas.microsoft.com/office/drawing/2014/main" id="{60EB7E1F-C8BE-EECC-9527-DF8D3B66691D}"/>
                    </a:ext>
                  </a:extLst>
                </p14:cNvPr>
                <p14:cNvContentPartPr/>
                <p14:nvPr/>
              </p14:nvContentPartPr>
              <p14:xfrm>
                <a:off x="3342160" y="5631332"/>
                <a:ext cx="172800" cy="275760"/>
              </p14:xfrm>
            </p:contentPart>
          </mc:Choice>
          <mc:Fallback>
            <p:pic>
              <p:nvPicPr>
                <p:cNvPr id="105" name="Ink 104">
                  <a:extLst>
                    <a:ext uri="{FF2B5EF4-FFF2-40B4-BE49-F238E27FC236}">
                      <a16:creationId xmlns:a16="http://schemas.microsoft.com/office/drawing/2014/main" id="{60EB7E1F-C8BE-EECC-9527-DF8D3B66691D}"/>
                    </a:ext>
                  </a:extLst>
                </p:cNvPr>
                <p:cNvPicPr/>
                <p:nvPr/>
              </p:nvPicPr>
              <p:blipFill>
                <a:blip r:embed="rId281"/>
                <a:stretch>
                  <a:fillRect/>
                </a:stretch>
              </p:blipFill>
              <p:spPr>
                <a:xfrm>
                  <a:off x="3333160" y="5622692"/>
                  <a:ext cx="190440" cy="29340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40" name="Ink 139">
                  <a:extLst>
                    <a:ext uri="{FF2B5EF4-FFF2-40B4-BE49-F238E27FC236}">
                      <a16:creationId xmlns:a16="http://schemas.microsoft.com/office/drawing/2014/main" id="{F3B2E899-05F3-84A9-3154-F8449A9F848F}"/>
                    </a:ext>
                  </a:extLst>
                </p14:cNvPr>
                <p14:cNvContentPartPr/>
                <p14:nvPr/>
              </p14:nvContentPartPr>
              <p14:xfrm>
                <a:off x="1203760" y="5684612"/>
                <a:ext cx="14040" cy="133560"/>
              </p14:xfrm>
            </p:contentPart>
          </mc:Choice>
          <mc:Fallback>
            <p:pic>
              <p:nvPicPr>
                <p:cNvPr id="140" name="Ink 139">
                  <a:extLst>
                    <a:ext uri="{FF2B5EF4-FFF2-40B4-BE49-F238E27FC236}">
                      <a16:creationId xmlns:a16="http://schemas.microsoft.com/office/drawing/2014/main" id="{F3B2E899-05F3-84A9-3154-F8449A9F848F}"/>
                    </a:ext>
                  </a:extLst>
                </p:cNvPr>
                <p:cNvPicPr/>
                <p:nvPr/>
              </p:nvPicPr>
              <p:blipFill>
                <a:blip r:embed="rId283"/>
                <a:stretch>
                  <a:fillRect/>
                </a:stretch>
              </p:blipFill>
              <p:spPr>
                <a:xfrm>
                  <a:off x="1194760" y="5675972"/>
                  <a:ext cx="3168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41" name="Ink 140">
                  <a:extLst>
                    <a:ext uri="{FF2B5EF4-FFF2-40B4-BE49-F238E27FC236}">
                      <a16:creationId xmlns:a16="http://schemas.microsoft.com/office/drawing/2014/main" id="{6B2E12FD-4188-5EA0-B01C-E390A09D035D}"/>
                    </a:ext>
                  </a:extLst>
                </p14:cNvPr>
                <p14:cNvContentPartPr/>
                <p14:nvPr/>
              </p14:nvContentPartPr>
              <p14:xfrm>
                <a:off x="1288360" y="5738252"/>
                <a:ext cx="72000" cy="78120"/>
              </p14:xfrm>
            </p:contentPart>
          </mc:Choice>
          <mc:Fallback>
            <p:pic>
              <p:nvPicPr>
                <p:cNvPr id="141" name="Ink 140">
                  <a:extLst>
                    <a:ext uri="{FF2B5EF4-FFF2-40B4-BE49-F238E27FC236}">
                      <a16:creationId xmlns:a16="http://schemas.microsoft.com/office/drawing/2014/main" id="{6B2E12FD-4188-5EA0-B01C-E390A09D035D}"/>
                    </a:ext>
                  </a:extLst>
                </p:cNvPr>
                <p:cNvPicPr/>
                <p:nvPr/>
              </p:nvPicPr>
              <p:blipFill>
                <a:blip r:embed="rId285"/>
                <a:stretch>
                  <a:fillRect/>
                </a:stretch>
              </p:blipFill>
              <p:spPr>
                <a:xfrm>
                  <a:off x="1279720" y="5729252"/>
                  <a:ext cx="89640" cy="95760"/>
                </a:xfrm>
                <a:prstGeom prst="rect">
                  <a:avLst/>
                </a:prstGeom>
              </p:spPr>
            </p:pic>
          </mc:Fallback>
        </mc:AlternateContent>
        <mc:AlternateContent xmlns:mc="http://schemas.openxmlformats.org/markup-compatibility/2006">
          <mc:Choice xmlns:p14="http://schemas.microsoft.com/office/powerpoint/2010/main" Requires="p14">
            <p:contentPart p14:bwMode="auto" r:id="rId286">
              <p14:nvContentPartPr>
                <p14:cNvPr id="167" name="Ink 166">
                  <a:extLst>
                    <a:ext uri="{FF2B5EF4-FFF2-40B4-BE49-F238E27FC236}">
                      <a16:creationId xmlns:a16="http://schemas.microsoft.com/office/drawing/2014/main" id="{6AE89AE0-F87F-CB0F-D6A4-141210D0ED1F}"/>
                    </a:ext>
                  </a:extLst>
                </p14:cNvPr>
                <p14:cNvContentPartPr/>
                <p14:nvPr/>
              </p14:nvContentPartPr>
              <p14:xfrm>
                <a:off x="1434160" y="4910252"/>
                <a:ext cx="157680" cy="111240"/>
              </p14:xfrm>
            </p:contentPart>
          </mc:Choice>
          <mc:Fallback>
            <p:pic>
              <p:nvPicPr>
                <p:cNvPr id="167" name="Ink 166">
                  <a:extLst>
                    <a:ext uri="{FF2B5EF4-FFF2-40B4-BE49-F238E27FC236}">
                      <a16:creationId xmlns:a16="http://schemas.microsoft.com/office/drawing/2014/main" id="{6AE89AE0-F87F-CB0F-D6A4-141210D0ED1F}"/>
                    </a:ext>
                  </a:extLst>
                </p:cNvPr>
                <p:cNvPicPr/>
                <p:nvPr/>
              </p:nvPicPr>
              <p:blipFill>
                <a:blip r:embed="rId287"/>
                <a:stretch>
                  <a:fillRect/>
                </a:stretch>
              </p:blipFill>
              <p:spPr>
                <a:xfrm>
                  <a:off x="1425520" y="4901612"/>
                  <a:ext cx="17532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68" name="Ink 167">
                  <a:extLst>
                    <a:ext uri="{FF2B5EF4-FFF2-40B4-BE49-F238E27FC236}">
                      <a16:creationId xmlns:a16="http://schemas.microsoft.com/office/drawing/2014/main" id="{828BC152-4B3F-8690-BF96-0BBF26CDF0C5}"/>
                    </a:ext>
                  </a:extLst>
                </p14:cNvPr>
                <p14:cNvContentPartPr/>
                <p14:nvPr/>
              </p14:nvContentPartPr>
              <p14:xfrm>
                <a:off x="1475920" y="5017172"/>
                <a:ext cx="168120" cy="127440"/>
              </p14:xfrm>
            </p:contentPart>
          </mc:Choice>
          <mc:Fallback>
            <p:pic>
              <p:nvPicPr>
                <p:cNvPr id="168" name="Ink 167">
                  <a:extLst>
                    <a:ext uri="{FF2B5EF4-FFF2-40B4-BE49-F238E27FC236}">
                      <a16:creationId xmlns:a16="http://schemas.microsoft.com/office/drawing/2014/main" id="{828BC152-4B3F-8690-BF96-0BBF26CDF0C5}"/>
                    </a:ext>
                  </a:extLst>
                </p:cNvPr>
                <p:cNvPicPr/>
                <p:nvPr/>
              </p:nvPicPr>
              <p:blipFill>
                <a:blip r:embed="rId289"/>
                <a:stretch>
                  <a:fillRect/>
                </a:stretch>
              </p:blipFill>
              <p:spPr>
                <a:xfrm>
                  <a:off x="1467280" y="5008172"/>
                  <a:ext cx="185760" cy="145080"/>
                </a:xfrm>
                <a:prstGeom prst="rect">
                  <a:avLst/>
                </a:prstGeom>
              </p:spPr>
            </p:pic>
          </mc:Fallback>
        </mc:AlternateContent>
        <mc:AlternateContent xmlns:mc="http://schemas.openxmlformats.org/markup-compatibility/2006">
          <mc:Choice xmlns:p14="http://schemas.microsoft.com/office/powerpoint/2010/main" Requires="p14">
            <p:contentPart p14:bwMode="auto" r:id="rId290">
              <p14:nvContentPartPr>
                <p14:cNvPr id="169" name="Ink 168">
                  <a:extLst>
                    <a:ext uri="{FF2B5EF4-FFF2-40B4-BE49-F238E27FC236}">
                      <a16:creationId xmlns:a16="http://schemas.microsoft.com/office/drawing/2014/main" id="{C839458B-139A-F4CA-44B2-2BB17802E1AC}"/>
                    </a:ext>
                  </a:extLst>
                </p14:cNvPr>
                <p14:cNvContentPartPr/>
                <p14:nvPr/>
              </p14:nvContentPartPr>
              <p14:xfrm>
                <a:off x="1737280" y="4904492"/>
                <a:ext cx="206280" cy="384120"/>
              </p14:xfrm>
            </p:contentPart>
          </mc:Choice>
          <mc:Fallback>
            <p:pic>
              <p:nvPicPr>
                <p:cNvPr id="169" name="Ink 168">
                  <a:extLst>
                    <a:ext uri="{FF2B5EF4-FFF2-40B4-BE49-F238E27FC236}">
                      <a16:creationId xmlns:a16="http://schemas.microsoft.com/office/drawing/2014/main" id="{C839458B-139A-F4CA-44B2-2BB17802E1AC}"/>
                    </a:ext>
                  </a:extLst>
                </p:cNvPr>
                <p:cNvPicPr/>
                <p:nvPr/>
              </p:nvPicPr>
              <p:blipFill>
                <a:blip r:embed="rId291"/>
                <a:stretch>
                  <a:fillRect/>
                </a:stretch>
              </p:blipFill>
              <p:spPr>
                <a:xfrm>
                  <a:off x="1728280" y="4895852"/>
                  <a:ext cx="223920" cy="401760"/>
                </a:xfrm>
                <a:prstGeom prst="rect">
                  <a:avLst/>
                </a:prstGeom>
              </p:spPr>
            </p:pic>
          </mc:Fallback>
        </mc:AlternateContent>
        <mc:AlternateContent xmlns:mc="http://schemas.openxmlformats.org/markup-compatibility/2006">
          <mc:Choice xmlns:p14="http://schemas.microsoft.com/office/powerpoint/2010/main" Requires="p14">
            <p:contentPart p14:bwMode="auto" r:id="rId292">
              <p14:nvContentPartPr>
                <p14:cNvPr id="170" name="Ink 169">
                  <a:extLst>
                    <a:ext uri="{FF2B5EF4-FFF2-40B4-BE49-F238E27FC236}">
                      <a16:creationId xmlns:a16="http://schemas.microsoft.com/office/drawing/2014/main" id="{5BA99762-0528-2E3F-FE74-7298CCDFD981}"/>
                    </a:ext>
                  </a:extLst>
                </p14:cNvPr>
                <p14:cNvContentPartPr/>
                <p14:nvPr/>
              </p14:nvContentPartPr>
              <p14:xfrm>
                <a:off x="1874800" y="5256212"/>
                <a:ext cx="123120" cy="43920"/>
              </p14:xfrm>
            </p:contentPart>
          </mc:Choice>
          <mc:Fallback>
            <p:pic>
              <p:nvPicPr>
                <p:cNvPr id="170" name="Ink 169">
                  <a:extLst>
                    <a:ext uri="{FF2B5EF4-FFF2-40B4-BE49-F238E27FC236}">
                      <a16:creationId xmlns:a16="http://schemas.microsoft.com/office/drawing/2014/main" id="{5BA99762-0528-2E3F-FE74-7298CCDFD981}"/>
                    </a:ext>
                  </a:extLst>
                </p:cNvPr>
                <p:cNvPicPr/>
                <p:nvPr/>
              </p:nvPicPr>
              <p:blipFill>
                <a:blip r:embed="rId293"/>
                <a:stretch>
                  <a:fillRect/>
                </a:stretch>
              </p:blipFill>
              <p:spPr>
                <a:xfrm>
                  <a:off x="1865800" y="5247212"/>
                  <a:ext cx="14076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172" name="Ink 171">
                  <a:extLst>
                    <a:ext uri="{FF2B5EF4-FFF2-40B4-BE49-F238E27FC236}">
                      <a16:creationId xmlns:a16="http://schemas.microsoft.com/office/drawing/2014/main" id="{2FE75C63-2EF2-4E8C-DD9C-597D01C7F4A7}"/>
                    </a:ext>
                  </a:extLst>
                </p14:cNvPr>
                <p14:cNvContentPartPr/>
                <p14:nvPr/>
              </p14:nvContentPartPr>
              <p14:xfrm>
                <a:off x="1399600" y="5331092"/>
                <a:ext cx="143280" cy="37080"/>
              </p14:xfrm>
            </p:contentPart>
          </mc:Choice>
          <mc:Fallback>
            <p:pic>
              <p:nvPicPr>
                <p:cNvPr id="172" name="Ink 171">
                  <a:extLst>
                    <a:ext uri="{FF2B5EF4-FFF2-40B4-BE49-F238E27FC236}">
                      <a16:creationId xmlns:a16="http://schemas.microsoft.com/office/drawing/2014/main" id="{2FE75C63-2EF2-4E8C-DD9C-597D01C7F4A7}"/>
                    </a:ext>
                  </a:extLst>
                </p:cNvPr>
                <p:cNvPicPr/>
                <p:nvPr/>
              </p:nvPicPr>
              <p:blipFill>
                <a:blip r:embed="rId295"/>
                <a:stretch>
                  <a:fillRect/>
                </a:stretch>
              </p:blipFill>
              <p:spPr>
                <a:xfrm>
                  <a:off x="1390600" y="5322092"/>
                  <a:ext cx="160920" cy="5472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73" name="Ink 172">
                  <a:extLst>
                    <a:ext uri="{FF2B5EF4-FFF2-40B4-BE49-F238E27FC236}">
                      <a16:creationId xmlns:a16="http://schemas.microsoft.com/office/drawing/2014/main" id="{46B0D317-5BE5-B5B6-DAE7-696574912BE8}"/>
                    </a:ext>
                  </a:extLst>
                </p14:cNvPr>
                <p14:cNvContentPartPr/>
                <p14:nvPr/>
              </p14:nvContentPartPr>
              <p14:xfrm>
                <a:off x="1478440" y="5433692"/>
                <a:ext cx="60480" cy="21960"/>
              </p14:xfrm>
            </p:contentPart>
          </mc:Choice>
          <mc:Fallback>
            <p:pic>
              <p:nvPicPr>
                <p:cNvPr id="173" name="Ink 172">
                  <a:extLst>
                    <a:ext uri="{FF2B5EF4-FFF2-40B4-BE49-F238E27FC236}">
                      <a16:creationId xmlns:a16="http://schemas.microsoft.com/office/drawing/2014/main" id="{46B0D317-5BE5-B5B6-DAE7-696574912BE8}"/>
                    </a:ext>
                  </a:extLst>
                </p:cNvPr>
                <p:cNvPicPr/>
                <p:nvPr/>
              </p:nvPicPr>
              <p:blipFill>
                <a:blip r:embed="rId297"/>
                <a:stretch>
                  <a:fillRect/>
                </a:stretch>
              </p:blipFill>
              <p:spPr>
                <a:xfrm>
                  <a:off x="1469440" y="5424692"/>
                  <a:ext cx="7812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174" name="Ink 173">
                  <a:extLst>
                    <a:ext uri="{FF2B5EF4-FFF2-40B4-BE49-F238E27FC236}">
                      <a16:creationId xmlns:a16="http://schemas.microsoft.com/office/drawing/2014/main" id="{4C1379DA-5A47-40D8-1D8D-395B6EB72A44}"/>
                    </a:ext>
                  </a:extLst>
                </p14:cNvPr>
                <p14:cNvContentPartPr/>
                <p14:nvPr/>
              </p14:nvContentPartPr>
              <p14:xfrm>
                <a:off x="1482040" y="5517212"/>
                <a:ext cx="87120" cy="24840"/>
              </p14:xfrm>
            </p:contentPart>
          </mc:Choice>
          <mc:Fallback>
            <p:pic>
              <p:nvPicPr>
                <p:cNvPr id="174" name="Ink 173">
                  <a:extLst>
                    <a:ext uri="{FF2B5EF4-FFF2-40B4-BE49-F238E27FC236}">
                      <a16:creationId xmlns:a16="http://schemas.microsoft.com/office/drawing/2014/main" id="{4C1379DA-5A47-40D8-1D8D-395B6EB72A44}"/>
                    </a:ext>
                  </a:extLst>
                </p:cNvPr>
                <p:cNvPicPr/>
                <p:nvPr/>
              </p:nvPicPr>
              <p:blipFill>
                <a:blip r:embed="rId299"/>
                <a:stretch>
                  <a:fillRect/>
                </a:stretch>
              </p:blipFill>
              <p:spPr>
                <a:xfrm>
                  <a:off x="1473400" y="5508572"/>
                  <a:ext cx="104760" cy="4248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175" name="Ink 174">
                  <a:extLst>
                    <a:ext uri="{FF2B5EF4-FFF2-40B4-BE49-F238E27FC236}">
                      <a16:creationId xmlns:a16="http://schemas.microsoft.com/office/drawing/2014/main" id="{FF956361-081A-DF59-C56D-164A0ED8E460}"/>
                    </a:ext>
                  </a:extLst>
                </p14:cNvPr>
                <p14:cNvContentPartPr/>
                <p14:nvPr/>
              </p14:nvContentPartPr>
              <p14:xfrm>
                <a:off x="1512280" y="5571572"/>
                <a:ext cx="37080" cy="17640"/>
              </p14:xfrm>
            </p:contentPart>
          </mc:Choice>
          <mc:Fallback>
            <p:pic>
              <p:nvPicPr>
                <p:cNvPr id="175" name="Ink 174">
                  <a:extLst>
                    <a:ext uri="{FF2B5EF4-FFF2-40B4-BE49-F238E27FC236}">
                      <a16:creationId xmlns:a16="http://schemas.microsoft.com/office/drawing/2014/main" id="{FF956361-081A-DF59-C56D-164A0ED8E460}"/>
                    </a:ext>
                  </a:extLst>
                </p:cNvPr>
                <p:cNvPicPr/>
                <p:nvPr/>
              </p:nvPicPr>
              <p:blipFill>
                <a:blip r:embed="rId301"/>
                <a:stretch>
                  <a:fillRect/>
                </a:stretch>
              </p:blipFill>
              <p:spPr>
                <a:xfrm>
                  <a:off x="1503280" y="5562932"/>
                  <a:ext cx="5472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176" name="Ink 175">
                  <a:extLst>
                    <a:ext uri="{FF2B5EF4-FFF2-40B4-BE49-F238E27FC236}">
                      <a16:creationId xmlns:a16="http://schemas.microsoft.com/office/drawing/2014/main" id="{0F9CA5E1-65C5-26B7-E4D9-36CCC4E1BE8F}"/>
                    </a:ext>
                  </a:extLst>
                </p14:cNvPr>
                <p14:cNvContentPartPr/>
                <p14:nvPr/>
              </p14:nvContentPartPr>
              <p14:xfrm>
                <a:off x="1544320" y="5629172"/>
                <a:ext cx="40680" cy="7560"/>
              </p14:xfrm>
            </p:contentPart>
          </mc:Choice>
          <mc:Fallback>
            <p:pic>
              <p:nvPicPr>
                <p:cNvPr id="176" name="Ink 175">
                  <a:extLst>
                    <a:ext uri="{FF2B5EF4-FFF2-40B4-BE49-F238E27FC236}">
                      <a16:creationId xmlns:a16="http://schemas.microsoft.com/office/drawing/2014/main" id="{0F9CA5E1-65C5-26B7-E4D9-36CCC4E1BE8F}"/>
                    </a:ext>
                  </a:extLst>
                </p:cNvPr>
                <p:cNvPicPr/>
                <p:nvPr/>
              </p:nvPicPr>
              <p:blipFill>
                <a:blip r:embed="rId303"/>
                <a:stretch>
                  <a:fillRect/>
                </a:stretch>
              </p:blipFill>
              <p:spPr>
                <a:xfrm>
                  <a:off x="1535320" y="5620532"/>
                  <a:ext cx="58320" cy="2520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177" name="Ink 176">
                  <a:extLst>
                    <a:ext uri="{FF2B5EF4-FFF2-40B4-BE49-F238E27FC236}">
                      <a16:creationId xmlns:a16="http://schemas.microsoft.com/office/drawing/2014/main" id="{0EB1847C-ED90-0863-0DB7-BB53C290A605}"/>
                    </a:ext>
                  </a:extLst>
                </p14:cNvPr>
                <p14:cNvContentPartPr/>
                <p14:nvPr/>
              </p14:nvContentPartPr>
              <p14:xfrm>
                <a:off x="1575640" y="5708012"/>
                <a:ext cx="42480" cy="10800"/>
              </p14:xfrm>
            </p:contentPart>
          </mc:Choice>
          <mc:Fallback>
            <p:pic>
              <p:nvPicPr>
                <p:cNvPr id="177" name="Ink 176">
                  <a:extLst>
                    <a:ext uri="{FF2B5EF4-FFF2-40B4-BE49-F238E27FC236}">
                      <a16:creationId xmlns:a16="http://schemas.microsoft.com/office/drawing/2014/main" id="{0EB1847C-ED90-0863-0DB7-BB53C290A605}"/>
                    </a:ext>
                  </a:extLst>
                </p:cNvPr>
                <p:cNvPicPr/>
                <p:nvPr/>
              </p:nvPicPr>
              <p:blipFill>
                <a:blip r:embed="rId305"/>
                <a:stretch>
                  <a:fillRect/>
                </a:stretch>
              </p:blipFill>
              <p:spPr>
                <a:xfrm>
                  <a:off x="1567000" y="5699012"/>
                  <a:ext cx="60120" cy="28440"/>
                </a:xfrm>
                <a:prstGeom prst="rect">
                  <a:avLst/>
                </a:prstGeom>
              </p:spPr>
            </p:pic>
          </mc:Fallback>
        </mc:AlternateContent>
        <mc:AlternateContent xmlns:mc="http://schemas.openxmlformats.org/markup-compatibility/2006">
          <mc:Choice xmlns:p14="http://schemas.microsoft.com/office/powerpoint/2010/main" Requires="p14">
            <p:contentPart p14:bwMode="auto" r:id="rId306">
              <p14:nvContentPartPr>
                <p14:cNvPr id="178" name="Ink 177">
                  <a:extLst>
                    <a:ext uri="{FF2B5EF4-FFF2-40B4-BE49-F238E27FC236}">
                      <a16:creationId xmlns:a16="http://schemas.microsoft.com/office/drawing/2014/main" id="{8A74046B-91CB-726F-1DA3-75816FE732BD}"/>
                    </a:ext>
                  </a:extLst>
                </p14:cNvPr>
                <p14:cNvContentPartPr/>
                <p14:nvPr/>
              </p14:nvContentPartPr>
              <p14:xfrm>
                <a:off x="1330840" y="5334692"/>
                <a:ext cx="160560" cy="370080"/>
              </p14:xfrm>
            </p:contentPart>
          </mc:Choice>
          <mc:Fallback>
            <p:pic>
              <p:nvPicPr>
                <p:cNvPr id="178" name="Ink 177">
                  <a:extLst>
                    <a:ext uri="{FF2B5EF4-FFF2-40B4-BE49-F238E27FC236}">
                      <a16:creationId xmlns:a16="http://schemas.microsoft.com/office/drawing/2014/main" id="{8A74046B-91CB-726F-1DA3-75816FE732BD}"/>
                    </a:ext>
                  </a:extLst>
                </p:cNvPr>
                <p:cNvPicPr/>
                <p:nvPr/>
              </p:nvPicPr>
              <p:blipFill>
                <a:blip r:embed="rId307"/>
                <a:stretch>
                  <a:fillRect/>
                </a:stretch>
              </p:blipFill>
              <p:spPr>
                <a:xfrm>
                  <a:off x="1321840" y="5326052"/>
                  <a:ext cx="178200" cy="38772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179" name="Ink 178">
                  <a:extLst>
                    <a:ext uri="{FF2B5EF4-FFF2-40B4-BE49-F238E27FC236}">
                      <a16:creationId xmlns:a16="http://schemas.microsoft.com/office/drawing/2014/main" id="{5EB062C8-5369-1FC2-388E-45FBA35F3B69}"/>
                    </a:ext>
                  </a:extLst>
                </p14:cNvPr>
                <p14:cNvContentPartPr/>
                <p14:nvPr/>
              </p14:nvContentPartPr>
              <p14:xfrm>
                <a:off x="1619560" y="5334692"/>
                <a:ext cx="97560" cy="384840"/>
              </p14:xfrm>
            </p:contentPart>
          </mc:Choice>
          <mc:Fallback>
            <p:pic>
              <p:nvPicPr>
                <p:cNvPr id="179" name="Ink 178">
                  <a:extLst>
                    <a:ext uri="{FF2B5EF4-FFF2-40B4-BE49-F238E27FC236}">
                      <a16:creationId xmlns:a16="http://schemas.microsoft.com/office/drawing/2014/main" id="{5EB062C8-5369-1FC2-388E-45FBA35F3B69}"/>
                    </a:ext>
                  </a:extLst>
                </p:cNvPr>
                <p:cNvPicPr/>
                <p:nvPr/>
              </p:nvPicPr>
              <p:blipFill>
                <a:blip r:embed="rId309"/>
                <a:stretch>
                  <a:fillRect/>
                </a:stretch>
              </p:blipFill>
              <p:spPr>
                <a:xfrm>
                  <a:off x="1610560" y="5326052"/>
                  <a:ext cx="115200" cy="40248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181" name="Ink 180">
                  <a:extLst>
                    <a:ext uri="{FF2B5EF4-FFF2-40B4-BE49-F238E27FC236}">
                      <a16:creationId xmlns:a16="http://schemas.microsoft.com/office/drawing/2014/main" id="{A14E6B6F-0C46-8051-80A3-B11BEBF0F414}"/>
                    </a:ext>
                  </a:extLst>
                </p14:cNvPr>
                <p14:cNvContentPartPr/>
                <p14:nvPr/>
              </p14:nvContentPartPr>
              <p14:xfrm>
                <a:off x="10405360" y="5512532"/>
                <a:ext cx="163440" cy="360"/>
              </p14:xfrm>
            </p:contentPart>
          </mc:Choice>
          <mc:Fallback>
            <p:pic>
              <p:nvPicPr>
                <p:cNvPr id="181" name="Ink 180">
                  <a:extLst>
                    <a:ext uri="{FF2B5EF4-FFF2-40B4-BE49-F238E27FC236}">
                      <a16:creationId xmlns:a16="http://schemas.microsoft.com/office/drawing/2014/main" id="{A14E6B6F-0C46-8051-80A3-B11BEBF0F414}"/>
                    </a:ext>
                  </a:extLst>
                </p:cNvPr>
                <p:cNvPicPr/>
                <p:nvPr/>
              </p:nvPicPr>
              <p:blipFill>
                <a:blip r:embed="rId311"/>
                <a:stretch>
                  <a:fillRect/>
                </a:stretch>
              </p:blipFill>
              <p:spPr>
                <a:xfrm>
                  <a:off x="10396360" y="5503892"/>
                  <a:ext cx="18108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182" name="Ink 181">
                  <a:extLst>
                    <a:ext uri="{FF2B5EF4-FFF2-40B4-BE49-F238E27FC236}">
                      <a16:creationId xmlns:a16="http://schemas.microsoft.com/office/drawing/2014/main" id="{9F2FD492-7546-1B61-8C16-706776B0C452}"/>
                    </a:ext>
                  </a:extLst>
                </p14:cNvPr>
                <p14:cNvContentPartPr/>
                <p14:nvPr/>
              </p14:nvContentPartPr>
              <p14:xfrm>
                <a:off x="10380520" y="5637812"/>
                <a:ext cx="159480" cy="6480"/>
              </p14:xfrm>
            </p:contentPart>
          </mc:Choice>
          <mc:Fallback>
            <p:pic>
              <p:nvPicPr>
                <p:cNvPr id="182" name="Ink 181">
                  <a:extLst>
                    <a:ext uri="{FF2B5EF4-FFF2-40B4-BE49-F238E27FC236}">
                      <a16:creationId xmlns:a16="http://schemas.microsoft.com/office/drawing/2014/main" id="{9F2FD492-7546-1B61-8C16-706776B0C452}"/>
                    </a:ext>
                  </a:extLst>
                </p:cNvPr>
                <p:cNvPicPr/>
                <p:nvPr/>
              </p:nvPicPr>
              <p:blipFill>
                <a:blip r:embed="rId313"/>
                <a:stretch>
                  <a:fillRect/>
                </a:stretch>
              </p:blipFill>
              <p:spPr>
                <a:xfrm>
                  <a:off x="10371880" y="5628812"/>
                  <a:ext cx="177120" cy="2412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183" name="Ink 182">
                  <a:extLst>
                    <a:ext uri="{FF2B5EF4-FFF2-40B4-BE49-F238E27FC236}">
                      <a16:creationId xmlns:a16="http://schemas.microsoft.com/office/drawing/2014/main" id="{B781F8DD-57E8-9F6D-0C11-C588C6153EE0}"/>
                    </a:ext>
                  </a:extLst>
                </p14:cNvPr>
                <p14:cNvContentPartPr/>
                <p14:nvPr/>
              </p14:nvContentPartPr>
              <p14:xfrm>
                <a:off x="10433080" y="5696492"/>
                <a:ext cx="98640" cy="14400"/>
              </p14:xfrm>
            </p:contentPart>
          </mc:Choice>
          <mc:Fallback>
            <p:pic>
              <p:nvPicPr>
                <p:cNvPr id="183" name="Ink 182">
                  <a:extLst>
                    <a:ext uri="{FF2B5EF4-FFF2-40B4-BE49-F238E27FC236}">
                      <a16:creationId xmlns:a16="http://schemas.microsoft.com/office/drawing/2014/main" id="{B781F8DD-57E8-9F6D-0C11-C588C6153EE0}"/>
                    </a:ext>
                  </a:extLst>
                </p:cNvPr>
                <p:cNvPicPr/>
                <p:nvPr/>
              </p:nvPicPr>
              <p:blipFill>
                <a:blip r:embed="rId315"/>
                <a:stretch>
                  <a:fillRect/>
                </a:stretch>
              </p:blipFill>
              <p:spPr>
                <a:xfrm>
                  <a:off x="10424440" y="5687852"/>
                  <a:ext cx="11628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184" name="Ink 183">
                  <a:extLst>
                    <a:ext uri="{FF2B5EF4-FFF2-40B4-BE49-F238E27FC236}">
                      <a16:creationId xmlns:a16="http://schemas.microsoft.com/office/drawing/2014/main" id="{4D89F0FB-F96E-42EE-F3A4-3479092C53AE}"/>
                    </a:ext>
                  </a:extLst>
                </p14:cNvPr>
                <p14:cNvContentPartPr/>
                <p14:nvPr/>
              </p14:nvContentPartPr>
              <p14:xfrm>
                <a:off x="10446400" y="5874332"/>
                <a:ext cx="138960" cy="6120"/>
              </p14:xfrm>
            </p:contentPart>
          </mc:Choice>
          <mc:Fallback>
            <p:pic>
              <p:nvPicPr>
                <p:cNvPr id="184" name="Ink 183">
                  <a:extLst>
                    <a:ext uri="{FF2B5EF4-FFF2-40B4-BE49-F238E27FC236}">
                      <a16:creationId xmlns:a16="http://schemas.microsoft.com/office/drawing/2014/main" id="{4D89F0FB-F96E-42EE-F3A4-3479092C53AE}"/>
                    </a:ext>
                  </a:extLst>
                </p:cNvPr>
                <p:cNvPicPr/>
                <p:nvPr/>
              </p:nvPicPr>
              <p:blipFill>
                <a:blip r:embed="rId317"/>
                <a:stretch>
                  <a:fillRect/>
                </a:stretch>
              </p:blipFill>
              <p:spPr>
                <a:xfrm>
                  <a:off x="10437400" y="5865692"/>
                  <a:ext cx="15660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185" name="Ink 184">
                  <a:extLst>
                    <a:ext uri="{FF2B5EF4-FFF2-40B4-BE49-F238E27FC236}">
                      <a16:creationId xmlns:a16="http://schemas.microsoft.com/office/drawing/2014/main" id="{5C5D88E7-E2FE-E470-B3A9-1845261CC178}"/>
                    </a:ext>
                  </a:extLst>
                </p14:cNvPr>
                <p14:cNvContentPartPr/>
                <p14:nvPr/>
              </p14:nvContentPartPr>
              <p14:xfrm>
                <a:off x="10270720" y="5531972"/>
                <a:ext cx="94320" cy="439200"/>
              </p14:xfrm>
            </p:contentPart>
          </mc:Choice>
          <mc:Fallback>
            <p:pic>
              <p:nvPicPr>
                <p:cNvPr id="185" name="Ink 184">
                  <a:extLst>
                    <a:ext uri="{FF2B5EF4-FFF2-40B4-BE49-F238E27FC236}">
                      <a16:creationId xmlns:a16="http://schemas.microsoft.com/office/drawing/2014/main" id="{5C5D88E7-E2FE-E470-B3A9-1845261CC178}"/>
                    </a:ext>
                  </a:extLst>
                </p:cNvPr>
                <p:cNvPicPr/>
                <p:nvPr/>
              </p:nvPicPr>
              <p:blipFill>
                <a:blip r:embed="rId319"/>
                <a:stretch>
                  <a:fillRect/>
                </a:stretch>
              </p:blipFill>
              <p:spPr>
                <a:xfrm>
                  <a:off x="10261720" y="5523332"/>
                  <a:ext cx="111960" cy="45684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186" name="Ink 185">
                  <a:extLst>
                    <a:ext uri="{FF2B5EF4-FFF2-40B4-BE49-F238E27FC236}">
                      <a16:creationId xmlns:a16="http://schemas.microsoft.com/office/drawing/2014/main" id="{0EDD2B02-99AC-B4FA-00F9-A147468992FF}"/>
                    </a:ext>
                  </a:extLst>
                </p14:cNvPr>
                <p14:cNvContentPartPr/>
                <p14:nvPr/>
              </p14:nvContentPartPr>
              <p14:xfrm>
                <a:off x="10668520" y="5558612"/>
                <a:ext cx="145440" cy="457920"/>
              </p14:xfrm>
            </p:contentPart>
          </mc:Choice>
          <mc:Fallback>
            <p:pic>
              <p:nvPicPr>
                <p:cNvPr id="186" name="Ink 185">
                  <a:extLst>
                    <a:ext uri="{FF2B5EF4-FFF2-40B4-BE49-F238E27FC236}">
                      <a16:creationId xmlns:a16="http://schemas.microsoft.com/office/drawing/2014/main" id="{0EDD2B02-99AC-B4FA-00F9-A147468992FF}"/>
                    </a:ext>
                  </a:extLst>
                </p:cNvPr>
                <p:cNvPicPr/>
                <p:nvPr/>
              </p:nvPicPr>
              <p:blipFill>
                <a:blip r:embed="rId321"/>
                <a:stretch>
                  <a:fillRect/>
                </a:stretch>
              </p:blipFill>
              <p:spPr>
                <a:xfrm>
                  <a:off x="10659520" y="5549612"/>
                  <a:ext cx="163080" cy="47556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188" name="Ink 187">
                  <a:extLst>
                    <a:ext uri="{FF2B5EF4-FFF2-40B4-BE49-F238E27FC236}">
                      <a16:creationId xmlns:a16="http://schemas.microsoft.com/office/drawing/2014/main" id="{DB333998-4BE1-7A87-6A8C-2ECF319DC9DB}"/>
                    </a:ext>
                  </a:extLst>
                </p14:cNvPr>
                <p14:cNvContentPartPr/>
                <p14:nvPr/>
              </p14:nvContentPartPr>
              <p14:xfrm>
                <a:off x="8293960" y="5235332"/>
                <a:ext cx="1955520" cy="436680"/>
              </p14:xfrm>
            </p:contentPart>
          </mc:Choice>
          <mc:Fallback>
            <p:pic>
              <p:nvPicPr>
                <p:cNvPr id="188" name="Ink 187">
                  <a:extLst>
                    <a:ext uri="{FF2B5EF4-FFF2-40B4-BE49-F238E27FC236}">
                      <a16:creationId xmlns:a16="http://schemas.microsoft.com/office/drawing/2014/main" id="{DB333998-4BE1-7A87-6A8C-2ECF319DC9DB}"/>
                    </a:ext>
                  </a:extLst>
                </p:cNvPr>
                <p:cNvPicPr/>
                <p:nvPr/>
              </p:nvPicPr>
              <p:blipFill>
                <a:blip r:embed="rId323"/>
                <a:stretch>
                  <a:fillRect/>
                </a:stretch>
              </p:blipFill>
              <p:spPr>
                <a:xfrm>
                  <a:off x="8285320" y="5226692"/>
                  <a:ext cx="1973160" cy="45432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189" name="Ink 188">
                  <a:extLst>
                    <a:ext uri="{FF2B5EF4-FFF2-40B4-BE49-F238E27FC236}">
                      <a16:creationId xmlns:a16="http://schemas.microsoft.com/office/drawing/2014/main" id="{695E2E60-4747-86A8-717A-5A40045F5A21}"/>
                    </a:ext>
                  </a:extLst>
                </p14:cNvPr>
                <p14:cNvContentPartPr/>
                <p14:nvPr/>
              </p14:nvContentPartPr>
              <p14:xfrm>
                <a:off x="8222320" y="5308772"/>
                <a:ext cx="180000" cy="96840"/>
              </p14:xfrm>
            </p:contentPart>
          </mc:Choice>
          <mc:Fallback>
            <p:pic>
              <p:nvPicPr>
                <p:cNvPr id="189" name="Ink 188">
                  <a:extLst>
                    <a:ext uri="{FF2B5EF4-FFF2-40B4-BE49-F238E27FC236}">
                      <a16:creationId xmlns:a16="http://schemas.microsoft.com/office/drawing/2014/main" id="{695E2E60-4747-86A8-717A-5A40045F5A21}"/>
                    </a:ext>
                  </a:extLst>
                </p:cNvPr>
                <p:cNvPicPr/>
                <p:nvPr/>
              </p:nvPicPr>
              <p:blipFill>
                <a:blip r:embed="rId325"/>
                <a:stretch>
                  <a:fillRect/>
                </a:stretch>
              </p:blipFill>
              <p:spPr>
                <a:xfrm>
                  <a:off x="8213320" y="5299772"/>
                  <a:ext cx="197640" cy="114480"/>
                </a:xfrm>
                <a:prstGeom prst="rect">
                  <a:avLst/>
                </a:prstGeom>
              </p:spPr>
            </p:pic>
          </mc:Fallback>
        </mc:AlternateContent>
      </p:grpSp>
    </p:spTree>
    <p:extLst>
      <p:ext uri="{BB962C8B-B14F-4D97-AF65-F5344CB8AC3E}">
        <p14:creationId xmlns:p14="http://schemas.microsoft.com/office/powerpoint/2010/main" val="178600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441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Functions in JS</a:t>
            </a:r>
          </a:p>
        </p:txBody>
      </p:sp>
      <p:sp>
        <p:nvSpPr>
          <p:cNvPr id="3" name="TextBox 2">
            <a:extLst>
              <a:ext uri="{FF2B5EF4-FFF2-40B4-BE49-F238E27FC236}">
                <a16:creationId xmlns:a16="http://schemas.microsoft.com/office/drawing/2014/main" id="{2111179D-922B-7E43-FC30-4F9FD5B4683D}"/>
              </a:ext>
            </a:extLst>
          </p:cNvPr>
          <p:cNvSpPr txBox="1"/>
          <p:nvPr/>
        </p:nvSpPr>
        <p:spPr>
          <a:xfrm>
            <a:off x="333772" y="945182"/>
            <a:ext cx="11521280" cy="1569660"/>
          </a:xfrm>
          <a:prstGeom prst="rect">
            <a:avLst/>
          </a:prstGeom>
          <a:noFill/>
        </p:spPr>
        <p:txBody>
          <a:bodyPr wrap="square" rtlCol="0">
            <a:spAutoFit/>
          </a:bodyPr>
          <a:lstStyle/>
          <a:p>
            <a:pPr marL="457200" indent="-457200">
              <a:buAutoNum type="arabicPeriod"/>
            </a:pPr>
            <a:r>
              <a:rPr lang="en-IN" dirty="0">
                <a:solidFill>
                  <a:schemeClr val="bg1"/>
                </a:solidFill>
              </a:rPr>
              <a:t>Named Function</a:t>
            </a:r>
          </a:p>
          <a:p>
            <a:pPr marL="1066693" lvl="1" indent="-457200">
              <a:buAutoNum type="arabicPeriod"/>
            </a:pPr>
            <a:r>
              <a:rPr lang="en-IN" dirty="0">
                <a:solidFill>
                  <a:schemeClr val="bg1"/>
                </a:solidFill>
              </a:rPr>
              <a:t>Simple name</a:t>
            </a:r>
          </a:p>
          <a:p>
            <a:pPr marL="1066693" lvl="1" indent="-457200">
              <a:buAutoNum type="arabicPeriod"/>
            </a:pPr>
            <a:r>
              <a:rPr lang="en-IN" dirty="0">
                <a:solidFill>
                  <a:schemeClr val="bg1"/>
                </a:solidFill>
              </a:rPr>
              <a:t>Arrow function</a:t>
            </a:r>
          </a:p>
          <a:p>
            <a:pPr marL="457200" indent="-457200">
              <a:buAutoNum type="arabicPeriod"/>
            </a:pPr>
            <a:r>
              <a:rPr lang="en-IN" dirty="0">
                <a:solidFill>
                  <a:schemeClr val="bg1"/>
                </a:solidFill>
              </a:rPr>
              <a:t>Anonymous function</a:t>
            </a:r>
          </a:p>
        </p:txBody>
      </p:sp>
    </p:spTree>
    <p:extLst>
      <p:ext uri="{BB962C8B-B14F-4D97-AF65-F5344CB8AC3E}">
        <p14:creationId xmlns:p14="http://schemas.microsoft.com/office/powerpoint/2010/main" val="3760491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Deploy Node Microservice to BTP</a:t>
            </a:r>
            <a:endParaRPr lang="en-US" dirty="0"/>
          </a:p>
        </p:txBody>
      </p:sp>
      <p:pic>
        <p:nvPicPr>
          <p:cNvPr id="1026" name="Picture 2" descr="Migrate and deploy Cloud Foundry applications to Kubernetes | Red Hat  Developer">
            <a:extLst>
              <a:ext uri="{FF2B5EF4-FFF2-40B4-BE49-F238E27FC236}">
                <a16:creationId xmlns:a16="http://schemas.microsoft.com/office/drawing/2014/main" id="{A8CBAEC0-374D-85C7-365A-E831AA0DDA0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3812" y="1268760"/>
            <a:ext cx="7201469" cy="472514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1C1FD12F-7B9A-C402-34A9-0CDD79FF9E14}"/>
                  </a:ext>
                </a:extLst>
              </p14:cNvPr>
              <p14:cNvContentPartPr/>
              <p14:nvPr/>
            </p14:nvContentPartPr>
            <p14:xfrm>
              <a:off x="2979004" y="6233516"/>
              <a:ext cx="360" cy="360"/>
            </p14:xfrm>
          </p:contentPart>
        </mc:Choice>
        <mc:Fallback xmlns="">
          <p:pic>
            <p:nvPicPr>
              <p:cNvPr id="4" name="Ink 3">
                <a:extLst>
                  <a:ext uri="{FF2B5EF4-FFF2-40B4-BE49-F238E27FC236}">
                    <a16:creationId xmlns:a16="http://schemas.microsoft.com/office/drawing/2014/main" id="{1C1FD12F-7B9A-C402-34A9-0CDD79FF9E14}"/>
                  </a:ext>
                </a:extLst>
              </p:cNvPr>
              <p:cNvPicPr/>
              <p:nvPr/>
            </p:nvPicPr>
            <p:blipFill>
              <a:blip r:embed="rId4"/>
              <a:stretch>
                <a:fillRect/>
              </a:stretch>
            </p:blipFill>
            <p:spPr>
              <a:xfrm>
                <a:off x="2970364" y="6224516"/>
                <a:ext cx="18000" cy="18000"/>
              </a:xfrm>
              <a:prstGeom prst="rect">
                <a:avLst/>
              </a:prstGeom>
            </p:spPr>
          </p:pic>
        </mc:Fallback>
      </mc:AlternateContent>
    </p:spTree>
    <p:extLst>
      <p:ext uri="{BB962C8B-B14F-4D97-AF65-F5344CB8AC3E}">
        <p14:creationId xmlns:p14="http://schemas.microsoft.com/office/powerpoint/2010/main" val="3564057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Challenges of building Apps on BTP</a:t>
            </a:r>
            <a:endParaRPr lang="en-US" dirty="0"/>
          </a:p>
        </p:txBody>
      </p:sp>
      <p:sp>
        <p:nvSpPr>
          <p:cNvPr id="3" name="TextBox 2">
            <a:extLst>
              <a:ext uri="{FF2B5EF4-FFF2-40B4-BE49-F238E27FC236}">
                <a16:creationId xmlns:a16="http://schemas.microsoft.com/office/drawing/2014/main" id="{6148E66F-ABF6-0B15-CE8B-9C044524F705}"/>
              </a:ext>
            </a:extLst>
          </p:cNvPr>
          <p:cNvSpPr txBox="1"/>
          <p:nvPr/>
        </p:nvSpPr>
        <p:spPr>
          <a:xfrm>
            <a:off x="189756" y="787935"/>
            <a:ext cx="11809312" cy="5632311"/>
          </a:xfrm>
          <a:prstGeom prst="rect">
            <a:avLst/>
          </a:prstGeom>
          <a:noFill/>
        </p:spPr>
        <p:txBody>
          <a:bodyPr wrap="square" rtlCol="0">
            <a:spAutoFit/>
          </a:bodyPr>
          <a:lstStyle/>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What is the best-practice/ gold-standard to build sap </a:t>
            </a:r>
            <a:r>
              <a:rPr kumimoji="0" lang="en-US" sz="1800" b="0" i="0" u="none" strike="noStrike" kern="1200" cap="none" spc="0" normalizeH="0" baseline="0" noProof="0" dirty="0" err="1">
                <a:ln>
                  <a:noFill/>
                </a:ln>
                <a:solidFill>
                  <a:prstClr val="white"/>
                </a:solidFill>
                <a:effectLst/>
                <a:uLnTx/>
                <a:uFillTx/>
                <a:latin typeface="Segoe UI"/>
                <a:ea typeface="+mn-ea"/>
                <a:cs typeface="+mn-cs"/>
                <a:sym typeface="Wingdings" panose="05000000000000000000" pitchFamily="2" charset="2"/>
              </a:rPr>
              <a:t>btp</a:t>
            </a: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 applications, recommendation by SAP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Are there any existing sample apps which we can follow to build our app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Many times, as a developer it is hard to add each part of app like files, dependencies, deploy descriptor, lots of code. Can this process be simplified?</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can we have reusability of the code to speed up my development and use sap provided tools to generate the skeleton of the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As a developer we want to focus more on functional aspect implementation rather initial project setup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Our apps are sometime tightly coupled with DB technology, develop DB agnostic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No matter what is the area we belong FIN, SD, MM, PP, PM, APO, CRM, HR etc. eventually as a developer we all do same work. Design tables, write logic, build UI</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to develop software in BTP, which does not require too much time in handovers</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CAPM – Cloud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It’s a SAP provided framework to develop SaaS apps in BTP which is PaaS. If the developer wants to use open source technologies like Node and Java. Great cost saving and freedom of choice of technology and consultants available easily in market. </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RAP – Restful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 is based on ABAP on Cloud. We can build extensions and SaaS application using this framework. The skill required will be ABAP and CDS knowledge. The deployment is very costly as compared to open-source technologies used in CAP.</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3201663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4" presetClass="entr" presetSubtype="10"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55" dur="500"/>
                                        <p:tgtEl>
                                          <p:spTgt spid="3">
                                            <p:txEl>
                                              <p:pRg st="8" end="8"/>
                                            </p:txEl>
                                          </p:spTgt>
                                        </p:tgtEl>
                                      </p:cBhvr>
                                    </p:animEffect>
                                  </p:childTnLst>
                                </p:cTn>
                              </p:par>
                              <p:par>
                                <p:cTn id="56" presetID="14" presetClass="entr" presetSubtype="10" fill="hold" nodeType="withEffect">
                                  <p:stCondLst>
                                    <p:cond delay="0"/>
                                  </p:stCondLst>
                                  <p:childTnLst>
                                    <p:set>
                                      <p:cBhvr>
                                        <p:cTn id="5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58" dur="500"/>
                                        <p:tgtEl>
                                          <p:spTgt spid="3">
                                            <p:txEl>
                                              <p:pRg st="9" end="9"/>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4" presetClass="entr" presetSubtype="10" fill="hold" nodeType="clickEffect">
                                  <p:stCondLst>
                                    <p:cond delay="0"/>
                                  </p:stCondLst>
                                  <p:childTnLst>
                                    <p:set>
                                      <p:cBhvr>
                                        <p:cTn id="62"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63" dur="500"/>
                                        <p:tgtEl>
                                          <p:spTgt spid="3">
                                            <p:txEl>
                                              <p:pRg st="10" end="10"/>
                                            </p:txEl>
                                          </p:spTgt>
                                        </p:tgtEl>
                                      </p:cBhvr>
                                    </p:animEffect>
                                  </p:childTnLst>
                                </p:cTn>
                              </p:par>
                              <p:par>
                                <p:cTn id="64" presetID="14" presetClass="entr" presetSubtype="10" fill="hold" nodeType="withEffect">
                                  <p:stCondLst>
                                    <p:cond delay="0"/>
                                  </p:stCondLst>
                                  <p:childTnLst>
                                    <p:set>
                                      <p:cBhvr>
                                        <p:cTn id="65" dur="1" fill="hold">
                                          <p:stCondLst>
                                            <p:cond delay="0"/>
                                          </p:stCondLst>
                                        </p:cTn>
                                        <p:tgtEl>
                                          <p:spTgt spid="3">
                                            <p:txEl>
                                              <p:pRg st="11" end="11"/>
                                            </p:txEl>
                                          </p:spTgt>
                                        </p:tgtEl>
                                        <p:attrNameLst>
                                          <p:attrName>style.visibility</p:attrName>
                                        </p:attrNameLst>
                                      </p:cBhvr>
                                      <p:to>
                                        <p:strVal val="visible"/>
                                      </p:to>
                                    </p:set>
                                    <p:animEffect transition="in" filter="randombar(horizontal)">
                                      <p:cBhvr>
                                        <p:cTn id="66"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CAPM Introduction</a:t>
            </a:r>
          </a:p>
        </p:txBody>
      </p:sp>
      <p:sp>
        <p:nvSpPr>
          <p:cNvPr id="3" name="TextBox 2">
            <a:extLst>
              <a:ext uri="{FF2B5EF4-FFF2-40B4-BE49-F238E27FC236}">
                <a16:creationId xmlns:a16="http://schemas.microsoft.com/office/drawing/2014/main" id="{3B5C91F9-8D30-80D7-24C7-7E4D9F3757AA}"/>
              </a:ext>
            </a:extLst>
          </p:cNvPr>
          <p:cNvSpPr txBox="1"/>
          <p:nvPr/>
        </p:nvSpPr>
        <p:spPr>
          <a:xfrm>
            <a:off x="189757" y="784925"/>
            <a:ext cx="11809312" cy="19389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CAPM is a framework of (a framework is a collection of libraries, classes, function, attributes, events)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Languages – Java and Node JS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Libraries – Node modules like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etc.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And Tools – VS Code or BAS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The CAP framework is used for building enterprise grade applications &amp; extensions which are cloud-native in SAP BTP.</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2300722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CDS – Core Data and Services </a:t>
            </a:r>
            <a:endParaRPr lang="en-US" dirty="0"/>
          </a:p>
        </p:txBody>
      </p:sp>
      <p:sp>
        <p:nvSpPr>
          <p:cNvPr id="3" name="TextBox 2">
            <a:extLst>
              <a:ext uri="{FF2B5EF4-FFF2-40B4-BE49-F238E27FC236}">
                <a16:creationId xmlns:a16="http://schemas.microsoft.com/office/drawing/2014/main" id="{DC6F944F-40C8-B576-8042-58CDF7803F33}"/>
              </a:ext>
            </a:extLst>
          </p:cNvPr>
          <p:cNvSpPr txBox="1"/>
          <p:nvPr/>
        </p:nvSpPr>
        <p:spPr>
          <a:xfrm>
            <a:off x="189757" y="764802"/>
            <a:ext cx="1180931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Conceptually CDS is same concept but different flavor. The concept says that, we have a design time object which is a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file. We will create a </a:t>
            </a:r>
            <a:r>
              <a:rPr kumimoji="0" lang="en-US" sz="2000" b="1" i="0" u="none" strike="noStrike" kern="0" cap="none" spc="0" normalizeH="0" baseline="0" noProof="0" dirty="0">
                <a:ln>
                  <a:noFill/>
                </a:ln>
                <a:solidFill>
                  <a:prstClr val="white"/>
                </a:solidFill>
                <a:effectLst/>
                <a:uLnTx/>
                <a:uFillTx/>
                <a:latin typeface="Segoe UI"/>
                <a:ea typeface="+mn-ea"/>
                <a:cs typeface="+mn-cs"/>
              </a:rPr>
              <a:t>.</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file for almost everything e.g. database tables, views, models, services, UI/UX. This design time object file is compiled by CAPM framework (inside CAP we have node module called </a:t>
            </a:r>
            <a:r>
              <a:rPr kumimoji="0" lang="en-US" sz="2000" b="1" i="0" u="none" strike="noStrike" kern="0" cap="none" spc="0" normalizeH="0" baseline="0" noProof="0" dirty="0">
                <a:ln>
                  <a:noFill/>
                </a:ln>
                <a:solidFill>
                  <a:prstClr val="white"/>
                </a:solidFill>
                <a:effectLst/>
                <a:uLnTx/>
                <a:uFillTx/>
                <a:latin typeface="Segoe UI"/>
                <a:ea typeface="+mn-ea"/>
                <a:cs typeface="+mn-cs"/>
              </a:rPr>
              <a:t>@sap/cds)</a:t>
            </a:r>
            <a:r>
              <a:rPr kumimoji="0" lang="en-US" sz="2000" b="0" i="0" u="none" strike="noStrike" kern="0" cap="none" spc="0" normalizeH="0" baseline="0" noProof="0" dirty="0">
                <a:ln>
                  <a:noFill/>
                </a:ln>
                <a:solidFill>
                  <a:prstClr val="white"/>
                </a:solidFill>
                <a:effectLst/>
                <a:uLnTx/>
                <a:uFillTx/>
                <a:latin typeface="Segoe UI"/>
                <a:ea typeface="+mn-ea"/>
                <a:cs typeface="+mn-cs"/>
              </a:rPr>
              <a:t> Once the compilation is successful a </a:t>
            </a:r>
            <a:r>
              <a:rPr kumimoji="0" lang="en-US" sz="2000" b="1" i="0" u="none" strike="noStrike" kern="0" cap="none" spc="0" normalizeH="0" baseline="0" noProof="0" dirty="0">
                <a:ln>
                  <a:noFill/>
                </a:ln>
                <a:solidFill>
                  <a:prstClr val="white"/>
                </a:solidFill>
                <a:effectLst/>
                <a:uLnTx/>
                <a:uFillTx/>
                <a:latin typeface="Segoe UI"/>
                <a:ea typeface="+mn-ea"/>
                <a:cs typeface="+mn-cs"/>
              </a:rPr>
              <a:t>runtime</a:t>
            </a:r>
            <a:r>
              <a:rPr kumimoji="0" lang="en-US" sz="2000" b="0" i="0" u="none" strike="noStrike" kern="0" cap="none" spc="0" normalizeH="0" baseline="0" noProof="0" dirty="0">
                <a:ln>
                  <a:noFill/>
                </a:ln>
                <a:solidFill>
                  <a:prstClr val="white"/>
                </a:solidFill>
                <a:effectLst/>
                <a:uLnTx/>
                <a:uFillTx/>
                <a:latin typeface="Segoe UI"/>
                <a:ea typeface="+mn-ea"/>
                <a:cs typeface="+mn-cs"/>
              </a:rPr>
              <a:t> object gets created.</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14C97D6F-AA53-D025-A8BC-97B38BF92B0E}"/>
              </a:ext>
            </a:extLst>
          </p:cNvPr>
          <p:cNvSpPr/>
          <p:nvPr/>
        </p:nvSpPr>
        <p:spPr>
          <a:xfrm>
            <a:off x="1243076"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MySQL</a:t>
            </a:r>
          </a:p>
        </p:txBody>
      </p:sp>
      <p:sp>
        <p:nvSpPr>
          <p:cNvPr id="5" name="TextBox 4">
            <a:extLst>
              <a:ext uri="{FF2B5EF4-FFF2-40B4-BE49-F238E27FC236}">
                <a16:creationId xmlns:a16="http://schemas.microsoft.com/office/drawing/2014/main" id="{502740B2-396C-7B09-6F05-57352F5B989E}"/>
              </a:ext>
            </a:extLst>
          </p:cNvPr>
          <p:cNvSpPr txBox="1"/>
          <p:nvPr/>
        </p:nvSpPr>
        <p:spPr>
          <a:xfrm>
            <a:off x="693812" y="2413183"/>
            <a:ext cx="324036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 COLUMNS c1 integer, c2 varchar,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--20 lakh SQL statements</a:t>
            </a:r>
          </a:p>
        </p:txBody>
      </p:sp>
      <p:sp>
        <p:nvSpPr>
          <p:cNvPr id="6" name="Arrow: Down 5">
            <a:extLst>
              <a:ext uri="{FF2B5EF4-FFF2-40B4-BE49-F238E27FC236}">
                <a16:creationId xmlns:a16="http://schemas.microsoft.com/office/drawing/2014/main" id="{BC027F23-20DB-1584-2B1F-2C706F4CC0A7}"/>
              </a:ext>
            </a:extLst>
          </p:cNvPr>
          <p:cNvSpPr/>
          <p:nvPr/>
        </p:nvSpPr>
        <p:spPr>
          <a:xfrm>
            <a:off x="1989956"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7" name="Rectangle 6">
            <a:extLst>
              <a:ext uri="{FF2B5EF4-FFF2-40B4-BE49-F238E27FC236}">
                <a16:creationId xmlns:a16="http://schemas.microsoft.com/office/drawing/2014/main" id="{3658874E-454E-1BD0-F383-B955248FFC11}"/>
              </a:ext>
            </a:extLst>
          </p:cNvPr>
          <p:cNvSpPr/>
          <p:nvPr/>
        </p:nvSpPr>
        <p:spPr>
          <a:xfrm>
            <a:off x="5086300"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8" name="Arrow: Down 7">
            <a:extLst>
              <a:ext uri="{FF2B5EF4-FFF2-40B4-BE49-F238E27FC236}">
                <a16:creationId xmlns:a16="http://schemas.microsoft.com/office/drawing/2014/main" id="{E66C5E84-AD3A-5B03-4F0B-B866473C75EE}"/>
              </a:ext>
            </a:extLst>
          </p:cNvPr>
          <p:cNvSpPr/>
          <p:nvPr/>
        </p:nvSpPr>
        <p:spPr>
          <a:xfrm>
            <a:off x="5734372"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Arrow: Down 8">
            <a:extLst>
              <a:ext uri="{FF2B5EF4-FFF2-40B4-BE49-F238E27FC236}">
                <a16:creationId xmlns:a16="http://schemas.microsoft.com/office/drawing/2014/main" id="{01BA5F7C-EEBF-9116-7607-D8BA196BFC0E}"/>
              </a:ext>
            </a:extLst>
          </p:cNvPr>
          <p:cNvSpPr/>
          <p:nvPr/>
        </p:nvSpPr>
        <p:spPr>
          <a:xfrm rot="19225908">
            <a:off x="3709153" y="3237906"/>
            <a:ext cx="648072" cy="1872208"/>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0" name="&quot;Not Allowed&quot; Symbol 9">
            <a:extLst>
              <a:ext uri="{FF2B5EF4-FFF2-40B4-BE49-F238E27FC236}">
                <a16:creationId xmlns:a16="http://schemas.microsoft.com/office/drawing/2014/main" id="{81E2AC82-DED5-D611-95D1-34338C0945F7}"/>
              </a:ext>
            </a:extLst>
          </p:cNvPr>
          <p:cNvSpPr/>
          <p:nvPr/>
        </p:nvSpPr>
        <p:spPr>
          <a:xfrm>
            <a:off x="3574132" y="3569122"/>
            <a:ext cx="864096" cy="830997"/>
          </a:xfrm>
          <a:prstGeom prst="noSmoking">
            <a:avLst/>
          </a:prstGeom>
          <a:solidFill>
            <a:srgbClr val="FF0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1" name="TextBox 10">
            <a:extLst>
              <a:ext uri="{FF2B5EF4-FFF2-40B4-BE49-F238E27FC236}">
                <a16:creationId xmlns:a16="http://schemas.microsoft.com/office/drawing/2014/main" id="{EF5E6E4A-BCB9-A94B-FB06-D6F0D7F285F3}"/>
              </a:ext>
            </a:extLst>
          </p:cNvPr>
          <p:cNvSpPr txBox="1"/>
          <p:nvPr/>
        </p:nvSpPr>
        <p:spPr>
          <a:xfrm>
            <a:off x="4294212" y="2236621"/>
            <a:ext cx="3240360" cy="107721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tab(c1 integer, c2 varchar(30), primary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---2mn </a:t>
            </a:r>
            <a:r>
              <a:rPr kumimoji="0" lang="en-US" sz="1600" b="0" i="0" u="none" strike="noStrike" kern="0" cap="none" spc="0" normalizeH="0" baseline="0" noProof="0" dirty="0" err="1">
                <a:ln>
                  <a:noFill/>
                </a:ln>
                <a:solidFill>
                  <a:prstClr val="white"/>
                </a:solidFill>
                <a:effectLst/>
                <a:uLnTx/>
                <a:uFillTx/>
                <a:latin typeface="Segoe UI"/>
                <a:ea typeface="+mn-ea"/>
                <a:cs typeface="+mn-cs"/>
              </a:rPr>
              <a:t>sql</a:t>
            </a:r>
            <a:r>
              <a:rPr kumimoji="0" lang="en-US" sz="1600" b="0" i="0" u="none" strike="noStrike" kern="0" cap="none" spc="0" normalizeH="0" baseline="0" noProof="0" dirty="0">
                <a:ln>
                  <a:noFill/>
                </a:ln>
                <a:solidFill>
                  <a:prstClr val="white"/>
                </a:solidFill>
                <a:effectLst/>
                <a:uLnTx/>
                <a:uFillTx/>
                <a:latin typeface="Segoe UI"/>
                <a:ea typeface="+mn-ea"/>
                <a:cs typeface="+mn-cs"/>
              </a:rPr>
              <a:t> statements again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20bn dollars of investment</a:t>
            </a:r>
          </a:p>
        </p:txBody>
      </p:sp>
      <p:sp>
        <p:nvSpPr>
          <p:cNvPr id="12" name="TextBox 11">
            <a:extLst>
              <a:ext uri="{FF2B5EF4-FFF2-40B4-BE49-F238E27FC236}">
                <a16:creationId xmlns:a16="http://schemas.microsoft.com/office/drawing/2014/main" id="{1D03AE17-3F96-D0FF-95A3-FD2B8476D1F6}"/>
              </a:ext>
            </a:extLst>
          </p:cNvPr>
          <p:cNvSpPr txBox="1"/>
          <p:nvPr/>
        </p:nvSpPr>
        <p:spPr>
          <a:xfrm>
            <a:off x="2472148" y="6111399"/>
            <a:ext cx="367240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Too much database coupled</a:t>
            </a:r>
          </a:p>
        </p:txBody>
      </p:sp>
    </p:spTree>
    <p:extLst>
      <p:ext uri="{BB962C8B-B14F-4D97-AF65-F5344CB8AC3E}">
        <p14:creationId xmlns:p14="http://schemas.microsoft.com/office/powerpoint/2010/main" val="18116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ppt_x</p:attrName>
                                        </p:attrNameLst>
                                      </p:cBhvr>
                                      <p:tavLst>
                                        <p:tav tm="0">
                                          <p:val>
                                            <p:strVal val="#ppt_x"/>
                                          </p:val>
                                        </p:tav>
                                        <p:tav tm="100000">
                                          <p:val>
                                            <p:strVal val="#ppt_x"/>
                                          </p:val>
                                        </p:tav>
                                      </p:tavLst>
                                    </p:anim>
                                    <p:anim calcmode="lin" valueType="num">
                                      <p:cBhvr additive="base">
                                        <p:cTn id="15" dur="500" fill="hold"/>
                                        <p:tgtEl>
                                          <p:spTgt spid="5"/>
                                        </p:tgtEl>
                                        <p:attrNameLst>
                                          <p:attrName>ppt_y</p:attrName>
                                        </p:attrNameLst>
                                      </p:cBhvr>
                                      <p:tavLst>
                                        <p:tav tm="0">
                                          <p:val>
                                            <p:strVal val="1+#ppt_h/2"/>
                                          </p:val>
                                        </p:tav>
                                        <p:tav tm="100000">
                                          <p:val>
                                            <p:strVal val="#ppt_y"/>
                                          </p:val>
                                        </p:tav>
                                      </p:tavLst>
                                    </p:anim>
                                  </p:childTnLst>
                                </p:cTn>
                              </p:par>
                              <p:par>
                                <p:cTn id="16" presetID="2" presetClass="entr" presetSubtype="4"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1+#ppt_h/2"/>
                                          </p:val>
                                        </p:tav>
                                        <p:tav tm="100000">
                                          <p:val>
                                            <p:strVal val="#ppt_y"/>
                                          </p:val>
                                        </p:tav>
                                      </p:tavLst>
                                    </p:anim>
                                  </p:childTnLst>
                                </p:cTn>
                              </p:par>
                              <p:par>
                                <p:cTn id="20" presetID="2" presetClass="entr" presetSubtype="4" fill="hold" grpId="0" nodeType="withEffect">
                                  <p:stCondLst>
                                    <p:cond delay="0"/>
                                  </p:stCondLst>
                                  <p:childTnLst>
                                    <p:set>
                                      <p:cBhvr>
                                        <p:cTn id="21" dur="1" fill="hold">
                                          <p:stCondLst>
                                            <p:cond delay="0"/>
                                          </p:stCondLst>
                                        </p:cTn>
                                        <p:tgtEl>
                                          <p:spTgt spid="4"/>
                                        </p:tgtEl>
                                        <p:attrNameLst>
                                          <p:attrName>style.visibility</p:attrName>
                                        </p:attrNameLst>
                                      </p:cBhvr>
                                      <p:to>
                                        <p:strVal val="visible"/>
                                      </p:to>
                                    </p:set>
                                    <p:anim calcmode="lin" valueType="num">
                                      <p:cBhvr additive="base">
                                        <p:cTn id="22" dur="500" fill="hold"/>
                                        <p:tgtEl>
                                          <p:spTgt spid="4"/>
                                        </p:tgtEl>
                                        <p:attrNameLst>
                                          <p:attrName>ppt_x</p:attrName>
                                        </p:attrNameLst>
                                      </p:cBhvr>
                                      <p:tavLst>
                                        <p:tav tm="0">
                                          <p:val>
                                            <p:strVal val="#ppt_x"/>
                                          </p:val>
                                        </p:tav>
                                        <p:tav tm="100000">
                                          <p:val>
                                            <p:strVal val="#ppt_x"/>
                                          </p:val>
                                        </p:tav>
                                      </p:tavLst>
                                    </p:anim>
                                    <p:anim calcmode="lin" valueType="num">
                                      <p:cBhvr additive="base">
                                        <p:cTn id="2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ppt_x</p:attrName>
                                        </p:attrNameLst>
                                      </p:cBhvr>
                                      <p:tavLst>
                                        <p:tav tm="0">
                                          <p:val>
                                            <p:strVal val="#ppt_x"/>
                                          </p:val>
                                        </p:tav>
                                        <p:tav tm="100000">
                                          <p:val>
                                            <p:strVal val="#ppt_x"/>
                                          </p:val>
                                        </p:tav>
                                      </p:tavLst>
                                    </p:anim>
                                    <p:anim calcmode="lin" valueType="num">
                                      <p:cBhvr additive="base">
                                        <p:cTn id="33"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heel(1)">
                                      <p:cBhvr>
                                        <p:cTn id="38" dur="20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1000"/>
                                        <p:tgtEl>
                                          <p:spTgt spid="8"/>
                                        </p:tgtEl>
                                      </p:cBhvr>
                                    </p:animEffect>
                                    <p:anim calcmode="lin" valueType="num">
                                      <p:cBhvr>
                                        <p:cTn id="44" dur="1000" fill="hold"/>
                                        <p:tgtEl>
                                          <p:spTgt spid="8"/>
                                        </p:tgtEl>
                                        <p:attrNameLst>
                                          <p:attrName>ppt_x</p:attrName>
                                        </p:attrNameLst>
                                      </p:cBhvr>
                                      <p:tavLst>
                                        <p:tav tm="0">
                                          <p:val>
                                            <p:strVal val="#ppt_x"/>
                                          </p:val>
                                        </p:tav>
                                        <p:tav tm="100000">
                                          <p:val>
                                            <p:strVal val="#ppt_x"/>
                                          </p:val>
                                        </p:tav>
                                      </p:tavLst>
                                    </p:anim>
                                    <p:anim calcmode="lin" valueType="num">
                                      <p:cBhvr>
                                        <p:cTn id="45" dur="1000" fill="hold"/>
                                        <p:tgtEl>
                                          <p:spTgt spid="8"/>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1000"/>
                                        <p:tgtEl>
                                          <p:spTgt spid="11"/>
                                        </p:tgtEl>
                                      </p:cBhvr>
                                    </p:animEffect>
                                    <p:anim calcmode="lin" valueType="num">
                                      <p:cBhvr>
                                        <p:cTn id="49" dur="1000" fill="hold"/>
                                        <p:tgtEl>
                                          <p:spTgt spid="11"/>
                                        </p:tgtEl>
                                        <p:attrNameLst>
                                          <p:attrName>ppt_x</p:attrName>
                                        </p:attrNameLst>
                                      </p:cBhvr>
                                      <p:tavLst>
                                        <p:tav tm="0">
                                          <p:val>
                                            <p:strVal val="#ppt_x"/>
                                          </p:val>
                                        </p:tav>
                                        <p:tav tm="100000">
                                          <p:val>
                                            <p:strVal val="#ppt_x"/>
                                          </p:val>
                                        </p:tav>
                                      </p:tavLst>
                                    </p:anim>
                                    <p:anim calcmode="lin" valueType="num">
                                      <p:cBhvr>
                                        <p:cTn id="5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animBg="1"/>
      <p:bldP spid="7" grpId="0" animBg="1"/>
      <p:bldP spid="8" grpId="0" animBg="1"/>
      <p:bldP spid="9" grpId="0" animBg="1"/>
      <p:bldP spid="10" grpId="0" animBg="1"/>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Solution – use CAP framework</a:t>
            </a:r>
            <a:endParaRPr lang="en-US" dirty="0"/>
          </a:p>
        </p:txBody>
      </p:sp>
      <p:sp>
        <p:nvSpPr>
          <p:cNvPr id="3" name="Rectangle: Folded Corner 2">
            <a:extLst>
              <a:ext uri="{FF2B5EF4-FFF2-40B4-BE49-F238E27FC236}">
                <a16:creationId xmlns:a16="http://schemas.microsoft.com/office/drawing/2014/main" id="{9A95FA0B-4A9F-333C-1AA7-C5E921F7181F}"/>
              </a:ext>
            </a:extLst>
          </p:cNvPr>
          <p:cNvSpPr/>
          <p:nvPr/>
        </p:nvSpPr>
        <p:spPr>
          <a:xfrm>
            <a:off x="1413892" y="980728"/>
            <a:ext cx="2232248" cy="1728192"/>
          </a:xfrm>
          <a:prstGeom prst="foldedCorner">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entity tab{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c1 number,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c2 string(20)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a:t>
            </a:r>
          </a:p>
        </p:txBody>
      </p:sp>
      <p:sp>
        <p:nvSpPr>
          <p:cNvPr id="4" name="TextBox 3">
            <a:extLst>
              <a:ext uri="{FF2B5EF4-FFF2-40B4-BE49-F238E27FC236}">
                <a16:creationId xmlns:a16="http://schemas.microsoft.com/office/drawing/2014/main" id="{45DD6FC9-763F-819C-63CC-1867BA47F2F0}"/>
              </a:ext>
            </a:extLst>
          </p:cNvPr>
          <p:cNvSpPr txBox="1"/>
          <p:nvPr/>
        </p:nvSpPr>
        <p:spPr>
          <a:xfrm>
            <a:off x="3646140" y="1124744"/>
            <a:ext cx="1872208"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Design time artefact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white"/>
                </a:solidFill>
                <a:effectLst/>
                <a:uLnTx/>
                <a:uFillTx/>
                <a:latin typeface="Segoe UI"/>
                <a:ea typeface="+mn-ea"/>
                <a:cs typeface="+mn-cs"/>
              </a:rPr>
              <a:t>.</a:t>
            </a:r>
            <a:r>
              <a:rPr kumimoji="0" lang="en-US" sz="1800" b="1" i="0" u="none" strike="noStrike" kern="0" cap="none" spc="0" normalizeH="0" baseline="0" noProof="0" dirty="0" err="1">
                <a:ln>
                  <a:noFill/>
                </a:ln>
                <a:solidFill>
                  <a:prstClr val="white"/>
                </a:solidFill>
                <a:effectLst/>
                <a:uLnTx/>
                <a:uFillTx/>
                <a:latin typeface="Segoe UI"/>
                <a:ea typeface="+mn-ea"/>
                <a:cs typeface="+mn-cs"/>
              </a:rPr>
              <a:t>cds</a:t>
            </a:r>
            <a:endParaRPr kumimoji="0" lang="en-US" sz="1800" b="1" i="0" u="none" strike="noStrike" kern="0" cap="none" spc="0" normalizeH="0" baseline="0" noProof="0" dirty="0">
              <a:ln>
                <a:noFill/>
              </a:ln>
              <a:solidFill>
                <a:prstClr val="white"/>
              </a:solidFill>
              <a:effectLst/>
              <a:uLnTx/>
              <a:uFillTx/>
              <a:latin typeface="Segoe UI"/>
              <a:ea typeface="+mn-ea"/>
              <a:cs typeface="+mn-cs"/>
            </a:endParaRPr>
          </a:p>
        </p:txBody>
      </p:sp>
      <p:sp>
        <p:nvSpPr>
          <p:cNvPr id="5" name="Arrow: Down 4">
            <a:extLst>
              <a:ext uri="{FF2B5EF4-FFF2-40B4-BE49-F238E27FC236}">
                <a16:creationId xmlns:a16="http://schemas.microsoft.com/office/drawing/2014/main" id="{BEF93AA1-4FB8-2205-EE54-FA761629A5E9}"/>
              </a:ext>
            </a:extLst>
          </p:cNvPr>
          <p:cNvSpPr/>
          <p:nvPr/>
        </p:nvSpPr>
        <p:spPr>
          <a:xfrm>
            <a:off x="2195025" y="2872911"/>
            <a:ext cx="792088" cy="720080"/>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6" name="Rectangle: Rounded Corners 5">
            <a:extLst>
              <a:ext uri="{FF2B5EF4-FFF2-40B4-BE49-F238E27FC236}">
                <a16:creationId xmlns:a16="http://schemas.microsoft.com/office/drawing/2014/main" id="{BEED0806-C88E-25DF-81EA-74AD3B4FCCB8}"/>
              </a:ext>
            </a:extLst>
          </p:cNvPr>
          <p:cNvSpPr/>
          <p:nvPr/>
        </p:nvSpPr>
        <p:spPr>
          <a:xfrm>
            <a:off x="970889" y="3681516"/>
            <a:ext cx="3240359" cy="1060145"/>
          </a:xfrm>
          <a:prstGeom prst="round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CAPM Framework</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
        <p:nvSpPr>
          <p:cNvPr id="7" name="Rectangle: Rounded Corners 6">
            <a:extLst>
              <a:ext uri="{FF2B5EF4-FFF2-40B4-BE49-F238E27FC236}">
                <a16:creationId xmlns:a16="http://schemas.microsoft.com/office/drawing/2014/main" id="{15722310-6A47-C40B-8707-AFC990AD696F}"/>
              </a:ext>
            </a:extLst>
          </p:cNvPr>
          <p:cNvSpPr/>
          <p:nvPr/>
        </p:nvSpPr>
        <p:spPr>
          <a:xfrm>
            <a:off x="1485900" y="4077072"/>
            <a:ext cx="2232248" cy="576064"/>
          </a:xfrm>
          <a:prstGeom prst="roundRect">
            <a:avLst/>
          </a:prstGeom>
          <a:gradFill rotWithShape="1">
            <a:gsLst>
              <a:gs pos="0">
                <a:srgbClr val="38C6C6">
                  <a:tint val="50000"/>
                  <a:satMod val="300000"/>
                </a:srgbClr>
              </a:gs>
              <a:gs pos="35000">
                <a:srgbClr val="38C6C6">
                  <a:tint val="37000"/>
                  <a:satMod val="300000"/>
                </a:srgbClr>
              </a:gs>
              <a:gs pos="100000">
                <a:srgbClr val="38C6C6">
                  <a:tint val="15000"/>
                  <a:satMod val="350000"/>
                </a:srgbClr>
              </a:gs>
            </a:gsLst>
            <a:lin ang="16200000" scaled="1"/>
          </a:gradFill>
          <a:ln w="9525" cap="flat" cmpd="sng" algn="ctr">
            <a:solidFill>
              <a:srgbClr val="38C6C6">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@sap/cds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CDS Engine</a:t>
            </a:r>
          </a:p>
        </p:txBody>
      </p:sp>
      <p:sp>
        <p:nvSpPr>
          <p:cNvPr id="8" name="Arrow: Down 7">
            <a:extLst>
              <a:ext uri="{FF2B5EF4-FFF2-40B4-BE49-F238E27FC236}">
                <a16:creationId xmlns:a16="http://schemas.microsoft.com/office/drawing/2014/main" id="{0FF8E203-9B98-83E5-9DFF-897861D81898}"/>
              </a:ext>
            </a:extLst>
          </p:cNvPr>
          <p:cNvSpPr/>
          <p:nvPr/>
        </p:nvSpPr>
        <p:spPr>
          <a:xfrm>
            <a:off x="2277988" y="4893603"/>
            <a:ext cx="648072" cy="521822"/>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AE3AC2C6-5214-3993-1341-66AEBD051856}"/>
              </a:ext>
            </a:extLst>
          </p:cNvPr>
          <p:cNvSpPr/>
          <p:nvPr/>
        </p:nvSpPr>
        <p:spPr>
          <a:xfrm>
            <a:off x="1618960" y="5555116"/>
            <a:ext cx="1944216" cy="580872"/>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 Code</a:t>
            </a:r>
          </a:p>
        </p:txBody>
      </p:sp>
      <p:sp>
        <p:nvSpPr>
          <p:cNvPr id="10" name="Flowchart: Magnetic Disk 9">
            <a:extLst>
              <a:ext uri="{FF2B5EF4-FFF2-40B4-BE49-F238E27FC236}">
                <a16:creationId xmlns:a16="http://schemas.microsoft.com/office/drawing/2014/main" id="{AFC8D9F1-7729-B25E-62C2-EC833E7F6DA2}"/>
              </a:ext>
            </a:extLst>
          </p:cNvPr>
          <p:cNvSpPr/>
          <p:nvPr/>
        </p:nvSpPr>
        <p:spPr>
          <a:xfrm>
            <a:off x="4726260" y="3681516"/>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SQLite</a:t>
            </a:r>
          </a:p>
        </p:txBody>
      </p:sp>
      <p:sp>
        <p:nvSpPr>
          <p:cNvPr id="11" name="&quot;Not Allowed&quot; Symbol 10">
            <a:extLst>
              <a:ext uri="{FF2B5EF4-FFF2-40B4-BE49-F238E27FC236}">
                <a16:creationId xmlns:a16="http://schemas.microsoft.com/office/drawing/2014/main" id="{12C1A82B-0D62-BB78-32C4-B2E3B6C53FE3}"/>
              </a:ext>
            </a:extLst>
          </p:cNvPr>
          <p:cNvSpPr/>
          <p:nvPr/>
        </p:nvSpPr>
        <p:spPr>
          <a:xfrm>
            <a:off x="5014292" y="3592991"/>
            <a:ext cx="1080120" cy="720080"/>
          </a:xfrm>
          <a:prstGeom prst="noSmoking">
            <a:avLst/>
          </a:prstGeom>
          <a:solidFill>
            <a:srgbClr val="FFC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0" cap="none" spc="0" normalizeH="0" baseline="0" noProof="0">
              <a:ln w="22225">
                <a:solidFill>
                  <a:srgbClr val="38C6C6"/>
                </a:solidFill>
                <a:prstDash val="solid"/>
              </a:ln>
              <a:solidFill>
                <a:prstClr val="white"/>
              </a:solidFill>
              <a:effectLst/>
              <a:uLnTx/>
              <a:uFillTx/>
              <a:latin typeface="Segoe UI"/>
              <a:ea typeface="+mn-ea"/>
              <a:cs typeface="+mn-cs"/>
            </a:endParaRPr>
          </a:p>
        </p:txBody>
      </p:sp>
      <p:sp>
        <p:nvSpPr>
          <p:cNvPr id="12" name="Flowchart: Magnetic Disk 11">
            <a:extLst>
              <a:ext uri="{FF2B5EF4-FFF2-40B4-BE49-F238E27FC236}">
                <a16:creationId xmlns:a16="http://schemas.microsoft.com/office/drawing/2014/main" id="{82D31DB3-9CB9-25FA-5DC2-7C2E7DF2ACAD}"/>
              </a:ext>
            </a:extLst>
          </p:cNvPr>
          <p:cNvSpPr/>
          <p:nvPr/>
        </p:nvSpPr>
        <p:spPr>
          <a:xfrm>
            <a:off x="4762266" y="4465471"/>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13" name="TextBox 12">
            <a:extLst>
              <a:ext uri="{FF2B5EF4-FFF2-40B4-BE49-F238E27FC236}">
                <a16:creationId xmlns:a16="http://schemas.microsoft.com/office/drawing/2014/main" id="{6C3A3EF8-9D04-0A9E-B2CC-C8AA3142A0D9}"/>
              </a:ext>
            </a:extLst>
          </p:cNvPr>
          <p:cNvSpPr txBox="1"/>
          <p:nvPr/>
        </p:nvSpPr>
        <p:spPr>
          <a:xfrm>
            <a:off x="4283344" y="5660886"/>
            <a:ext cx="224311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Database Agnostic</a:t>
            </a:r>
          </a:p>
        </p:txBody>
      </p:sp>
      <p:sp>
        <p:nvSpPr>
          <p:cNvPr id="14" name="TextBox 13">
            <a:extLst>
              <a:ext uri="{FF2B5EF4-FFF2-40B4-BE49-F238E27FC236}">
                <a16:creationId xmlns:a16="http://schemas.microsoft.com/office/drawing/2014/main" id="{315DC700-9C1A-9BAC-FDEA-995B1D72F73D}"/>
              </a:ext>
            </a:extLst>
          </p:cNvPr>
          <p:cNvSpPr txBox="1"/>
          <p:nvPr/>
        </p:nvSpPr>
        <p:spPr>
          <a:xfrm>
            <a:off x="6530990" y="980728"/>
            <a:ext cx="388276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https://cap.cloud.sap/</a:t>
            </a: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916190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1000"/>
                                        <p:tgtEl>
                                          <p:spTgt spid="5"/>
                                        </p:tgtEl>
                                      </p:cBhvr>
                                    </p:animEffect>
                                    <p:anim calcmode="lin" valueType="num">
                                      <p:cBhvr>
                                        <p:cTn id="18" dur="1000" fill="hold"/>
                                        <p:tgtEl>
                                          <p:spTgt spid="5"/>
                                        </p:tgtEl>
                                        <p:attrNameLst>
                                          <p:attrName>ppt_x</p:attrName>
                                        </p:attrNameLst>
                                      </p:cBhvr>
                                      <p:tavLst>
                                        <p:tav tm="0">
                                          <p:val>
                                            <p:strVal val="#ppt_x"/>
                                          </p:val>
                                        </p:tav>
                                        <p:tav tm="100000">
                                          <p:val>
                                            <p:strVal val="#ppt_x"/>
                                          </p:val>
                                        </p:tav>
                                      </p:tavLst>
                                    </p:anim>
                                    <p:anim calcmode="lin" valueType="num">
                                      <p:cBhvr>
                                        <p:cTn id="1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ppt_x</p:attrName>
                                        </p:attrNameLst>
                                      </p:cBhvr>
                                      <p:tavLst>
                                        <p:tav tm="0">
                                          <p:val>
                                            <p:strVal val="#ppt_x"/>
                                          </p:val>
                                        </p:tav>
                                        <p:tav tm="100000">
                                          <p:val>
                                            <p:strVal val="#ppt_x"/>
                                          </p:val>
                                        </p:tav>
                                      </p:tavLst>
                                    </p:anim>
                                    <p:anim calcmode="lin" valueType="num">
                                      <p:cBhvr additive="base">
                                        <p:cTn id="33" dur="500" fill="hold"/>
                                        <p:tgtEl>
                                          <p:spTgt spid="8"/>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500" fill="hold"/>
                                        <p:tgtEl>
                                          <p:spTgt spid="9"/>
                                        </p:tgtEl>
                                        <p:attrNameLst>
                                          <p:attrName>ppt_x</p:attrName>
                                        </p:attrNameLst>
                                      </p:cBhvr>
                                      <p:tavLst>
                                        <p:tav tm="0">
                                          <p:val>
                                            <p:strVal val="#ppt_x"/>
                                          </p:val>
                                        </p:tav>
                                        <p:tav tm="100000">
                                          <p:val>
                                            <p:strVal val="#ppt_x"/>
                                          </p:val>
                                        </p:tav>
                                      </p:tavLst>
                                    </p:anim>
                                    <p:anim calcmode="lin" valueType="num">
                                      <p:cBhvr additive="base">
                                        <p:cTn id="37"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anim calcmode="lin" valueType="num">
                                      <p:cBhvr>
                                        <p:cTn id="43" dur="1000" fill="hold"/>
                                        <p:tgtEl>
                                          <p:spTgt spid="10"/>
                                        </p:tgtEl>
                                        <p:attrNameLst>
                                          <p:attrName>ppt_x</p:attrName>
                                        </p:attrNameLst>
                                      </p:cBhvr>
                                      <p:tavLst>
                                        <p:tav tm="0">
                                          <p:val>
                                            <p:strVal val="#ppt_x"/>
                                          </p:val>
                                        </p:tav>
                                        <p:tav tm="100000">
                                          <p:val>
                                            <p:strVal val="#ppt_x"/>
                                          </p:val>
                                        </p:tav>
                                      </p:tavLst>
                                    </p:anim>
                                    <p:anim calcmode="lin" valueType="num">
                                      <p:cBhvr>
                                        <p:cTn id="4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6" presetClass="entr" presetSubtype="16" fill="hold" grpId="0" nodeType="click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circle(in)">
                                      <p:cBhvr>
                                        <p:cTn id="49" dur="200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5" presetClass="entr" presetSubtype="0"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2000"/>
                                        <p:tgtEl>
                                          <p:spTgt spid="13"/>
                                        </p:tgtEl>
                                      </p:cBhvr>
                                    </p:animEffect>
                                    <p:anim calcmode="lin" valueType="num">
                                      <p:cBhvr>
                                        <p:cTn id="62" dur="2000" fill="hold"/>
                                        <p:tgtEl>
                                          <p:spTgt spid="13"/>
                                        </p:tgtEl>
                                        <p:attrNameLst>
                                          <p:attrName>ppt_w</p:attrName>
                                        </p:attrNameLst>
                                      </p:cBhvr>
                                      <p:tavLst>
                                        <p:tav tm="0" fmla="#ppt_w*sin(2.5*pi*$)">
                                          <p:val>
                                            <p:fltVal val="0"/>
                                          </p:val>
                                        </p:tav>
                                        <p:tav tm="100000">
                                          <p:val>
                                            <p:fltVal val="1"/>
                                          </p:val>
                                        </p:tav>
                                      </p:tavLst>
                                    </p:anim>
                                    <p:anim calcmode="lin" valueType="num">
                                      <p:cBhvr>
                                        <p:cTn id="63" dur="2000" fill="hold"/>
                                        <p:tgtEl>
                                          <p:spTgt spid="13"/>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animBg="1"/>
      <p:bldP spid="6" grpId="0" animBg="1"/>
      <p:bldP spid="7" grpId="0" animBg="1"/>
      <p:bldP spid="8" grpId="0" animBg="1"/>
      <p:bldP spid="9" grpId="0" animBg="1"/>
      <p:bldP spid="10" grpId="0" animBg="1"/>
      <p:bldP spid="11" grpId="0" animBg="1"/>
      <p:bldP spid="12" grpId="0" animBg="1"/>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B81C0-8D16-C258-195D-D6145A251909}"/>
              </a:ext>
            </a:extLst>
          </p:cNvPr>
          <p:cNvSpPr>
            <a:spLocks noGrp="1"/>
          </p:cNvSpPr>
          <p:nvPr>
            <p:ph type="title"/>
          </p:nvPr>
        </p:nvSpPr>
        <p:spPr/>
        <p:txBody>
          <a:bodyPr/>
          <a:lstStyle/>
          <a:p>
            <a:endParaRPr lang="en-US"/>
          </a:p>
        </p:txBody>
      </p:sp>
      <mc:AlternateContent xmlns:mc="http://schemas.openxmlformats.org/markup-compatibility/2006" xmlns:p14="http://schemas.microsoft.com/office/powerpoint/2010/main">
        <mc:Choice Requires="p14">
          <p:contentPart p14:bwMode="auto" r:id="rId2">
            <p14:nvContentPartPr>
              <p14:cNvPr id="33" name="Ink 32">
                <a:extLst>
                  <a:ext uri="{FF2B5EF4-FFF2-40B4-BE49-F238E27FC236}">
                    <a16:creationId xmlns:a16="http://schemas.microsoft.com/office/drawing/2014/main" id="{98D5A511-5716-CA9A-3FDB-A63025D6D6A6}"/>
                  </a:ext>
                </a:extLst>
              </p14:cNvPr>
              <p14:cNvContentPartPr/>
              <p14:nvPr/>
            </p14:nvContentPartPr>
            <p14:xfrm>
              <a:off x="2737084" y="2023676"/>
              <a:ext cx="366480" cy="1320120"/>
            </p14:xfrm>
          </p:contentPart>
        </mc:Choice>
        <mc:Fallback xmlns="">
          <p:pic>
            <p:nvPicPr>
              <p:cNvPr id="33" name="Ink 32">
                <a:extLst>
                  <a:ext uri="{FF2B5EF4-FFF2-40B4-BE49-F238E27FC236}">
                    <a16:creationId xmlns:a16="http://schemas.microsoft.com/office/drawing/2014/main" id="{98D5A511-5716-CA9A-3FDB-A63025D6D6A6}"/>
                  </a:ext>
                </a:extLst>
              </p:cNvPr>
              <p:cNvPicPr/>
              <p:nvPr/>
            </p:nvPicPr>
            <p:blipFill>
              <a:blip r:embed="rId3"/>
              <a:stretch>
                <a:fillRect/>
              </a:stretch>
            </p:blipFill>
            <p:spPr>
              <a:xfrm>
                <a:off x="2728084" y="2015036"/>
                <a:ext cx="384120" cy="1337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4" name="Ink 33">
                <a:extLst>
                  <a:ext uri="{FF2B5EF4-FFF2-40B4-BE49-F238E27FC236}">
                    <a16:creationId xmlns:a16="http://schemas.microsoft.com/office/drawing/2014/main" id="{0C322B0F-DC8E-931A-9FB3-12A5FE811EAE}"/>
                  </a:ext>
                </a:extLst>
              </p14:cNvPr>
              <p14:cNvContentPartPr/>
              <p14:nvPr/>
            </p14:nvContentPartPr>
            <p14:xfrm>
              <a:off x="2833924" y="3560876"/>
              <a:ext cx="400320" cy="1137240"/>
            </p14:xfrm>
          </p:contentPart>
        </mc:Choice>
        <mc:Fallback xmlns="">
          <p:pic>
            <p:nvPicPr>
              <p:cNvPr id="34" name="Ink 33">
                <a:extLst>
                  <a:ext uri="{FF2B5EF4-FFF2-40B4-BE49-F238E27FC236}">
                    <a16:creationId xmlns:a16="http://schemas.microsoft.com/office/drawing/2014/main" id="{0C322B0F-DC8E-931A-9FB3-12A5FE811EAE}"/>
                  </a:ext>
                </a:extLst>
              </p:cNvPr>
              <p:cNvPicPr/>
              <p:nvPr/>
            </p:nvPicPr>
            <p:blipFill>
              <a:blip r:embed="rId5"/>
              <a:stretch>
                <a:fillRect/>
              </a:stretch>
            </p:blipFill>
            <p:spPr>
              <a:xfrm>
                <a:off x="2824924" y="3552236"/>
                <a:ext cx="417960" cy="1154880"/>
              </a:xfrm>
              <a:prstGeom prst="rect">
                <a:avLst/>
              </a:prstGeom>
            </p:spPr>
          </p:pic>
        </mc:Fallback>
      </mc:AlternateContent>
      <p:grpSp>
        <p:nvGrpSpPr>
          <p:cNvPr id="43" name="Group 42">
            <a:extLst>
              <a:ext uri="{FF2B5EF4-FFF2-40B4-BE49-F238E27FC236}">
                <a16:creationId xmlns:a16="http://schemas.microsoft.com/office/drawing/2014/main" id="{00ADB880-F77B-5AF6-2608-D0E3E66E714C}"/>
              </a:ext>
            </a:extLst>
          </p:cNvPr>
          <p:cNvGrpSpPr/>
          <p:nvPr/>
        </p:nvGrpSpPr>
        <p:grpSpPr>
          <a:xfrm>
            <a:off x="2533324" y="5033636"/>
            <a:ext cx="7045200" cy="1359000"/>
            <a:chOff x="2533324" y="5033636"/>
            <a:chExt cx="7045200" cy="1359000"/>
          </a:xfrm>
        </p:grpSpPr>
        <mc:AlternateContent xmlns:mc="http://schemas.openxmlformats.org/markup-compatibility/2006" xmlns:p14="http://schemas.microsoft.com/office/powerpoint/2010/main">
          <mc:Choice Requires="p14">
            <p:contentPart p14:bwMode="auto" r:id="rId6">
              <p14:nvContentPartPr>
                <p14:cNvPr id="3" name="Ink 2">
                  <a:extLst>
                    <a:ext uri="{FF2B5EF4-FFF2-40B4-BE49-F238E27FC236}">
                      <a16:creationId xmlns:a16="http://schemas.microsoft.com/office/drawing/2014/main" id="{C97E7C47-BC36-C4D6-81C3-F6B8B356B0DF}"/>
                    </a:ext>
                  </a:extLst>
                </p14:cNvPr>
                <p14:cNvContentPartPr/>
                <p14:nvPr/>
              </p14:nvContentPartPr>
              <p14:xfrm>
                <a:off x="4740844" y="5313716"/>
                <a:ext cx="364320" cy="387000"/>
              </p14:xfrm>
            </p:contentPart>
          </mc:Choice>
          <mc:Fallback xmlns="">
            <p:pic>
              <p:nvPicPr>
                <p:cNvPr id="3" name="Ink 2">
                  <a:extLst>
                    <a:ext uri="{FF2B5EF4-FFF2-40B4-BE49-F238E27FC236}">
                      <a16:creationId xmlns:a16="http://schemas.microsoft.com/office/drawing/2014/main" id="{C97E7C47-BC36-C4D6-81C3-F6B8B356B0DF}"/>
                    </a:ext>
                  </a:extLst>
                </p:cNvPr>
                <p:cNvPicPr/>
                <p:nvPr/>
              </p:nvPicPr>
              <p:blipFill>
                <a:blip r:embed="rId7"/>
                <a:stretch>
                  <a:fillRect/>
                </a:stretch>
              </p:blipFill>
              <p:spPr>
                <a:xfrm>
                  <a:off x="4731844" y="5305076"/>
                  <a:ext cx="381960" cy="4046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 name="Ink 3">
                  <a:extLst>
                    <a:ext uri="{FF2B5EF4-FFF2-40B4-BE49-F238E27FC236}">
                      <a16:creationId xmlns:a16="http://schemas.microsoft.com/office/drawing/2014/main" id="{BA7F525D-2B49-6C63-27B9-63746D2C28CE}"/>
                    </a:ext>
                  </a:extLst>
                </p14:cNvPr>
                <p14:cNvContentPartPr/>
                <p14:nvPr/>
              </p14:nvContentPartPr>
              <p14:xfrm>
                <a:off x="5280484" y="5337836"/>
                <a:ext cx="352800" cy="316080"/>
              </p14:xfrm>
            </p:contentPart>
          </mc:Choice>
          <mc:Fallback xmlns="">
            <p:pic>
              <p:nvPicPr>
                <p:cNvPr id="4" name="Ink 3">
                  <a:extLst>
                    <a:ext uri="{FF2B5EF4-FFF2-40B4-BE49-F238E27FC236}">
                      <a16:creationId xmlns:a16="http://schemas.microsoft.com/office/drawing/2014/main" id="{BA7F525D-2B49-6C63-27B9-63746D2C28CE}"/>
                    </a:ext>
                  </a:extLst>
                </p:cNvPr>
                <p:cNvPicPr/>
                <p:nvPr/>
              </p:nvPicPr>
              <p:blipFill>
                <a:blip r:embed="rId9"/>
                <a:stretch>
                  <a:fillRect/>
                </a:stretch>
              </p:blipFill>
              <p:spPr>
                <a:xfrm>
                  <a:off x="5271484" y="5328836"/>
                  <a:ext cx="370440" cy="333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 name="Ink 4">
                  <a:extLst>
                    <a:ext uri="{FF2B5EF4-FFF2-40B4-BE49-F238E27FC236}">
                      <a16:creationId xmlns:a16="http://schemas.microsoft.com/office/drawing/2014/main" id="{5434777F-4B77-4819-61FE-61FEA67119C9}"/>
                    </a:ext>
                  </a:extLst>
                </p14:cNvPr>
                <p14:cNvContentPartPr/>
                <p14:nvPr/>
              </p14:nvContentPartPr>
              <p14:xfrm>
                <a:off x="3292564" y="5260076"/>
                <a:ext cx="5360040" cy="966600"/>
              </p14:xfrm>
            </p:contentPart>
          </mc:Choice>
          <mc:Fallback xmlns="">
            <p:pic>
              <p:nvPicPr>
                <p:cNvPr id="5" name="Ink 4">
                  <a:extLst>
                    <a:ext uri="{FF2B5EF4-FFF2-40B4-BE49-F238E27FC236}">
                      <a16:creationId xmlns:a16="http://schemas.microsoft.com/office/drawing/2014/main" id="{5434777F-4B77-4819-61FE-61FEA67119C9}"/>
                    </a:ext>
                  </a:extLst>
                </p:cNvPr>
                <p:cNvPicPr/>
                <p:nvPr/>
              </p:nvPicPr>
              <p:blipFill>
                <a:blip r:embed="rId11"/>
                <a:stretch>
                  <a:fillRect/>
                </a:stretch>
              </p:blipFill>
              <p:spPr>
                <a:xfrm>
                  <a:off x="3283924" y="5251076"/>
                  <a:ext cx="5377680" cy="9842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 name="Ink 5">
                  <a:extLst>
                    <a:ext uri="{FF2B5EF4-FFF2-40B4-BE49-F238E27FC236}">
                      <a16:creationId xmlns:a16="http://schemas.microsoft.com/office/drawing/2014/main" id="{40E01358-0EBC-94E5-48AD-D0F81D619421}"/>
                    </a:ext>
                  </a:extLst>
                </p14:cNvPr>
                <p14:cNvContentPartPr/>
                <p14:nvPr/>
              </p14:nvContentPartPr>
              <p14:xfrm>
                <a:off x="3298324" y="5033636"/>
                <a:ext cx="6280200" cy="871920"/>
              </p14:xfrm>
            </p:contentPart>
          </mc:Choice>
          <mc:Fallback xmlns="">
            <p:pic>
              <p:nvPicPr>
                <p:cNvPr id="6" name="Ink 5">
                  <a:extLst>
                    <a:ext uri="{FF2B5EF4-FFF2-40B4-BE49-F238E27FC236}">
                      <a16:creationId xmlns:a16="http://schemas.microsoft.com/office/drawing/2014/main" id="{40E01358-0EBC-94E5-48AD-D0F81D619421}"/>
                    </a:ext>
                  </a:extLst>
                </p:cNvPr>
                <p:cNvPicPr/>
                <p:nvPr/>
              </p:nvPicPr>
              <p:blipFill>
                <a:blip r:embed="rId13"/>
                <a:stretch>
                  <a:fillRect/>
                </a:stretch>
              </p:blipFill>
              <p:spPr>
                <a:xfrm>
                  <a:off x="3289684" y="5024636"/>
                  <a:ext cx="6297840" cy="8895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 name="Ink 6">
                  <a:extLst>
                    <a:ext uri="{FF2B5EF4-FFF2-40B4-BE49-F238E27FC236}">
                      <a16:creationId xmlns:a16="http://schemas.microsoft.com/office/drawing/2014/main" id="{1B12AB57-B9D5-BFAA-A2F1-246B54FA7930}"/>
                    </a:ext>
                  </a:extLst>
                </p14:cNvPr>
                <p14:cNvContentPartPr/>
                <p14:nvPr/>
              </p14:nvContentPartPr>
              <p14:xfrm>
                <a:off x="6725164" y="5497676"/>
                <a:ext cx="6480" cy="153000"/>
              </p14:xfrm>
            </p:contentPart>
          </mc:Choice>
          <mc:Fallback xmlns="">
            <p:pic>
              <p:nvPicPr>
                <p:cNvPr id="7" name="Ink 6">
                  <a:extLst>
                    <a:ext uri="{FF2B5EF4-FFF2-40B4-BE49-F238E27FC236}">
                      <a16:creationId xmlns:a16="http://schemas.microsoft.com/office/drawing/2014/main" id="{1B12AB57-B9D5-BFAA-A2F1-246B54FA7930}"/>
                    </a:ext>
                  </a:extLst>
                </p:cNvPr>
                <p:cNvPicPr/>
                <p:nvPr/>
              </p:nvPicPr>
              <p:blipFill>
                <a:blip r:embed="rId15"/>
                <a:stretch>
                  <a:fillRect/>
                </a:stretch>
              </p:blipFill>
              <p:spPr>
                <a:xfrm>
                  <a:off x="6716164" y="5489036"/>
                  <a:ext cx="2412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 name="Ink 7">
                  <a:extLst>
                    <a:ext uri="{FF2B5EF4-FFF2-40B4-BE49-F238E27FC236}">
                      <a16:creationId xmlns:a16="http://schemas.microsoft.com/office/drawing/2014/main" id="{B5E2194D-5ECF-437C-658B-DFCBAC47A081}"/>
                    </a:ext>
                  </a:extLst>
                </p14:cNvPr>
                <p14:cNvContentPartPr/>
                <p14:nvPr/>
              </p14:nvContentPartPr>
              <p14:xfrm>
                <a:off x="6556324" y="5477876"/>
                <a:ext cx="343080" cy="225360"/>
              </p14:xfrm>
            </p:contentPart>
          </mc:Choice>
          <mc:Fallback xmlns="">
            <p:pic>
              <p:nvPicPr>
                <p:cNvPr id="8" name="Ink 7">
                  <a:extLst>
                    <a:ext uri="{FF2B5EF4-FFF2-40B4-BE49-F238E27FC236}">
                      <a16:creationId xmlns:a16="http://schemas.microsoft.com/office/drawing/2014/main" id="{B5E2194D-5ECF-437C-658B-DFCBAC47A081}"/>
                    </a:ext>
                  </a:extLst>
                </p:cNvPr>
                <p:cNvPicPr/>
                <p:nvPr/>
              </p:nvPicPr>
              <p:blipFill>
                <a:blip r:embed="rId17"/>
                <a:stretch>
                  <a:fillRect/>
                </a:stretch>
              </p:blipFill>
              <p:spPr>
                <a:xfrm>
                  <a:off x="6547324" y="5468876"/>
                  <a:ext cx="360720" cy="2430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 name="Ink 8">
                  <a:extLst>
                    <a:ext uri="{FF2B5EF4-FFF2-40B4-BE49-F238E27FC236}">
                      <a16:creationId xmlns:a16="http://schemas.microsoft.com/office/drawing/2014/main" id="{891D80E6-6E31-B234-EC07-302F4B443D06}"/>
                    </a:ext>
                  </a:extLst>
                </p14:cNvPr>
                <p14:cNvContentPartPr/>
                <p14:nvPr/>
              </p14:nvContentPartPr>
              <p14:xfrm>
                <a:off x="6927124" y="5477516"/>
                <a:ext cx="263160" cy="192960"/>
              </p14:xfrm>
            </p:contentPart>
          </mc:Choice>
          <mc:Fallback xmlns="">
            <p:pic>
              <p:nvPicPr>
                <p:cNvPr id="9" name="Ink 8">
                  <a:extLst>
                    <a:ext uri="{FF2B5EF4-FFF2-40B4-BE49-F238E27FC236}">
                      <a16:creationId xmlns:a16="http://schemas.microsoft.com/office/drawing/2014/main" id="{891D80E6-6E31-B234-EC07-302F4B443D06}"/>
                    </a:ext>
                  </a:extLst>
                </p:cNvPr>
                <p:cNvPicPr/>
                <p:nvPr/>
              </p:nvPicPr>
              <p:blipFill>
                <a:blip r:embed="rId19"/>
                <a:stretch>
                  <a:fillRect/>
                </a:stretch>
              </p:blipFill>
              <p:spPr>
                <a:xfrm>
                  <a:off x="6918124" y="5468876"/>
                  <a:ext cx="28080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 name="Ink 9">
                  <a:extLst>
                    <a:ext uri="{FF2B5EF4-FFF2-40B4-BE49-F238E27FC236}">
                      <a16:creationId xmlns:a16="http://schemas.microsoft.com/office/drawing/2014/main" id="{E9B54813-5C5F-ABD2-1000-E9D5A516AECF}"/>
                    </a:ext>
                  </a:extLst>
                </p14:cNvPr>
                <p14:cNvContentPartPr/>
                <p14:nvPr/>
              </p14:nvContentPartPr>
              <p14:xfrm>
                <a:off x="7226644" y="5476436"/>
                <a:ext cx="73440" cy="192600"/>
              </p14:xfrm>
            </p:contentPart>
          </mc:Choice>
          <mc:Fallback xmlns="">
            <p:pic>
              <p:nvPicPr>
                <p:cNvPr id="10" name="Ink 9">
                  <a:extLst>
                    <a:ext uri="{FF2B5EF4-FFF2-40B4-BE49-F238E27FC236}">
                      <a16:creationId xmlns:a16="http://schemas.microsoft.com/office/drawing/2014/main" id="{E9B54813-5C5F-ABD2-1000-E9D5A516AECF}"/>
                    </a:ext>
                  </a:extLst>
                </p:cNvPr>
                <p:cNvPicPr/>
                <p:nvPr/>
              </p:nvPicPr>
              <p:blipFill>
                <a:blip r:embed="rId21"/>
                <a:stretch>
                  <a:fillRect/>
                </a:stretch>
              </p:blipFill>
              <p:spPr>
                <a:xfrm>
                  <a:off x="7218004" y="5467436"/>
                  <a:ext cx="9108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 name="Ink 10">
                  <a:extLst>
                    <a:ext uri="{FF2B5EF4-FFF2-40B4-BE49-F238E27FC236}">
                      <a16:creationId xmlns:a16="http://schemas.microsoft.com/office/drawing/2014/main" id="{844216F7-816A-010E-C4D9-FC27D16D25E8}"/>
                    </a:ext>
                  </a:extLst>
                </p14:cNvPr>
                <p14:cNvContentPartPr/>
                <p14:nvPr/>
              </p14:nvContentPartPr>
              <p14:xfrm>
                <a:off x="7344364" y="5459156"/>
                <a:ext cx="218520" cy="164880"/>
              </p14:xfrm>
            </p:contentPart>
          </mc:Choice>
          <mc:Fallback xmlns="">
            <p:pic>
              <p:nvPicPr>
                <p:cNvPr id="11" name="Ink 10">
                  <a:extLst>
                    <a:ext uri="{FF2B5EF4-FFF2-40B4-BE49-F238E27FC236}">
                      <a16:creationId xmlns:a16="http://schemas.microsoft.com/office/drawing/2014/main" id="{844216F7-816A-010E-C4D9-FC27D16D25E8}"/>
                    </a:ext>
                  </a:extLst>
                </p:cNvPr>
                <p:cNvPicPr/>
                <p:nvPr/>
              </p:nvPicPr>
              <p:blipFill>
                <a:blip r:embed="rId23"/>
                <a:stretch>
                  <a:fillRect/>
                </a:stretch>
              </p:blipFill>
              <p:spPr>
                <a:xfrm>
                  <a:off x="7335364" y="5450156"/>
                  <a:ext cx="23616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 name="Ink 11">
                  <a:extLst>
                    <a:ext uri="{FF2B5EF4-FFF2-40B4-BE49-F238E27FC236}">
                      <a16:creationId xmlns:a16="http://schemas.microsoft.com/office/drawing/2014/main" id="{FFD22C1A-4531-3D19-761F-35C648ECB5D7}"/>
                    </a:ext>
                  </a:extLst>
                </p14:cNvPr>
                <p14:cNvContentPartPr/>
                <p14:nvPr/>
              </p14:nvContentPartPr>
              <p14:xfrm>
                <a:off x="7706164" y="5535116"/>
                <a:ext cx="145080" cy="30240"/>
              </p14:xfrm>
            </p:contentPart>
          </mc:Choice>
          <mc:Fallback xmlns="">
            <p:pic>
              <p:nvPicPr>
                <p:cNvPr id="12" name="Ink 11">
                  <a:extLst>
                    <a:ext uri="{FF2B5EF4-FFF2-40B4-BE49-F238E27FC236}">
                      <a16:creationId xmlns:a16="http://schemas.microsoft.com/office/drawing/2014/main" id="{FFD22C1A-4531-3D19-761F-35C648ECB5D7}"/>
                    </a:ext>
                  </a:extLst>
                </p:cNvPr>
                <p:cNvPicPr/>
                <p:nvPr/>
              </p:nvPicPr>
              <p:blipFill>
                <a:blip r:embed="rId25"/>
                <a:stretch>
                  <a:fillRect/>
                </a:stretch>
              </p:blipFill>
              <p:spPr>
                <a:xfrm>
                  <a:off x="7697524" y="5526116"/>
                  <a:ext cx="16272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 name="Ink 12">
                  <a:extLst>
                    <a:ext uri="{FF2B5EF4-FFF2-40B4-BE49-F238E27FC236}">
                      <a16:creationId xmlns:a16="http://schemas.microsoft.com/office/drawing/2014/main" id="{896981C9-3250-07D4-A591-A7354A70C202}"/>
                    </a:ext>
                  </a:extLst>
                </p14:cNvPr>
                <p14:cNvContentPartPr/>
                <p14:nvPr/>
              </p14:nvContentPartPr>
              <p14:xfrm>
                <a:off x="7992364" y="5445836"/>
                <a:ext cx="119160" cy="189720"/>
              </p14:xfrm>
            </p:contentPart>
          </mc:Choice>
          <mc:Fallback xmlns="">
            <p:pic>
              <p:nvPicPr>
                <p:cNvPr id="13" name="Ink 12">
                  <a:extLst>
                    <a:ext uri="{FF2B5EF4-FFF2-40B4-BE49-F238E27FC236}">
                      <a16:creationId xmlns:a16="http://schemas.microsoft.com/office/drawing/2014/main" id="{896981C9-3250-07D4-A591-A7354A70C202}"/>
                    </a:ext>
                  </a:extLst>
                </p:cNvPr>
                <p:cNvPicPr/>
                <p:nvPr/>
              </p:nvPicPr>
              <p:blipFill>
                <a:blip r:embed="rId27"/>
                <a:stretch>
                  <a:fillRect/>
                </a:stretch>
              </p:blipFill>
              <p:spPr>
                <a:xfrm>
                  <a:off x="7983364" y="5437196"/>
                  <a:ext cx="136800" cy="207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 name="Ink 13">
                  <a:extLst>
                    <a:ext uri="{FF2B5EF4-FFF2-40B4-BE49-F238E27FC236}">
                      <a16:creationId xmlns:a16="http://schemas.microsoft.com/office/drawing/2014/main" id="{C0C41E5D-D60C-1A84-78E7-F03CC4997EFC}"/>
                    </a:ext>
                  </a:extLst>
                </p14:cNvPr>
                <p14:cNvContentPartPr/>
                <p14:nvPr/>
              </p14:nvContentPartPr>
              <p14:xfrm>
                <a:off x="8180284" y="5445836"/>
                <a:ext cx="223200" cy="178560"/>
              </p14:xfrm>
            </p:contentPart>
          </mc:Choice>
          <mc:Fallback xmlns="">
            <p:pic>
              <p:nvPicPr>
                <p:cNvPr id="14" name="Ink 13">
                  <a:extLst>
                    <a:ext uri="{FF2B5EF4-FFF2-40B4-BE49-F238E27FC236}">
                      <a16:creationId xmlns:a16="http://schemas.microsoft.com/office/drawing/2014/main" id="{C0C41E5D-D60C-1A84-78E7-F03CC4997EFC}"/>
                    </a:ext>
                  </a:extLst>
                </p:cNvPr>
                <p:cNvPicPr/>
                <p:nvPr/>
              </p:nvPicPr>
              <p:blipFill>
                <a:blip r:embed="rId29"/>
                <a:stretch>
                  <a:fillRect/>
                </a:stretch>
              </p:blipFill>
              <p:spPr>
                <a:xfrm>
                  <a:off x="8171284" y="5436836"/>
                  <a:ext cx="24084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 name="Ink 14">
                  <a:extLst>
                    <a:ext uri="{FF2B5EF4-FFF2-40B4-BE49-F238E27FC236}">
                      <a16:creationId xmlns:a16="http://schemas.microsoft.com/office/drawing/2014/main" id="{D41A4E5C-FA55-7329-56D3-F91151B7F3CB}"/>
                    </a:ext>
                  </a:extLst>
                </p14:cNvPr>
                <p14:cNvContentPartPr/>
                <p14:nvPr/>
              </p14:nvContentPartPr>
              <p14:xfrm>
                <a:off x="8475124" y="5405516"/>
                <a:ext cx="208080" cy="190440"/>
              </p14:xfrm>
            </p:contentPart>
          </mc:Choice>
          <mc:Fallback xmlns="">
            <p:pic>
              <p:nvPicPr>
                <p:cNvPr id="15" name="Ink 14">
                  <a:extLst>
                    <a:ext uri="{FF2B5EF4-FFF2-40B4-BE49-F238E27FC236}">
                      <a16:creationId xmlns:a16="http://schemas.microsoft.com/office/drawing/2014/main" id="{D41A4E5C-FA55-7329-56D3-F91151B7F3CB}"/>
                    </a:ext>
                  </a:extLst>
                </p:cNvPr>
                <p:cNvPicPr/>
                <p:nvPr/>
              </p:nvPicPr>
              <p:blipFill>
                <a:blip r:embed="rId31"/>
                <a:stretch>
                  <a:fillRect/>
                </a:stretch>
              </p:blipFill>
              <p:spPr>
                <a:xfrm>
                  <a:off x="8466484" y="5396516"/>
                  <a:ext cx="225720" cy="2080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35" name="Ink 34">
                  <a:extLst>
                    <a:ext uri="{FF2B5EF4-FFF2-40B4-BE49-F238E27FC236}">
                      <a16:creationId xmlns:a16="http://schemas.microsoft.com/office/drawing/2014/main" id="{C44B220E-1C59-8A0A-E4CE-581092E64413}"/>
                    </a:ext>
                  </a:extLst>
                </p14:cNvPr>
                <p14:cNvContentPartPr/>
                <p14:nvPr/>
              </p14:nvContentPartPr>
              <p14:xfrm>
                <a:off x="2533324" y="5132636"/>
                <a:ext cx="484920" cy="1260000"/>
              </p14:xfrm>
            </p:contentPart>
          </mc:Choice>
          <mc:Fallback xmlns="">
            <p:pic>
              <p:nvPicPr>
                <p:cNvPr id="35" name="Ink 34">
                  <a:extLst>
                    <a:ext uri="{FF2B5EF4-FFF2-40B4-BE49-F238E27FC236}">
                      <a16:creationId xmlns:a16="http://schemas.microsoft.com/office/drawing/2014/main" id="{C44B220E-1C59-8A0A-E4CE-581092E64413}"/>
                    </a:ext>
                  </a:extLst>
                </p:cNvPr>
                <p:cNvPicPr/>
                <p:nvPr/>
              </p:nvPicPr>
              <p:blipFill>
                <a:blip r:embed="rId33"/>
                <a:stretch>
                  <a:fillRect/>
                </a:stretch>
              </p:blipFill>
              <p:spPr>
                <a:xfrm>
                  <a:off x="2524684" y="5123636"/>
                  <a:ext cx="502560" cy="12776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38" name="Ink 37">
                  <a:extLst>
                    <a:ext uri="{FF2B5EF4-FFF2-40B4-BE49-F238E27FC236}">
                      <a16:creationId xmlns:a16="http://schemas.microsoft.com/office/drawing/2014/main" id="{53E21C36-CDD5-B13D-7F61-7548B4238B6C}"/>
                    </a:ext>
                  </a:extLst>
                </p14:cNvPr>
                <p14:cNvContentPartPr/>
                <p14:nvPr/>
              </p14:nvContentPartPr>
              <p14:xfrm>
                <a:off x="3893404" y="5494076"/>
                <a:ext cx="367920" cy="294840"/>
              </p14:xfrm>
            </p:contentPart>
          </mc:Choice>
          <mc:Fallback xmlns="">
            <p:pic>
              <p:nvPicPr>
                <p:cNvPr id="38" name="Ink 37">
                  <a:extLst>
                    <a:ext uri="{FF2B5EF4-FFF2-40B4-BE49-F238E27FC236}">
                      <a16:creationId xmlns:a16="http://schemas.microsoft.com/office/drawing/2014/main" id="{53E21C36-CDD5-B13D-7F61-7548B4238B6C}"/>
                    </a:ext>
                  </a:extLst>
                </p:cNvPr>
                <p:cNvPicPr/>
                <p:nvPr/>
              </p:nvPicPr>
              <p:blipFill>
                <a:blip r:embed="rId35"/>
                <a:stretch>
                  <a:fillRect/>
                </a:stretch>
              </p:blipFill>
              <p:spPr>
                <a:xfrm>
                  <a:off x="3884404" y="5485436"/>
                  <a:ext cx="385560" cy="312480"/>
                </a:xfrm>
                <a:prstGeom prst="rect">
                  <a:avLst/>
                </a:prstGeom>
              </p:spPr>
            </p:pic>
          </mc:Fallback>
        </mc:AlternateContent>
      </p:grpSp>
      <p:grpSp>
        <p:nvGrpSpPr>
          <p:cNvPr id="42" name="Group 41">
            <a:extLst>
              <a:ext uri="{FF2B5EF4-FFF2-40B4-BE49-F238E27FC236}">
                <a16:creationId xmlns:a16="http://schemas.microsoft.com/office/drawing/2014/main" id="{CF9E2ACF-8D6B-36E8-27CA-CCFED15DC2C8}"/>
              </a:ext>
            </a:extLst>
          </p:cNvPr>
          <p:cNvGrpSpPr/>
          <p:nvPr/>
        </p:nvGrpSpPr>
        <p:grpSpPr>
          <a:xfrm>
            <a:off x="3322084" y="3647276"/>
            <a:ext cx="6343200" cy="1180800"/>
            <a:chOff x="3322084" y="3647276"/>
            <a:chExt cx="6343200" cy="1180800"/>
          </a:xfrm>
        </p:grpSpPr>
        <mc:AlternateContent xmlns:mc="http://schemas.openxmlformats.org/markup-compatibility/2006" xmlns:p14="http://schemas.microsoft.com/office/powerpoint/2010/main">
          <mc:Choice Requires="p14">
            <p:contentPart p14:bwMode="auto" r:id="rId36">
              <p14:nvContentPartPr>
                <p14:cNvPr id="17" name="Ink 16">
                  <a:extLst>
                    <a:ext uri="{FF2B5EF4-FFF2-40B4-BE49-F238E27FC236}">
                      <a16:creationId xmlns:a16="http://schemas.microsoft.com/office/drawing/2014/main" id="{41BE0000-3150-C359-EBA5-818C68774E37}"/>
                    </a:ext>
                  </a:extLst>
                </p14:cNvPr>
                <p14:cNvContentPartPr/>
                <p14:nvPr/>
              </p14:nvContentPartPr>
              <p14:xfrm>
                <a:off x="3322084" y="3798476"/>
                <a:ext cx="203400" cy="1029600"/>
              </p14:xfrm>
            </p:contentPart>
          </mc:Choice>
          <mc:Fallback xmlns="">
            <p:pic>
              <p:nvPicPr>
                <p:cNvPr id="17" name="Ink 16">
                  <a:extLst>
                    <a:ext uri="{FF2B5EF4-FFF2-40B4-BE49-F238E27FC236}">
                      <a16:creationId xmlns:a16="http://schemas.microsoft.com/office/drawing/2014/main" id="{41BE0000-3150-C359-EBA5-818C68774E37}"/>
                    </a:ext>
                  </a:extLst>
                </p:cNvPr>
                <p:cNvPicPr/>
                <p:nvPr/>
              </p:nvPicPr>
              <p:blipFill>
                <a:blip r:embed="rId37"/>
                <a:stretch>
                  <a:fillRect/>
                </a:stretch>
              </p:blipFill>
              <p:spPr>
                <a:xfrm>
                  <a:off x="3313444" y="3789836"/>
                  <a:ext cx="221040" cy="10472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 name="Ink 17">
                  <a:extLst>
                    <a:ext uri="{FF2B5EF4-FFF2-40B4-BE49-F238E27FC236}">
                      <a16:creationId xmlns:a16="http://schemas.microsoft.com/office/drawing/2014/main" id="{6C7F0B3A-AD42-B7D2-A94A-0811BD4CB2A5}"/>
                    </a:ext>
                  </a:extLst>
                </p14:cNvPr>
                <p14:cNvContentPartPr/>
                <p14:nvPr/>
              </p14:nvContentPartPr>
              <p14:xfrm>
                <a:off x="3385084" y="4541156"/>
                <a:ext cx="5199480" cy="149040"/>
              </p14:xfrm>
            </p:contentPart>
          </mc:Choice>
          <mc:Fallback xmlns="">
            <p:pic>
              <p:nvPicPr>
                <p:cNvPr id="18" name="Ink 17">
                  <a:extLst>
                    <a:ext uri="{FF2B5EF4-FFF2-40B4-BE49-F238E27FC236}">
                      <a16:creationId xmlns:a16="http://schemas.microsoft.com/office/drawing/2014/main" id="{6C7F0B3A-AD42-B7D2-A94A-0811BD4CB2A5}"/>
                    </a:ext>
                  </a:extLst>
                </p:cNvPr>
                <p:cNvPicPr/>
                <p:nvPr/>
              </p:nvPicPr>
              <p:blipFill>
                <a:blip r:embed="rId39"/>
                <a:stretch>
                  <a:fillRect/>
                </a:stretch>
              </p:blipFill>
              <p:spPr>
                <a:xfrm>
                  <a:off x="3376444" y="4532156"/>
                  <a:ext cx="5217120" cy="1666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 name="Ink 18">
                  <a:extLst>
                    <a:ext uri="{FF2B5EF4-FFF2-40B4-BE49-F238E27FC236}">
                      <a16:creationId xmlns:a16="http://schemas.microsoft.com/office/drawing/2014/main" id="{08AC7E23-6467-B9D2-4245-6292171EF52E}"/>
                    </a:ext>
                  </a:extLst>
                </p14:cNvPr>
                <p14:cNvContentPartPr/>
                <p14:nvPr/>
              </p14:nvContentPartPr>
              <p14:xfrm>
                <a:off x="3354484" y="3647276"/>
                <a:ext cx="6310800" cy="909720"/>
              </p14:xfrm>
            </p:contentPart>
          </mc:Choice>
          <mc:Fallback xmlns="">
            <p:pic>
              <p:nvPicPr>
                <p:cNvPr id="19" name="Ink 18">
                  <a:extLst>
                    <a:ext uri="{FF2B5EF4-FFF2-40B4-BE49-F238E27FC236}">
                      <a16:creationId xmlns:a16="http://schemas.microsoft.com/office/drawing/2014/main" id="{08AC7E23-6467-B9D2-4245-6292171EF52E}"/>
                    </a:ext>
                  </a:extLst>
                </p:cNvPr>
                <p:cNvPicPr/>
                <p:nvPr/>
              </p:nvPicPr>
              <p:blipFill>
                <a:blip r:embed="rId41"/>
                <a:stretch>
                  <a:fillRect/>
                </a:stretch>
              </p:blipFill>
              <p:spPr>
                <a:xfrm>
                  <a:off x="3345844" y="3638636"/>
                  <a:ext cx="6328440" cy="927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1" name="Ink 20">
                  <a:extLst>
                    <a:ext uri="{FF2B5EF4-FFF2-40B4-BE49-F238E27FC236}">
                      <a16:creationId xmlns:a16="http://schemas.microsoft.com/office/drawing/2014/main" id="{7055A4E8-C53D-57E7-367E-1B38B75DF611}"/>
                    </a:ext>
                  </a:extLst>
                </p14:cNvPr>
                <p14:cNvContentPartPr/>
                <p14:nvPr/>
              </p14:nvContentPartPr>
              <p14:xfrm>
                <a:off x="4689004" y="4083956"/>
                <a:ext cx="223920" cy="327960"/>
              </p14:xfrm>
            </p:contentPart>
          </mc:Choice>
          <mc:Fallback xmlns="">
            <p:pic>
              <p:nvPicPr>
                <p:cNvPr id="21" name="Ink 20">
                  <a:extLst>
                    <a:ext uri="{FF2B5EF4-FFF2-40B4-BE49-F238E27FC236}">
                      <a16:creationId xmlns:a16="http://schemas.microsoft.com/office/drawing/2014/main" id="{7055A4E8-C53D-57E7-367E-1B38B75DF611}"/>
                    </a:ext>
                  </a:extLst>
                </p:cNvPr>
                <p:cNvPicPr/>
                <p:nvPr/>
              </p:nvPicPr>
              <p:blipFill>
                <a:blip r:embed="rId43"/>
                <a:stretch>
                  <a:fillRect/>
                </a:stretch>
              </p:blipFill>
              <p:spPr>
                <a:xfrm>
                  <a:off x="4680364" y="4075316"/>
                  <a:ext cx="24156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2" name="Ink 21">
                  <a:extLst>
                    <a:ext uri="{FF2B5EF4-FFF2-40B4-BE49-F238E27FC236}">
                      <a16:creationId xmlns:a16="http://schemas.microsoft.com/office/drawing/2014/main" id="{F36A17F1-6D68-981B-03E6-B4960FD6E514}"/>
                    </a:ext>
                  </a:extLst>
                </p14:cNvPr>
                <p14:cNvContentPartPr/>
                <p14:nvPr/>
              </p14:nvContentPartPr>
              <p14:xfrm>
                <a:off x="4704844" y="4108076"/>
                <a:ext cx="418320" cy="271800"/>
              </p14:xfrm>
            </p:contentPart>
          </mc:Choice>
          <mc:Fallback xmlns="">
            <p:pic>
              <p:nvPicPr>
                <p:cNvPr id="22" name="Ink 21">
                  <a:extLst>
                    <a:ext uri="{FF2B5EF4-FFF2-40B4-BE49-F238E27FC236}">
                      <a16:creationId xmlns:a16="http://schemas.microsoft.com/office/drawing/2014/main" id="{F36A17F1-6D68-981B-03E6-B4960FD6E514}"/>
                    </a:ext>
                  </a:extLst>
                </p:cNvPr>
                <p:cNvPicPr/>
                <p:nvPr/>
              </p:nvPicPr>
              <p:blipFill>
                <a:blip r:embed="rId45"/>
                <a:stretch>
                  <a:fillRect/>
                </a:stretch>
              </p:blipFill>
              <p:spPr>
                <a:xfrm>
                  <a:off x="4696204" y="4099076"/>
                  <a:ext cx="435960" cy="289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3" name="Ink 22">
                  <a:extLst>
                    <a:ext uri="{FF2B5EF4-FFF2-40B4-BE49-F238E27FC236}">
                      <a16:creationId xmlns:a16="http://schemas.microsoft.com/office/drawing/2014/main" id="{79B07278-0719-B637-BBBB-BD9DA8456769}"/>
                    </a:ext>
                  </a:extLst>
                </p14:cNvPr>
                <p14:cNvContentPartPr/>
                <p14:nvPr/>
              </p14:nvContentPartPr>
              <p14:xfrm>
                <a:off x="5200924" y="4108076"/>
                <a:ext cx="127080" cy="264960"/>
              </p14:xfrm>
            </p:contentPart>
          </mc:Choice>
          <mc:Fallback xmlns="">
            <p:pic>
              <p:nvPicPr>
                <p:cNvPr id="23" name="Ink 22">
                  <a:extLst>
                    <a:ext uri="{FF2B5EF4-FFF2-40B4-BE49-F238E27FC236}">
                      <a16:creationId xmlns:a16="http://schemas.microsoft.com/office/drawing/2014/main" id="{79B07278-0719-B637-BBBB-BD9DA8456769}"/>
                    </a:ext>
                  </a:extLst>
                </p:cNvPr>
                <p:cNvPicPr/>
                <p:nvPr/>
              </p:nvPicPr>
              <p:blipFill>
                <a:blip r:embed="rId47"/>
                <a:stretch>
                  <a:fillRect/>
                </a:stretch>
              </p:blipFill>
              <p:spPr>
                <a:xfrm>
                  <a:off x="5192284" y="4099436"/>
                  <a:ext cx="144720" cy="28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9" name="Ink 38">
                  <a:extLst>
                    <a:ext uri="{FF2B5EF4-FFF2-40B4-BE49-F238E27FC236}">
                      <a16:creationId xmlns:a16="http://schemas.microsoft.com/office/drawing/2014/main" id="{C1F5573C-188F-B081-5ABD-851A87C772E7}"/>
                    </a:ext>
                  </a:extLst>
                </p14:cNvPr>
                <p14:cNvContentPartPr/>
                <p14:nvPr/>
              </p14:nvContentPartPr>
              <p14:xfrm>
                <a:off x="3942724" y="4048316"/>
                <a:ext cx="416880" cy="384480"/>
              </p14:xfrm>
            </p:contentPart>
          </mc:Choice>
          <mc:Fallback xmlns="">
            <p:pic>
              <p:nvPicPr>
                <p:cNvPr id="39" name="Ink 38">
                  <a:extLst>
                    <a:ext uri="{FF2B5EF4-FFF2-40B4-BE49-F238E27FC236}">
                      <a16:creationId xmlns:a16="http://schemas.microsoft.com/office/drawing/2014/main" id="{C1F5573C-188F-B081-5ABD-851A87C772E7}"/>
                    </a:ext>
                  </a:extLst>
                </p:cNvPr>
                <p:cNvPicPr/>
                <p:nvPr/>
              </p:nvPicPr>
              <p:blipFill>
                <a:blip r:embed="rId49"/>
                <a:stretch>
                  <a:fillRect/>
                </a:stretch>
              </p:blipFill>
              <p:spPr>
                <a:xfrm>
                  <a:off x="3933724" y="4039676"/>
                  <a:ext cx="434520" cy="402120"/>
                </a:xfrm>
                <a:prstGeom prst="rect">
                  <a:avLst/>
                </a:prstGeom>
              </p:spPr>
            </p:pic>
          </mc:Fallback>
        </mc:AlternateContent>
      </p:grpSp>
      <p:grpSp>
        <p:nvGrpSpPr>
          <p:cNvPr id="41" name="Group 40">
            <a:extLst>
              <a:ext uri="{FF2B5EF4-FFF2-40B4-BE49-F238E27FC236}">
                <a16:creationId xmlns:a16="http://schemas.microsoft.com/office/drawing/2014/main" id="{384C1832-8B22-9FF0-2543-3829AE955F06}"/>
              </a:ext>
            </a:extLst>
          </p:cNvPr>
          <p:cNvGrpSpPr/>
          <p:nvPr/>
        </p:nvGrpSpPr>
        <p:grpSpPr>
          <a:xfrm>
            <a:off x="3361324" y="2244356"/>
            <a:ext cx="6678000" cy="991800"/>
            <a:chOff x="3361324" y="2244356"/>
            <a:chExt cx="6678000" cy="991800"/>
          </a:xfrm>
        </p:grpSpPr>
        <mc:AlternateContent xmlns:mc="http://schemas.openxmlformats.org/markup-compatibility/2006" xmlns:p14="http://schemas.microsoft.com/office/powerpoint/2010/main">
          <mc:Choice Requires="p14">
            <p:contentPart p14:bwMode="auto" r:id="rId50">
              <p14:nvContentPartPr>
                <p14:cNvPr id="25" name="Ink 24">
                  <a:extLst>
                    <a:ext uri="{FF2B5EF4-FFF2-40B4-BE49-F238E27FC236}">
                      <a16:creationId xmlns:a16="http://schemas.microsoft.com/office/drawing/2014/main" id="{B0CE48F9-D4E3-0A23-1469-AE8651C19DA8}"/>
                    </a:ext>
                  </a:extLst>
                </p14:cNvPr>
                <p14:cNvContentPartPr/>
                <p14:nvPr/>
              </p14:nvContentPartPr>
              <p14:xfrm>
                <a:off x="3361324" y="2330036"/>
                <a:ext cx="30960" cy="796680"/>
              </p14:xfrm>
            </p:contentPart>
          </mc:Choice>
          <mc:Fallback xmlns="">
            <p:pic>
              <p:nvPicPr>
                <p:cNvPr id="25" name="Ink 24">
                  <a:extLst>
                    <a:ext uri="{FF2B5EF4-FFF2-40B4-BE49-F238E27FC236}">
                      <a16:creationId xmlns:a16="http://schemas.microsoft.com/office/drawing/2014/main" id="{B0CE48F9-D4E3-0A23-1469-AE8651C19DA8}"/>
                    </a:ext>
                  </a:extLst>
                </p:cNvPr>
                <p:cNvPicPr/>
                <p:nvPr/>
              </p:nvPicPr>
              <p:blipFill>
                <a:blip r:embed="rId51"/>
                <a:stretch>
                  <a:fillRect/>
                </a:stretch>
              </p:blipFill>
              <p:spPr>
                <a:xfrm>
                  <a:off x="3352684" y="2321396"/>
                  <a:ext cx="48600" cy="8143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 name="Ink 25">
                  <a:extLst>
                    <a:ext uri="{FF2B5EF4-FFF2-40B4-BE49-F238E27FC236}">
                      <a16:creationId xmlns:a16="http://schemas.microsoft.com/office/drawing/2014/main" id="{B2C8B007-1107-8352-D007-A9BBC07BF201}"/>
                    </a:ext>
                  </a:extLst>
                </p14:cNvPr>
                <p14:cNvContentPartPr/>
                <p14:nvPr/>
              </p14:nvContentPartPr>
              <p14:xfrm>
                <a:off x="3441244" y="3114836"/>
                <a:ext cx="5554800" cy="89280"/>
              </p14:xfrm>
            </p:contentPart>
          </mc:Choice>
          <mc:Fallback xmlns="">
            <p:pic>
              <p:nvPicPr>
                <p:cNvPr id="26" name="Ink 25">
                  <a:extLst>
                    <a:ext uri="{FF2B5EF4-FFF2-40B4-BE49-F238E27FC236}">
                      <a16:creationId xmlns:a16="http://schemas.microsoft.com/office/drawing/2014/main" id="{B2C8B007-1107-8352-D007-A9BBC07BF201}"/>
                    </a:ext>
                  </a:extLst>
                </p:cNvPr>
                <p:cNvPicPr/>
                <p:nvPr/>
              </p:nvPicPr>
              <p:blipFill>
                <a:blip r:embed="rId53"/>
                <a:stretch>
                  <a:fillRect/>
                </a:stretch>
              </p:blipFill>
              <p:spPr>
                <a:xfrm>
                  <a:off x="3432604" y="3106196"/>
                  <a:ext cx="557244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7" name="Ink 26">
                  <a:extLst>
                    <a:ext uri="{FF2B5EF4-FFF2-40B4-BE49-F238E27FC236}">
                      <a16:creationId xmlns:a16="http://schemas.microsoft.com/office/drawing/2014/main" id="{DCE7898D-EEE7-A1B8-F50B-9726F7F2CB16}"/>
                    </a:ext>
                  </a:extLst>
                </p14:cNvPr>
                <p14:cNvContentPartPr/>
                <p14:nvPr/>
              </p14:nvContentPartPr>
              <p14:xfrm>
                <a:off x="3581284" y="2244356"/>
                <a:ext cx="6458040" cy="991800"/>
              </p14:xfrm>
            </p:contentPart>
          </mc:Choice>
          <mc:Fallback xmlns="">
            <p:pic>
              <p:nvPicPr>
                <p:cNvPr id="27" name="Ink 26">
                  <a:extLst>
                    <a:ext uri="{FF2B5EF4-FFF2-40B4-BE49-F238E27FC236}">
                      <a16:creationId xmlns:a16="http://schemas.microsoft.com/office/drawing/2014/main" id="{DCE7898D-EEE7-A1B8-F50B-9726F7F2CB16}"/>
                    </a:ext>
                  </a:extLst>
                </p:cNvPr>
                <p:cNvPicPr/>
                <p:nvPr/>
              </p:nvPicPr>
              <p:blipFill>
                <a:blip r:embed="rId55"/>
                <a:stretch>
                  <a:fillRect/>
                </a:stretch>
              </p:blipFill>
              <p:spPr>
                <a:xfrm>
                  <a:off x="3572284" y="2235356"/>
                  <a:ext cx="6475680" cy="10094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8" name="Ink 27">
                  <a:extLst>
                    <a:ext uri="{FF2B5EF4-FFF2-40B4-BE49-F238E27FC236}">
                      <a16:creationId xmlns:a16="http://schemas.microsoft.com/office/drawing/2014/main" id="{02246BD4-DA48-3004-6B59-6EC965B81A22}"/>
                    </a:ext>
                  </a:extLst>
                </p14:cNvPr>
                <p14:cNvContentPartPr/>
                <p14:nvPr/>
              </p14:nvContentPartPr>
              <p14:xfrm>
                <a:off x="4898884" y="2734316"/>
                <a:ext cx="183960" cy="188280"/>
              </p14:xfrm>
            </p:contentPart>
          </mc:Choice>
          <mc:Fallback xmlns="">
            <p:pic>
              <p:nvPicPr>
                <p:cNvPr id="28" name="Ink 27">
                  <a:extLst>
                    <a:ext uri="{FF2B5EF4-FFF2-40B4-BE49-F238E27FC236}">
                      <a16:creationId xmlns:a16="http://schemas.microsoft.com/office/drawing/2014/main" id="{02246BD4-DA48-3004-6B59-6EC965B81A22}"/>
                    </a:ext>
                  </a:extLst>
                </p:cNvPr>
                <p:cNvPicPr/>
                <p:nvPr/>
              </p:nvPicPr>
              <p:blipFill>
                <a:blip r:embed="rId57"/>
                <a:stretch>
                  <a:fillRect/>
                </a:stretch>
              </p:blipFill>
              <p:spPr>
                <a:xfrm>
                  <a:off x="4890244" y="2725676"/>
                  <a:ext cx="20160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9" name="Ink 28">
                  <a:extLst>
                    <a:ext uri="{FF2B5EF4-FFF2-40B4-BE49-F238E27FC236}">
                      <a16:creationId xmlns:a16="http://schemas.microsoft.com/office/drawing/2014/main" id="{9E56EEA5-67ED-7D4A-ED44-0BF9A3048359}"/>
                    </a:ext>
                  </a:extLst>
                </p14:cNvPr>
                <p14:cNvContentPartPr/>
                <p14:nvPr/>
              </p14:nvContentPartPr>
              <p14:xfrm>
                <a:off x="5171404" y="2742956"/>
                <a:ext cx="10440" cy="85320"/>
              </p14:xfrm>
            </p:contentPart>
          </mc:Choice>
          <mc:Fallback xmlns="">
            <p:pic>
              <p:nvPicPr>
                <p:cNvPr id="29" name="Ink 28">
                  <a:extLst>
                    <a:ext uri="{FF2B5EF4-FFF2-40B4-BE49-F238E27FC236}">
                      <a16:creationId xmlns:a16="http://schemas.microsoft.com/office/drawing/2014/main" id="{9E56EEA5-67ED-7D4A-ED44-0BF9A3048359}"/>
                    </a:ext>
                  </a:extLst>
                </p:cNvPr>
                <p:cNvPicPr/>
                <p:nvPr/>
              </p:nvPicPr>
              <p:blipFill>
                <a:blip r:embed="rId59"/>
                <a:stretch>
                  <a:fillRect/>
                </a:stretch>
              </p:blipFill>
              <p:spPr>
                <a:xfrm>
                  <a:off x="5162404" y="2734316"/>
                  <a:ext cx="28080" cy="102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1" name="Ink 30">
                  <a:extLst>
                    <a:ext uri="{FF2B5EF4-FFF2-40B4-BE49-F238E27FC236}">
                      <a16:creationId xmlns:a16="http://schemas.microsoft.com/office/drawing/2014/main" id="{D3FB839B-D372-B035-4335-BB812B53A66E}"/>
                    </a:ext>
                  </a:extLst>
                </p14:cNvPr>
                <p14:cNvContentPartPr/>
                <p14:nvPr/>
              </p14:nvContentPartPr>
              <p14:xfrm>
                <a:off x="5155924" y="2731076"/>
                <a:ext cx="24120" cy="178200"/>
              </p14:xfrm>
            </p:contentPart>
          </mc:Choice>
          <mc:Fallback xmlns="">
            <p:pic>
              <p:nvPicPr>
                <p:cNvPr id="31" name="Ink 30">
                  <a:extLst>
                    <a:ext uri="{FF2B5EF4-FFF2-40B4-BE49-F238E27FC236}">
                      <a16:creationId xmlns:a16="http://schemas.microsoft.com/office/drawing/2014/main" id="{D3FB839B-D372-B035-4335-BB812B53A66E}"/>
                    </a:ext>
                  </a:extLst>
                </p:cNvPr>
                <p:cNvPicPr/>
                <p:nvPr/>
              </p:nvPicPr>
              <p:blipFill>
                <a:blip r:embed="rId61"/>
                <a:stretch>
                  <a:fillRect/>
                </a:stretch>
              </p:blipFill>
              <p:spPr>
                <a:xfrm>
                  <a:off x="5146924" y="2722436"/>
                  <a:ext cx="4176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A30E9A4B-0093-E31B-873B-DD2BFF36D52D}"/>
                    </a:ext>
                  </a:extLst>
                </p14:cNvPr>
                <p14:cNvContentPartPr/>
                <p14:nvPr/>
              </p14:nvContentPartPr>
              <p14:xfrm>
                <a:off x="3853804" y="2752676"/>
                <a:ext cx="542160" cy="323640"/>
              </p14:xfrm>
            </p:contentPart>
          </mc:Choice>
          <mc:Fallback xmlns="">
            <p:pic>
              <p:nvPicPr>
                <p:cNvPr id="40" name="Ink 39">
                  <a:extLst>
                    <a:ext uri="{FF2B5EF4-FFF2-40B4-BE49-F238E27FC236}">
                      <a16:creationId xmlns:a16="http://schemas.microsoft.com/office/drawing/2014/main" id="{A30E9A4B-0093-E31B-873B-DD2BFF36D52D}"/>
                    </a:ext>
                  </a:extLst>
                </p:cNvPr>
                <p:cNvPicPr/>
                <p:nvPr/>
              </p:nvPicPr>
              <p:blipFill>
                <a:blip r:embed="rId63"/>
                <a:stretch>
                  <a:fillRect/>
                </a:stretch>
              </p:blipFill>
              <p:spPr>
                <a:xfrm>
                  <a:off x="3844804" y="2744036"/>
                  <a:ext cx="559800" cy="341280"/>
                </a:xfrm>
                <a:prstGeom prst="rect">
                  <a:avLst/>
                </a:prstGeom>
              </p:spPr>
            </p:pic>
          </mc:Fallback>
        </mc:AlternateContent>
      </p:grpSp>
    </p:spTree>
    <p:extLst>
      <p:ext uri="{BB962C8B-B14F-4D97-AF65-F5344CB8AC3E}">
        <p14:creationId xmlns:p14="http://schemas.microsoft.com/office/powerpoint/2010/main" val="33388164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Modules for using CAP</a:t>
            </a:r>
            <a:endParaRPr lang="en-IN" sz="3600" dirty="0">
              <a:latin typeface="Cooper Black" panose="0208090404030B020404" pitchFamily="18" charset="0"/>
            </a:endParaRPr>
          </a:p>
        </p:txBody>
      </p:sp>
      <p:sp>
        <p:nvSpPr>
          <p:cNvPr id="3" name="TextBox 2">
            <a:extLst>
              <a:ext uri="{FF2B5EF4-FFF2-40B4-BE49-F238E27FC236}">
                <a16:creationId xmlns:a16="http://schemas.microsoft.com/office/drawing/2014/main" id="{3BD5C468-C983-C981-7134-1C975624C2ED}"/>
              </a:ext>
            </a:extLst>
          </p:cNvPr>
          <p:cNvSpPr txBox="1"/>
          <p:nvPr/>
        </p:nvSpPr>
        <p:spPr>
          <a:xfrm>
            <a:off x="189757" y="836712"/>
            <a:ext cx="11809312"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Tx/>
              <a:buAutoNum type="arabicPeriod"/>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We need to install sap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(Development kit), This kit includes required framework libraries and source code to build, test, deploy, run cap applications. It comes along with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CLI which will be used by developers to quickly generate the cap project skeleton. This module needs to be installed globally in our system if we are using VS Code, in case we use BAS, this module is pre-installed.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npm</a:t>
            </a:r>
            <a:r>
              <a:rPr kumimoji="0" lang="en-US" sz="2000" b="1" i="0" u="none" strike="noStrike" kern="0" cap="none" spc="0" normalizeH="0" baseline="0" noProof="0" dirty="0">
                <a:ln>
                  <a:noFill/>
                </a:ln>
                <a:solidFill>
                  <a:prstClr val="white"/>
                </a:solidFill>
                <a:effectLst/>
                <a:uLnTx/>
                <a:uFillTx/>
                <a:latin typeface="Segoe UI"/>
                <a:ea typeface="+mn-ea"/>
                <a:cs typeface="+mn-cs"/>
              </a:rPr>
              <a:t> install -g @sap/cds-dk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      node version &gt;= 14</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Check if the CAP is installed in my system </a:t>
            </a:r>
            <a:r>
              <a:rPr kumimoji="0" lang="en-US" sz="2000" b="0"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–v &amp;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--help</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Create a folder in our computer, and run </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init</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command. This will create a project skeleton automatically which includes </a:t>
            </a:r>
            <a:r>
              <a:rPr kumimoji="0" lang="en-US" sz="2000" b="1" i="0" u="none" strike="noStrike" kern="0" cap="none" spc="0" normalizeH="0" baseline="0" noProof="0" dirty="0" err="1">
                <a:ln>
                  <a:noFill/>
                </a:ln>
                <a:solidFill>
                  <a:prstClr val="white"/>
                </a:solidFill>
                <a:effectLst/>
                <a:uLnTx/>
                <a:uFillTx/>
                <a:latin typeface="Segoe UI"/>
                <a:ea typeface="+mn-ea"/>
                <a:cs typeface="+mn-cs"/>
              </a:rPr>
              <a:t>db</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srv</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ui</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folders.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If you want to quickly manage multiple node versions in your computer you can use </a:t>
            </a:r>
            <a:r>
              <a:rPr kumimoji="0" lang="en-IN" sz="2000" b="0" i="0" u="none" strike="noStrike" kern="0" cap="none" spc="0" normalizeH="0" baseline="0" noProof="0" dirty="0" err="1">
                <a:ln>
                  <a:noFill/>
                </a:ln>
                <a:solidFill>
                  <a:prstClr val="white"/>
                </a:solidFill>
                <a:effectLst/>
                <a:uLnTx/>
                <a:uFillTx/>
                <a:latin typeface="Segoe UI"/>
                <a:ea typeface="+mn-ea"/>
                <a:cs typeface="+mn-cs"/>
              </a:rPr>
              <a:t>nvm</a:t>
            </a:r>
            <a:r>
              <a:rPr kumimoji="0" lang="en-IN" sz="2000" b="0" i="0" u="none" strike="noStrike" kern="0" cap="none" spc="0" normalizeH="0" baseline="0" noProof="0" dirty="0">
                <a:ln>
                  <a:noFill/>
                </a:ln>
                <a:solidFill>
                  <a:prstClr val="white"/>
                </a:solidFill>
                <a:effectLst/>
                <a:uLnTx/>
                <a:uFillTx/>
                <a:latin typeface="Segoe UI"/>
                <a:ea typeface="+mn-ea"/>
                <a:cs typeface="+mn-cs"/>
              </a:rPr>
              <a:t> tool - </a:t>
            </a:r>
            <a:r>
              <a:rPr kumimoji="0" lang="en-IN" sz="20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https://github.com/coreybutler/nvm-windows/releases</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When we make constant changes to the project, we want project to detect a correction and automatically restart the server. We can use the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watch </a:t>
            </a:r>
            <a:r>
              <a:rPr kumimoji="0" lang="en-IN" sz="2000" b="0" i="0" u="none" strike="noStrike" kern="0" cap="none" spc="0" normalizeH="0" baseline="0" noProof="0" dirty="0">
                <a:ln>
                  <a:noFill/>
                </a:ln>
                <a:solidFill>
                  <a:prstClr val="white"/>
                </a:solidFill>
                <a:effectLst/>
                <a:uLnTx/>
                <a:uFillTx/>
                <a:latin typeface="Segoe UI"/>
                <a:ea typeface="+mn-ea"/>
                <a:cs typeface="+mn-cs"/>
              </a:rPr>
              <a:t>command instead of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run</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843697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30,000+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7664</TotalTime>
  <Words>1137</Words>
  <Application>Microsoft Office PowerPoint</Application>
  <PresentationFormat>Custom</PresentationFormat>
  <Paragraphs>118</Paragraphs>
  <Slides>19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Amasis MT Pro Black</vt:lpstr>
      <vt:lpstr>Arial</vt:lpstr>
      <vt:lpstr>Arial Black</vt:lpstr>
      <vt:lpstr>Calibri</vt:lpstr>
      <vt:lpstr>Cooper Black</vt:lpstr>
      <vt:lpstr>Segoe UI</vt:lpstr>
      <vt:lpstr>Segoe UI Light</vt:lpstr>
      <vt:lpstr>Office Theme</vt:lpstr>
      <vt:lpstr>SAP BTP Extension Suite Training</vt:lpstr>
      <vt:lpstr>PowerPoint Presentation</vt:lpstr>
      <vt:lpstr>Agenda – Day 4</vt:lpstr>
      <vt:lpstr>PowerPoint Presentation</vt:lpstr>
      <vt:lpstr>Asynchronous Non Blocking IO</vt:lpstr>
      <vt:lpstr>NPM – Node Package manager</vt:lpstr>
      <vt:lpstr>PowerPoint Presentation</vt:lpstr>
      <vt:lpstr>Hands on: Node JS</vt:lpstr>
      <vt:lpstr>Functions in JS</vt:lpstr>
      <vt:lpstr>Deploy Node Microservice to BTP</vt:lpstr>
      <vt:lpstr>Challenges of building Apps on BTP</vt:lpstr>
      <vt:lpstr>CAPM Introduction</vt:lpstr>
      <vt:lpstr>CDS – Core Data and Services </vt:lpstr>
      <vt:lpstr>Solution – use CAP framework</vt:lpstr>
      <vt:lpstr>PowerPoint Presentation</vt:lpstr>
      <vt:lpstr>Hands on: Modules for using CAP</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218</cp:revision>
  <dcterms:created xsi:type="dcterms:W3CDTF">2013-09-12T13:05:01Z</dcterms:created>
  <dcterms:modified xsi:type="dcterms:W3CDTF">2026-02-05T10:32:36Z</dcterms:modified>
</cp:coreProperties>
</file>
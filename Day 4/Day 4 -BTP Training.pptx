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notesSlides/notesSlide1.xml" ContentType="application/vnd.openxmlformats-officedocument.presentationml.notesSlide+xml"/>
  <Override PartName="/ppt/ink/ink127.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Lst>
  <p:notesMasterIdLst>
    <p:notesMasterId r:id="rId22"/>
  </p:notesMasterIdLst>
  <p:sldIdLst>
    <p:sldId id="276" r:id="rId3"/>
    <p:sldId id="4122" r:id="rId4"/>
    <p:sldId id="4760" r:id="rId5"/>
    <p:sldId id="4792" r:id="rId6"/>
    <p:sldId id="4791" r:id="rId7"/>
    <p:sldId id="4793" r:id="rId8"/>
    <p:sldId id="4779" r:id="rId9"/>
    <p:sldId id="4753" r:id="rId10"/>
    <p:sldId id="4778" r:id="rId11"/>
    <p:sldId id="4752" r:id="rId12"/>
    <p:sldId id="772" r:id="rId13"/>
    <p:sldId id="774" r:id="rId14"/>
    <p:sldId id="4758" r:id="rId15"/>
    <p:sldId id="4774" r:id="rId16"/>
    <p:sldId id="4775" r:id="rId17"/>
    <p:sldId id="4776" r:id="rId18"/>
    <p:sldId id="282" r:id="rId19"/>
    <p:sldId id="280" r:id="rId20"/>
    <p:sldId id="4711" r:id="rId21"/>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4D92"/>
    <a:srgbClr val="E8E8E8"/>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06" autoAdjust="0"/>
    <p:restoredTop sz="95250" autoAdjust="0"/>
  </p:normalViewPr>
  <p:slideViewPr>
    <p:cSldViewPr>
      <p:cViewPr varScale="1">
        <p:scale>
          <a:sx n="105" d="100"/>
          <a:sy n="105" d="100"/>
        </p:scale>
        <p:origin x="488" y="80"/>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27.428"/>
    </inkml:context>
    <inkml:brush xml:id="br0">
      <inkml:brushProperty name="width" value="0.05" units="cm"/>
      <inkml:brushProperty name="height" value="0.05" units="cm"/>
      <inkml:brushProperty name="color" value="#FFC114"/>
    </inkml:brush>
  </inkml:definitions>
  <inkml:trace contextRef="#ctx0" brushRef="#br0">663 1074 24575,'-89'78'0,"25"-23"0,10-1 0,3 2 0,2 2 0,2 2 0,3 2 0,3 2 0,3 2 0,-50 118 0,68-132 0,1 1 0,3 0 0,-17 110 0,28-125 0,2-1 0,1 1 0,3 0 0,0-1 0,3 1 0,14 67 0,-13-90 0,0 1 0,0-1 0,2-1 0,-1 1 0,2-1 0,0 0 0,1 0 0,0-1 0,1 0 0,1-1 0,0 0 0,18 15 0,-13-15 0,0-1 0,0-1 0,1 0 0,0-1 0,0-1 0,1 0 0,0-2 0,1 0 0,-1-1 0,22 3 0,-11-3 0,1-2 0,-1-1 0,1-1 0,-1-1 0,1-2 0,-1-1 0,50-11 0,-65 10 0,1-1 0,-1 0 0,0-1 0,0 0 0,-1-1 0,1 0 0,-2-2 0,1 1 0,-1-1 0,-1-1 0,1 0 0,-2-1 0,1 0 0,-1-1 0,-1 0 0,14-24 0,-15 19 0,0-1 0,8-28 0,-11 27 0,2 0 0,11-22 0,-15 35 0,0 1 0,0 0 0,1-1 0,0 1 0,0 0 0,1 1 0,-1-1 0,1 1 0,0 0 0,0 0 0,6-3 0,23-12 0,1 3 0,1 0 0,1 3 0,0 1 0,0 1 0,63-8 0,-88 17 0,7-2 0,1 1 0,40 0 0,-54 4 0,0-1 0,1 1 0,-1 0 0,0 1 0,0-1 0,0 1 0,0 0 0,-1 1 0,1 0 0,0-1 0,-1 2 0,0-1 0,9 8 0,3 5 0,-2 1 0,0 0 0,15 25 0,22 25 0,-7-18 0,62 54 0,-31-49 0,-23-18 0,-36-24 0,1-1 0,0-1 0,1-1 0,0 0 0,0-1 0,1-2 0,22 5 0,146 20 0,-163-28 0,67 4 0,124-6 0,-96-2 0,82 8 0,-157-3 0,0 3 0,63 17 0,-45-5 0,-18-4 0,1-3 0,85 12 0,-101-21 0,42 4 0,0-2 0,106-8 0,-156 1 0,0-1 0,-1-1 0,0-1 0,0 0 0,-1-2 0,1 0 0,-1-2 0,-1 0 0,1-1 0,-2-1 0,1-1 0,29-24 0,-22 10 0,0-1 0,-2-1 0,-1-2 0,-1 0 0,-1-1 0,26-55 0,-32 49 0,-2-1 0,-1 0 0,-3-1 0,-1-1 0,-1 1 0,1-52 0,-8 78 0,-1 0 0,0 0 0,-1 0 0,0 0 0,-1 1 0,-1-1 0,-8-20 0,6 17 0,1-1 0,0 1 0,-4-27 0,9 41 0,0 0 0,-1 0 0,1 0 0,0 1 0,0-1 0,0 0 0,0 0 0,1 0 0,-1 0 0,0 1 0,1-1 0,-1 0 0,1 0 0,0 1 0,0-1 0,-1 0 0,1 1 0,0-1 0,0 1 0,1-1 0,-1 1 0,0-1 0,0 1 0,3-2 0,-1 1 0,1 1 0,-1 0 0,1-1 0,0 1 0,-1 0 0,1 0 0,0 1 0,0-1 0,0 1 0,-1 0 0,5 0 0,9 2 0,0 0 0,-1 0 0,1 2 0,17 6 0,23 4 0,-41-11 0,-1 1 0,0 1 0,0 0 0,-1 0 0,1 2 0,-1 0 0,-1 0 0,26 19 0,-24-13 0,0 1 0,-1 0 0,0 1 0,-1 0 0,-1 1 0,16 27 0,-9-9 0,-1 1 0,-2 0 0,-2 2 0,-1 0 0,-2 0 0,10 59 0,-17-80 0,0-1 0,1 0 0,0 1 0,1-2 0,0 1 0,2-1 0,10 16 0,8 6 0,38 42 0,-41-52 0,9 12 0,25 29 0,85 79 0,-120-127 0,1-1 0,0-1 0,2 0 0,0-2 0,0-1 0,2-1 0,-1-1 0,29 8 0,-18-9 0,0-1 0,0-2 0,1-2 0,44 2 0,-67-7 0,0-1 0,-1-1 0,1-1 0,-1 0 0,1-1 0,-1 0 0,0-1 0,0-1 0,0 0 0,0-1 0,-1 0 0,0-1 0,23-17 0,-15 6 0,-1 0 0,0-2 0,33-42 0,40-75 0,-67 98 0,16-26 0,46-97 0,-74 133 0,-3-1 0,0 0 0,-2 0 0,-1-1 0,-1-1 0,3-38 0,-5-68 0,-5 0 0,-34-249 0,23 317 0,-3 1 0,-3 0 0,-3 1 0,-3 2 0,-3 0 0,-42-76 0,30 71 0,-71-97 0,88 141 0,0 1 0,-2 1 0,-1 1 0,-1 1 0,-1 2 0,-38-25 0,-318-189 0,337 209 0,-1 1 0,-1 3 0,-1 2 0,-54-15 0,-80-25 0,-125-38 0,-191-16 0,204 73 0,-305-2 0,28 61 0,3 46 0,539-60 0,-146 21 0,-201 57 0,256-48 0,1 6 0,-168 82 0,248-101 0,2 2 0,0 1 0,2 2 0,0 2 0,2 0 0,1 3 0,2 0 0,1 2 0,-40 58 0,4-6 0,43-58 0,1 0 0,1 1 0,1 1 0,-21 44 0,3 11 241,10-25-1044,-19 63 0,39-100-6023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27.957"/>
    </inkml:context>
    <inkml:brush xml:id="br0">
      <inkml:brushProperty name="width" value="0.05" units="cm"/>
      <inkml:brushProperty name="height" value="0.05" units="cm"/>
      <inkml:brushProperty name="color" value="#FFC114"/>
    </inkml:brush>
  </inkml:definitions>
  <inkml:trace contextRef="#ctx0" brushRef="#br0">250 54 24575,'-7'0'0,"0"1"0,0 1 0,0-1 0,0 1 0,1 1 0,-1-1 0,0 1 0,1 0 0,-1 0 0,1 1 0,0 0 0,0 0 0,1 1 0,-1-1 0,-5 7 0,-3 4 0,0 0 0,1 1 0,1 1 0,-11 19 0,11-17 0,2 2 0,0-1 0,1 1 0,-6 23 0,13-36 0,0-1 0,0 1 0,0 0 0,1 0 0,1 0 0,-1 0 0,1-1 0,1 1 0,-1 0 0,1 0 0,1 0 0,-1 0 0,1-1 0,1 1 0,3 8 0,-5-13 0,1 0 0,0 0 0,0 0 0,1 0 0,-1 0 0,0 0 0,1-1 0,0 1 0,-1-1 0,1 1 0,0-1 0,0 0 0,1 0 0,-1-1 0,0 1 0,1-1 0,-1 1 0,1-1 0,-1 0 0,1 0 0,-1-1 0,1 1 0,0-1 0,-1 1 0,1-1 0,0-1 0,-1 1 0,1 0 0,0-1 0,-1 0 0,8-2 0,1-1 0,0 0 0,-1-1 0,1-1 0,-1 0 0,0 0 0,0-1 0,-1-1 0,10-9 0,-8 6 0,0-1 0,-1 0 0,-1-1 0,0 0 0,-1-1 0,0 0 0,-1 0 0,-1-1 0,0 0 0,-1 0 0,7-30 0,-10 37 0,-2-1 0,1 1 0,-1-1 0,0 0 0,-1 0 0,0 1 0,-1-1 0,0 0 0,0 0 0,0 1 0,-1-1 0,-1 1 0,0-1 0,0 1 0,0 0 0,-1 0 0,0 0 0,0 1 0,-1-1 0,0 1 0,-1 0 0,0 1 0,-10-11 0,9 12-68,0 0 0,0 0-1,0 1 1,-1 0 0,0 0 0,0 1-1,0 0 1,0 0 0,0 1 0,0 0-1,-1 1 1,1 0 0,-1 0 0,1 0-1,-1 1 1,1 1 0,-1-1-1,1 1 1,-12 3 0,-5 4-6758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28.364"/>
    </inkml:context>
    <inkml:brush xml:id="br0">
      <inkml:brushProperty name="width" value="0.05" units="cm"/>
      <inkml:brushProperty name="height" value="0.05" units="cm"/>
      <inkml:brushProperty name="color" value="#FFC114"/>
    </inkml:brush>
  </inkml:definitions>
  <inkml:trace contextRef="#ctx0" brushRef="#br0">172 95 24575,'0'-6'0,"0"-1"0,-1 0 0,1 1 0,-2 0 0,1-1 0,-1 1 0,0 0 0,0-1 0,-6-10 0,7 16 0,0-1 0,0 1 0,0-1 0,0 1 0,-1 0 0,1-1 0,0 1 0,-1 0 0,1 0 0,-1 0 0,1 0 0,-1 0 0,1 0 0,-1 0 0,0 1 0,-2-2 0,2 2 0,0 0 0,-1 0 0,1 0 0,0 0 0,0 0 0,0 1 0,-1-1 0,1 1 0,0-1 0,0 1 0,0 0 0,0 0 0,0 0 0,0 0 0,0 0 0,-3 3 0,-2 1 0,1 1 0,-1 0 0,1 0 0,0 1 0,0 0 0,1 0 0,0 0 0,0 0 0,1 1 0,0 0 0,0 0 0,1 0 0,-4 15 0,3-9 0,1-1 0,1 1 0,0 0 0,0 0 0,2 0 0,0 0 0,0 0 0,4 14 0,-4-25 0,0 0 0,1 1 0,-1-1 0,1 0 0,0 0 0,0 0 0,1 0 0,-1 0 0,0-1 0,1 1 0,0 0 0,0-1 0,-1 1 0,2-1 0,-1 1 0,0-1 0,0 0 0,1 0 0,-1 0 0,1 0 0,-1 0 0,1-1 0,0 1 0,0-1 0,0 0 0,0 0 0,0 0 0,0 0 0,0 0 0,0-1 0,0 1 0,1-1 0,-1 0 0,0 0 0,0 0 0,0 0 0,5-2 0,2 1 0,-1-1 0,0-1 0,0 0 0,0 0 0,-1-1 0,1 0 0,-1 0 0,0-1 0,0 0 0,0 0 0,12-12 0,-13 11 0,-1-2 0,1 1 0,-1-1 0,-1 0 0,1-1 0,-2 1 0,1-1 0,-1 0 0,0 0 0,4-18 0,-7 23 0,0 0 0,0 1 0,-1-1 0,0 0 0,1 1 0,-2-1 0,1 0 0,0 0 0,-1 1 0,1-1 0,-1 0 0,0 1 0,0-1 0,-1 1 0,1-1 0,-1 1 0,0-1 0,1 1 0,-1 0 0,-1 0 0,1 0 0,0 0 0,-1 1 0,0-1 0,1 0 0,-1 1 0,0 0 0,0 0 0,-1 0 0,1 0 0,-4-2 0,-25-8-1365,1 5-5461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28.739"/>
    </inkml:context>
    <inkml:brush xml:id="br0">
      <inkml:brushProperty name="width" value="0.05" units="cm"/>
      <inkml:brushProperty name="height" value="0.05" units="cm"/>
      <inkml:brushProperty name="color" value="#FFC114"/>
    </inkml:brush>
  </inkml:definitions>
  <inkml:trace contextRef="#ctx0" brushRef="#br0">181 138 24575,'0'-2'0,"-1"0"0,1 1 0,0-1 0,-1 1 0,1-1 0,-1 0 0,0 1 0,1-1 0,-1 1 0,0-1 0,0 1 0,0 0 0,0-1 0,0 1 0,0 0 0,0-1 0,-1 1 0,1 0 0,0 0 0,-1 0 0,1 0 0,-1 1 0,-1-2 0,1 1 0,-1 0 0,1 0 0,-1 0 0,1 0 0,0 0 0,-1 1 0,1-1 0,-1 1 0,0 0 0,1 0 0,-1 0 0,1 0 0,-1 0 0,-3 1 0,1 1 0,1 0 0,0 1 0,1-1 0,-1 1 0,0-1 0,1 1 0,-1 0 0,1 1 0,0-1 0,0 1 0,0-1 0,0 1 0,1 0 0,-1 0 0,1 0 0,0 0 0,1 0 0,-1 1 0,1-1 0,-1 0 0,1 1 0,0 6 0,0-7 0,0 0 0,1-1 0,-1 1 0,1 0 0,0-1 0,0 1 0,1 0 0,-1-1 0,1 1 0,-1-1 0,1 1 0,1-1 0,-1 1 0,0-1 0,1 1 0,-1-1 0,1 0 0,0 0 0,0 0 0,0 0 0,1 0 0,-1-1 0,1 1 0,0 0 0,-1-1 0,1 0 0,0 0 0,6 3 0,-1-2 0,1-1 0,-1 0 0,1-1 0,0 0 0,0 0 0,0-1 0,-1 0 0,1-1 0,0 1 0,0-2 0,-1 1 0,1-1 0,-1-1 0,1 0 0,-1 0 0,0 0 0,0-1 0,9-6 0,-10 6 0,-1 0 0,1-1 0,-1 0 0,0 0 0,-1 0 0,0-1 0,1 1 0,-2-1 0,8-11 0,-10 13 0,1-1 0,-2 1 0,1 0 0,0-1 0,-1 0 0,0 1 0,0-1 0,0 0 0,0 0 0,-1 1 0,0-1 0,0 0 0,0 0 0,0 0 0,-3-9 0,2 9 0,-1 1 0,0-1 0,0 0 0,0 1 0,0-1 0,-1 1 0,1 0 0,-1 0 0,0 0 0,-1 0 0,1 0 0,-1 1 0,-4-4 0,1 1 0,0 1 0,-1 1 0,0 0 0,1 0 0,-2 0 0,-15-4 0,4 3 0,0 1 0,0 1 0,-1 1 0,1 1 0,-36 2 0,16 3-1365,6 0-5461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29.163"/>
    </inkml:context>
    <inkml:brush xml:id="br0">
      <inkml:brushProperty name="width" value="0.05" units="cm"/>
      <inkml:brushProperty name="height" value="0.05" units="cm"/>
      <inkml:brushProperty name="color" value="#FFC114"/>
    </inkml:brush>
  </inkml:definitions>
  <inkml:trace contextRef="#ctx0" brushRef="#br0">157 260 24575,'0'-3'0,"-1"0"0,0-1 0,0 1 0,-1 0 0,1 0 0,-1 0 0,1 0 0,-4-5 0,-4-7 0,7 12 0,-2-7 0,0 0 0,-1 1 0,-1 0 0,1 0 0,-9-10 0,13 18 0,0-1 0,0 1 0,-1 0 0,1 0 0,0 0 0,-1 0 0,1 0 0,0 0 0,-1 0 0,1 0 0,-1 0 0,0 1 0,1-1 0,-1 1 0,1-1 0,-1 1 0,0-1 0,0 1 0,1 0 0,-1 0 0,0 0 0,1 0 0,-1 0 0,0 0 0,1 1 0,-1-1 0,0 0 0,1 1 0,-1 0 0,0-1 0,1 1 0,-1 0 0,1 0 0,-1 0 0,1 0 0,0 0 0,-1 0 0,1 0 0,0 0 0,-2 3 0,0-1 0,0 0 0,0 1 0,1 0 0,0-1 0,-1 1 0,1 0 0,1 0 0,-1 0 0,0 0 0,1 0 0,0 0 0,0 1 0,0-1 0,1 0 0,0 1 0,-1-1 0,1 0 0,1 1 0,-1-1 0,1 0 0,-1 1 0,1-1 0,1 0 0,-1 0 0,0 0 0,5 8 0,-4-7 0,1 1 0,0-1 0,0 0 0,1 0 0,-1 0 0,1 0 0,0-1 0,1 1 0,-1-1 0,1 0 0,-1 0 0,1-1 0,0 1 0,1-1 0,-1-1 0,0 1 0,1 0 0,10 2 0,-10-4 0,-1-1 0,0 0 0,1 0 0,-1 0 0,1 0 0,-1-1 0,0 0 0,0 0 0,1 0 0,-1-1 0,0 0 0,0 0 0,0 0 0,0 0 0,-1-1 0,1 0 0,-1 0 0,0 0 0,1-1 0,-1 1 0,-1-1 0,1 0 0,0 0 0,-1 0 0,0-1 0,4-5 0,-3 3 0,0 0 0,-1 0 0,1-1 0,-1 1 0,-1-1 0,1 1 0,-1-1 0,-1 0 0,1 0 0,-1 0 0,-1 0 0,1 0 0,-2 0 0,1 0 0,-1 0 0,0 0 0,-3-9 0,1 8 0,0 1 0,-1 0 0,0 0 0,0 1 0,-1-1 0,0 1 0,0 0 0,-1 0 0,0 1 0,0-1 0,0 1 0,-14-9 0,15 11 0,0 1 0,1 1 0,-1-1 0,-1 1 0,1 0 0,0 0 0,0 0 0,-1 1 0,1-1 0,-1 1 0,1 1 0,-1-1 0,1 1 0,-1 0 0,0 0 0,1 1 0,-1-1 0,1 1 0,-1 1 0,1-1 0,-7 3 0,-20 14-1365,6 2-5461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29.848"/>
    </inkml:context>
    <inkml:brush xml:id="br0">
      <inkml:brushProperty name="width" value="0.05" units="cm"/>
      <inkml:brushProperty name="height" value="0.05" units="cm"/>
      <inkml:brushProperty name="color" value="#FFC114"/>
    </inkml:brush>
  </inkml:definitions>
  <inkml:trace contextRef="#ctx0" brushRef="#br0">137 39 24575,'-35'-13'0,"32"13"0,0 0 0,0 0 0,0 0 0,0 0 0,0 1 0,0-1 0,0 1 0,1 0 0,-1 0 0,0 0 0,0 0 0,1 0 0,-1 1 0,0-1 0,1 1 0,-4 2 0,2 0 0,1 0 0,-1 0 0,1 0 0,0 0 0,0 0 0,0 1 0,0-1 0,-3 10 0,2-3 0,1 1 0,-1-1 0,2 1 0,0 0 0,0 0 0,1 0 0,1 18 0,0-24 0,1 0 0,-1-1 0,1 1 0,0 0 0,1-1 0,-1 1 0,1-1 0,1 0 0,-1 1 0,1-1 0,-1 0 0,1 0 0,1-1 0,-1 1 0,1-1 0,0 1 0,0-1 0,0 0 0,0-1 0,1 1 0,-1-1 0,1 0 0,0 0 0,0 0 0,0-1 0,1 1 0,-1-1 0,11 2 0,-4-1 0,-1-2 0,1 1 0,-1-1 0,1-1 0,0 0 0,-1-1 0,1 0 0,-1 0 0,1-2 0,-1 1 0,0-1 0,1-1 0,13-6 0,-17 6 0,0 0 0,-1-1 0,1 0 0,-1 0 0,0 0 0,0-1 0,-1 0 0,1 0 0,-1-1 0,-1 0 0,1 0 0,4-9 0,-7 11 0,-1 0 0,0 0 0,0 0 0,0 0 0,-1 0 0,1 0 0,-1-1 0,-1 1 0,1 0 0,-1-1 0,0 1 0,0-1 0,-1 1 0,1 0 0,-1-1 0,0 1 0,-1 0 0,1 0 0,-1-1 0,0 1 0,-3-5 0,0 3 23,1 0 0,-2-1 0,1 1-1,-1 1 1,0-1 0,0 1 0,-1 0-1,0 1 1,0 0 0,0 0 0,-1 0-1,1 1 1,-1 0 0,-15-5 0,14 5-145,0 1 0,0 1 0,0 0 0,0 0 0,-1 1 0,1 0 0,-1 0 0,1 1 0,-1 0 1,1 1-1,-1 0 0,1 1 0,-14 4 0,3 2-6704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30.380"/>
    </inkml:context>
    <inkml:brush xml:id="br0">
      <inkml:brushProperty name="width" value="0.05" units="cm"/>
      <inkml:brushProperty name="height" value="0.05" units="cm"/>
      <inkml:brushProperty name="color" value="#FFC114"/>
    </inkml:brush>
  </inkml:definitions>
  <inkml:trace contextRef="#ctx0" brushRef="#br0">170 33 24575,'0'-1'0,"0"0"0,0 0 0,0 0 0,0 0 0,-1 0 0,1 0 0,0 0 0,0 0 0,-1 0 0,1 0 0,-1 0 0,1 1 0,-1-1 0,1 0 0,-1 0 0,1 0 0,-1 0 0,0 1 0,0-1 0,1 0 0,-1 1 0,0-1 0,0 0 0,0 1 0,0-1 0,0 1 0,1 0 0,-1-1 0,0 1 0,0 0 0,0-1 0,0 1 0,0 0 0,0 0 0,0 0 0,0 0 0,-2 0 0,0 0 0,0 0 0,0 0 0,0 1 0,0-1 0,0 1 0,0 0 0,0 0 0,0 0 0,0 0 0,0 0 0,-4 3 0,-2 4 0,0 1 0,0 0 0,1 1 0,0-1 0,1 1 0,0 1 0,0-1 0,1 1 0,0 1 0,1-1 0,1 1 0,0 0 0,0 0 0,1 0 0,1 0 0,0 0 0,-1 17 0,3-25 0,0 1 0,0-1 0,0 0 0,1 1 0,-1-1 0,1 0 0,0 0 0,1 0 0,-1 0 0,1 0 0,-1 0 0,1 0 0,0 0 0,1 0 0,-1-1 0,5 6 0,-3-5 0,0 0 0,1 0 0,0-1 0,0 1 0,0-1 0,0 0 0,0-1 0,1 1 0,-1-1 0,12 3 0,-3-2 0,0-1 0,1 0 0,-1-1 0,1 0 0,-1-1 0,1-1 0,-1 0 0,1-1 0,14-4 0,-17 2 0,-1 1 0,1-2 0,0 1 0,-1-2 0,0 0 0,-1 0 0,1 0 0,-1-2 0,0 1 0,15-16 0,-21 19 0,-1 0 0,1-1 0,-1 1 0,0-1 0,0 0 0,0 0 0,0 0 0,-1 0 0,0 0 0,0 0 0,-1-1 0,1 1 0,-1-1 0,0 1 0,-1-1 0,1 1 0,-1-1 0,0 0 0,-1 1 0,1-1 0,-1 1 0,0-1 0,0 1 0,-1-1 0,-3-8 0,1 7 25,0 0-1,0 0 0,0 0 1,0 1-1,-1 0 1,0 0-1,-1 0 0,1 1 1,-1-1-1,0 1 0,-1 1 1,1-1-1,-15-6 1,10 5-215,0 2 0,-1-1 1,0 1-1,0 1 0,0 0 1,0 1-1,0 0 1,-15 1-1,-10 1-6636</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31.016"/>
    </inkml:context>
    <inkml:brush xml:id="br0">
      <inkml:brushProperty name="width" value="0.05" units="cm"/>
      <inkml:brushProperty name="height" value="0.05" units="cm"/>
      <inkml:brushProperty name="color" value="#FFC114"/>
    </inkml:brush>
  </inkml:definitions>
  <inkml:trace contextRef="#ctx0" brushRef="#br0">215 99 24575,'0'-3'0,"0"0"0,-1-1 0,1 1 0,-1-1 0,0 1 0,0 0 0,0-1 0,0 1 0,-1 0 0,1 0 0,-1 0 0,0 0 0,0 0 0,0 0 0,0 0 0,0 1 0,-1-1 0,1 1 0,-1 0 0,0 0 0,0 0 0,0 0 0,0 0 0,0 0 0,0 1 0,0-1 0,0 1 0,0 0 0,-1 0 0,1 0 0,-7 0 0,5 0 0,-1 0 0,0 1 0,0-1 0,0 1 0,0 0 0,0 1 0,0-1 0,1 1 0,-1 1 0,0-1 0,1 1 0,-1 0 0,0 0 0,1 0 0,0 1 0,0 0 0,-10 7 0,12-7 0,0 0 0,1 0 0,-1 0 0,1 0 0,-1 0 0,1 1 0,0-1 0,0 1 0,1-1 0,-1 1 0,1 0 0,0 0 0,0 0 0,0 0 0,-1 5 0,2-3 0,0 0 0,0 0 0,1 0 0,0 0 0,0 0 0,0-1 0,1 1 0,0 0 0,3 8 0,0-5 0,-1 0 0,1-1 0,0 0 0,1 0 0,0 0 0,0-1 0,1 1 0,0-2 0,0 1 0,1-1 0,0 0 0,12 7 0,-12-10 0,0 0 0,0 0 0,1-1 0,-1 0 0,1-1 0,-1 0 0,1 0 0,0-1 0,-1 0 0,1 0 0,-1-1 0,1 0 0,-1-1 0,1 0 0,-1 0 0,0 0 0,1-1 0,-2-1 0,1 1 0,0-2 0,-1 1 0,8-6 0,-8 5 0,0 0 0,-1-1 0,1 1 0,-1-1 0,-1-1 0,1 1 0,-1-1 0,0 0 0,-1 0 0,5-9 0,-6 10 0,-1 0 0,0 0 0,0 0 0,-1 0 0,0 0 0,0 0 0,0-1 0,-1 1 0,1 0 0,-2 0 0,1-1 0,-1 1 0,0 0 0,-2-10 0,1 12-80,1-1 0,-1 1-1,0 0 1,0 0 0,0 0-1,0 0 1,-1 0 0,0 0-1,1 1 1,-1-1 0,-1 1 0,1 0-1,0 0 1,-1 0 0,0 0-1,-4-2 1,-15-6-6746</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31.453"/>
    </inkml:context>
    <inkml:brush xml:id="br0">
      <inkml:brushProperty name="width" value="0.05" units="cm"/>
      <inkml:brushProperty name="height" value="0.05" units="cm"/>
      <inkml:brushProperty name="color" value="#FFC114"/>
    </inkml:brush>
  </inkml:definitions>
  <inkml:trace contextRef="#ctx0" brushRef="#br0">203 116 24575,'0'-3'0,"0"1"0,0-1 0,0 1 0,0-1 0,-1 1 0,1-1 0,-1 1 0,0-1 0,0 1 0,0 0 0,0 0 0,0-1 0,-1 1 0,1 0 0,0 0 0,-1 0 0,0 0 0,1 0 0,-1 1 0,0-1 0,0 0 0,0 1 0,0 0 0,0-1 0,0 1 0,-1 0 0,1 0 0,0 0 0,-3 0 0,1 0 0,0 0 0,0 0 0,1 1 0,-1-1 0,0 1 0,0 0 0,0 0 0,1 1 0,-1-1 0,0 1 0,0 0 0,1 0 0,-1 0 0,0 0 0,1 1 0,0-1 0,-1 1 0,-4 4 0,0 0 0,0 1 0,1 0 0,0 0 0,0 1 0,1 0 0,0 0 0,-10 18 0,13-21 0,0 1 0,0 0 0,1 1 0,0-1 0,0 0 0,0 1 0,1-1 0,0 1 0,0-1 0,1 1 0,-1 0 0,2-1 0,0 8 0,-1-12 0,0 0 0,1 0 0,-1 0 0,1 0 0,0 0 0,-1 0 0,1-1 0,0 1 0,0 0 0,0-1 0,0 1 0,1 0 0,-1-1 0,0 0 0,1 1 0,-1-1 0,1 0 0,-1 0 0,4 2 0,-2-1 0,0-1 0,0 0 0,0-1 0,0 1 0,0 0 0,0-1 0,0 0 0,0 0 0,0 0 0,0 0 0,5-1 0,4-1 0,0-1 0,0-1 0,0 0 0,0-1 0,11-6 0,-9 4 0,-2 0 0,1-2 0,-1 1 0,0-2 0,0 1 0,14-18 0,-22 23 0,1-1 0,-1 0 0,0 0 0,0-1 0,-1 1 0,0-1 0,0 0 0,0 0 0,-1 0 0,0 0 0,0 0 0,0 0 0,-1-1 0,0 1 0,0-1 0,-1 1 0,1-9 0,-2 11-44,0 1 0,1 0 0,-1 0 0,0 0 0,-1 0 0,1 1 0,0-1 0,-1 0 0,0 0 0,1 1 0,-1-1 0,0 1 0,0-1 0,0 1 0,-1 0 0,1 0 0,-1 0 0,1 0-1,-1 1 1,0-1 0,1 0 0,-1 1 0,0 0 0,0 0 0,0 0 0,0 0 0,0 0 0,0 1 0,0-1 0,-6 1 0,-17-1-6782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31.876"/>
    </inkml:context>
    <inkml:brush xml:id="br0">
      <inkml:brushProperty name="width" value="0.05" units="cm"/>
      <inkml:brushProperty name="height" value="0.05" units="cm"/>
      <inkml:brushProperty name="color" value="#FFC114"/>
    </inkml:brush>
  </inkml:definitions>
  <inkml:trace contextRef="#ctx0" brushRef="#br0">99 166 24575,'6'-3'0,"-1"-1"0,1 1 0,-1-1 0,0-1 0,0 1 0,-1-1 0,1 0 0,-1 0 0,7-10 0,-8 10 0,-1 1 0,1-1 0,-1 0 0,1 0 0,-1 0 0,-1 0 0,1 0 0,-1 0 0,0 0 0,0-1 0,0 1 0,-1-8 0,0 12 0,0-1 0,-1 0 0,1 0 0,0 1 0,-1-1 0,1 0 0,-1 1 0,0-1 0,0 0 0,1 1 0,-1-1 0,0 1 0,0-1 0,0 1 0,-1-1 0,1 1 0,0 0 0,-1 0 0,1 0 0,0-1 0,-1 1 0,1 1 0,-1-1 0,0 0 0,1 0 0,-1 0 0,0 1 0,1-1 0,-1 1 0,0 0 0,0-1 0,-3 1 0,1 0 0,0 0 0,-1 0 0,1 0 0,0 1 0,-1 0 0,1 0 0,0 0 0,0 0 0,0 1 0,0-1 0,0 1 0,-6 4 0,3-1 0,1 0 0,0 1 0,0-1 0,0 1 0,1 0 0,0 1 0,0-1 0,1 1 0,0 0 0,0 0 0,0 0 0,-4 14 0,7-18 0,0 1 0,0-1 0,0 1 0,1-1 0,-1 1 0,1 0 0,0-1 0,0 1 0,0 0 0,1-1 0,-1 1 0,1-1 0,0 1 0,0-1 0,0 1 0,0-1 0,1 1 0,-1-1 0,1 0 0,0 0 0,0 0 0,0 0 0,0 0 0,1 0 0,-1-1 0,1 1 0,-1-1 0,1 1 0,0-1 0,6 3 0,-1-1 0,0 0 0,0-1 0,0 0 0,1 0 0,-1-1 0,1 0 0,0 0 0,0-1 0,0-1 0,0 1 0,-1-1 0,14-2 0,-10 1 0,0-1 0,0-1 0,0 0 0,-1 0 0,1-1 0,-1-1 0,0 1 0,17-12 0,-24 14-34,0-1 0,0 0 0,0 1 0,-1-1 0,1 0-1,-1-1 1,0 1 0,0-1 0,0 1 0,-1-1 0,1 0 0,-1 0 0,0 0-1,0-1 1,0 1 0,-1 0 0,1-1 0,-1 1 0,0-1 0,0 1-1,-1-1 1,1 1 0,-1-1 0,0 0 0,0 1 0,-1-1 0,0 1 0,1-1-1,-1 1 1,-1-1 0,1 1 0,-1-1 0,1 1 0,-1 0 0,-1 0 0,1 0-1,0 0 1,-1 0 0,-5-5 0,-13-15-6792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32.327"/>
    </inkml:context>
    <inkml:brush xml:id="br0">
      <inkml:brushProperty name="width" value="0.05" units="cm"/>
      <inkml:brushProperty name="height" value="0.05" units="cm"/>
      <inkml:brushProperty name="color" value="#FFC114"/>
    </inkml:brush>
  </inkml:definitions>
  <inkml:trace contextRef="#ctx0" brushRef="#br0">16 128 24575,'0'-41'0,"0"41"0,0 0 0,0 0 0,0 0 0,0-1 0,0 1 0,0 0 0,0 0 0,0 0 0,0 0 0,0 0 0,0 0 0,0 0 0,0 0 0,0 0 0,0 0 0,0 0 0,0 0 0,0-1 0,0 1 0,0 0 0,0 0 0,0 0 0,0 0 0,0 0 0,0 0 0,0 0 0,-1 0 0,1 0 0,0 0 0,0 0 0,0 0 0,0 0 0,0 0 0,0 0 0,0 0 0,0 0 0,0 0 0,0 0 0,0 0 0,0-1 0,0 1 0,-1 0 0,1 0 0,0 0 0,0 0 0,0 0 0,0 0 0,0 0 0,0 0 0,0 1 0,0-1 0,0 0 0,0 0 0,0 0 0,0 0 0,0 0 0,-1 0 0,1 0 0,0 0 0,0 0 0,0 0 0,0 0 0,0 0 0,0 0 0,0 0 0,0 0 0,0 0 0,-4 8 0,-2 10 0,5-11 0,0 0 0,1 0 0,0 0 0,0-1 0,0 1 0,1 0 0,0 0 0,0 0 0,4 10 0,-3-14 0,-1 1 0,1-1 0,0 0 0,-1 0 0,1 0 0,1 0 0,-1 0 0,0-1 0,1 1 0,0-1 0,-1 1 0,1-1 0,0 0 0,0 0 0,0 0 0,0 0 0,1-1 0,-1 1 0,0-1 0,6 1 0,0 0 0,1 0 0,0-1 0,0-1 0,-1 1 0,1-1 0,0-1 0,0 0 0,0-1 0,-1 0 0,1 0 0,-1-1 0,1 0 0,15-8 0,-20 9 0,0-1 0,-1 0 0,1 0 0,-1 0 0,1-1 0,-1 1 0,0-1 0,-1 0 0,1-1 0,-1 1 0,5-7 0,-6 7 0,0 0 0,-1 0 0,0 0 0,1 0 0,-1 0 0,-1 0 0,1 0 0,0 0 0,-1-1 0,0 1 0,0 0 0,0 0 0,-1 0 0,1-1 0,-1 1 0,-2-7 0,1 6 16,0 0-1,0 0 1,0 0-1,-1 0 1,0 0-1,0 0 1,0 1-1,0 0 1,-1-1-1,1 1 1,-1 0-1,0 1 1,-1-1-1,1 1 1,-1-1-1,1 1 1,-1 1 0,0-1-1,0 1 1,0 0-1,-7-2 1,2 1-172,-1 1 1,1 0 0,-1 1 0,1 0 0,-1 1 0,1 0 0,-1 0-1,0 1 1,1 1 0,-12 3 0,-14 5-6671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35.104"/>
    </inkml:context>
    <inkml:brush xml:id="br0">
      <inkml:brushProperty name="width" value="0.05" units="cm"/>
      <inkml:brushProperty name="height" value="0.05" units="cm"/>
      <inkml:brushProperty name="color" value="#FFC114"/>
    </inkml:brush>
  </inkml:definitions>
  <inkml:trace contextRef="#ctx0" brushRef="#br0">50 47 24575,'0'-3'0,"0"-4"0,0-3 0,0-3 0,0 3 0,0 7 0,-2 9 0,-2 10 0,0 10 0,-1 9 0,-1 8 0,1 8 0,-2 3 0,1 2 0,1-3 0,1-5 0,2-11-8191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36.202"/>
    </inkml:context>
    <inkml:brush xml:id="br0">
      <inkml:brushProperty name="width" value="0.05" units="cm"/>
      <inkml:brushProperty name="height" value="0.05" units="cm"/>
      <inkml:brushProperty name="color" value="#FFC114"/>
    </inkml:brush>
  </inkml:definitions>
  <inkml:trace contextRef="#ctx0" brushRef="#br0">4 1 24575,'-3'0'0,"2"0"0,4 0 0,2 3 0,2 0 0,0 4 0,3-1 0,-2 3 0,2 2 0,-2 5 0,1 2 0,-1 5 0,-1 3 0,-3 1 0,-5 1 0,-1 1 0,-2-3-8191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36.643"/>
    </inkml:context>
    <inkml:brush xml:id="br0">
      <inkml:brushProperty name="width" value="0.05" units="cm"/>
      <inkml:brushProperty name="height" value="0.05" units="cm"/>
      <inkml:brushProperty name="color" value="#FFC114"/>
    </inkml:brush>
  </inkml:definitions>
  <inkml:trace contextRef="#ctx0" brushRef="#br0">7 29 24575,'0'-1'0,"-1"1"0,1 0 0,-1-1 0,1 1 0,-1 0 0,1-1 0,0 1 0,-1 0 0,1-1 0,-1 1 0,1-1 0,0 1 0,0-1 0,-1 1 0,1-1 0,0 1 0,0-1 0,0 1 0,-1-1 0,1 1 0,0-1 0,0 1 0,0-1 0,0 1 0,0-1 0,0 1 0,0-1 0,0 1 0,0-1 0,0 1 0,1-1 0,-1 1 0,0-1 0,0 1 0,0-1 0,1 1 0,-1-1 0,0 1 0,0-1 0,1 1 0,-1-1 0,0 1 0,1 0 0,-1-1 0,1 1 0,-1 0 0,0-1 0,2 1 0,-1-1 0,1 0 0,0 0 0,0 0 0,0 0 0,0 1 0,0-1 0,0 1 0,0 0 0,0 0 0,0-1 0,0 1 0,3 1 0,5 1 0,1 0 0,0 1 0,-1 0 0,1 1 0,-1 0 0,0 1 0,0 0 0,-1 1 0,1 0 0,14 13 0,-9-7 0,-2 1 0,0 0 0,0 1 0,-1 1 0,16 25 0,-18-22 34,0 1 1,-1 1-1,-1-1 0,-1 1 0,-1 0 0,0 1 0,-2 0 0,0 0 0,0 24 1,-3-20-249,-1 0 1,-1 1 0,-2-1-1,0 0 1,-1-1 0,-2 1-1,-11 31 1,-4-3-6613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37.037"/>
    </inkml:context>
    <inkml:brush xml:id="br0">
      <inkml:brushProperty name="width" value="0.05" units="cm"/>
      <inkml:brushProperty name="height" value="0.05" units="cm"/>
      <inkml:brushProperty name="color" value="#FFC114"/>
    </inkml:brush>
  </inkml:definitions>
  <inkml:trace contextRef="#ctx0" brushRef="#br0">1 11 24575,'0'-1'0,"0"1"0,0-1 0,1 1 0,-1-1 0,0 0 0,0 1 0,1-1 0,-1 1 0,1-1 0,-1 1 0,0-1 0,1 1 0,-1 0 0,1-1 0,-1 1 0,1-1 0,0 1 0,-1 0 0,1 0 0,-1-1 0,1 1 0,-1 0 0,1 0 0,0-1 0,-1 1 0,1 0 0,0 0 0,-1 0 0,1 0 0,0 0 0,-1 0 0,1 0 0,-1 0 0,1 0 0,0 1 0,0-1 0,27 5 0,0 5 0,1 1 0,-2 1 0,0 1 0,0 1 0,-2 2 0,0 0 0,0 2 0,-2 1 0,0 1 0,-1 0 0,32 41 0,-32-33 0,-1 1 0,-1 1 0,-2 1 0,0 0 0,-3 2 0,-1 0 0,-1 0 0,-1 1 0,10 54 0,-17-54-195,-2 0 0,-1 1 0,-1-1 0,-2 0 0,-1 1 0,-9 40 0,-6 6-6631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18.302"/>
    </inkml:context>
    <inkml:brush xml:id="br0">
      <inkml:brushProperty name="width" value="0.05" units="cm"/>
      <inkml:brushProperty name="height" value="0.05" units="cm"/>
      <inkml:brushProperty name="color" value="#FFC114"/>
    </inkml:brush>
  </inkml:definitions>
  <inkml:trace contextRef="#ctx0" brushRef="#br0">45 1 24575,'3'2'0,"1"0"0,-1 1 0,0-1 0,0 1 0,-1 0 0,1 0 0,0 0 0,-1 0 0,0 1 0,0-1 0,0 1 0,3 5 0,16 51 0,-16-44 0,11 45 0,-3 1 0,7 86 0,-14-87 0,-6 110 0,-20 60 0,4-60 0,2 254 0,22 0 0,-4-278 0,-15 285 0,3-350 0,-4 0 0,-3-1 0,-32 97 0,47-178 1,-3 11-343,-1-1 1,0 0-1,-9 16 1,5-15-6485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19.970"/>
    </inkml:context>
    <inkml:brush xml:id="br0">
      <inkml:brushProperty name="width" value="0.05" units="cm"/>
      <inkml:brushProperty name="height" value="0.05" units="cm"/>
      <inkml:brushProperty name="color" value="#FFC114"/>
    </inkml:brush>
  </inkml:definitions>
  <inkml:trace contextRef="#ctx0" brushRef="#br0">66 132 24575,'-16'-10'0,"13"8"0,1 1 0,-1-1 0,0 1 0,1-1 0,-1 0 0,1 0 0,-4-4 0,6 6 0,0 0 0,0-1 0,-1 1 0,1 0 0,0-1 0,0 1 0,0-1 0,0 1 0,0 0 0,-1-1 0,1 1 0,0-1 0,0 1 0,0-1 0,0 1 0,0 0 0,0-1 0,1 1 0,-1-1 0,0 1 0,0-1 0,0 1 0,0-1 0,14-11 0,3 5 0,0 0 0,1 2 0,0 0 0,0 0 0,30-2 0,-21 3 0,88-14 0,1 4 0,180 4 0,-265 11 0,1 1 0,-1 2 0,0 1 0,34 10 0,-55-13 0,-1 1 0,1 1 0,-1 0 0,0 0 0,0 1 0,-1 0 0,1 0 0,-1 1 0,0 0 0,-1 1 0,1-1 0,-1 1 0,-1 1 0,1 0 0,-1-1 0,-1 2 0,6 9 0,-5-4 0,-1 0 0,0 0 0,-1 0 0,0 1 0,2 26 0,-1 79 0,-5-85 0,4 153-53,44 293-1,82 163-964,21-4 139,-7-33 984,-97-399-105,258 1211 0,-103 17 0,-188-1260-19,45 600-323,-29 0 77,-31-663 896,-23 171 1,12-212-317,-3 0 1,-3-1 0,-38 97-1,52-159-315,0-1 0,0 1 0,0 0 0,-1-1 0,-1 0 0,-6 8 0,10-13 0,0-1 0,-1 0 0,1 0 0,0 0 0,-1 0 0,1-1 0,-1 1 0,1-1 0,-1 1 0,0-1 0,0 0 0,0 0 0,0 0 0,1-1 0,-1 1 0,0-1 0,0 1 0,0-1 0,-1 0 0,1 0 0,0 0 0,0-1 0,-3 0 0,-136-38 0,-144 8 0,210 25 0,-91-3 0,-1 7 0,-171 21 0,289-13 0,-95 5 0,121-10 0,0-2 0,0 0 0,-46-9 0,51 4 0,1 0 0,-1 0 0,1-2 0,1 0 0,-22-14 0,27 15 0,0-2 0,0 0 0,0 0 0,1-1 0,1 0 0,0-1 0,-14-18 0,17 17 0,0-1 0,1 0 0,0 0 0,1 0 0,1 0 0,0-1 0,-3-19 0,-6-102 0,11 106 0,-8-643-850,12 461 707,-2-92 143,11-1001 0,-7 779-216,-10 366 108,-34-203 0,-2 155 467,-1-5 332,34 152-503,-3-95-1,-16-151-187,11 171 0,16 103 0,1-1 0,2 0 0,1 1 0,9-43 0,2-25 0,-12 83 0,0-1 0,1 1 0,0-1 0,11-27 0,-8 37 121,-2 15 65,0 23-679,-3-20-686,3 5-5647</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20.655"/>
    </inkml:context>
    <inkml:brush xml:id="br0">
      <inkml:brushProperty name="width" value="0.05" units="cm"/>
      <inkml:brushProperty name="height" value="0.05" units="cm"/>
      <inkml:brushProperty name="color" value="#FFC114"/>
    </inkml:brush>
  </inkml:definitions>
  <inkml:trace contextRef="#ctx0" brushRef="#br0">7 21 24575,'-3'10'0,"2"-10"0,1 0 0,0 0 0,0 1 0,-1-1 0,1 0 0,0 1 0,0-1 0,-1 0 0,1 1 0,0-1 0,0 0 0,0 1 0,0-1 0,0 1 0,0-1 0,0 0 0,0 1 0,0-1 0,0 1 0,0-1 0,0 0 0,0 1 0,0-1 0,0 0 0,0 1 0,0-1 0,0 1 0,0-1 0,0 0 0,1 1 0,-1-1 0,0 0 0,0 1 0,0-1 0,1 0 0,-1 1 0,0-1 0,1 0 0,-1 0 0,0 1 0,0-1 0,1 0 0,-1 0 0,0 0 0,1 1 0,-1-1 0,1 0 0,-1 0 0,0 0 0,1 0 0,-1 0 0,9 3 0,0-1 0,-1 0 0,1-1 0,0 0 0,0-1 0,16 0 0,-1 0 0,1027-7-2936,-448-1 1664,-230 7 1061,665-14-851,-1017 14 1040,4 1 389,0-2 1,27-5 0,-52 7-391,1 0 1,0 0-1,-1 0 1,1 0 0,0 0-1,-1-1 1,1 1-1,0 0 1,-1 0 0,1-1-1,0 1 1,-1 0 0,1-1-1,-1 1 1,1-1-1,-1 1 1,1-1 0,-1 1-1,2-2 1,-7-5-3321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21.134"/>
    </inkml:context>
    <inkml:brush xml:id="br0">
      <inkml:brushProperty name="width" value="0.05" units="cm"/>
      <inkml:brushProperty name="height" value="0.05" units="cm"/>
      <inkml:brushProperty name="color" value="#FFC114"/>
    </inkml:brush>
  </inkml:definitions>
  <inkml:trace contextRef="#ctx0" brushRef="#br0">71 100 24575,'-5'0'0,"-9"0"0,-6 0 0,-1-3 0,10-4 0,15 0 0,18-3 0,16 2 0,17-2 0,16 1 0,10-1 0,6 2 0,-1-1 0,-6 1 0,-11 2 0,-17 2-8191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21.305"/>
    </inkml:context>
    <inkml:brush xml:id="br0">
      <inkml:brushProperty name="width" value="0.05" units="cm"/>
      <inkml:brushProperty name="height" value="0.05" units="cm"/>
      <inkml:brushProperty name="color" value="#FFC114"/>
    </inkml:brush>
  </inkml:definitions>
  <inkml:trace contextRef="#ctx0" brushRef="#br0">159 0 24575,'-16'0'0,"0"1"0,0 0 0,0 0 0,-27 8 0,40-8 0,-1 0 0,1 0 0,0 1 0,0-1 0,-1 1 0,1 0 0,0 0 0,1 0 0,-1 0 0,0 1 0,-4 4 0,5-4 0,1-1 0,0 0 0,0 0 0,0 1 0,0-1 0,0 1 0,0-1 0,0 1 0,1-1 0,0 1 0,-1 0 0,1-1 0,0 1 0,0 0 0,0-1 0,1 1 0,-1-1 0,1 4 0,9 28 0,1-1 0,25 52 0,-6-17 0,5 21-341,-3 1 0,-4 1-1,27 170 1,-49-214-6485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21.601"/>
    </inkml:context>
    <inkml:brush xml:id="br0">
      <inkml:brushProperty name="width" value="0.05" units="cm"/>
      <inkml:brushProperty name="height" value="0.05" units="cm"/>
      <inkml:brushProperty name="color" value="#FFC114"/>
    </inkml:brush>
  </inkml:definitions>
  <inkml:trace contextRef="#ctx0" brushRef="#br0">17 85 24575,'9'-16'0,"-11"28"0,-2 8 0,-4 26 0,2 1 0,2 0 0,2 0 0,3 0 0,1 0 0,2 0 0,21 89 0,-22-126 0,0-1 0,0 1 0,1-1 0,0 1 0,1-1 0,0-1 0,6 10 0,-9-16 0,0 0 0,0 0 0,-1 0 0,1 0 0,0 0 0,0 0 0,1-1 0,-1 1 0,0-1 0,0 0 0,1 1 0,-1-1 0,1 0 0,-1 0 0,1-1 0,0 1 0,-1 0 0,1-1 0,0 0 0,-1 1 0,1-1 0,0 0 0,-1-1 0,1 1 0,0 0 0,-1-1 0,1 1 0,0-1 0,-1 0 0,1 0 0,3-2 0,2-2 0,1 0 0,-1-1 0,1 0 0,-2 0 0,1-1 0,-1 0 0,0 0 0,0-1 0,9-14 0,5-11 0,19-39 0,-2-6-341,-4-2 0,-4-1-1,28-118 1,-48 155-6485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22.346"/>
    </inkml:context>
    <inkml:brush xml:id="br0">
      <inkml:brushProperty name="width" value="0.05" units="cm"/>
      <inkml:brushProperty name="height" value="0.05" units="cm"/>
      <inkml:brushProperty name="color" value="#FFC114"/>
    </inkml:brush>
  </inkml:definitions>
  <inkml:trace contextRef="#ctx0" brushRef="#br0">7 8 24575,'-3'0'0,"-1"-3"0,6-1 0,9 4 0,4 3 0,4 6 0,-2 6 0,-1 9 0,-1 9 0,-2 8 0,-4 5 0,0 3 0,-2 3 0,-2-3 0,-2-3 0,-1-10-8191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22.597"/>
    </inkml:context>
    <inkml:brush xml:id="br0">
      <inkml:brushProperty name="width" value="0.05" units="cm"/>
      <inkml:brushProperty name="height" value="0.05" units="cm"/>
      <inkml:brushProperty name="color" value="#FFC114"/>
    </inkml:brush>
  </inkml:definitions>
  <inkml:trace contextRef="#ctx0" brushRef="#br0">60 342 24575,'17'-93'0,"-12"59"0,12-45 0,-14 69 0,0 0 0,1 1 0,0-1 0,1 1 0,0 0 0,0 0 0,1 1 0,12-15 0,-14 19 0,-1 1 0,1-1 0,0 1 0,0 0 0,0 0 0,1 1 0,-1-1 0,1 1 0,-1 0 0,1 0 0,0 0 0,0 1 0,0 0 0,0 0 0,0 0 0,0 0 0,5 1 0,-3 0 0,-1 1 0,1 0 0,-1 0 0,1 0 0,-1 1 0,0 0 0,0 0 0,1 1 0,-2 0 0,1 0 0,0 0 0,6 5 0,-6-4 0,-1 0 0,0 0 0,0 0 0,-1 1 0,1 0 0,-1 0 0,0 0 0,0 0 0,0 1 0,-1 0 0,0-1 0,0 1 0,0 0 0,-1 1 0,0-1 0,0 0 0,-1 1 0,0-1 0,0 1 0,0-1 0,-1 1 0,0-1 0,0 1 0,0-1 0,-1 1 0,0 0 0,-2 6 0,-2-3 0,0 0 0,0 0 0,-1-1 0,0 0 0,0 0 0,-1-1 0,0 0 0,-1 0 0,0 0 0,0-1 0,0-1 0,-17 11 0,-4 0 0,0-1 0,-57 22 0,-14-4-1365,61-23-5461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22.908"/>
    </inkml:context>
    <inkml:brush xml:id="br0">
      <inkml:brushProperty name="width" value="0.05" units="cm"/>
      <inkml:brushProperty name="height" value="0.05" units="cm"/>
      <inkml:brushProperty name="color" value="#FFC114"/>
    </inkml:brush>
  </inkml:definitions>
  <inkml:trace contextRef="#ctx0" brushRef="#br0">231 186 24575,'4'-3'0,"-1"-1"0,0 0 0,0 0 0,-1-1 0,1 1 0,-1 0 0,0-1 0,0 0 0,0 1 0,-1-1 0,1 0 0,-1 0 0,-1 0 0,1 0 0,0 0 0,-1 0 0,0 0 0,-1 0 0,1 0 0,-1 1 0,-1-9 0,1 9 0,0 0 0,-1 0 0,1 0 0,-1 0 0,0 1 0,0-1 0,0 0 0,0 1 0,-1-1 0,1 1 0,-1 0 0,0 0 0,0 0 0,0 0 0,0 0 0,-1 1 0,1-1 0,-1 1 0,1 0 0,-1 0 0,0 0 0,0 1 0,0-1 0,0 1 0,-5-1 0,2 1 0,0 1 0,1 0 0,-1 0 0,0 0 0,0 1 0,0 0 0,0 0 0,1 1 0,-1 0 0,1 0 0,-1 0 0,1 1 0,0 0 0,0 0 0,0 1 0,0 0 0,0 0 0,1 0 0,0 1 0,-7 7 0,8-8 0,-1 1 0,1 1 0,1-1 0,-1 0 0,1 1 0,0 0 0,0 0 0,0 0 0,1 0 0,0 0 0,1 0 0,-1 1 0,1-1 0,0 1 0,0-1 0,1 1 0,0-1 0,0 1 0,1-1 0,0 1 0,2 10 0,1-5 0,1-1 0,0 1 0,0-1 0,1 0 0,1-1 0,-1 0 0,2 0 0,15 17 0,5 1 0,45 33 0,-30-26 0,-39-31 0,1 0 0,0 0 0,-1 1 0,0-1 0,6 9 0,-10-13 0,1 1 0,-1 0 0,1 0 0,-1 0 0,1 0 0,-1 0 0,0 0 0,1 0 0,-1 1 0,0-1 0,0 0 0,0 0 0,0 0 0,0 0 0,0 0 0,0 0 0,0 0 0,0 0 0,0 0 0,-1 1 0,1-1 0,0 0 0,-1 0 0,1 0 0,-1 0 0,1 0 0,-1-1 0,0 1 0,1 0 0,-1 0 0,0 0 0,1 0 0,-1-1 0,0 1 0,0 0 0,0-1 0,0 1 0,-1 0 0,-6 4 43,0-2 0,-1 1-1,1-1 1,-1 0 0,1-1-1,-1 0 1,-16 2 0,-64 0-1750,36-6-5119</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23.281"/>
    </inkml:context>
    <inkml:brush xml:id="br0">
      <inkml:brushProperty name="width" value="0.05" units="cm"/>
      <inkml:brushProperty name="height" value="0.05" units="cm"/>
      <inkml:brushProperty name="color" value="#FFC114"/>
    </inkml:brush>
  </inkml:definitions>
  <inkml:trace contextRef="#ctx0" brushRef="#br0">1883 279 24575,'4'-5'0,"-1"0"0,1 0 0,-1-1 0,-1 1 0,1-1 0,-1 1 0,0-1 0,0 0 0,0 0 0,-1 0 0,0 0 0,0 0 0,-1 0 0,1 0 0,-1-1 0,-1 1 0,1 0 0,-1 0 0,0 0 0,-1 0 0,1 0 0,-1 0 0,0 0 0,-1 1 0,1-1 0,-1 1 0,0-1 0,-1 1 0,1 0 0,-1 0 0,0 0 0,0 1 0,-1 0 0,1-1 0,-1 2 0,0-1 0,-7-4 0,-6-2 5,0 1 0,-1 0 0,0 2 0,0 0 0,0 1 0,-1 1 0,0 1-1,-30-3 1,-15 2-115,-89 6 0,67 4-81,1 4 0,0 4 0,1 3 0,-94 32 0,106-24 206,1 4 0,1 3 0,2 2-1,-123 82 1,154-88-15,0 2 0,3 2 0,0 1 0,2 2 0,1 1 0,2 1 0,-41 65 0,55-73 0,1 1 0,1 1 0,1 0 0,2 0 0,1 1 0,1 0 0,2 1 0,1 0 0,2 0 0,1 1 0,2 60 0,3-61-9,2-1 0,1 1 1,2-1-1,1 0 0,1-1 0,2 1 0,1-2 0,22 41 0,-14-37 38,1-1-1,2-1 0,1-1 1,1-1-1,1-1 0,45 36 1,-26-30-180,1-2 0,1-2 0,2-2 1,0-3-1,2-1 0,1-3 0,1-2 1,0-3-1,104 19 0,-82-25-11,1-4 0,1-3 0,-1-3 0,0-3 0,0-4 0,0-3 0,-1-4 0,-1-2 0,125-46-1,-130 35 105,-1-3 0,-1-2 0,-2-4 0,-2-3-1,-1-2 1,-2-3 0,-2-2 0,-2-3 0,-2-2-1,47-60 1,-72 77 2,-3-2-1,-1-2 0,-1 0 1,-2-1-1,-2-1 1,-2-1-1,22-72 0,-34 89 13,-1 0-1,-1-1 1,-1 1-1,-2-1 1,0 0-1,-4-38 1,0 44 30,-1-1 0,0 1-1,-2 0 1,0 1 0,-1-1 0,0 1 0,-2 0 0,0 1-1,-12-17 1,3 11-6,0 1 0,-1 1 0,-1 0 0,-1 2 0,-1 1 0,0 0-1,-2 1 1,0 2 0,0 1 0,-2 0 0,-33-12 0,-4 3-92,0 3 0,-1 2-1,-118-16 1,-48 12-318,17 13-1028</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41.064"/>
    </inkml:context>
    <inkml:brush xml:id="br0">
      <inkml:brushProperty name="width" value="0.05" units="cm"/>
      <inkml:brushProperty name="height" value="0.05" units="cm"/>
      <inkml:brushProperty name="color" value="#FFC114"/>
    </inkml:brush>
  </inkml:definitions>
  <inkml:trace contextRef="#ctx0" brushRef="#br0">159 0 24575,'0'3'0,"0"4"0,0 3 0,0 3 0,0 5 0,-2 6 0,-2 6 0,-5 5 0,-5 4 0,-5 2 0,-5 2 0,-4 0 0,-3-5 0,3-9-8191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41.314"/>
    </inkml:context>
    <inkml:brush xml:id="br0">
      <inkml:brushProperty name="width" value="0.05" units="cm"/>
      <inkml:brushProperty name="height" value="0.05" units="cm"/>
      <inkml:brushProperty name="color" value="#FFC114"/>
    </inkml:brush>
  </inkml:definitions>
  <inkml:trace contextRef="#ctx0" brushRef="#br0">142 14 24575,'-3'-3'0,"-1"-3"0,0 1 0,1 8 0,1 9 0,1 8 0,0 7 0,1 4 0,0 5 0,0 6 0,-3 4 0,-6 2 0,-8 0 0,-9-1 0,-9-2 0,1-9-8191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43.229"/>
    </inkml:context>
    <inkml:brush xml:id="br0">
      <inkml:brushProperty name="width" value="0.05" units="cm"/>
      <inkml:brushProperty name="height" value="0.05" units="cm"/>
      <inkml:brushProperty name="color" value="#FFC114"/>
    </inkml:brush>
  </inkml:definitions>
  <inkml:trace contextRef="#ctx0" brushRef="#br0">301 86 24575,'1'0'0,"0"-1"0,-1 1 0,1-1 0,0 0 0,0 1 0,-1-1 0,1 0 0,0 0 0,-1 0 0,1 1 0,-1-1 0,1 0 0,-1 0 0,1 0 0,-1 0 0,0 0 0,0 0 0,1 0 0,-1 0 0,0 0 0,0 0 0,0 0 0,0 0 0,0 0 0,0 0 0,0 0 0,0 0 0,0 0 0,-1 0 0,1 0 0,0 0 0,-1 0 0,1 1 0,-1-1 0,1 0 0,-1 0 0,1 0 0,-1 0 0,1 1 0,-1-1 0,-1-1 0,0 1 0,0-1 0,-1 0 0,1 1 0,-1 0 0,0 0 0,1-1 0,-1 2 0,0-1 0,0 0 0,0 0 0,0 1 0,1 0 0,-5-1 0,-5 2 0,0 1 0,0 0 0,1 0 0,-1 1 0,0 0 0,1 1 0,0 1 0,0 0 0,0 0 0,1 1 0,-1 0 0,1 1 0,1 0 0,-1 0 0,2 1 0,-1 1 0,1-1 0,-13 18 0,15-17 0,0 0 0,0 0 0,0 1 0,1 0 0,1 0 0,0 0 0,0 1 0,1 0 0,-2 11 0,4-14 0,0 0 0,1 0 0,0 0 0,0 0 0,0 0 0,1 0 0,1 0 0,-1 0 0,1 0 0,0 0 0,1-1 0,0 1 0,5 8 0,-3-8 0,1 0 0,0 0 0,0 0 0,1-1 0,0 0 0,0 0 0,1-1 0,0 0 0,0 0 0,0-1 0,1 0 0,0-1 0,-1 0 0,2 0 0,11 3 0,2 0 0,0-2 0,0 0 0,0-2 0,1 0 0,30-1 0,-28-3 0,-1 0 0,1-2 0,0-1 0,-1-1 0,0-1 0,40-16 0,-54 18 0,1-1 0,-1 0 0,0-1 0,-1 0 0,0-1 0,0 0 0,0-1 0,-1 0 0,0 0 0,0-1 0,-1 0 0,0-1 0,-1 0 0,0 0 0,-1 0 0,6-13 0,-9 15 14,0-1 1,-1 1-1,0-1 0,0 0 0,-1 0 1,0 0-1,-1 1 0,0-1 0,0 0 0,-1 0 1,0 0-1,-1 0 0,0 0 0,0 1 1,-1-1-1,0 1 0,0-1 0,-1 1 0,0 0 1,0 1-1,-1-1 0,0 1 0,-9-10 1,6 8-116,0-1 1,-1 2-1,0-1 1,-1 1 0,1 1-1,-2-1 1,1 2-1,-1-1 1,0 2 0,0-1-1,-1 2 1,1-1 0,-1 1-1,0 1 1,0 0-1,-15-1 1,-11 4-6726</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43.808"/>
    </inkml:context>
    <inkml:brush xml:id="br0">
      <inkml:brushProperty name="width" value="0.05" units="cm"/>
      <inkml:brushProperty name="height" value="0.05" units="cm"/>
      <inkml:brushProperty name="color" value="#FFC114"/>
    </inkml:brush>
  </inkml:definitions>
  <inkml:trace contextRef="#ctx0" brushRef="#br0">245 1 24575,'-2'1'0,"0"1"0,0 0 0,1 0 0,-1 0 0,0 0 0,1 0 0,0 0 0,-1 0 0,1 1 0,0-1 0,0 1 0,0-1 0,0 3 0,-4 7 0,-18 31 0,-7 17 0,-3-2 0,-76 100 0,106-154 0,-1 0 0,1 0 0,0 1 0,0-1 0,1 1 0,-4 6 0,6-11 0,0 1 0,0-1 0,0 1 0,-1 0 0,1-1 0,0 1 0,0 0 0,0-1 0,0 1 0,0 0 0,0-1 0,1 1 0,-1 0 0,0-1 0,0 1 0,0 0 0,0-1 0,1 1 0,-1-1 0,0 1 0,1-1 0,0 2 0,0-1 0,0-1 0,0 1 0,0 0 0,1 0 0,-1-1 0,0 1 0,0-1 0,1 1 0,-1-1 0,1 1 0,-1-1 0,0 0 0,1 0 0,2 1 0,184-1 0,-87-3 0,-73 3 0,91-3 0,-102 1 0,1 0 0,-1-1 0,1-1 0,27-10 0,-42 12 0,0 1 0,1 0 0,-1-1 0,0 0 0,0 0 0,0 0 0,0 0 0,0 0 0,0 0 0,-1-1 0,1 1 0,-1-1 0,0 0 0,4-6 0,-5 7 0,0-1 0,0 1 0,-1-1 0,1 1 0,-1-1 0,0 0 0,1 1 0,-1-1 0,0 0 0,-1 1 0,1-1 0,0 1 0,-1-1 0,0 0 0,1 1 0,-1-1 0,0 1 0,0 0 0,0-1 0,-3-3 0,-11-18 157,-35-42 1,36 51-438,2 0 0,0-1 0,1-1 0,1 0 0,-16-34 0,22 39-6546</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44.854"/>
    </inkml:context>
    <inkml:brush xml:id="br0">
      <inkml:brushProperty name="width" value="0.05" units="cm"/>
      <inkml:brushProperty name="height" value="0.05" units="cm"/>
      <inkml:brushProperty name="color" value="#FFC114"/>
    </inkml:brush>
  </inkml:definitions>
  <inkml:trace contextRef="#ctx0" brushRef="#br0">0 0 24575,'129'5'0,"131"21"0,-240-24 0,-1-2 0,1 0 0,0-2 0,19-3 0,30-2 0,656 30 0,-492-13 0,-261-11-1365,13 1-5461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47.581"/>
    </inkml:context>
    <inkml:brush xml:id="br0">
      <inkml:brushProperty name="width" value="0.05" units="cm"/>
      <inkml:brushProperty name="height" value="0.05" units="cm"/>
      <inkml:brushProperty name="color" value="#FFC114"/>
    </inkml:brush>
  </inkml:definitions>
  <inkml:trace contextRef="#ctx0" brushRef="#br0">18 0 24575,'-10'403'0,"3"-188"-1365,7-187-5461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48.020"/>
    </inkml:context>
    <inkml:brush xml:id="br0">
      <inkml:brushProperty name="width" value="0.05" units="cm"/>
      <inkml:brushProperty name="height" value="0.05" units="cm"/>
      <inkml:brushProperty name="color" value="#FFC114"/>
    </inkml:brush>
  </inkml:definitions>
  <inkml:trace contextRef="#ctx0" brushRef="#br0">225 0 24575,'-3'0'0,"-4"3"0,-3 4 0,-6 3 0,-3 6 0,-1 3 0,-3 4 0,-1 4 0,2 0 0,1 1 0,1-1 0,4-2 0,3-3 0,2-5-8191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48.224"/>
    </inkml:context>
    <inkml:brush xml:id="br0">
      <inkml:brushProperty name="width" value="0.05" units="cm"/>
      <inkml:brushProperty name="height" value="0.05" units="cm"/>
      <inkml:brushProperty name="color" value="#FFC114"/>
    </inkml:brush>
  </inkml:definitions>
  <inkml:trace contextRef="#ctx0" brushRef="#br0">0 8 24575,'0'-3'0,"3"-1"0,4 4 0,0 3 0,3 6 0,4 3 0,4 5 0,0 6 0,5 5 0,2 6 0,-2-3-8191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50.707"/>
    </inkml:context>
    <inkml:brush xml:id="br0">
      <inkml:brushProperty name="width" value="0.05" units="cm"/>
      <inkml:brushProperty name="height" value="0.05" units="cm"/>
      <inkml:brushProperty name="color" value="#FFC114"/>
    </inkml:brush>
  </inkml:definitions>
  <inkml:trace contextRef="#ctx0" brushRef="#br0">34 52 24575,'0'-9'0,"-1"7"0,1-1 0,-1 1 0,1-1 0,0 1 0,0-1 0,0 1 0,1-1 0,-1 1 0,1-1 0,-1 1 0,1-1 0,0 1 0,0-1 0,0 1 0,2-3 0,-3 5 0,1 0 0,-1 1 0,0-1 0,1 0 0,-1 1 0,1-1 0,-1 0 0,0 1 0,1-1 0,-1 1 0,0-1 0,1 1 0,-1-1 0,0 1 0,0-1 0,0 1 0,1-1 0,-1 1 0,0-1 0,0 1 0,0-1 0,0 1 0,0-1 0,0 1 0,0-1 0,0 2 0,2 17 0,2 63 0,-8 85 0,-19 82 0,-2 47 0,26-242-1365,3-36-5461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50.962"/>
    </inkml:context>
    <inkml:brush xml:id="br0">
      <inkml:brushProperty name="width" value="0.05" units="cm"/>
      <inkml:brushProperty name="height" value="0.05" units="cm"/>
      <inkml:brushProperty name="color" value="#FFC114"/>
    </inkml:brush>
  </inkml:definitions>
  <inkml:trace contextRef="#ctx0" brushRef="#br0">0 0 24575,'3'0'0,"4"0"0,0 3 0,3 4 0,-1 3 0,0 4 0,3 4 0,1 2 0,2 1 0,1-1 0,0 3 0,1-1 0,3 0 0,1-2 0,0-1 0,-4-3-8191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51.181"/>
    </inkml:context>
    <inkml:brush xml:id="br0">
      <inkml:brushProperty name="width" value="0.05" units="cm"/>
      <inkml:brushProperty name="height" value="0.05" units="cm"/>
      <inkml:brushProperty name="color" value="#FFC114"/>
    </inkml:brush>
  </inkml:definitions>
  <inkml:trace contextRef="#ctx0" brushRef="#br0">193 144 24575,'2'-3'0,"1"0"0,-1-1 0,0 1 0,1-1 0,-2 1 0,1-1 0,0 0 0,-1 0 0,2-7 0,6-37 0,-8 47 0,-1-3 0,1 1 0,-1-1 0,0 0 0,0 0 0,0 0 0,-1 0 0,0 1 0,-1-8 0,2 10 0,-1 1 0,1-1 0,0 1 0,0-1 0,-1 0 0,1 1 0,0-1 0,-1 1 0,1-1 0,-1 1 0,1-1 0,-1 1 0,1 0 0,-1-1 0,1 1 0,-1 0 0,1-1 0,-1 1 0,1 0 0,-1-1 0,0 1 0,0 0 0,0 0 0,-1 0 0,1 0 0,0 0 0,-1 1 0,1-1 0,0 0 0,0 1 0,0-1 0,0 1 0,-1-1 0,1 1 0,0 0 0,0-1 0,0 1 0,0 0 0,-1 1 0,-22 20 162,-24 29 0,32-33-584,-1 0 0,-1-1-1,-30 23 1,31-29-6404</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53.297"/>
    </inkml:context>
    <inkml:brush xml:id="br0">
      <inkml:brushProperty name="width" value="0.05" units="cm"/>
      <inkml:brushProperty name="height" value="0.05" units="cm"/>
      <inkml:brushProperty name="color" value="#FFC114"/>
    </inkml:brush>
  </inkml:definitions>
  <inkml:trace contextRef="#ctx0" brushRef="#br0">1 0 24575,'3'0'0,"6"0"0,8 0 0,7 0 0,10 0 0,8 0 0,12 0 0,7 3 0,8 1 0,4 0 0,-2-1 0,-4-1 0,-6-1 0,-6 0 0,-11-1 0,-15-3 0,-16-1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4:53.646"/>
    </inkml:context>
    <inkml:brush xml:id="br0">
      <inkml:brushProperty name="width" value="0.05" units="cm"/>
      <inkml:brushProperty name="height" value="0.05" units="cm"/>
      <inkml:brushProperty name="color" value="#FFC114"/>
    </inkml:brush>
  </inkml:definitions>
  <inkml:trace contextRef="#ctx0" brushRef="#br0">1 14 24575,'0'-1'0,"0"0"0,1 0 0,-1 1 0,0-1 0,1 0 0,-1 1 0,1-1 0,-1 0 0,1 1 0,-1-1 0,1 1 0,-1-1 0,1 1 0,-1-1 0,1 1 0,0-1 0,-1 1 0,1 0 0,0-1 0,-1 1 0,1 0 0,0-1 0,0 1 0,-1 0 0,1 0 0,0 0 0,0 0 0,-1 0 0,1 0 0,0 0 0,0 0 0,0 0 0,-1 0 0,2 0 0,28 4 0,-12 0 0,1 1 0,0 1 0,-1 0 0,-1 2 0,1 0 0,-1 1 0,21 14 0,-36-21 0,1-1 0,-1 1 0,0 0 0,0 0 0,0 0 0,0 0 0,0 1 0,0-1 0,0 0 0,-1 1 0,1-1 0,-1 1 0,0 0 0,0-1 0,0 1 0,0 0 0,0 0 0,-1 0 0,1-1 0,-1 1 0,1 0 0,-1 0 0,0 0 0,0 0 0,-1 0 0,1 0 0,-1 0 0,1 0 0,-1-1 0,0 1 0,0 0 0,0 0 0,0-1 0,-1 1 0,-1 2 0,-3 4 0,-1 1 0,0-1 0,0 0 0,-1-1 0,0 0 0,-1 0 0,-15 11 0,-66 37-1365,44-30-5461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11.102"/>
    </inkml:context>
    <inkml:brush xml:id="br0">
      <inkml:brushProperty name="width" value="0.05" units="cm"/>
      <inkml:brushProperty name="height" value="0.05" units="cm"/>
      <inkml:brushProperty name="color" value="#FFC114"/>
    </inkml:brush>
  </inkml:definitions>
  <inkml:trace contextRef="#ctx0" brushRef="#br0">0 0 23971,'0'3270'0,"6765"-3270"0,-6765-3270 0,-6765 3270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11.969"/>
    </inkml:context>
    <inkml:brush xml:id="br0">
      <inkml:brushProperty name="width" value="0.05" units="cm"/>
      <inkml:brushProperty name="height" value="0.05" units="cm"/>
      <inkml:brushProperty name="color" value="#FFC114"/>
    </inkml:brush>
  </inkml:definitions>
  <inkml:trace contextRef="#ctx0" brushRef="#br0">0 61 24575,'0'-3'0,"0"-3"0,0-5 0,0-2 0,0-2 0,0 4 0,0 9 0,3 15 0,4 13 0,0 13 0,3 15 0,-2 13 0,2 8 0,-1 4 0,0 2 0,0-4 0,-3-6 0,-2-16-8191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12.223"/>
    </inkml:context>
    <inkml:brush xml:id="br0">
      <inkml:brushProperty name="width" value="0.05" units="cm"/>
      <inkml:brushProperty name="height" value="0.05" units="cm"/>
      <inkml:brushProperty name="color" value="#FFC114"/>
    </inkml:brush>
  </inkml:definitions>
  <inkml:trace contextRef="#ctx0" brushRef="#br0">1 979 24575,'0'-7'0,"6"-349"0,0 259 0,30-156 0,-31 229 0,1 1 0,1-1 0,1 1 0,1 0 0,0 1 0,18-29 0,-22 45 0,-1 0 0,1 0 0,0 0 0,0 0 0,1 1 0,0 0 0,0 0 0,0 1 0,0-1 0,10-4 0,-10 7 0,-1 0 0,1 0 0,0 0 0,0 1 0,1 0 0,-1 0 0,0 0 0,0 1 0,0 0 0,0 0 0,1 1 0,-1-1 0,0 1 0,9 3 0,-1 1 0,0 0 0,0 1 0,-1 1 0,0 0 0,0 1 0,-1 0 0,0 1 0,0 0 0,-1 1 0,-1 1 0,1-1 0,11 18 0,-9-11 0,0 1 0,-2 0 0,0 1 0,-1 0 0,-1 0 0,-1 1 0,11 42 0,-16-47 0,0 2 0,-1-1 0,-1 0 0,-1 0 0,0 0 0,-1 1 0,-1-1 0,0 0 0,-1 0 0,-1 0 0,-1-1 0,0 1 0,-1-1 0,0 0 0,-1-1 0,-16 24 0,12-22 0,-1 0 0,-1-1 0,0 0 0,-1-1 0,-1-1 0,0 0 0,-1-1 0,0-1 0,-1 0 0,0-1 0,-1-1 0,0 0 0,-25 7 0,17-8-455,-1-2 0,-46 6 0,23-8-6371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12.566"/>
    </inkml:context>
    <inkml:brush xml:id="br0">
      <inkml:brushProperty name="width" value="0.05" units="cm"/>
      <inkml:brushProperty name="height" value="0.05" units="cm"/>
      <inkml:brushProperty name="color" value="#FFC114"/>
    </inkml:brush>
  </inkml:definitions>
  <inkml:trace contextRef="#ctx0" brushRef="#br0">136 103 24575,'-1'-2'0,"1"-1"0,-1 1 0,0 0 0,0-1 0,-1 1 0,1 0 0,0 0 0,-1 0 0,1 0 0,-1 0 0,0 0 0,1 0 0,-1 1 0,0-1 0,0 1 0,0-1 0,-1 1 0,1 0 0,0-1 0,0 1 0,-1 1 0,1-1 0,0 0 0,-1 0 0,1 1 0,-5-1 0,5 2 0,0-1 0,0 1 0,0 0 0,0 0 0,0 0 0,0 1 0,0-1 0,0 0 0,0 1 0,1-1 0,-1 1 0,0 0 0,1-1 0,-1 1 0,1 0 0,0 0 0,-2 4 0,-17 38 0,19-41 0,-6 16 0,2 1 0,0 0 0,0 0 0,-2 40 0,7-49 0,0-1 0,0 1 0,1 0 0,0-1 0,0 1 0,1-1 0,1 1 0,0-1 0,0 0 0,1 0 0,7 12 0,-9-18 0,1-1 0,-1 1 0,1-1 0,0 0 0,0 1 0,1-1 0,-1-1 0,0 1 0,1-1 0,0 1 0,0-1 0,-1 0 0,1 0 0,1-1 0,-1 1 0,0-1 0,0 0 0,0 0 0,1 0 0,-1 0 0,0-1 0,1 0 0,-1 0 0,1 0 0,-1 0 0,0-1 0,1 0 0,6-2 0,1 0 0,-1-1 0,1 0 0,-1-1 0,0-1 0,0 1 0,0-2 0,-1 1 0,0-1 0,10-10 0,-7 4 0,-1 0 0,0-1 0,-1 0 0,-1 0 0,0-1 0,-1-1 0,0 0 0,8-23 0,-13 29 0,-1-1 0,0 1 0,-1 0 0,0-1 0,-1 0 0,1-18 0,-3 22 0,1 1 0,-1-1 0,0 1 0,0-1 0,-1 1 0,0-1 0,0 1 0,-1 0 0,0 0 0,0 0 0,-6-9 0,5 10 14,0 0 1,-1 0-1,0 1 0,1-1 0,-2 1 1,1 0-1,0 1 0,-1-1 0,0 1 0,0 0 1,0 0-1,0 1 0,0 0 0,0 0 1,-1 0-1,1 1 0,-1 0 0,1 0 0,-1 1 1,1-1-1,-1 2 0,1-1 0,-8 2 1,1 0-171,0 0 1,-1 1 0,1 1 0,1 0 0,-1 1 0,0 0 0,1 1-1,0 0 1,1 1 0,-14 10 0,-6 9-6671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13.191"/>
    </inkml:context>
    <inkml:brush xml:id="br0">
      <inkml:brushProperty name="width" value="0.05" units="cm"/>
      <inkml:brushProperty name="height" value="0.05" units="cm"/>
      <inkml:brushProperty name="color" value="#FFC114"/>
    </inkml:brush>
  </inkml:definitions>
  <inkml:trace contextRef="#ctx0" brushRef="#br0">65 273 24575,'-11'-25'0,"0"0"0,2-1 0,0 0 0,2 0 0,1 0 0,1-1 0,-2-33 0,7 58 0,0-1 0,0 1 0,0 0 0,0 0 0,1-1 0,-1 1 0,1 0 0,-1 0 0,1 0 0,1-4 0,-1 6 0,-1 0 0,0-1 0,0 1 0,0 0 0,0 0 0,0 0 0,1 0 0,-1-1 0,0 1 0,0 0 0,0 0 0,1 0 0,-1 0 0,0 0 0,0-1 0,0 1 0,1 0 0,-1 0 0,0 0 0,0 0 0,1 0 0,-1 0 0,0 0 0,0 0 0,1 0 0,-1 0 0,0 0 0,0 0 0,1 0 0,-1 0 0,0 0 0,0 0 0,1 0 0,9 13 0,-4 0 0,-1-1 0,0 1 0,-1 0 0,4 21 0,5 59 0,-9-63 0,27 522 0,-29-449 0,-2-101 0,3 34 0,-3-36 0,0 1 0,0-1 0,0 1 0,0-1 0,0 0 0,0 1 0,0-1 0,0 1 0,0-1 0,1 0 0,-1 1 0,0-1 0,0 1 0,0-1 0,0 0 0,1 1 0,-1-1 0,0 0 0,0 1 0,1-1 0,-1 0 0,0 1 0,0-1 0,1 0 0,-1 0 0,0 1 0,1-1 0,-1 0 0,0 0 0,1 0 0,-1 1 0,1-1 0,-1 0 0,0 0 0,1 0 0,-1 0 0,1 0 0,-1 0 0,0 0 0,1 0 0,-1 0 0,1 0 0,-1 0 0,0 0 0,1 0 0,-1 0 0,1 0 0,-1 0 0,0-1 0,1 1 0,-1 0 0,0 0 0,1 0 0,-1-1 0,1 1 0,-1 0 0,0 0 0,0-1 0,1 1 0,-1 0 0,0-1 0,0 1 0,1 0 0,-1-1 0,0 1 0,0 0 0,0-1 0,1 0 0,8-11 0,-1-2 0,0 1 0,-1-1 0,10-26 0,-2 4 0,37-82 0,55-115 0,-100 217 0,-7 16 0,0 0 0,0 0 0,0 0 0,0 0 0,0 0 0,0 0 0,0 0 0,0 0 0,0 0 0,0 0 0,0 0 0,0 0 0,-1 0 0,1 0 0,0 0 0,0 0 0,0 0 0,0 0 0,0 0 0,0 0 0,0 0 0,0 0 0,0 0 0,0 0 0,0 0 0,0 0 0,0 0 0,0 0 0,0 0 0,0 0 0,-1 0 0,1 0 0,0 0 0,0 0 0,0 0 0,0 0 0,0 0 0,0 0 0,0 0 0,0 0 0,0 0 0,0 0 0,0 0 0,0 0 0,0 0 0,0-1 0,0 1 0,0 0 0,0 0 0,0 0 0,-19 22 0,14-15 0,-116 119 0,119-124 0,0-1 0,1 1 0,-1-1 0,0 1 0,1 0 0,-1-1 0,1 1 0,0 0 0,0 0 0,0 0 0,0 0 0,0 0 0,0 0 0,0 0 0,0 3 0,1-3 0,1-1 0,-1 1 0,1-1 0,-1 1 0,1 0 0,0-1 0,0 1 0,0-1 0,0 0 0,0 1 0,0-1 0,0 0 0,0 1 0,0-1 0,0 0 0,1 0 0,-1 0 0,1 0 0,-1 0 0,2 0 0,26 19 0,86 66 0,-94-69-1365,-3-2-5461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13.614"/>
    </inkml:context>
    <inkml:brush xml:id="br0">
      <inkml:brushProperty name="width" value="0.05" units="cm"/>
      <inkml:brushProperty name="height" value="0.05" units="cm"/>
      <inkml:brushProperty name="color" value="#FFC114"/>
    </inkml:brush>
  </inkml:definitions>
  <inkml:trace contextRef="#ctx0" brushRef="#br0">264 144 24575,'-19'-49'0,"17"41"0,0 1 0,0 0 0,-1-1 0,0 1 0,-1 0 0,0 1 0,0-1 0,0 1 0,-1-1 0,-8-8 0,13 14 0,-1 0 0,0 1 0,1-1 0,-1 0 0,1 1 0,-1-1 0,0 1 0,0-1 0,1 1 0,-1-1 0,0 1 0,0 0 0,1-1 0,-1 1 0,0 0 0,0 0 0,0-1 0,0 1 0,0 0 0,1 0 0,-1 0 0,0 0 0,0 0 0,0 0 0,0 0 0,0 0 0,1 1 0,-1-1 0,-1 1 0,0 0 0,1 0 0,0 0 0,0 0 0,1 1 0,-1-1 0,0 0 0,0 1 0,1-1 0,-1 1 0,1-1 0,-1 1 0,1-1 0,-1 1 0,1 2 0,-1 8 0,0 0 0,1-1 0,2 15 0,0-6 0,0 0 0,2 0 0,8 25 0,-10-40 0,0 1 0,0 0 0,1 0 0,-1-1 0,1 1 0,1-1 0,-1 0 0,1 0 0,-1 0 0,2-1 0,-1 1 0,0-1 0,1 0 0,0 0 0,6 4 0,-10-8 0,1 1 0,-1 0 0,1 0 0,0-1 0,-1 1 0,1 0 0,0-1 0,0 0 0,-1 1 0,1-1 0,0 0 0,0 0 0,-1 0 0,1 0 0,0 0 0,0-1 0,-1 1 0,1 0 0,0-1 0,0 0 0,2 0 0,-2-1 0,1 0 0,-1 0 0,0 0 0,1 0 0,-1 0 0,0 0 0,-1-1 0,1 1 0,0-1 0,-1 1 0,3-6 0,2-6 0,-1 0 0,-1-1 0,6-30 0,-10 41 0,4-12 0,-2-1 0,0 0 0,-1 1 0,-1-22 0,-3 28 0,-2 18 0,-3 21 0,-9 74 0,-4 113 0,10 108 0,11-315 0,-1 57 0,2-19 0,-2 0 0,-2-1 0,-15 74 0,17-115 0,0-1 0,-1 0 0,1 1 0,-1-1 0,0 0 0,0 0 0,0 0 0,0 0 0,-1-1 0,0 1 0,0-1 0,-3 4 0,5-6 0,-1 0 0,1 0 0,-1-1 0,1 1 0,-1 0 0,0-1 0,1 1 0,-1-1 0,0 1 0,1-1 0,-1 0 0,0 0 0,1 0 0,-1 0 0,0 0 0,1 0 0,-1 0 0,0-1 0,1 1 0,-1-1 0,0 1 0,1-1 0,-1 0 0,1 1 0,-1-1 0,1 0 0,-1 0 0,1 0 0,0 0 0,-1 0 0,1 0 0,0-1 0,-2-1 0,-8-8 0,-1-2 0,2 0 0,-1 0 0,2-1 0,0 0 0,1-1 0,-11-26 0,0-7 0,-15-60 0,25 70-682,-10-75-1,15 49-6143</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14.134"/>
    </inkml:context>
    <inkml:brush xml:id="br0">
      <inkml:brushProperty name="width" value="0.05" units="cm"/>
      <inkml:brushProperty name="height" value="0.05" units="cm"/>
      <inkml:brushProperty name="color" value="#FFC114"/>
    </inkml:brush>
  </inkml:definitions>
  <inkml:trace contextRef="#ctx0" brushRef="#br0">89 113 24575,'-5'-9'0,"0"1"0,-1-1 0,0 1 0,0 1 0,-1-1 0,0 1 0,0 0 0,-14-10 0,20 16 0,1 1 0,-1-1 0,0 1 0,1 0 0,-1-1 0,1 1 0,-1 0 0,0-1 0,1 1 0,-1 0 0,0 0 0,1 0 0,-1-1 0,0 1 0,0 0 0,1 0 0,-1 0 0,0 0 0,-1 0 0,2 1 0,0-1 0,-1 0 0,1 1 0,0-1 0,-1 0 0,1 1 0,0-1 0,0 0 0,-1 1 0,1-1 0,0 0 0,0 1 0,0-1 0,0 1 0,0-1 0,-1 1 0,1-1 0,0 0 0,0 1 0,0-1 0,0 1 0,0-1 0,0 1 0,7 31 0,-7-29 0,18 58 0,27 112 0,-38-138 0,-1 0 0,2 70 0,-13-72 0,-1-22 0,6-11 0,-1-1 0,1 1 0,0 0 0,-1 0 0,1 0 0,-1 0 0,1 0 0,0-1 0,-1 1 0,1 0 0,0 0 0,-1-1 0,1 1 0,-1 0 0,1 0 0,0-1 0,0 1 0,-1 0 0,1-1 0,0 1 0,0-1 0,-1 1 0,1 0 0,0-1 0,0 1 0,0-1 0,0 1 0,0 0 0,0-1 0,-1 0 0,-3-13 0,1 0 0,0-1 0,0 1 0,2-1 0,0 0 0,1-24 0,0 12 0,-1-21 0,6-61 0,-4 95 0,1 1 0,1 0 0,0-1 0,1 1 0,0 1 0,1-1 0,0 1 0,1-1 0,12-17 0,-17 28 0,0 0 0,1 0 0,-1 1 0,1-1 0,-1 0 0,1 0 0,0 1 0,0-1 0,0 1 0,0 0 0,0-1 0,0 1 0,0 0 0,0 0 0,0 0 0,1 1 0,-1-1 0,5 0 0,-5 1 0,0 0 0,1 0 0,-1 1 0,0-1 0,1 1 0,-1 0 0,0-1 0,0 1 0,0 0 0,0 0 0,0 1 0,0-1 0,0 0 0,0 1 0,3 2 0,2 3 0,0 1 0,-1-1 0,0 2 0,0-1 0,-1 1 0,0-1 0,5 16 0,3 12 0,-3 0 0,0 1 0,3 37 0,-5-29 0,-8-45 0,0 0 0,0 0 0,0 0 0,0 1 0,0-1 0,0 0 0,0 0 0,0 0 0,0 0 0,0 0 0,0 0 0,0 1 0,0-1 0,0 0 0,0 0 0,0 0 0,0 0 0,0 0 0,0 0 0,0 1 0,0-1 0,0 0 0,0 0 0,0 0 0,0 0 0,0 0 0,0 0 0,0 1 0,0-1 0,0 0 0,0 0 0,0 0 0,1 0 0,-1 0 0,0 0 0,0 0 0,0 0 0,0 0 0,0 1 0,0-1 0,0 0 0,1 0 0,-1 0 0,0 0 0,0 0 0,0 0 0,0 0 0,0 0 0,0 0 0,1 0 0,-1 0 0,0 0 0,0 0 0,0 0 0,0 0 0,0 0 0,0 0 0,1 0 0,3-11 0,3-21 0,-6 30 0,8-44 0,2-1 0,3 2 0,33-79 0,-44 118 0,0 0 0,0 1 0,1-1 0,0 1 0,0 0 0,5-6 0,-8 10 0,0 0 0,0 0 0,0 0 0,1 0 0,-1 1 0,0-1 0,0 0 0,1 1 0,-1-1 0,0 0 0,1 1 0,-1 0 0,0-1 0,1 1 0,-1 0 0,1 0 0,-1 0 0,1 0 0,-1 0 0,1 0 0,-1 0 0,0 0 0,1 0 0,-1 1 0,1-1 0,-1 1 0,0-1 0,1 1 0,-1 0 0,0-1 0,0 1 0,1 0 0,0 1 0,3 2 0,-1 0 0,0 0 0,1 1 0,-1 0 0,-1 0 0,1 0 0,-1 0 0,0 1 0,0-1 0,3 11 0,2 8 0,7 31 0,-11-40 0,39 155-1365,-31-125-5461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14.462"/>
    </inkml:context>
    <inkml:brush xml:id="br0">
      <inkml:brushProperty name="width" value="0.05" units="cm"/>
      <inkml:brushProperty name="height" value="0.05" units="cm"/>
      <inkml:brushProperty name="color" value="#FFC114"/>
    </inkml:brush>
  </inkml:definitions>
  <inkml:trace contextRef="#ctx0" brushRef="#br0">109 141 24575,'3'-20'0,"2"-12"0,-5 32 0,0-1 0,0 0 0,0 0 0,0 0 0,0 0 0,0 0 0,-1 1 0,1-1 0,0 0 0,0 0 0,-1 0 0,1 1 0,0-1 0,-1 0 0,1 0 0,-1 1 0,1-1 0,-1 0 0,1 1 0,-1-1 0,0 1 0,1-1 0,-1 1 0,0-1 0,1 1 0,-1-1 0,0 1 0,-1-1 0,0 1 0,1 0 0,-1 0 0,1 0 0,-1 0 0,1 0 0,-1 1 0,1-1 0,-1 0 0,1 1 0,-1-1 0,1 1 0,-1 0 0,1-1 0,0 1 0,-1 0 0,1 0 0,0 0 0,0 0 0,0 0 0,-1 0 0,1 0 0,0 1 0,-1 1 0,-23 33 0,24-34 0,-5 9 0,0 1 0,0 1 0,1-1 0,0 1 0,1 0 0,1 0 0,0 0 0,1 1 0,0-1 0,1 1 0,1 16 0,0-24 0,0 0 0,1 0 0,0 0 0,0-1 0,1 1 0,-1 0 0,1-1 0,0 1 0,1-1 0,-1 1 0,1-1 0,0 0 0,1 0 0,-1-1 0,1 1 0,0-1 0,0 1 0,0-1 0,1 0 0,0-1 0,-1 1 0,1-1 0,0 0 0,1 0 0,-1-1 0,0 1 0,1-1 0,5 1 0,-7-2 0,0 0 0,0 0 0,0 0 0,0 0 0,1-1 0,-1 0 0,0 0 0,0 0 0,0 0 0,0-1 0,0 0 0,0 0 0,0 0 0,0 0 0,0 0 0,0-1 0,-1 0 0,7-3 0,-6 2 0,-1 0 0,1 0 0,-1 0 0,0-1 0,0 1 0,0-1 0,0 0 0,-1 0 0,0 0 0,1 0 0,-1 0 0,-1-1 0,1 1 0,-1-1 0,0 1 0,2-7 0,-1-10 0,0 1 0,-1-1 0,0 0 0,-2 0 0,-1 0 0,-5-25 0,5 33 0,-1-1 0,-1 1 0,0 0 0,-1 0 0,-1 1 0,0-1 0,0 1 0,-1 1 0,-1-1 0,-12-14 0,19 24 0,-1 0 0,0 1 0,1-1 0,-1 1 0,0-1 0,0 1 0,0 0 0,0 0 0,0 0 0,0 0 0,0 0 0,0 0 0,0 0 0,0 1 0,-1-1 0,-3 1 0,5 0 0,-1 0 0,1 0 0,-1 1 0,1-1 0,-1 0 0,1 1 0,0 0 0,-1-1 0,1 1 0,0 0 0,0-1 0,-1 1 0,1 0 0,0 0 0,0 0 0,0 0 0,0 0 0,0 0 0,0 1 0,0-1 0,1 0 0,-1 0 0,0 1 0,1-1 0,-1 0 0,0 3 0,-2 6-105,1 0 0,0 0 0,1 0 0,0 1 0,0-1 0,1 1 0,0-1 0,1 0 0,1 0 0,-1 1 0,2-1 0,3 12 0,6 15-6721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14.884"/>
    </inkml:context>
    <inkml:brush xml:id="br0">
      <inkml:brushProperty name="width" value="0.05" units="cm"/>
      <inkml:brushProperty name="height" value="0.05" units="cm"/>
      <inkml:brushProperty name="color" value="#FFC114"/>
    </inkml:brush>
  </inkml:definitions>
  <inkml:trace contextRef="#ctx0" brushRef="#br0">11 263 24575,'-10'-235'0,"10"213"0,2 17 0,3 12 0,4 13 0,26 87 0,27 149 0,-52-211 0,-10-42 0,1 0 0,0 0 0,0 0 0,0 0 0,0-1 0,0 1 0,0 0 0,1-1 0,-1 1 0,3 2 0,-4-5 0,1 1 0,-1-1 0,0 0 0,1 0 0,-1 1 0,0-1 0,1 0 0,-1 0 0,1 1 0,-1-1 0,1 0 0,-1 0 0,1 0 0,-1 0 0,1 0 0,-1 0 0,0 0 0,1 0 0,-1 0 0,1 0 0,-1 0 0,1 0 0,-1 0 0,1 0 0,1-1 0,-1 0 0,0 1 0,0-1 0,1 0 0,-1 0 0,0 0 0,0 0 0,0 0 0,0 0 0,0 0 0,1-3 0,15-23 0,27-58 0,-5 9 0,-31 61 0,1 0 0,0 1 0,2 0 0,-1 0 0,16-14 0,-23 25 0,0 1 0,0-1 0,0 1 0,1-1 0,-1 1 0,1 0 0,-1 0 0,1 0 0,-1 1 0,1-1 0,0 1 0,0 0 0,0 0 0,0 1 0,0-1 0,0 1 0,0-1 0,0 1 0,0 1 0,0-1 0,0 0 0,0 1 0,0 0 0,0 0 0,0 0 0,0 1 0,6 2 0,-2 1 0,0 0 0,0 1 0,-1-1 0,0 2 0,0-1 0,0 1 0,10 13 0,35 59 0,-28-40 0,-14-22 0,2 2 0,27 33 0,-36-48 0,1 0 0,0-1 0,-1 1 0,1-1 0,0 1 0,1-1 0,-1-1 0,1 1 0,-1-1 0,1 1 0,0-1 0,-1-1 0,11 4 0,-12-5 0,-1 0 0,1 0 0,-1 0 0,1 0 0,-1 0 0,1-1 0,-1 1 0,1-1 0,-1 0 0,1 1 0,-1-1 0,0 0 0,1 0 0,-1-1 0,3-1 0,-1 0 0,0 0 0,0-1 0,0 0 0,0 0 0,-1 0 0,0 0 0,3-5 0,2-5 0,0-1 0,-2 0 0,10-27 0,-14 35 24,12-44 287,-14 48-425,1 0 1,-1 0 0,0 0-1,1 0 1,-1 0 0,0 0-1,-1 0 1,1 1 0,0-1-1,-1 0 1,0 0 0,0 0 0,0 0-1,-1-3 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15.914"/>
    </inkml:context>
    <inkml:brush xml:id="br0">
      <inkml:brushProperty name="width" value="0.05" units="cm"/>
      <inkml:brushProperty name="height" value="0.05" units="cm"/>
      <inkml:brushProperty name="color" value="#FFC114"/>
    </inkml:brush>
  </inkml:definitions>
  <inkml:trace contextRef="#ctx0" brushRef="#br0">166 128 24575,'0'0'0,"5"-10"0,0-1 0,-1 1 0,0-1 0,2-13 0,-5 22 0,-1 0 0,1 0 0,-1 0 0,0 0 0,1 0 0,-1 0 0,0-1 0,-1 1 0,1 0 0,0 0 0,-1 0 0,1 0 0,-1 0 0,1 0 0,-1 0 0,0 0 0,0 0 0,0 0 0,0 0 0,0 1 0,0-1 0,-1 0 0,1 1 0,-1-1 0,1 0 0,-1 1 0,1 0 0,-1-1 0,0 1 0,-2-1 0,2 1 0,-1 1 0,1-1 0,0 1 0,-1-1 0,1 1 0,-1 0 0,1 0 0,-1 0 0,1 0 0,-1 0 0,1 1 0,-1-1 0,1 1 0,-1-1 0,1 1 0,0 0 0,-1 0 0,1 0 0,0 1 0,0-1 0,0 0 0,0 1 0,0-1 0,0 1 0,0 0 0,-3 3 0,-2 3 0,-1 1 0,1 0 0,0 0 0,-8 16 0,5-6 29,2 0-1,0 0 1,1 1-1,1 0 0,1 0 1,0 0-1,2 1 1,0 0-1,2-1 1,0 1-1,4 35 1,-1-37-161,0 0 1,2-1 0,0 1-1,1-1 1,1 0 0,1 0 0,1-1-1,0 0 1,1 0 0,1-1 0,0 0-1,24 27 1,5-5-6695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16.371"/>
    </inkml:context>
    <inkml:brush xml:id="br0">
      <inkml:brushProperty name="width" value="0.05" units="cm"/>
      <inkml:brushProperty name="height" value="0.05" units="cm"/>
      <inkml:brushProperty name="color" value="#FFC114"/>
    </inkml:brush>
  </inkml:definitions>
  <inkml:trace contextRef="#ctx0" brushRef="#br0">12 152 24575,'0'-26'0,"-2"0"0,-6-39 0,7 62 0,1 0 0,0 1 0,-1-1 0,1 0 0,0 1 0,1-1 0,0-4 0,-1 7 0,0 0 0,0 0 0,0 0 0,0-1 0,0 1 0,0 0 0,0 0 0,0 0 0,0 0 0,0 0 0,0 0 0,0-1 0,0 1 0,0 0 0,0 0 0,1 0 0,-1 0 0,0 0 0,0 0 0,0 0 0,0 0 0,0-1 0,0 1 0,0 0 0,0 0 0,1 0 0,-1 0 0,0 0 0,0 0 0,0 0 0,0 0 0,0 0 0,1 0 0,-1 0 0,0 0 0,0 0 0,0 0 0,0 0 0,0 0 0,0 0 0,1 0 0,-1 0 0,0 0 0,0 0 0,0 0 0,0 0 0,9 13 0,12 37 0,-3 0 0,23 97 0,-41-145 0,0 0 0,1 0 0,-1 0 0,1 0 0,-1 0 0,1 0 0,0-1 0,0 1 0,0 0 0,2 3 0,-3-5 0,1 0 0,-1 0 0,0 0 0,0 0 0,0 0 0,0 0 0,0 0 0,1 0 0,-1 0 0,0 0 0,0 0 0,0 0 0,0 0 0,0 0 0,1 0 0,-1 0 0,0 0 0,0 0 0,0 0 0,0 0 0,0 0 0,1 0 0,-1 0 0,0 0 0,0-1 0,0 1 0,0 0 0,0 0 0,0 0 0,0 0 0,1 0 0,-1 0 0,0 0 0,0-1 0,0 1 0,0 0 0,0 0 0,0 0 0,0 0 0,0 0 0,0-1 0,4-14 0,-1-4 0,1-13 0,2-1 0,13-41 0,-17 67 0,0 0 0,1 0 0,0 0 0,1 0 0,-1 0 0,1 1 0,0-1 0,1 1 0,-1 0 0,1 1 0,1-1 0,-1 1 0,1 0 0,0 0 0,0 1 0,7-5 0,-11 8 0,1 0 0,-1 0 0,1 0 0,-1 0 0,1 0 0,-1 1 0,1-1 0,0 1 0,-1-1 0,1 1 0,0 0 0,-1 0 0,1 0 0,0 1 0,-1-1 0,1 1 0,0-1 0,-1 1 0,1 0 0,3 2 0,-2-1 0,-1 1 0,1-1 0,0 1 0,-1 0 0,0 0 0,0 1 0,0-1 0,0 1 0,0 0 0,-1-1 0,3 6 0,2 6 0,0 0 0,-1 0 0,-1 1 0,-1 0 0,5 28 0,-5-6-1365,-2-4-5461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16.762"/>
    </inkml:context>
    <inkml:brush xml:id="br0">
      <inkml:brushProperty name="width" value="0.05" units="cm"/>
      <inkml:brushProperty name="height" value="0.05" units="cm"/>
      <inkml:brushProperty name="color" value="#FFC114"/>
    </inkml:brush>
  </inkml:definitions>
  <inkml:trace contextRef="#ctx0" brushRef="#br0">257 231 24575,'0'-17'0,"-1"0"0,0 0 0,-1 1 0,-1-1 0,-1 0 0,-5-15 0,7 26 0,-1 0 0,1 0 0,-1 0 0,0 0 0,-1 1 0,1-1 0,-1 1 0,0 0 0,-1 0 0,1 1 0,-1-1 0,0 1 0,0 0 0,0 0 0,0 1 0,-1-1 0,0 1 0,-10-4 0,14 6 0,-1 0 0,1 1 0,0-1 0,0 1 0,-1 0 0,1 0 0,0-1 0,-1 2 0,1-1 0,0 0 0,-1 0 0,1 1 0,0-1 0,0 1 0,0 0 0,-1-1 0,-2 3 0,1-1 0,0 1 0,0 0 0,1 0 0,-1 0 0,1 0 0,0 0 0,0 1 0,-4 5 0,-1 4 0,0 1 0,1 0 0,-12 31 0,13-27 0,1 1 0,0 0 0,-2 20 0,6-30 0,0 1 0,0 0 0,1 0 0,1 0 0,0 0 0,0-1 0,5 19 0,-5-26 0,-1-1 0,1 1 0,0 0 0,-1-1 0,1 1 0,0 0 0,0-1 0,0 1 0,0-1 0,0 1 0,1-1 0,-1 1 0,0-1 0,1 0 0,-1 0 0,1 0 0,-1 0 0,1 0 0,0 0 0,-1 0 0,3 0 0,-1 0 0,0-1 0,0 1 0,0-1 0,0 0 0,0 0 0,0 0 0,1 0 0,-1-1 0,0 1 0,0-1 0,5-2 0,2-1 0,1-1 0,-1 0 0,-1 0 0,1-1 0,-1-1 0,9-7 0,0-2 0,-13 10 0,1 1 0,0-1 0,0 1 0,1 1 0,13-9 0,-19 13 0,1-1 0,-1 0 0,1 1 0,0 0 0,-1-1 0,1 1 0,0 0 0,-1 0 0,1 0 0,0 0 0,-1 0 0,1 0 0,0 0 0,-1 1 0,1-1 0,-1 1 0,1-1 0,0 1 0,-1-1 0,1 1 0,-1 0 0,0 0 0,1 0 0,-1 0 0,1 0 0,-1 0 0,0 0 0,0 0 0,0 1 0,0-1 0,0 0 0,0 1 0,1 1 0,20 32-1365,-11-15-5461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17.452"/>
    </inkml:context>
    <inkml:brush xml:id="br0">
      <inkml:brushProperty name="width" value="0.05" units="cm"/>
      <inkml:brushProperty name="height" value="0.05" units="cm"/>
      <inkml:brushProperty name="color" value="#FFC114"/>
    </inkml:brush>
  </inkml:definitions>
  <inkml:trace contextRef="#ctx0" brushRef="#br0">27 112 24575,'-4'-6'0,"1"1"0,0-1 0,0 1 0,0-1 0,1 0 0,0 0 0,0 0 0,0-1 0,1 1 0,-1-8 0,21 72 0,-14-17 0,-2 0 0,-3 54 0,2-110 0,0 0 0,0 0 0,2 0 0,-1 1 0,2-1 0,11-24 0,-11 28 0,1 0 0,0 0 0,1 0 0,0 1 0,0 0 0,1 0 0,0 1 0,1 0 0,16-13 0,-22 20 0,0 0 0,0 0 0,0 0 0,0 1 0,0-1 0,0 1 0,0 0 0,1 0 0,-1 0 0,1 0 0,-1 1 0,0-1 0,1 1 0,-1 0 0,1 0 0,-1 0 0,1 0 0,-1 1 0,6 1 0,-6-1 0,1 1 0,-1-1 0,1 1 0,-1 0 0,0 0 0,0 1 0,0-1 0,0 0 0,0 1 0,-1 0 0,1 0 0,-1 0 0,1 0 0,-1 0 0,0 0 0,0 1 0,2 4 0,1 5 0,0 1 0,-1 0 0,0 0 0,-1 0 0,2 22 0,22-92 0,-25 53 0,1-4 0,1-1 0,0 1 0,1 0 0,0 0 0,8-9 0,-12 15 0,0 0 0,0 0 0,0 0 0,0 1 0,0-1 0,0 0 0,0 1 0,0-1 0,0 0 0,0 1 0,1-1 0,-1 1 0,0 0 0,1-1 0,-1 1 0,0 0 0,0 0 0,1 0 0,-1 0 0,0 0 0,1 0 0,-1 0 0,0 0 0,1 0 0,-1 1 0,0-1 0,0 1 0,1-1 0,-1 1 0,0-1 0,0 1 0,0 0 0,0-1 0,1 1 0,-1 0 0,0 0 0,-1 0 0,1 0 0,0 0 0,0 0 0,0 0 0,1 2 0,7 11 0,0 0 0,0 1 0,12 31 0,-12-25 0,19 31 0,-25-47 0,1 1 0,0-1 0,1 1 0,-1-1 0,1 0 0,0-1 0,0 1 0,1-1 0,9 6 0,-13-9 0,0 0 0,1 1 0,-1-1 0,1 0 0,-1 0 0,1-1 0,-1 1 0,1 0 0,0-1 0,-1 1 0,1-1 0,0 0 0,-1 0 0,1 0 0,0 0 0,-1-1 0,1 1 0,0-1 0,3-1 0,-3 1 0,0-1 0,0 0 0,0 0 0,-1 0 0,1 0 0,-1-1 0,1 1 0,-1-1 0,0 1 0,0-1 0,0 0 0,0 1 0,2-6 0,1-4 0,-1 1 0,0-1 0,-1 0 0,0 1 0,-1-1 0,0-1 0,-1-17 0,-1 19 0,0-1 0,-1 0 0,-1 1 0,-4-18 0,5 25 0,0-1 0,-1 1 0,1 0 0,-1 0 0,0-1 0,-1 1 0,1 1 0,0-1 0,-1 0 0,0 0 0,0 1 0,0 0 0,-1 0 0,-3-4 0,7 7 0,-1-1 0,0 1 0,1-1 0,-1 1 0,0 0 0,0-1 0,1 1 0,-1 0 0,0-1 0,0 1 0,1 0 0,-1 0 0,0 0 0,0 0 0,0 0 0,1 0 0,-1 0 0,0 0 0,0 0 0,0 0 0,1 0 0,-1 0 0,0 0 0,0 1 0,1-1 0,-3 1 0,2 0 0,0 0 0,0 0 0,0 0 0,0 1 0,0-1 0,1 0 0,-1 1 0,0-1 0,1 0 0,-1 1 0,0-1 0,1 0 0,-1 3 0,0 2 0,0 1 0,0-1 0,1 0 0,-1 1 0,2 11 0,1-7 29,1-1-1,0 0 1,0 0-1,1 0 0,0 0 1,1 0-1,0-1 1,0 0-1,1 0 1,1 0-1,7 8 1,-4-6-243,0-1 1,1-1 0,0 0-1,1 0 1,0-1 0,0-1-1,22 11 1,-1-5-6613</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17.609"/>
    </inkml:context>
    <inkml:brush xml:id="br0">
      <inkml:brushProperty name="width" value="0.05" units="cm"/>
      <inkml:brushProperty name="height" value="0.05" units="cm"/>
      <inkml:brushProperty name="color" value="#FFC114"/>
    </inkml:brush>
  </inkml:definitions>
  <inkml:trace contextRef="#ctx0" brushRef="#br0">93 76 24575,'0'-6'0,"0"-7"0,0-5 0,0-2 0,3 6 0,3 10 0,5 15 0,2 13 0,2 16 0,-1 14 0,-4 12 0,-8 10 0,-14 5 0,-21 5 0,-26-3 0,-3-14-8191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25.399"/>
    </inkml:context>
    <inkml:brush xml:id="br0">
      <inkml:brushProperty name="width" value="0.05" units="cm"/>
      <inkml:brushProperty name="height" value="0.05" units="cm"/>
      <inkml:brushProperty name="color" value="#FFC114"/>
    </inkml:brush>
  </inkml:definitions>
  <inkml:trace contextRef="#ctx0" brushRef="#br0">1 0 23897,'0'1857'0,"7448"-1857"0,-7448-1857 0,-7448 1857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27.186"/>
    </inkml:context>
    <inkml:brush xml:id="br0">
      <inkml:brushProperty name="width" value="0.05" units="cm"/>
      <inkml:brushProperty name="height" value="0.05" units="cm"/>
      <inkml:brushProperty name="color" value="#FFC114"/>
    </inkml:brush>
  </inkml:definitions>
  <inkml:trace contextRef="#ctx0" brushRef="#br0">646 262 24575,'8'-9'0,"0"0"0,-1 0 0,-1-1 0,1-1 0,-1 1 0,-1-1 0,0 0 0,-1 0 0,0 0 0,0 0 0,-1-1 0,2-21 0,-5 29 0,0 1 0,0-1 0,0 0 0,-1 1 0,0-1 0,1 0 0,-1 1 0,-1-1 0,1 1 0,0 0 0,-1-1 0,0 1 0,0 0 0,0 0 0,0 0 0,0 0 0,-3-3 0,0 2 0,1 1 0,-1-1 0,1 1 0,-1 0 0,0 1 0,0-1 0,-1 1 0,1 0 0,0 0 0,-7-1 0,-4 0 0,0 0 0,0 2 0,-1 0 0,1 1 0,0 0 0,-31 6 0,15 1 0,0 1 0,0 2 0,0 1 0,1 1 0,1 2 0,-34 20 0,43-21 0,0 1 0,1 0 0,0 2 0,2 0 0,0 1 0,0 1 0,2 1 0,-28 40 0,39-50 0,-1 1 0,1 0 0,1 0 0,0 0 0,0 1 0,1-1 0,1 1 0,-1 0 0,2 0 0,-1 0 0,2 21 0,0-23 0,2-1 0,-1 1 0,1-1 0,0 1 0,1-1 0,0 0 0,0 0 0,1 0 0,0 0 0,0 0 0,1-1 0,0 0 0,0 0 0,1 0 0,10 9 0,-3-5 0,1 0 0,0-1 0,1-1 0,0 0 0,1-1 0,-1-1 0,2 0 0,-1-1 0,1-1 0,0 0 0,0-2 0,19 3 0,-7-3 0,0-1 0,1-1 0,-1-2 0,0 0 0,0-3 0,42-9 0,-58 10 0,1-1 0,18-7 0,-29 9 0,1 0 0,-1 1 0,0-1 0,1 0 0,-1-1 0,0 1 0,0-1 0,-1 1 0,1-1 0,0 0 0,-1 0 0,0 0 0,3-4 0,-4 6 0,-1 0 0,1 0 0,-1 0 0,0 0 0,1 0 0,-1 0 0,0 0 0,0-1 0,0 1 0,0 0 0,0 0 0,0 0 0,0 0 0,0 0 0,0 0 0,0 0 0,-1 0 0,1 0 0,0 0 0,-1 0 0,1 0 0,-1 0 0,1 0 0,-1 0 0,0 0 0,1 0 0,-1 0 0,0 1 0,1-1 0,-1 0 0,0 0 0,0 1 0,0-1 0,-1 0 0,-3-2 0,0 0 0,-1 0 0,1 1 0,0 0 0,-9-2 0,-4 0 0,0 1 0,-1 1 0,1 0 0,-1 2 0,0 0 0,1 1 0,-1 1 0,-27 6 0,21-3 0,-1 2 0,1 1 0,0 1 0,1 2 0,-34 18 0,48-23 0,1 0 0,0 0 0,0 1 0,0 1 0,1-1 0,0 2 0,0-1 0,1 1 0,-9 14 0,13-17 0,0-1 0,0 0 0,1 1 0,0 0 0,0-1 0,1 1 0,-1 0 0,1 0 0,1 0 0,-1 0 0,1 0 0,0 0 0,0 0 0,1 0 0,-1-1 0,1 1 0,1 0 0,-1 0 0,5 9 0,-2-6 0,1 0 0,0 0 0,1-1 0,0 0 0,0 0 0,1 0 0,0-1 0,0 0 0,1 0 0,0-1 0,0 0 0,0 0 0,1-1 0,0 0 0,0-1 0,18 7 0,-5-4 0,1 0 0,0-2 0,0 0 0,0-1 0,0-2 0,31 0 0,23-7-1365,-8-5-5461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28.252"/>
    </inkml:context>
    <inkml:brush xml:id="br0">
      <inkml:brushProperty name="width" value="0.05" units="cm"/>
      <inkml:brushProperty name="height" value="0.05" units="cm"/>
      <inkml:brushProperty name="color" value="#FFC114"/>
    </inkml:brush>
  </inkml:definitions>
  <inkml:trace contextRef="#ctx0" brushRef="#br0">32 213 24575,'-4'-6'0,"0"0"0,0-1 0,1 0 0,0 0 0,0 0 0,1 0 0,0 0 0,0 0 0,1 0 0,-1-10 0,1 12 0,1 0 0,-1 0 0,2 0 0,-1 0 0,0 1 0,1-1 0,0 0 0,0 0 0,0 1 0,1-1 0,-1 1 0,1-1 0,0 1 0,1 0 0,-1-1 0,1 1 0,4-5 0,-5 7 0,0 0 0,0 0 0,0 1 0,0-1 0,0 0 0,0 1 0,1 0 0,-1-1 0,0 1 0,1 0 0,0 0 0,-1 1 0,1-1 0,-1 0 0,1 1 0,0 0 0,-1-1 0,1 1 0,0 0 0,-1 1 0,1-1 0,0 0 0,-1 1 0,1-1 0,0 1 0,-1 0 0,1 0 0,-1 0 0,1 0 0,-1 0 0,0 1 0,4 2 0,4 3 0,-1 0 0,0 1 0,0 0 0,-1 1 0,0 0 0,0 0 0,-1 1 0,-1 0 0,1 0 0,-1 1 0,4 11 0,2 6 0,-2 1 0,0 0 0,6 35 0,-1 26 0,-14-78 0,0-1 0,-1 1 0,-1 0 0,1-1 0,-5 20 0,5-29 0,-1 0 0,1-1 0,0 1 0,-1 0 0,0-1 0,1 1 0,-1-1 0,0 1 0,0-1 0,0 0 0,0 1 0,0-1 0,-1 2 0,2-3 0,-1 0 0,1 0 0,-1 0 0,1 1 0,0-1 0,-1 0 0,1 0 0,-1 0 0,1 0 0,-1 0 0,1 0 0,0 0 0,-1 0 0,1 0 0,-1 0 0,1 0 0,-1 0 0,1 0 0,0 0 0,-1 0 0,1-1 0,-1 1 0,1 0 0,0 0 0,-1 0 0,1-1 0,-1 1 0,1 0 0,0 0 0,-1-1 0,-1-2 0,0 1 0,0-1 0,0 1 0,0-1 0,0 0 0,1 0 0,-1 0 0,1 0 0,0 0 0,-2-6 0,-12-89 0,38 157 0,-15-36 0,0-2 0,17 30 0,-25-49 0,1-1 0,0 1 0,-1-1 0,1 0 0,0 1 0,0-1 0,0 0 0,0 0 0,0 0 0,0 1 0,1-1 0,-1-1 0,0 1 0,0 0 0,1 0 0,-1 0 0,1-1 0,-1 1 0,1 0 0,-1-1 0,3 1 0,-2-1 0,-1 0 0,1-1 0,-1 1 0,0-1 0,1 1 0,-1-1 0,1 1 0,-1-1 0,0 0 0,0 0 0,1 0 0,-1 1 0,0-1 0,0 0 0,0-1 0,0 1 0,0 0 0,1-1 0,4-8 0,1 0 0,-2 0 0,0-1 0,6-14 0,-11 24 0,15-41 0,-1-1 0,13-80 0,-4-91 0,-20 190-1365,1 7-5461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29.226"/>
    </inkml:context>
    <inkml:brush xml:id="br0">
      <inkml:brushProperty name="width" value="0.05" units="cm"/>
      <inkml:brushProperty name="height" value="0.05" units="cm"/>
      <inkml:brushProperty name="color" value="#FFC114"/>
    </inkml:brush>
  </inkml:definitions>
  <inkml:trace contextRef="#ctx0" brushRef="#br0">135 373 24575,'-4'5'0,"0"0"0,0 0 0,1 1 0,0-1 0,0 1 0,0 0 0,1 0 0,0 0 0,0 0 0,-2 11 0,4-14 0,-1 0 0,1 0 0,0 0 0,0 0 0,0-1 0,0 1 0,1 0 0,-1 0 0,1 0 0,0 0 0,1 4 0,-1-6 0,0 1 0,0-1 0,0 0 0,0 1 0,0-1 0,0 0 0,0 0 0,0 1 0,1-1 0,-1 0 0,0 0 0,1 0 0,-1-1 0,1 1 0,-1 0 0,1 0 0,-1-1 0,1 1 0,0-1 0,-1 0 0,3 1 0,-1-1 0,0 0 0,0 0 0,0 0 0,0 0 0,0-1 0,0 1 0,0-1 0,0 0 0,0 0 0,0 0 0,0 0 0,-1 0 0,1-1 0,0 1 0,-1-1 0,1 1 0,-1-1 0,1 0 0,-1 0 0,0-1 0,0 1 0,3-5 0,0 1 0,-1 0 0,0 0 0,-1 0 0,0-1 0,0 1 0,0-1 0,-1 0 0,3-11 0,-3 6 0,-1 1 0,0 0 0,-1 0 0,0-1 0,-1 1 0,0 0 0,0-1 0,-1 1 0,-7-20 0,8 27 0,-1 0 0,1 0 0,-1 1 0,0-1 0,0 1 0,0-1 0,0 1 0,-1-1 0,0 1 0,1 0 0,-1 0 0,0 0 0,0 1 0,-1-1 0,1 1 0,0 0 0,-1 0 0,0 0 0,1 0 0,-1 0 0,0 1 0,0 0 0,0 0 0,0 0 0,0 0 0,0 0 0,0 1 0,0 0 0,0 0 0,-6 0 0,6 1 0,-1 0 0,1-1 0,0 1 0,0 1 0,-1-1 0,1 1 0,0-1 0,0 1 0,0 1 0,1-1 0,-1 0 0,0 1 0,1 0 0,-4 3 0,2 0 0,0-1 0,1 1 0,0 0 0,0 0 0,0 0 0,1 1 0,-5 13 0,3-2 0,0 0 0,1 1 0,1 0 0,1-1 0,0 35 0,3-31 0,0 1 0,2-1 0,0 1 0,2-1 0,1 0 0,0 0 0,12 24 0,-14-37 0,0 0 0,1 0 0,1 0 0,0-1 0,0 0 0,0 0 0,1-1 0,9 8 0,-11-11 0,0 0 0,0 0 0,1-1 0,-1 0 0,1 0 0,0 0 0,0-1 0,0 0 0,0 0 0,0-1 0,1 0 0,-1 0 0,13 1 0,-13-3 0,1 1 0,-1-1 0,1 0 0,-1-1 0,1 0 0,-1 0 0,0 0 0,0-1 0,0 1 0,0-2 0,0 1 0,-1 0 0,1-1 0,-1 0 0,0-1 0,0 1 0,-1-1 0,1 0 0,-1 0 0,0 0 0,0-1 0,3-5 0,2-5 0,-1 0 0,0-1 0,-1 0 0,-1 0 0,0-1 0,5-32 0,-5 3 0,-2-1 0,-3 0 0,-5-64 0,4 263 0,-1-56 0,0-47 0,-1-25 0,2-1 0,1 1 0,4 29 0,-5-51 0,0-1 0,0 1 0,0-1 0,0 0 0,0 1 0,0-1 0,0 1 0,0-1 0,0 1 0,0-1 0,1 0 0,-1 1 0,0-1 0,0 1 0,0-1 0,1 0 0,-1 1 0,0-1 0,0 0 0,1 1 0,-1-1 0,0 0 0,1 0 0,-1 1 0,0-1 0,1 0 0,-1 0 0,0 1 0,1-1 0,7-9 0,4-22 0,-12 30 0,26-85 0,-11 31 0,2 1 0,30-63 0,-44 111 0,0 1 0,1-1 0,-1 0 0,1 1 0,7-7 0,-11 11 0,1 1 0,0-1 0,-1 0 0,1 0 0,0 1 0,0-1 0,-1 1 0,1-1 0,0 0 0,0 1 0,0 0 0,0-1 0,0 1 0,0 0 0,0-1 0,0 1 0,0 0 0,0 0 0,0 0 0,0 0 0,0 0 0,0 0 0,0 0 0,0 0 0,0 0 0,0 0 0,0 0 0,0 1 0,0-1 0,0 1 0,0-1 0,0 0 0,-1 1 0,1-1 0,0 1 0,0 0 0,0-1 0,-1 1 0,1 0 0,0-1 0,0 1 0,0 1 0,6 10 0,0 0 0,-1 1 0,0 0 0,-1 0 0,0 0 0,-1 0 0,3 21 0,1-1 0,15 59 0,-12-43 0,2-1 0,21 51 0,-33-96 0,0 0 0,0 0 0,1 0 0,-1-1 0,1 1 0,0 0 0,0-1 0,0 0 0,4 4 0,-5-5 0,-1-1 0,1 0 0,0 1 0,0-1 0,-1 0 0,1 0 0,0 0 0,0 0 0,-1 1 0,1-1 0,0 0 0,0 0 0,-1 0 0,1-1 0,0 1 0,0 0 0,0 0 0,-1 0 0,1-1 0,0 1 0,-1 0 0,1 0 0,0-1 0,0 1 0,-1-1 0,1 1 0,-1-1 0,1 1 0,0-1 0,-1 1 0,1-1 0,-1 1 0,1-1 0,-1 0 0,0 1 0,1-1 0,-1 0 0,0 0 0,1 1 0,-1-2 0,9-13 0,-2-1 0,0 1 0,0-1 0,5-26 0,12-70 0,-21 93 0,20-111 0,-7-2 0,1-142 0,-17 315 0,7 254 0,33 52-1365,-33-306-5461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29.364"/>
    </inkml:context>
    <inkml:brush xml:id="br0">
      <inkml:brushProperty name="width" value="0.05" units="cm"/>
      <inkml:brushProperty name="height" value="0.05" units="cm"/>
      <inkml:brushProperty name="color" value="#FFC114"/>
    </inkml:brush>
  </inkml:definitions>
  <inkml:trace contextRef="#ctx0" brushRef="#br0">0 80 24575,'0'-3'0,"0"-4"0,0-3 0,3 0 0,3 1 0,5 0 0,5 1 0,6 2 0,5-1 0,6 1 0,-2 2-8191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29.914"/>
    </inkml:context>
    <inkml:brush xml:id="br0">
      <inkml:brushProperty name="width" value="0.05" units="cm"/>
      <inkml:brushProperty name="height" value="0.05" units="cm"/>
      <inkml:brushProperty name="color" value="#FFC114"/>
    </inkml:brush>
  </inkml:definitions>
  <inkml:trace contextRef="#ctx0" brushRef="#br0">266 253 24575,'1'-6'0,"0"1"0,1-1 0,-1 1 0,1 0 0,0 0 0,0 0 0,3-6 0,6-13 0,-5 6 0,-1 1 0,5-30 0,-10 43 0,1-1 0,0 1 0,-1-1 0,0 1 0,0-1 0,-1 1 0,1-1 0,-1 1 0,0-1 0,0 1 0,0 0 0,-1-1 0,0 1 0,1 0 0,-2 0 0,-2-5 0,3 7 0,0 0 0,-1 0 0,1 1 0,-1-1 0,1 0 0,-1 1 0,1 0 0,-1 0 0,0 0 0,0 0 0,0 0 0,1 0 0,-1 1 0,0-1 0,0 1 0,0 0 0,0 0 0,0 0 0,0 0 0,0 0 0,0 1 0,0-1 0,0 1 0,0 0 0,-2 1 0,-7 2 0,1 0 0,0 1 0,0 0 0,-18 13 0,16-10 0,2 1 0,-1 1 0,1 0 0,1 1 0,0 0 0,0 0 0,1 1 0,1 0 0,0 1 0,0 0 0,1 0 0,1 0 0,-9 29 0,12-31 0,0 0 0,1 1 0,1-1 0,0 1 0,0-1 0,1 1 0,0-1 0,1 1 0,1-1 0,0 1 0,0-1 0,1 0 0,0 0 0,1 0 0,1 0 0,-1-1 0,2 1 0,9 13 0,-7-12 0,1-1 0,1-1 0,0 0 0,0 0 0,1-1 0,0-1 0,0 0 0,1 0 0,0-1 0,19 8 0,-20-10 0,0 0 0,1-2 0,0 1 0,-1-2 0,1 1 0,0-1 0,0-1 0,0 0 0,1-1 0,-1-1 0,0 1 0,16-5 0,-22 4 0,-1-1 0,1 0 0,-1 0 0,1 0 0,-1-1 0,0 0 0,0 0 0,0 0 0,7-7 0,-11 9 0,1-1 0,-1 1 0,0 0 0,0 0 0,1-1 0,-1 1 0,0-1 0,0 1 0,-1-1 0,1 1 0,0-1 0,-1 0 0,1 1 0,0-1 0,-1 0 0,0 0 0,1 1 0,-1-1 0,0 0 0,0 0 0,0 0 0,0 1 0,-1-1 0,1 0 0,0 0 0,-1 1 0,1-1 0,-1 0 0,1 1 0,-1-1 0,0 0 0,0 1 0,0-1 0,0 1 0,-2-3 0,-1 0 0,0 0 0,0 0 0,0 0 0,-1 1 0,1-1 0,-1 1 0,0 0 0,0 1 0,0-1 0,0 1 0,0 0 0,-1 0 0,1 1 0,-1 0 0,1-1 0,-1 2 0,1-1 0,-1 1 0,0 0 0,1 0 0,-1 0 0,0 1 0,1 0 0,-11 3 0,3-1 0,0 1 0,1 1 0,-1 0 0,1 1 0,0 0 0,0 1 0,1 0 0,0 1 0,-14 13 0,15-11 0,1 0 0,0 1 0,0 0 0,2 1 0,-1 0 0,1 0 0,1 1 0,0 0 0,1 0 0,1 0 0,0 0 0,0 1 0,1 0 0,1 0 0,1-1 0,0 1 0,0 0 0,2 0 0,-1 0 0,6 24 0,-4-27 0,0 1 0,1-1 0,0-1 0,1 1 0,0 0 0,1-1 0,0 0 0,1 0 0,0-1 0,0 1 0,1-1 0,0 0 0,1-1 0,0 0 0,0 0 0,1-1 0,0 0 0,0 0 0,0-1 0,1 0 0,0-1 0,0 0 0,1-1 0,-1 0 0,1 0 0,11 1 0,-6-3-227,-1 0-1,1-1 1,-1-1-1,1-1 1,24-3-1,13-6-6598</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30.667"/>
    </inkml:context>
    <inkml:brush xml:id="br0">
      <inkml:brushProperty name="width" value="0.05" units="cm"/>
      <inkml:brushProperty name="height" value="0.05" units="cm"/>
      <inkml:brushProperty name="color" value="#FFC114"/>
    </inkml:brush>
  </inkml:definitions>
  <inkml:trace contextRef="#ctx0" brushRef="#br0">34 36 24575,'-12'-15'0,"-8"-5"0,19 21 0,2 5 0,4 7 0,-5-13 0,20 53 0,-2 1 0,-2 0 0,-3 1 0,-2 1 0,-2 0 0,1 106 0,30-481 0,-32 275 0,-6 28 0,-2 9 0,1 1 0,0-1 0,0 1 0,1-1 0,0 1 0,0 0 0,0 0 0,6-10 0,-8 16 0,0-1 0,0 1 0,0 0 0,1 0 0,-1 0 0,0 0 0,0 0 0,0 0 0,0 0 0,0 0 0,0 0 0,0-1 0,0 1 0,0 0 0,1 0 0,-1 0 0,0 0 0,0 0 0,0 0 0,0 0 0,0 0 0,0 0 0,1 0 0,-1 0 0,0 0 0,0 0 0,0 0 0,0 0 0,0 0 0,0 0 0,1 0 0,-1 0 0,0 0 0,0 0 0,0 0 0,0 0 0,0 0 0,0 1 0,0-1 0,1 0 0,-1 0 0,0 0 0,0 0 0,0 0 0,0 0 0,0 0 0,0 0 0,0 0 0,0 0 0,0 1 0,5 9 0,0 12 0,11 140 0,-3-18 0,-13-140 0,1 1 0,0-1 0,0 0 0,0 0 0,1 0 0,0 0 0,2 4 0,-4-7 0,1-1 0,-1 1 0,0-1 0,1 1 0,-1-1 0,1 1 0,-1-1 0,1 1 0,-1-1 0,1 1 0,-1-1 0,1 0 0,0 1 0,-1-1 0,1 0 0,-1 0 0,1 1 0,0-1 0,-1 0 0,2 0 0,-1 0 0,0 0 0,0-1 0,0 1 0,0 0 0,0-1 0,0 1 0,0-1 0,0 1 0,0-1 0,0 1 0,0-1 0,0 0 0,-1 1 0,1-1 0,0 0 0,-1 0 0,2-1 0,9-14 0,0-1 0,-2-1 0,0 0 0,-1 0 0,10-33 0,-2 8 0,3-8 0,-3 6 0,2 1 0,27-47 0,-45 90 0,1-1 0,-1 1 0,1 0 0,0 0 0,-1-1 0,1 1 0,0 0 0,0 0 0,0 0 0,0 0 0,-1 0 0,1 0 0,1 1 0,-1-1 0,0 0 0,0 0 0,0 1 0,0-1 0,1 0 0,-1 1 0,0-1 0,0 1 0,1 0 0,1-1 0,-2 2 0,0 0 0,0 0 0,1 0 0,-1 0 0,0 0 0,0 0 0,0 1 0,0-1 0,0 0 0,-1 0 0,1 1 0,0-1 0,-1 1 0,1-1 0,-1 0 0,1 1 0,-1-1 0,1 1 0,-1-1 0,0 1 0,0 1 0,15 106 0,7 29 0,-19-123 0,1-1 0,1 0 0,1 0 0,0 0 0,0 0 0,1-1 0,10 14 0,-15-25 0,0 0 0,-1 1 0,1-1 0,0 0 0,0 0 0,0 0 0,1 0 0,-1 0 0,0 0 0,1-1 0,-1 1 0,1-1 0,0 0 0,-1 0 0,1 0 0,0 0 0,0 0 0,0 0 0,0-1 0,-1 1 0,1-1 0,5 0 0,-4-1 0,0 0 0,0 0 0,0 0 0,-1 0 0,1-1 0,0 0 0,-1 1 0,1-1 0,-1-1 0,1 1 0,-1 0 0,0-1 0,0 0 0,0 0 0,4-5 0,2-3 0,-1-1 0,-1 0 0,0-1 0,-1 0 0,0 0 0,0 0 0,-2 0 0,7-28 0,-5 6 0,0-1 0,0-47 0,-6 69 0,1 1 0,-2 0 0,0 0 0,0 0 0,-4-14 0,2 24 0,1 12 0,-1 13 0,4 167 0,1-156 0,2 0 0,2-1 0,16 56 0,-13-67-1365,-1-6-5461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30.853"/>
    </inkml:context>
    <inkml:brush xml:id="br0">
      <inkml:brushProperty name="width" value="0.05" units="cm"/>
      <inkml:brushProperty name="height" value="0.05" units="cm"/>
      <inkml:brushProperty name="color" value="#FFC114"/>
    </inkml:brush>
  </inkml:definitions>
  <inkml:trace contextRef="#ctx0" brushRef="#br0">76 30 24575,'-3'-3'0,"-4"-1"0,-6-2 0,-4-1 0,-2 2 0,2 0-8191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31.059"/>
    </inkml:context>
    <inkml:brush xml:id="br0">
      <inkml:brushProperty name="width" value="0.05" units="cm"/>
      <inkml:brushProperty name="height" value="0.05" units="cm"/>
      <inkml:brushProperty name="color" value="#FFC114"/>
    </inkml:brush>
  </inkml:definitions>
  <inkml:trace contextRef="#ctx0" brushRef="#br0">26 0 24575,'-3'0'0,"-3"0"0,-2 3 0,2 6 0,4 8 0,5 10 0,5 11 0,4 10 0,3 13 0,2 8 0,-2 9 0,-1 1 0,0 2 0,-2-4 0,-3-16-8191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31.250"/>
    </inkml:context>
    <inkml:brush xml:id="br0">
      <inkml:brushProperty name="width" value="0.05" units="cm"/>
      <inkml:brushProperty name="height" value="0.05" units="cm"/>
      <inkml:brushProperty name="color" value="#FFC114"/>
    </inkml:brush>
  </inkml:definitions>
  <inkml:trace contextRef="#ctx0" brushRef="#br0">1 91 24575,'0'-8'0,"0"-12"0,0-8 0,0 3 0,0 16 0,0 16 0,0 23 0,2 19 0,2 20 0,3 14 0,3 11 0,-1 6 0,2 4 0,-2-5 0,-1-19-8191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31.603"/>
    </inkml:context>
    <inkml:brush xml:id="br0">
      <inkml:brushProperty name="width" value="0.05" units="cm"/>
      <inkml:brushProperty name="height" value="0.05" units="cm"/>
      <inkml:brushProperty name="color" value="#FFC114"/>
    </inkml:brush>
  </inkml:definitions>
  <inkml:trace contextRef="#ctx0" brushRef="#br0">101 247 24575,'-42'-37'0,"39"34"0,-1 1 0,0 0 0,0-1 0,0 1 0,-1 0 0,1 1 0,0-1 0,-1 1 0,-7-2 0,12 3 0,0 0 0,0 0 0,0 0 0,-1 0 0,1 0 0,0 0 0,0-1 0,-1 1 0,1 0 0,0 0 0,0 0 0,-1 0 0,1 0 0,0 0 0,0 0 0,-1 0 0,1 0 0,0 0 0,-1 0 0,1 0 0,0 0 0,0 0 0,-1 0 0,1 0 0,0 1 0,0-1 0,-1 0 0,1 0 0,0 0 0,0 0 0,0 0 0,-1 1 0,1-1 0,0 0 0,0 0 0,0 0 0,-1 1 0,1-1 0,0 0 0,0 0 0,0 1 0,0-1 0,0 0 0,0 0 0,0 1 0,-1-1 0,1 0 0,0 0 0,0 1 0,0-1 0,0 0 0,0 0 0,0 1 0,0-1 0,0 0 0,0 0 0,1 1 0,-1-1 0,0 1 0,12 12 0,-1-6 0,0-2 0,0 0 0,0 0 0,0 0 0,1-2 0,-1 1 0,15 1 0,10 0 0,40 2 0,-43-6 0,0-2 0,45-5 0,-59 3 0,0-1 0,0-1 0,-1 0 0,1-1 0,23-12 0,-37 16 0,0-1 0,-1 1 0,0-1 0,1 0 0,-1 0 0,0-1 0,0 1 0,-1-1 0,1 0 0,-1 0 0,0 0 0,0 0 0,0-1 0,0 1 0,-1-1 0,2-5 0,-3 6 0,0 0 0,0 0 0,-1 0 0,1 0 0,-1 0 0,0-1 0,0 1 0,-1 0 0,1 0 0,-1 0 0,0 0 0,0 0 0,0 0 0,0 0 0,-1 0 0,0 0 0,0 1 0,0-1 0,0 1 0,-4-5 0,2 2 0,-1 1 0,0-1 0,0 1 0,0 1 0,-1-1 0,1 1 0,-1 0 0,0 0 0,0 0 0,-1 1 0,-7-3 0,12 5 0,0 0 0,0 1 0,0-1 0,0 1 0,0-1 0,0 1 0,-1 0 0,1 0 0,0 0 0,0 0 0,0 0 0,0 1 0,0-1 0,-1 1 0,1-1 0,0 1 0,0 0 0,0 0 0,0 0 0,1 0 0,-1 0 0,0 0 0,0 0 0,0 1 0,1-1 0,-1 1 0,1-1 0,-1 1 0,1 0 0,0-1 0,0 1 0,-1 0 0,1 0 0,0 0 0,1 0 0,-1 0 0,0 0 0,1 0 0,-1 0 0,0 3 0,-4 14 0,2 1 0,-1 0 0,2 0 0,1 0 0,2 37 0,2-17 0,18 77 0,-15-94-455,1-1 0,19 41 0,-4-21-6371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31.914"/>
    </inkml:context>
    <inkml:brush xml:id="br0">
      <inkml:brushProperty name="width" value="0.05" units="cm"/>
      <inkml:brushProperty name="height" value="0.05" units="cm"/>
      <inkml:brushProperty name="color" value="#FFC114"/>
    </inkml:brush>
  </inkml:definitions>
  <inkml:trace contextRef="#ctx0" brushRef="#br0">42 302 24575,'-17'-43'0,"13"34"0,0 0 0,0 0 0,1 0 0,0 0 0,1-1 0,-2-15 0,4 25 0,0-1 0,0 1 0,0-1 0,-1 1 0,1-1 0,0 1 0,0 0 0,0-1 0,0 1 0,0-1 0,0 1 0,1 0 0,-1-1 0,0 1 0,0-1 0,0 1 0,0 0 0,0-1 0,1 1 0,-1-1 0,0 1 0,0 0 0,1-1 0,-1 1 0,0 0 0,0-1 0,1 1 0,-1 0 0,0 0 0,1-1 0,-1 1 0,0 0 0,1 0 0,0-1 0,13 8 0,13 22 0,-27-29 0,24 31 0,-2 0 0,-2 2 0,-1 0 0,-1 1 0,-2 1 0,23 71 0,-35-93 0,-1-1 0,-1 1 0,0 0 0,-1 0 0,0 0 0,-2 19 0,1-29 0,-1 0 0,1 0 0,-1 0 0,0 0 0,0 0 0,0 0 0,0 0 0,0 0 0,-1 0 0,1 0 0,-1-1 0,0 1 0,-3 4 0,3-6 0,0 0 0,0 1 0,0-1 0,0 0 0,0 0 0,0 0 0,0 0 0,-1-1 0,1 1 0,0-1 0,0 1 0,-1-1 0,1 0 0,0 0 0,0 0 0,-1 0 0,1 0 0,0 0 0,-1 0 0,1-1 0,-4-1 0,1 1 0,0-1 0,-1-1 0,1 1 0,0-1 0,0 0 0,1 0 0,-1 0 0,0-1 0,1 0 0,0 0 0,0 0 0,0 0 0,1 0 0,-1-1 0,1 0 0,0 0 0,0 0 0,1 0 0,-3-6 0,0-2 0,0 1 0,1-1 0,1 0 0,0 0 0,1-1 0,1 1 0,-1-15 0,3 5 0,1 0 0,1 0 0,1 1 0,0-1 0,2 1 0,1 0 0,1 1 0,18-37 0,-16 39 0,1 0 0,1 1 0,0 0 0,1 1 0,1 1 0,0 0 0,1 1 0,1 1 0,27-19 0,-34 26 0,1 2 0,0-1 0,0 1 0,0 1 0,1 0 0,-1 0 0,1 1 0,0 1 0,0 0 0,1 0 0,-1 1 0,21 1 0,-25 0 0,-1 1 0,1 0 0,-1 1 0,1-1 0,-1 1 0,0 0 0,0 1 0,1 0 0,-2 0 0,1 0 0,0 1 0,-1-1 0,1 2 0,-1-1 0,0 0 0,-1 1 0,1 0 0,-1 0 0,0 0 0,0 1 0,0-1 0,5 12 0,-4-4-341,0-1 0,-1 1-1,4 14 1,3 39-6485</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33.339"/>
    </inkml:context>
    <inkml:brush xml:id="br0">
      <inkml:brushProperty name="width" value="0.05" units="cm"/>
      <inkml:brushProperty name="height" value="0.05" units="cm"/>
      <inkml:brushProperty name="color" value="#FFC114"/>
    </inkml:brush>
  </inkml:definitions>
  <inkml:trace contextRef="#ctx0" brushRef="#br0">394 146 24575,'3'-4'0,"7"-5"0,-2 0 0,0 0 0,8-13 0,-14 21 0,-1-1 0,0 0 0,0 0 0,1 0 0,-1 0 0,-1 0 0,1 0 0,0-1 0,0 1 0,-1 0 0,1 0 0,-1-1 0,0 1 0,0 0 0,0-1 0,0 1 0,0 0 0,0 0 0,-1-1 0,1 1 0,-1 0 0,1 0 0,-1 0 0,-1-3 0,1 4 0,0-1 0,0 1 0,0 0 0,0 0 0,0 0 0,0 0 0,0 0 0,0 0 0,0 0 0,-1 1 0,1-1 0,0 0 0,-1 1 0,1-1 0,0 1 0,-1-1 0,1 1 0,-3-1 0,0 1 0,0 0 0,0 0 0,0 0 0,0 0 0,0 1 0,0-1 0,-4 2 0,-6 3 0,1 0 0,-25 13 0,16-6 0,2 1 0,-1 1 0,2 1 0,0 1 0,1 1 0,1 0 0,0 1 0,1 1 0,2 0 0,-21 34 0,19-25 0,2 0 0,1 1 0,1 1 0,1 0 0,2 0 0,1 1 0,-7 53 0,13-64 0,1-1 0,0 0 0,2 0 0,0 0 0,2 0 0,0 0 0,1 0 0,0-1 0,2 1 0,0-1 0,1 0 0,16 27 0,-15-32 0,1 1 0,1-1 0,0-1 0,0 0 0,2 0 0,-1-1 0,1 0 0,1-1 0,0-1 0,0 0 0,1-1 0,0 0 0,1-1 0,0 0 0,21 5 0,-12-6 0,0-1 0,1-1 0,-1-2 0,1 0 0,0-1 0,-1-2 0,1-1 0,0 0 0,-1-2 0,0-1 0,0-1 0,24-9 0,-11 1 0,0-1 0,-1-2 0,-1-1 0,-1-2 0,-1-1 0,56-47 0,-65 47 0,0-2 0,-2-1 0,-1-1 0,0-1 0,-2 0 0,-1-1 0,-1-2 0,-2 1 0,18-47 0,-27 58 0,-1 0 0,-1 0 0,0 0 0,-2 0 0,0-1 0,-1 1 0,0-1 0,-3-23 0,0 27 0,-1 0 0,0 0 0,-1 0 0,0 1 0,-1 0 0,-1 0 0,0 0 0,-1 1 0,0-1 0,-1 2 0,-13-17 0,9 15 27,-1 0-1,0 1 0,-1 0 0,0 1 1,-1 1-1,0 0 0,0 1 0,-1 0 1,-1 2-1,1 0 0,-1 1 0,-22-6 1,11 6-271,-1 1 0,0 1 0,0 1 0,0 2 1,0 0-1,-52 8 0,-11 8-6582</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33.763"/>
    </inkml:context>
    <inkml:brush xml:id="br0">
      <inkml:brushProperty name="width" value="0.05" units="cm"/>
      <inkml:brushProperty name="height" value="0.05" units="cm"/>
      <inkml:brushProperty name="color" value="#FFC114"/>
    </inkml:brush>
  </inkml:definitions>
  <inkml:trace contextRef="#ctx0" brushRef="#br0">336 1 24575,'13'62'0,"-13"-48"0,-1-1 0,-1 1 0,0-1 0,-1 0 0,0 0 0,-1 0 0,0-1 0,-1 1 0,-7 12 0,-65 105 0,77-129 0,-114 145 0,29-42 0,84-103 0,-5 7 0,1 0 0,0 0 0,0 0 0,-5 13 0,9-19 0,0 0 0,0 0 0,1 0 0,-1 0 0,1 0 0,0 0 0,-1 0 0,1 0 0,0 0 0,0 0 0,0 0 0,1 0 0,-1 0 0,0 0 0,1 1 0,-1-1 0,1 0 0,0-1 0,0 1 0,0 0 0,0 0 0,0 0 0,0 0 0,0-1 0,1 1 0,1 1 0,6 5 0,1 0 0,0-1 0,0 0 0,1 0 0,0-1 0,0-1 0,18 6 0,7 1 0,43 8 0,-13-6 0,1-4 0,108 4 0,-133-13 0,1-3 0,0-1 0,-1-3 0,0-1 0,52-16 0,-76 18 0,0-1 0,-1-2 0,1 1 0,-2-2 0,1 0 0,-2-1 0,1-1 0,14-13 0,-25 19 0,0 0 0,0 0 0,0 0 0,-1-1 0,0 1 0,0-1 0,0 0 0,-1-1 0,0 1 0,0 0 0,0-1 0,-1 0 0,0 0 0,0 0 0,-1 1 0,0-1 0,0-1 0,-1 1 0,0 0 0,0 0 0,0 0 0,-1 0 0,0 0 0,-3-7 0,-2-6 0,-1 2 0,-1-1 0,-1 1 0,-1 0 0,0 1 0,-2 0 0,1 1 0,-2 0 0,0 1 0,-25-22 0,3 6 0,-1 2 0,-2 2 0,-61-35 0,87 55 0,0 0 0,0 1 0,-1 0 0,1 1 0,-1 0 0,-1 1 0,-25-5 0,20 11-1365,8 4-5461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34.059"/>
    </inkml:context>
    <inkml:brush xml:id="br0">
      <inkml:brushProperty name="width" value="0.05" units="cm"/>
      <inkml:brushProperty name="height" value="0.05" units="cm"/>
      <inkml:brushProperty name="color" value="#FFC114"/>
    </inkml:brush>
  </inkml:definitions>
  <inkml:trace contextRef="#ctx0" brushRef="#br0">1385 134 24575,'1'0'0,"-1"0"0,0 0 0,1 0 0,-1 0 0,1 0 0,-1 0 0,1 0 0,-1 0 0,0 0 0,1-1 0,-1 1 0,1 0 0,-1 0 0,0 0 0,1-1 0,-1 1 0,0 0 0,1-1 0,-1 1 0,0 0 0,1-1 0,-1 1 0,0 0 0,0-1 0,1 1 0,-1 0 0,0-1 0,0 1 0,0-1 0,0 1 0,0-1 0,1 1 0,-1 0 0,0-1 0,0 1 0,0-1 0,0 1 0,0-1 0,0 1 0,0 0 0,-1-1 0,1 0 0,0-1 0,0 1 0,-1-1 0,1 1 0,-1-1 0,1 1 0,-1-1 0,0 1 0,0-1 0,1 1 0,-1 0 0,-2-2 0,-3-2 0,0 1 0,-1 0 0,1 0 0,-1 1 0,0 0 0,0 0 0,0 0 0,-1 1 0,-12-2 0,4 0 0,-44-10 0,0 3 0,-87-5 0,-125 9 0,209 7 0,-545 1 0,536 0 0,66-1 82,12-2 75,27-1-145,5-1-1628,12-4-5210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34.311"/>
    </inkml:context>
    <inkml:brush xml:id="br0">
      <inkml:brushProperty name="width" value="0.05" units="cm"/>
      <inkml:brushProperty name="height" value="0.05" units="cm"/>
      <inkml:brushProperty name="color" value="#FFC114"/>
    </inkml:brush>
  </inkml:definitions>
  <inkml:trace contextRef="#ctx0" brushRef="#br0">599 48 24575,'-48'-14'0,"-61"-9"0,78 17 0,28 5 0,0 0 0,0 0 0,0 1 0,0-1 0,0 1 0,0 0 0,0 0 0,-1 0 0,1 0 0,0 0 0,0 1 0,0-1 0,0 1 0,0 0 0,0 0 0,0 0 0,1 0 0,-1 1 0,0-1 0,1 1 0,-1 0 0,0-1 0,1 1 0,0 0 0,0 1 0,-1-1 0,1 0 0,-2 4 0,-133 127 0,5-5 0,125-121 0,1 1 0,0 0 0,0 0 0,1 1 0,0 0 0,0 0 0,1 0 0,0 0 0,-3 14 0,6-18 0,0 1 0,0 0 0,1 0 0,0 0 0,0 0 0,0 0 0,1-1 0,0 1 0,0 0 0,0 0 0,1-1 0,0 1 0,0-1 0,0 1 0,1-1 0,0 0 0,4 7 0,9 9-455,1-1 0,34 31 0,-2-6-6371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39.617"/>
    </inkml:context>
    <inkml:brush xml:id="br0">
      <inkml:brushProperty name="width" value="0.05" units="cm"/>
      <inkml:brushProperty name="height" value="0.05" units="cm"/>
      <inkml:brushProperty name="color" value="#FFC114"/>
    </inkml:brush>
  </inkml:definitions>
  <inkml:trace contextRef="#ctx0" brushRef="#br0">175 49 24575,'7'-1'0,"0"-1"0,0 0 0,0-1 0,0 0 0,-1 0 0,1 0 0,-1-1 0,0 0 0,9-7 0,-15 11 0,5-4 0,7-5 0,-9 10 0,-6 7 0,-86 144 0,34-62 0,30-47 0,-58 76 0,69-105 0,19-27 0,19-28 0,-24 41 0,150-242 0,-147 237 0,3-4 0,1-1 0,0 1 0,0 0 0,11-10 0,-16 17 0,0 0 0,0 1 0,0-1 0,0 1 0,0-1 0,0 1 0,0 0 0,0 0 0,1 0 0,-1 0 0,1 0 0,-1 0 0,1 1 0,-1-1 0,1 1 0,-1 0 0,1 0 0,-1 0 0,1 0 0,-1 0 0,1 1 0,-1-1 0,1 1 0,-1-1 0,4 2 0,3 3 0,0 0 0,-1 0 0,0 0 0,0 1 0,-1 0 0,11 11 0,40 50 0,-28-31 0,130 150-1365,-140-163-5461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40.051"/>
    </inkml:context>
    <inkml:brush xml:id="br0">
      <inkml:brushProperty name="width" value="0.05" units="cm"/>
      <inkml:brushProperty name="height" value="0.05" units="cm"/>
      <inkml:brushProperty name="color" value="#FFC114"/>
    </inkml:brush>
  </inkml:definitions>
  <inkml:trace contextRef="#ctx0" brushRef="#br0">1 0 24575,'0'3'0,"0"4"0,2 3 0,2 3 0,0 5 0,-2 3 0,3 2 0,0 2 0,0 1 0,-2 2 0,-1-1 0,-1 2 0,0 0 0,-1-1 0,0 0 0,0-5-8191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40.270"/>
    </inkml:context>
    <inkml:brush xml:id="br0">
      <inkml:brushProperty name="width" value="0.05" units="cm"/>
      <inkml:brushProperty name="height" value="0.05" units="cm"/>
      <inkml:brushProperty name="color" value="#FFC114"/>
    </inkml:brush>
  </inkml:definitions>
  <inkml:trace contextRef="#ctx0" brushRef="#br0">13 1 24575,'0'3'0,"0"3"0,0 4 0,0 4 0,0 4 0,0 2 0,0 4 0,0 3 0,0 3 0,-3 2 0,0-2 0,-1 0 0,1-5-8191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40.492"/>
    </inkml:context>
    <inkml:brush xml:id="br0">
      <inkml:brushProperty name="width" value="0.05" units="cm"/>
      <inkml:brushProperty name="height" value="0.05" units="cm"/>
      <inkml:brushProperty name="color" value="#FFC114"/>
    </inkml:brush>
  </inkml:definitions>
  <inkml:trace contextRef="#ctx0" brushRef="#br0">34 0 24575,'0'117'0,"-23"184"0,14-213-1365,7-65-5461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40.853"/>
    </inkml:context>
    <inkml:brush xml:id="br0">
      <inkml:brushProperty name="width" value="0.05" units="cm"/>
      <inkml:brushProperty name="height" value="0.05" units="cm"/>
      <inkml:brushProperty name="color" value="#FFC114"/>
    </inkml:brush>
  </inkml:definitions>
  <inkml:trace contextRef="#ctx0" brushRef="#br0">24 0 24575,'0'5'0,"-1"0"0,0-1 0,0 1 0,0-1 0,0 1 0,-1-1 0,-3 9 0,3-10 0,0 0 0,1 0 0,0 0 0,0 0 0,-1 0 0,2 0 0,-1 1 0,0-1 0,1 0 0,0 1 0,-1-1 0,1 0 0,1 1 0,-1-1 0,0 0 0,1 0 0,1 5 0,10 24 0,-7-22 0,-1 1 0,0-1 0,-1 1 0,0-1 0,-1 1 0,0 0 0,0 18 0,-11 67 0,5-63 0,-1 37 0,-4 172 0,8-223 0,0 1 0,1-1 0,1 0 0,1 0 0,1 1 0,1-1 0,9 30 0,-6-23-455,-2-1 0,5 46 0,-9-46-6371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47.796"/>
    </inkml:context>
    <inkml:brush xml:id="br0">
      <inkml:brushProperty name="width" value="0.05" units="cm"/>
      <inkml:brushProperty name="height" value="0.05" units="cm"/>
      <inkml:brushProperty name="color" value="#FFC114"/>
    </inkml:brush>
  </inkml:definitions>
  <inkml:trace contextRef="#ctx0" brushRef="#br0">36 8 24575,'0'-3'0,"-3"-1"0,-1 3 0,1 5 0,-3 4 0,0 7 0,1 6 0,1 6 0,2 3 0,0 6 0,2 2 0,0-2 0,0-2 0,0-4 0,0-4 0,1-6-8191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47.952"/>
    </inkml:context>
    <inkml:brush xml:id="br0">
      <inkml:brushProperty name="width" value="0.05" units="cm"/>
      <inkml:brushProperty name="height" value="0.05" units="cm"/>
      <inkml:brushProperty name="color" value="#FFC114"/>
    </inkml:brush>
  </inkml:definitions>
  <inkml:trace contextRef="#ctx0" brushRef="#br0">18 27 24575,'0'-3'0,"-3"0"0,-1-4 0,-2 0 0,2 2 0,5 3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48.421"/>
    </inkml:context>
    <inkml:brush xml:id="br0">
      <inkml:brushProperty name="width" value="0.05" units="cm"/>
      <inkml:brushProperty name="height" value="0.05" units="cm"/>
      <inkml:brushProperty name="color" value="#FFC114"/>
    </inkml:brush>
  </inkml:definitions>
  <inkml:trace contextRef="#ctx0" brushRef="#br0">0 34 24575,'9'-9'0,"-7"6"0,0 0 0,0 1 0,1-1 0,0 0 0,-1 1 0,1 0 0,4-3 0,-6 5 0,-1 0 0,1 0 0,-1-1 0,1 1 0,-1 0 0,1 0 0,-1 0 0,1 0 0,-1 0 0,1 0 0,-1 0 0,1 0 0,-1 0 0,1 0 0,-1 0 0,1 0 0,0 1 0,-1-1 0,0 0 0,1 0 0,0 1 0,0 0 0,0 0 0,0 0 0,0 0 0,0 0 0,0 0 0,0 1 0,0-1 0,0 0 0,-1 0 0,1 1 0,0 1 0,9 31 0,-1 0 0,-2 0 0,4 53 0,-9-71 0,0 23 0,-2-27 0,1 0 0,0 0 0,5 18 0,-6-30 0,0 0 0,-1 1 0,1-1 0,0 0 0,0 0 0,0 0 0,0 1 0,0-1 0,0 0 0,1 0 0,-1 0 0,0 0 0,0 1 0,0-1 0,0 0 0,0 0 0,0 0 0,0 1 0,0-1 0,0 0 0,0 0 0,1 0 0,-1 0 0,0 0 0,0 1 0,0-1 0,0 0 0,0 0 0,1 0 0,-1 0 0,0 0 0,0 0 0,0 0 0,0 0 0,1 0 0,-1 0 0,0 1 0,0-1 0,0 0 0,1 0 0,-1 0 0,4-9 0,0-16 0,-4 25 0,1-11 0,4-34 0,2 0 0,20-70 0,-27 113 0,1 1 0,-1 0 0,0-1 0,1 1 0,-1 0 0,1 0 0,-1-1 0,1 1 0,-1 0 0,1 0 0,0 0 0,0 0 0,-1 0 0,1 0 0,0 0 0,0 0 0,0 0 0,0 0 0,0 1 0,3-2 0,-4 2 0,1 0 0,0 0 0,0 1 0,0-1 0,-1 0 0,1 1 0,0-1 0,0 1 0,-1-1 0,1 1 0,0-1 0,-1 1 0,1-1 0,-1 1 0,1 0 0,-1-1 0,1 1 0,-1 0 0,1 0 0,-1-1 0,0 1 0,1 2 0,4 8 0,-1 1 0,5 22 0,-3-7 127,0 0-873,15 47 0,-15-59-6080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49.110"/>
    </inkml:context>
    <inkml:brush xml:id="br0">
      <inkml:brushProperty name="width" value="0.05" units="cm"/>
      <inkml:brushProperty name="height" value="0.05" units="cm"/>
      <inkml:brushProperty name="color" value="#FFC114"/>
    </inkml:brush>
  </inkml:definitions>
  <inkml:trace contextRef="#ctx0" brushRef="#br0">1 18 24575,'0'-18'0,"0"26"0,0 25 0,0-25 0,3 205 0,1-158 0,20 101 0,-24-155 0,0 0 0,0 0 0,1 0 0,-1 0 0,0 1 0,1-1 0,-1 0 0,1 0 0,-1 0 0,1-1 0,-1 1 0,1 0 0,0 0 0,0 1 0,-1-2 0,1 0 0,-1 0 0,0 0 0,0 0 0,1 0 0,-1 0 0,0 0 0,0 0 0,1 0 0,-1 0 0,0 0 0,0 0 0,1 0 0,-1-1 0,0 1 0,0 0 0,1 0 0,-1 0 0,0 0 0,0 0 0,1-1 0,-1 1 0,0 0 0,0 0 0,0 0 0,0-1 0,1 1 0,-1 0 0,0 0 0,0-1 0,0 1 0,0 0 0,0-1 0,12-29 0,-6 4 0,-2 9 0,1 1 0,9-23 0,-13 35 0,1 1 0,0-1 0,-1 1 0,1 0 0,0 0 0,1 0 0,-1 0 0,1 0 0,-1 0 0,1 1 0,0-1 0,0 1 0,0 0 0,0 0 0,0 0 0,6-3 0,-6 5 0,-1-1 0,0 1 0,1 0 0,-1 0 0,0 0 0,1 0 0,-1 0 0,0 0 0,1 1 0,-1-1 0,0 1 0,0 0 0,1 0 0,-1 0 0,0 0 0,0 0 0,0 0 0,0 0 0,0 1 0,0-1 0,0 1 0,-1-1 0,1 1 0,-1 0 0,1-1 0,2 5 0,4 5 0,-1 0 0,0 1 0,7 15 0,-13-25 0,16 38 0,-12-28 0,0 0 0,0-1 0,1 1 0,0-1 0,15 19 0,-18-27 0,0-1 0,0 0 0,0 1 0,0-1 0,1-1 0,-1 1 0,1 0 0,-1-1 0,1 1 0,0-1 0,-1 0 0,1-1 0,0 1 0,0-1 0,-1 1 0,1-1 0,0 0 0,0 0 0,0-1 0,0 1 0,5-2 0,9-3 0,0 0 0,0-1 0,19-9 0,-19 7 0,-3 2 0,0-1 0,-1-1 0,0 0 0,13-11 0,-20 15 0,-1-2 0,0 1 0,0-1 0,-1 1 0,1-2 0,-1 1 0,-1 0 0,1-1 0,-1 0 0,3-8 0,-5 10 0,-1 0 0,1 0 0,-1 0 0,-1 0 0,1 0 0,-1 0 0,0 0 0,0 0 0,0 0 0,0 0 0,-1 0 0,0 0 0,-2-5 0,2 8 0,1 0 0,-1 0 0,0 0 0,1 0 0,-1 0 0,0 1 0,0-1 0,-1 0 0,1 1 0,0-1 0,0 1 0,-1-1 0,1 1 0,-1-1 0,1 1 0,-1 0 0,0 0 0,0 0 0,1 0 0,-1 0 0,0 0 0,0 1 0,0-1 0,0 0 0,0 1 0,0 0 0,0-1 0,0 1 0,0 0 0,0 0 0,0 0 0,0 0 0,0 1 0,0-1 0,-2 1 0,1 0 0,0 0 0,0 1 0,0-1 0,1 1 0,-1-1 0,1 1 0,-1 0 0,1 0 0,-1 0 0,1 1 0,0-1 0,0 0 0,0 1 0,0-1 0,1 1 0,-1 0 0,1 0 0,-1 0 0,1-1 0,-1 5 0,-3 7 0,1 1 0,-4 25 0,6-27 38,0 1 0,1 0 0,1 0 0,0-1 0,1 1 0,1 0 0,0-1 0,4 16 0,-4-23-113,-1-1 1,1 0 0,0 1 0,0-1 0,1 0-1,-1 0 1,1-1 0,0 1 0,0 0 0,1-1-1,0 0 1,-1 0 0,1 0 0,1 0 0,-1-1-1,0 1 1,1-1 0,0 0 0,0-1 0,0 1-1,0-1 1,9 3 0,5-1-6752</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49.392"/>
    </inkml:context>
    <inkml:brush xml:id="br0">
      <inkml:brushProperty name="width" value="0.05" units="cm"/>
      <inkml:brushProperty name="height" value="0.05" units="cm"/>
      <inkml:brushProperty name="color" value="#FFC114"/>
    </inkml:brush>
  </inkml:definitions>
  <inkml:trace contextRef="#ctx0" brushRef="#br0">3 132 24575,'-1'-25'0,"0"17"0,1 0 0,0 0 0,0 0 0,1 0 0,0 0 0,3-12 0,-4 20 0,0-1 0,0 0 0,0 1 0,1-1 0,-1 1 0,0-1 0,1 0 0,-1 1 0,1-1 0,-1 1 0,0-1 0,1 1 0,-1-1 0,1 1 0,-1-1 0,1 1 0,-1 0 0,1-1 0,0 1 0,-1 0 0,1-1 0,-1 1 0,1 0 0,0 0 0,-1 0 0,1 0 0,0-1 0,0 1 0,1 1 0,0-1 0,0 0 0,0 1 0,0-1 0,-1 1 0,1-1 0,0 1 0,-1 0 0,1 0 0,2 1 0,3 4 0,0-1 0,0 1 0,8 8 0,1 4 0,-1 0 0,19 27 0,-29-37 0,-1 0 0,1-1 0,-1 2 0,0-1 0,-1 0 0,0 1 0,-1-1 0,0 1 0,2 13 0,-4-20 0,0-1 0,0 1 0,0-1 0,0 1 0,0-1 0,0 1 0,-1 0 0,1-1 0,0 1 0,-1-1 0,1 1 0,-1-1 0,0 0 0,0 1 0,1-1 0,-1 0 0,0 1 0,0-1 0,0 0 0,0 0 0,-1 0 0,1 0 0,0 0 0,0 0 0,-1 0 0,-2 1 0,3-1 0,0-1 0,-1 0 0,1 1 0,0-1 0,-1 0 0,1 0 0,0 0 0,-1 0 0,1 0 0,0 0 0,-1-1 0,1 1 0,0 0 0,-1-1 0,1 1 0,0-1 0,0 1 0,-1-1 0,1 0 0,0 1 0,0-1 0,0 0 0,0 0 0,0 0 0,0 0 0,0 0 0,0 0 0,0 0 0,0 0 0,-1-2 0,-1-3 0,0 0 0,1 0 0,-1 0 0,1-1 0,0 1 0,1-1 0,0 1 0,0-1 0,0 1 0,1-1 0,-1 1 0,2-1 0,-1 0 0,1 1 0,0-1 0,0 1 0,1-1 0,3-8 0,-1 3 0,1 1 0,0-1 0,1 1 0,0 0 0,0 1 0,1 0 0,1 0 0,16-17 0,-10 15-1365,-2 4-5461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49.626"/>
    </inkml:context>
    <inkml:brush xml:id="br0">
      <inkml:brushProperty name="width" value="0.05" units="cm"/>
      <inkml:brushProperty name="height" value="0.05" units="cm"/>
      <inkml:brushProperty name="color" value="#FFC114"/>
    </inkml:brush>
  </inkml:definitions>
  <inkml:trace contextRef="#ctx0" brushRef="#br0">1 1 24575,'3'0'0,"3"0"0,2 3 0,-2 3 0,-1 5 0,-1 5 0,0 3 0,1 4 0,-1 6 0,2 5 0,-1 2 0,0-2 0,-2-5 0,-1-3 0,-1-7-8191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49.766"/>
    </inkml:context>
    <inkml:brush xml:id="br0">
      <inkml:brushProperty name="width" value="0.05" units="cm"/>
      <inkml:brushProperty name="height" value="0.05" units="cm"/>
      <inkml:brushProperty name="color" value="#FFC114"/>
    </inkml:brush>
  </inkml:definitions>
  <inkml:trace contextRef="#ctx0" brushRef="#br0">44 139 24575,'0'-9'0,"-3"-8"0,-1-4 0,-2-2 0,-1 1 0,-2 3 0,1 3 0,2 4-8191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49.956"/>
    </inkml:context>
    <inkml:brush xml:id="br0">
      <inkml:brushProperty name="width" value="0.05" units="cm"/>
      <inkml:brushProperty name="height" value="0.05" units="cm"/>
      <inkml:brushProperty name="color" value="#FFC114"/>
    </inkml:brush>
  </inkml:definitions>
  <inkml:trace contextRef="#ctx0" brushRef="#br0">1 1 24575,'3'0'0,"0"3"0,1 3 0,-1 5 0,-1 5 0,0 6 0,-2 7 0,1 8 0,-1 6 0,-1 8 0,4 3 0,1 1 0,2 2 0,1 1 0,1-4 0,0-6 0,1-5 0,0-9-8191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50.098"/>
    </inkml:context>
    <inkml:brush xml:id="br0">
      <inkml:brushProperty name="width" value="0.05" units="cm"/>
      <inkml:brushProperty name="height" value="0.05" units="cm"/>
      <inkml:brushProperty name="color" value="#FFC114"/>
    </inkml:brush>
  </inkml:definitions>
  <inkml:trace contextRef="#ctx0" brushRef="#br0">14 166 24575,'-3'-6'0,"-1"-7"0,1-8 0,0-3 0,4 3 0,7 2 0,11 1 0,11 4 0,11 5 0,11 0 0,8 2 0,-7 2-8191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51.197"/>
    </inkml:context>
    <inkml:brush xml:id="br0">
      <inkml:brushProperty name="width" value="0.05" units="cm"/>
      <inkml:brushProperty name="height" value="0.05" units="cm"/>
      <inkml:brushProperty name="color" value="#FFC114"/>
    </inkml:brush>
  </inkml:definitions>
  <inkml:trace contextRef="#ctx0" brushRef="#br0">3 421 24575,'-1'-21'0,"0"15"0,1 0 0,0 1 0,0-1 0,0 0 0,1 0 0,0 1 0,2-10 0,-3 15 0,0 0 0,0 0 0,0 0 0,0 0 0,0 0 0,0-1 0,0 1 0,0 0 0,0 0 0,0 0 0,0 0 0,0 0 0,0 0 0,1 0 0,-1 0 0,0-1 0,0 1 0,0 0 0,0 0 0,0 0 0,0 0 0,0 0 0,0 0 0,0 0 0,1 0 0,-1 0 0,0 0 0,0 0 0,0 0 0,0 0 0,0 0 0,0 0 0,0 0 0,1 0 0,-1 0 0,0 0 0,0 0 0,0 0 0,0 0 0,0 0 0,0 0 0,0 0 0,1 0 0,-1 0 0,0 0 0,0 0 0,0 0 0,0 0 0,0 0 0,0 0 0,0 0 0,0 1 0,0-1 0,1 0 0,-1 0 0,0 0 0,0 0 0,0 0 0,6 11 0,3 17 0,-8-27 0,6 26 0,-4-13 0,2 0 0,-1 0 0,2 0 0,8 16 0,-14-29 0,1 0 0,-1 0 0,1 0 0,0 0 0,-1 0 0,1-1 0,0 1 0,0 0 0,0 0 0,-1-1 0,1 1 0,0 0 0,0-1 0,0 1 0,0-1 0,0 1 0,0-1 0,0 0 0,0 1 0,0-1 0,0 0 0,0 0 0,0 0 0,1 0 0,-1 1 0,0-2 0,0 1 0,0 0 0,0 0 0,0 0 0,0 0 0,0-1 0,0 1 0,0 0 0,0-1 0,0 1 0,0-1 0,0 1 0,0-1 0,1-1 0,5-4 0,0 1 0,0-1 0,-1-1 0,7-8 0,-4 4 0,384-394-1365,-340 356-5461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56.249"/>
    </inkml:context>
    <inkml:brush xml:id="br0">
      <inkml:brushProperty name="width" value="0.05" units="cm"/>
      <inkml:brushProperty name="height" value="0.05" units="cm"/>
      <inkml:brushProperty name="color" value="#FFC114"/>
    </inkml:brush>
  </inkml:definitions>
  <inkml:trace contextRef="#ctx0" brushRef="#br0">102 150 24575,'10'9'0,"1"0"0,-1-1 0,1 0 0,1-1 0,0 0 0,0 0 0,0-2 0,0 1 0,24 5 0,-31-10 0,1-1 0,-1 0 0,1 0 0,-1-1 0,1 1 0,-1-1 0,0 0 0,1-1 0,-1 1 0,0-1 0,0 0 0,0 0 0,0-1 0,0 0 0,0 0 0,-1 0 0,0 0 0,1 0 0,-1-1 0,0 0 0,-1 0 0,1 0 0,-1 0 0,0-1 0,0 1 0,0-1 0,3-6 0,-4 7 0,0 1 0,-1-1 0,1 0 0,-1 0 0,1 0 0,-1 0 0,0 0 0,-1 0 0,1 0 0,-1 0 0,0 0 0,0 0 0,0 0 0,0 0 0,-1-1 0,0 1 0,1 0 0,-2 0 0,1 0 0,0 1 0,-1-1 0,0 0 0,1 0 0,-2 1 0,1-1 0,0 1 0,-1 0 0,1 0 0,-1 0 0,0 0 0,0 0 0,0 0 0,0 1 0,-1-1 0,1 1 0,-5-2 0,0 1 0,0-1 0,-1 2 0,1-1 0,-1 1 0,1 1 0,-1-1 0,1 2 0,-1-1 0,0 1 0,0 0 0,1 1 0,-1 0 0,0 0 0,1 1 0,-1 0 0,1 1 0,0 0 0,-10 4 0,8-2 0,-1 0 0,1 0 0,0 1 0,1 1 0,-1 0 0,1 0 0,1 1 0,-1 0 0,1 0 0,1 1 0,-1 0 0,2 0 0,-8 13 0,9-10 0,0 0 0,0 0 0,2 0 0,-1 1 0,2-1 0,0 1 0,0 0 0,1 0 0,1-1 0,0 1 0,0 0 0,2 0 0,-1 0 0,2-1 0,0 1 0,0-1 0,1 0 0,0 0 0,1 0 0,1 0 0,0-1 0,0 0 0,1 0 0,15 17 0,-14-18 0,1 0 0,1 0 0,0-1 0,0 0 0,1-1 0,0 0 0,1-1 0,-1 0 0,1-1 0,19 7 0,-21-9 0,1-1 0,0-1 0,0 1 0,0-2 0,1 1 0,-1-2 0,0 0 0,0 0 0,1-1 0,-1 0 0,0-1 0,0 0 0,15-5 0,-18 4-62,0 0 0,-1 0 0,1-1 0,-1 1 0,0-2 0,0 1 0,0-1 0,-1 0 0,1-1 0,-1 1 0,-1-1 0,1-1-1,-1 1 1,0-1 0,0 0 0,-1 0 0,0 0 0,0 0 0,-1-1 0,0 0 0,3-9 0,0-12-6764</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56.562"/>
    </inkml:context>
    <inkml:brush xml:id="br0">
      <inkml:brushProperty name="width" value="0.05" units="cm"/>
      <inkml:brushProperty name="height" value="0.05" units="cm"/>
      <inkml:brushProperty name="color" value="#FFC114"/>
    </inkml:brush>
  </inkml:definitions>
  <inkml:trace contextRef="#ctx0" brushRef="#br0">7 8 24575,'-6'-5'0,"6"5"0,0 0 0,0 0 0,0 0 0,0 0 0,0 0 0,0 0 0,0-1 0,0 1 0,0 0 0,0 0 0,0 0 0,0 0 0,0 0 0,0 0 0,0-1 0,0 1 0,0 0 0,0 0 0,0 0 0,0 0 0,0 0 0,0 0 0,1 0 0,-1 0 0,0 0 0,0-1 0,0 1 0,0 0 0,0 0 0,0 0 0,0 0 0,1 0 0,-1 0 0,0 0 0,0 0 0,0 0 0,0 0 0,0 0 0,0 0 0,0 0 0,1 0 0,-1 0 0,0 0 0,0 0 0,0 0 0,0 0 0,0 0 0,0 0 0,1 0 0,-1 0 0,0 0 0,0 0 0,0 0 0,0 1 0,0-1 0,0 0 0,0 0 0,0 0 0,1 0 0,-1 0 0,0 0 0,0 0 0,0 0 0,0 1 0,12 4 0,-1 0 0,0 1 0,0 0 0,0 1 0,-1 0 0,13 12 0,54 56 0,-64-61 0,9 9-455,-1 1 0,33 52 0,-46-63-6371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56.768"/>
    </inkml:context>
    <inkml:brush xml:id="br0">
      <inkml:brushProperty name="width" value="0.05" units="cm"/>
      <inkml:brushProperty name="height" value="0.05" units="cm"/>
      <inkml:brushProperty name="color" value="#FFC114"/>
    </inkml:brush>
  </inkml:definitions>
  <inkml:trace contextRef="#ctx0" brushRef="#br0">245 24 24575,'0'-2'0,"0"-5"0,-3-1 0,-4 1 0,-3 8 0,-3 6 0,-2 5 0,-2 6 0,0 6 0,-1 4 0,1 7 0,-4 2 0,0 1 0,1 0 0,0-1 0,1-4 0,3-5 0,5-7-8191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56.998"/>
    </inkml:context>
    <inkml:brush xml:id="br0">
      <inkml:brushProperty name="width" value="0.05" units="cm"/>
      <inkml:brushProperty name="height" value="0.05" units="cm"/>
      <inkml:brushProperty name="color" value="#FFC114"/>
    </inkml:brush>
  </inkml:definitions>
  <inkml:trace contextRef="#ctx0" brushRef="#br0">1 26 24575,'8'-9'0,"8"-7"0,-15 16 0,0 0 0,0 0 0,-1-1 0,1 1 0,0 0 0,-1 0 0,1 0 0,0 0 0,0 0 0,-1 0 0,1 0 0,0 0 0,0 1 0,-1-1 0,1 0 0,0 0 0,-1 1 0,1-1 0,0 0 0,-1 1 0,1-1 0,0 0 0,-1 1 0,1-1 0,-1 1 0,1-1 0,-1 1 0,1-1 0,0 2 0,10 13 0,-1 0 0,-1 1 0,0 0 0,-1 0 0,0 1 0,6 23 0,9 17 0,-13-33 35,12 22-502,-3 1 1,23 82-1,-37-103-6359</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57.405"/>
    </inkml:context>
    <inkml:brush xml:id="br0">
      <inkml:brushProperty name="width" value="0.05" units="cm"/>
      <inkml:brushProperty name="height" value="0.05" units="cm"/>
      <inkml:brushProperty name="color" value="#FFC114"/>
    </inkml:brush>
  </inkml:definitions>
  <inkml:trace contextRef="#ctx0" brushRef="#br0">15 238 24575,'0'0'0,"-1"0"0,1 0 0,-1 0 0,1 0 0,-1 0 0,1 0 0,-1 0 0,1 0 0,0 0 0,-1 0 0,1 0 0,-1 0 0,1 0 0,-1-1 0,1 1 0,-1 0 0,1 0 0,0 0 0,-1-1 0,1 1 0,-1 0 0,1 0 0,0-1 0,-1 1 0,1 0 0,0-1 0,-1 1 0,1 0 0,0-1 0,-1 1 0,1-1 0,0 1 0,0 0 0,0-1 0,-1 1 0,1-1 0,0 1 0,0-1 0,0 1 0,0-1 0,0 1 0,0-1 0,0 0 0,1 0 0,-1 0 0,0 0 0,1 0 0,-1 0 0,1 1 0,-1-1 0,1 0 0,0 0 0,-1 1 0,1-1 0,0 0 0,-1 1 0,1-1 0,0 1 0,0-1 0,-1 1 0,1-1 0,0 1 0,0-1 0,2 1 0,47-12 0,0 2 0,62-4 0,-12 1 0,-74 10 0,1-1 0,43-11 0,-64 14 0,0-1 0,0 0 0,0-1 0,-1 1 0,1-1 0,0 0 0,-1-1 0,0 1 0,0-1 0,0 0 0,0-1 0,6-7 0,-9 10 0,-1 1 0,0-1 0,0 1 0,0-1 0,0 0 0,0 1 0,0-1 0,-1 0 0,1 0 0,-1 0 0,1 1 0,-1-1 0,1 0 0,-1 0 0,0 0 0,0 0 0,0 0 0,0 0 0,0 0 0,-1 0 0,1 0 0,0 1 0,-1-1 0,0 0 0,1 0 0,-1 0 0,0 1 0,0-1 0,0 0 0,0 1 0,0-1 0,0 1 0,0-1 0,-1 1 0,1-1 0,-1 1 0,1 0 0,-1 0 0,1 0 0,-1 0 0,0 0 0,-1-1 0,-4-2 0,1 1 0,-1 0 0,0 1 0,0-1 0,0 1 0,0 1 0,0-1 0,0 1 0,-15 0 0,18 1 0,-1 0 0,1 1 0,-1 0 0,1 0 0,0 0 0,-1 0 0,1 0 0,0 1 0,0 0 0,0 0 0,0 0 0,0 0 0,0 1 0,1-1 0,-1 1 0,1 0 0,0 0 0,0 0 0,0 1 0,0-1 0,0 1 0,1-1 0,-1 1 0,1 0 0,0 0 0,1 0 0,-1 0 0,0 1 0,1-1 0,0 0 0,-1 6 0,1 0 0,0 1 0,0-1 0,1 1 0,0 0 0,1-1 0,0 1 0,1-1 0,0 0 0,0 1 0,1-1 0,1 0 0,5 11 0,-4-12-65,0-1 0,1 0 0,0 0 0,0 0 0,1-1 0,0 0 0,0 0 0,0-1 0,1 0 0,0 0 0,0-1 0,1 0 0,0-1 0,0 1 0,0-2 0,0 1 0,0-1 0,1-1 0,-1 0 0,12 2 0,13 0-6761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57.779"/>
    </inkml:context>
    <inkml:brush xml:id="br0">
      <inkml:brushProperty name="width" value="0.05" units="cm"/>
      <inkml:brushProperty name="height" value="0.05" units="cm"/>
      <inkml:brushProperty name="color" value="#FFC114"/>
    </inkml:brush>
  </inkml:definitions>
  <inkml:trace contextRef="#ctx0" brushRef="#br0">39 136 24575,'-3'-3'0,"-2"-1"0,1 0 0,0-1 0,-1 0 0,1 0 0,1 0 0,-1 0 0,-2-7 0,26 26 0,-13-5 0,1 0 0,-1 1 0,-1 0 0,0 0 0,0 0 0,-1 1 0,-1 0 0,1 0 0,-2 0 0,0 0 0,0 0 0,-1 1 0,2 22 0,-6-23 0,-1-11 0,-4-20 0,5 4 0,1 0 0,1-1 0,0 1 0,1 0 0,1 0 0,6-28 0,-6 37 0,0 0 0,0 0 0,1 0 0,-1 0 0,2 0 0,-1 1 0,1-1 0,0 1 0,0 0 0,1 0 0,-1 1 0,1-1 0,1 1 0,-1 0 0,1 0 0,0 1 0,7-5 0,-11 8 0,1-1 0,-1 1 0,1 0 0,0 0 0,-1 0 0,1 1 0,0-1 0,0 1 0,0-1 0,0 1 0,-1 0 0,1 0 0,0 0 0,0 0 0,0 1 0,0-1 0,-1 1 0,5 1 0,-3 0 0,0 0 0,-1 0 0,1 1 0,0-1 0,-1 1 0,1 0 0,-1 0 0,0 0 0,0 0 0,5 7 0,0 4 0,1 0 0,-2 0 0,0 1 0,-1 0 0,6 20 0,12 57-1365,-20-69-5461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58.279"/>
    </inkml:context>
    <inkml:brush xml:id="br0">
      <inkml:brushProperty name="width" value="0.05" units="cm"/>
      <inkml:brushProperty name="height" value="0.05" units="cm"/>
      <inkml:brushProperty name="color" value="#FFC114"/>
    </inkml:brush>
  </inkml:definitions>
  <inkml:trace contextRef="#ctx0" brushRef="#br0">319 515 24575,'-1'-3'0,"0"0"0,-1-1 0,1 1 0,-1 0 0,1 0 0,-1 0 0,0 0 0,0 0 0,0 0 0,-1 1 0,1-1 0,-4-2 0,-1-2 0,-5-6 0,0 0 0,-1 2 0,-1-1 0,0 2 0,-1 0 0,1 0 0,-2 2 0,-26-12 0,40 19 0,0 0 0,-1 1 0,1-1 0,0 1 0,0 0 0,-1 0 0,1-1 0,0 1 0,-1 1 0,1-1 0,0 0 0,0 1 0,-1-1 0,1 1 0,0-1 0,0 1 0,0 0 0,-4 2 0,2 0 0,0 0 0,0 0 0,1 0 0,-1 0 0,1 1 0,-1-1 0,1 1 0,-4 7 0,0 2 0,0 1 0,0 0 0,1 0 0,-6 25 0,8-25 0,1 0 0,1 0 0,0 0 0,1 28 0,1-37 0,1-1 0,-1 1 0,1 0 0,0 0 0,1-1 0,-1 1 0,1-1 0,2 6 0,-3-8 0,1 0 0,-1 0 0,0 0 0,1 0 0,-1-1 0,1 1 0,0-1 0,-1 1 0,1-1 0,0 1 0,0-1 0,0 0 0,0 0 0,0 0 0,0 0 0,0 0 0,5 1 0,-3-2 0,0 0 0,0 0 0,0 0 0,0 0 0,0-1 0,0 1 0,0-1 0,-1 0 0,1-1 0,0 1 0,0 0 0,-1-1 0,1 0 0,-1 0 0,1 0 0,-1 0 0,0-1 0,4-3 0,2-2 0,0 0 0,-1-1 0,0 0 0,12-19 0,-6 5 0,-2 0 0,0-1 0,-2-1 0,-1 0 0,-1-1 0,-1 1 0,5-36 0,-6 15 0,-2 0 0,-2 0 0,-5-65 0,2 98 0,1 6 0,0 0 0,-1 0 0,1 1 0,-1-1 0,-1 0 0,1 1 0,-1-1 0,-1 1 0,1-1 0,-4-6 0,5 13 0,1 0 0,0-1 0,0 1 0,0 0 0,-1 0 0,1-1 0,0 1 0,0 0 0,-1-1 0,1 1 0,0 0 0,0 0 0,-1 0 0,1-1 0,0 1 0,-1 0 0,1 0 0,0 0 0,-1 0 0,1 0 0,-1 0 0,1 0 0,0 0 0,-1 0 0,1 0 0,0 0 0,-1 0 0,1 0 0,0 0 0,-1 0 0,1 0 0,-1 0 0,1 0 0,0 0 0,-1 0 0,1 0 0,0 1 0,-1-1 0,1 0 0,0 0 0,0 0 0,-1 1 0,1-1 0,0 0 0,0 1 0,-1-1 0,1 0 0,0 0 0,0 1 0,0-1 0,-1 0 0,1 1 0,0-1 0,0 0 0,0 1 0,0-1 0,0 1 0,-8 22 0,3 6 0,2 1 0,1 0 0,1 0 0,5 52 0,4-22 0,20 79 0,-19-107-455,0-2 0,18 39 0,-12-39-6371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58.636"/>
    </inkml:context>
    <inkml:brush xml:id="br0">
      <inkml:brushProperty name="width" value="0.05" units="cm"/>
      <inkml:brushProperty name="height" value="0.05" units="cm"/>
      <inkml:brushProperty name="color" value="#FFC114"/>
    </inkml:brush>
  </inkml:definitions>
  <inkml:trace contextRef="#ctx0" brushRef="#br0">327 204 24575,'5'-10'0,"3"-4"0,-1 1 0,-1-1 0,0-1 0,7-28 0,-13 40 0,1 0 0,-1 0 0,1 0 0,-1-1 0,0 1 0,0 0 0,0 0 0,-1 0 0,1 0 0,-1 0 0,0 0 0,1 0 0,-1 0 0,-1 0 0,1 0 0,0 0 0,-1 1 0,1-1 0,-1 0 0,0 1 0,0-1 0,0 1 0,0 0 0,-1 0 0,1 0 0,0 0 0,-1 0 0,0 0 0,1 0 0,-6-2 0,2 2 0,0 0 0,0 1 0,0-1 0,0 1 0,0 0 0,0 1 0,0-1 0,0 1 0,0 0 0,-1 1 0,1 0 0,0 0 0,0 0 0,0 0 0,0 1 0,0 0 0,1 0 0,-1 1 0,-9 5 0,9-4 0,-1 0 0,0 0 0,1 1 0,0 0 0,0 0 0,1 0 0,-1 1 0,1 0 0,1 0 0,-1 0 0,1 1 0,0 0 0,0-1 0,1 1 0,-4 10 0,6-14 0,0 1 0,1-1 0,0 0 0,-1 0 0,1 0 0,0 1 0,0-1 0,0 0 0,1 0 0,-1 1 0,1-1 0,0 0 0,0 0 0,3 6 0,-2-4 0,1 0 0,1 0 0,-1 0 0,1-1 0,0 1 0,0-1 0,8 7 0,3 0 0,1 0 0,1-1 0,0-1 0,18 8 0,23 6 0,-35-15 0,35 18 0,-57-25 0,0-1 0,1 1 0,-1 0 0,0-1 0,0 1 0,0 0 0,0 0 0,0 0 0,0-1 0,-1 1 0,1 0 0,0 1 0,0-1 0,0 1 0,-1-1 0,0-1 0,0 1 0,1-1 0,-1 1 0,0-1 0,0 1 0,0-1 0,-1 1 0,1 0 0,0-1 0,0 1 0,0-1 0,0 1 0,0-1 0,-1 0 0,1 1 0,0-1 0,0 1 0,-1-1 0,1 1 0,0-1 0,-1 0 0,1 1 0,-1 0 0,-3 1 0,1 1 0,-1-1 0,0 1 0,0-1 0,-1 0 0,1-1 0,-5 2 0,-58 16-293,-115 16 0,151-30-486,-58 9-6047</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58.979"/>
    </inkml:context>
    <inkml:brush xml:id="br0">
      <inkml:brushProperty name="width" value="0.05" units="cm"/>
      <inkml:brushProperty name="height" value="0.05" units="cm"/>
      <inkml:brushProperty name="color" value="#FFC114"/>
    </inkml:brush>
  </inkml:definitions>
  <inkml:trace contextRef="#ctx0" brushRef="#br0">66 558 24575,'-24'5'0,"20"-5"0,1 1 0,0-1 0,0 1 0,0-1 0,0 1 0,0 0 0,0 0 0,0 1 0,0-1 0,1 0 0,-1 1 0,-2 2 0,4-4 0,1 0 0,0 0 0,0 1 0,0-1 0,0 0 0,0 0 0,0 0 0,0 0 0,0 1 0,0-1 0,0 0 0,0 0 0,0 0 0,0 1 0,1-1 0,-1 0 0,0 0 0,0 0 0,0 0 0,0 1 0,0-1 0,0 0 0,0 0 0,0 0 0,1 0 0,-1 1 0,0-1 0,0 0 0,0 0 0,0 0 0,1 0 0,-1 0 0,0 0 0,0 0 0,0 0 0,0 0 0,1 1 0,-1-1 0,0 0 0,0 0 0,0 0 0,1 0 0,-1 0 0,0 0 0,0 0 0,0 0 0,0 0 0,1 0 0,-1-1 0,0 1 0,0 0 0,0 0 0,1 0 0,11 1 0,1 0 0,0-1 0,-1 0 0,25-5 0,-12 2 0,493-73-1474,-252 34 255,950-135-4425,1 6 4663,-1148 162 1026,198-30-1160,-57 5 1249,-52 5 1929</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59.759"/>
    </inkml:context>
    <inkml:brush xml:id="br0">
      <inkml:brushProperty name="width" value="0.05" units="cm"/>
      <inkml:brushProperty name="height" value="0.05" units="cm"/>
      <inkml:brushProperty name="color" value="#FFC114"/>
    </inkml:brush>
  </inkml:definitions>
  <inkml:trace contextRef="#ctx0" brushRef="#br0">78 43 24575,'-6'0'0,"-4"0"0,-4 0 0,-3 0 0,0 0 0,5 0 0,10 0 0,11 0 0,14-3 0,13 0 0,12-4 0,12 1 0,8-3 0,4 1 0,-12 2-8191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08:59.976"/>
    </inkml:context>
    <inkml:brush xml:id="br0">
      <inkml:brushProperty name="width" value="0.05" units="cm"/>
      <inkml:brushProperty name="height" value="0.05" units="cm"/>
      <inkml:brushProperty name="color" value="#FFC114"/>
    </inkml:brush>
  </inkml:definitions>
  <inkml:trace contextRef="#ctx0" brushRef="#br0">85 16 24575,'-19'1'0,"13"-1"0,1 1 0,0-1 0,-1 0 0,1 0 0,-1-1 0,1 0 0,0 0 0,0 0 0,-1 0 0,-4-3 0,10 4 0,0 0 0,0 0 0,0 0 0,-1 0 0,1 0 0,0 0 0,0 0 0,0 0 0,0 0 0,0 0 0,0 0 0,0 0 0,0 0 0,0 0 0,0 0 0,0 0 0,0-1 0,0 1 0,0 0 0,0 0 0,0 0 0,-1 0 0,1 0 0,0 0 0,0 0 0,0 0 0,0 0 0,0 0 0,0 0 0,0 0 0,0-1 0,0 1 0,0 0 0,0 0 0,0 0 0,0 0 0,0 0 0,0 0 0,0 0 0,0 0 0,0 0 0,0 0 0,0 0 0,1 0 0,-1-1 0,0 1 0,0 0 0,0 0 0,0 0 0,0 0 0,0 0 0,0 0 0,0 0 0,0 0 0,0 0 0,0 0 0,0 0 0,0 0 0,0 0 0,1 0 0,7-3 0,10 1 0,14 2 0,-1 2 0,1 2 0,37 8 0,-48-7 0,1 1 0,-2 0 0,1 2 0,-1 1 0,29 16 0,-44-22 0,-1 0 0,0 0 0,1 0 0,-1 1 0,-1-1 0,1 1 0,-1 0 0,1 0 0,-1 0 0,4 8 0,-6-9 0,0 0 0,0-1 0,0 1 0,0 0 0,0 0 0,-1 0 0,1 0 0,-1 0 0,0 0 0,0 0 0,0 1 0,0-1 0,-1 0 0,1 0 0,-1 0 0,0-1 0,0 1 0,0 0 0,0 0 0,-2 3 0,-2 2 49,0 0-1,0-1 0,-1 1 1,0-1-1,0 0 1,-11 9-1,-48 34-1377,59-45 954,-83 56-6451</inkml:trace>
</inkml:ink>
</file>

<file path=ppt/ink/ink95.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6-22T08:24:44.245"/>
    </inkml:context>
    <inkml:brush xml:id="br0">
      <inkml:brushProperty name="width" value="0.05292" units="cm"/>
      <inkml:brushProperty name="height" value="0.05292" units="cm"/>
      <inkml:brushProperty name="color" value="#FFC000"/>
    </inkml:brush>
  </inkml:definitions>
  <inkml:trace contextRef="#ctx0" brushRef="#br0">25050 4536 0,'-14'0'31,"1"0"0,0 0 0,-80 27 1,-92 118-1,93 107 0,197-54 0,213-198 1,12-317-1,-330 12-16,-251 239 32,0 185-15</inkml:trace>
  <inkml:trace contextRef="#ctx0" brushRef="#br0" timeOffset="774.89">27721 4523 0,'0'0'15,"0"-13"16,-79 13 1,-80 132-1,80 106 0,92-198-31,159 79 31,-106-106-31,225-79 32,-93-291-1,-528 159-15,105 211-1</inkml:trace>
  <inkml:trace contextRef="#ctx0" brushRef="#br0" timeOffset="28700.24">23872 3835 0,'0'0'0,"27"-13"15,-27 0 17,-13 26 14,-1 0-30,-65 40 0,53-26-1,-160 118 1,134-105 0,-1 13-16,-106 79 15,106-92 1,0-1-16,-53 80 15,40-52 1,0 25 0,53-79-1,13 1 1,13-14 31,0 0-32,14 0 1,39 0 15,-53 0-15,93 0 0,0 0-1,105-14 1,-118 14-16,-14-13 15,186 13 1,-199 0-16,172-13 31,-225 13-15,0 0-16,1 0 16,-41 0 15,14 0 0,13 13 0,0-26 47,-13 13-62,0-40 0,13 27-1,0-93 1,13 53 0,13-39-1,1 65 1,-14 14-16,119-40 15,-92 40 1,158-27 0,-145 40-1,159-39 1,-159 39 0,0-14-16,92 1 15,-105 13 1,-1 0-16,54 13 15,-53 1-15,-27-1 16,79 53 0,-65-40-1,39 54 1,-53-54 0,27 54-1,-40-54 1,40 67-1,-40-27 17,0-53-17,0 0 1,0-26 31,-14 13-32,14-13 1,14 0 15,-1 13-15,66-14 0,14 14-1,92 0 1,-119 0-1,0 14-15,225-1 16,-79 0 15,-186-13-15,-39 0 15,0 0-15,0-13-1,26 0 48,26-27-32,-39 27-15,53-54-1,-39 41-15,52-93 32,-40 93-32,1-14 15,118-53 1,146 14 15,-212 79-15,-12-13-16,184 13 15,106 39 17,-238-25-17,-13 25 1,-53 54 15,-53-67-31,13 107 31,40-14 1,-27-66-1,-13-53 0,1 0 0,39-14 1,-40 14-32,132 27 31,186 12 0,92 1 0,0-13 1,-330-14-17,-27-13 17,-92 0 14,12-40-14,14 27-32,0-80 31,0 67-31,0-14 16,0-238 15,14 226-31,-1-107 31,0 119-31,0-52 31,-26 39 1,-27 26-1,1 14 0,25 13-31,-12 0 31,-53-26 1,-133-14-1,-79 0 0,225 27-31,-199 0 31,-105 13 1,66 0-1,172 0-16,-53 0 1,-159-13 15,0 13 1,212-14-17,-107 14 1,-25 27 15,26-14 0,13 0 1,172-13-32,-145 0 31,145 0-31,-238 0 31,40 0 0,26 27 1,40-14-1,145-13-31,-92 13 31,-67 0 0,67-13 1,39 0-1,27 14 0,0-14 0,53 0-31,-27 13 32,-39-13-1,39 0 0,27 0-31</inkml:trace>
  <inkml:trace contextRef="#ctx0" brushRef="#br0" timeOffset="35104.35">25010 4814 0,'0'13'125,"0"-26"-78</inkml:trace>
  <inkml:trace contextRef="#ctx0" brushRef="#br0" timeOffset="36370.12">27708 4748 0,'0'13'78,"-13"-26"-47</inkml:trace>
  <inkml:trace contextRef="#ctx0" brushRef="#br0" timeOffset="39910.75">23872 3875 0,'0'-13'16,"0"0"15,27 13 94,-14 0-109,0 0-16,53 0 15,-39 0-15,-14-14 16,27 14-1,-27 0-15,-39-13 32,-1 13-17,-65 13 1,65-13 0,-39 0-1,53 0 1</inkml:trace>
  <inkml:trace contextRef="#ctx0" brushRef="#br0" timeOffset="55266.98">18159 4298 0,'0'0'0,"-27"0"32,1 27-1,13-1-15,-40 93-1,26-79 1,-52 172-1,53-173 1,-27 146 0,53-158-1,-14 65 1,14-65 0,14 12-1</inkml:trace>
  <inkml:trace contextRef="#ctx0" brushRef="#br0" timeOffset="55627.12">17696 5052 0,'0'0'0,"-13"0"16,0 13-1,13 14 1,26 26 0,0-27-1,41 1 1,25-41 15,-39-52 0,-26 40-15,-27 52 15,-14 1-15,1-1-16</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01.365"/>
    </inkml:context>
    <inkml:brush xml:id="br0">
      <inkml:brushProperty name="width" value="0.05" units="cm"/>
      <inkml:brushProperty name="height" value="0.05" units="cm"/>
      <inkml:brushProperty name="color" value="#FFC114"/>
    </inkml:brush>
  </inkml:definitions>
  <inkml:trace contextRef="#ctx0" brushRef="#br0">117 6 24575,'0'0'0,"0"-5"0,2 6 0,8 7 0,8 1 0,0 0 0,1-1 0,0 0 0,34 7 0,84 10 0,-93-18 0,-39-7 0,-1 1 0,1 0 0,-1 0 0,1 1 0,-1-1 0,1 1 0,5 3 0,-9-4 0,0 0 0,0-1 0,0 1 0,-1 0 0,1 0 0,0 0 0,-1-1 0,1 1 0,-1 0 0,1 0 0,-1 0 0,1 0 0,-1 0 0,0 0 0,1 0 0,-1 0 0,0 0 0,0 0 0,0 0 0,0 0 0,0 1 0,0-1 0,0 0 0,0 0 0,0 0 0,0 0 0,-1 0 0,1 0 0,0 0 0,-1 0 0,1 0 0,-1 0 0,1 0 0,-1 0 0,1-1 0,-1 1 0,-1 2 0,-7 10 0,-1-1 0,0 1 0,0-2 0,-2 1 0,-15 12 0,-69 46 0,62-47 0,-226 148 0,247-161-1365</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02.175"/>
    </inkml:context>
    <inkml:brush xml:id="br0">
      <inkml:brushProperty name="width" value="0.05" units="cm"/>
      <inkml:brushProperty name="height" value="0.05" units="cm"/>
      <inkml:brushProperty name="color" value="#FFC114"/>
    </inkml:brush>
  </inkml:definitions>
  <inkml:trace contextRef="#ctx0" brushRef="#br0">1456 185 24575,'-1'-2'0,"1"0"0,-1 1 0,1-1 0,-1 0 0,0 0 0,1 1 0,-1-1 0,0 0 0,0 1 0,-1-1 0,1 1 0,0-1 0,0 1 0,-1-1 0,1 1 0,-1 0 0,1 0 0,-1 0 0,1 0 0,-1 0 0,0 0 0,-1-1 0,-42-14 0,5 8 0,0 2 0,0 2 0,-1 2 0,-55 3 0,62 0 0,-59 2 0,0 3 0,-140 29 0,181-23 0,0 2 0,1 2 0,0 3 0,2 2 0,-88 50 0,112-55 0,1 1 0,0 1 0,1 1 0,1 1 0,1 1 0,1 1 0,-25 36 0,34-43 0,2 0 0,0 1 0,1 1 0,0-1 0,2 1 0,0 1 0,1-1 0,0 1 0,2 0 0,0 0 0,1 0 0,0 0 0,3 25 0,0-23-13,2-1-1,0 0 0,2 0 0,0 0 1,1-1-1,1 0 0,0 0 1,2 0-1,0-1 0,0 0 1,2-1-1,0 0 0,1-1 0,1 0 1,0-1-1,1 0 0,0-1 1,28 19-1,-10-11-40,0-1 1,2-2-1,1-1 0,0-2 0,1-1 1,0-2-1,1-2 0,61 10 1,-26-11-172,1-3 0,0-4 0,0-2 1,127-18-1,-85-2-12,0-4 1,136-48-1,-138 31 237,158-79 0,-201 83 0,-1-4 0,-2-3 0,73-62 0,-106 77-121,-2-1 0,55-67 0,-75 82 81,-1-1 0,-1-1-1,0 0 1,-1 0 0,-1-1-1,0 0 1,-1-1 0,7-35-1,-12 44 42,-1 0 1,0 0-1,-1 0 0,0 0 0,0 0 0,-1 0 1,-1 0-1,1 1 0,-2-1 0,1 0 0,-1 1 1,-1-1-1,0 1 0,0 0 0,-1 0 0,0 0 1,0 1-1,-1 0 0,0 0 0,-1 0 0,0 1 0,-11-10 1,-2 1-22,0 1 1,-2 1 0,1 1 0,-2 1 0,0 1-1,0 1 1,-47-13 0,-7 3-198,-1 4 0,0 3 1,-152-4-1,-234 33-862,223 6-1737</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09.258"/>
    </inkml:context>
    <inkml:brush xml:id="br0">
      <inkml:brushProperty name="width" value="0.05" units="cm"/>
      <inkml:brushProperty name="height" value="0.05" units="cm"/>
      <inkml:brushProperty name="color" value="#FFC114"/>
    </inkml:brush>
  </inkml:definitions>
  <inkml:trace contextRef="#ctx0" brushRef="#br0">1 51 24575,'753'-8'-1797,"-76"-1"-391,-300 9 1756,1019-23-971,-1282 16 2465,-106 5-1453,-16 0-2651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06.863"/>
    </inkml:context>
    <inkml:brush xml:id="br0">
      <inkml:brushProperty name="width" value="0.05" units="cm"/>
      <inkml:brushProperty name="height" value="0.05" units="cm"/>
      <inkml:brushProperty name="color" value="#FFC114"/>
    </inkml:brush>
  </inkml:definitions>
  <inkml:trace contextRef="#ctx0" brushRef="#br0">49 217 24575,'-1'0'0,"0"-1"0,0 1 0,0 0 0,-1-1 0,1 1 0,0-1 0,0 1 0,0-1 0,0 0 0,0 1 0,0-1 0,1 0 0,-3-1 0,3 1 0,-1 1 0,1 0 0,0-1 0,-1 1 0,1 0 0,0-1 0,-1 1 0,1 0 0,0-1 0,-1 1 0,1-1 0,0 1 0,0-1 0,0 1 0,-1-1 0,1 1 0,0-1 0,0 1 0,0-1 0,0 1 0,0 0 0,0-1 0,0 1 0,0-1 0,0 1 0,0-1 0,0 1 0,0-1 0,1 1 0,-1-1 0,0 1 0,0-1 0,1 0 0,-1 1 0,1 0 0,0 0 0,-1 0 0,1 0 0,0 0 0,0-1 0,-1 1 0,1 1 0,0-1 0,0 0 0,-1 0 0,1 0 0,0 0 0,-1 0 0,1 1 0,0-1 0,-1 0 0,1 1 0,0-1 0,-1 0 0,1 1 0,0 0 0,17 11 0,-15-11 0,9 8 0,0-1 0,1-1 0,0 0 0,0 0 0,25 7 0,-30-12 0,0 0 0,1 0 0,0-1 0,-1-1 0,1 1 0,-1-1 0,1-1 0,0 0 0,-1 0 0,1 0 0,10-5 0,-10 3 0,0 0 0,0-1 0,-1 0 0,0 0 0,0-1 0,0 0 0,0-1 0,-1 0 0,0 0 0,0 0 0,-1-1 0,11-13 0,-15 17 0,0-1 0,0 1 0,0 0 0,0-1 0,0 1 0,-1-1 0,0 0 0,1 1 0,-1-1 0,-1 0 0,1 0 0,0 0 0,-1 0 0,0 0 0,0 0 0,0 1 0,-1-1 0,1 0 0,-1 0 0,0 0 0,0 0 0,0 1 0,0-1 0,-1 0 0,0 1 0,1-1 0,-1 1 0,-1 0 0,1-1 0,0 1 0,-1 0 0,-5-4 0,1 0 0,0 2 0,0-1 0,-1 1 0,0 0 0,0 1 0,0-1 0,0 2 0,-1-1 0,0 1 0,0 1 0,0-1 0,0 2 0,0-1 0,0 1 0,0 0 0,0 1 0,0 0 0,-1 1 0,1 0 0,0 0 0,0 1 0,-16 5 0,15-4 0,1 0 0,0 1 0,0 0 0,0 0 0,0 1 0,0 0 0,1 1 0,0 0 0,0 0 0,1 0 0,0 1 0,0 1 0,0-1 0,1 1 0,0 0 0,1 0 0,0 1 0,0 0 0,0 0 0,-5 18 0,7-14 0,1 1 0,0-1 0,1 1 0,1-1 0,0 1 0,1-1 0,0 1 0,1-1 0,1 1 0,0-1 0,0 0 0,2 0 0,0-1 0,0 1 0,1-1 0,0 0 0,1 0 0,1-1 0,-1 0 0,11 10 0,-9-10 0,0-1 0,1 0 0,1 0 0,0-1 0,0 0 0,0-1 0,1-1 0,0 1 0,1-2 0,0 0 0,0 0 0,0-2 0,1 1 0,-1-2 0,1 1 0,0-2 0,0 0 0,28 0 0,-25-4-273,0 0 0,0-1 0,0-1 0,21-7 0,5-6-6553</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07.177"/>
    </inkml:context>
    <inkml:brush xml:id="br0">
      <inkml:brushProperty name="width" value="0.05" units="cm"/>
      <inkml:brushProperty name="height" value="0.05" units="cm"/>
      <inkml:brushProperty name="color" value="#FFC114"/>
    </inkml:brush>
  </inkml:definitions>
  <inkml:trace contextRef="#ctx0" brushRef="#br0">0 11 24575,'1'3'0,"-1"1"0,1-1 0,0 0 0,0 1 0,0-1 0,0 0 0,1 0 0,-1 0 0,1 0 0,3 4 0,24 32 0,-17-25 0,13 18 0,2-1 0,1-1 0,2-1 0,1-2 0,51 36 0,-78-60 0,0-1 0,0 0 0,0 0 0,0 0 0,1 0 0,-1 0 0,0-1 0,1 0 0,-1 0 0,1 0 0,-1 0 0,1-1 0,6 0 0,-9 0 0,0-1 0,0 1 0,0-1 0,0 0 0,0 1 0,0-1 0,-1 0 0,1 0 0,0-1 0,0 1 0,-1 0 0,1 0 0,-1-1 0,1 1 0,-1-1 0,0 1 0,1-1 0,-1 0 0,0 1 0,0-1 0,0 0 0,0 0 0,-1 0 0,1 0 0,0 0 0,-1 0 0,1 0 0,-1 0 0,0 0 0,0 0 0,0-3 0,1-6 0,-2 0 0,1 1 0,-1-1 0,-1 0 0,0 1 0,0-1 0,-1 1 0,0-1 0,-1 1 0,-5-10 0,-5-7 0,-1 0 0,-23-31 0,34 53 0,0-1 0,0 1 0,0 0 0,0 1 0,-1-1 0,0 1 0,-6-4 0,10 7 0,0 0 0,-1 1 0,1-1 0,0 0 0,-1 1 0,1-1 0,-1 1 0,1 0 0,-1-1 0,1 1 0,-1 0 0,1 0 0,-1 0 0,1 0 0,-1 0 0,1 0 0,-1 1 0,1-1 0,-1 0 0,1 1 0,0-1 0,-1 1 0,1 0 0,0-1 0,-1 1 0,1 0 0,0 0 0,0 0 0,-1 0 0,1 0 0,0 0 0,0 0 0,0 0 0,0 0 0,-1 3 0,-9 12 0,1 0 0,1 1 0,0 0 0,1 0 0,-10 35 0,-19 96 0,36-145 0,-7 41-1365,2-5-5461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07.584"/>
    </inkml:context>
    <inkml:brush xml:id="br0">
      <inkml:brushProperty name="width" value="0.05" units="cm"/>
      <inkml:brushProperty name="height" value="0.05" units="cm"/>
      <inkml:brushProperty name="color" value="#FFC114"/>
    </inkml:brush>
  </inkml:definitions>
  <inkml:trace contextRef="#ctx0" brushRef="#br0">2 24 24575,'-1'55'0,"1"64"0,16 137 0,-10-236 0,-6-20 0,0 0 0,0 0 0,0 0 0,1 0 0,-1 0 0,0 0 0,0 0 0,0 0 0,1 0 0,-1 0 0,0 0 0,0-1 0,0 1 0,0 0 0,1 0 0,-1 0 0,0 0 0,0 0 0,0 0 0,0 0 0,1 0 0,-1-1 0,0 1 0,0 0 0,0 0 0,0 0 0,0 0 0,0 0 0,0-1 0,1 1 0,-1 0 0,0 0 0,0 0 0,0-1 0,0 1 0,0 0 0,0 0 0,0 0 0,0-1 0,0 1 0,0 0 0,0 0 0,0 0 0,0-1 0,6-38 0,-4-2 0,9-118 0,-8 135 0,1 1 0,1 0 0,1 0 0,15-36 0,-18 53 0,0 0 0,0 0 0,1 0 0,0 1 0,0-1 0,0 1 0,1 0 0,0 1 0,0-1 0,10-7 0,-13 11 0,0-1 0,0 1 0,1 0 0,-1 0 0,0 0 0,0 0 0,0 1 0,1-1 0,-1 1 0,0-1 0,1 1 0,-1 0 0,0 0 0,1 0 0,-1 0 0,1 0 0,-1 0 0,0 1 0,1-1 0,-1 1 0,0 0 0,0 0 0,0 0 0,1 0 0,-1 0 0,0 0 0,0 0 0,0 1 0,-1-1 0,1 1 0,0-1 0,0 1 0,-1 0 0,3 2 0,-2-1 0,1 1 0,-1-1 0,0 1 0,0 0 0,0 0 0,0 0 0,0 0 0,-1 0 0,0 0 0,0 0 0,0 0 0,0 0 0,-1 0 0,0 1 0,0-1 0,0 0 0,0 0 0,-1 1 0,1-1 0,-1 0 0,0 0 0,0 0 0,-4 7 0,2-4 0,0 0 0,-1 0 0,0-1 0,0 1 0,-1-1 0,1 0 0,-2 0 0,1-1 0,0 0 0,-1 0 0,0 0 0,-10 6 0,7-6-124,0 0 0,-1-1 0,1 0 0,-1-1 0,0 0 0,-1 0-1,1-1 1,0 0 0,0-1 0,-20 1 0,6-5-6702</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07.916"/>
    </inkml:context>
    <inkml:brush xml:id="br0">
      <inkml:brushProperty name="width" value="0.05" units="cm"/>
      <inkml:brushProperty name="height" value="0.05" units="cm"/>
      <inkml:brushProperty name="color" value="#FFC114"/>
    </inkml:brush>
  </inkml:definitions>
  <inkml:trace contextRef="#ctx0" brushRef="#br0">1 54 24575,'7'-1'0,"0"1"0,1 0 0,-1 1 0,1 0 0,-1 0 0,0 0 0,1 1 0,-1 0 0,0 1 0,0-1 0,-1 1 0,1 1 0,0-1 0,-1 1 0,0 0 0,0 1 0,10 9 0,-6-5 0,0 1 0,10 14 0,-17-21 0,-1 1 0,1-1 0,-1 1 0,0 0 0,0-1 0,-1 1 0,1 0 0,-1 0 0,0 0 0,0 0 0,1 8 0,-2-12 0,0 1 0,0 0 0,0 0 0,0-1 0,0 1 0,0 0 0,0 0 0,0 0 0,0-1 0,0 1 0,-1 0 0,1 0 0,0-1 0,-1 1 0,1 0 0,0-1 0,-1 1 0,1 0 0,-1-1 0,1 1 0,-1-1 0,1 1 0,-1 0 0,1-1 0,-1 1 0,0-1 0,1 0 0,-1 1 0,0-1 0,1 1 0,-1-1 0,0 0 0,1 0 0,-1 1 0,0-1 0,0 0 0,1 0 0,-1 0 0,0 0 0,-1 0 0,0 0 0,0 0 0,1-1 0,-1 1 0,1 0 0,-1-1 0,1 0 0,-1 1 0,1-1 0,-1 0 0,1 0 0,0 0 0,-1 1 0,1-2 0,0 1 0,0 0 0,-1 0 0,1 0 0,-1-3 0,-1-1 15,1 0 0,-1 0 0,1 0 0,0 0-1,1-1 1,0 1 0,0-1 0,0 1 0,0-1 0,1 1-1,0-1 1,0 1 0,0-1 0,1 1 0,0-1 0,0 1 0,0-1-1,1 1 1,-1-1 0,1 1 0,1 0 0,3-7 0,-3 7-97,0 0 1,0 0 0,1 0 0,0 0-1,0 1 1,0 0 0,0 0-1,1 0 1,0 0 0,0 0 0,0 1-1,0 0 1,0 0 0,0 1 0,1-1-1,0 1 1,-1 0 0,1 1 0,0-1-1,9 0 1,3 1-6745</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08.291"/>
    </inkml:context>
    <inkml:brush xml:id="br0">
      <inkml:brushProperty name="width" value="0.05" units="cm"/>
      <inkml:brushProperty name="height" value="0.05" units="cm"/>
      <inkml:brushProperty name="color" value="#FFC114"/>
    </inkml:brush>
  </inkml:definitions>
  <inkml:trace contextRef="#ctx0" brushRef="#br0">99 136 24575,'-1'0'0,"0"1"0,-1-1 0,1 0 0,0 0 0,-1 1 0,1-1 0,0 1 0,0 0 0,0-1 0,0 1 0,-1 0 0,1-1 0,0 1 0,0 0 0,0 0 0,1 0 0,-1 0 0,0 0 0,0 0 0,0 0 0,1 0 0,-1 1 0,1-1 0,-1 0 0,1 0 0,-1 0 0,1 1 0,-1-1 0,1 3 0,-1-2 0,1 0 0,0 1 0,-1-1 0,1 0 0,0 0 0,0 1 0,0-1 0,1 0 0,-1 0 0,0 0 0,1 1 0,0-1 0,-1 0 0,1 0 0,0 0 0,2 4 0,-2-5 0,0 0 0,0 0 0,0 0 0,1 0 0,-1 0 0,0 0 0,0 0 0,1 0 0,-1-1 0,1 1 0,-1 0 0,1-1 0,-1 1 0,1-1 0,-1 0 0,1 1 0,-1-1 0,1 0 0,-1 0 0,3 0 0,-1 0 0,1-1 0,0 0 0,-1 0 0,1 0 0,-1 0 0,0 0 0,1-1 0,4-2 0,1-2 0,-1 0 0,0 0 0,0-1 0,0 0 0,9-11 0,-14 13 0,0 1 0,0-1 0,0 0 0,0 0 0,-1 0 0,0 0 0,0 0 0,-1-1 0,1 1 0,-1 0 0,0-1 0,0 1 0,-1-1 0,0 1 0,0-1 0,-1-7 0,1 10 0,-1 0 0,1 0 0,-1 1 0,0-1 0,0 0 0,0 1 0,0-1 0,0 0 0,-1 1 0,1-1 0,-1 1 0,0 0 0,0-1 0,1 1 0,-2 0 0,1 0 0,0 0 0,0 1 0,0-1 0,-1 0 0,1 1 0,-1 0 0,0-1 0,1 1 0,-1 0 0,0 0 0,1 1 0,-1-1 0,0 1 0,0-1 0,0 1 0,-5 0 0,2 0 0,0 1 0,0 0 0,-1 0 0,1 0 0,0 1 0,0 0 0,0 0 0,1 1 0,-1-1 0,1 1 0,-1 1 0,1-1 0,0 1 0,0 0 0,0 0 0,1 0 0,-1 1 0,1-1 0,0 1 0,-4 7 0,3-5 0,-1 1 0,2 1 0,-1-1 0,1 1 0,0 0 0,1 0 0,0 0 0,0 0 0,1 1 0,1-1 0,-1 1 0,1 14 0,1-19 0,0 0 0,1 1 0,-1-1 0,1 0 0,1 0 0,-1 0 0,1-1 0,-1 1 0,1 0 0,1 0 0,-1-1 0,1 0 0,0 1 0,0-1 0,0 0 0,0 0 0,1 0 0,-1-1 0,8 6 0,-4-5 0,0 0 0,1 0 0,-1 0 0,1-1 0,0-1 0,0 1 0,0-1 0,0 0 0,0-1 0,0 0 0,14 0 0,21-3-1365,-2-2-5461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08.870"/>
    </inkml:context>
    <inkml:brush xml:id="br0">
      <inkml:brushProperty name="width" value="0.05" units="cm"/>
      <inkml:brushProperty name="height" value="0.05" units="cm"/>
      <inkml:brushProperty name="color" value="#FFC114"/>
    </inkml:brush>
  </inkml:definitions>
  <inkml:trace contextRef="#ctx0" brushRef="#br0">99 163 24575,'5'-7'0,"1"0"0,-1 0 0,0 0 0,-1-1 0,0 1 0,0-1 0,-1 0 0,0 0 0,0-1 0,-1 1 0,0-1 0,0 1 0,-1-1 0,1-15 0,-2 23 0,0 0 0,0 0 0,0 0 0,0 0 0,0 0 0,0 0 0,0 0 0,0 0 0,0 0 0,0 0 0,0 0 0,-1 0 0,1 1 0,0-1 0,-1 0 0,1 0 0,-1 0 0,1 0 0,-1 0 0,1 0 0,-1 1 0,0-1 0,1 0 0,-1 1 0,0-1 0,1 0 0,-1 1 0,0-1 0,0 1 0,0-1 0,0 1 0,0-1 0,0 1 0,0 0 0,1-1 0,-1 1 0,0 0 0,0 0 0,0 0 0,0 0 0,0 0 0,0 0 0,0 0 0,0 0 0,0 0 0,0 0 0,0 0 0,0 1 0,0-1 0,0 0 0,0 1 0,-1 0 0,-5 2 0,0 0 0,1 1 0,-1 0 0,1 0 0,-10 8 0,8-5 0,0 0 0,1 1 0,0 0 0,1 0 0,-1 0 0,-6 13 0,11-19 0,1 1 0,0 0 0,-1 0 0,1 0 0,0 0 0,0-1 0,1 1 0,-1 1 0,1-1 0,-1 0 0,1 0 0,0 0 0,0 0 0,1 0 0,-1 0 0,0 0 0,1 0 0,0 0 0,0 0 0,0 0 0,0 0 0,0 0 0,1-1 0,-1 1 0,4 4 0,4 3 0,0 0 0,1-1 0,0-1 0,1 0 0,15 9 0,-16-11 0,-1 1 0,1-1 0,-1 1 0,-1 1 0,1-1 0,-1 2 0,13 16 0,-20-24 0,0 1 0,-1-1 0,1 1 0,0-1 0,0 1 0,-1 0 0,1-1 0,-1 1 0,1 0 0,-1-1 0,0 1 0,0 0 0,1 0 0,-1-1 0,-1 1 0,1 0 0,0 0 0,0-1 0,-1 1 0,1 0 0,0-1 0,-1 1 0,0 0 0,1-1 0,-2 3 0,0-2 0,0 1 0,0-1 0,-1 0 0,1 1 0,-1-1 0,1 0 0,-1 0 0,0 0 0,1-1 0,-1 1 0,0-1 0,-6 2 0,3-1 0,1 0 0,-1-1 0,1 0 0,-1 0 0,0 0 0,0-1 0,-8 0 0,11 0 0,1-1 0,-1 1 0,0 0 0,1-1 0,-1 0 0,1 1 0,-1-1 0,1 0 0,-1 0 0,1-1 0,0 1 0,-1 0 0,1-1 0,0 0 0,-3-2 0,4 3 0,0 0 0,1 0 0,-1-1 0,0 1 0,0 0 0,1-1 0,-1 1 0,0 0 0,1-1 0,0 1 0,-1-1 0,1 1 0,0-1 0,0 1 0,0-1 0,0 1 0,0-1 0,0 1 0,0-4 0,1 2 0,0 0 0,1-1 0,-1 1 0,1 0 0,-1 0 0,1 0 0,0 0 0,3-4 0,5-3 0,0-1 0,0 1 0,15-10 0,-23 18 0,57-39 0,2 2 0,116-54 0,-134 72 0,-38 18 0,-2 2 0,1 0 0,-1-1 0,1 0 0,-1 0 0,0 0 0,0 0 0,0 0 0,0 0 0,0-1 0,0 0 0,-1 1 0,1-1 0,-1 0 0,4-6 0,-6 8 0,0 1 0,0-1 0,0 1 0,0-1 0,0 0 0,0 1 0,0-1 0,0 1 0,0-1 0,0 1 0,-1-1 0,1 0 0,0 1 0,0-1 0,-1 1 0,1-1 0,0 1 0,-1-1 0,1 1 0,0 0 0,-1-1 0,1 1 0,-1-1 0,1 1 0,-1 0 0,1-1 0,-1 1 0,1 0 0,-1-1 0,1 1 0,-1 0 0,1 0 0,-1 0 0,0 0 0,1-1 0,-1 1 0,1 0 0,-2 0 0,-25-3 0,25 3 0,-3 0 0,0 0 0,0 0 0,0 1 0,0-1 0,0 1 0,1 0 0,-1 1 0,0-1 0,1 1 0,-1-1 0,1 2 0,-1-1 0,1 0 0,0 1 0,-6 4 0,8-5 0,0 1 0,0-1 0,0 1 0,0 0 0,0-1 0,0 1 0,1 0 0,-1 0 0,1 0 0,0 0 0,0 0 0,0 0 0,1 1 0,-1-1 0,1 0 0,-1 0 0,1 1 0,0-1 0,0 0 0,1 0 0,-1 1 0,1-1 0,-1 0 0,3 4 0,2 9 0,1-1 0,1 1 0,13 21 0,-13-27 0,-1 1 0,0 0 0,-1 0 0,0 1 0,-1-1 0,0 1 0,3 21 0,-7-31 9,1 1 1,-1-1-1,-1 1 0,1-1 0,0 0 0,-1 1 0,1-1 1,-1 1-1,0-1 0,1 0 0,-1 0 0,0 1 0,0-1 1,-1 0-1,1 0 0,-3 4 0,0-3 11,1 0 1,-1 0-1,1 0 0,-1 0 0,0 0 1,0-1-1,0 0 0,-6 3 0,-7 1-337,-1-1 0,1 0 1,-29 3-1,37-7-119,-40 7-6390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09.958"/>
    </inkml:context>
    <inkml:brush xml:id="br0">
      <inkml:brushProperty name="width" value="0.05" units="cm"/>
      <inkml:brushProperty name="height" value="0.05" units="cm"/>
      <inkml:brushProperty name="color" value="#FFC114"/>
    </inkml:brush>
  </inkml:definitions>
  <inkml:trace contextRef="#ctx0" brushRef="#br0">13 1356 24575,'-6'-1'0,"6"2"0,1-1 0,-1 0 0,0 0 0,0 0 0,0 1 0,0-1 0,0 0 0,1 0 0,-1 0 0,0 1 0,0-1 0,0 0 0,0 0 0,0 0 0,0 1 0,0-1 0,0 0 0,0 0 0,0 1 0,0-1 0,0 0 0,0 0 0,0 0 0,0 1 0,0-1 0,0 0 0,0 0 0,0 1 0,0-1 0,-1 0 0,1 0 0,0 0 0,0 1 0,0-1 0,0 0 0,0 0 0,-1 0 0,1 0 0,0 0 0,0 1 0,0-1 0,-1 0 0,1 0 0,0 0 0,0 0 0,0 0 0,-1 0 0,1 0 0,0 0 0,0 1 0,0-1 0,-1 0 0,1 0 0,0 0 0,0 0 0,-1 0 0,1 0 0,0 0 0,0 0 0,0-1 0,-1 1 0,1 0 0,0 0 0,0 0 0,-1 0 0,1 0 0,1 2 0,-1 0 0,1 0 0,0 0 0,0 0 0,0 0 0,0 0 0,0 0 0,0 0 0,1-1 0,-1 1 0,1 0 0,-1-1 0,1 1 0,0-1 0,-1 0 0,1 0 0,0 1 0,0-1 0,0 0 0,3 1 0,-2-1 0,1-1 0,-1 1 0,1-1 0,-1 0 0,1 0 0,-1 0 0,1 0 0,0 0 0,-1-1 0,1 1 0,4-3 0,5-2 0,0 0 0,0-1 0,0 0 0,-1-1 0,15-12 0,10-9 0,-2-3 0,-1 0 0,-1-3 0,-2 0 0,-1-2 0,34-55 0,-21 21 0,-3-3 0,52-133 0,-70 146 0,-2 0 0,-4-1 0,-2-1 0,-3 0 0,-2-1 0,-4 0 0,-2-65 0,-3 128 0,0-22 171,-6-35 0,5 52-303,0 0 1,0 0 0,0 0-1,-1 1 1,1-1 0,-1 0 0,-1 1-1,1-1 1,-1 1 0,1 0-1,-1 0 1,-7-7 0,-4 1-6695</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10.415"/>
    </inkml:context>
    <inkml:brush xml:id="br0">
      <inkml:brushProperty name="width" value="0.05" units="cm"/>
      <inkml:brushProperty name="height" value="0.05" units="cm"/>
      <inkml:brushProperty name="color" value="#FFC114"/>
    </inkml:brush>
  </inkml:definitions>
  <inkml:trace contextRef="#ctx0" brushRef="#br0">127 182 24575,'-4'5'0,"0"0"0,0 0 0,0 0 0,-6 11 0,-78 162 0,78-161 0,10-17 0,0 0 0,0 0 0,0 0 0,0 0 0,0 0 0,-1 0 0,1 0 0,0 0 0,0 0 0,0 0 0,0 0 0,0-1 0,0 1 0,0 0 0,-1 0 0,1 0 0,0 0 0,0 0 0,0 0 0,0 0 0,0 0 0,0 0 0,0 0 0,0 0 0,0 0 0,0 0 0,0 0 0,-1-1 0,1 1 0,0 0 0,0 0 0,0 0 0,0 0 0,0 0 0,0 0 0,0 0 0,0 0 0,0-1 0,0 1 0,0 0 0,0 0 0,0 0 0,0 0 0,0 0 0,0 0 0,0 0 0,0-1 0,0 1 0,0 0 0,0 0 0,0 0 0,0 0 0,1 0 0,-1 0 0,0 0 0,0 0 0,0 0 0,0-1 0,0 1 0,0 0 0,0 0 0,0 0 0,0 0 0,10-34 0,24-41 0,3 1 0,55-83 0,-88 151 0,0 0 0,0 0 0,1 0 0,-1 1 0,1 0 0,0 0 0,1 0 0,-1 1 0,1 0 0,7-5 0,-10 8 0,1 0 0,-1 0 0,0 0 0,0 0 0,1 1 0,-1-1 0,0 1 0,1 0 0,-1-1 0,1 2 0,-1-1 0,0 0 0,1 1 0,-1 0 0,0-1 0,1 1 0,-1 0 0,0 1 0,0-1 0,0 1 0,0-1 0,0 1 0,4 3 0,15 14-53,0 0 0,-1 1-1,-1 2 1,34 46-1,-28-34-1044,19 24-5728</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04.334"/>
    </inkml:context>
    <inkml:brush xml:id="br0">
      <inkml:brushProperty name="width" value="0.05" units="cm"/>
      <inkml:brushProperty name="height" value="0.05" units="cm"/>
      <inkml:brushProperty name="color" value="#FFC114"/>
    </inkml:brush>
  </inkml:definitions>
  <inkml:trace contextRef="#ctx0" brushRef="#br0">1 543 24575,'0'-20'0,"0"-1"0,2 1 0,0 0 0,1 0 0,1 0 0,1 1 0,1-1 0,1 1 0,0 0 0,13-21 0,-8 18 0,0 1 0,2 1 0,0 0 0,2 1 0,0 0 0,1 1 0,0 1 0,2 1 0,0 1 0,1 0 0,0 1 0,1 2 0,0 0 0,1 1 0,1 1 0,0 1 0,0 1 0,0 1 0,1 1 0,0 1 0,0 1 0,49-1 0,-52 5 0,-1 1 0,1 1 0,-1 1 0,1 0 0,-1 2 0,-1 0 0,1 1 0,-1 1 0,0 1 0,31 18 0,-37-18 0,-1 0 0,1 2 0,-2-1 0,1 2 0,-1-1 0,-1 1 0,0 1 0,0 0 0,-1 1 0,-1-1 0,0 2 0,-1-1 0,0 1 0,-1 0 0,4 15 0,-3 0-170,0 1-1,-3 0 0,0 0 1,-2 0-1,-1 0 0,-1 1 1,-6 36-1,1-32-6655</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04.662"/>
    </inkml:context>
    <inkml:brush xml:id="br0">
      <inkml:brushProperty name="width" value="0.05" units="cm"/>
      <inkml:brushProperty name="height" value="0.05" units="cm"/>
      <inkml:brushProperty name="color" value="#FFC114"/>
    </inkml:brush>
  </inkml:definitions>
  <inkml:trace contextRef="#ctx0" brushRef="#br0">25 91 24575,'-1'-1'0,"0"1"0,0 0 0,0 0 0,0 0 0,0 0 0,0 0 0,0 0 0,0 0 0,0 1 0,0-1 0,0 0 0,0 0 0,1 1 0,-1-1 0,0 1 0,0-1 0,0 1 0,0-1 0,1 1 0,-1-1 0,0 1 0,1 0 0,-1-1 0,0 1 0,1 0 0,-1 0 0,0 0 0,1 1 0,0-1 0,-1 1 0,1-1 0,0 1 0,0-1 0,1 1 0,-1-1 0,0 1 0,0-1 0,1 0 0,-1 1 0,1-1 0,-1 1 0,1-1 0,1 2 0,2 5 0,0-1 0,1 0 0,0-1 0,1 1 0,6 6 0,5 2 0,1-1 0,0 0 0,1-2 0,40 21 0,-48-28 0,1 0 0,0 0 0,1-1 0,-1-1 0,1 0 0,0-1 0,0 0 0,-1-1 0,1 0 0,16-2 0,-22 0 0,0-1 0,0 0 0,-1 0 0,1 0 0,-1-1 0,0 0 0,1 0 0,-1 0 0,-1-1 0,1 0 0,0 0 0,-1-1 0,0 1 0,0-1 0,0 0 0,-1-1 0,0 1 0,0-1 0,0 0 0,0 0 0,3-10 0,0 2 0,-2 0 0,0 0 0,0-1 0,-2 1 0,0-1 0,0 0 0,-1 0 0,-1 0 0,-1-15 0,0 27 0,0 0 0,-1 0 0,1-1 0,-1 1 0,0 0 0,0 0 0,-1-3 0,2 6 0,0-1 0,-1 1 0,1 0 0,0-1 0,0 1 0,0 0 0,-1 0 0,1-1 0,0 1 0,0 0 0,-1-1 0,1 1 0,0 0 0,-1 0 0,1 0 0,0-1 0,-1 1 0,1 0 0,0 0 0,-1 0 0,1 0 0,-1 0 0,0-1 0,1 2 0,-1-1 0,0 0 0,1 0 0,-1 1 0,0-1 0,0 0 0,1 1 0,-1-1 0,1 1 0,-1-1 0,0 1 0,1-1 0,-1 1 0,1-1 0,-1 1 0,1-1 0,-1 2 0,-4 7-12,0-1 1,0 1-1,1 1 0,-4 11 0,1-4-1294,-4 12-5520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05.048"/>
    </inkml:context>
    <inkml:brush xml:id="br0">
      <inkml:brushProperty name="width" value="0.05" units="cm"/>
      <inkml:brushProperty name="height" value="0.05" units="cm"/>
      <inkml:brushProperty name="color" value="#FFC114"/>
    </inkml:brush>
  </inkml:definitions>
  <inkml:trace contextRef="#ctx0" brushRef="#br0">243 177 24575,'-27'-27'0,"-1"1"0,-1 1 0,-1 2 0,-57-33 0,76 49 0,9 5 0,0 1 0,0-1 0,0 1 0,0 0 0,0 0 0,0 0 0,0 0 0,0 0 0,-1 1 0,-2-2 0,5 2 0,0 1 0,-1-1 0,1 0 0,0 0 0,0 0 0,-1 0 0,1 0 0,0 1 0,0-1 0,-1 0 0,1 0 0,0 1 0,0-1 0,0 0 0,-1 0 0,1 1 0,0-1 0,0 0 0,0 0 0,0 1 0,0-1 0,0 0 0,0 0 0,-1 1 0,1-1 0,0 0 0,0 1 0,0-1 0,0 0 0,0 1 0,0-1 0,0 0 0,1 1 0,-1-1 0,0 0 0,0 1 0,3 14 0,-2-13 0,65 285 0,-63-273-124,1 0 0,0 0 0,1-1 0,0 1 0,1-1 0,1-1-1,0 1 1,1-1 0,0 0 0,15 16 0,-5-12-6702</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05.360"/>
    </inkml:context>
    <inkml:brush xml:id="br0">
      <inkml:brushProperty name="width" value="0.05" units="cm"/>
      <inkml:brushProperty name="height" value="0.05" units="cm"/>
      <inkml:brushProperty name="color" value="#FFC114"/>
    </inkml:brush>
  </inkml:definitions>
  <inkml:trace contextRef="#ctx0" brushRef="#br0">13 99 24575,'0'-1'0,"-1"1"0,1 0 0,0 0 0,-1 0 0,1 0 0,-1 0 0,1 0 0,-1 0 0,1 0 0,0 0 0,-1 0 0,1 0 0,-1 0 0,1 1 0,-1-1 0,1 0 0,0 0 0,-1 0 0,1 0 0,0 1 0,-1-1 0,1 0 0,0 0 0,-1 1 0,1-1 0,0 0 0,-1 1 0,1-1 0,0 0 0,0 1 0,-1-1 0,1 1 0,0-1 0,0 0 0,-1 1 0,2 1 0,-1-1 0,0 0 0,1 0 0,-1 0 0,0 1 0,1-1 0,0 0 0,-1 0 0,1 0 0,0 0 0,-1 0 0,2 1 0,29 27 0,-4-8 0,1-3 0,1 0 0,1-2 0,0-1 0,37 13 0,-21-12 0,1-2 0,95 15 0,-97-23 0,0-2 0,0-1 0,46-5 0,-76 1 0,0 0 0,-1-1 0,1-1 0,-1 0 0,1-1 0,-1-1 0,0 0 0,-1-1 0,1-1 0,-1 0 0,-1 0 0,1-1 0,12-11 0,-18 11 0,0 1 0,-1-1 0,0 0 0,-1 0 0,0-1 0,0 1 0,0-1 0,-1-1 0,-1 1 0,0 0 0,3-14 0,-4 18 0,-1-1 0,0 1 0,0-1 0,-1 1 0,1-1 0,-1 1 0,-1-1 0,1 1 0,-1-1 0,0 1 0,0-1 0,0 1 0,-1-1 0,0 1 0,0 0 0,0 0 0,-1 0 0,1 0 0,-1 0 0,-1 1 0,-4-7 0,5 9-52,0 0-1,0 0 1,0 0-1,0 0 1,-1 0-1,1 1 1,0 0-1,-1-1 1,1 1-1,-1 1 1,1-1-1,-1 0 1,1 1-1,-1 0 1,0 0-1,1 0 1,-1 0-1,1 0 1,-1 1-1,0 0 0,1 0 1,0 0-1,-1 0 1,1 0-1,-6 3 1,-13 7-6774</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13.336"/>
    </inkml:context>
    <inkml:brush xml:id="br0">
      <inkml:brushProperty name="width" value="0.05" units="cm"/>
      <inkml:brushProperty name="height" value="0.05" units="cm"/>
      <inkml:brushProperty name="color" value="#FFC114"/>
    </inkml:brush>
  </inkml:definitions>
  <inkml:trace contextRef="#ctx0" brushRef="#br0">253 42 24575,'0'-2'0,"0"1"0,0-1 0,0 1 0,0-1 0,0 0 0,0 1 0,-1-1 0,1 1 0,0-1 0,-1 1 0,1-1 0,-1 1 0,0-1 0,1 1 0,-1 0 0,0-1 0,0 1 0,0 0 0,0 0 0,0-1 0,0 1 0,-1 0 0,1 0 0,0 0 0,0 0 0,-1 1 0,1-1 0,0 0 0,-1 0 0,1 1 0,-1-1 0,1 1 0,-1-1 0,1 1 0,-1 0 0,0 0 0,1 0 0,-1 0 0,1 0 0,-1 0 0,-2 0 0,-4 1 0,0 1 0,0-1 0,1 1 0,-1 1 0,1-1 0,-1 1 0,-7 5 0,4-2 0,1 1 0,-1 0 0,2 1 0,-1-1 0,1 2 0,0 0 0,1 0 0,0 0 0,0 1 0,1 0 0,1 0 0,0 1 0,-9 21 0,12-26 0,1 0 0,0 1 0,0 0 0,0-1 0,1 1 0,0 0 0,1 0 0,0 0 0,0 0 0,0 0 0,1 0 0,-1-1 0,2 1 0,-1 0 0,1 0 0,0-1 0,1 1 0,-1-1 0,1 0 0,0 1 0,1-2 0,0 1 0,0 0 0,0-1 0,0 1 0,6 4 0,-4-5-97,1 0-1,-1 0 1,1-1-1,0 0 1,0 0-1,1 0 1,-1-1-1,1 0 1,0-1-1,-1 0 1,1 0-1,0 0 0,14 0 1,19 0-6729</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13.711"/>
    </inkml:context>
    <inkml:brush xml:id="br0">
      <inkml:brushProperty name="width" value="0.05" units="cm"/>
      <inkml:brushProperty name="height" value="0.05" units="cm"/>
      <inkml:brushProperty name="color" value="#FFC114"/>
    </inkml:brush>
  </inkml:definitions>
  <inkml:trace contextRef="#ctx0" brushRef="#br0">156 52 24575,'0'-1'0,"0"-1"0,0 1 0,0 0 0,0 0 0,-1 0 0,1-1 0,0 1 0,-1 0 0,1 0 0,0 0 0,-1 0 0,0-1 0,1 1 0,-1 0 0,1 0 0,-1 0 0,0 0 0,0 1 0,0-1 0,0 0 0,0 0 0,0 0 0,-1-1 0,-1 1 0,0 0 0,1 0 0,-1 0 0,1 1 0,-1-1 0,0 1 0,0-1 0,1 1 0,-1 0 0,-4 0 0,1 1 0,-1 0 0,1 0 0,0 0 0,0 0 0,0 1 0,0 0 0,0 1 0,0-1 0,-7 5 0,10-4 0,0 0 0,0 0 0,0 0 0,0 0 0,0 0 0,0 1 0,1-1 0,0 1 0,0 0 0,0 0 0,0 0 0,0 0 0,1 0 0,0 0 0,-1 0 0,2 0 0,-1 1 0,0-1 0,1 0 0,0 1 0,0-1 0,0 0 0,1 1 0,-1-1 0,1 0 0,0 0 0,3 9 0,-3-10 0,1 1 0,0 0 0,-1-1 0,1 1 0,0-1 0,1 0 0,-1 1 0,0-1 0,1 0 0,0 0 0,0-1 0,0 1 0,0-1 0,0 1 0,0-1 0,1 0 0,-1 0 0,1 0 0,0-1 0,-1 1 0,1-1 0,0 0 0,0 0 0,0 0 0,0-1 0,0 1 0,0-1 0,0 0 0,0 0 0,5-1 0,-4 0 0,0 0 0,-1 0 0,1-1 0,0 1 0,-1-1 0,1 0 0,-1 0 0,0-1 0,0 0 0,0 1 0,0-1 0,0 0 0,-1-1 0,1 1 0,-1-1 0,0 1 0,0-1 0,0 0 0,0 0 0,-1-1 0,1 1 0,-1 0 0,-1-1 0,4-8 0,-4 9 0,0 0 0,-1 0 0,1-1 0,-1 1 0,1 0 0,-1-1 0,-1 1 0,1 0 0,-1-1 0,1 1 0,-1 0 0,0-1 0,-1 1 0,1 0 0,-1 0 0,0 0 0,0 0 0,0 1 0,0-1 0,-1 0 0,1 1 0,-1 0 0,0-1 0,0 1 0,0 0 0,-1 1 0,-6-5 0,4 3-273,0 1 0,0 0 0,-1 0 0,-9-3 0,-3 1-6553</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14.135"/>
    </inkml:context>
    <inkml:brush xml:id="br0">
      <inkml:brushProperty name="width" value="0.05" units="cm"/>
      <inkml:brushProperty name="height" value="0.05" units="cm"/>
      <inkml:brushProperty name="color" value="#FFC114"/>
    </inkml:brush>
  </inkml:definitions>
  <inkml:trace contextRef="#ctx0" brushRef="#br0">134 277 24575,'2'-1'0,"-1"0"0,0 0 0,0 0 0,-1 0 0,1 0 0,0 0 0,0-1 0,0 1 0,-1 0 0,1-1 0,-1 1 0,1 0 0,-1-1 0,0 1 0,1-1 0,-1 1 0,0-1 0,0 1 0,0-1 0,0 1 0,0 0 0,-1-3 0,1 2 0,-1 0 0,0-1 0,0 1 0,0 0 0,0 0 0,0 0 0,-1 1 0,1-1 0,-1 0 0,1 0 0,-1 1 0,0-1 0,-2-1 0,2 1 0,-1 0 0,0 0 0,0 0 0,1 1 0,-1-1 0,0 1 0,0 0 0,0 0 0,-1 0 0,1 0 0,0 0 0,0 1 0,0 0 0,-1-1 0,1 1 0,0 0 0,0 1 0,-1-1 0,1 0 0,-6 2 0,5 1 0,0 0 0,1-1 0,-1 1 0,1 0 0,-1 1 0,1-1 0,0 0 0,0 1 0,1 0 0,-1 0 0,1 0 0,0 0 0,0 0 0,0 0 0,0 1 0,-1 8 0,1-8 0,1 0 0,0 0 0,0 0 0,1 0 0,-1 0 0,1 0 0,1 0 0,-1 0 0,0 0 0,1 0 0,0 0 0,1 0 0,-1 0 0,1 0 0,2 5 0,-3-8 0,0-1 0,0 1 0,1 0 0,-1 0 0,1-1 0,-1 1 0,1-1 0,-1 0 0,1 1 0,0-1 0,0 0 0,0 0 0,0 0 0,0 0 0,0 0 0,0-1 0,0 1 0,0 0 0,0-1 0,0 0 0,0 1 0,1-1 0,-1 0 0,0 0 0,0 0 0,0-1 0,0 1 0,1 0 0,-1-1 0,0 1 0,0-1 0,0 0 0,0 0 0,0 0 0,3-2 0,2 0 0,0-1 0,-1 0 0,1-1 0,-1 1 0,0-1 0,0-1 0,0 1 0,7-11 0,-4 3 0,-2-1 0,0 0 0,0 0 0,-1-1 0,-1 0 0,-1 0 0,0 0 0,-1 0 0,0-1 0,-1 0 0,-1 1 0,-1-1 0,0 0 0,-1 1 0,-5-30 0,5 41 0,0 0 0,0 0 0,-1 0 0,1 0 0,-1 0 0,0 1 0,0-1 0,0 0 0,-1 1 0,-2-4 0,4 6 0,1 0 0,-1 1 0,0-1 0,1 1 0,-1 0 0,1-1 0,-1 1 0,0-1 0,1 1 0,-1 0 0,0-1 0,1 1 0,-1 0 0,0 0 0,0 0 0,1 0 0,-1 0 0,0 0 0,0 0 0,1 0 0,-1 0 0,0 0 0,-1 0 0,1 1 0,-1 0 0,1 0 0,0 0 0,-1 0 0,1 0 0,0 0 0,0 0 0,0 0 0,0 1 0,0-1 0,0 0 0,0 1 0,0-1 0,0 1 0,0 2 0,-4 8 29,1 0-1,0 0 1,1 0-1,1 0 0,0 1 1,1-1-1,0 1 1,0-1-1,2 1 1,0 0-1,4 22 1,-2-20-200,0-1 0,1 1 1,1-1-1,0 0 0,1 0 1,1-1-1,0 0 0,1 0 1,15 19-1,-1-8-6655</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14.466"/>
    </inkml:context>
    <inkml:brush xml:id="br0">
      <inkml:brushProperty name="width" value="0.05" units="cm"/>
      <inkml:brushProperty name="height" value="0.05" units="cm"/>
      <inkml:brushProperty name="color" value="#FFC114"/>
    </inkml:brush>
  </inkml:definitions>
  <inkml:trace contextRef="#ctx0" brushRef="#br0">117 67 24575,'-7'0'0,"10"0"0,20-3 0,-21 2 0,-1 1 0,1 0 0,0-1 0,0 1 0,-1-1 0,1 0 0,-1 0 0,1 1 0,0-1 0,-1 0 0,3-3 0,-4 4 0,1-1 0,-1 1 0,0-1 0,0 0 0,1 1 0,-1-1 0,0 0 0,0 1 0,0-1 0,0 0 0,0 0 0,0 1 0,0-1 0,0 0 0,0 1 0,0-1 0,0 0 0,-1 1 0,1-1 0,0 0 0,0 1 0,-1-1 0,1 1 0,0-1 0,-1 0 0,1 1 0,-1-1 0,1 1 0,0-1 0,-1 1 0,1-1 0,-1 1 0,0 0 0,1-1 0,-1 0 0,-3-2 0,1 0 0,-1 0 0,0 1 0,1-1 0,-1 1 0,0 0 0,-1 0 0,1 0 0,0 0 0,0 1 0,-1-1 0,1 1 0,-1 0 0,1 1 0,-1-1 0,0 1 0,1 0 0,-1 0 0,-4 1 0,6-1 0,-1 1 0,1 0 0,0 0 0,0 0 0,0 0 0,1 1 0,-1-1 0,0 1 0,0 0 0,1-1 0,-1 1 0,1 0 0,0 1 0,-1-1 0,1 0 0,0 1 0,0-1 0,0 1 0,1-1 0,-1 1 0,1 0 0,-1 0 0,1 0 0,0 0 0,0 0 0,0 0 0,1 0 0,-1 4 0,0-1 17,1 0-1,-1-1 0,1 1 0,1 0 1,-1 0-1,1 0 0,0-1 0,0 1 1,1-1-1,0 1 0,0-1 0,0 1 1,0-1-1,1 0 0,0 0 0,0 0 1,1 0-1,-1-1 0,1 1 0,5 4 1,-1-2-173,0 0 1,0-1 0,0 0 0,1 0 0,0-1 0,0 0 0,1-1-1,-1 0 1,1 0 0,14 3 0,13 0-6671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14.653"/>
    </inkml:context>
    <inkml:brush xml:id="br0">
      <inkml:brushProperty name="width" value="0.05" units="cm"/>
      <inkml:brushProperty name="height" value="0.05" units="cm"/>
      <inkml:brushProperty name="color" value="#FFC114"/>
    </inkml:brush>
  </inkml:definitions>
  <inkml:trace contextRef="#ctx0" brushRef="#br0">33 1 24575,'0'3'0,"3"4"0,4 6 0,3 4 0,3 5 0,3 4 0,0 4 0,1 5 0,-2 2 0,-7 4 0,-7 3 0,-13 0 0,-13-2 0,-8 4 0,-3-12 0,3-12-8191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15.001"/>
    </inkml:context>
    <inkml:brush xml:id="br0">
      <inkml:brushProperty name="width" value="0.05" units="cm"/>
      <inkml:brushProperty name="height" value="0.05" units="cm"/>
      <inkml:brushProperty name="color" value="#FFC114"/>
    </inkml:brush>
  </inkml:definitions>
  <inkml:trace contextRef="#ctx0" brushRef="#br0">41 4 24575,'3'-3'0,"1"2"0,-1 4 0,-3 8 0,-4 6 0,-2 8 0,-3 7 0,1 4 0,-2 4 0,1 5 0,5 2 0,6 0 0,8 0 0,12-2 0,9-3 0,15-4 0,0-7-8191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18.325"/>
    </inkml:context>
    <inkml:brush xml:id="br0">
      <inkml:brushProperty name="width" value="0.05" units="cm"/>
      <inkml:brushProperty name="height" value="0.05" units="cm"/>
      <inkml:brushProperty name="color" value="#FFC114"/>
    </inkml:brush>
  </inkml:definitions>
  <inkml:trace contextRef="#ctx0" brushRef="#br0">220 0 24575,'-3'2'0,"0"-1"0,-1 1 0,1 0 0,0 0 0,0 0 0,0 0 0,1 0 0,-1 1 0,0-1 0,1 1 0,-1 0 0,1 0 0,-4 5 0,-2 7 0,1-1 0,0 1 0,0 0 0,2 1 0,0-1 0,-4 20 0,-12 100 0,18-110 0,-62 677 0,56-581 0,-2 51 312,-7 76-1989,17-238-5149</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18.793"/>
    </inkml:context>
    <inkml:brush xml:id="br0">
      <inkml:brushProperty name="width" value="0.05" units="cm"/>
      <inkml:brushProperty name="height" value="0.05" units="cm"/>
      <inkml:brushProperty name="color" value="#FFC114"/>
    </inkml:brush>
  </inkml:definitions>
  <inkml:trace contextRef="#ctx0" brushRef="#br0">0 1 24575,'1'18'0,"1"0"0,4 20 0,1 5 0,-4-19 0,-2-5 0,1 0 0,1-1 0,1 0 0,0 1 0,14 33 0,-17-51 0,0 1 0,0 0 0,0-1 0,0 1 0,0 0 0,0-1 0,1 1 0,-1-1 0,1 0 0,-1 1 0,1-1 0,-1 0 0,1 0 0,0 0 0,-1 0 0,1 0 0,0-1 0,0 1 0,0 0 0,2 0 0,-1-1 0,1 0 0,-1 0 0,1 0 0,-1 0 0,1-1 0,-1 1 0,1-1 0,-1 0 0,0 0 0,6-2 0,4-4 0,1 0 0,-1-1 0,-1-1 0,14-11 0,-3 1 0,34-36 0,-50 47 0,0 0 0,0-1 0,-1 0 0,0 0 0,-1 0 0,0-1 0,7-19 0,-17 68-1365,1-23-5461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21.357"/>
    </inkml:context>
    <inkml:brush xml:id="br0">
      <inkml:brushProperty name="width" value="0.05" units="cm"/>
      <inkml:brushProperty name="height" value="0.05" units="cm"/>
      <inkml:brushProperty name="color" value="#FFC114"/>
    </inkml:brush>
  </inkml:definitions>
  <inkml:trace contextRef="#ctx0" brushRef="#br0">19 204 24575,'-2'-2'0,"0"-1"0,0 1 0,0-1 0,1 0 0,-1 1 0,1-1 0,0 0 0,0 0 0,0 0 0,0 0 0,0 0 0,0 0 0,1 0 0,0 0 0,0-1 0,0 1 0,0 0 0,0-4 0,1 3 0,-1-1 0,1 1 0,0 0 0,0-1 0,1 1 0,-1 0 0,1 0 0,0 0 0,0 0 0,0 0 0,0 1 0,5-6 0,2 0 0,1 1 0,1 0 0,-1 1 0,1 0 0,1 1 0,-1 0 0,1 0 0,0 1 0,0 1 0,0 0 0,22-3 0,-16 3 0,1 2 0,0 0 0,0 1 0,0 1 0,1 0 0,-1 2 0,23 4 0,-34-4 0,-1 0 0,0 0 0,1 1 0,-1 0 0,0 0 0,-1 0 0,1 1 0,-1 0 0,1 1 0,-1-1 0,0 1 0,5 6 0,-8-8 0,0 1 0,-1-1 0,1 1 0,-1 0 0,0-1 0,0 1 0,0 0 0,-1 0 0,0 1 0,1-1 0,-1 0 0,0 0 0,-1 1 0,1-1 0,-1 0 0,0 1 0,0-1 0,-1 0 0,1 1 0,-1-1 0,0 0 0,-1 6 0,-2-1 0,1 1 0,-1-1 0,-1 0 0,1-1 0,-1 1 0,-1-1 0,0 0 0,0 0 0,-1-1 0,1 1 0,-10 5 0,-6 5 0,-1-1 0,-38 21 0,70-41 0,-1 0 0,1 0 0,-1 2 0,1-1 0,0 1 0,0 0 0,0 0 0,-1 1 0,13 2 0,-14-2 0,1 1 0,-1 0 0,0 0 0,1 0 0,-1 1 0,0 0 0,0 1 0,-1 0 0,1 0 0,0 0 0,-1 1 0,0 0 0,0 0 0,0 0 0,8 8 0,-11-7 0,1-1 0,-1 0 0,0 1 0,0-1 0,-1 1 0,0 0 0,1 0 0,-1 0 0,-1 0 0,1 0 0,-1 0 0,0 1 0,0-1 0,-1 0 0,1 1 0,-1-1 0,0 0 0,-1 1 0,1-1 0,-3 7 0,2-5 0,-2-1 0,1 0 0,-1 1 0,0-1 0,0 0 0,-1-1 0,1 1 0,-1-1 0,-1 1 0,1-1 0,-1-1 0,0 1 0,0 0 0,0-1 0,-11 7 0,-3-2 0,0 0 0,-1 0 0,0-2 0,0-1 0,-1 0 0,1-2 0,-1 0 0,0-1 0,0-1 0,-32-1 0,42-2 49,1 0 0,0-1 0,0 0-1,-1 0 1,2-1 0,-14-6 0,19 8-144,0-1 0,0 0 0,0 0 0,0-1 1,1 1-1,-1-1 0,1 0 0,0 0 0,0 0 0,0 0 1,0-1-1,0 1 0,1-1 0,-1 1 0,1-1 1,0 0-1,-2-5 0,0-7-6731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21.746"/>
    </inkml:context>
    <inkml:brush xml:id="br0">
      <inkml:brushProperty name="width" value="0.05" units="cm"/>
      <inkml:brushProperty name="height" value="0.05" units="cm"/>
      <inkml:brushProperty name="color" value="#FFC114"/>
    </inkml:brush>
  </inkml:definitions>
  <inkml:trace contextRef="#ctx0" brushRef="#br0">150 31 24575,'0'-1'0,"0"-1"0,0 1 0,0 0 0,-1 0 0,1 0 0,-1 0 0,1 0 0,-1-1 0,1 1 0,-1 0 0,1 0 0,-1 0 0,0 0 0,0 1 0,0-1 0,1 0 0,-1 0 0,0 0 0,0 1 0,0-1 0,0 0 0,0 1 0,0-1 0,0 1 0,-1-1 0,1 1 0,0 0 0,-1-1 0,-1 0 0,1 1 0,0-1 0,0 1 0,0 0 0,-1-1 0,1 1 0,0 0 0,0 1 0,-1-1 0,1 0 0,0 0 0,0 1 0,0 0 0,-3 0 0,-1 3 0,0 0 0,1 0 0,0 1 0,-1 0 0,2 0 0,-1 0 0,0 0 0,1 1 0,0 0 0,1 0 0,-1 0 0,1 0 0,-4 11 0,2-3 0,0 0 0,1 1 0,1 0 0,0-1 0,-1 20 0,3-25 0,1 0 0,1-1 0,0 1 0,0 0 0,1-1 0,0 1 0,0-1 0,1 1 0,0-1 0,0 0 0,1 0 0,6 10 0,-8-15 0,1 1 0,-1-1 0,1 0 0,0 0 0,0 0 0,0 0 0,0 0 0,0 0 0,0-1 0,1 0 0,-1 0 0,1 0 0,0 0 0,0 0 0,0-1 0,-1 1 0,1-1 0,1 0 0,-1-1 0,0 1 0,0 0 0,0-1 0,0 0 0,0 0 0,0-1 0,1 1 0,6-2 0,-4 0 0,1-1 0,-1 0 0,0 0 0,0 0 0,0-1 0,0 0 0,0 0 0,-1 0 0,0-1 0,0 0 0,0 0 0,0-1 0,-1 0 0,0 0 0,0 0 0,-1-1 0,0 1 0,0-1 0,0 0 0,-1 0 0,0 0 0,0-1 0,-1 1 0,0-1 0,2-15 0,-3 15 0,0 0 0,-1 0 0,0 0 0,-1-1 0,1 1 0,-1 0 0,-1 0 0,0 0 0,0 0 0,0 0 0,-1 0 0,0 1 0,-1-1 0,1 1 0,-2 0 0,1 0 0,-1 0 0,0 1 0,0 0 0,-1 0 0,1 0 0,-1 0 0,-1 1 0,-11-8 0,15 11-45,0 0-1,-1 0 1,1 0-1,-1 1 1,0-1-1,0 1 1,1 0-1,-1 0 1,0 0-1,0 0 1,0 1-1,0 0 1,0-1-1,0 2 1,0-1-1,0 0 1,0 1-1,0-1 1,1 1-1,-1 0 1,0 1-1,0-1 1,1 1-1,-1-1 0,1 1 1,-1 0-1,1 1 1,0-1-1,-4 4 1,-6 7-6781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22.135"/>
    </inkml:context>
    <inkml:brush xml:id="br0">
      <inkml:brushProperty name="width" value="0.05" units="cm"/>
      <inkml:brushProperty name="height" value="0.05" units="cm"/>
      <inkml:brushProperty name="color" value="#FFC114"/>
    </inkml:brush>
  </inkml:definitions>
  <inkml:trace contextRef="#ctx0" brushRef="#br0">132 31 24575,'0'-2'0,"0"1"0,-1-1 0,1 1 0,0 0 0,-1-1 0,1 1 0,-1 0 0,0 0 0,1-1 0,-1 1 0,0 0 0,0 0 0,0 0 0,0 0 0,0 0 0,0 0 0,0 0 0,0 0 0,0 0 0,0 1 0,-1-1 0,1 0 0,0 1 0,0-1 0,-1 1 0,1-1 0,0 1 0,-1 0 0,1-1 0,-2 1 0,0-1 0,0 1 0,0 0 0,-1-1 0,1 1 0,0 0 0,0 0 0,0 1 0,0-1 0,0 1 0,0-1 0,0 1 0,-5 2 0,3 1 0,1-1 0,-1 1 0,1-1 0,0 1 0,0 1 0,1-1 0,-1 0 0,1 1 0,0 0 0,1 0 0,-1 0 0,1 0 0,-1 0 0,2 0 0,-1 1 0,1-1 0,-1 1 0,1-1 0,1 1 0,-1-1 0,1 9 0,0-2 0,1 0 0,0 0 0,1 0 0,0 0 0,0-1 0,1 1 0,1-1 0,0 1 0,6 10 0,-7-17 0,0 0 0,-1 0 0,2-1 0,-1 1 0,0-1 0,1 0 0,0 0 0,0 0 0,0-1 0,1 1 0,-1-1 0,1 0 0,0 0 0,-1 0 0,1-1 0,1 0 0,5 2 0,-4-2 0,-1-1 0,0-1 0,1 1 0,-1-1 0,0 0 0,1 0 0,-1-1 0,0 1 0,1-2 0,-1 1 0,0-1 0,0 1 0,0-2 0,10-4 0,-10 4 0,0-1 0,0 0 0,0 1 0,-1-2 0,0 1 0,0 0 0,0-1 0,0 0 0,-1 0 0,1-1 0,-2 1 0,1-1 0,0 0 0,-1 0 0,0 0 0,-1-1 0,1 1 0,-1 0 0,1-8 0,-2 8 0,0 0 0,-1 1 0,0-1 0,0 0 0,0 1 0,-1-1 0,1 1 0,-1-1 0,-1 1 0,1-1 0,-1 1 0,0-1 0,0 1 0,-1 0 0,1 0 0,-1 0 0,0 1 0,-1-1 0,1 1 0,-1-1 0,0 1 0,0 0 0,-6-4 0,6 4-40,0 1 0,-1 0 0,1 0 0,-1 1-1,1 0 1,-1-1 0,0 2 0,0-1 0,0 0 0,0 1 0,0 0-1,0 0 1,0 1 0,-1-1 0,1 1 0,0 0 0,0 0-1,-1 1 1,1 0 0,0 0 0,0 0 0,0 0 0,0 1 0,0 0-1,0 0 1,1 0 0,-1 1 0,1-1 0,-1 1 0,1 0-1,0 1 1,0-1 0,-5 6 0,-2 6-6786</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22.476"/>
    </inkml:context>
    <inkml:brush xml:id="br0">
      <inkml:brushProperty name="width" value="0.05" units="cm"/>
      <inkml:brushProperty name="height" value="0.05" units="cm"/>
      <inkml:brushProperty name="color" value="#FFC114"/>
    </inkml:brush>
  </inkml:definitions>
  <inkml:trace contextRef="#ctx0" brushRef="#br0">132 30 24575,'0'-1'0,"0"0"0,-1 0 0,1 0 0,0 0 0,0 0 0,0 0 0,0 0 0,-1 0 0,1 0 0,-1 0 0,1 0 0,-1 0 0,1 1 0,-1-1 0,1 0 0,-1 0 0,1 0 0,-1 1 0,0-1 0,0 0 0,1 0 0,-1 1 0,0-1 0,0 1 0,0-1 0,0 1 0,0-1 0,0 1 0,0 0 0,0-1 0,0 1 0,0 0 0,0 0 0,0 0 0,0 0 0,0 0 0,0 0 0,-1 0 0,-1 0 0,-1 0 0,1 0 0,-1 1 0,1 0 0,0-1 0,-1 1 0,1 1 0,0-1 0,0 0 0,-3 2 0,0 1 0,1 0 0,0 0 0,1 0 0,-1 0 0,1 1 0,0 0 0,0 0 0,0 0 0,1 0 0,0 0 0,0 1 0,0 0 0,1-1 0,-1 1 0,1 0 0,1 0 0,-1 1 0,1-1 0,0 0 0,1 0 0,-1 0 0,1 1 0,0-1 0,1 0 0,2 12 0,-2-12 0,1 1 0,-1 0 0,2-1 0,-1 0 0,1 1 0,0-1 0,0 0 0,1 0 0,0 0 0,0-1 0,0 0 0,0 1 0,1-1 0,0-1 0,0 1 0,1-1 0,-1 0 0,1 0 0,0 0 0,0-1 0,0 0 0,0 0 0,10 2 0,-6-3 0,0 0 0,0-1 0,0 0 0,1-1 0,-1 0 0,0-1 0,0 0 0,0 0 0,0-1 0,0-1 0,0 1 0,0-2 0,-1 1 0,13-7 0,-17 7 0,1 0 0,-1-1 0,0 0 0,0 1 0,0-1 0,-1-1 0,1 1 0,-1-1 0,0 0 0,6-9 0,-8 10 0,0 0 0,0-1 0,0 1 0,-1 0 0,0-1 0,0 1 0,0-1 0,0 0 0,-1 1 0,1-1 0,-1 1 0,0-1 0,-1 0 0,1 1 0,-3-9 0,1 6 17,-1 0-1,0 0 0,0 0 0,-1 0 1,0 1-1,0 0 0,0 0 0,-1 0 1,0 0-1,0 1 0,-1 0 0,1 0 1,-1 0-1,0 1 0,0 0 0,-1 0 1,1 0-1,-1 1 0,0 0 0,-9-3 1,1 1-207,0 0 0,-1 1 1,1 1-1,-1 0 0,0 1 1,0 1-1,1 1 1,-26 2-1,3 4-6636</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23.150"/>
    </inkml:context>
    <inkml:brush xml:id="br0">
      <inkml:brushProperty name="width" value="0.05" units="cm"/>
      <inkml:brushProperty name="height" value="0.05" units="cm"/>
      <inkml:brushProperty name="color" value="#FFC114"/>
    </inkml:brush>
  </inkml:definitions>
  <inkml:trace contextRef="#ctx0" brushRef="#br0">126 3 24575,'5'-3'0,"-9"13"0,-19 29 0,7-14 0,3 1 0,0-1 0,1 2 0,2 0 0,1 0 0,1 1 0,1-1 0,1 2 0,2-1 0,-1 38 0,4-46 0,2 0 0,1 0 0,0-1 0,1 1 0,1-1 0,1 0 0,1 0 0,1 0 0,0-1 0,1 0 0,1 0 0,1-1 0,0 0 0,19 22 0,-10-18-273,1-2 0,0 0 0,1-1 0,42 27 0,12 0-6553</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23.586"/>
    </inkml:context>
    <inkml:brush xml:id="br0">
      <inkml:brushProperty name="width" value="0.05" units="cm"/>
      <inkml:brushProperty name="height" value="0.05" units="cm"/>
      <inkml:brushProperty name="color" value="#FFC114"/>
    </inkml:brush>
  </inkml:definitions>
  <inkml:trace contextRef="#ctx0" brushRef="#br0">6 3 24575,'-5'-3'0,"7"11"0,8 12 0,3-1 0,29 33 0,-4-5 0,-4-1 0,50 92 0,-70-111 0,-2 2 0,0-1 0,-2 2 0,-1-1 0,6 33 0,-14-50-68,1-1 0,-1 1-1,-1-1 1,0 1 0,0 0 0,-1-1-1,-1 1 1,0-1 0,-1 1 0,0-1-1,0 0 1,-1 0 0,-1 0 0,0-1-1,0 1 1,-1-1 0,0-1-1,-1 1 1,-14 15 0,-19 13-6758</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2T08:38:47.278"/>
    </inkml:context>
    <inkml:brush xml:id="br0">
      <inkml:brushProperty name="width" value="0.05" units="cm"/>
      <inkml:brushProperty name="height" value="0.05" units="cm"/>
      <inkml:brushProperty name="color" value="#FFC114"/>
    </inkml:brush>
  </inkml:definitions>
  <inkml:trace contextRef="#ctx0" brushRef="#br0">441 1 24575,'0'2'0,"-1"0"0,0 0 0,1 0 0,-1 0 0,0 0 0,0 0 0,0 0 0,-1-1 0,1 1 0,-2 2 0,-2 3 0,-42 60 0,-106 169 0,-52 165 0,190-356-1365,11-29-5461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1T04:41:36.642"/>
    </inkml:context>
    <inkml:brush xml:id="br0">
      <inkml:brushProperty name="width" value="0.05" units="cm"/>
      <inkml:brushProperty name="height" value="0.05" units="cm"/>
      <inkml:brushProperty name="color" value="#FFC114"/>
    </inkml:brush>
  </inkml:definitions>
  <inkml:trace contextRef="#ctx0" brushRef="#br0">1 0 24575,'0'0'-8191</inkml:trace>
</inkml:ink>
</file>

<file path=ppt/ink/ink127.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6-22T09:51:51.185"/>
    </inkml:context>
    <inkml:brush xml:id="br0">
      <inkml:brushProperty name="width" value="0.05292" units="cm"/>
      <inkml:brushProperty name="height" value="0.05292" units="cm"/>
    </inkml:brush>
  </inkml:definitions>
  <inkml:trace contextRef="#ctx0" brushRef="#br0">16373 17973 0,'0'0'15,"-66"13"1,66-40-1,-79 54 1,66-1-16,0 14 31,13-14-15,0-12-16,0 25 16,13-26-1,13-13 1,-13 0-1</inkml:trace>
  <inkml:trace contextRef="#ctx0" brushRef="#br0" timeOffset="899.07">12062 17444 0,'0'0'0,"13"-14"16,0-12-16,14-14 16,-1 67 15,-13 12-31,1 1 15,-1 119 1,-13-93-16,-13 159 31</inkml:trace>
  <inkml:trace contextRef="#ctx0" brushRef="#br0" timeOffset="1061.3">11850 17920 0,'0'0'16,"0"-53"0,172 13 15,-26 14-15</inkml:trace>
  <inkml:trace contextRef="#ctx0" brushRef="#br0" timeOffset="1212.82">12009 17549 0,'-79'-66'15,"158"132"-15,-132-238 32,93 159-32,198 26 31</inkml:trace>
  <inkml:trace contextRef="#ctx0" brushRef="#br0" timeOffset="2196.08">12432 17721 0,'-26'-26'31,"52"52"-31,-26-118 31,13 78-31,-39 14 31,-80 133 1,66-41-1,80-78 0,13-41-15,-13-26 15,-27 66 0,0 80 0,14-40 1,92-93-1,-27-118 0,-79 65-15,-13 40 15,-52 146 0,52-1 1,52-65-1,-38-27-31,52-66 31,-53 39-15,-13 1-16,40-27 31,26 39 0,-66 120 0,-13 27 1,13-41-1,0-65 0,0-41-31,-14-39 31,28 14 1,-1 26-1,0 13 0</inkml:trace>
  <inkml:trace contextRef="#ctx0" brushRef="#br0" timeOffset="4043.82">12776 17735 0,'0'0'0,"13"-14"16,-13 1-16,13 0 15,1-27 1,-28-26 15,-105 66 0,14 106 1,78 13-1,93-66 0,27-106 0,-80 40-31,66-106 32,-26 92-1,-39 40-16,-1 80 1,0-53-16,14 39 31,-14-79-31,13 0 16</inkml:trace>
  <inkml:trace contextRef="#ctx0" brushRef="#br0" timeOffset="4337.92">13160 17708 0,'66'-132'31,"-132"264"-31,105-277 31,-105 197 1,66 41-1,119 26 0,-79-26 0,-239-54 1</inkml:trace>
  <inkml:trace contextRef="#ctx0" brushRef="#br0" timeOffset="5459.6">14641 17020 0,'0'0'0,"26"-39"31,-12 52-31,-1 132 31,-40 265 0,-52-13 1,66-344-32,66 79 31,343-105 0,-250-27-31,661-14 31,872 28 1,-290-1-1,-357 13 0,-887-26-31,252 27 31,-344-27-31,53 0 32,-120-93-1,1-105 0,66-14 0,66-52 1,53-54-1,-159 186 0,-238 119 0,-436 13 1,-582 13-1,939 0-31,-966 1 31,371 12-15,383-13-1,-357 27 17,714-27-1,146-13-16,26-13 17,1 13 15</inkml:trace>
  <inkml:trace contextRef="#ctx0" brushRef="#br0" timeOffset="5879.34">16612 17549 0,'39'0'31,"-78"0"-31,52 40 31,-26-27-31,-54 80 32,28-14-1,78-145 0,80-146 0,-26 93-15,26 80 15,-79 118-15,-40 27-1,0-53-15,13 145 16</inkml:trace>
  <inkml:trace contextRef="#ctx0" brushRef="#br0" timeOffset="6018.19">16783 17589 0,'0'0'0,"-13"-66"31,79 53-15</inkml:trace>
  <inkml:trace contextRef="#ctx0" brushRef="#br0" timeOffset="6476.17">17154 17457 0,'53'-40'31,"-106"80"-31,92-40 32,-39 26-32,-39 120 31,12 12 0,27-144-31,53-41 31,66-118 1,-26 39-1,-67 225 0,14 66 0,79-172 1,0-211-1,-93 26 0,-92 172-15</inkml:trace>
  <inkml:trace contextRef="#ctx0" brushRef="#br0" timeOffset="6749.93">18146 17470 0,'0'0'0,"53"-79"31,-172 79-15,-40 119 15,159-93-15,92 120 0,-39-120-1,66 67 1,-132-80-1,-40 0-15,-277 14 16</inkml:trace>
  <inkml:trace contextRef="#ctx0" brushRef="#br0" timeOffset="8211.78">14707 15354 0,'0'0'0,"13"0"15,0 13 1,27 133 0,-40-80-1,27 198 1,-27-184-1,-14-14-15,-12 145 16,26-131 0,-13-14-16,26 119 15,0-132 1,0-13-16,186 65 16,-120-91-1,397-28 1,-304 1-1,661-40 1,-581 40 0,859-13-1,-820 26 1,912 39 0,-925-25-16,846 38 31,-978-52-16,171-13 1,-277 13 0,-14 0-16,1-13 15,-27 0-15,-14-27 32,14 14-17,0-1-15,0-79 16,40-52-1,0 25 1,13-78 0,-27 39-1,-13 93 1,-13 39-16,-26-53 31,-54 27 0,67 66-15,-106-26 0,-291-1 15,278 27-15,-14 0-16,-409-13 15,-596 0 16,900 13-31,0 0 16,-781 26 0,768-12-1,-689 12 1,755-13 0,-516 14-1,568-27-15,-118 13 16,-80 0 15,317-13-15,14 13-16,26 1 15,54 12 1,-54-26 0,119 26-1,-105-12-15</inkml:trace>
  <inkml:trace contextRef="#ctx0" brushRef="#br0" timeOffset="8928.52">16744 16068 0,'0'0'0,"-13"-39"15,39 65 16,0 14-15,-12-14-16,-1 27 16,0 53 15,-13-146 0,40-185 0,66 40 1,66 145-1,-67 120 0,-158 39 0,-52-66 1,105-53-1,26 0-31,146 13 31,79 80 0,-396-1 1,-199-79-1,291-26-31,13-13 0</inkml:trace>
  <inkml:trace contextRef="#ctx0" brushRef="#br0" timeOffset="9270.28">17511 15962 0,'0'0'0,"53"0"16,119-13 15,26 0 0,-185 13-31,-26-26 32,0 12-32,-67 1 31,41 79 0,39-39-31,39 145 31,-12-80-15,66 107 0</inkml:trace>
  <inkml:trace contextRef="#ctx0" brushRef="#br0" timeOffset="9666.81">18318 16042 0,'26'-53'32,"-52"106"-32,39 39 31,-13-39-31,-27 119 31,27-119 0,27-278 1,-27-26-1,53 185 0,119 172 0,-146 26 1,-264-66-1,198-66-31</inkml:trace>
  <inkml:trace contextRef="#ctx0" brushRef="#br0" timeOffset="10313.46">22206 16161 0,'0'0'16,"40"-27"15,-1 93 0,-25 225 1,-14-105-1,0-186 0,13-40-31,-13-158 31,-27-199 1,80 251-1,93 186 0,-133-14-31,40 93 31,-106-26-15,-66-14 0</inkml:trace>
  <inkml:trace contextRef="#ctx0" brushRef="#br0" timeOffset="10729.34">22801 16346 0,'53'-13'16,"-106"26"-16,146-106 31,-93 80-31,-40-27 31,-145 159 0,119 14 1,145-94-1,-52-52-31,25-13 15,41-67 17,-67 80-1,-26 39-31,-13 80 31,93 26 0</inkml:trace>
  <inkml:trace contextRef="#ctx0" brushRef="#br0" timeOffset="11100.59">23277 16372 0,'13'-53'16,"-26"106"-16,26-198 31,-105 171 0,-27 107 0,106-107-31,52 67 32,120-120-1,-53-92 0,-93 40 0,-26 79-31,-27 92 32,67 14-1,26-106-31</inkml:trace>
  <inkml:trace contextRef="#ctx0" brushRef="#br0" timeOffset="11314.73">23727 16346 0,'172'-146'31,"-344"292"-31,410-411 31,-251 265-31,-133 53 31,67 93 1,92-107-32,53 107 31,-396-1-15</inkml:trace>
  <inkml:trace contextRef="#ctx0" brushRef="#br0" timeOffset="16235.8">15038 14468 0,'0'0'0,"-14"-40"31,14 80 0,-39 145 0,-1 53 1,0-66-1,27-132 0,93-67 0,-54 14-31,172-27 32,133 14-1,185 13 0,145 0 0,53 13 1,239 26-1,-147-13 0,-78 14 0,-596-27-31,371 53 32,-1-1-1,-409-38-31,290 12 31,-131-26 0,-173 0 1,-79-13 30,-27-14-31,1-52 1,0-106-1,26 132-31,-14-158 31,14 158-31,27-80 31,-14 94 1,-26 39 14,-53 0-14,-93 0-1,-185 0 0,-211-27 0,-173 14 1,569 13-32,-621 13 31,79-13 0,53 0 0,53-13 1,119 13-1,26 26 0,318-26-15,-186 27 15,120-14 0,13 0 1,145-13-32,-79 14 31,-53-1 0,93 0 0,52 0 1,-12 14-1,52-14-16</inkml:trace>
  <inkml:trace contextRef="#ctx0" brushRef="#br0" timeOffset="17027.91">17220 14534 0,'0'0'31,"13"0"0,14 66 0,-27-26-15,0-14-16,0 27 16,0 13 15,-14-66-31,14-13 16,14-106 15,12-26 0,-13 118-31,67 1 31,52 105 1,-132-52-17,-53 39 1,-13-40 15,53-26-15,39 0-1,-13 0 1,93 13 0,-106 80 15,-13-80-16,-106 27 1,92-40 0,-39-27-1</inkml:trace>
  <inkml:trace contextRef="#ctx0" brushRef="#br0" timeOffset="17414.59">17617 14547 0,'0'0'0,"79"-13"16,-66 40 15,-13-14-15,0 79 0,0-65-1,-13 65 1,13-78-1,0-1-15,0-26 16,0-1-16,53-105 31,-53 93-15,53-106 0,-40 118-1,40 14 1,-40 14-1,27 105 1,-40-80 0,26 94-1,-26-107-15</inkml:trace>
  <inkml:trace contextRef="#ctx0" brushRef="#br0" timeOffset="17586.03">17736 14693 0,'0'0'0,"-14"0"16,28-13-1,-1 13 1,106 0 0,-79-14-1,39 1-15</inkml:trace>
  <inkml:trace contextRef="#ctx0" brushRef="#br0" timeOffset="17837.18">18212 14614 0,'13'-14'16,"-13"1"-16,-13 40 0,26-94 31,-13 41-15,-53 39 15,40 0-16,0 1-15,-27 25 16,40-12 0,0-14-16,53 27 15,0-1 1,26 1 0,-92 0-1,-133 13 1</inkml:trace>
  <inkml:trace contextRef="#ctx0" brushRef="#br0" timeOffset="19460.63">11083 13331 0,'13'-53'31,"-26"106"-31,-40-212 31,14 159-31,-107 13 32,-79 159-1,238 0 0,265-145 0,13-186 1,-238-53-1,-265 133 0,67 158-15</inkml:trace>
  <inkml:trace contextRef="#ctx0" brushRef="#br0" timeOffset="20007.39">10845 13635 0,'-26'-13'31,"52"26"-31,-79-13 31,40 26-31,-53 133 32,-40 132-1,93-238 0,145-80 0,80 14 1,-1 13-1,-184-13-31,26 0 15,-40-93 17,-26 66-32,-67-132 15,54 119 1,-54-79 0,67 119-1,-13 26 1,26 0-1,0 14-15</inkml:trace>
  <inkml:trace contextRef="#ctx0" brushRef="#br0" timeOffset="20670.49">11586 13529 0,'0'0'0,"-40"0"16,-53 0-1,93 13 1,0 1-16,80-1 16,-1-13-1,450 0 1,-344 0 0,675 0-1,-648-13-15,462-1 31,-370 1-15,-158 0 0,-133 13-1,-79 0 1</inkml:trace>
  <inkml:trace contextRef="#ctx0" brushRef="#br0" timeOffset="20886.95">14125 13437 0,'0'0'0,"-26"-53"32,26 39-17,26 14 1,1 0-16,118 67 31,-119-41-15,14 80-1,-212 39 17</inkml:trace>
  <inkml:trace contextRef="#ctx0" brushRef="#br0" timeOffset="21865.93">14733 13093 0,'0'-53'31,"0"106"-31,14-80 31,-28 212 1,-12 186-1,13-292-31,0 66 15,13 107 17,39-186-1,93-93 0,239-12 0,171 65 1,40 14-1,-291-27 0,-278-26 0,-26 0-31,-66-53 32,65 39-32,1-39 15,40-238 17,52-66-1,-13 131 0,-53 213-31,14-80 31,-40 27 1,-173 39-1,-343 27 0,-211 26 0,184 27 1,490-27-32,-40 0 31,133-13-16</inkml:trace>
  <inkml:trace contextRef="#ctx0" brushRef="#br0" timeOffset="22476.07">14879 13542 0,'0'0'0,"40"-26"31,39-53 1,-92-14-1,0 80-31,-27 13 16,-106 79 15,93 80 0,133-53-15,-54-106-1,93-40 1,-92 27 0,52-146-1,-66 119 1,-26-171-1,-13 211 17,12 185-1,14-145-15,40 118-1,-27-131 1,1-14-16</inkml:trace>
  <inkml:trace contextRef="#ctx0" brushRef="#br0" timeOffset="22796.03">15289 13463 0,'0'0'0,"13"-13"16,0 0 0,14 13 15,-14 0-16,14 0-15,25 0 16,15-53 15,-67 39-31,0 1 16,-80-26 0,-39 65 15,93 14-16,12-14-15,41 80 32,118-53-1</inkml:trace>
  <inkml:trace contextRef="#ctx0" brushRef="#br0" timeOffset="23100.88">15633 13370 0,'0'0'0,"-27"-105"32,54 144-1,52 107 0,-52-107-15,78 14-1,14-119 17,-92 0-17,-1-40 1,-52 40 15,13 79-31,-1 1 16,1 25-16</inkml:trace>
  <inkml:trace contextRef="#ctx0" brushRef="#br0" timeOffset="23258.29">16241 13384 0,'0'0'0,"13"0"31,-13 13-16</inkml:trace>
  <inkml:trace contextRef="#ctx0" brushRef="#br0" timeOffset="25883.87">15672 13833 0,'0'0'0,"0"-13"32,14 0-1,-14 0-31,-14 26 125,14 26-94,0-25-31,0 39 31,0 52 1,0-78-17,14 52 17,-14-66-32,13 67 31,-13-27 0,0-40-15,0 0 15,0 0 0,0 1-15,0-1-16,0 13 31,0 14 0,0-27-15,0 14 15,0-14 16,0 0-16,0 13 1,0-12-1,0-1 0,0 0-15,0 0-1,0 1 1</inkml:trace>
  <inkml:trace contextRef="#ctx0" brushRef="#br0" timeOffset="26334.89">15527 14574 0,'26'-13'32,"14"13"-1,13 53 0,0-27 0,0-39 1,-40 0-17,27-40 16,-40 39-31,13-12 32,-26 39-1,-40 53 0,40-52-31</inkml:trace>
  <inkml:trace contextRef="#ctx0" brushRef="#br0" timeOffset="27551.38">15831 14627 0,'-13'0'31,"26"26"16,-13-13-31,0 54-1,0-41 1,-26 53 15,13-39 1,39-53 14,80-14-14,92 27-1,-66 14-15,1-1 15,-120-13 0,-13-13 47,0-54-47,13-52 1,14 40-1,-27 66-15,0 0 62,-14-1-31,-158 14-16,-66 14 0,53-14 0,159 13-31,-1-13 32,27-13 30,14 13-31</inkml:trace>
  <inkml:trace contextRef="#ctx0" brushRef="#br0" timeOffset="32464.31">19151 17470 0,'0'0'0,"13"-26"31,-13 12-31,27-12 16,-14 26-1,0 26 1,-13-12 0,-13 157-1,13-131 1,-13 92 0,13-105-1,13-1 1</inkml:trace>
  <inkml:trace contextRef="#ctx0" brushRef="#br0" timeOffset="32866.33">19468 17496 0,'0'0'0,"13"-39"15,-13 26 16,-26 65 1,13-12-17,0 26 1,13-39 0,0-1-16,39 27 15,-26-53 1,40-26-1,-26 12 1,13-91 0,-40 12 15,-27 80-15,1 0-1,-14 39 1,13 0-1</inkml:trace>
  <inkml:trace contextRef="#ctx0" brushRef="#br0" timeOffset="33284.68">19772 17470 0,'0'-13'31,"14"13"-31,-28 13 0,1 0 47,0 93-16,13-80-31,0 54 16,13-67-1,67-13 1,-14-79 15,-80-54 1,1 107-17,-53 0 1,53 26-1,-27 26 1,40-13 0,-13 0-16</inkml:trace>
  <inkml:trace contextRef="#ctx0" brushRef="#br0" timeOffset="33696.15">20130 17496 0,'0'0'0,"0"-13"15,0-992 1,-14 1997 15,1-992-15,-27 66-1,40-39 1,0 65 0,14-65-1,-1-1-15,53 14 16,27-80 15,-67 14-15,-13-80-1,-13 79 1,-39-65 0,25 92-1,-52 0 1,53 13 0,-27 27-1</inkml:trace>
  <inkml:trace contextRef="#ctx0" brushRef="#br0" timeOffset="34164.29">20540 17444 0,'0'0'0,"-14"-27"15,-25 40 17,-14 53-1,40-39-31,-1 13 16,41 79 15,-27-106-16,13 0-15,27 0 16,26-66 15,-53 27-31,0-1 16,14-25 0,-14 25-16,-13 14 31,0 39-16,0-12-15,-13 52 32,13-40-32,0 40 31</inkml:trace>
  <inkml:trace contextRef="#ctx0" brushRef="#br0" timeOffset="34805.26">20751 17496 0,'0'0'0,"-13"-39"32,13 78 14,0 54-14,0-53-17,0-14 17,0-118-1,0-27 0,40 52 0,13 54 1,-40 40-17,-13 12 1,-53 1 15,26-14 0,41 1 1,91 13-1,-65 26 0,-93-27 0,-66-52 1</inkml:trace>
  <inkml:trace contextRef="#ctx0" brushRef="#br0" timeOffset="41773.6">11176 12921 0,'-40'-53'31,"80"106"-31,-173-159 31,107 106-31,-106-13 32,-106 39-1,185 1-31,-198 131 31,39 133 0,146-158-15,13 197 15,53-264-31,26 53 16,159 146 15,-132-226-31,199 80 31,144-92-15,-316-40 0,277-120 15,-159-91 0,-171 171-31,39-159 16,-66 159-1,0-158 17,-13 158-32,-53-172 15,39 185 1,-118-145-1,105 159 1,-66-27 0,-39 13 31,118 40-47,-79 0 31,14 13 0,92 1-15</inkml:trace>
  <inkml:trace contextRef="#ctx0" brushRef="#br0" timeOffset="62367.08">14654 12894 0,'0'-13'31,"0"40"32,0-14-48,-13 132 1,0-92-1,-1 0-15</inkml:trace>
  <inkml:trace contextRef="#ctx0" brushRef="#br0" timeOffset="63916">15104 14600 0,'0'-13'47,"13"0"-15,13 79-1,14 53 0,0-66 0,-27-53 1,0-106-1,14 0 0,-14 80 0,-13 52-15</inkml:trace>
  <inkml:trace contextRef="#ctx0" brushRef="#br0" timeOffset="64522.51">15342 14680 0,'0'0'0,"0"39"62,0-25-46,0 52 15,-13-53-31,13 13 16,-14-39 15,14 0-15,53-93-1,-13-13 16,0 119 1,-40 13-17,13 67 1,0-67 0,-13 53-1,0-53 1,0 0-1,13-92 17,-13 53-17,40-54 1,0 54 15,-40 39-15,0 53-1,0-39 1,-14 92 0,14-93-16</inkml:trace>
  <inkml:trace contextRef="#ctx0" brushRef="#br0" timeOffset="66632.63">15858 14627 0,'0'-13'47,"13"13"0,-13 26 47,13 27-63,14 0 0,-14-40-15,0 0 15,13-52 1,27-28-1,-53 41 0,-13 52 0,0 41 1,0-15-17,13 28 16,0-54-15</inkml:trace>
  <inkml:trace contextRef="#ctx0" brushRef="#br0" timeOffset="67179.74">16162 14640 0,'0'-13'31,"0"26"-31,0-39 31,-13 52 16,-14 40-16,27 0 1,27-39-17,12-54 17,14-52-1,-40 52 0,-39 94 0,26-41-31,-13 80 32</inkml:trace>
  <inkml:trace contextRef="#ctx0" brushRef="#br0" timeOffset="67821.14">16321 14680 0,'13'-14'16,"-26"28"-16,39-28 31,-26 67 0,-13 13 0,13-52 1,0-54-1,26-66 0,-13 67-15,14-14 15,-14 66 0,0 0-15,-13 0-16,14 14 31,-14-14 16,52 40-16,-65 26 1,-145-39-17</inkml:trace>
  <inkml:trace contextRef="#ctx0" brushRef="#br0" timeOffset="72631.07">3240 5660 0,'-26'0'16,"52"0"-16,1 0 31,79 0-15,-27-13-16,133 0 15,-107 0 1,200-14-16</inkml:trace>
  <inkml:trace contextRef="#ctx0" brushRef="#br0" timeOffset="73063.48">5819 5740 0,'14'13'15,"303"0"17,450 0-1,-211-39-15</inkml:trace>
  <inkml:trace contextRef="#ctx0" brushRef="#br0" timeOffset="73722.7">10012 6110 0,'-66'-13'31,"132"26"-31,-132-39 32,304 12-17,-146 14 1,490-13 0,-291 0 15</inkml:trace>
  <inkml:trace contextRef="#ctx0" brushRef="#br0" timeOffset="75211.56">17617 6057 0,'0'0'0,"0"-26"16,79 26 15,-39 0-16,290 13 1,-211-13 0,305 13-1,-332-13 1,-26 0-16,40 0 16,-93 0-1,-26 0 1</inkml:trace>
  <inkml:trace contextRef="#ctx0" brushRef="#br0" timeOffset="75619.35">22590 6256 0,'0'0'0,"52"-27"16,160 14 15,383 92 0,-344-39-15</inkml:trace>
  <inkml:trace contextRef="#ctx0" brushRef="#br0" timeOffset="77380.83">2698 6639 0,'0'0'16,"26"40"15,27-53-31,27-1 0</inkml:trace>
  <inkml:trace contextRef="#ctx0" brushRef="#br0" timeOffset="79005.92">5661 7499 0,'0'0'0,"53"13"16,330-13 15,450 13 1,-396-53-1,-331 27 0</inkml:trace>
  <inkml:trace contextRef="#ctx0" brushRef="#br0" timeOffset="79811.88">10223 7565 0,'0'0'32,"93"-13"-17,344 13 17,-305 0-17,436 0 1,-435 0-1,184-14 1,-277 14 0,-27-13-1,-53 0 17</inkml:trace>
  <inkml:trace contextRef="#ctx0" brushRef="#br0" timeOffset="80530.41">14125 7446 0,'66'0'15,"-26"0"1,370 26 0,-265-13-1,530 1 1,-516-14 0,290-27-1,-396 27 1,0-39-1,-66 25 1,-14 14-16</inkml:trace>
  <inkml:trace contextRef="#ctx0" brushRef="#br0" timeOffset="84971.86">6864 8385 0,'0'0'0,"-13"0"31,53 13-15,-14 0-1,159-13 1,-119 0 0,0 0-16,120-13 15,-133 13-15,66-26 32,-106 26-1</inkml:trace>
  <inkml:trace contextRef="#ctx0" brushRef="#br0" timeOffset="85416.09">9218 8438 0,'-13'0'15,"26"0"1,80 0 0,-40 0-1,172 0 1,-159-14-1,92 14 1,-118 0 0,-40-13-1,-13 13 1</inkml:trace>
  <inkml:trace contextRef="#ctx0" brushRef="#br0" timeOffset="102665.23">16149 13807 0,'-14'0'32,"28"0"-1,131-13 0,-92 13-31,0-14 16,66 1-1,-93 0-15</inkml:trace>
  <inkml:trace contextRef="#ctx0" brushRef="#br0" timeOffset="102879.33">16294 13556 0,'0'0'0,"27"-14"15,-14 80 17,-66 93-1,40-53-16,13-27 1</inkml:trace>
  <inkml:trace contextRef="#ctx0" brushRef="#br0" timeOffset="103053.84">16440 13648 0,'26'-40'15,"-52"80"-15,-1-53 32,1 39-32,-133 93 31,66-39-31</inkml:trace>
  <inkml:trace contextRef="#ctx0" brushRef="#br0" timeOffset="103209.89">16175 13635 0,'0'0'0,"13"-27"31,27 160 0,-40-94-31,40 54 0</inkml:trace>
  <inkml:trace contextRef="#ctx0" brushRef="#br0" timeOffset="108212.82">17577 13027 0,'0'0'0,"0"-14"15,13-65 1,-13 66 0,0 52 15,0-12-15,-53 237-1,-13 93 16,13-119 1,53-211-17,-13 13 1,92-67 15,-39 27-15,185-26-1,-133 26 1,-12 13-16,330 27 16,66 13 15,-410-53-15,80 13-1,-133-13 1,0 0-1,-26 0 1,-14-13 0,14-107 15,0 81-15,26-212-1,0 171 1,40-211-1,-40 225 1,54-106 0,-67 159-1,13-40 1,-26 40 0,-54 0-1,28 13 1,-14 0-16,-278-27 15,212 14 1,-397-27 0,384 27-1,-265 13 1,212 66 15,172-26-15</inkml:trace>
  <inkml:trace contextRef="#ctx0" brushRef="#br0" timeOffset="108742.81">17868 13278 0,'0'0'16,"0"-27"-1,0 14-15,0-40 32,-40 40-1,-66 92 0,54-12-15,78 38 15,93-105 0,13-1137 0,-66 1917 1,-52-819-32,-28 39 31,-52 198 0,53-145-31,13 145 31,13-171-31</inkml:trace>
  <inkml:trace contextRef="#ctx0" brushRef="#br0" timeOffset="109084.9">18146 13304 0,'-40'27'31,"80"-54"-31,-120 107 31,160-67 0,52-79 1,-106 0-17,-65 26 1,-133 53 15,66 80 0,159 26 1,119-93-17</inkml:trace>
  <inkml:trace contextRef="#ctx0" brushRef="#br0" timeOffset="109353.66">18397 13291 0,'0'-1058'31,"0"1124"-31,0 900 16,0-953-1,26 93 16,80-14 1,13-198-1,-39-105-15,-120 158 15,27 53-16</inkml:trace>
  <inkml:trace contextRef="#ctx0" brushRef="#br0" timeOffset="110228.67">19019 11638 0,'0'0'0,"-27"-26"16,-132-14-1,120 40 1,-133 79 0,145-52-1,14 145 1,172 13 15,119-172 0,-212-26-15,66-133 15,-119 107-31,-158-133 32,-133 238-1,238-40-31,-26 133 31,132-27 0,-52-119-31,25 14 16,-52 26 15,-13-27-15,-67 133-1,80-133 1,-14 67 0,40-80-1,80 53 1,-53-53 0,145 27-1,-132-40 1,92-40-1,-131 14 1,12-14-16,-13-132 16,-92 1 15,52 157-15,-39-12-1,66 52 16</inkml:trace>
  <inkml:trace contextRef="#ctx0" brushRef="#br0" timeOffset="111255.82">19799 12921 0,'0'0'16,"-27"-40"-1,-12 172 17,39-92-17,-66 238 1,13 66 15,53-252-15,53 27 15,158-132 0,212 39 0,-79 27-15,172 27 15,-397-67-15,-26-26 0,-133-133 15,-39-118 0,79 211-31,79-238 31,14 119 1,-67 119-17,-39-13 16,-146-966 1,-290 1998-1,329-966-31,-118 0 16,-251 26 15,277 27 0,212-40-31</inkml:trace>
  <inkml:trace contextRef="#ctx0" brushRef="#br0" timeOffset="111818.98">20130 13423 0,'-14'-53'31,"54"-13"1,-66 13-1,-14 53-15,13 14-16,-92 91 31,106-65-16,13-13-15,66 12 32,159-92-1,-172-26-15,26-172 15,-118 251 0,-27 198 0,105-13 1,-12-158-32</inkml:trace>
  <inkml:trace contextRef="#ctx0" brushRef="#br0" timeOffset="112397.04">20540 13437 0,'0'0'0,"13"0"16,13-14 31,-13 1-32,40-40 1,-39 40-1,-41-53 1,-118 106 15,118-14-15,-26 53 0,93 1 15,-14-67-16,80-13 1,-79-13 0,65-93-1,-52-13 17,-40 132-1,0 0-16,0 93 1,0-79 0,40 78-1,-27-91 1,53-28 0,-40-25-1,41-67 1,-54 79-1,0-12 1,-26-953 0,0 2010-16</inkml:trace>
  <inkml:trace contextRef="#ctx0" brushRef="#br0" timeOffset="112532.47">21029 13437 0,'0'0'0,"13"0"16</inkml:trace>
  <inkml:trace contextRef="#ctx0" brushRef="#br0" timeOffset="113271.95">22907 12405 0,'0'0'0,"26"-79"16,-65 65 15,-160 173 0,160-93-31,-14 159 32,119-79-17,278-80 17,-119-132-17,-80-199 16,-370 40 1,80 225-32</inkml:trace>
  <inkml:trace contextRef="#ctx0" brushRef="#br0" timeOffset="113697.5">22973 13000 0,'0'0'0,"-13"53"31,0-40-31,-27 27 16,-13 13 0,27-27-16,-80 93 31,93-92-16,-1-14-15,54 13 32,225 14-1,-27-13 0,-133-41 0,-105-118 1,-105-80-1,91 186-31,-78-27 31,65 66-31</inkml:trace>
  <inkml:trace contextRef="#ctx0" brushRef="#br0" timeOffset="114128.99">22590 13159 0,'0'0'0,"26"-27"16,-52 27 0,-146 14-1,92-1 1,-303 40 0,277-27-1,-344 80 1,278-40 15</inkml:trace>
  <inkml:trace contextRef="#ctx0" brushRef="#br0" timeOffset="114413.89">21571 13212 0,'0'0'0,"-26"-27"31,12 27-15,-12 0-1,13 13-15,-40 40 32,0 14-17,40-41 1,-14 53-1,27-65 1,93 105 0,-53-93-1,39 53-15</inkml:trace>
  <inkml:trace contextRef="#ctx0" brushRef="#br0" timeOffset="122337.64">19164 12550 0,'0'0'0,"13"-13"16,27 119 15,-40-66-15,-13 171-1,0-158 1,-67 132 0,54-145-1,-40 26 1</inkml:trace>
  <inkml:trace contextRef="#ctx0" brushRef="#br0" timeOffset="122666.98">19045 13119 0,'-13'-13'16,"0"53"31,-1-1-32,1-12 1,13 65 0,0-65-16,66-27 31,-39-13-16,79-80 1,-80 66 0,40 1-1,-39 66 1</inkml:trace>
  <inkml:trace contextRef="#ctx0" brushRef="#br0" timeOffset="125666.25">10686 9324 0,'0'0'0,"-26"13"15,52-13 17,292-13-1,52 13-16,-105 13 1,-146-13-16,251 26 31,-317-26-31,0 0 0</inkml:trace>
  <inkml:trace contextRef="#ctx0" brushRef="#br0" timeOffset="126961.11">17987 9350 0,'26'-26'15,"14"12"1,304 1 0,-199 0-1,186 13-15</inkml:trace>
  <inkml:trace contextRef="#ctx0" brushRef="#br0" timeOffset="129804.75">9298 10276 0,'-14'0'16,"28"0"-16,-1-13 31,370 13 1,332 26-1,-570-26-31,278 13 31,-357 1-31,40-14 31,-92 0-31</inkml:trace>
  <inkml:trace contextRef="#ctx0" brushRef="#br0" timeOffset="131915.85">16334 10316 0,'-13'-14'31,"26"28"-31,26-41 16,1 14-16,291-14 31,423 27 0,-596 0-31,398 0 31,-477-26-15</inkml:trace>
  <inkml:trace contextRef="#ctx0" brushRef="#br0" timeOffset="133862.82">21624 10276 0,'0'0'0,"489"0"15</inkml:trace>
  <inkml:trace contextRef="#ctx0" brushRef="#br0" timeOffset="141805.82">2262 13608 0,'0'0'0,"-14"-26"16,1 39 15,26 53-16,40 239 17,-26 144-1,-27-396-31</inkml:trace>
  <inkml:trace contextRef="#ctx0" brushRef="#br0" timeOffset="142071.92">2182 14468 0,'-13'-13'31,"26"26"-31,53 53 31,-52-53-31,78 40 31,1-66 1,-54-106-1,-25 93-15,-14 12-16,13 28 0</inkml:trace>
  <inkml:trace contextRef="#ctx0" brushRef="#br0" timeOffset="142432.66">1984 15262 0,'0'-27'31,"0"54"-31,40 12 16,-40-26 0,39 80-1,-26-80 1,27 27 0,-27-40-1,40-79 1,-26 39-1,52-185 1,-79 185 0,13-13-1,-13 67 1,-26 25 0</inkml:trace>
  <inkml:trace contextRef="#ctx0" brushRef="#br0" timeOffset="142744.71">2605 14957 0,'0'0'16,"14"-26"-16,12-53 16,-26 65-1,-40 14 1,27 14-1,-53 91 1,66-78 0,27 92-1,-14-93 1,106 27 0,-93-40-1,-52 80 1,-14-67-1,-105 54 1</inkml:trace>
  <inkml:trace contextRef="#ctx0" brushRef="#br0" timeOffset="143725.81">3690 14799 0,'0'-27'16,"0"54"-16,13-93 31,-39 198 0,-1 119 1,27-158-1,14-133-16,-1 0-15,66-237 32,-66 224-17,40-93 17,13 331-1,14-66 0,-67-119-15,0-13-16,27-53 15,13-119 17,-40 145-32,-13 1 31,-13 65-31</inkml:trace>
  <inkml:trace contextRef="#ctx0" brushRef="#br0" timeOffset="143976.24">4298 14799 0,'0'-27'31,"0"54"-31,-39-54 31,25 54-15,-12 78 15,26-78-31,40 26 32,13-159-1,-40 80-31</inkml:trace>
  <inkml:trace contextRef="#ctx0" brushRef="#br0" timeOffset="144429.97">4576 14733 0,'0'0'0,"146"-14"16,-1-52 15,-224 40 0,-14 39-15,-13 93 15,146 0 0,66-106 1,13-133-1,-79-65 0,-40 119 0,-27 158-15,14 14 0,26 118 15,14-184-31</inkml:trace>
  <inkml:trace contextRef="#ctx0" brushRef="#br0" timeOffset="144701.42">5026 14706 0,'13'-26'16,"-26"52"-16,66-26 31,-40 0-31,27 13 32,-1-39-17,14-53 16,-53 52-15,-13 14-16,-119 79 31,66 146 1,79-173-32,66 80 15</inkml:trace>
  <inkml:trace contextRef="#ctx0" brushRef="#br0" timeOffset="146618.29">6375 14283 0,'13'-13'16,"0"-27"15,-13 27-31,-39 13 32,-147 119-1,160-80-16,26 107 1,198-93 15,93-172 1,-211-80-1,-173 41 0,67 131-31,-1-12 16,14-1 15,39 93 0,-26 79 0,0 53 1,14-145-17,105 0 17,-66-67-17,13-26 1,-13-26 15,-40 52 0,-13 41 1,13 25-17,27 41 16,-14-67-31</inkml:trace>
  <inkml:trace contextRef="#ctx0" brushRef="#br0" timeOffset="146759.32">7023 14124 0,'0'0'0,"-66"-119"31,53 119-16,13 27 1,0-1-16,0-13 0</inkml:trace>
  <inkml:trace contextRef="#ctx0" brushRef="#br0" timeOffset="147132.88">7962 14032 0,'0'0'0,"-93"-27"32,80 27-32,-27 0 15,-26 40 1,40 92 15,52-79-15,1-40-16,118 14 31,1-67-31</inkml:trace>
  <inkml:trace contextRef="#ctx0" brushRef="#br0" timeOffset="147472.9">8200 14071 0,'-27'-92'31,"54"184"-31,-54-158 31,27 172 1,14-80-17,-14-26 17,0-105-1,-27-160 0,27 212-31,0-132 31,0 159-31,40 12 32,-14 28-32,14 52 15,53 132 1</inkml:trace>
  <inkml:trace contextRef="#ctx0" brushRef="#br0" timeOffset="147604.67">8187 13952 0,'-53'-13'32,"106"26"-32,-14-66 31,1 40-31,92 13 15</inkml:trace>
  <inkml:trace contextRef="#ctx0" brushRef="#br0" timeOffset="149063.78">6150 15500 0,'0'0'0,"26"-27"16,-26 14-16,53-40 31,-53 13-15,-26 40-1,-53 66 1,-27 80 15,106-120-15,39 27-1,-12-53 1,92-39 0,-93 12-1,-12 1-15,25-40 16,-39 26-1,0 27 1,-13 105 0,13-39-1,13 159 1,-13-146 0,0 79-1,-13-118-15,-80-40 31,1-159 1,92 132-32,132-106 31,0 120-15</inkml:trace>
  <inkml:trace contextRef="#ctx0" brushRef="#br0" timeOffset="149232.2">6507 15486 0,'0'0'0,"-13"-13"15,-14 13 1,27 27 0,40 92 15,-13-40-16</inkml:trace>
  <inkml:trace contextRef="#ctx0" brushRef="#br0" timeOffset="149513.88">6639 15248 0,'14'0'32,"-28"0"-32,41 53 31,26 119 0,13-66-15</inkml:trace>
  <inkml:trace contextRef="#ctx0" brushRef="#br0" timeOffset="149652.82">6719 15460 0,'-40'-13'31,"80"26"-31,65-26 31</inkml:trace>
  <inkml:trace contextRef="#ctx0" brushRef="#br0" timeOffset="150371.42">3492 14111 0,'0'0'0,"0"13"31,714 410 0,965 265 1,120-252-1,-913-436 0</inkml:trace>
  <inkml:trace contextRef="#ctx0" brushRef="#br0" timeOffset="150696.12">7023 13066 0,'13'0'15,"-26"0"-15,-384 569 32,-965 687-1,-252-92 0,675-503 0,833-595 1,159-132-32</inkml:trace>
  <inkml:trace contextRef="#ctx0" brushRef="#br0" timeOffset="154693.74">15024 13807 0,'0'13'94,"0"66"-63,0-52-31,14 39 32,-1-53-32,93-79 31,251-212-15</inkml:trace>
  <inkml:trace contextRef="#ctx0" brushRef="#br0" timeOffset="160102.79">8782 11056 0,'0'0'0,"-66"0"15,53 13 1,92 1 0,609-1 15,-437-13-16,873-27 1,-833 14 0,622-27-1,-755 27 1,266-26 0,-372 39 15</inkml:trace>
  <inkml:trace contextRef="#ctx0" brushRef="#br0" timeOffset="163719.95">25195 11056 0,'53'13'31,"648"14"0,317 26 1,-423-14-1,-555-39-31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6/22/2026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2A862-87F6-EC03-ECC7-675662CE47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CA99CE-FF4C-3913-C3FF-C5D26FBCDED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9E6FC0E-4282-7AF6-929C-5FDEA050A1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F605D9-A169-457E-80A2-92D10213EA4C}"/>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97435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B74D3-113B-530D-5551-E93D8669E0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8F0C8-20A0-F52B-BB4D-93B9FDFE9AF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741CEF9-20F7-E20B-A344-3647A1101F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043BBE-9C17-59A4-718E-2CE9434B1766}"/>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26006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6/22/2026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6/22/2026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6/22/2026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578D6DB-6798-42D2-B9AD-FC6F1C72FC30}" type="datetimeFigureOut">
              <a:rPr lang="en-US" smtClean="0"/>
              <a:pPr/>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EDE275-BE14-4364-AEA2-5F5667C0FD49}" type="slidenum">
              <a:rPr lang="en-US" smtClean="0"/>
              <a:pPr/>
              <a:t>‹#›</a:t>
            </a:fld>
            <a:endParaRPr lang="en-US"/>
          </a:p>
        </p:txBody>
      </p:sp>
      <p:sp>
        <p:nvSpPr>
          <p:cNvPr id="12" name="Title 1"/>
          <p:cNvSpPr>
            <a:spLocks noGrp="1"/>
          </p:cNvSpPr>
          <p:nvPr>
            <p:ph type="ctrTitle"/>
          </p:nvPr>
        </p:nvSpPr>
        <p:spPr>
          <a:xfrm>
            <a:off x="765821" y="4172482"/>
            <a:ext cx="5256584" cy="1560774"/>
          </a:xfrm>
        </p:spPr>
        <p:txBody>
          <a:bodyPr anchor="t">
            <a:noAutofit/>
          </a:bodyPr>
          <a:lstStyle>
            <a:lvl1pPr algn="l">
              <a:defRPr lang="en-US" sz="4800" kern="1200" smtClean="0">
                <a:solidFill>
                  <a:schemeClr val="tx1">
                    <a:lumMod val="95000"/>
                    <a:lumOff val="5000"/>
                  </a:schemeClr>
                </a:solidFill>
                <a:latin typeface="Segoe UI Black" panose="020B0A02040204020203" pitchFamily="34" charset="0"/>
                <a:ea typeface="Segoe UI Black" panose="020B0A02040204020203" pitchFamily="34" charset="0"/>
                <a:cs typeface="+mj-cs"/>
              </a:defRPr>
            </a:lvl1pPr>
          </a:lstStyle>
          <a:p>
            <a:r>
              <a:rPr lang="en-US" dirty="0"/>
              <a:t>Click to edit Master title style</a:t>
            </a:r>
          </a:p>
        </p:txBody>
      </p:sp>
    </p:spTree>
    <p:extLst>
      <p:ext uri="{BB962C8B-B14F-4D97-AF65-F5344CB8AC3E}">
        <p14:creationId xmlns:p14="http://schemas.microsoft.com/office/powerpoint/2010/main" val="14372761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5404F2-BE9A-4460-8815-8F645183555F}" type="datetimeFigureOut">
              <a:rPr lang="en-US" smtClean="0"/>
              <a:pPr/>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854172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3600">
                <a:latin typeface="Cooper Black" panose="0208090404030B020404" pitchFamily="18" charset="0"/>
              </a:defRPr>
            </a:lvl1pPr>
          </a:lstStyle>
          <a:p>
            <a:r>
              <a:rPr lang="en-US" dirty="0"/>
              <a:t>Click to edit Master title style</a:t>
            </a:r>
          </a:p>
        </p:txBody>
      </p:sp>
      <p:sp>
        <p:nvSpPr>
          <p:cNvPr id="3" name="Date Placeholder 2"/>
          <p:cNvSpPr>
            <a:spLocks noGrp="1"/>
          </p:cNvSpPr>
          <p:nvPr>
            <p:ph type="dt" sz="half" idx="10"/>
          </p:nvPr>
        </p:nvSpPr>
        <p:spPr/>
        <p:txBody>
          <a:bodyPr/>
          <a:lstStyle/>
          <a:p>
            <a:fld id="{425404F2-BE9A-4460-8815-8F645183555F}" type="datetimeFigureOut">
              <a:rPr lang="en-US" smtClean="0"/>
              <a:pPr/>
              <a:t>6/22/2026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38907752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6/22/2026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3528606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meline">
    <p:spTree>
      <p:nvGrpSpPr>
        <p:cNvPr id="1" name=""/>
        <p:cNvGrpSpPr/>
        <p:nvPr/>
      </p:nvGrpSpPr>
      <p:grpSpPr>
        <a:xfrm>
          <a:off x="0" y="0"/>
          <a:ext cx="0" cy="0"/>
          <a:chOff x="0" y="0"/>
          <a:chExt cx="0" cy="0"/>
        </a:xfrm>
      </p:grpSpPr>
      <p:sp>
        <p:nvSpPr>
          <p:cNvPr id="2" name="Title 1"/>
          <p:cNvSpPr>
            <a:spLocks noGrp="1"/>
          </p:cNvSpPr>
          <p:nvPr>
            <p:ph type="title"/>
          </p:nvPr>
        </p:nvSpPr>
        <p:spPr>
          <a:xfrm>
            <a:off x="190128" y="0"/>
            <a:ext cx="9733444" cy="711081"/>
          </a:xfrm>
          <a:prstGeom prst="rect">
            <a:avLst/>
          </a:prstGeom>
        </p:spPr>
        <p:txBody>
          <a:bodyPr>
            <a:noAutofit/>
          </a:bodyPr>
          <a:lstStyle>
            <a:lvl1pPr>
              <a:defRPr sz="3600" b="0">
                <a:solidFill>
                  <a:schemeClr val="accent6"/>
                </a:solidFill>
                <a:latin typeface="Cooper Black" panose="0208090404030B020404" pitchFamily="18" charset="0"/>
              </a:defRPr>
            </a:lvl1pPr>
          </a:lstStyle>
          <a:p>
            <a:r>
              <a:rPr lang="en-US" dirty="0"/>
              <a:t>Click to edit Master title style</a:t>
            </a:r>
          </a:p>
        </p:txBody>
      </p:sp>
      <p:sp>
        <p:nvSpPr>
          <p:cNvPr id="5" name="TextBox 4">
            <a:extLst>
              <a:ext uri="{FF2B5EF4-FFF2-40B4-BE49-F238E27FC236}">
                <a16:creationId xmlns:a16="http://schemas.microsoft.com/office/drawing/2014/main" id="{A5C5638B-B677-974A-A667-0478687C5541}"/>
              </a:ext>
            </a:extLst>
          </p:cNvPr>
          <p:cNvSpPr txBox="1"/>
          <p:nvPr userDrawn="1"/>
        </p:nvSpPr>
        <p:spPr>
          <a:xfrm>
            <a:off x="8974732" y="6381328"/>
            <a:ext cx="3096344" cy="338554"/>
          </a:xfrm>
          <a:prstGeom prst="rect">
            <a:avLst/>
          </a:prstGeom>
          <a:noFill/>
        </p:spPr>
        <p:txBody>
          <a:bodyPr wrap="square" rtlCol="0">
            <a:spAutoFit/>
          </a:bodyPr>
          <a:lstStyle/>
          <a:p>
            <a:r>
              <a:rPr lang="en-US" sz="1600" b="1" dirty="0">
                <a:solidFill>
                  <a:schemeClr val="accent5">
                    <a:lumMod val="75000"/>
                  </a:schemeClr>
                </a:solidFill>
              </a:rPr>
              <a:t>www.anubhavtrainings.com</a:t>
            </a:r>
          </a:p>
        </p:txBody>
      </p:sp>
      <p:pic>
        <p:nvPicPr>
          <p:cNvPr id="14" name="Picture 13">
            <a:extLst>
              <a:ext uri="{FF2B5EF4-FFF2-40B4-BE49-F238E27FC236}">
                <a16:creationId xmlns:a16="http://schemas.microsoft.com/office/drawing/2014/main" id="{4B91050B-06DD-6B9B-5D4B-52C80C09106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89108" y="40947"/>
            <a:ext cx="801948" cy="792088"/>
          </a:xfrm>
          <a:prstGeom prst="rect">
            <a:avLst/>
          </a:prstGeom>
          <a:effectLst>
            <a:reflection endPos="0" dist="50800" dir="5400000" sy="-100000" algn="bl" rotWithShape="0"/>
          </a:effectLst>
        </p:spPr>
      </p:pic>
      <p:sp>
        <p:nvSpPr>
          <p:cNvPr id="15" name="Text Placeholder 3">
            <a:extLst>
              <a:ext uri="{FF2B5EF4-FFF2-40B4-BE49-F238E27FC236}">
                <a16:creationId xmlns:a16="http://schemas.microsoft.com/office/drawing/2014/main" id="{863B6F30-DCC2-D394-EDCF-46E8F95750EC}"/>
              </a:ext>
            </a:extLst>
          </p:cNvPr>
          <p:cNvSpPr>
            <a:spLocks noGrp="1"/>
          </p:cNvSpPr>
          <p:nvPr>
            <p:ph type="body" sz="quarter" idx="10"/>
          </p:nvPr>
        </p:nvSpPr>
        <p:spPr>
          <a:xfrm>
            <a:off x="368762" y="836712"/>
            <a:ext cx="11342274" cy="5616624"/>
          </a:xfrm>
        </p:spPr>
        <p:txBody>
          <a:bodyPr>
            <a:normAutofit/>
          </a:bodyPr>
          <a:lstStyle>
            <a:lvl1pPr marL="0" indent="0">
              <a:buNone/>
              <a:defRPr sz="2000">
                <a:solidFill>
                  <a:schemeClr val="tx1"/>
                </a:solidFill>
                <a:latin typeface="Amasis MT Pro" panose="02040504050005020304" pitchFamily="18" charset="0"/>
              </a:defRPr>
            </a:lvl1pPr>
          </a:lstStyle>
          <a:p>
            <a:endParaRPr lang="en-US" dirty="0"/>
          </a:p>
        </p:txBody>
      </p:sp>
    </p:spTree>
    <p:extLst>
      <p:ext uri="{BB962C8B-B14F-4D97-AF65-F5344CB8AC3E}">
        <p14:creationId xmlns:p14="http://schemas.microsoft.com/office/powerpoint/2010/main" val="2147625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13E3D308-5757-C0AB-DF1B-BAAA1120B8A8}"/>
              </a:ext>
            </a:extLst>
          </p:cNvPr>
          <p:cNvSpPr>
            <a:spLocks noGrp="1"/>
          </p:cNvSpPr>
          <p:nvPr>
            <p:ph type="pic" sz="quarter" idx="10"/>
          </p:nvPr>
        </p:nvSpPr>
        <p:spPr>
          <a:xfrm>
            <a:off x="1583825" y="1922288"/>
            <a:ext cx="3303993" cy="3304854"/>
          </a:xfrm>
          <a:custGeom>
            <a:avLst/>
            <a:gdLst>
              <a:gd name="connsiteX0" fmla="*/ 2110615 w 4221230"/>
              <a:gd name="connsiteY0" fmla="*/ 0 h 4062856"/>
              <a:gd name="connsiteX1" fmla="*/ 4221230 w 4221230"/>
              <a:gd name="connsiteY1" fmla="*/ 2031428 h 4062856"/>
              <a:gd name="connsiteX2" fmla="*/ 2110615 w 4221230"/>
              <a:gd name="connsiteY2" fmla="*/ 4062856 h 4062856"/>
              <a:gd name="connsiteX3" fmla="*/ 0 w 4221230"/>
              <a:gd name="connsiteY3" fmla="*/ 2031428 h 4062856"/>
              <a:gd name="connsiteX4" fmla="*/ 2110615 w 4221230"/>
              <a:gd name="connsiteY4" fmla="*/ 0 h 4062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230" h="4062856">
                <a:moveTo>
                  <a:pt x="2110615" y="0"/>
                </a:moveTo>
                <a:cubicBezTo>
                  <a:pt x="3276275" y="0"/>
                  <a:pt x="4221230" y="909501"/>
                  <a:pt x="4221230" y="2031428"/>
                </a:cubicBezTo>
                <a:cubicBezTo>
                  <a:pt x="4221230" y="3153355"/>
                  <a:pt x="3276275" y="4062856"/>
                  <a:pt x="2110615" y="4062856"/>
                </a:cubicBezTo>
                <a:cubicBezTo>
                  <a:pt x="944955" y="4062856"/>
                  <a:pt x="0" y="3153355"/>
                  <a:pt x="0" y="2031428"/>
                </a:cubicBezTo>
                <a:cubicBezTo>
                  <a:pt x="0" y="909501"/>
                  <a:pt x="944955" y="0"/>
                  <a:pt x="211061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24505312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399925A-B7E0-BC1F-AE78-65034C6C65DB}"/>
              </a:ext>
            </a:extLst>
          </p:cNvPr>
          <p:cNvSpPr>
            <a:spLocks noGrp="1"/>
          </p:cNvSpPr>
          <p:nvPr>
            <p:ph type="pic" sz="quarter" idx="10"/>
          </p:nvPr>
        </p:nvSpPr>
        <p:spPr>
          <a:xfrm>
            <a:off x="6334518" y="1721219"/>
            <a:ext cx="3706027" cy="3706992"/>
          </a:xfrm>
          <a:custGeom>
            <a:avLst/>
            <a:gdLst>
              <a:gd name="connsiteX0" fmla="*/ 2110615 w 4221230"/>
              <a:gd name="connsiteY0" fmla="*/ 0 h 4062856"/>
              <a:gd name="connsiteX1" fmla="*/ 4221230 w 4221230"/>
              <a:gd name="connsiteY1" fmla="*/ 2031428 h 4062856"/>
              <a:gd name="connsiteX2" fmla="*/ 2110615 w 4221230"/>
              <a:gd name="connsiteY2" fmla="*/ 4062856 h 4062856"/>
              <a:gd name="connsiteX3" fmla="*/ 0 w 4221230"/>
              <a:gd name="connsiteY3" fmla="*/ 2031428 h 4062856"/>
              <a:gd name="connsiteX4" fmla="*/ 2110615 w 4221230"/>
              <a:gd name="connsiteY4" fmla="*/ 0 h 4062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230" h="4062856">
                <a:moveTo>
                  <a:pt x="2110615" y="0"/>
                </a:moveTo>
                <a:cubicBezTo>
                  <a:pt x="3276275" y="0"/>
                  <a:pt x="4221230" y="909501"/>
                  <a:pt x="4221230" y="2031428"/>
                </a:cubicBezTo>
                <a:cubicBezTo>
                  <a:pt x="4221230" y="3153355"/>
                  <a:pt x="3276275" y="4062856"/>
                  <a:pt x="2110615" y="4062856"/>
                </a:cubicBezTo>
                <a:cubicBezTo>
                  <a:pt x="944955" y="4062856"/>
                  <a:pt x="0" y="3153355"/>
                  <a:pt x="0" y="2031428"/>
                </a:cubicBezTo>
                <a:cubicBezTo>
                  <a:pt x="0" y="909501"/>
                  <a:pt x="944955" y="0"/>
                  <a:pt x="211061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8666919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 with Caption">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63D206DC-21C0-5B91-F039-7C7253B5257F}"/>
              </a:ext>
            </a:extLst>
          </p:cNvPr>
          <p:cNvSpPr>
            <a:spLocks noGrp="1"/>
          </p:cNvSpPr>
          <p:nvPr>
            <p:ph type="pic" sz="quarter" idx="10"/>
          </p:nvPr>
        </p:nvSpPr>
        <p:spPr>
          <a:xfrm>
            <a:off x="7803737" y="1748799"/>
            <a:ext cx="3247160" cy="3248006"/>
          </a:xfrm>
          <a:custGeom>
            <a:avLst/>
            <a:gdLst>
              <a:gd name="connsiteX0" fmla="*/ 2110615 w 4221230"/>
              <a:gd name="connsiteY0" fmla="*/ 0 h 4062856"/>
              <a:gd name="connsiteX1" fmla="*/ 4221230 w 4221230"/>
              <a:gd name="connsiteY1" fmla="*/ 2031428 h 4062856"/>
              <a:gd name="connsiteX2" fmla="*/ 2110615 w 4221230"/>
              <a:gd name="connsiteY2" fmla="*/ 4062856 h 4062856"/>
              <a:gd name="connsiteX3" fmla="*/ 0 w 4221230"/>
              <a:gd name="connsiteY3" fmla="*/ 2031428 h 4062856"/>
              <a:gd name="connsiteX4" fmla="*/ 2110615 w 4221230"/>
              <a:gd name="connsiteY4" fmla="*/ 0 h 4062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230" h="4062856">
                <a:moveTo>
                  <a:pt x="2110615" y="0"/>
                </a:moveTo>
                <a:cubicBezTo>
                  <a:pt x="3276275" y="0"/>
                  <a:pt x="4221230" y="909501"/>
                  <a:pt x="4221230" y="2031428"/>
                </a:cubicBezTo>
                <a:cubicBezTo>
                  <a:pt x="4221230" y="3153355"/>
                  <a:pt x="3276275" y="4062856"/>
                  <a:pt x="2110615" y="4062856"/>
                </a:cubicBezTo>
                <a:cubicBezTo>
                  <a:pt x="944955" y="4062856"/>
                  <a:pt x="0" y="3153355"/>
                  <a:pt x="0" y="2031428"/>
                </a:cubicBezTo>
                <a:cubicBezTo>
                  <a:pt x="0" y="909501"/>
                  <a:pt x="944955" y="0"/>
                  <a:pt x="211061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06555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1683E417-1443-7CC4-BB89-9C4377324DF6}"/>
              </a:ext>
            </a:extLst>
          </p:cNvPr>
          <p:cNvSpPr>
            <a:spLocks noGrp="1"/>
          </p:cNvSpPr>
          <p:nvPr>
            <p:ph type="pic" sz="quarter" idx="13"/>
          </p:nvPr>
        </p:nvSpPr>
        <p:spPr>
          <a:xfrm>
            <a:off x="7027592" y="3020745"/>
            <a:ext cx="4715880" cy="2944148"/>
          </a:xfrm>
          <a:pattFill prst="pct10">
            <a:fgClr>
              <a:schemeClr val="accent1"/>
            </a:fgClr>
            <a:bgClr>
              <a:schemeClr val="bg1"/>
            </a:bgClr>
          </a:pattFill>
        </p:spPr>
        <p:txBody>
          <a:bodyPr>
            <a:normAutofit/>
          </a:bodyPr>
          <a:lstStyle>
            <a:lvl1pPr>
              <a:defRPr sz="1200"/>
            </a:lvl1pPr>
          </a:lstStyle>
          <a:p>
            <a:endParaRPr lang="en-US"/>
          </a:p>
        </p:txBody>
      </p:sp>
    </p:spTree>
    <p:extLst>
      <p:ext uri="{BB962C8B-B14F-4D97-AF65-F5344CB8AC3E}">
        <p14:creationId xmlns:p14="http://schemas.microsoft.com/office/powerpoint/2010/main" val="30800689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C12FA1C9-6FC3-FE26-77FF-BF6E982FDFC1}"/>
              </a:ext>
            </a:extLst>
          </p:cNvPr>
          <p:cNvSpPr>
            <a:spLocks noGrp="1"/>
          </p:cNvSpPr>
          <p:nvPr>
            <p:ph type="pic" sz="quarter" idx="10"/>
          </p:nvPr>
        </p:nvSpPr>
        <p:spPr>
          <a:xfrm>
            <a:off x="8794487" y="-644779"/>
            <a:ext cx="4505509" cy="4506683"/>
          </a:xfrm>
          <a:custGeom>
            <a:avLst/>
            <a:gdLst>
              <a:gd name="connsiteX0" fmla="*/ 2110615 w 4221230"/>
              <a:gd name="connsiteY0" fmla="*/ 0 h 4062856"/>
              <a:gd name="connsiteX1" fmla="*/ 4221230 w 4221230"/>
              <a:gd name="connsiteY1" fmla="*/ 2031428 h 4062856"/>
              <a:gd name="connsiteX2" fmla="*/ 2110615 w 4221230"/>
              <a:gd name="connsiteY2" fmla="*/ 4062856 h 4062856"/>
              <a:gd name="connsiteX3" fmla="*/ 0 w 4221230"/>
              <a:gd name="connsiteY3" fmla="*/ 2031428 h 4062856"/>
              <a:gd name="connsiteX4" fmla="*/ 2110615 w 4221230"/>
              <a:gd name="connsiteY4" fmla="*/ 0 h 4062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230" h="4062856">
                <a:moveTo>
                  <a:pt x="2110615" y="0"/>
                </a:moveTo>
                <a:cubicBezTo>
                  <a:pt x="3276275" y="0"/>
                  <a:pt x="4221230" y="909501"/>
                  <a:pt x="4221230" y="2031428"/>
                </a:cubicBezTo>
                <a:cubicBezTo>
                  <a:pt x="4221230" y="3153355"/>
                  <a:pt x="3276275" y="4062856"/>
                  <a:pt x="2110615" y="4062856"/>
                </a:cubicBezTo>
                <a:cubicBezTo>
                  <a:pt x="944955" y="4062856"/>
                  <a:pt x="0" y="3153355"/>
                  <a:pt x="0" y="2031428"/>
                </a:cubicBezTo>
                <a:cubicBezTo>
                  <a:pt x="0" y="909501"/>
                  <a:pt x="944955" y="0"/>
                  <a:pt x="211061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121777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sp>
        <p:nvSpPr>
          <p:cNvPr id="5" name="Picture Placeholder 8">
            <a:extLst>
              <a:ext uri="{FF2B5EF4-FFF2-40B4-BE49-F238E27FC236}">
                <a16:creationId xmlns:a16="http://schemas.microsoft.com/office/drawing/2014/main" id="{BA84E635-75CE-490A-A880-EFFBD03694EC}"/>
              </a:ext>
            </a:extLst>
          </p:cNvPr>
          <p:cNvSpPr>
            <a:spLocks noGrp="1"/>
          </p:cNvSpPr>
          <p:nvPr>
            <p:ph type="pic" sz="quarter" idx="13"/>
          </p:nvPr>
        </p:nvSpPr>
        <p:spPr>
          <a:xfrm>
            <a:off x="1343" y="0"/>
            <a:ext cx="12186138" cy="6858000"/>
          </a:xfrm>
        </p:spPr>
        <p:txBody>
          <a:bodyPr anchor="t"/>
          <a:lstStyle>
            <a:lvl1pPr marL="0" indent="0" algn="ctr">
              <a:buFontTx/>
              <a:buNone/>
              <a:defRPr/>
            </a:lvl1pPr>
          </a:lstStyle>
          <a:p>
            <a:endParaRPr lang="en-IN" dirty="0"/>
          </a:p>
        </p:txBody>
      </p:sp>
    </p:spTree>
    <p:extLst>
      <p:ext uri="{BB962C8B-B14F-4D97-AF65-F5344CB8AC3E}">
        <p14:creationId xmlns:p14="http://schemas.microsoft.com/office/powerpoint/2010/main" val="2568542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6/22/2026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6/22/2026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fld id="{96E69268-9C8B-4EBF-A9EE-DC5DC2D48DC3}" type="slidenum">
              <a:rPr lang="en-US" smtClean="0"/>
              <a:pPr/>
              <a:t>‹#›</a:t>
            </a:fld>
            <a:endParaRPr lang="en-US"/>
          </a:p>
        </p:txBody>
      </p:sp>
    </p:spTree>
    <p:extLst>
      <p:ext uri="{BB962C8B-B14F-4D97-AF65-F5344CB8AC3E}">
        <p14:creationId xmlns:p14="http://schemas.microsoft.com/office/powerpoint/2010/main" val="197794050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1218987" rtl="0" eaLnBrk="1" latinLnBrk="0" hangingPunct="1">
        <a:spcBef>
          <a:spcPct val="0"/>
        </a:spcBef>
        <a:buNone/>
        <a:defRPr sz="3600" kern="1200">
          <a:solidFill>
            <a:schemeClr val="tx1"/>
          </a:solidFill>
          <a:latin typeface="+mj-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17" Type="http://schemas.openxmlformats.org/officeDocument/2006/relationships/image" Target="../media/image62.png"/><Relationship Id="rId21" Type="http://schemas.openxmlformats.org/officeDocument/2006/relationships/image" Target="../media/image14.png"/><Relationship Id="rId42" Type="http://schemas.openxmlformats.org/officeDocument/2006/relationships/customXml" Target="../ink/ink21.xml"/><Relationship Id="rId63" Type="http://schemas.openxmlformats.org/officeDocument/2006/relationships/image" Target="../media/image35.png"/><Relationship Id="rId84" Type="http://schemas.openxmlformats.org/officeDocument/2006/relationships/customXml" Target="../ink/ink42.xml"/><Relationship Id="rId138" Type="http://schemas.openxmlformats.org/officeDocument/2006/relationships/customXml" Target="../ink/ink69.xml"/><Relationship Id="rId159" Type="http://schemas.openxmlformats.org/officeDocument/2006/relationships/image" Target="../media/image83.png"/><Relationship Id="rId170" Type="http://schemas.openxmlformats.org/officeDocument/2006/relationships/customXml" Target="../ink/ink85.xml"/><Relationship Id="rId107" Type="http://schemas.openxmlformats.org/officeDocument/2006/relationships/image" Target="../media/image57.png"/><Relationship Id="rId11" Type="http://schemas.openxmlformats.org/officeDocument/2006/relationships/image" Target="../media/image9.png"/><Relationship Id="rId32" Type="http://schemas.openxmlformats.org/officeDocument/2006/relationships/customXml" Target="../ink/ink16.xml"/><Relationship Id="rId53" Type="http://schemas.openxmlformats.org/officeDocument/2006/relationships/image" Target="../media/image30.png"/><Relationship Id="rId74" Type="http://schemas.openxmlformats.org/officeDocument/2006/relationships/customXml" Target="../ink/ink37.xml"/><Relationship Id="rId128" Type="http://schemas.openxmlformats.org/officeDocument/2006/relationships/customXml" Target="../ink/ink64.xml"/><Relationship Id="rId149" Type="http://schemas.openxmlformats.org/officeDocument/2006/relationships/image" Target="../media/image78.png"/><Relationship Id="rId5" Type="http://schemas.openxmlformats.org/officeDocument/2006/relationships/image" Target="../media/image6.png"/><Relationship Id="rId95" Type="http://schemas.openxmlformats.org/officeDocument/2006/relationships/image" Target="../media/image51.png"/><Relationship Id="rId160" Type="http://schemas.openxmlformats.org/officeDocument/2006/relationships/customXml" Target="../ink/ink80.xml"/><Relationship Id="rId181" Type="http://schemas.openxmlformats.org/officeDocument/2006/relationships/image" Target="../media/image94.png"/><Relationship Id="rId22" Type="http://schemas.openxmlformats.org/officeDocument/2006/relationships/customXml" Target="../ink/ink11.xml"/><Relationship Id="rId43" Type="http://schemas.openxmlformats.org/officeDocument/2006/relationships/image" Target="../media/image25.png"/><Relationship Id="rId64" Type="http://schemas.openxmlformats.org/officeDocument/2006/relationships/customXml" Target="../ink/ink32.xml"/><Relationship Id="rId118" Type="http://schemas.openxmlformats.org/officeDocument/2006/relationships/customXml" Target="../ink/ink59.xml"/><Relationship Id="rId139" Type="http://schemas.openxmlformats.org/officeDocument/2006/relationships/image" Target="../media/image73.png"/><Relationship Id="rId85" Type="http://schemas.openxmlformats.org/officeDocument/2006/relationships/image" Target="../media/image46.png"/><Relationship Id="rId150" Type="http://schemas.openxmlformats.org/officeDocument/2006/relationships/customXml" Target="../ink/ink75.xml"/><Relationship Id="rId171" Type="http://schemas.openxmlformats.org/officeDocument/2006/relationships/image" Target="../media/image89.png"/><Relationship Id="rId12" Type="http://schemas.openxmlformats.org/officeDocument/2006/relationships/customXml" Target="../ink/ink6.xml"/><Relationship Id="rId33" Type="http://schemas.openxmlformats.org/officeDocument/2006/relationships/image" Target="../media/image20.png"/><Relationship Id="rId108" Type="http://schemas.openxmlformats.org/officeDocument/2006/relationships/customXml" Target="../ink/ink54.xml"/><Relationship Id="rId129" Type="http://schemas.openxmlformats.org/officeDocument/2006/relationships/image" Target="../media/image68.png"/><Relationship Id="rId54" Type="http://schemas.openxmlformats.org/officeDocument/2006/relationships/customXml" Target="../ink/ink27.xml"/><Relationship Id="rId75" Type="http://schemas.openxmlformats.org/officeDocument/2006/relationships/image" Target="../media/image41.png"/><Relationship Id="rId96" Type="http://schemas.openxmlformats.org/officeDocument/2006/relationships/customXml" Target="../ink/ink48.xml"/><Relationship Id="rId140" Type="http://schemas.openxmlformats.org/officeDocument/2006/relationships/customXml" Target="../ink/ink70.xml"/><Relationship Id="rId161" Type="http://schemas.openxmlformats.org/officeDocument/2006/relationships/image" Target="../media/image84.png"/><Relationship Id="rId182" Type="http://schemas.openxmlformats.org/officeDocument/2006/relationships/customXml" Target="../ink/ink91.xml"/><Relationship Id="rId6" Type="http://schemas.openxmlformats.org/officeDocument/2006/relationships/customXml" Target="../ink/ink3.xml"/><Relationship Id="rId23" Type="http://schemas.openxmlformats.org/officeDocument/2006/relationships/image" Target="../media/image15.png"/><Relationship Id="rId119" Type="http://schemas.openxmlformats.org/officeDocument/2006/relationships/image" Target="../media/image63.png"/><Relationship Id="rId44" Type="http://schemas.openxmlformats.org/officeDocument/2006/relationships/customXml" Target="../ink/ink22.xml"/><Relationship Id="rId65" Type="http://schemas.openxmlformats.org/officeDocument/2006/relationships/image" Target="../media/image36.png"/><Relationship Id="rId86" Type="http://schemas.openxmlformats.org/officeDocument/2006/relationships/customXml" Target="../ink/ink43.xml"/><Relationship Id="rId130" Type="http://schemas.openxmlformats.org/officeDocument/2006/relationships/customXml" Target="../ink/ink65.xml"/><Relationship Id="rId151" Type="http://schemas.openxmlformats.org/officeDocument/2006/relationships/image" Target="../media/image79.png"/><Relationship Id="rId172" Type="http://schemas.openxmlformats.org/officeDocument/2006/relationships/customXml" Target="../ink/ink86.xml"/><Relationship Id="rId13" Type="http://schemas.openxmlformats.org/officeDocument/2006/relationships/image" Target="../media/image10.png"/><Relationship Id="rId18" Type="http://schemas.openxmlformats.org/officeDocument/2006/relationships/customXml" Target="../ink/ink9.xml"/><Relationship Id="rId39" Type="http://schemas.openxmlformats.org/officeDocument/2006/relationships/image" Target="../media/image23.png"/><Relationship Id="rId109" Type="http://schemas.openxmlformats.org/officeDocument/2006/relationships/image" Target="../media/image58.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31.png"/><Relationship Id="rId76" Type="http://schemas.openxmlformats.org/officeDocument/2006/relationships/customXml" Target="../ink/ink38.xml"/><Relationship Id="rId97" Type="http://schemas.openxmlformats.org/officeDocument/2006/relationships/image" Target="../media/image52.png"/><Relationship Id="rId104" Type="http://schemas.openxmlformats.org/officeDocument/2006/relationships/customXml" Target="../ink/ink52.xml"/><Relationship Id="rId120" Type="http://schemas.openxmlformats.org/officeDocument/2006/relationships/customXml" Target="../ink/ink60.xml"/><Relationship Id="rId125" Type="http://schemas.openxmlformats.org/officeDocument/2006/relationships/image" Target="../media/image66.png"/><Relationship Id="rId141" Type="http://schemas.openxmlformats.org/officeDocument/2006/relationships/image" Target="../media/image74.png"/><Relationship Id="rId146" Type="http://schemas.openxmlformats.org/officeDocument/2006/relationships/customXml" Target="../ink/ink73.xml"/><Relationship Id="rId167" Type="http://schemas.openxmlformats.org/officeDocument/2006/relationships/image" Target="../media/image87.png"/><Relationship Id="rId188" Type="http://schemas.openxmlformats.org/officeDocument/2006/relationships/customXml" Target="../ink/ink94.xml"/><Relationship Id="rId7" Type="http://schemas.openxmlformats.org/officeDocument/2006/relationships/image" Target="../media/image7.png"/><Relationship Id="rId71" Type="http://schemas.openxmlformats.org/officeDocument/2006/relationships/image" Target="../media/image39.png"/><Relationship Id="rId92" Type="http://schemas.openxmlformats.org/officeDocument/2006/relationships/customXml" Target="../ink/ink46.xml"/><Relationship Id="rId162" Type="http://schemas.openxmlformats.org/officeDocument/2006/relationships/customXml" Target="../ink/ink81.xml"/><Relationship Id="rId183" Type="http://schemas.openxmlformats.org/officeDocument/2006/relationships/image" Target="../media/image95.png"/><Relationship Id="rId2" Type="http://schemas.openxmlformats.org/officeDocument/2006/relationships/customXml" Target="../ink/ink1.xml"/><Relationship Id="rId29" Type="http://schemas.openxmlformats.org/officeDocument/2006/relationships/image" Target="../media/image18.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26.png"/><Relationship Id="rId66" Type="http://schemas.openxmlformats.org/officeDocument/2006/relationships/customXml" Target="../ink/ink33.xml"/><Relationship Id="rId87" Type="http://schemas.openxmlformats.org/officeDocument/2006/relationships/image" Target="../media/image47.png"/><Relationship Id="rId110" Type="http://schemas.openxmlformats.org/officeDocument/2006/relationships/customXml" Target="../ink/ink55.xml"/><Relationship Id="rId115" Type="http://schemas.openxmlformats.org/officeDocument/2006/relationships/image" Target="../media/image61.png"/><Relationship Id="rId131" Type="http://schemas.openxmlformats.org/officeDocument/2006/relationships/image" Target="../media/image69.png"/><Relationship Id="rId136" Type="http://schemas.openxmlformats.org/officeDocument/2006/relationships/customXml" Target="../ink/ink68.xml"/><Relationship Id="rId157" Type="http://schemas.openxmlformats.org/officeDocument/2006/relationships/image" Target="../media/image82.png"/><Relationship Id="rId178" Type="http://schemas.openxmlformats.org/officeDocument/2006/relationships/customXml" Target="../ink/ink89.xml"/><Relationship Id="rId61" Type="http://schemas.openxmlformats.org/officeDocument/2006/relationships/image" Target="../media/image34.png"/><Relationship Id="rId82" Type="http://schemas.openxmlformats.org/officeDocument/2006/relationships/customXml" Target="../ink/ink41.xml"/><Relationship Id="rId152" Type="http://schemas.openxmlformats.org/officeDocument/2006/relationships/customXml" Target="../ink/ink76.xml"/><Relationship Id="rId173" Type="http://schemas.openxmlformats.org/officeDocument/2006/relationships/image" Target="../media/image90.png"/><Relationship Id="rId19" Type="http://schemas.openxmlformats.org/officeDocument/2006/relationships/image" Target="../media/image13.png"/><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21.png"/><Relationship Id="rId56" Type="http://schemas.openxmlformats.org/officeDocument/2006/relationships/customXml" Target="../ink/ink28.xml"/><Relationship Id="rId77" Type="http://schemas.openxmlformats.org/officeDocument/2006/relationships/image" Target="../media/image42.png"/><Relationship Id="rId100" Type="http://schemas.openxmlformats.org/officeDocument/2006/relationships/customXml" Target="../ink/ink50.xml"/><Relationship Id="rId105" Type="http://schemas.openxmlformats.org/officeDocument/2006/relationships/image" Target="../media/image56.png"/><Relationship Id="rId126" Type="http://schemas.openxmlformats.org/officeDocument/2006/relationships/customXml" Target="../ink/ink63.xml"/><Relationship Id="rId147" Type="http://schemas.openxmlformats.org/officeDocument/2006/relationships/image" Target="../media/image77.png"/><Relationship Id="rId168" Type="http://schemas.openxmlformats.org/officeDocument/2006/relationships/customXml" Target="../ink/ink84.xml"/><Relationship Id="rId8" Type="http://schemas.openxmlformats.org/officeDocument/2006/relationships/customXml" Target="../ink/ink4.xml"/><Relationship Id="rId51" Type="http://schemas.openxmlformats.org/officeDocument/2006/relationships/image" Target="../media/image29.png"/><Relationship Id="rId72" Type="http://schemas.openxmlformats.org/officeDocument/2006/relationships/customXml" Target="../ink/ink36.xml"/><Relationship Id="rId93" Type="http://schemas.openxmlformats.org/officeDocument/2006/relationships/image" Target="../media/image50.png"/><Relationship Id="rId98" Type="http://schemas.openxmlformats.org/officeDocument/2006/relationships/customXml" Target="../ink/ink49.xml"/><Relationship Id="rId121" Type="http://schemas.openxmlformats.org/officeDocument/2006/relationships/image" Target="../media/image64.png"/><Relationship Id="rId142" Type="http://schemas.openxmlformats.org/officeDocument/2006/relationships/customXml" Target="../ink/ink71.xml"/><Relationship Id="rId163" Type="http://schemas.openxmlformats.org/officeDocument/2006/relationships/image" Target="../media/image85.png"/><Relationship Id="rId184" Type="http://schemas.openxmlformats.org/officeDocument/2006/relationships/customXml" Target="../ink/ink92.xml"/><Relationship Id="rId189" Type="http://schemas.openxmlformats.org/officeDocument/2006/relationships/image" Target="../media/image98.png"/><Relationship Id="rId3" Type="http://schemas.openxmlformats.org/officeDocument/2006/relationships/image" Target="../media/image5.png"/><Relationship Id="rId25" Type="http://schemas.openxmlformats.org/officeDocument/2006/relationships/image" Target="../media/image16.png"/><Relationship Id="rId46" Type="http://schemas.openxmlformats.org/officeDocument/2006/relationships/customXml" Target="../ink/ink23.xml"/><Relationship Id="rId67" Type="http://schemas.openxmlformats.org/officeDocument/2006/relationships/image" Target="../media/image37.png"/><Relationship Id="rId116" Type="http://schemas.openxmlformats.org/officeDocument/2006/relationships/customXml" Target="../ink/ink58.xml"/><Relationship Id="rId137" Type="http://schemas.openxmlformats.org/officeDocument/2006/relationships/image" Target="../media/image72.png"/><Relationship Id="rId158" Type="http://schemas.openxmlformats.org/officeDocument/2006/relationships/customXml" Target="../ink/ink79.xml"/><Relationship Id="rId20" Type="http://schemas.openxmlformats.org/officeDocument/2006/relationships/customXml" Target="../ink/ink10.xml"/><Relationship Id="rId41" Type="http://schemas.openxmlformats.org/officeDocument/2006/relationships/image" Target="../media/image24.png"/><Relationship Id="rId62" Type="http://schemas.openxmlformats.org/officeDocument/2006/relationships/customXml" Target="../ink/ink31.xml"/><Relationship Id="rId83" Type="http://schemas.openxmlformats.org/officeDocument/2006/relationships/image" Target="../media/image45.png"/><Relationship Id="rId88" Type="http://schemas.openxmlformats.org/officeDocument/2006/relationships/customXml" Target="../ink/ink44.xml"/><Relationship Id="rId111" Type="http://schemas.openxmlformats.org/officeDocument/2006/relationships/image" Target="../media/image59.png"/><Relationship Id="rId132" Type="http://schemas.openxmlformats.org/officeDocument/2006/relationships/customXml" Target="../ink/ink66.xml"/><Relationship Id="rId153" Type="http://schemas.openxmlformats.org/officeDocument/2006/relationships/image" Target="../media/image80.png"/><Relationship Id="rId174" Type="http://schemas.openxmlformats.org/officeDocument/2006/relationships/customXml" Target="../ink/ink87.xml"/><Relationship Id="rId179" Type="http://schemas.openxmlformats.org/officeDocument/2006/relationships/image" Target="../media/image93.png"/><Relationship Id="rId15" Type="http://schemas.openxmlformats.org/officeDocument/2006/relationships/image" Target="../media/image11.png"/><Relationship Id="rId36" Type="http://schemas.openxmlformats.org/officeDocument/2006/relationships/customXml" Target="../ink/ink18.xml"/><Relationship Id="rId57" Type="http://schemas.openxmlformats.org/officeDocument/2006/relationships/image" Target="../media/image32.png"/><Relationship Id="rId106" Type="http://schemas.openxmlformats.org/officeDocument/2006/relationships/customXml" Target="../ink/ink53.xml"/><Relationship Id="rId127" Type="http://schemas.openxmlformats.org/officeDocument/2006/relationships/image" Target="../media/image67.png"/><Relationship Id="rId10" Type="http://schemas.openxmlformats.org/officeDocument/2006/relationships/customXml" Target="../ink/ink5.xml"/><Relationship Id="rId31" Type="http://schemas.openxmlformats.org/officeDocument/2006/relationships/image" Target="../media/image19.png"/><Relationship Id="rId52" Type="http://schemas.openxmlformats.org/officeDocument/2006/relationships/customXml" Target="../ink/ink26.xml"/><Relationship Id="rId73" Type="http://schemas.openxmlformats.org/officeDocument/2006/relationships/image" Target="../media/image40.png"/><Relationship Id="rId78" Type="http://schemas.openxmlformats.org/officeDocument/2006/relationships/customXml" Target="../ink/ink39.xml"/><Relationship Id="rId94" Type="http://schemas.openxmlformats.org/officeDocument/2006/relationships/customXml" Target="../ink/ink47.xml"/><Relationship Id="rId99" Type="http://schemas.openxmlformats.org/officeDocument/2006/relationships/image" Target="../media/image53.png"/><Relationship Id="rId101" Type="http://schemas.openxmlformats.org/officeDocument/2006/relationships/image" Target="../media/image54.png"/><Relationship Id="rId122" Type="http://schemas.openxmlformats.org/officeDocument/2006/relationships/customXml" Target="../ink/ink61.xml"/><Relationship Id="rId143" Type="http://schemas.openxmlformats.org/officeDocument/2006/relationships/image" Target="../media/image75.png"/><Relationship Id="rId148" Type="http://schemas.openxmlformats.org/officeDocument/2006/relationships/customXml" Target="../ink/ink74.xml"/><Relationship Id="rId164" Type="http://schemas.openxmlformats.org/officeDocument/2006/relationships/customXml" Target="../ink/ink82.xml"/><Relationship Id="rId169" Type="http://schemas.openxmlformats.org/officeDocument/2006/relationships/image" Target="../media/image88.png"/><Relationship Id="rId185" Type="http://schemas.openxmlformats.org/officeDocument/2006/relationships/image" Target="../media/image96.png"/><Relationship Id="rId4" Type="http://schemas.openxmlformats.org/officeDocument/2006/relationships/customXml" Target="../ink/ink2.xml"/><Relationship Id="rId9" Type="http://schemas.openxmlformats.org/officeDocument/2006/relationships/image" Target="../media/image8.png"/><Relationship Id="rId180" Type="http://schemas.openxmlformats.org/officeDocument/2006/relationships/customXml" Target="../ink/ink90.xml"/><Relationship Id="rId26" Type="http://schemas.openxmlformats.org/officeDocument/2006/relationships/customXml" Target="../ink/ink13.xml"/><Relationship Id="rId47" Type="http://schemas.openxmlformats.org/officeDocument/2006/relationships/image" Target="../media/image27.png"/><Relationship Id="rId68" Type="http://schemas.openxmlformats.org/officeDocument/2006/relationships/customXml" Target="../ink/ink34.xml"/><Relationship Id="rId89" Type="http://schemas.openxmlformats.org/officeDocument/2006/relationships/image" Target="../media/image48.png"/><Relationship Id="rId112" Type="http://schemas.openxmlformats.org/officeDocument/2006/relationships/customXml" Target="../ink/ink56.xml"/><Relationship Id="rId133" Type="http://schemas.openxmlformats.org/officeDocument/2006/relationships/image" Target="../media/image70.png"/><Relationship Id="rId154" Type="http://schemas.openxmlformats.org/officeDocument/2006/relationships/customXml" Target="../ink/ink77.xml"/><Relationship Id="rId175" Type="http://schemas.openxmlformats.org/officeDocument/2006/relationships/image" Target="../media/image91.png"/><Relationship Id="rId16" Type="http://schemas.openxmlformats.org/officeDocument/2006/relationships/customXml" Target="../ink/ink8.xml"/><Relationship Id="rId37" Type="http://schemas.openxmlformats.org/officeDocument/2006/relationships/image" Target="../media/image22.png"/><Relationship Id="rId58" Type="http://schemas.openxmlformats.org/officeDocument/2006/relationships/customXml" Target="../ink/ink29.xml"/><Relationship Id="rId79" Type="http://schemas.openxmlformats.org/officeDocument/2006/relationships/image" Target="../media/image43.png"/><Relationship Id="rId102" Type="http://schemas.openxmlformats.org/officeDocument/2006/relationships/customXml" Target="../ink/ink51.xml"/><Relationship Id="rId123" Type="http://schemas.openxmlformats.org/officeDocument/2006/relationships/image" Target="../media/image65.png"/><Relationship Id="rId144" Type="http://schemas.openxmlformats.org/officeDocument/2006/relationships/customXml" Target="../ink/ink72.xml"/><Relationship Id="rId90" Type="http://schemas.openxmlformats.org/officeDocument/2006/relationships/customXml" Target="../ink/ink45.xml"/><Relationship Id="rId165" Type="http://schemas.openxmlformats.org/officeDocument/2006/relationships/image" Target="../media/image86.png"/><Relationship Id="rId186" Type="http://schemas.openxmlformats.org/officeDocument/2006/relationships/customXml" Target="../ink/ink93.xml"/><Relationship Id="rId27" Type="http://schemas.openxmlformats.org/officeDocument/2006/relationships/image" Target="../media/image17.png"/><Relationship Id="rId48" Type="http://schemas.openxmlformats.org/officeDocument/2006/relationships/customXml" Target="../ink/ink24.xml"/><Relationship Id="rId69" Type="http://schemas.openxmlformats.org/officeDocument/2006/relationships/image" Target="../media/image38.png"/><Relationship Id="rId113" Type="http://schemas.openxmlformats.org/officeDocument/2006/relationships/image" Target="../media/image60.png"/><Relationship Id="rId134" Type="http://schemas.openxmlformats.org/officeDocument/2006/relationships/customXml" Target="../ink/ink67.xml"/><Relationship Id="rId80" Type="http://schemas.openxmlformats.org/officeDocument/2006/relationships/customXml" Target="../ink/ink40.xml"/><Relationship Id="rId155" Type="http://schemas.openxmlformats.org/officeDocument/2006/relationships/image" Target="../media/image81.png"/><Relationship Id="rId176" Type="http://schemas.openxmlformats.org/officeDocument/2006/relationships/customXml" Target="../ink/ink88.xml"/><Relationship Id="rId17" Type="http://schemas.openxmlformats.org/officeDocument/2006/relationships/image" Target="../media/image12.png"/><Relationship Id="rId38" Type="http://schemas.openxmlformats.org/officeDocument/2006/relationships/customXml" Target="../ink/ink19.xml"/><Relationship Id="rId59" Type="http://schemas.openxmlformats.org/officeDocument/2006/relationships/image" Target="../media/image33.png"/><Relationship Id="rId103" Type="http://schemas.openxmlformats.org/officeDocument/2006/relationships/image" Target="../media/image55.png"/><Relationship Id="rId124" Type="http://schemas.openxmlformats.org/officeDocument/2006/relationships/customXml" Target="../ink/ink62.xml"/><Relationship Id="rId70" Type="http://schemas.openxmlformats.org/officeDocument/2006/relationships/customXml" Target="../ink/ink35.xml"/><Relationship Id="rId91" Type="http://schemas.openxmlformats.org/officeDocument/2006/relationships/image" Target="../media/image49.png"/><Relationship Id="rId145" Type="http://schemas.openxmlformats.org/officeDocument/2006/relationships/image" Target="../media/image76.png"/><Relationship Id="rId166" Type="http://schemas.openxmlformats.org/officeDocument/2006/relationships/customXml" Target="../ink/ink83.xml"/><Relationship Id="rId187" Type="http://schemas.openxmlformats.org/officeDocument/2006/relationships/image" Target="../media/image97.png"/><Relationship Id="rId1" Type="http://schemas.openxmlformats.org/officeDocument/2006/relationships/slideLayout" Target="../slideLayouts/slideLayout2.xml"/><Relationship Id="rId28" Type="http://schemas.openxmlformats.org/officeDocument/2006/relationships/customXml" Target="../ink/ink14.xml"/><Relationship Id="rId49" Type="http://schemas.openxmlformats.org/officeDocument/2006/relationships/image" Target="../media/image28.png"/><Relationship Id="rId114" Type="http://schemas.openxmlformats.org/officeDocument/2006/relationships/customXml" Target="../ink/ink57.xml"/><Relationship Id="rId60" Type="http://schemas.openxmlformats.org/officeDocument/2006/relationships/customXml" Target="../ink/ink30.xml"/><Relationship Id="rId81" Type="http://schemas.openxmlformats.org/officeDocument/2006/relationships/image" Target="../media/image44.png"/><Relationship Id="rId135" Type="http://schemas.openxmlformats.org/officeDocument/2006/relationships/image" Target="../media/image71.png"/><Relationship Id="rId156" Type="http://schemas.openxmlformats.org/officeDocument/2006/relationships/customXml" Target="../ink/ink78.xml"/><Relationship Id="rId177" Type="http://schemas.openxmlformats.org/officeDocument/2006/relationships/image" Target="../media/image92.png"/></Relationships>
</file>

<file path=ppt/slides/_rels/slide5.xml.rels><?xml version="1.0" encoding="UTF-8" standalone="yes"?>
<Relationships xmlns="http://schemas.openxmlformats.org/package/2006/relationships"><Relationship Id="rId3" Type="http://schemas.openxmlformats.org/officeDocument/2006/relationships/customXml" Target="../ink/ink95.xml"/><Relationship Id="rId2" Type="http://schemas.openxmlformats.org/officeDocument/2006/relationships/hyperlink" Target="https://npmjs.com/" TargetMode="External"/><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6.xml.rels><?xml version="1.0" encoding="UTF-8" standalone="yes"?>
<Relationships xmlns="http://schemas.openxmlformats.org/package/2006/relationships"><Relationship Id="rId13" Type="http://schemas.openxmlformats.org/officeDocument/2006/relationships/customXml" Target="../ink/ink101.xml"/><Relationship Id="rId18" Type="http://schemas.openxmlformats.org/officeDocument/2006/relationships/image" Target="../media/image108.png"/><Relationship Id="rId26" Type="http://schemas.openxmlformats.org/officeDocument/2006/relationships/image" Target="../media/image112.png"/><Relationship Id="rId39" Type="http://schemas.openxmlformats.org/officeDocument/2006/relationships/customXml" Target="../ink/ink114.xml"/><Relationship Id="rId21" Type="http://schemas.openxmlformats.org/officeDocument/2006/relationships/customXml" Target="../ink/ink105.xml"/><Relationship Id="rId34" Type="http://schemas.openxmlformats.org/officeDocument/2006/relationships/image" Target="../media/image116.png"/><Relationship Id="rId42" Type="http://schemas.openxmlformats.org/officeDocument/2006/relationships/image" Target="../media/image120.png"/><Relationship Id="rId47" Type="http://schemas.openxmlformats.org/officeDocument/2006/relationships/customXml" Target="../ink/ink118.xml"/><Relationship Id="rId50" Type="http://schemas.openxmlformats.org/officeDocument/2006/relationships/image" Target="../media/image124.png"/><Relationship Id="rId55" Type="http://schemas.openxmlformats.org/officeDocument/2006/relationships/customXml" Target="../ink/ink122.xml"/><Relationship Id="rId7" Type="http://schemas.openxmlformats.org/officeDocument/2006/relationships/customXml" Target="../ink/ink98.xml"/><Relationship Id="rId2" Type="http://schemas.openxmlformats.org/officeDocument/2006/relationships/image" Target="../media/image100.png"/><Relationship Id="rId16" Type="http://schemas.openxmlformats.org/officeDocument/2006/relationships/image" Target="../media/image107.png"/><Relationship Id="rId29" Type="http://schemas.openxmlformats.org/officeDocument/2006/relationships/customXml" Target="../ink/ink109.xml"/><Relationship Id="rId11" Type="http://schemas.openxmlformats.org/officeDocument/2006/relationships/customXml" Target="../ink/ink100.xml"/><Relationship Id="rId24" Type="http://schemas.openxmlformats.org/officeDocument/2006/relationships/image" Target="../media/image111.png"/><Relationship Id="rId32" Type="http://schemas.openxmlformats.org/officeDocument/2006/relationships/image" Target="../media/image115.png"/><Relationship Id="rId37" Type="http://schemas.openxmlformats.org/officeDocument/2006/relationships/customXml" Target="../ink/ink113.xml"/><Relationship Id="rId40" Type="http://schemas.openxmlformats.org/officeDocument/2006/relationships/image" Target="../media/image119.png"/><Relationship Id="rId45" Type="http://schemas.openxmlformats.org/officeDocument/2006/relationships/customXml" Target="../ink/ink117.xml"/><Relationship Id="rId53" Type="http://schemas.openxmlformats.org/officeDocument/2006/relationships/customXml" Target="../ink/ink121.xml"/><Relationship Id="rId58" Type="http://schemas.openxmlformats.org/officeDocument/2006/relationships/image" Target="../media/image128.png"/><Relationship Id="rId5" Type="http://schemas.openxmlformats.org/officeDocument/2006/relationships/customXml" Target="../ink/ink97.xml"/><Relationship Id="rId61" Type="http://schemas.openxmlformats.org/officeDocument/2006/relationships/customXml" Target="../ink/ink125.xml"/><Relationship Id="rId19" Type="http://schemas.openxmlformats.org/officeDocument/2006/relationships/customXml" Target="../ink/ink104.xml"/><Relationship Id="rId14" Type="http://schemas.openxmlformats.org/officeDocument/2006/relationships/image" Target="../media/image106.png"/><Relationship Id="rId22" Type="http://schemas.openxmlformats.org/officeDocument/2006/relationships/image" Target="../media/image110.png"/><Relationship Id="rId27" Type="http://schemas.openxmlformats.org/officeDocument/2006/relationships/customXml" Target="../ink/ink108.xml"/><Relationship Id="rId30" Type="http://schemas.openxmlformats.org/officeDocument/2006/relationships/image" Target="../media/image114.png"/><Relationship Id="rId35" Type="http://schemas.openxmlformats.org/officeDocument/2006/relationships/customXml" Target="../ink/ink112.xml"/><Relationship Id="rId43" Type="http://schemas.openxmlformats.org/officeDocument/2006/relationships/customXml" Target="../ink/ink116.xml"/><Relationship Id="rId48" Type="http://schemas.openxmlformats.org/officeDocument/2006/relationships/image" Target="../media/image123.png"/><Relationship Id="rId56" Type="http://schemas.openxmlformats.org/officeDocument/2006/relationships/image" Target="../media/image127.png"/><Relationship Id="rId8" Type="http://schemas.openxmlformats.org/officeDocument/2006/relationships/image" Target="../media/image103.png"/><Relationship Id="rId51" Type="http://schemas.openxmlformats.org/officeDocument/2006/relationships/customXml" Target="../ink/ink120.xml"/><Relationship Id="rId3" Type="http://schemas.openxmlformats.org/officeDocument/2006/relationships/customXml" Target="../ink/ink96.xml"/><Relationship Id="rId12" Type="http://schemas.openxmlformats.org/officeDocument/2006/relationships/image" Target="../media/image105.png"/><Relationship Id="rId17" Type="http://schemas.openxmlformats.org/officeDocument/2006/relationships/customXml" Target="../ink/ink103.xml"/><Relationship Id="rId25" Type="http://schemas.openxmlformats.org/officeDocument/2006/relationships/customXml" Target="../ink/ink107.xml"/><Relationship Id="rId33" Type="http://schemas.openxmlformats.org/officeDocument/2006/relationships/customXml" Target="../ink/ink111.xml"/><Relationship Id="rId38" Type="http://schemas.openxmlformats.org/officeDocument/2006/relationships/image" Target="../media/image118.png"/><Relationship Id="rId46" Type="http://schemas.openxmlformats.org/officeDocument/2006/relationships/image" Target="../media/image122.png"/><Relationship Id="rId59" Type="http://schemas.openxmlformats.org/officeDocument/2006/relationships/customXml" Target="../ink/ink124.xml"/><Relationship Id="rId20" Type="http://schemas.openxmlformats.org/officeDocument/2006/relationships/image" Target="../media/image109.png"/><Relationship Id="rId41" Type="http://schemas.openxmlformats.org/officeDocument/2006/relationships/customXml" Target="../ink/ink115.xml"/><Relationship Id="rId54" Type="http://schemas.openxmlformats.org/officeDocument/2006/relationships/image" Target="../media/image126.png"/><Relationship Id="rId62" Type="http://schemas.openxmlformats.org/officeDocument/2006/relationships/image" Target="../media/image130.png"/><Relationship Id="rId1" Type="http://schemas.openxmlformats.org/officeDocument/2006/relationships/slideLayout" Target="../slideLayouts/slideLayout2.xml"/><Relationship Id="rId6" Type="http://schemas.openxmlformats.org/officeDocument/2006/relationships/image" Target="../media/image102.png"/><Relationship Id="rId15" Type="http://schemas.openxmlformats.org/officeDocument/2006/relationships/customXml" Target="../ink/ink102.xml"/><Relationship Id="rId23" Type="http://schemas.openxmlformats.org/officeDocument/2006/relationships/customXml" Target="../ink/ink106.xml"/><Relationship Id="rId28" Type="http://schemas.openxmlformats.org/officeDocument/2006/relationships/image" Target="../media/image113.png"/><Relationship Id="rId36" Type="http://schemas.openxmlformats.org/officeDocument/2006/relationships/image" Target="../media/image117.png"/><Relationship Id="rId49" Type="http://schemas.openxmlformats.org/officeDocument/2006/relationships/customXml" Target="../ink/ink119.xml"/><Relationship Id="rId57" Type="http://schemas.openxmlformats.org/officeDocument/2006/relationships/customXml" Target="../ink/ink123.xml"/><Relationship Id="rId10" Type="http://schemas.openxmlformats.org/officeDocument/2006/relationships/image" Target="../media/image104.png"/><Relationship Id="rId31" Type="http://schemas.openxmlformats.org/officeDocument/2006/relationships/customXml" Target="../ink/ink110.xml"/><Relationship Id="rId44" Type="http://schemas.openxmlformats.org/officeDocument/2006/relationships/image" Target="../media/image121.png"/><Relationship Id="rId52" Type="http://schemas.openxmlformats.org/officeDocument/2006/relationships/image" Target="../media/image125.png"/><Relationship Id="rId60" Type="http://schemas.openxmlformats.org/officeDocument/2006/relationships/image" Target="../media/image129.png"/><Relationship Id="rId4" Type="http://schemas.openxmlformats.org/officeDocument/2006/relationships/image" Target="../media/image101.png"/><Relationship Id="rId9" Type="http://schemas.openxmlformats.org/officeDocument/2006/relationships/customXml" Target="../ink/ink99.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soyuztechnologies/BTP_Architect_Training/blob/master/Day%203/03Nodemicroservice.zip" TargetMode="External"/><Relationship Id="rId2" Type="http://schemas.openxmlformats.org/officeDocument/2006/relationships/hyperlink" Target="https://github.com/soyuztechnologies/BTP_Architect_Training/blob/master/Day%203/02basicnode.zip" TargetMode="External"/><Relationship Id="rId1" Type="http://schemas.openxmlformats.org/officeDocument/2006/relationships/slideLayout" Target="../slideLayouts/slideLayout2.xml"/><Relationship Id="rId5" Type="http://schemas.openxmlformats.org/officeDocument/2006/relationships/image" Target="../media/image132.png"/><Relationship Id="rId4" Type="http://schemas.openxmlformats.org/officeDocument/2006/relationships/image" Target="../media/image1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126.xml"/><Relationship Id="rId2" Type="http://schemas.openxmlformats.org/officeDocument/2006/relationships/image" Target="../media/image133.png"/><Relationship Id="rId1" Type="http://schemas.openxmlformats.org/officeDocument/2006/relationships/slideLayout" Target="../slideLayouts/slideLayout2.xml"/><Relationship Id="rId4" Type="http://schemas.openxmlformats.org/officeDocument/2006/relationships/image" Target="../media/image5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127.xml"/><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13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cap.cloud.sap/"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coreybutler/nvm-windows/releases"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5.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136.png"/><Relationship Id="rId4" Type="http://schemas.openxmlformats.org/officeDocument/2006/relationships/hyperlink" Target="http://www.dribbble.com/"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media/image142.jpeg"/><Relationship Id="rId3" Type="http://schemas.openxmlformats.org/officeDocument/2006/relationships/image" Target="../media/image137.jpeg"/><Relationship Id="rId7" Type="http://schemas.openxmlformats.org/officeDocument/2006/relationships/image" Target="../media/image141.tiff"/><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140.tiff"/><Relationship Id="rId5" Type="http://schemas.openxmlformats.org/officeDocument/2006/relationships/image" Target="../media/image139.tiff"/><Relationship Id="rId4" Type="http://schemas.openxmlformats.org/officeDocument/2006/relationships/image" Target="../media/image138.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4</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3214092" y="1213699"/>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3214092" y="2969421"/>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3214092" y="4725144"/>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3878778" y="1466712"/>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1083773"/>
              <a:ext cx="2236930" cy="639170"/>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Node Package Manager</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3878778" y="3222431"/>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1083773"/>
              <a:ext cx="2236930"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Events, Async programming</a:t>
              </a: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3878778" y="4978154"/>
            <a:ext cx="3951680" cy="922336"/>
            <a:chOff x="1395616" y="871285"/>
            <a:chExt cx="3825734"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083771"/>
              <a:ext cx="2236930"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First microservice using Node</a:t>
              </a: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4</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104088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8F7C-3960-C214-C73D-AC12C553B021}"/>
              </a:ext>
            </a:extLst>
          </p:cNvPr>
          <p:cNvSpPr>
            <a:spLocks noGrp="1"/>
          </p:cNvSpPr>
          <p:nvPr>
            <p:ph type="title"/>
          </p:nvPr>
        </p:nvSpPr>
        <p:spPr/>
        <p:txBody>
          <a:bodyPr/>
          <a:lstStyle/>
          <a:p>
            <a:endParaRPr lang="en-IN"/>
          </a:p>
        </p:txBody>
      </p:sp>
      <p:grpSp>
        <p:nvGrpSpPr>
          <p:cNvPr id="25" name="Group 24">
            <a:extLst>
              <a:ext uri="{FF2B5EF4-FFF2-40B4-BE49-F238E27FC236}">
                <a16:creationId xmlns:a16="http://schemas.microsoft.com/office/drawing/2014/main" id="{119F455B-A187-6720-31B1-3DBBF2918963}"/>
              </a:ext>
            </a:extLst>
          </p:cNvPr>
          <p:cNvGrpSpPr/>
          <p:nvPr/>
        </p:nvGrpSpPr>
        <p:grpSpPr>
          <a:xfrm>
            <a:off x="1196573" y="3961390"/>
            <a:ext cx="2305800" cy="1153800"/>
            <a:chOff x="1196573" y="3961390"/>
            <a:chExt cx="2305800" cy="1153800"/>
          </a:xfrm>
        </p:grpSpPr>
        <mc:AlternateContent xmlns:mc="http://schemas.openxmlformats.org/markup-compatibility/2006">
          <mc:Choice xmlns:p14="http://schemas.microsoft.com/office/powerpoint/2010/main" Requires="p14">
            <p:contentPart p14:bwMode="auto" r:id="rId2">
              <p14:nvContentPartPr>
                <p14:cNvPr id="14" name="Ink 13">
                  <a:extLst>
                    <a:ext uri="{FF2B5EF4-FFF2-40B4-BE49-F238E27FC236}">
                      <a16:creationId xmlns:a16="http://schemas.microsoft.com/office/drawing/2014/main" id="{037C821E-8F69-E310-CD7C-74F2241CF762}"/>
                    </a:ext>
                  </a:extLst>
                </p14:cNvPr>
                <p14:cNvContentPartPr/>
                <p14:nvPr/>
              </p14:nvContentPartPr>
              <p14:xfrm>
                <a:off x="1196573" y="3961390"/>
                <a:ext cx="2305800" cy="1153800"/>
              </p14:xfrm>
            </p:contentPart>
          </mc:Choice>
          <mc:Fallback>
            <p:pic>
              <p:nvPicPr>
                <p:cNvPr id="14" name="Ink 13">
                  <a:extLst>
                    <a:ext uri="{FF2B5EF4-FFF2-40B4-BE49-F238E27FC236}">
                      <a16:creationId xmlns:a16="http://schemas.microsoft.com/office/drawing/2014/main" id="{037C821E-8F69-E310-CD7C-74F2241CF762}"/>
                    </a:ext>
                  </a:extLst>
                </p:cNvPr>
                <p:cNvPicPr/>
                <p:nvPr/>
              </p:nvPicPr>
              <p:blipFill>
                <a:blip r:embed="rId3"/>
                <a:stretch>
                  <a:fillRect/>
                </a:stretch>
              </p:blipFill>
              <p:spPr>
                <a:xfrm>
                  <a:off x="1187573" y="3952390"/>
                  <a:ext cx="2323440" cy="11714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5" name="Ink 14">
                  <a:extLst>
                    <a:ext uri="{FF2B5EF4-FFF2-40B4-BE49-F238E27FC236}">
                      <a16:creationId xmlns:a16="http://schemas.microsoft.com/office/drawing/2014/main" id="{57FED6A9-8070-F49E-6B36-C46CBBBF4581}"/>
                    </a:ext>
                  </a:extLst>
                </p14:cNvPr>
                <p14:cNvContentPartPr/>
                <p14:nvPr/>
              </p14:nvContentPartPr>
              <p14:xfrm>
                <a:off x="1538933" y="4352710"/>
                <a:ext cx="127800" cy="183960"/>
              </p14:xfrm>
            </p:contentPart>
          </mc:Choice>
          <mc:Fallback>
            <p:pic>
              <p:nvPicPr>
                <p:cNvPr id="15" name="Ink 14">
                  <a:extLst>
                    <a:ext uri="{FF2B5EF4-FFF2-40B4-BE49-F238E27FC236}">
                      <a16:creationId xmlns:a16="http://schemas.microsoft.com/office/drawing/2014/main" id="{57FED6A9-8070-F49E-6B36-C46CBBBF4581}"/>
                    </a:ext>
                  </a:extLst>
                </p:cNvPr>
                <p:cNvPicPr/>
                <p:nvPr/>
              </p:nvPicPr>
              <p:blipFill>
                <a:blip r:embed="rId5"/>
                <a:stretch>
                  <a:fillRect/>
                </a:stretch>
              </p:blipFill>
              <p:spPr>
                <a:xfrm>
                  <a:off x="1529933" y="4343710"/>
                  <a:ext cx="145440" cy="2016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6" name="Ink 15">
                  <a:extLst>
                    <a:ext uri="{FF2B5EF4-FFF2-40B4-BE49-F238E27FC236}">
                      <a16:creationId xmlns:a16="http://schemas.microsoft.com/office/drawing/2014/main" id="{F7C85FDD-294D-6E00-3A16-63CE0A580DA7}"/>
                    </a:ext>
                  </a:extLst>
                </p14:cNvPr>
                <p14:cNvContentPartPr/>
                <p14:nvPr/>
              </p14:nvContentPartPr>
              <p14:xfrm>
                <a:off x="1827293" y="4350190"/>
                <a:ext cx="98640" cy="119880"/>
              </p14:xfrm>
            </p:contentPart>
          </mc:Choice>
          <mc:Fallback>
            <p:pic>
              <p:nvPicPr>
                <p:cNvPr id="16" name="Ink 15">
                  <a:extLst>
                    <a:ext uri="{FF2B5EF4-FFF2-40B4-BE49-F238E27FC236}">
                      <a16:creationId xmlns:a16="http://schemas.microsoft.com/office/drawing/2014/main" id="{F7C85FDD-294D-6E00-3A16-63CE0A580DA7}"/>
                    </a:ext>
                  </a:extLst>
                </p:cNvPr>
                <p:cNvPicPr/>
                <p:nvPr/>
              </p:nvPicPr>
              <p:blipFill>
                <a:blip r:embed="rId7"/>
                <a:stretch>
                  <a:fillRect/>
                </a:stretch>
              </p:blipFill>
              <p:spPr>
                <a:xfrm>
                  <a:off x="1818653" y="4341190"/>
                  <a:ext cx="116280" cy="1375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7" name="Ink 16">
                  <a:extLst>
                    <a:ext uri="{FF2B5EF4-FFF2-40B4-BE49-F238E27FC236}">
                      <a16:creationId xmlns:a16="http://schemas.microsoft.com/office/drawing/2014/main" id="{0F21ACDC-1C93-661F-A275-AF253D75D719}"/>
                    </a:ext>
                  </a:extLst>
                </p14:cNvPr>
                <p14:cNvContentPartPr/>
                <p14:nvPr/>
              </p14:nvContentPartPr>
              <p14:xfrm>
                <a:off x="1678973" y="4558630"/>
                <a:ext cx="124560" cy="104760"/>
              </p14:xfrm>
            </p:contentPart>
          </mc:Choice>
          <mc:Fallback>
            <p:pic>
              <p:nvPicPr>
                <p:cNvPr id="17" name="Ink 16">
                  <a:extLst>
                    <a:ext uri="{FF2B5EF4-FFF2-40B4-BE49-F238E27FC236}">
                      <a16:creationId xmlns:a16="http://schemas.microsoft.com/office/drawing/2014/main" id="{0F21ACDC-1C93-661F-A275-AF253D75D719}"/>
                    </a:ext>
                  </a:extLst>
                </p:cNvPr>
                <p:cNvPicPr/>
                <p:nvPr/>
              </p:nvPicPr>
              <p:blipFill>
                <a:blip r:embed="rId9"/>
                <a:stretch>
                  <a:fillRect/>
                </a:stretch>
              </p:blipFill>
              <p:spPr>
                <a:xfrm>
                  <a:off x="1670333" y="4549990"/>
                  <a:ext cx="142200" cy="1224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8" name="Ink 17">
                  <a:extLst>
                    <a:ext uri="{FF2B5EF4-FFF2-40B4-BE49-F238E27FC236}">
                      <a16:creationId xmlns:a16="http://schemas.microsoft.com/office/drawing/2014/main" id="{7BC95F92-BF6D-52D4-FE2D-ACCD99622CC9}"/>
                    </a:ext>
                  </a:extLst>
                </p14:cNvPr>
                <p14:cNvContentPartPr/>
                <p14:nvPr/>
              </p14:nvContentPartPr>
              <p14:xfrm>
                <a:off x="1766093" y="4199710"/>
                <a:ext cx="96120" cy="123120"/>
              </p14:xfrm>
            </p:contentPart>
          </mc:Choice>
          <mc:Fallback>
            <p:pic>
              <p:nvPicPr>
                <p:cNvPr id="18" name="Ink 17">
                  <a:extLst>
                    <a:ext uri="{FF2B5EF4-FFF2-40B4-BE49-F238E27FC236}">
                      <a16:creationId xmlns:a16="http://schemas.microsoft.com/office/drawing/2014/main" id="{7BC95F92-BF6D-52D4-FE2D-ACCD99622CC9}"/>
                    </a:ext>
                  </a:extLst>
                </p:cNvPr>
                <p:cNvPicPr/>
                <p:nvPr/>
              </p:nvPicPr>
              <p:blipFill>
                <a:blip r:embed="rId11"/>
                <a:stretch>
                  <a:fillRect/>
                </a:stretch>
              </p:blipFill>
              <p:spPr>
                <a:xfrm>
                  <a:off x="1757453" y="4191070"/>
                  <a:ext cx="11376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9" name="Ink 18">
                  <a:extLst>
                    <a:ext uri="{FF2B5EF4-FFF2-40B4-BE49-F238E27FC236}">
                      <a16:creationId xmlns:a16="http://schemas.microsoft.com/office/drawing/2014/main" id="{95117948-AE93-6FED-95EC-EC4C67A871C7}"/>
                    </a:ext>
                  </a:extLst>
                </p14:cNvPr>
                <p14:cNvContentPartPr/>
                <p14:nvPr/>
              </p14:nvContentPartPr>
              <p14:xfrm>
                <a:off x="1936733" y="4600390"/>
                <a:ext cx="139680" cy="120960"/>
              </p14:xfrm>
            </p:contentPart>
          </mc:Choice>
          <mc:Fallback>
            <p:pic>
              <p:nvPicPr>
                <p:cNvPr id="19" name="Ink 18">
                  <a:extLst>
                    <a:ext uri="{FF2B5EF4-FFF2-40B4-BE49-F238E27FC236}">
                      <a16:creationId xmlns:a16="http://schemas.microsoft.com/office/drawing/2014/main" id="{95117948-AE93-6FED-95EC-EC4C67A871C7}"/>
                    </a:ext>
                  </a:extLst>
                </p:cNvPr>
                <p:cNvPicPr/>
                <p:nvPr/>
              </p:nvPicPr>
              <p:blipFill>
                <a:blip r:embed="rId13"/>
                <a:stretch>
                  <a:fillRect/>
                </a:stretch>
              </p:blipFill>
              <p:spPr>
                <a:xfrm>
                  <a:off x="1928093" y="4591390"/>
                  <a:ext cx="15732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0" name="Ink 19">
                  <a:extLst>
                    <a:ext uri="{FF2B5EF4-FFF2-40B4-BE49-F238E27FC236}">
                      <a16:creationId xmlns:a16="http://schemas.microsoft.com/office/drawing/2014/main" id="{043C195B-0103-3BE9-05E0-2A1106FA9863}"/>
                    </a:ext>
                  </a:extLst>
                </p14:cNvPr>
                <p14:cNvContentPartPr/>
                <p14:nvPr/>
              </p14:nvContentPartPr>
              <p14:xfrm>
                <a:off x="2379173" y="4614430"/>
                <a:ext cx="152640" cy="126360"/>
              </p14:xfrm>
            </p:contentPart>
          </mc:Choice>
          <mc:Fallback>
            <p:pic>
              <p:nvPicPr>
                <p:cNvPr id="20" name="Ink 19">
                  <a:extLst>
                    <a:ext uri="{FF2B5EF4-FFF2-40B4-BE49-F238E27FC236}">
                      <a16:creationId xmlns:a16="http://schemas.microsoft.com/office/drawing/2014/main" id="{043C195B-0103-3BE9-05E0-2A1106FA9863}"/>
                    </a:ext>
                  </a:extLst>
                </p:cNvPr>
                <p:cNvPicPr/>
                <p:nvPr/>
              </p:nvPicPr>
              <p:blipFill>
                <a:blip r:embed="rId15"/>
                <a:stretch>
                  <a:fillRect/>
                </a:stretch>
              </p:blipFill>
              <p:spPr>
                <a:xfrm>
                  <a:off x="2370533" y="4605790"/>
                  <a:ext cx="17028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1" name="Ink 20">
                  <a:extLst>
                    <a:ext uri="{FF2B5EF4-FFF2-40B4-BE49-F238E27FC236}">
                      <a16:creationId xmlns:a16="http://schemas.microsoft.com/office/drawing/2014/main" id="{91B5FB65-B26C-226B-4B46-3B449B933F44}"/>
                    </a:ext>
                  </a:extLst>
                </p14:cNvPr>
                <p14:cNvContentPartPr/>
                <p14:nvPr/>
              </p14:nvContentPartPr>
              <p14:xfrm>
                <a:off x="2835293" y="4294030"/>
                <a:ext cx="138600" cy="106200"/>
              </p14:xfrm>
            </p:contentPart>
          </mc:Choice>
          <mc:Fallback>
            <p:pic>
              <p:nvPicPr>
                <p:cNvPr id="21" name="Ink 20">
                  <a:extLst>
                    <a:ext uri="{FF2B5EF4-FFF2-40B4-BE49-F238E27FC236}">
                      <a16:creationId xmlns:a16="http://schemas.microsoft.com/office/drawing/2014/main" id="{91B5FB65-B26C-226B-4B46-3B449B933F44}"/>
                    </a:ext>
                  </a:extLst>
                </p:cNvPr>
                <p:cNvPicPr/>
                <p:nvPr/>
              </p:nvPicPr>
              <p:blipFill>
                <a:blip r:embed="rId17"/>
                <a:stretch>
                  <a:fillRect/>
                </a:stretch>
              </p:blipFill>
              <p:spPr>
                <a:xfrm>
                  <a:off x="2826293" y="4285390"/>
                  <a:ext cx="15624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2" name="Ink 21">
                  <a:extLst>
                    <a:ext uri="{FF2B5EF4-FFF2-40B4-BE49-F238E27FC236}">
                      <a16:creationId xmlns:a16="http://schemas.microsoft.com/office/drawing/2014/main" id="{70690AA6-6CFE-08FC-12A2-E1F9C06BD9AC}"/>
                    </a:ext>
                  </a:extLst>
                </p14:cNvPr>
                <p14:cNvContentPartPr/>
                <p14:nvPr/>
              </p14:nvContentPartPr>
              <p14:xfrm>
                <a:off x="3081893" y="4227430"/>
                <a:ext cx="106200" cy="102240"/>
              </p14:xfrm>
            </p:contentPart>
          </mc:Choice>
          <mc:Fallback>
            <p:pic>
              <p:nvPicPr>
                <p:cNvPr id="22" name="Ink 21">
                  <a:extLst>
                    <a:ext uri="{FF2B5EF4-FFF2-40B4-BE49-F238E27FC236}">
                      <a16:creationId xmlns:a16="http://schemas.microsoft.com/office/drawing/2014/main" id="{70690AA6-6CFE-08FC-12A2-E1F9C06BD9AC}"/>
                    </a:ext>
                  </a:extLst>
                </p:cNvPr>
                <p:cNvPicPr/>
                <p:nvPr/>
              </p:nvPicPr>
              <p:blipFill>
                <a:blip r:embed="rId19"/>
                <a:stretch>
                  <a:fillRect/>
                </a:stretch>
              </p:blipFill>
              <p:spPr>
                <a:xfrm>
                  <a:off x="3072893" y="4218790"/>
                  <a:ext cx="12384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3" name="Ink 22">
                  <a:extLst>
                    <a:ext uri="{FF2B5EF4-FFF2-40B4-BE49-F238E27FC236}">
                      <a16:creationId xmlns:a16="http://schemas.microsoft.com/office/drawing/2014/main" id="{6B06A287-151F-878E-A46C-2328B34A8E3B}"/>
                    </a:ext>
                  </a:extLst>
                </p14:cNvPr>
                <p14:cNvContentPartPr/>
                <p14:nvPr/>
              </p14:nvContentPartPr>
              <p14:xfrm>
                <a:off x="3210053" y="4396990"/>
                <a:ext cx="124200" cy="86040"/>
              </p14:xfrm>
            </p:contentPart>
          </mc:Choice>
          <mc:Fallback>
            <p:pic>
              <p:nvPicPr>
                <p:cNvPr id="23" name="Ink 22">
                  <a:extLst>
                    <a:ext uri="{FF2B5EF4-FFF2-40B4-BE49-F238E27FC236}">
                      <a16:creationId xmlns:a16="http://schemas.microsoft.com/office/drawing/2014/main" id="{6B06A287-151F-878E-A46C-2328B34A8E3B}"/>
                    </a:ext>
                  </a:extLst>
                </p:cNvPr>
                <p:cNvPicPr/>
                <p:nvPr/>
              </p:nvPicPr>
              <p:blipFill>
                <a:blip r:embed="rId21"/>
                <a:stretch>
                  <a:fillRect/>
                </a:stretch>
              </p:blipFill>
              <p:spPr>
                <a:xfrm>
                  <a:off x="3201413" y="4388350"/>
                  <a:ext cx="14184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4" name="Ink 23">
                  <a:extLst>
                    <a:ext uri="{FF2B5EF4-FFF2-40B4-BE49-F238E27FC236}">
                      <a16:creationId xmlns:a16="http://schemas.microsoft.com/office/drawing/2014/main" id="{675D274C-8C2E-C423-FD55-77F178D394AD}"/>
                    </a:ext>
                  </a:extLst>
                </p14:cNvPr>
                <p14:cNvContentPartPr/>
                <p14:nvPr/>
              </p14:nvContentPartPr>
              <p14:xfrm>
                <a:off x="3046253" y="4549990"/>
                <a:ext cx="102240" cy="88920"/>
              </p14:xfrm>
            </p:contentPart>
          </mc:Choice>
          <mc:Fallback>
            <p:pic>
              <p:nvPicPr>
                <p:cNvPr id="24" name="Ink 23">
                  <a:extLst>
                    <a:ext uri="{FF2B5EF4-FFF2-40B4-BE49-F238E27FC236}">
                      <a16:creationId xmlns:a16="http://schemas.microsoft.com/office/drawing/2014/main" id="{675D274C-8C2E-C423-FD55-77F178D394AD}"/>
                    </a:ext>
                  </a:extLst>
                </p:cNvPr>
                <p:cNvPicPr/>
                <p:nvPr/>
              </p:nvPicPr>
              <p:blipFill>
                <a:blip r:embed="rId23"/>
                <a:stretch>
                  <a:fillRect/>
                </a:stretch>
              </p:blipFill>
              <p:spPr>
                <a:xfrm>
                  <a:off x="3037613" y="4541350"/>
                  <a:ext cx="119880" cy="106560"/>
                </a:xfrm>
                <a:prstGeom prst="rect">
                  <a:avLst/>
                </a:prstGeom>
              </p:spPr>
            </p:pic>
          </mc:Fallback>
        </mc:AlternateContent>
      </p:grpSp>
      <p:grpSp>
        <p:nvGrpSpPr>
          <p:cNvPr id="30" name="Group 29">
            <a:extLst>
              <a:ext uri="{FF2B5EF4-FFF2-40B4-BE49-F238E27FC236}">
                <a16:creationId xmlns:a16="http://schemas.microsoft.com/office/drawing/2014/main" id="{4DC8056D-0F8D-4136-ED45-A58008DE76E2}"/>
              </a:ext>
            </a:extLst>
          </p:cNvPr>
          <p:cNvGrpSpPr/>
          <p:nvPr/>
        </p:nvGrpSpPr>
        <p:grpSpPr>
          <a:xfrm>
            <a:off x="2404013" y="3580870"/>
            <a:ext cx="331920" cy="431280"/>
            <a:chOff x="2404013" y="3580870"/>
            <a:chExt cx="331920" cy="431280"/>
          </a:xfrm>
        </p:grpSpPr>
        <mc:AlternateContent xmlns:mc="http://schemas.openxmlformats.org/markup-compatibility/2006">
          <mc:Choice xmlns:p14="http://schemas.microsoft.com/office/powerpoint/2010/main" Requires="p14">
            <p:contentPart p14:bwMode="auto" r:id="rId24">
              <p14:nvContentPartPr>
                <p14:cNvPr id="26" name="Ink 25">
                  <a:extLst>
                    <a:ext uri="{FF2B5EF4-FFF2-40B4-BE49-F238E27FC236}">
                      <a16:creationId xmlns:a16="http://schemas.microsoft.com/office/drawing/2014/main" id="{E232BA89-3F55-2E1F-BEE8-69101AA8A632}"/>
                    </a:ext>
                  </a:extLst>
                </p14:cNvPr>
                <p14:cNvContentPartPr/>
                <p14:nvPr/>
              </p14:nvContentPartPr>
              <p14:xfrm>
                <a:off x="2404013" y="3858790"/>
                <a:ext cx="18360" cy="153360"/>
              </p14:xfrm>
            </p:contentPart>
          </mc:Choice>
          <mc:Fallback>
            <p:pic>
              <p:nvPicPr>
                <p:cNvPr id="26" name="Ink 25">
                  <a:extLst>
                    <a:ext uri="{FF2B5EF4-FFF2-40B4-BE49-F238E27FC236}">
                      <a16:creationId xmlns:a16="http://schemas.microsoft.com/office/drawing/2014/main" id="{E232BA89-3F55-2E1F-BEE8-69101AA8A632}"/>
                    </a:ext>
                  </a:extLst>
                </p:cNvPr>
                <p:cNvPicPr/>
                <p:nvPr/>
              </p:nvPicPr>
              <p:blipFill>
                <a:blip r:embed="rId25"/>
                <a:stretch>
                  <a:fillRect/>
                </a:stretch>
              </p:blipFill>
              <p:spPr>
                <a:xfrm>
                  <a:off x="2395013" y="3850150"/>
                  <a:ext cx="3600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7" name="Ink 26">
                  <a:extLst>
                    <a:ext uri="{FF2B5EF4-FFF2-40B4-BE49-F238E27FC236}">
                      <a16:creationId xmlns:a16="http://schemas.microsoft.com/office/drawing/2014/main" id="{5CFF9A13-F902-F8B3-BDEC-EBD749F4DE68}"/>
                    </a:ext>
                  </a:extLst>
                </p14:cNvPr>
                <p14:cNvContentPartPr/>
                <p14:nvPr/>
              </p14:nvContentPartPr>
              <p14:xfrm>
                <a:off x="2445053" y="3778510"/>
                <a:ext cx="31320" cy="83880"/>
              </p14:xfrm>
            </p:contentPart>
          </mc:Choice>
          <mc:Fallback>
            <p:pic>
              <p:nvPicPr>
                <p:cNvPr id="27" name="Ink 26">
                  <a:extLst>
                    <a:ext uri="{FF2B5EF4-FFF2-40B4-BE49-F238E27FC236}">
                      <a16:creationId xmlns:a16="http://schemas.microsoft.com/office/drawing/2014/main" id="{5CFF9A13-F902-F8B3-BDEC-EBD749F4DE68}"/>
                    </a:ext>
                  </a:extLst>
                </p:cNvPr>
                <p:cNvPicPr/>
                <p:nvPr/>
              </p:nvPicPr>
              <p:blipFill>
                <a:blip r:embed="rId27"/>
                <a:stretch>
                  <a:fillRect/>
                </a:stretch>
              </p:blipFill>
              <p:spPr>
                <a:xfrm>
                  <a:off x="2436053" y="3769870"/>
                  <a:ext cx="4896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8" name="Ink 27">
                  <a:extLst>
                    <a:ext uri="{FF2B5EF4-FFF2-40B4-BE49-F238E27FC236}">
                      <a16:creationId xmlns:a16="http://schemas.microsoft.com/office/drawing/2014/main" id="{96F7AEA6-72E4-07EE-D8C1-51BA2B159312}"/>
                    </a:ext>
                  </a:extLst>
                </p14:cNvPr>
                <p14:cNvContentPartPr/>
                <p14:nvPr/>
              </p14:nvContentPartPr>
              <p14:xfrm>
                <a:off x="2474213" y="3689590"/>
                <a:ext cx="117000" cy="243360"/>
              </p14:xfrm>
            </p:contentPart>
          </mc:Choice>
          <mc:Fallback>
            <p:pic>
              <p:nvPicPr>
                <p:cNvPr id="28" name="Ink 27">
                  <a:extLst>
                    <a:ext uri="{FF2B5EF4-FFF2-40B4-BE49-F238E27FC236}">
                      <a16:creationId xmlns:a16="http://schemas.microsoft.com/office/drawing/2014/main" id="{96F7AEA6-72E4-07EE-D8C1-51BA2B159312}"/>
                    </a:ext>
                  </a:extLst>
                </p:cNvPr>
                <p:cNvPicPr/>
                <p:nvPr/>
              </p:nvPicPr>
              <p:blipFill>
                <a:blip r:embed="rId29"/>
                <a:stretch>
                  <a:fillRect/>
                </a:stretch>
              </p:blipFill>
              <p:spPr>
                <a:xfrm>
                  <a:off x="2465213" y="3680590"/>
                  <a:ext cx="13464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9" name="Ink 28">
                  <a:extLst>
                    <a:ext uri="{FF2B5EF4-FFF2-40B4-BE49-F238E27FC236}">
                      <a16:creationId xmlns:a16="http://schemas.microsoft.com/office/drawing/2014/main" id="{32D776A2-33F7-DF77-34DA-82AAEE5E6A86}"/>
                    </a:ext>
                  </a:extLst>
                </p14:cNvPr>
                <p14:cNvContentPartPr/>
                <p14:nvPr/>
              </p14:nvContentPartPr>
              <p14:xfrm>
                <a:off x="2531093" y="3580870"/>
                <a:ext cx="204840" cy="348840"/>
              </p14:xfrm>
            </p:contentPart>
          </mc:Choice>
          <mc:Fallback>
            <p:pic>
              <p:nvPicPr>
                <p:cNvPr id="29" name="Ink 28">
                  <a:extLst>
                    <a:ext uri="{FF2B5EF4-FFF2-40B4-BE49-F238E27FC236}">
                      <a16:creationId xmlns:a16="http://schemas.microsoft.com/office/drawing/2014/main" id="{32D776A2-33F7-DF77-34DA-82AAEE5E6A86}"/>
                    </a:ext>
                  </a:extLst>
                </p:cNvPr>
                <p:cNvPicPr/>
                <p:nvPr/>
              </p:nvPicPr>
              <p:blipFill>
                <a:blip r:embed="rId31"/>
                <a:stretch>
                  <a:fillRect/>
                </a:stretch>
              </p:blipFill>
              <p:spPr>
                <a:xfrm>
                  <a:off x="2522453" y="3571870"/>
                  <a:ext cx="222480" cy="366480"/>
                </a:xfrm>
                <a:prstGeom prst="rect">
                  <a:avLst/>
                </a:prstGeom>
              </p:spPr>
            </p:pic>
          </mc:Fallback>
        </mc:AlternateContent>
      </p:grpSp>
      <p:grpSp>
        <p:nvGrpSpPr>
          <p:cNvPr id="48" name="Group 47">
            <a:extLst>
              <a:ext uri="{FF2B5EF4-FFF2-40B4-BE49-F238E27FC236}">
                <a16:creationId xmlns:a16="http://schemas.microsoft.com/office/drawing/2014/main" id="{62AC4B9D-CBD5-A8F8-6053-83656F992E38}"/>
              </a:ext>
            </a:extLst>
          </p:cNvPr>
          <p:cNvGrpSpPr/>
          <p:nvPr/>
        </p:nvGrpSpPr>
        <p:grpSpPr>
          <a:xfrm>
            <a:off x="7139813" y="1902550"/>
            <a:ext cx="3286440" cy="3238560"/>
            <a:chOff x="7139813" y="1902550"/>
            <a:chExt cx="3286440" cy="3238560"/>
          </a:xfrm>
        </p:grpSpPr>
        <mc:AlternateContent xmlns:mc="http://schemas.openxmlformats.org/markup-compatibility/2006">
          <mc:Choice xmlns:p14="http://schemas.microsoft.com/office/powerpoint/2010/main" Requires="p14">
            <p:contentPart p14:bwMode="auto" r:id="rId32">
              <p14:nvContentPartPr>
                <p14:cNvPr id="3" name="Ink 2">
                  <a:extLst>
                    <a:ext uri="{FF2B5EF4-FFF2-40B4-BE49-F238E27FC236}">
                      <a16:creationId xmlns:a16="http://schemas.microsoft.com/office/drawing/2014/main" id="{F8D128B5-4649-86EF-8071-1A3A29ED87DD}"/>
                    </a:ext>
                  </a:extLst>
                </p14:cNvPr>
                <p14:cNvContentPartPr/>
                <p14:nvPr/>
              </p14:nvContentPartPr>
              <p14:xfrm>
                <a:off x="8661533" y="1979950"/>
                <a:ext cx="59040" cy="1060560"/>
              </p14:xfrm>
            </p:contentPart>
          </mc:Choice>
          <mc:Fallback>
            <p:pic>
              <p:nvPicPr>
                <p:cNvPr id="3" name="Ink 2">
                  <a:extLst>
                    <a:ext uri="{FF2B5EF4-FFF2-40B4-BE49-F238E27FC236}">
                      <a16:creationId xmlns:a16="http://schemas.microsoft.com/office/drawing/2014/main" id="{F8D128B5-4649-86EF-8071-1A3A29ED87DD}"/>
                    </a:ext>
                  </a:extLst>
                </p:cNvPr>
                <p:cNvPicPr/>
                <p:nvPr/>
              </p:nvPicPr>
              <p:blipFill>
                <a:blip r:embed="rId33"/>
                <a:stretch>
                  <a:fillRect/>
                </a:stretch>
              </p:blipFill>
              <p:spPr>
                <a:xfrm>
                  <a:off x="8652533" y="1971310"/>
                  <a:ext cx="76680" cy="10782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4" name="Ink 3">
                  <a:extLst>
                    <a:ext uri="{FF2B5EF4-FFF2-40B4-BE49-F238E27FC236}">
                      <a16:creationId xmlns:a16="http://schemas.microsoft.com/office/drawing/2014/main" id="{EC928257-8AD6-6E49-9D6A-B9F75AAEEC2B}"/>
                    </a:ext>
                  </a:extLst>
                </p14:cNvPr>
                <p14:cNvContentPartPr/>
                <p14:nvPr/>
              </p14:nvContentPartPr>
              <p14:xfrm>
                <a:off x="8696453" y="1902550"/>
                <a:ext cx="804600" cy="3107520"/>
              </p14:xfrm>
            </p:contentPart>
          </mc:Choice>
          <mc:Fallback>
            <p:pic>
              <p:nvPicPr>
                <p:cNvPr id="4" name="Ink 3">
                  <a:extLst>
                    <a:ext uri="{FF2B5EF4-FFF2-40B4-BE49-F238E27FC236}">
                      <a16:creationId xmlns:a16="http://schemas.microsoft.com/office/drawing/2014/main" id="{EC928257-8AD6-6E49-9D6A-B9F75AAEEC2B}"/>
                    </a:ext>
                  </a:extLst>
                </p:cNvPr>
                <p:cNvPicPr/>
                <p:nvPr/>
              </p:nvPicPr>
              <p:blipFill>
                <a:blip r:embed="rId35"/>
                <a:stretch>
                  <a:fillRect/>
                </a:stretch>
              </p:blipFill>
              <p:spPr>
                <a:xfrm>
                  <a:off x="8687453" y="1893550"/>
                  <a:ext cx="822240" cy="31251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5" name="Ink 4">
                  <a:extLst>
                    <a:ext uri="{FF2B5EF4-FFF2-40B4-BE49-F238E27FC236}">
                      <a16:creationId xmlns:a16="http://schemas.microsoft.com/office/drawing/2014/main" id="{00293FE8-4869-B56C-181A-AB84C14AC9B9}"/>
                    </a:ext>
                  </a:extLst>
                </p14:cNvPr>
                <p14:cNvContentPartPr/>
                <p14:nvPr/>
              </p14:nvContentPartPr>
              <p14:xfrm>
                <a:off x="7984733" y="4939870"/>
                <a:ext cx="1191960" cy="20160"/>
              </p14:xfrm>
            </p:contentPart>
          </mc:Choice>
          <mc:Fallback>
            <p:pic>
              <p:nvPicPr>
                <p:cNvPr id="5" name="Ink 4">
                  <a:extLst>
                    <a:ext uri="{FF2B5EF4-FFF2-40B4-BE49-F238E27FC236}">
                      <a16:creationId xmlns:a16="http://schemas.microsoft.com/office/drawing/2014/main" id="{00293FE8-4869-B56C-181A-AB84C14AC9B9}"/>
                    </a:ext>
                  </a:extLst>
                </p:cNvPr>
                <p:cNvPicPr/>
                <p:nvPr/>
              </p:nvPicPr>
              <p:blipFill>
                <a:blip r:embed="rId37"/>
                <a:stretch>
                  <a:fillRect/>
                </a:stretch>
              </p:blipFill>
              <p:spPr>
                <a:xfrm>
                  <a:off x="7976093" y="4930870"/>
                  <a:ext cx="1209600" cy="378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6" name="Ink 5">
                  <a:extLst>
                    <a:ext uri="{FF2B5EF4-FFF2-40B4-BE49-F238E27FC236}">
                      <a16:creationId xmlns:a16="http://schemas.microsoft.com/office/drawing/2014/main" id="{3213C76E-C2FC-DD59-1B13-A55742DCF9ED}"/>
                    </a:ext>
                  </a:extLst>
                </p14:cNvPr>
                <p14:cNvContentPartPr/>
                <p14:nvPr/>
              </p14:nvContentPartPr>
              <p14:xfrm>
                <a:off x="9063653" y="4281790"/>
                <a:ext cx="232200" cy="36000"/>
              </p14:xfrm>
            </p:contentPart>
          </mc:Choice>
          <mc:Fallback>
            <p:pic>
              <p:nvPicPr>
                <p:cNvPr id="6" name="Ink 5">
                  <a:extLst>
                    <a:ext uri="{FF2B5EF4-FFF2-40B4-BE49-F238E27FC236}">
                      <a16:creationId xmlns:a16="http://schemas.microsoft.com/office/drawing/2014/main" id="{3213C76E-C2FC-DD59-1B13-A55742DCF9ED}"/>
                    </a:ext>
                  </a:extLst>
                </p:cNvPr>
                <p:cNvPicPr/>
                <p:nvPr/>
              </p:nvPicPr>
              <p:blipFill>
                <a:blip r:embed="rId39"/>
                <a:stretch>
                  <a:fillRect/>
                </a:stretch>
              </p:blipFill>
              <p:spPr>
                <a:xfrm>
                  <a:off x="9054653" y="4273150"/>
                  <a:ext cx="249840" cy="536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7" name="Ink 6">
                  <a:extLst>
                    <a:ext uri="{FF2B5EF4-FFF2-40B4-BE49-F238E27FC236}">
                      <a16:creationId xmlns:a16="http://schemas.microsoft.com/office/drawing/2014/main" id="{363A7F8B-BB52-9019-F914-D6DA76172103}"/>
                    </a:ext>
                  </a:extLst>
                </p14:cNvPr>
                <p14:cNvContentPartPr/>
                <p14:nvPr/>
              </p14:nvContentPartPr>
              <p14:xfrm>
                <a:off x="9074813" y="4263070"/>
                <a:ext cx="88560" cy="319320"/>
              </p14:xfrm>
            </p:contentPart>
          </mc:Choice>
          <mc:Fallback>
            <p:pic>
              <p:nvPicPr>
                <p:cNvPr id="7" name="Ink 6">
                  <a:extLst>
                    <a:ext uri="{FF2B5EF4-FFF2-40B4-BE49-F238E27FC236}">
                      <a16:creationId xmlns:a16="http://schemas.microsoft.com/office/drawing/2014/main" id="{363A7F8B-BB52-9019-F914-D6DA76172103}"/>
                    </a:ext>
                  </a:extLst>
                </p:cNvPr>
                <p:cNvPicPr/>
                <p:nvPr/>
              </p:nvPicPr>
              <p:blipFill>
                <a:blip r:embed="rId41"/>
                <a:stretch>
                  <a:fillRect/>
                </a:stretch>
              </p:blipFill>
              <p:spPr>
                <a:xfrm>
                  <a:off x="9065813" y="4254070"/>
                  <a:ext cx="106200" cy="3369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8" name="Ink 7">
                  <a:extLst>
                    <a:ext uri="{FF2B5EF4-FFF2-40B4-BE49-F238E27FC236}">
                      <a16:creationId xmlns:a16="http://schemas.microsoft.com/office/drawing/2014/main" id="{7AB7B034-32FF-B956-BD69-CB5DCFC1A214}"/>
                    </a:ext>
                  </a:extLst>
                </p14:cNvPr>
                <p14:cNvContentPartPr/>
                <p14:nvPr/>
              </p14:nvContentPartPr>
              <p14:xfrm>
                <a:off x="9265253" y="4329310"/>
                <a:ext cx="168840" cy="243000"/>
              </p14:xfrm>
            </p:contentPart>
          </mc:Choice>
          <mc:Fallback>
            <p:pic>
              <p:nvPicPr>
                <p:cNvPr id="8" name="Ink 7">
                  <a:extLst>
                    <a:ext uri="{FF2B5EF4-FFF2-40B4-BE49-F238E27FC236}">
                      <a16:creationId xmlns:a16="http://schemas.microsoft.com/office/drawing/2014/main" id="{7AB7B034-32FF-B956-BD69-CB5DCFC1A214}"/>
                    </a:ext>
                  </a:extLst>
                </p:cNvPr>
                <p:cNvPicPr/>
                <p:nvPr/>
              </p:nvPicPr>
              <p:blipFill>
                <a:blip r:embed="rId43"/>
                <a:stretch>
                  <a:fillRect/>
                </a:stretch>
              </p:blipFill>
              <p:spPr>
                <a:xfrm>
                  <a:off x="9256253" y="4320670"/>
                  <a:ext cx="18648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9" name="Ink 8">
                  <a:extLst>
                    <a:ext uri="{FF2B5EF4-FFF2-40B4-BE49-F238E27FC236}">
                      <a16:creationId xmlns:a16="http://schemas.microsoft.com/office/drawing/2014/main" id="{AFCE2FDF-6E56-1265-23D9-BB47167A62CD}"/>
                    </a:ext>
                  </a:extLst>
                </p14:cNvPr>
                <p14:cNvContentPartPr/>
                <p14:nvPr/>
              </p14:nvContentPartPr>
              <p14:xfrm>
                <a:off x="7458053" y="4672030"/>
                <a:ext cx="51480" cy="145440"/>
              </p14:xfrm>
            </p:contentPart>
          </mc:Choice>
          <mc:Fallback>
            <p:pic>
              <p:nvPicPr>
                <p:cNvPr id="9" name="Ink 8">
                  <a:extLst>
                    <a:ext uri="{FF2B5EF4-FFF2-40B4-BE49-F238E27FC236}">
                      <a16:creationId xmlns:a16="http://schemas.microsoft.com/office/drawing/2014/main" id="{AFCE2FDF-6E56-1265-23D9-BB47167A62CD}"/>
                    </a:ext>
                  </a:extLst>
                </p:cNvPr>
                <p:cNvPicPr/>
                <p:nvPr/>
              </p:nvPicPr>
              <p:blipFill>
                <a:blip r:embed="rId45"/>
                <a:stretch>
                  <a:fillRect/>
                </a:stretch>
              </p:blipFill>
              <p:spPr>
                <a:xfrm>
                  <a:off x="7449053" y="4663390"/>
                  <a:ext cx="69120" cy="1630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10" name="Ink 9">
                  <a:extLst>
                    <a:ext uri="{FF2B5EF4-FFF2-40B4-BE49-F238E27FC236}">
                      <a16:creationId xmlns:a16="http://schemas.microsoft.com/office/drawing/2014/main" id="{E49B9B96-598A-C2F7-53E4-9FDD0A96A46B}"/>
                    </a:ext>
                  </a:extLst>
                </p14:cNvPr>
                <p14:cNvContentPartPr/>
                <p14:nvPr/>
              </p14:nvContentPartPr>
              <p14:xfrm>
                <a:off x="7451213" y="4569790"/>
                <a:ext cx="141840" cy="156600"/>
              </p14:xfrm>
            </p:contentPart>
          </mc:Choice>
          <mc:Fallback>
            <p:pic>
              <p:nvPicPr>
                <p:cNvPr id="10" name="Ink 9">
                  <a:extLst>
                    <a:ext uri="{FF2B5EF4-FFF2-40B4-BE49-F238E27FC236}">
                      <a16:creationId xmlns:a16="http://schemas.microsoft.com/office/drawing/2014/main" id="{E49B9B96-598A-C2F7-53E4-9FDD0A96A46B}"/>
                    </a:ext>
                  </a:extLst>
                </p:cNvPr>
                <p:cNvPicPr/>
                <p:nvPr/>
              </p:nvPicPr>
              <p:blipFill>
                <a:blip r:embed="rId47"/>
                <a:stretch>
                  <a:fillRect/>
                </a:stretch>
              </p:blipFill>
              <p:spPr>
                <a:xfrm>
                  <a:off x="7442573" y="4561150"/>
                  <a:ext cx="159480" cy="1742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1" name="Ink 10">
                  <a:extLst>
                    <a:ext uri="{FF2B5EF4-FFF2-40B4-BE49-F238E27FC236}">
                      <a16:creationId xmlns:a16="http://schemas.microsoft.com/office/drawing/2014/main" id="{A7315761-00E8-71C6-4C0D-45BE9BDA4402}"/>
                    </a:ext>
                  </a:extLst>
                </p14:cNvPr>
                <p14:cNvContentPartPr/>
                <p14:nvPr/>
              </p14:nvContentPartPr>
              <p14:xfrm>
                <a:off x="7649573" y="4620190"/>
                <a:ext cx="95040" cy="192960"/>
              </p14:xfrm>
            </p:contentPart>
          </mc:Choice>
          <mc:Fallback>
            <p:pic>
              <p:nvPicPr>
                <p:cNvPr id="11" name="Ink 10">
                  <a:extLst>
                    <a:ext uri="{FF2B5EF4-FFF2-40B4-BE49-F238E27FC236}">
                      <a16:creationId xmlns:a16="http://schemas.microsoft.com/office/drawing/2014/main" id="{A7315761-00E8-71C6-4C0D-45BE9BDA4402}"/>
                    </a:ext>
                  </a:extLst>
                </p:cNvPr>
                <p:cNvPicPr/>
                <p:nvPr/>
              </p:nvPicPr>
              <p:blipFill>
                <a:blip r:embed="rId49"/>
                <a:stretch>
                  <a:fillRect/>
                </a:stretch>
              </p:blipFill>
              <p:spPr>
                <a:xfrm>
                  <a:off x="7640573" y="4611550"/>
                  <a:ext cx="11268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12" name="Ink 11">
                  <a:extLst>
                    <a:ext uri="{FF2B5EF4-FFF2-40B4-BE49-F238E27FC236}">
                      <a16:creationId xmlns:a16="http://schemas.microsoft.com/office/drawing/2014/main" id="{D3E21ED2-B8F0-2230-9FB9-E360ACF6CAA7}"/>
                    </a:ext>
                  </a:extLst>
                </p14:cNvPr>
                <p14:cNvContentPartPr/>
                <p14:nvPr/>
              </p14:nvContentPartPr>
              <p14:xfrm>
                <a:off x="7139813" y="4447390"/>
                <a:ext cx="983520" cy="693720"/>
              </p14:xfrm>
            </p:contentPart>
          </mc:Choice>
          <mc:Fallback>
            <p:pic>
              <p:nvPicPr>
                <p:cNvPr id="12" name="Ink 11">
                  <a:extLst>
                    <a:ext uri="{FF2B5EF4-FFF2-40B4-BE49-F238E27FC236}">
                      <a16:creationId xmlns:a16="http://schemas.microsoft.com/office/drawing/2014/main" id="{D3E21ED2-B8F0-2230-9FB9-E360ACF6CAA7}"/>
                    </a:ext>
                  </a:extLst>
                </p:cNvPr>
                <p:cNvPicPr/>
                <p:nvPr/>
              </p:nvPicPr>
              <p:blipFill>
                <a:blip r:embed="rId51"/>
                <a:stretch>
                  <a:fillRect/>
                </a:stretch>
              </p:blipFill>
              <p:spPr>
                <a:xfrm>
                  <a:off x="7131173" y="4438390"/>
                  <a:ext cx="1001160" cy="7113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1" name="Ink 30">
                  <a:extLst>
                    <a:ext uri="{FF2B5EF4-FFF2-40B4-BE49-F238E27FC236}">
                      <a16:creationId xmlns:a16="http://schemas.microsoft.com/office/drawing/2014/main" id="{1002120E-EBB4-39FF-C675-4111B40B792D}"/>
                    </a:ext>
                  </a:extLst>
                </p14:cNvPr>
                <p14:cNvContentPartPr/>
                <p14:nvPr/>
              </p14:nvContentPartPr>
              <p14:xfrm>
                <a:off x="7142693" y="4396270"/>
                <a:ext cx="57600" cy="134280"/>
              </p14:xfrm>
            </p:contentPart>
          </mc:Choice>
          <mc:Fallback>
            <p:pic>
              <p:nvPicPr>
                <p:cNvPr id="31" name="Ink 30">
                  <a:extLst>
                    <a:ext uri="{FF2B5EF4-FFF2-40B4-BE49-F238E27FC236}">
                      <a16:creationId xmlns:a16="http://schemas.microsoft.com/office/drawing/2014/main" id="{1002120E-EBB4-39FF-C675-4111B40B792D}"/>
                    </a:ext>
                  </a:extLst>
                </p:cNvPr>
                <p:cNvPicPr/>
                <p:nvPr/>
              </p:nvPicPr>
              <p:blipFill>
                <a:blip r:embed="rId53"/>
                <a:stretch>
                  <a:fillRect/>
                </a:stretch>
              </p:blipFill>
              <p:spPr>
                <a:xfrm>
                  <a:off x="7133693" y="4387270"/>
                  <a:ext cx="7524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2" name="Ink 31">
                  <a:extLst>
                    <a:ext uri="{FF2B5EF4-FFF2-40B4-BE49-F238E27FC236}">
                      <a16:creationId xmlns:a16="http://schemas.microsoft.com/office/drawing/2014/main" id="{AB0AC118-2335-57FB-0A37-4BE6BDAB95F7}"/>
                    </a:ext>
                  </a:extLst>
                </p14:cNvPr>
                <p14:cNvContentPartPr/>
                <p14:nvPr/>
              </p14:nvContentPartPr>
              <p14:xfrm>
                <a:off x="7228013" y="4421470"/>
                <a:ext cx="51480" cy="159120"/>
              </p14:xfrm>
            </p:contentPart>
          </mc:Choice>
          <mc:Fallback>
            <p:pic>
              <p:nvPicPr>
                <p:cNvPr id="32" name="Ink 31">
                  <a:extLst>
                    <a:ext uri="{FF2B5EF4-FFF2-40B4-BE49-F238E27FC236}">
                      <a16:creationId xmlns:a16="http://schemas.microsoft.com/office/drawing/2014/main" id="{AB0AC118-2335-57FB-0A37-4BE6BDAB95F7}"/>
                    </a:ext>
                  </a:extLst>
                </p:cNvPr>
                <p:cNvPicPr/>
                <p:nvPr/>
              </p:nvPicPr>
              <p:blipFill>
                <a:blip r:embed="rId55"/>
                <a:stretch>
                  <a:fillRect/>
                </a:stretch>
              </p:blipFill>
              <p:spPr>
                <a:xfrm>
                  <a:off x="7219013" y="4412470"/>
                  <a:ext cx="6912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4" name="Ink 33">
                  <a:extLst>
                    <a:ext uri="{FF2B5EF4-FFF2-40B4-BE49-F238E27FC236}">
                      <a16:creationId xmlns:a16="http://schemas.microsoft.com/office/drawing/2014/main" id="{291AD74E-60C6-92E0-F5D9-8650EFBBE893}"/>
                    </a:ext>
                  </a:extLst>
                </p14:cNvPr>
                <p14:cNvContentPartPr/>
                <p14:nvPr/>
              </p14:nvContentPartPr>
              <p14:xfrm>
                <a:off x="8866013" y="3693190"/>
                <a:ext cx="258840" cy="182160"/>
              </p14:xfrm>
            </p:contentPart>
          </mc:Choice>
          <mc:Fallback>
            <p:pic>
              <p:nvPicPr>
                <p:cNvPr id="34" name="Ink 33">
                  <a:extLst>
                    <a:ext uri="{FF2B5EF4-FFF2-40B4-BE49-F238E27FC236}">
                      <a16:creationId xmlns:a16="http://schemas.microsoft.com/office/drawing/2014/main" id="{291AD74E-60C6-92E0-F5D9-8650EFBBE893}"/>
                    </a:ext>
                  </a:extLst>
                </p:cNvPr>
                <p:cNvPicPr/>
                <p:nvPr/>
              </p:nvPicPr>
              <p:blipFill>
                <a:blip r:embed="rId57"/>
                <a:stretch>
                  <a:fillRect/>
                </a:stretch>
              </p:blipFill>
              <p:spPr>
                <a:xfrm>
                  <a:off x="8857373" y="3684550"/>
                  <a:ext cx="276480" cy="1998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5" name="Ink 34">
                  <a:extLst>
                    <a:ext uri="{FF2B5EF4-FFF2-40B4-BE49-F238E27FC236}">
                      <a16:creationId xmlns:a16="http://schemas.microsoft.com/office/drawing/2014/main" id="{606090E3-1089-A63A-6506-BA7FD3E905A1}"/>
                    </a:ext>
                  </a:extLst>
                </p14:cNvPr>
                <p14:cNvContentPartPr/>
                <p14:nvPr/>
              </p14:nvContentPartPr>
              <p14:xfrm>
                <a:off x="8855933" y="3935830"/>
                <a:ext cx="226080" cy="152640"/>
              </p14:xfrm>
            </p:contentPart>
          </mc:Choice>
          <mc:Fallback>
            <p:pic>
              <p:nvPicPr>
                <p:cNvPr id="35" name="Ink 34">
                  <a:extLst>
                    <a:ext uri="{FF2B5EF4-FFF2-40B4-BE49-F238E27FC236}">
                      <a16:creationId xmlns:a16="http://schemas.microsoft.com/office/drawing/2014/main" id="{606090E3-1089-A63A-6506-BA7FD3E905A1}"/>
                    </a:ext>
                  </a:extLst>
                </p:cNvPr>
                <p:cNvPicPr/>
                <p:nvPr/>
              </p:nvPicPr>
              <p:blipFill>
                <a:blip r:embed="rId59"/>
                <a:stretch>
                  <a:fillRect/>
                </a:stretch>
              </p:blipFill>
              <p:spPr>
                <a:xfrm>
                  <a:off x="8846933" y="3927190"/>
                  <a:ext cx="24372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6" name="Ink 35">
                  <a:extLst>
                    <a:ext uri="{FF2B5EF4-FFF2-40B4-BE49-F238E27FC236}">
                      <a16:creationId xmlns:a16="http://schemas.microsoft.com/office/drawing/2014/main" id="{AF188C6B-8E6C-2E15-5664-8290A5120BEE}"/>
                    </a:ext>
                  </a:extLst>
                </p14:cNvPr>
                <p14:cNvContentPartPr/>
                <p14:nvPr/>
              </p14:nvContentPartPr>
              <p14:xfrm>
                <a:off x="9186413" y="3984430"/>
                <a:ext cx="552240" cy="19080"/>
              </p14:xfrm>
            </p:contentPart>
          </mc:Choice>
          <mc:Fallback>
            <p:pic>
              <p:nvPicPr>
                <p:cNvPr id="36" name="Ink 35">
                  <a:extLst>
                    <a:ext uri="{FF2B5EF4-FFF2-40B4-BE49-F238E27FC236}">
                      <a16:creationId xmlns:a16="http://schemas.microsoft.com/office/drawing/2014/main" id="{AF188C6B-8E6C-2E15-5664-8290A5120BEE}"/>
                    </a:ext>
                  </a:extLst>
                </p:cNvPr>
                <p:cNvPicPr/>
                <p:nvPr/>
              </p:nvPicPr>
              <p:blipFill>
                <a:blip r:embed="rId61"/>
                <a:stretch>
                  <a:fillRect/>
                </a:stretch>
              </p:blipFill>
              <p:spPr>
                <a:xfrm>
                  <a:off x="9177413" y="3975430"/>
                  <a:ext cx="569880" cy="3672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8" name="Ink 37">
                  <a:extLst>
                    <a:ext uri="{FF2B5EF4-FFF2-40B4-BE49-F238E27FC236}">
                      <a16:creationId xmlns:a16="http://schemas.microsoft.com/office/drawing/2014/main" id="{7958C7B8-7922-DC4A-11B2-F6D338D9F8F1}"/>
                    </a:ext>
                  </a:extLst>
                </p14:cNvPr>
                <p14:cNvContentPartPr/>
                <p14:nvPr/>
              </p14:nvContentPartPr>
              <p14:xfrm>
                <a:off x="9821813" y="3724150"/>
                <a:ext cx="6480" cy="232560"/>
              </p14:xfrm>
            </p:contentPart>
          </mc:Choice>
          <mc:Fallback>
            <p:pic>
              <p:nvPicPr>
                <p:cNvPr id="38" name="Ink 37">
                  <a:extLst>
                    <a:ext uri="{FF2B5EF4-FFF2-40B4-BE49-F238E27FC236}">
                      <a16:creationId xmlns:a16="http://schemas.microsoft.com/office/drawing/2014/main" id="{7958C7B8-7922-DC4A-11B2-F6D338D9F8F1}"/>
                    </a:ext>
                  </a:extLst>
                </p:cNvPr>
                <p:cNvPicPr/>
                <p:nvPr/>
              </p:nvPicPr>
              <p:blipFill>
                <a:blip r:embed="rId63"/>
                <a:stretch>
                  <a:fillRect/>
                </a:stretch>
              </p:blipFill>
              <p:spPr>
                <a:xfrm>
                  <a:off x="9813173" y="3715150"/>
                  <a:ext cx="24120" cy="2502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9" name="Ink 38">
                  <a:extLst>
                    <a:ext uri="{FF2B5EF4-FFF2-40B4-BE49-F238E27FC236}">
                      <a16:creationId xmlns:a16="http://schemas.microsoft.com/office/drawing/2014/main" id="{E08A1C0D-8FF1-A9A8-9322-558B5D4488AB}"/>
                    </a:ext>
                  </a:extLst>
                </p14:cNvPr>
                <p14:cNvContentPartPr/>
                <p14:nvPr/>
              </p14:nvContentPartPr>
              <p14:xfrm>
                <a:off x="9753413" y="3687790"/>
                <a:ext cx="81360" cy="90720"/>
              </p14:xfrm>
            </p:contentPart>
          </mc:Choice>
          <mc:Fallback>
            <p:pic>
              <p:nvPicPr>
                <p:cNvPr id="39" name="Ink 38">
                  <a:extLst>
                    <a:ext uri="{FF2B5EF4-FFF2-40B4-BE49-F238E27FC236}">
                      <a16:creationId xmlns:a16="http://schemas.microsoft.com/office/drawing/2014/main" id="{E08A1C0D-8FF1-A9A8-9322-558B5D4488AB}"/>
                    </a:ext>
                  </a:extLst>
                </p:cNvPr>
                <p:cNvPicPr/>
                <p:nvPr/>
              </p:nvPicPr>
              <p:blipFill>
                <a:blip r:embed="rId65"/>
                <a:stretch>
                  <a:fillRect/>
                </a:stretch>
              </p:blipFill>
              <p:spPr>
                <a:xfrm>
                  <a:off x="9744413" y="3678790"/>
                  <a:ext cx="9900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0" name="Ink 39">
                  <a:extLst>
                    <a:ext uri="{FF2B5EF4-FFF2-40B4-BE49-F238E27FC236}">
                      <a16:creationId xmlns:a16="http://schemas.microsoft.com/office/drawing/2014/main" id="{893E3C9A-531B-A620-5BFF-AE0CAC0273C3}"/>
                    </a:ext>
                  </a:extLst>
                </p14:cNvPr>
                <p14:cNvContentPartPr/>
                <p14:nvPr/>
              </p14:nvContentPartPr>
              <p14:xfrm>
                <a:off x="9822173" y="3684910"/>
                <a:ext cx="53640" cy="56880"/>
              </p14:xfrm>
            </p:contentPart>
          </mc:Choice>
          <mc:Fallback>
            <p:pic>
              <p:nvPicPr>
                <p:cNvPr id="40" name="Ink 39">
                  <a:extLst>
                    <a:ext uri="{FF2B5EF4-FFF2-40B4-BE49-F238E27FC236}">
                      <a16:creationId xmlns:a16="http://schemas.microsoft.com/office/drawing/2014/main" id="{893E3C9A-531B-A620-5BFF-AE0CAC0273C3}"/>
                    </a:ext>
                  </a:extLst>
                </p:cNvPr>
                <p:cNvPicPr/>
                <p:nvPr/>
              </p:nvPicPr>
              <p:blipFill>
                <a:blip r:embed="rId67"/>
                <a:stretch>
                  <a:fillRect/>
                </a:stretch>
              </p:blipFill>
              <p:spPr>
                <a:xfrm>
                  <a:off x="9813173" y="3676270"/>
                  <a:ext cx="71280" cy="745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2" name="Ink 41">
                  <a:extLst>
                    <a:ext uri="{FF2B5EF4-FFF2-40B4-BE49-F238E27FC236}">
                      <a16:creationId xmlns:a16="http://schemas.microsoft.com/office/drawing/2014/main" id="{95E49F48-D00D-DD94-33C3-A1377C25DBAF}"/>
                    </a:ext>
                  </a:extLst>
                </p14:cNvPr>
                <p14:cNvContentPartPr/>
                <p14:nvPr/>
              </p14:nvContentPartPr>
              <p14:xfrm>
                <a:off x="9991733" y="4093150"/>
                <a:ext cx="19080" cy="323640"/>
              </p14:xfrm>
            </p:contentPart>
          </mc:Choice>
          <mc:Fallback>
            <p:pic>
              <p:nvPicPr>
                <p:cNvPr id="42" name="Ink 41">
                  <a:extLst>
                    <a:ext uri="{FF2B5EF4-FFF2-40B4-BE49-F238E27FC236}">
                      <a16:creationId xmlns:a16="http://schemas.microsoft.com/office/drawing/2014/main" id="{95E49F48-D00D-DD94-33C3-A1377C25DBAF}"/>
                    </a:ext>
                  </a:extLst>
                </p:cNvPr>
                <p:cNvPicPr/>
                <p:nvPr/>
              </p:nvPicPr>
              <p:blipFill>
                <a:blip r:embed="rId69"/>
                <a:stretch>
                  <a:fillRect/>
                </a:stretch>
              </p:blipFill>
              <p:spPr>
                <a:xfrm>
                  <a:off x="9983093" y="4084510"/>
                  <a:ext cx="36720" cy="3412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3" name="Ink 42">
                  <a:extLst>
                    <a:ext uri="{FF2B5EF4-FFF2-40B4-BE49-F238E27FC236}">
                      <a16:creationId xmlns:a16="http://schemas.microsoft.com/office/drawing/2014/main" id="{A034B1AD-7197-F0BF-9082-0A50180F4C92}"/>
                    </a:ext>
                  </a:extLst>
                </p14:cNvPr>
                <p14:cNvContentPartPr/>
                <p14:nvPr/>
              </p14:nvContentPartPr>
              <p14:xfrm>
                <a:off x="9925133" y="4353790"/>
                <a:ext cx="77040" cy="84600"/>
              </p14:xfrm>
            </p:contentPart>
          </mc:Choice>
          <mc:Fallback>
            <p:pic>
              <p:nvPicPr>
                <p:cNvPr id="43" name="Ink 42">
                  <a:extLst>
                    <a:ext uri="{FF2B5EF4-FFF2-40B4-BE49-F238E27FC236}">
                      <a16:creationId xmlns:a16="http://schemas.microsoft.com/office/drawing/2014/main" id="{A034B1AD-7197-F0BF-9082-0A50180F4C92}"/>
                    </a:ext>
                  </a:extLst>
                </p:cNvPr>
                <p:cNvPicPr/>
                <p:nvPr/>
              </p:nvPicPr>
              <p:blipFill>
                <a:blip r:embed="rId71"/>
                <a:stretch>
                  <a:fillRect/>
                </a:stretch>
              </p:blipFill>
              <p:spPr>
                <a:xfrm>
                  <a:off x="9916133" y="4344790"/>
                  <a:ext cx="9468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4" name="Ink 43">
                  <a:extLst>
                    <a:ext uri="{FF2B5EF4-FFF2-40B4-BE49-F238E27FC236}">
                      <a16:creationId xmlns:a16="http://schemas.microsoft.com/office/drawing/2014/main" id="{A125A230-3084-8C03-5EE4-0F6506653892}"/>
                    </a:ext>
                  </a:extLst>
                </p14:cNvPr>
                <p14:cNvContentPartPr/>
                <p14:nvPr/>
              </p14:nvContentPartPr>
              <p14:xfrm>
                <a:off x="9994973" y="4368550"/>
                <a:ext cx="81000" cy="67320"/>
              </p14:xfrm>
            </p:contentPart>
          </mc:Choice>
          <mc:Fallback>
            <p:pic>
              <p:nvPicPr>
                <p:cNvPr id="44" name="Ink 43">
                  <a:extLst>
                    <a:ext uri="{FF2B5EF4-FFF2-40B4-BE49-F238E27FC236}">
                      <a16:creationId xmlns:a16="http://schemas.microsoft.com/office/drawing/2014/main" id="{A125A230-3084-8C03-5EE4-0F6506653892}"/>
                    </a:ext>
                  </a:extLst>
                </p:cNvPr>
                <p:cNvPicPr/>
                <p:nvPr/>
              </p:nvPicPr>
              <p:blipFill>
                <a:blip r:embed="rId73"/>
                <a:stretch>
                  <a:fillRect/>
                </a:stretch>
              </p:blipFill>
              <p:spPr>
                <a:xfrm>
                  <a:off x="9986333" y="4359910"/>
                  <a:ext cx="9864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6" name="Ink 45">
                  <a:extLst>
                    <a:ext uri="{FF2B5EF4-FFF2-40B4-BE49-F238E27FC236}">
                      <a16:creationId xmlns:a16="http://schemas.microsoft.com/office/drawing/2014/main" id="{8E9288AA-DB59-F81C-AE37-72B654C4D259}"/>
                    </a:ext>
                  </a:extLst>
                </p14:cNvPr>
                <p14:cNvContentPartPr/>
                <p14:nvPr/>
              </p14:nvContentPartPr>
              <p14:xfrm>
                <a:off x="10130693" y="3990550"/>
                <a:ext cx="261720" cy="6840"/>
              </p14:xfrm>
            </p:contentPart>
          </mc:Choice>
          <mc:Fallback>
            <p:pic>
              <p:nvPicPr>
                <p:cNvPr id="46" name="Ink 45">
                  <a:extLst>
                    <a:ext uri="{FF2B5EF4-FFF2-40B4-BE49-F238E27FC236}">
                      <a16:creationId xmlns:a16="http://schemas.microsoft.com/office/drawing/2014/main" id="{8E9288AA-DB59-F81C-AE37-72B654C4D259}"/>
                    </a:ext>
                  </a:extLst>
                </p:cNvPr>
                <p:cNvPicPr/>
                <p:nvPr/>
              </p:nvPicPr>
              <p:blipFill>
                <a:blip r:embed="rId75"/>
                <a:stretch>
                  <a:fillRect/>
                </a:stretch>
              </p:blipFill>
              <p:spPr>
                <a:xfrm>
                  <a:off x="10122053" y="3981550"/>
                  <a:ext cx="27936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7" name="Ink 46">
                  <a:extLst>
                    <a:ext uri="{FF2B5EF4-FFF2-40B4-BE49-F238E27FC236}">
                      <a16:creationId xmlns:a16="http://schemas.microsoft.com/office/drawing/2014/main" id="{013D0851-2AB5-24C9-BE25-55755A1A7CAB}"/>
                    </a:ext>
                  </a:extLst>
                </p14:cNvPr>
                <p14:cNvContentPartPr/>
                <p14:nvPr/>
              </p14:nvContentPartPr>
              <p14:xfrm>
                <a:off x="10336613" y="3931150"/>
                <a:ext cx="89640" cy="119160"/>
              </p14:xfrm>
            </p:contentPart>
          </mc:Choice>
          <mc:Fallback>
            <p:pic>
              <p:nvPicPr>
                <p:cNvPr id="47" name="Ink 46">
                  <a:extLst>
                    <a:ext uri="{FF2B5EF4-FFF2-40B4-BE49-F238E27FC236}">
                      <a16:creationId xmlns:a16="http://schemas.microsoft.com/office/drawing/2014/main" id="{013D0851-2AB5-24C9-BE25-55755A1A7CAB}"/>
                    </a:ext>
                  </a:extLst>
                </p:cNvPr>
                <p:cNvPicPr/>
                <p:nvPr/>
              </p:nvPicPr>
              <p:blipFill>
                <a:blip r:embed="rId77"/>
                <a:stretch>
                  <a:fillRect/>
                </a:stretch>
              </p:blipFill>
              <p:spPr>
                <a:xfrm>
                  <a:off x="10327973" y="3922510"/>
                  <a:ext cx="107280" cy="1368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8">
            <p14:nvContentPartPr>
              <p14:cNvPr id="50" name="Ink 49">
                <a:extLst>
                  <a:ext uri="{FF2B5EF4-FFF2-40B4-BE49-F238E27FC236}">
                    <a16:creationId xmlns:a16="http://schemas.microsoft.com/office/drawing/2014/main" id="{6750CB37-5A13-BF10-1667-C49C66210FBC}"/>
                  </a:ext>
                </a:extLst>
              </p14:cNvPr>
              <p14:cNvContentPartPr/>
              <p14:nvPr/>
            </p14:nvContentPartPr>
            <p14:xfrm>
              <a:off x="4466156" y="2794440"/>
              <a:ext cx="2435634" cy="1177580"/>
            </p14:xfrm>
          </p:contentPart>
        </mc:Choice>
        <mc:Fallback>
          <p:pic>
            <p:nvPicPr>
              <p:cNvPr id="50" name="Ink 49">
                <a:extLst>
                  <a:ext uri="{FF2B5EF4-FFF2-40B4-BE49-F238E27FC236}">
                    <a16:creationId xmlns:a16="http://schemas.microsoft.com/office/drawing/2014/main" id="{6750CB37-5A13-BF10-1667-C49C66210FBC}"/>
                  </a:ext>
                </a:extLst>
              </p:cNvPr>
              <p:cNvPicPr/>
              <p:nvPr/>
            </p:nvPicPr>
            <p:blipFill>
              <a:blip r:embed="rId79"/>
              <a:stretch>
                <a:fillRect/>
              </a:stretch>
            </p:blipFill>
            <p:spPr>
              <a:xfrm>
                <a:off x="4457156" y="2785440"/>
                <a:ext cx="2453273" cy="1195220"/>
              </a:xfrm>
              <a:prstGeom prst="rect">
                <a:avLst/>
              </a:prstGeom>
            </p:spPr>
          </p:pic>
        </mc:Fallback>
      </mc:AlternateContent>
      <p:grpSp>
        <p:nvGrpSpPr>
          <p:cNvPr id="65" name="Group 64">
            <a:extLst>
              <a:ext uri="{FF2B5EF4-FFF2-40B4-BE49-F238E27FC236}">
                <a16:creationId xmlns:a16="http://schemas.microsoft.com/office/drawing/2014/main" id="{088A344D-DF5D-69D9-95BD-BA0FA81B58E7}"/>
              </a:ext>
            </a:extLst>
          </p:cNvPr>
          <p:cNvGrpSpPr/>
          <p:nvPr/>
        </p:nvGrpSpPr>
        <p:grpSpPr>
          <a:xfrm>
            <a:off x="4777853" y="2965990"/>
            <a:ext cx="1904040" cy="910800"/>
            <a:chOff x="4777853" y="2965990"/>
            <a:chExt cx="1904040" cy="910800"/>
          </a:xfrm>
        </p:grpSpPr>
        <mc:AlternateContent xmlns:mc="http://schemas.openxmlformats.org/markup-compatibility/2006">
          <mc:Choice xmlns:p14="http://schemas.microsoft.com/office/powerpoint/2010/main" Requires="p14">
            <p:contentPart p14:bwMode="auto" r:id="rId80">
              <p14:nvContentPartPr>
                <p14:cNvPr id="51" name="Ink 50">
                  <a:extLst>
                    <a:ext uri="{FF2B5EF4-FFF2-40B4-BE49-F238E27FC236}">
                      <a16:creationId xmlns:a16="http://schemas.microsoft.com/office/drawing/2014/main" id="{71BA18FE-4CE1-B03A-58A8-A930C8C87A2C}"/>
                    </a:ext>
                  </a:extLst>
                </p14:cNvPr>
                <p14:cNvContentPartPr/>
                <p14:nvPr/>
              </p14:nvContentPartPr>
              <p14:xfrm>
                <a:off x="4777853" y="3205750"/>
                <a:ext cx="29880" cy="229680"/>
              </p14:xfrm>
            </p:contentPart>
          </mc:Choice>
          <mc:Fallback>
            <p:pic>
              <p:nvPicPr>
                <p:cNvPr id="51" name="Ink 50">
                  <a:extLst>
                    <a:ext uri="{FF2B5EF4-FFF2-40B4-BE49-F238E27FC236}">
                      <a16:creationId xmlns:a16="http://schemas.microsoft.com/office/drawing/2014/main" id="{71BA18FE-4CE1-B03A-58A8-A930C8C87A2C}"/>
                    </a:ext>
                  </a:extLst>
                </p:cNvPr>
                <p:cNvPicPr/>
                <p:nvPr/>
              </p:nvPicPr>
              <p:blipFill>
                <a:blip r:embed="rId81"/>
                <a:stretch>
                  <a:fillRect/>
                </a:stretch>
              </p:blipFill>
              <p:spPr>
                <a:xfrm>
                  <a:off x="4768853" y="3196750"/>
                  <a:ext cx="4752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2" name="Ink 51">
                  <a:extLst>
                    <a:ext uri="{FF2B5EF4-FFF2-40B4-BE49-F238E27FC236}">
                      <a16:creationId xmlns:a16="http://schemas.microsoft.com/office/drawing/2014/main" id="{FD6EA56C-B862-8161-2752-2193592EC1D4}"/>
                    </a:ext>
                  </a:extLst>
                </p14:cNvPr>
                <p14:cNvContentPartPr/>
                <p14:nvPr/>
              </p14:nvContentPartPr>
              <p14:xfrm>
                <a:off x="4789733" y="2965990"/>
                <a:ext cx="203400" cy="352440"/>
              </p14:xfrm>
            </p:contentPart>
          </mc:Choice>
          <mc:Fallback>
            <p:pic>
              <p:nvPicPr>
                <p:cNvPr id="52" name="Ink 51">
                  <a:extLst>
                    <a:ext uri="{FF2B5EF4-FFF2-40B4-BE49-F238E27FC236}">
                      <a16:creationId xmlns:a16="http://schemas.microsoft.com/office/drawing/2014/main" id="{FD6EA56C-B862-8161-2752-2193592EC1D4}"/>
                    </a:ext>
                  </a:extLst>
                </p:cNvPr>
                <p:cNvPicPr/>
                <p:nvPr/>
              </p:nvPicPr>
              <p:blipFill>
                <a:blip r:embed="rId83"/>
                <a:stretch>
                  <a:fillRect/>
                </a:stretch>
              </p:blipFill>
              <p:spPr>
                <a:xfrm>
                  <a:off x="4781093" y="2957350"/>
                  <a:ext cx="221040" cy="37008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3" name="Ink 52">
                  <a:extLst>
                    <a:ext uri="{FF2B5EF4-FFF2-40B4-BE49-F238E27FC236}">
                      <a16:creationId xmlns:a16="http://schemas.microsoft.com/office/drawing/2014/main" id="{20010F5D-44D0-4436-B63C-69F3842CA34A}"/>
                    </a:ext>
                  </a:extLst>
                </p14:cNvPr>
                <p14:cNvContentPartPr/>
                <p14:nvPr/>
              </p14:nvContentPartPr>
              <p14:xfrm>
                <a:off x="5019413" y="3220870"/>
                <a:ext cx="138960" cy="165960"/>
              </p14:xfrm>
            </p:contentPart>
          </mc:Choice>
          <mc:Fallback>
            <p:pic>
              <p:nvPicPr>
                <p:cNvPr id="53" name="Ink 52">
                  <a:extLst>
                    <a:ext uri="{FF2B5EF4-FFF2-40B4-BE49-F238E27FC236}">
                      <a16:creationId xmlns:a16="http://schemas.microsoft.com/office/drawing/2014/main" id="{20010F5D-44D0-4436-B63C-69F3842CA34A}"/>
                    </a:ext>
                  </a:extLst>
                </p:cNvPr>
                <p:cNvPicPr/>
                <p:nvPr/>
              </p:nvPicPr>
              <p:blipFill>
                <a:blip r:embed="rId85"/>
                <a:stretch>
                  <a:fillRect/>
                </a:stretch>
              </p:blipFill>
              <p:spPr>
                <a:xfrm>
                  <a:off x="5010773" y="3211870"/>
                  <a:ext cx="15660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4" name="Ink 53">
                  <a:extLst>
                    <a:ext uri="{FF2B5EF4-FFF2-40B4-BE49-F238E27FC236}">
                      <a16:creationId xmlns:a16="http://schemas.microsoft.com/office/drawing/2014/main" id="{F6F3441B-BBFD-D0DC-E30C-775819DD2457}"/>
                    </a:ext>
                  </a:extLst>
                </p14:cNvPr>
                <p14:cNvContentPartPr/>
                <p14:nvPr/>
              </p14:nvContentPartPr>
              <p14:xfrm>
                <a:off x="5220653" y="3080830"/>
                <a:ext cx="140760" cy="333360"/>
              </p14:xfrm>
            </p:contentPart>
          </mc:Choice>
          <mc:Fallback>
            <p:pic>
              <p:nvPicPr>
                <p:cNvPr id="54" name="Ink 53">
                  <a:extLst>
                    <a:ext uri="{FF2B5EF4-FFF2-40B4-BE49-F238E27FC236}">
                      <a16:creationId xmlns:a16="http://schemas.microsoft.com/office/drawing/2014/main" id="{F6F3441B-BBFD-D0DC-E30C-775819DD2457}"/>
                    </a:ext>
                  </a:extLst>
                </p:cNvPr>
                <p:cNvPicPr/>
                <p:nvPr/>
              </p:nvPicPr>
              <p:blipFill>
                <a:blip r:embed="rId87"/>
                <a:stretch>
                  <a:fillRect/>
                </a:stretch>
              </p:blipFill>
              <p:spPr>
                <a:xfrm>
                  <a:off x="5211653" y="3072190"/>
                  <a:ext cx="158400" cy="3510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5" name="Ink 54">
                  <a:extLst>
                    <a:ext uri="{FF2B5EF4-FFF2-40B4-BE49-F238E27FC236}">
                      <a16:creationId xmlns:a16="http://schemas.microsoft.com/office/drawing/2014/main" id="{2B322219-54FD-C298-7F87-A37135D9461F}"/>
                    </a:ext>
                  </a:extLst>
                </p14:cNvPr>
                <p14:cNvContentPartPr/>
                <p14:nvPr/>
              </p14:nvContentPartPr>
              <p14:xfrm>
                <a:off x="5391293" y="3218350"/>
                <a:ext cx="124920" cy="401760"/>
              </p14:xfrm>
            </p:contentPart>
          </mc:Choice>
          <mc:Fallback>
            <p:pic>
              <p:nvPicPr>
                <p:cNvPr id="55" name="Ink 54">
                  <a:extLst>
                    <a:ext uri="{FF2B5EF4-FFF2-40B4-BE49-F238E27FC236}">
                      <a16:creationId xmlns:a16="http://schemas.microsoft.com/office/drawing/2014/main" id="{2B322219-54FD-C298-7F87-A37135D9461F}"/>
                    </a:ext>
                  </a:extLst>
                </p:cNvPr>
                <p:cNvPicPr/>
                <p:nvPr/>
              </p:nvPicPr>
              <p:blipFill>
                <a:blip r:embed="rId89"/>
                <a:stretch>
                  <a:fillRect/>
                </a:stretch>
              </p:blipFill>
              <p:spPr>
                <a:xfrm>
                  <a:off x="5382653" y="3209710"/>
                  <a:ext cx="142560" cy="4194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6" name="Ink 55">
                  <a:extLst>
                    <a:ext uri="{FF2B5EF4-FFF2-40B4-BE49-F238E27FC236}">
                      <a16:creationId xmlns:a16="http://schemas.microsoft.com/office/drawing/2014/main" id="{006AA251-A943-9DE5-496A-3C40EA7CC833}"/>
                    </a:ext>
                  </a:extLst>
                </p14:cNvPr>
                <p14:cNvContentPartPr/>
                <p14:nvPr/>
              </p14:nvContentPartPr>
              <p14:xfrm>
                <a:off x="5605493" y="3187030"/>
                <a:ext cx="213840" cy="189360"/>
              </p14:xfrm>
            </p:contentPart>
          </mc:Choice>
          <mc:Fallback>
            <p:pic>
              <p:nvPicPr>
                <p:cNvPr id="56" name="Ink 55">
                  <a:extLst>
                    <a:ext uri="{FF2B5EF4-FFF2-40B4-BE49-F238E27FC236}">
                      <a16:creationId xmlns:a16="http://schemas.microsoft.com/office/drawing/2014/main" id="{006AA251-A943-9DE5-496A-3C40EA7CC833}"/>
                    </a:ext>
                  </a:extLst>
                </p:cNvPr>
                <p:cNvPicPr/>
                <p:nvPr/>
              </p:nvPicPr>
              <p:blipFill>
                <a:blip r:embed="rId91"/>
                <a:stretch>
                  <a:fillRect/>
                </a:stretch>
              </p:blipFill>
              <p:spPr>
                <a:xfrm>
                  <a:off x="5596493" y="3178390"/>
                  <a:ext cx="23148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7" name="Ink 56">
                  <a:extLst>
                    <a:ext uri="{FF2B5EF4-FFF2-40B4-BE49-F238E27FC236}">
                      <a16:creationId xmlns:a16="http://schemas.microsoft.com/office/drawing/2014/main" id="{4714CC08-67AD-A93D-ADA1-2AFF364B6FCC}"/>
                    </a:ext>
                  </a:extLst>
                </p14:cNvPr>
                <p14:cNvContentPartPr/>
                <p14:nvPr/>
              </p14:nvContentPartPr>
              <p14:xfrm>
                <a:off x="5889173" y="3182710"/>
                <a:ext cx="83880" cy="155160"/>
              </p14:xfrm>
            </p:contentPart>
          </mc:Choice>
          <mc:Fallback>
            <p:pic>
              <p:nvPicPr>
                <p:cNvPr id="57" name="Ink 56">
                  <a:extLst>
                    <a:ext uri="{FF2B5EF4-FFF2-40B4-BE49-F238E27FC236}">
                      <a16:creationId xmlns:a16="http://schemas.microsoft.com/office/drawing/2014/main" id="{4714CC08-67AD-A93D-ADA1-2AFF364B6FCC}"/>
                    </a:ext>
                  </a:extLst>
                </p:cNvPr>
                <p:cNvPicPr/>
                <p:nvPr/>
              </p:nvPicPr>
              <p:blipFill>
                <a:blip r:embed="rId93"/>
                <a:stretch>
                  <a:fillRect/>
                </a:stretch>
              </p:blipFill>
              <p:spPr>
                <a:xfrm>
                  <a:off x="5880533" y="3174070"/>
                  <a:ext cx="10152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8" name="Ink 57">
                  <a:extLst>
                    <a:ext uri="{FF2B5EF4-FFF2-40B4-BE49-F238E27FC236}">
                      <a16:creationId xmlns:a16="http://schemas.microsoft.com/office/drawing/2014/main" id="{450C20E7-2CF6-C1E8-B06B-C5FB6A604397}"/>
                    </a:ext>
                  </a:extLst>
                </p14:cNvPr>
                <p14:cNvContentPartPr/>
                <p14:nvPr/>
              </p14:nvContentPartPr>
              <p14:xfrm>
                <a:off x="6027413" y="3163270"/>
                <a:ext cx="307080" cy="169920"/>
              </p14:xfrm>
            </p:contentPart>
          </mc:Choice>
          <mc:Fallback>
            <p:pic>
              <p:nvPicPr>
                <p:cNvPr id="58" name="Ink 57">
                  <a:extLst>
                    <a:ext uri="{FF2B5EF4-FFF2-40B4-BE49-F238E27FC236}">
                      <a16:creationId xmlns:a16="http://schemas.microsoft.com/office/drawing/2014/main" id="{450C20E7-2CF6-C1E8-B06B-C5FB6A604397}"/>
                    </a:ext>
                  </a:extLst>
                </p:cNvPr>
                <p:cNvPicPr/>
                <p:nvPr/>
              </p:nvPicPr>
              <p:blipFill>
                <a:blip r:embed="rId95"/>
                <a:stretch>
                  <a:fillRect/>
                </a:stretch>
              </p:blipFill>
              <p:spPr>
                <a:xfrm>
                  <a:off x="6018773" y="3154630"/>
                  <a:ext cx="32472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60" name="Ink 59">
                  <a:extLst>
                    <a:ext uri="{FF2B5EF4-FFF2-40B4-BE49-F238E27FC236}">
                      <a16:creationId xmlns:a16="http://schemas.microsoft.com/office/drawing/2014/main" id="{A16D24B7-CA41-B44A-A328-4C813E039CED}"/>
                    </a:ext>
                  </a:extLst>
                </p14:cNvPr>
                <p14:cNvContentPartPr/>
                <p14:nvPr/>
              </p14:nvContentPartPr>
              <p14:xfrm>
                <a:off x="5759933" y="3641710"/>
                <a:ext cx="69840" cy="235080"/>
              </p14:xfrm>
            </p:contentPart>
          </mc:Choice>
          <mc:Fallback>
            <p:pic>
              <p:nvPicPr>
                <p:cNvPr id="60" name="Ink 59">
                  <a:extLst>
                    <a:ext uri="{FF2B5EF4-FFF2-40B4-BE49-F238E27FC236}">
                      <a16:creationId xmlns:a16="http://schemas.microsoft.com/office/drawing/2014/main" id="{A16D24B7-CA41-B44A-A328-4C813E039CED}"/>
                    </a:ext>
                  </a:extLst>
                </p:cNvPr>
                <p:cNvPicPr/>
                <p:nvPr/>
              </p:nvPicPr>
              <p:blipFill>
                <a:blip r:embed="rId97"/>
                <a:stretch>
                  <a:fillRect/>
                </a:stretch>
              </p:blipFill>
              <p:spPr>
                <a:xfrm>
                  <a:off x="5750933" y="3633070"/>
                  <a:ext cx="87480" cy="25272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1" name="Ink 60">
                  <a:extLst>
                    <a:ext uri="{FF2B5EF4-FFF2-40B4-BE49-F238E27FC236}">
                      <a16:creationId xmlns:a16="http://schemas.microsoft.com/office/drawing/2014/main" id="{A2799E40-05B6-4612-23FD-4B327443CA0E}"/>
                    </a:ext>
                  </a:extLst>
                </p14:cNvPr>
                <p14:cNvContentPartPr/>
                <p14:nvPr/>
              </p14:nvContentPartPr>
              <p14:xfrm>
                <a:off x="5924093" y="3675550"/>
                <a:ext cx="132840" cy="104760"/>
              </p14:xfrm>
            </p:contentPart>
          </mc:Choice>
          <mc:Fallback>
            <p:pic>
              <p:nvPicPr>
                <p:cNvPr id="61" name="Ink 60">
                  <a:extLst>
                    <a:ext uri="{FF2B5EF4-FFF2-40B4-BE49-F238E27FC236}">
                      <a16:creationId xmlns:a16="http://schemas.microsoft.com/office/drawing/2014/main" id="{A2799E40-05B6-4612-23FD-4B327443CA0E}"/>
                    </a:ext>
                  </a:extLst>
                </p:cNvPr>
                <p:cNvPicPr/>
                <p:nvPr/>
              </p:nvPicPr>
              <p:blipFill>
                <a:blip r:embed="rId99"/>
                <a:stretch>
                  <a:fillRect/>
                </a:stretch>
              </p:blipFill>
              <p:spPr>
                <a:xfrm>
                  <a:off x="5915093" y="3666550"/>
                  <a:ext cx="150480" cy="1224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2" name="Ink 61">
                  <a:extLst>
                    <a:ext uri="{FF2B5EF4-FFF2-40B4-BE49-F238E27FC236}">
                      <a16:creationId xmlns:a16="http://schemas.microsoft.com/office/drawing/2014/main" id="{DA3F2851-3BA3-C7F9-C099-CFE17B6B9635}"/>
                    </a:ext>
                  </a:extLst>
                </p14:cNvPr>
                <p14:cNvContentPartPr/>
                <p14:nvPr/>
              </p14:nvContentPartPr>
              <p14:xfrm>
                <a:off x="6126773" y="3640990"/>
                <a:ext cx="110520" cy="126000"/>
              </p14:xfrm>
            </p:contentPart>
          </mc:Choice>
          <mc:Fallback>
            <p:pic>
              <p:nvPicPr>
                <p:cNvPr id="62" name="Ink 61">
                  <a:extLst>
                    <a:ext uri="{FF2B5EF4-FFF2-40B4-BE49-F238E27FC236}">
                      <a16:creationId xmlns:a16="http://schemas.microsoft.com/office/drawing/2014/main" id="{DA3F2851-3BA3-C7F9-C099-CFE17B6B9635}"/>
                    </a:ext>
                  </a:extLst>
                </p:cNvPr>
                <p:cNvPicPr/>
                <p:nvPr/>
              </p:nvPicPr>
              <p:blipFill>
                <a:blip r:embed="rId101"/>
                <a:stretch>
                  <a:fillRect/>
                </a:stretch>
              </p:blipFill>
              <p:spPr>
                <a:xfrm>
                  <a:off x="6117773" y="3631990"/>
                  <a:ext cx="12816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3" name="Ink 62">
                  <a:extLst>
                    <a:ext uri="{FF2B5EF4-FFF2-40B4-BE49-F238E27FC236}">
                      <a16:creationId xmlns:a16="http://schemas.microsoft.com/office/drawing/2014/main" id="{A332782F-66E7-8693-5677-7E7C9A8F9E4A}"/>
                    </a:ext>
                  </a:extLst>
                </p14:cNvPr>
                <p14:cNvContentPartPr/>
                <p14:nvPr/>
              </p14:nvContentPartPr>
              <p14:xfrm>
                <a:off x="6300293" y="3665830"/>
                <a:ext cx="284400" cy="106200"/>
              </p14:xfrm>
            </p:contentPart>
          </mc:Choice>
          <mc:Fallback>
            <p:pic>
              <p:nvPicPr>
                <p:cNvPr id="63" name="Ink 62">
                  <a:extLst>
                    <a:ext uri="{FF2B5EF4-FFF2-40B4-BE49-F238E27FC236}">
                      <a16:creationId xmlns:a16="http://schemas.microsoft.com/office/drawing/2014/main" id="{A332782F-66E7-8693-5677-7E7C9A8F9E4A}"/>
                    </a:ext>
                  </a:extLst>
                </p:cNvPr>
                <p:cNvPicPr/>
                <p:nvPr/>
              </p:nvPicPr>
              <p:blipFill>
                <a:blip r:embed="rId103"/>
                <a:stretch>
                  <a:fillRect/>
                </a:stretch>
              </p:blipFill>
              <p:spPr>
                <a:xfrm>
                  <a:off x="6291293" y="3657190"/>
                  <a:ext cx="30204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4" name="Ink 63">
                  <a:extLst>
                    <a:ext uri="{FF2B5EF4-FFF2-40B4-BE49-F238E27FC236}">
                      <a16:creationId xmlns:a16="http://schemas.microsoft.com/office/drawing/2014/main" id="{64687D76-EF99-7473-4260-ACA08098B1AF}"/>
                    </a:ext>
                  </a:extLst>
                </p14:cNvPr>
                <p14:cNvContentPartPr/>
                <p14:nvPr/>
              </p14:nvContentPartPr>
              <p14:xfrm>
                <a:off x="6621773" y="3642430"/>
                <a:ext cx="60120" cy="212760"/>
              </p14:xfrm>
            </p:contentPart>
          </mc:Choice>
          <mc:Fallback>
            <p:pic>
              <p:nvPicPr>
                <p:cNvPr id="64" name="Ink 63">
                  <a:extLst>
                    <a:ext uri="{FF2B5EF4-FFF2-40B4-BE49-F238E27FC236}">
                      <a16:creationId xmlns:a16="http://schemas.microsoft.com/office/drawing/2014/main" id="{64687D76-EF99-7473-4260-ACA08098B1AF}"/>
                    </a:ext>
                  </a:extLst>
                </p:cNvPr>
                <p:cNvPicPr/>
                <p:nvPr/>
              </p:nvPicPr>
              <p:blipFill>
                <a:blip r:embed="rId105"/>
                <a:stretch>
                  <a:fillRect/>
                </a:stretch>
              </p:blipFill>
              <p:spPr>
                <a:xfrm>
                  <a:off x="6613133" y="3633790"/>
                  <a:ext cx="77760" cy="230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6">
            <p14:nvContentPartPr>
              <p14:cNvPr id="67" name="Ink 66">
                <a:extLst>
                  <a:ext uri="{FF2B5EF4-FFF2-40B4-BE49-F238E27FC236}">
                    <a16:creationId xmlns:a16="http://schemas.microsoft.com/office/drawing/2014/main" id="{A10DD8B0-FDB0-3F1B-E98D-F6A927EEE339}"/>
                  </a:ext>
                </a:extLst>
              </p14:cNvPr>
              <p14:cNvContentPartPr/>
              <p14:nvPr/>
            </p14:nvContentPartPr>
            <p14:xfrm>
              <a:off x="4432973" y="996070"/>
              <a:ext cx="2681640" cy="668880"/>
            </p14:xfrm>
          </p:contentPart>
        </mc:Choice>
        <mc:Fallback>
          <p:pic>
            <p:nvPicPr>
              <p:cNvPr id="67" name="Ink 66">
                <a:extLst>
                  <a:ext uri="{FF2B5EF4-FFF2-40B4-BE49-F238E27FC236}">
                    <a16:creationId xmlns:a16="http://schemas.microsoft.com/office/drawing/2014/main" id="{A10DD8B0-FDB0-3F1B-E98D-F6A927EEE339}"/>
                  </a:ext>
                </a:extLst>
              </p:cNvPr>
              <p:cNvPicPr/>
              <p:nvPr/>
            </p:nvPicPr>
            <p:blipFill>
              <a:blip r:embed="rId107"/>
              <a:stretch>
                <a:fillRect/>
              </a:stretch>
            </p:blipFill>
            <p:spPr>
              <a:xfrm>
                <a:off x="4424333" y="987070"/>
                <a:ext cx="2699280" cy="686520"/>
              </a:xfrm>
              <a:prstGeom prst="rect">
                <a:avLst/>
              </a:prstGeom>
            </p:spPr>
          </p:pic>
        </mc:Fallback>
      </mc:AlternateContent>
      <p:grpSp>
        <p:nvGrpSpPr>
          <p:cNvPr id="79" name="Group 78">
            <a:extLst>
              <a:ext uri="{FF2B5EF4-FFF2-40B4-BE49-F238E27FC236}">
                <a16:creationId xmlns:a16="http://schemas.microsoft.com/office/drawing/2014/main" id="{E9F2C051-3F0E-1327-19FD-48AED0B06610}"/>
              </a:ext>
            </a:extLst>
          </p:cNvPr>
          <p:cNvGrpSpPr/>
          <p:nvPr/>
        </p:nvGrpSpPr>
        <p:grpSpPr>
          <a:xfrm>
            <a:off x="4733213" y="1177150"/>
            <a:ext cx="2037240" cy="384120"/>
            <a:chOff x="4733213" y="1177150"/>
            <a:chExt cx="2037240" cy="384120"/>
          </a:xfrm>
        </p:grpSpPr>
        <mc:AlternateContent xmlns:mc="http://schemas.openxmlformats.org/markup-compatibility/2006">
          <mc:Choice xmlns:p14="http://schemas.microsoft.com/office/powerpoint/2010/main" Requires="p14">
            <p:contentPart p14:bwMode="auto" r:id="rId108">
              <p14:nvContentPartPr>
                <p14:cNvPr id="68" name="Ink 67">
                  <a:extLst>
                    <a:ext uri="{FF2B5EF4-FFF2-40B4-BE49-F238E27FC236}">
                      <a16:creationId xmlns:a16="http://schemas.microsoft.com/office/drawing/2014/main" id="{13A24E82-A58E-7E84-E356-7CE2B4ED97CD}"/>
                    </a:ext>
                  </a:extLst>
                </p14:cNvPr>
                <p14:cNvContentPartPr/>
                <p14:nvPr/>
              </p14:nvContentPartPr>
              <p14:xfrm>
                <a:off x="4733213" y="1177150"/>
                <a:ext cx="258840" cy="354600"/>
              </p14:xfrm>
            </p:contentPart>
          </mc:Choice>
          <mc:Fallback>
            <p:pic>
              <p:nvPicPr>
                <p:cNvPr id="68" name="Ink 67">
                  <a:extLst>
                    <a:ext uri="{FF2B5EF4-FFF2-40B4-BE49-F238E27FC236}">
                      <a16:creationId xmlns:a16="http://schemas.microsoft.com/office/drawing/2014/main" id="{13A24E82-A58E-7E84-E356-7CE2B4ED97CD}"/>
                    </a:ext>
                  </a:extLst>
                </p:cNvPr>
                <p:cNvPicPr/>
                <p:nvPr/>
              </p:nvPicPr>
              <p:blipFill>
                <a:blip r:embed="rId109"/>
                <a:stretch>
                  <a:fillRect/>
                </a:stretch>
              </p:blipFill>
              <p:spPr>
                <a:xfrm>
                  <a:off x="4724573" y="1168510"/>
                  <a:ext cx="276480" cy="3722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9" name="Ink 68">
                  <a:extLst>
                    <a:ext uri="{FF2B5EF4-FFF2-40B4-BE49-F238E27FC236}">
                      <a16:creationId xmlns:a16="http://schemas.microsoft.com/office/drawing/2014/main" id="{FB97E6B4-FBC2-3868-4E44-6FD2FEBE4BF8}"/>
                    </a:ext>
                  </a:extLst>
                </p14:cNvPr>
                <p14:cNvContentPartPr/>
                <p14:nvPr/>
              </p14:nvContentPartPr>
              <p14:xfrm>
                <a:off x="5044973" y="1322230"/>
                <a:ext cx="159840" cy="196560"/>
              </p14:xfrm>
            </p:contentPart>
          </mc:Choice>
          <mc:Fallback>
            <p:pic>
              <p:nvPicPr>
                <p:cNvPr id="69" name="Ink 68">
                  <a:extLst>
                    <a:ext uri="{FF2B5EF4-FFF2-40B4-BE49-F238E27FC236}">
                      <a16:creationId xmlns:a16="http://schemas.microsoft.com/office/drawing/2014/main" id="{FB97E6B4-FBC2-3868-4E44-6FD2FEBE4BF8}"/>
                    </a:ext>
                  </a:extLst>
                </p:cNvPr>
                <p:cNvPicPr/>
                <p:nvPr/>
              </p:nvPicPr>
              <p:blipFill>
                <a:blip r:embed="rId111"/>
                <a:stretch>
                  <a:fillRect/>
                </a:stretch>
              </p:blipFill>
              <p:spPr>
                <a:xfrm>
                  <a:off x="5035973" y="1313230"/>
                  <a:ext cx="17748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70" name="Ink 69">
                  <a:extLst>
                    <a:ext uri="{FF2B5EF4-FFF2-40B4-BE49-F238E27FC236}">
                      <a16:creationId xmlns:a16="http://schemas.microsoft.com/office/drawing/2014/main" id="{7278DFA5-4CF7-192E-6675-A2F00D8B4B26}"/>
                    </a:ext>
                  </a:extLst>
                </p14:cNvPr>
                <p14:cNvContentPartPr/>
                <p14:nvPr/>
              </p14:nvContentPartPr>
              <p14:xfrm>
                <a:off x="5250173" y="1258510"/>
                <a:ext cx="341640" cy="282600"/>
              </p14:xfrm>
            </p:contentPart>
          </mc:Choice>
          <mc:Fallback>
            <p:pic>
              <p:nvPicPr>
                <p:cNvPr id="70" name="Ink 69">
                  <a:extLst>
                    <a:ext uri="{FF2B5EF4-FFF2-40B4-BE49-F238E27FC236}">
                      <a16:creationId xmlns:a16="http://schemas.microsoft.com/office/drawing/2014/main" id="{7278DFA5-4CF7-192E-6675-A2F00D8B4B26}"/>
                    </a:ext>
                  </a:extLst>
                </p:cNvPr>
                <p:cNvPicPr/>
                <p:nvPr/>
              </p:nvPicPr>
              <p:blipFill>
                <a:blip r:embed="rId113"/>
                <a:stretch>
                  <a:fillRect/>
                </a:stretch>
              </p:blipFill>
              <p:spPr>
                <a:xfrm>
                  <a:off x="5241173" y="1249510"/>
                  <a:ext cx="359280" cy="30024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1" name="Ink 70">
                  <a:extLst>
                    <a:ext uri="{FF2B5EF4-FFF2-40B4-BE49-F238E27FC236}">
                      <a16:creationId xmlns:a16="http://schemas.microsoft.com/office/drawing/2014/main" id="{25B6E934-9665-5DF4-B9A2-5E7F33ED25FA}"/>
                    </a:ext>
                  </a:extLst>
                </p14:cNvPr>
                <p14:cNvContentPartPr/>
                <p14:nvPr/>
              </p14:nvContentPartPr>
              <p14:xfrm>
                <a:off x="5565173" y="1363990"/>
                <a:ext cx="54000" cy="28800"/>
              </p14:xfrm>
            </p:contentPart>
          </mc:Choice>
          <mc:Fallback>
            <p:pic>
              <p:nvPicPr>
                <p:cNvPr id="71" name="Ink 70">
                  <a:extLst>
                    <a:ext uri="{FF2B5EF4-FFF2-40B4-BE49-F238E27FC236}">
                      <a16:creationId xmlns:a16="http://schemas.microsoft.com/office/drawing/2014/main" id="{25B6E934-9665-5DF4-B9A2-5E7F33ED25FA}"/>
                    </a:ext>
                  </a:extLst>
                </p:cNvPr>
                <p:cNvPicPr/>
                <p:nvPr/>
              </p:nvPicPr>
              <p:blipFill>
                <a:blip r:embed="rId115"/>
                <a:stretch>
                  <a:fillRect/>
                </a:stretch>
              </p:blipFill>
              <p:spPr>
                <a:xfrm>
                  <a:off x="5556173" y="1355350"/>
                  <a:ext cx="71640" cy="4644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2" name="Ink 71">
                  <a:extLst>
                    <a:ext uri="{FF2B5EF4-FFF2-40B4-BE49-F238E27FC236}">
                      <a16:creationId xmlns:a16="http://schemas.microsoft.com/office/drawing/2014/main" id="{C8EC275A-BF7B-6DF6-64DE-7D2C0EF35E2E}"/>
                    </a:ext>
                  </a:extLst>
                </p14:cNvPr>
                <p14:cNvContentPartPr/>
                <p14:nvPr/>
              </p14:nvContentPartPr>
              <p14:xfrm>
                <a:off x="5711333" y="1186870"/>
                <a:ext cx="155520" cy="374400"/>
              </p14:xfrm>
            </p:contentPart>
          </mc:Choice>
          <mc:Fallback>
            <p:pic>
              <p:nvPicPr>
                <p:cNvPr id="72" name="Ink 71">
                  <a:extLst>
                    <a:ext uri="{FF2B5EF4-FFF2-40B4-BE49-F238E27FC236}">
                      <a16:creationId xmlns:a16="http://schemas.microsoft.com/office/drawing/2014/main" id="{C8EC275A-BF7B-6DF6-64DE-7D2C0EF35E2E}"/>
                    </a:ext>
                  </a:extLst>
                </p:cNvPr>
                <p:cNvPicPr/>
                <p:nvPr/>
              </p:nvPicPr>
              <p:blipFill>
                <a:blip r:embed="rId117"/>
                <a:stretch>
                  <a:fillRect/>
                </a:stretch>
              </p:blipFill>
              <p:spPr>
                <a:xfrm>
                  <a:off x="5702693" y="1178230"/>
                  <a:ext cx="173160" cy="39204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3" name="Ink 72">
                  <a:extLst>
                    <a:ext uri="{FF2B5EF4-FFF2-40B4-BE49-F238E27FC236}">
                      <a16:creationId xmlns:a16="http://schemas.microsoft.com/office/drawing/2014/main" id="{B843206B-1F27-D102-C9AB-C68B80E0F15C}"/>
                    </a:ext>
                  </a:extLst>
                </p14:cNvPr>
                <p14:cNvContentPartPr/>
                <p14:nvPr/>
              </p14:nvContentPartPr>
              <p14:xfrm>
                <a:off x="5916173" y="1331590"/>
                <a:ext cx="292320" cy="184320"/>
              </p14:xfrm>
            </p:contentPart>
          </mc:Choice>
          <mc:Fallback>
            <p:pic>
              <p:nvPicPr>
                <p:cNvPr id="73" name="Ink 72">
                  <a:extLst>
                    <a:ext uri="{FF2B5EF4-FFF2-40B4-BE49-F238E27FC236}">
                      <a16:creationId xmlns:a16="http://schemas.microsoft.com/office/drawing/2014/main" id="{B843206B-1F27-D102-C9AB-C68B80E0F15C}"/>
                    </a:ext>
                  </a:extLst>
                </p:cNvPr>
                <p:cNvPicPr/>
                <p:nvPr/>
              </p:nvPicPr>
              <p:blipFill>
                <a:blip r:embed="rId119"/>
                <a:stretch>
                  <a:fillRect/>
                </a:stretch>
              </p:blipFill>
              <p:spPr>
                <a:xfrm>
                  <a:off x="5907173" y="1322950"/>
                  <a:ext cx="309960" cy="2019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4" name="Ink 73">
                  <a:extLst>
                    <a:ext uri="{FF2B5EF4-FFF2-40B4-BE49-F238E27FC236}">
                      <a16:creationId xmlns:a16="http://schemas.microsoft.com/office/drawing/2014/main" id="{2F7F9CA2-0E5C-642C-C15A-B609990435D0}"/>
                    </a:ext>
                  </a:extLst>
                </p14:cNvPr>
                <p14:cNvContentPartPr/>
                <p14:nvPr/>
              </p14:nvContentPartPr>
              <p14:xfrm>
                <a:off x="6185813" y="1212430"/>
                <a:ext cx="27360" cy="10800"/>
              </p14:xfrm>
            </p:contentPart>
          </mc:Choice>
          <mc:Fallback>
            <p:pic>
              <p:nvPicPr>
                <p:cNvPr id="74" name="Ink 73">
                  <a:extLst>
                    <a:ext uri="{FF2B5EF4-FFF2-40B4-BE49-F238E27FC236}">
                      <a16:creationId xmlns:a16="http://schemas.microsoft.com/office/drawing/2014/main" id="{2F7F9CA2-0E5C-642C-C15A-B609990435D0}"/>
                    </a:ext>
                  </a:extLst>
                </p:cNvPr>
                <p:cNvPicPr/>
                <p:nvPr/>
              </p:nvPicPr>
              <p:blipFill>
                <a:blip r:embed="rId121"/>
                <a:stretch>
                  <a:fillRect/>
                </a:stretch>
              </p:blipFill>
              <p:spPr>
                <a:xfrm>
                  <a:off x="6176813" y="1203430"/>
                  <a:ext cx="4500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5" name="Ink 74">
                  <a:extLst>
                    <a:ext uri="{FF2B5EF4-FFF2-40B4-BE49-F238E27FC236}">
                      <a16:creationId xmlns:a16="http://schemas.microsoft.com/office/drawing/2014/main" id="{AF1755F4-6B7C-534B-935B-0DC83490F4DC}"/>
                    </a:ext>
                  </a:extLst>
                </p14:cNvPr>
                <p14:cNvContentPartPr/>
                <p14:nvPr/>
              </p14:nvContentPartPr>
              <p14:xfrm>
                <a:off x="6258173" y="1229350"/>
                <a:ext cx="43200" cy="233640"/>
              </p14:xfrm>
            </p:contentPart>
          </mc:Choice>
          <mc:Fallback>
            <p:pic>
              <p:nvPicPr>
                <p:cNvPr id="75" name="Ink 74">
                  <a:extLst>
                    <a:ext uri="{FF2B5EF4-FFF2-40B4-BE49-F238E27FC236}">
                      <a16:creationId xmlns:a16="http://schemas.microsoft.com/office/drawing/2014/main" id="{AF1755F4-6B7C-534B-935B-0DC83490F4DC}"/>
                    </a:ext>
                  </a:extLst>
                </p:cNvPr>
                <p:cNvPicPr/>
                <p:nvPr/>
              </p:nvPicPr>
              <p:blipFill>
                <a:blip r:embed="rId123"/>
                <a:stretch>
                  <a:fillRect/>
                </a:stretch>
              </p:blipFill>
              <p:spPr>
                <a:xfrm>
                  <a:off x="6249533" y="1220350"/>
                  <a:ext cx="60840" cy="25128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6" name="Ink 75">
                  <a:extLst>
                    <a:ext uri="{FF2B5EF4-FFF2-40B4-BE49-F238E27FC236}">
                      <a16:creationId xmlns:a16="http://schemas.microsoft.com/office/drawing/2014/main" id="{8593164E-C03F-B87A-FE54-4FC05D7974E2}"/>
                    </a:ext>
                  </a:extLst>
                </p14:cNvPr>
                <p14:cNvContentPartPr/>
                <p14:nvPr/>
              </p14:nvContentPartPr>
              <p14:xfrm>
                <a:off x="6376253" y="1208470"/>
                <a:ext cx="21960" cy="257760"/>
              </p14:xfrm>
            </p:contentPart>
          </mc:Choice>
          <mc:Fallback>
            <p:pic>
              <p:nvPicPr>
                <p:cNvPr id="76" name="Ink 75">
                  <a:extLst>
                    <a:ext uri="{FF2B5EF4-FFF2-40B4-BE49-F238E27FC236}">
                      <a16:creationId xmlns:a16="http://schemas.microsoft.com/office/drawing/2014/main" id="{8593164E-C03F-B87A-FE54-4FC05D7974E2}"/>
                    </a:ext>
                  </a:extLst>
                </p:cNvPr>
                <p:cNvPicPr/>
                <p:nvPr/>
              </p:nvPicPr>
              <p:blipFill>
                <a:blip r:embed="rId125"/>
                <a:stretch>
                  <a:fillRect/>
                </a:stretch>
              </p:blipFill>
              <p:spPr>
                <a:xfrm>
                  <a:off x="6367613" y="1199830"/>
                  <a:ext cx="39600" cy="2754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7" name="Ink 76">
                  <a:extLst>
                    <a:ext uri="{FF2B5EF4-FFF2-40B4-BE49-F238E27FC236}">
                      <a16:creationId xmlns:a16="http://schemas.microsoft.com/office/drawing/2014/main" id="{C73B9C70-33C9-2DD9-6A07-7285204D7F63}"/>
                    </a:ext>
                  </a:extLst>
                </p14:cNvPr>
                <p14:cNvContentPartPr/>
                <p14:nvPr/>
              </p14:nvContentPartPr>
              <p14:xfrm>
                <a:off x="6297773" y="1267510"/>
                <a:ext cx="207720" cy="182880"/>
              </p14:xfrm>
            </p:contentPart>
          </mc:Choice>
          <mc:Fallback>
            <p:pic>
              <p:nvPicPr>
                <p:cNvPr id="77" name="Ink 76">
                  <a:extLst>
                    <a:ext uri="{FF2B5EF4-FFF2-40B4-BE49-F238E27FC236}">
                      <a16:creationId xmlns:a16="http://schemas.microsoft.com/office/drawing/2014/main" id="{C73B9C70-33C9-2DD9-6A07-7285204D7F63}"/>
                    </a:ext>
                  </a:extLst>
                </p:cNvPr>
                <p:cNvPicPr/>
                <p:nvPr/>
              </p:nvPicPr>
              <p:blipFill>
                <a:blip r:embed="rId127"/>
                <a:stretch>
                  <a:fillRect/>
                </a:stretch>
              </p:blipFill>
              <p:spPr>
                <a:xfrm>
                  <a:off x="6288773" y="1258510"/>
                  <a:ext cx="225360" cy="20052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8" name="Ink 77">
                  <a:extLst>
                    <a:ext uri="{FF2B5EF4-FFF2-40B4-BE49-F238E27FC236}">
                      <a16:creationId xmlns:a16="http://schemas.microsoft.com/office/drawing/2014/main" id="{84BD1A22-085C-8552-114D-2928E9FCBEEF}"/>
                    </a:ext>
                  </a:extLst>
                </p14:cNvPr>
                <p14:cNvContentPartPr/>
                <p14:nvPr/>
              </p14:nvContentPartPr>
              <p14:xfrm>
                <a:off x="6561293" y="1241950"/>
                <a:ext cx="209160" cy="241560"/>
              </p14:xfrm>
            </p:contentPart>
          </mc:Choice>
          <mc:Fallback>
            <p:pic>
              <p:nvPicPr>
                <p:cNvPr id="78" name="Ink 77">
                  <a:extLst>
                    <a:ext uri="{FF2B5EF4-FFF2-40B4-BE49-F238E27FC236}">
                      <a16:creationId xmlns:a16="http://schemas.microsoft.com/office/drawing/2014/main" id="{84BD1A22-085C-8552-114D-2928E9FCBEEF}"/>
                    </a:ext>
                  </a:extLst>
                </p:cNvPr>
                <p:cNvPicPr/>
                <p:nvPr/>
              </p:nvPicPr>
              <p:blipFill>
                <a:blip r:embed="rId129"/>
                <a:stretch>
                  <a:fillRect/>
                </a:stretch>
              </p:blipFill>
              <p:spPr>
                <a:xfrm>
                  <a:off x="6552293" y="1233310"/>
                  <a:ext cx="226800" cy="259200"/>
                </a:xfrm>
                <a:prstGeom prst="rect">
                  <a:avLst/>
                </a:prstGeom>
              </p:spPr>
            </p:pic>
          </mc:Fallback>
        </mc:AlternateContent>
      </p:grpSp>
      <p:grpSp>
        <p:nvGrpSpPr>
          <p:cNvPr id="84" name="Group 83">
            <a:extLst>
              <a:ext uri="{FF2B5EF4-FFF2-40B4-BE49-F238E27FC236}">
                <a16:creationId xmlns:a16="http://schemas.microsoft.com/office/drawing/2014/main" id="{1399616C-FA22-99F3-BC14-F9EDCB5F22D2}"/>
              </a:ext>
            </a:extLst>
          </p:cNvPr>
          <p:cNvGrpSpPr/>
          <p:nvPr/>
        </p:nvGrpSpPr>
        <p:grpSpPr>
          <a:xfrm>
            <a:off x="7244933" y="1134310"/>
            <a:ext cx="902880" cy="651960"/>
            <a:chOff x="7244933" y="1134310"/>
            <a:chExt cx="902880" cy="651960"/>
          </a:xfrm>
        </p:grpSpPr>
        <mc:AlternateContent xmlns:mc="http://schemas.openxmlformats.org/markup-compatibility/2006">
          <mc:Choice xmlns:p14="http://schemas.microsoft.com/office/powerpoint/2010/main" Requires="p14">
            <p:contentPart p14:bwMode="auto" r:id="rId130">
              <p14:nvContentPartPr>
                <p14:cNvPr id="80" name="Ink 79">
                  <a:extLst>
                    <a:ext uri="{FF2B5EF4-FFF2-40B4-BE49-F238E27FC236}">
                      <a16:creationId xmlns:a16="http://schemas.microsoft.com/office/drawing/2014/main" id="{E7795240-336A-FB3A-3093-753760E7BC11}"/>
                    </a:ext>
                  </a:extLst>
                </p14:cNvPr>
                <p14:cNvContentPartPr/>
                <p14:nvPr/>
              </p14:nvContentPartPr>
              <p14:xfrm>
                <a:off x="7700333" y="1134310"/>
                <a:ext cx="415440" cy="365040"/>
              </p14:xfrm>
            </p:contentPart>
          </mc:Choice>
          <mc:Fallback>
            <p:pic>
              <p:nvPicPr>
                <p:cNvPr id="80" name="Ink 79">
                  <a:extLst>
                    <a:ext uri="{FF2B5EF4-FFF2-40B4-BE49-F238E27FC236}">
                      <a16:creationId xmlns:a16="http://schemas.microsoft.com/office/drawing/2014/main" id="{E7795240-336A-FB3A-3093-753760E7BC11}"/>
                    </a:ext>
                  </a:extLst>
                </p:cNvPr>
                <p:cNvPicPr/>
                <p:nvPr/>
              </p:nvPicPr>
              <p:blipFill>
                <a:blip r:embed="rId131"/>
                <a:stretch>
                  <a:fillRect/>
                </a:stretch>
              </p:blipFill>
              <p:spPr>
                <a:xfrm>
                  <a:off x="7691333" y="1125310"/>
                  <a:ext cx="433080" cy="38268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1" name="Ink 80">
                  <a:extLst>
                    <a:ext uri="{FF2B5EF4-FFF2-40B4-BE49-F238E27FC236}">
                      <a16:creationId xmlns:a16="http://schemas.microsoft.com/office/drawing/2014/main" id="{B5EE4973-9E02-113A-2DE2-1F9BBDA54141}"/>
                    </a:ext>
                  </a:extLst>
                </p14:cNvPr>
                <p14:cNvContentPartPr/>
                <p14:nvPr/>
              </p14:nvContentPartPr>
              <p14:xfrm>
                <a:off x="7763333" y="1489270"/>
                <a:ext cx="384480" cy="297000"/>
              </p14:xfrm>
            </p:contentPart>
          </mc:Choice>
          <mc:Fallback>
            <p:pic>
              <p:nvPicPr>
                <p:cNvPr id="81" name="Ink 80">
                  <a:extLst>
                    <a:ext uri="{FF2B5EF4-FFF2-40B4-BE49-F238E27FC236}">
                      <a16:creationId xmlns:a16="http://schemas.microsoft.com/office/drawing/2014/main" id="{B5EE4973-9E02-113A-2DE2-1F9BBDA54141}"/>
                    </a:ext>
                  </a:extLst>
                </p:cNvPr>
                <p:cNvPicPr/>
                <p:nvPr/>
              </p:nvPicPr>
              <p:blipFill>
                <a:blip r:embed="rId133"/>
                <a:stretch>
                  <a:fillRect/>
                </a:stretch>
              </p:blipFill>
              <p:spPr>
                <a:xfrm>
                  <a:off x="7754333" y="1480630"/>
                  <a:ext cx="402120" cy="31464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2" name="Ink 81">
                  <a:extLst>
                    <a:ext uri="{FF2B5EF4-FFF2-40B4-BE49-F238E27FC236}">
                      <a16:creationId xmlns:a16="http://schemas.microsoft.com/office/drawing/2014/main" id="{1B951B74-0D5B-2C4D-03CE-3760DAE97CB3}"/>
                    </a:ext>
                  </a:extLst>
                </p14:cNvPr>
                <p14:cNvContentPartPr/>
                <p14:nvPr/>
              </p14:nvContentPartPr>
              <p14:xfrm>
                <a:off x="7288853" y="1489630"/>
                <a:ext cx="502560" cy="48600"/>
              </p14:xfrm>
            </p:contentPart>
          </mc:Choice>
          <mc:Fallback>
            <p:pic>
              <p:nvPicPr>
                <p:cNvPr id="82" name="Ink 81">
                  <a:extLst>
                    <a:ext uri="{FF2B5EF4-FFF2-40B4-BE49-F238E27FC236}">
                      <a16:creationId xmlns:a16="http://schemas.microsoft.com/office/drawing/2014/main" id="{1B951B74-0D5B-2C4D-03CE-3760DAE97CB3}"/>
                    </a:ext>
                  </a:extLst>
                </p:cNvPr>
                <p:cNvPicPr/>
                <p:nvPr/>
              </p:nvPicPr>
              <p:blipFill>
                <a:blip r:embed="rId135"/>
                <a:stretch>
                  <a:fillRect/>
                </a:stretch>
              </p:blipFill>
              <p:spPr>
                <a:xfrm>
                  <a:off x="7280213" y="1480630"/>
                  <a:ext cx="52020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3" name="Ink 82">
                  <a:extLst>
                    <a:ext uri="{FF2B5EF4-FFF2-40B4-BE49-F238E27FC236}">
                      <a16:creationId xmlns:a16="http://schemas.microsoft.com/office/drawing/2014/main" id="{2E4C59DD-ADC1-2838-8CBA-AEF23F0FFFC0}"/>
                    </a:ext>
                  </a:extLst>
                </p14:cNvPr>
                <p14:cNvContentPartPr/>
                <p14:nvPr/>
              </p14:nvContentPartPr>
              <p14:xfrm>
                <a:off x="7244933" y="1399990"/>
                <a:ext cx="215640" cy="229320"/>
              </p14:xfrm>
            </p:contentPart>
          </mc:Choice>
          <mc:Fallback>
            <p:pic>
              <p:nvPicPr>
                <p:cNvPr id="83" name="Ink 82">
                  <a:extLst>
                    <a:ext uri="{FF2B5EF4-FFF2-40B4-BE49-F238E27FC236}">
                      <a16:creationId xmlns:a16="http://schemas.microsoft.com/office/drawing/2014/main" id="{2E4C59DD-ADC1-2838-8CBA-AEF23F0FFFC0}"/>
                    </a:ext>
                  </a:extLst>
                </p:cNvPr>
                <p:cNvPicPr/>
                <p:nvPr/>
              </p:nvPicPr>
              <p:blipFill>
                <a:blip r:embed="rId137"/>
                <a:stretch>
                  <a:fillRect/>
                </a:stretch>
              </p:blipFill>
              <p:spPr>
                <a:xfrm>
                  <a:off x="7236293" y="1391350"/>
                  <a:ext cx="233280" cy="246960"/>
                </a:xfrm>
                <a:prstGeom prst="rect">
                  <a:avLst/>
                </a:prstGeom>
              </p:spPr>
            </p:pic>
          </mc:Fallback>
        </mc:AlternateContent>
      </p:grpSp>
      <p:grpSp>
        <p:nvGrpSpPr>
          <p:cNvPr id="101" name="Group 100">
            <a:extLst>
              <a:ext uri="{FF2B5EF4-FFF2-40B4-BE49-F238E27FC236}">
                <a16:creationId xmlns:a16="http://schemas.microsoft.com/office/drawing/2014/main" id="{A443445B-7EDF-F51F-F56B-B9E88F9C3CEC}"/>
              </a:ext>
            </a:extLst>
          </p:cNvPr>
          <p:cNvGrpSpPr/>
          <p:nvPr/>
        </p:nvGrpSpPr>
        <p:grpSpPr>
          <a:xfrm>
            <a:off x="5496053" y="1689790"/>
            <a:ext cx="1140480" cy="1146240"/>
            <a:chOff x="5496053" y="1689790"/>
            <a:chExt cx="1140480" cy="1146240"/>
          </a:xfrm>
        </p:grpSpPr>
        <mc:AlternateContent xmlns:mc="http://schemas.openxmlformats.org/markup-compatibility/2006">
          <mc:Choice xmlns:p14="http://schemas.microsoft.com/office/powerpoint/2010/main" Requires="p14">
            <p:contentPart p14:bwMode="auto" r:id="rId138">
              <p14:nvContentPartPr>
                <p14:cNvPr id="85" name="Ink 84">
                  <a:extLst>
                    <a:ext uri="{FF2B5EF4-FFF2-40B4-BE49-F238E27FC236}">
                      <a16:creationId xmlns:a16="http://schemas.microsoft.com/office/drawing/2014/main" id="{372F7848-EE4F-A7F8-27DC-EB2C2996912D}"/>
                    </a:ext>
                  </a:extLst>
                </p14:cNvPr>
                <p14:cNvContentPartPr/>
                <p14:nvPr/>
              </p14:nvContentPartPr>
              <p14:xfrm>
                <a:off x="5496053" y="1689790"/>
                <a:ext cx="225720" cy="153720"/>
              </p14:xfrm>
            </p:contentPart>
          </mc:Choice>
          <mc:Fallback>
            <p:pic>
              <p:nvPicPr>
                <p:cNvPr id="85" name="Ink 84">
                  <a:extLst>
                    <a:ext uri="{FF2B5EF4-FFF2-40B4-BE49-F238E27FC236}">
                      <a16:creationId xmlns:a16="http://schemas.microsoft.com/office/drawing/2014/main" id="{372F7848-EE4F-A7F8-27DC-EB2C2996912D}"/>
                    </a:ext>
                  </a:extLst>
                </p:cNvPr>
                <p:cNvPicPr/>
                <p:nvPr/>
              </p:nvPicPr>
              <p:blipFill>
                <a:blip r:embed="rId139"/>
                <a:stretch>
                  <a:fillRect/>
                </a:stretch>
              </p:blipFill>
              <p:spPr>
                <a:xfrm>
                  <a:off x="5487413" y="1680790"/>
                  <a:ext cx="24336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6" name="Ink 85">
                  <a:extLst>
                    <a:ext uri="{FF2B5EF4-FFF2-40B4-BE49-F238E27FC236}">
                      <a16:creationId xmlns:a16="http://schemas.microsoft.com/office/drawing/2014/main" id="{7D83A66C-D0F0-2EDE-25E3-EA26CF7BBD6B}"/>
                    </a:ext>
                  </a:extLst>
                </p14:cNvPr>
                <p14:cNvContentPartPr/>
                <p14:nvPr/>
              </p14:nvContentPartPr>
              <p14:xfrm>
                <a:off x="5583173" y="1731910"/>
                <a:ext cx="12600" cy="122040"/>
              </p14:xfrm>
            </p:contentPart>
          </mc:Choice>
          <mc:Fallback>
            <p:pic>
              <p:nvPicPr>
                <p:cNvPr id="86" name="Ink 85">
                  <a:extLst>
                    <a:ext uri="{FF2B5EF4-FFF2-40B4-BE49-F238E27FC236}">
                      <a16:creationId xmlns:a16="http://schemas.microsoft.com/office/drawing/2014/main" id="{7D83A66C-D0F0-2EDE-25E3-EA26CF7BBD6B}"/>
                    </a:ext>
                  </a:extLst>
                </p:cNvPr>
                <p:cNvPicPr/>
                <p:nvPr/>
              </p:nvPicPr>
              <p:blipFill>
                <a:blip r:embed="rId141"/>
                <a:stretch>
                  <a:fillRect/>
                </a:stretch>
              </p:blipFill>
              <p:spPr>
                <a:xfrm>
                  <a:off x="5574533" y="1722910"/>
                  <a:ext cx="3024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7" name="Ink 86">
                  <a:extLst>
                    <a:ext uri="{FF2B5EF4-FFF2-40B4-BE49-F238E27FC236}">
                      <a16:creationId xmlns:a16="http://schemas.microsoft.com/office/drawing/2014/main" id="{34C4692B-6FA4-4338-3B02-14516D5E9FF7}"/>
                    </a:ext>
                  </a:extLst>
                </p14:cNvPr>
                <p14:cNvContentPartPr/>
                <p14:nvPr/>
              </p14:nvContentPartPr>
              <p14:xfrm>
                <a:off x="5620973" y="1949710"/>
                <a:ext cx="5040" cy="97200"/>
              </p14:xfrm>
            </p:contentPart>
          </mc:Choice>
          <mc:Fallback>
            <p:pic>
              <p:nvPicPr>
                <p:cNvPr id="87" name="Ink 86">
                  <a:extLst>
                    <a:ext uri="{FF2B5EF4-FFF2-40B4-BE49-F238E27FC236}">
                      <a16:creationId xmlns:a16="http://schemas.microsoft.com/office/drawing/2014/main" id="{34C4692B-6FA4-4338-3B02-14516D5E9FF7}"/>
                    </a:ext>
                  </a:extLst>
                </p:cNvPr>
                <p:cNvPicPr/>
                <p:nvPr/>
              </p:nvPicPr>
              <p:blipFill>
                <a:blip r:embed="rId143"/>
                <a:stretch>
                  <a:fillRect/>
                </a:stretch>
              </p:blipFill>
              <p:spPr>
                <a:xfrm>
                  <a:off x="5611973" y="1941070"/>
                  <a:ext cx="2268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8" name="Ink 87">
                  <a:extLst>
                    <a:ext uri="{FF2B5EF4-FFF2-40B4-BE49-F238E27FC236}">
                      <a16:creationId xmlns:a16="http://schemas.microsoft.com/office/drawing/2014/main" id="{6AEF6F80-4FD8-AC71-10F7-D905425D5CE5}"/>
                    </a:ext>
                  </a:extLst>
                </p14:cNvPr>
                <p14:cNvContentPartPr/>
                <p14:nvPr/>
              </p14:nvContentPartPr>
              <p14:xfrm>
                <a:off x="5613413" y="2191990"/>
                <a:ext cx="12600" cy="190800"/>
              </p14:xfrm>
            </p:contentPart>
          </mc:Choice>
          <mc:Fallback>
            <p:pic>
              <p:nvPicPr>
                <p:cNvPr id="88" name="Ink 87">
                  <a:extLst>
                    <a:ext uri="{FF2B5EF4-FFF2-40B4-BE49-F238E27FC236}">
                      <a16:creationId xmlns:a16="http://schemas.microsoft.com/office/drawing/2014/main" id="{6AEF6F80-4FD8-AC71-10F7-D905425D5CE5}"/>
                    </a:ext>
                  </a:extLst>
                </p:cNvPr>
                <p:cNvPicPr/>
                <p:nvPr/>
              </p:nvPicPr>
              <p:blipFill>
                <a:blip r:embed="rId145"/>
                <a:stretch>
                  <a:fillRect/>
                </a:stretch>
              </p:blipFill>
              <p:spPr>
                <a:xfrm>
                  <a:off x="5604413" y="2182990"/>
                  <a:ext cx="30240" cy="20844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9" name="Ink 88">
                  <a:extLst>
                    <a:ext uri="{FF2B5EF4-FFF2-40B4-BE49-F238E27FC236}">
                      <a16:creationId xmlns:a16="http://schemas.microsoft.com/office/drawing/2014/main" id="{FD70F290-C3A8-F3C7-4D2B-7A4548BCC8DF}"/>
                    </a:ext>
                  </a:extLst>
                </p14:cNvPr>
                <p14:cNvContentPartPr/>
                <p14:nvPr/>
              </p14:nvContentPartPr>
              <p14:xfrm>
                <a:off x="5617013" y="2470630"/>
                <a:ext cx="21240" cy="365400"/>
              </p14:xfrm>
            </p:contentPart>
          </mc:Choice>
          <mc:Fallback>
            <p:pic>
              <p:nvPicPr>
                <p:cNvPr id="89" name="Ink 88">
                  <a:extLst>
                    <a:ext uri="{FF2B5EF4-FFF2-40B4-BE49-F238E27FC236}">
                      <a16:creationId xmlns:a16="http://schemas.microsoft.com/office/drawing/2014/main" id="{FD70F290-C3A8-F3C7-4D2B-7A4548BCC8DF}"/>
                    </a:ext>
                  </a:extLst>
                </p:cNvPr>
                <p:cNvPicPr/>
                <p:nvPr/>
              </p:nvPicPr>
              <p:blipFill>
                <a:blip r:embed="rId147"/>
                <a:stretch>
                  <a:fillRect/>
                </a:stretch>
              </p:blipFill>
              <p:spPr>
                <a:xfrm>
                  <a:off x="5608013" y="2461630"/>
                  <a:ext cx="38880" cy="38304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92" name="Ink 91">
                  <a:extLst>
                    <a:ext uri="{FF2B5EF4-FFF2-40B4-BE49-F238E27FC236}">
                      <a16:creationId xmlns:a16="http://schemas.microsoft.com/office/drawing/2014/main" id="{DF81A650-4EDE-B869-C177-E3396734FC36}"/>
                    </a:ext>
                  </a:extLst>
                </p14:cNvPr>
                <p14:cNvContentPartPr/>
                <p14:nvPr/>
              </p14:nvContentPartPr>
              <p14:xfrm>
                <a:off x="5854973" y="2316550"/>
                <a:ext cx="13320" cy="117360"/>
              </p14:xfrm>
            </p:contentPart>
          </mc:Choice>
          <mc:Fallback>
            <p:pic>
              <p:nvPicPr>
                <p:cNvPr id="92" name="Ink 91">
                  <a:extLst>
                    <a:ext uri="{FF2B5EF4-FFF2-40B4-BE49-F238E27FC236}">
                      <a16:creationId xmlns:a16="http://schemas.microsoft.com/office/drawing/2014/main" id="{DF81A650-4EDE-B869-C177-E3396734FC36}"/>
                    </a:ext>
                  </a:extLst>
                </p:cNvPr>
                <p:cNvPicPr/>
                <p:nvPr/>
              </p:nvPicPr>
              <p:blipFill>
                <a:blip r:embed="rId149"/>
                <a:stretch>
                  <a:fillRect/>
                </a:stretch>
              </p:blipFill>
              <p:spPr>
                <a:xfrm>
                  <a:off x="5846333" y="2307550"/>
                  <a:ext cx="3096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93" name="Ink 92">
                  <a:extLst>
                    <a:ext uri="{FF2B5EF4-FFF2-40B4-BE49-F238E27FC236}">
                      <a16:creationId xmlns:a16="http://schemas.microsoft.com/office/drawing/2014/main" id="{4B4F8D7F-E563-766E-79C8-0627B9795BB2}"/>
                    </a:ext>
                  </a:extLst>
                </p14:cNvPr>
                <p14:cNvContentPartPr/>
                <p14:nvPr/>
              </p14:nvContentPartPr>
              <p14:xfrm>
                <a:off x="5794853" y="2158150"/>
                <a:ext cx="6480" cy="10080"/>
              </p14:xfrm>
            </p:contentPart>
          </mc:Choice>
          <mc:Fallback>
            <p:pic>
              <p:nvPicPr>
                <p:cNvPr id="93" name="Ink 92">
                  <a:extLst>
                    <a:ext uri="{FF2B5EF4-FFF2-40B4-BE49-F238E27FC236}">
                      <a16:creationId xmlns:a16="http://schemas.microsoft.com/office/drawing/2014/main" id="{4B4F8D7F-E563-766E-79C8-0627B9795BB2}"/>
                    </a:ext>
                  </a:extLst>
                </p:cNvPr>
                <p:cNvPicPr/>
                <p:nvPr/>
              </p:nvPicPr>
              <p:blipFill>
                <a:blip r:embed="rId151"/>
                <a:stretch>
                  <a:fillRect/>
                </a:stretch>
              </p:blipFill>
              <p:spPr>
                <a:xfrm>
                  <a:off x="5786213" y="2149150"/>
                  <a:ext cx="2412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4" name="Ink 93">
                  <a:extLst>
                    <a:ext uri="{FF2B5EF4-FFF2-40B4-BE49-F238E27FC236}">
                      <a16:creationId xmlns:a16="http://schemas.microsoft.com/office/drawing/2014/main" id="{19D36E95-A194-7F34-750D-0B018FE5D200}"/>
                    </a:ext>
                  </a:extLst>
                </p14:cNvPr>
                <p14:cNvContentPartPr/>
                <p14:nvPr/>
              </p14:nvContentPartPr>
              <p14:xfrm>
                <a:off x="5904293" y="2288830"/>
                <a:ext cx="88560" cy="120600"/>
              </p14:xfrm>
            </p:contentPart>
          </mc:Choice>
          <mc:Fallback>
            <p:pic>
              <p:nvPicPr>
                <p:cNvPr id="94" name="Ink 93">
                  <a:extLst>
                    <a:ext uri="{FF2B5EF4-FFF2-40B4-BE49-F238E27FC236}">
                      <a16:creationId xmlns:a16="http://schemas.microsoft.com/office/drawing/2014/main" id="{19D36E95-A194-7F34-750D-0B018FE5D200}"/>
                    </a:ext>
                  </a:extLst>
                </p:cNvPr>
                <p:cNvPicPr/>
                <p:nvPr/>
              </p:nvPicPr>
              <p:blipFill>
                <a:blip r:embed="rId153"/>
                <a:stretch>
                  <a:fillRect/>
                </a:stretch>
              </p:blipFill>
              <p:spPr>
                <a:xfrm>
                  <a:off x="5895293" y="2280190"/>
                  <a:ext cx="10620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5" name="Ink 94">
                  <a:extLst>
                    <a:ext uri="{FF2B5EF4-FFF2-40B4-BE49-F238E27FC236}">
                      <a16:creationId xmlns:a16="http://schemas.microsoft.com/office/drawing/2014/main" id="{35493123-CE53-F7BD-D50B-B752AFBCDA90}"/>
                    </a:ext>
                  </a:extLst>
                </p14:cNvPr>
                <p14:cNvContentPartPr/>
                <p14:nvPr/>
              </p14:nvContentPartPr>
              <p14:xfrm>
                <a:off x="6043253" y="2185510"/>
                <a:ext cx="231120" cy="226440"/>
              </p14:xfrm>
            </p:contentPart>
          </mc:Choice>
          <mc:Fallback>
            <p:pic>
              <p:nvPicPr>
                <p:cNvPr id="95" name="Ink 94">
                  <a:extLst>
                    <a:ext uri="{FF2B5EF4-FFF2-40B4-BE49-F238E27FC236}">
                      <a16:creationId xmlns:a16="http://schemas.microsoft.com/office/drawing/2014/main" id="{35493123-CE53-F7BD-D50B-B752AFBCDA90}"/>
                    </a:ext>
                  </a:extLst>
                </p:cNvPr>
                <p:cNvPicPr/>
                <p:nvPr/>
              </p:nvPicPr>
              <p:blipFill>
                <a:blip r:embed="rId155"/>
                <a:stretch>
                  <a:fillRect/>
                </a:stretch>
              </p:blipFill>
              <p:spPr>
                <a:xfrm>
                  <a:off x="6034613" y="2176510"/>
                  <a:ext cx="248760" cy="24408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6" name="Ink 95">
                  <a:extLst>
                    <a:ext uri="{FF2B5EF4-FFF2-40B4-BE49-F238E27FC236}">
                      <a16:creationId xmlns:a16="http://schemas.microsoft.com/office/drawing/2014/main" id="{71068B5A-0AC0-42A6-1881-A17FC246015E}"/>
                    </a:ext>
                  </a:extLst>
                </p14:cNvPr>
                <p14:cNvContentPartPr/>
                <p14:nvPr/>
              </p14:nvContentPartPr>
              <p14:xfrm>
                <a:off x="6326933" y="2289910"/>
                <a:ext cx="75240" cy="101880"/>
              </p14:xfrm>
            </p:contentPart>
          </mc:Choice>
          <mc:Fallback>
            <p:pic>
              <p:nvPicPr>
                <p:cNvPr id="96" name="Ink 95">
                  <a:extLst>
                    <a:ext uri="{FF2B5EF4-FFF2-40B4-BE49-F238E27FC236}">
                      <a16:creationId xmlns:a16="http://schemas.microsoft.com/office/drawing/2014/main" id="{71068B5A-0AC0-42A6-1881-A17FC246015E}"/>
                    </a:ext>
                  </a:extLst>
                </p:cNvPr>
                <p:cNvPicPr/>
                <p:nvPr/>
              </p:nvPicPr>
              <p:blipFill>
                <a:blip r:embed="rId157"/>
                <a:stretch>
                  <a:fillRect/>
                </a:stretch>
              </p:blipFill>
              <p:spPr>
                <a:xfrm>
                  <a:off x="6318293" y="2280910"/>
                  <a:ext cx="92880" cy="11952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7" name="Ink 96">
                  <a:extLst>
                    <a:ext uri="{FF2B5EF4-FFF2-40B4-BE49-F238E27FC236}">
                      <a16:creationId xmlns:a16="http://schemas.microsoft.com/office/drawing/2014/main" id="{B664DACA-E284-395A-8464-956E7311EEAE}"/>
                    </a:ext>
                  </a:extLst>
                </p14:cNvPr>
                <p14:cNvContentPartPr/>
                <p14:nvPr/>
              </p14:nvContentPartPr>
              <p14:xfrm>
                <a:off x="6455093" y="2276590"/>
                <a:ext cx="24480" cy="102960"/>
              </p14:xfrm>
            </p:contentPart>
          </mc:Choice>
          <mc:Fallback>
            <p:pic>
              <p:nvPicPr>
                <p:cNvPr id="97" name="Ink 96">
                  <a:extLst>
                    <a:ext uri="{FF2B5EF4-FFF2-40B4-BE49-F238E27FC236}">
                      <a16:creationId xmlns:a16="http://schemas.microsoft.com/office/drawing/2014/main" id="{B664DACA-E284-395A-8464-956E7311EEAE}"/>
                    </a:ext>
                  </a:extLst>
                </p:cNvPr>
                <p:cNvPicPr/>
                <p:nvPr/>
              </p:nvPicPr>
              <p:blipFill>
                <a:blip r:embed="rId159"/>
                <a:stretch>
                  <a:fillRect/>
                </a:stretch>
              </p:blipFill>
              <p:spPr>
                <a:xfrm>
                  <a:off x="6446453" y="2267950"/>
                  <a:ext cx="42120" cy="12060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8" name="Ink 97">
                  <a:extLst>
                    <a:ext uri="{FF2B5EF4-FFF2-40B4-BE49-F238E27FC236}">
                      <a16:creationId xmlns:a16="http://schemas.microsoft.com/office/drawing/2014/main" id="{F5A47CD7-9A84-444D-5FEE-9E621E0E29F9}"/>
                    </a:ext>
                  </a:extLst>
                </p14:cNvPr>
                <p14:cNvContentPartPr/>
                <p14:nvPr/>
              </p14:nvContentPartPr>
              <p14:xfrm>
                <a:off x="6469853" y="2123950"/>
                <a:ext cx="15840" cy="50040"/>
              </p14:xfrm>
            </p:contentPart>
          </mc:Choice>
          <mc:Fallback>
            <p:pic>
              <p:nvPicPr>
                <p:cNvPr id="98" name="Ink 97">
                  <a:extLst>
                    <a:ext uri="{FF2B5EF4-FFF2-40B4-BE49-F238E27FC236}">
                      <a16:creationId xmlns:a16="http://schemas.microsoft.com/office/drawing/2014/main" id="{F5A47CD7-9A84-444D-5FEE-9E621E0E29F9}"/>
                    </a:ext>
                  </a:extLst>
                </p:cNvPr>
                <p:cNvPicPr/>
                <p:nvPr/>
              </p:nvPicPr>
              <p:blipFill>
                <a:blip r:embed="rId161"/>
                <a:stretch>
                  <a:fillRect/>
                </a:stretch>
              </p:blipFill>
              <p:spPr>
                <a:xfrm>
                  <a:off x="6461213" y="2114950"/>
                  <a:ext cx="33480" cy="6768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9" name="Ink 98">
                  <a:extLst>
                    <a:ext uri="{FF2B5EF4-FFF2-40B4-BE49-F238E27FC236}">
                      <a16:creationId xmlns:a16="http://schemas.microsoft.com/office/drawing/2014/main" id="{06EEE0B2-101F-3A37-BA28-0474B5F011AA}"/>
                    </a:ext>
                  </a:extLst>
                </p14:cNvPr>
                <p14:cNvContentPartPr/>
                <p14:nvPr/>
              </p14:nvContentPartPr>
              <p14:xfrm>
                <a:off x="6545813" y="2113150"/>
                <a:ext cx="25920" cy="223920"/>
              </p14:xfrm>
            </p:contentPart>
          </mc:Choice>
          <mc:Fallback>
            <p:pic>
              <p:nvPicPr>
                <p:cNvPr id="99" name="Ink 98">
                  <a:extLst>
                    <a:ext uri="{FF2B5EF4-FFF2-40B4-BE49-F238E27FC236}">
                      <a16:creationId xmlns:a16="http://schemas.microsoft.com/office/drawing/2014/main" id="{06EEE0B2-101F-3A37-BA28-0474B5F011AA}"/>
                    </a:ext>
                  </a:extLst>
                </p:cNvPr>
                <p:cNvPicPr/>
                <p:nvPr/>
              </p:nvPicPr>
              <p:blipFill>
                <a:blip r:embed="rId163"/>
                <a:stretch>
                  <a:fillRect/>
                </a:stretch>
              </p:blipFill>
              <p:spPr>
                <a:xfrm>
                  <a:off x="6537173" y="2104510"/>
                  <a:ext cx="43560" cy="24156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00" name="Ink 99">
                  <a:extLst>
                    <a:ext uri="{FF2B5EF4-FFF2-40B4-BE49-F238E27FC236}">
                      <a16:creationId xmlns:a16="http://schemas.microsoft.com/office/drawing/2014/main" id="{3EC6DBC5-1FEE-6CF4-5FDF-B85EFC62AF5F}"/>
                    </a:ext>
                  </a:extLst>
                </p14:cNvPr>
                <p14:cNvContentPartPr/>
                <p14:nvPr/>
              </p14:nvContentPartPr>
              <p14:xfrm>
                <a:off x="6541133" y="2229430"/>
                <a:ext cx="95400" cy="60120"/>
              </p14:xfrm>
            </p:contentPart>
          </mc:Choice>
          <mc:Fallback>
            <p:pic>
              <p:nvPicPr>
                <p:cNvPr id="100" name="Ink 99">
                  <a:extLst>
                    <a:ext uri="{FF2B5EF4-FFF2-40B4-BE49-F238E27FC236}">
                      <a16:creationId xmlns:a16="http://schemas.microsoft.com/office/drawing/2014/main" id="{3EC6DBC5-1FEE-6CF4-5FDF-B85EFC62AF5F}"/>
                    </a:ext>
                  </a:extLst>
                </p:cNvPr>
                <p:cNvPicPr/>
                <p:nvPr/>
              </p:nvPicPr>
              <p:blipFill>
                <a:blip r:embed="rId165"/>
                <a:stretch>
                  <a:fillRect/>
                </a:stretch>
              </p:blipFill>
              <p:spPr>
                <a:xfrm>
                  <a:off x="6532493" y="2220430"/>
                  <a:ext cx="113040" cy="777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66">
            <p14:nvContentPartPr>
              <p14:cNvPr id="102" name="Ink 101">
                <a:extLst>
                  <a:ext uri="{FF2B5EF4-FFF2-40B4-BE49-F238E27FC236}">
                    <a16:creationId xmlns:a16="http://schemas.microsoft.com/office/drawing/2014/main" id="{6F874443-FCF0-0D9D-6621-3D2EAAC90387}"/>
                  </a:ext>
                </a:extLst>
              </p14:cNvPr>
              <p14:cNvContentPartPr/>
              <p14:nvPr/>
            </p14:nvContentPartPr>
            <p14:xfrm>
              <a:off x="6617813" y="2918830"/>
              <a:ext cx="216000" cy="184320"/>
            </p14:xfrm>
          </p:contentPart>
        </mc:Choice>
        <mc:Fallback>
          <p:pic>
            <p:nvPicPr>
              <p:cNvPr id="102" name="Ink 101">
                <a:extLst>
                  <a:ext uri="{FF2B5EF4-FFF2-40B4-BE49-F238E27FC236}">
                    <a16:creationId xmlns:a16="http://schemas.microsoft.com/office/drawing/2014/main" id="{6F874443-FCF0-0D9D-6621-3D2EAAC90387}"/>
                  </a:ext>
                </a:extLst>
              </p:cNvPr>
              <p:cNvPicPr/>
              <p:nvPr/>
            </p:nvPicPr>
            <p:blipFill>
              <a:blip r:embed="rId167"/>
              <a:stretch>
                <a:fillRect/>
              </a:stretch>
            </p:blipFill>
            <p:spPr>
              <a:xfrm>
                <a:off x="6609173" y="2910190"/>
                <a:ext cx="233640" cy="201960"/>
              </a:xfrm>
              <a:prstGeom prst="rect">
                <a:avLst/>
              </a:prstGeom>
            </p:spPr>
          </p:pic>
        </mc:Fallback>
      </mc:AlternateContent>
      <p:grpSp>
        <p:nvGrpSpPr>
          <p:cNvPr id="114" name="Group 113">
            <a:extLst>
              <a:ext uri="{FF2B5EF4-FFF2-40B4-BE49-F238E27FC236}">
                <a16:creationId xmlns:a16="http://schemas.microsoft.com/office/drawing/2014/main" id="{C4341945-BDA6-9396-7680-9837A1EB51C4}"/>
              </a:ext>
            </a:extLst>
          </p:cNvPr>
          <p:cNvGrpSpPr/>
          <p:nvPr/>
        </p:nvGrpSpPr>
        <p:grpSpPr>
          <a:xfrm>
            <a:off x="3544853" y="2145910"/>
            <a:ext cx="1816200" cy="540720"/>
            <a:chOff x="3544853" y="2145910"/>
            <a:chExt cx="1816200" cy="540720"/>
          </a:xfrm>
        </p:grpSpPr>
        <mc:AlternateContent xmlns:mc="http://schemas.openxmlformats.org/markup-compatibility/2006">
          <mc:Choice xmlns:p14="http://schemas.microsoft.com/office/powerpoint/2010/main" Requires="p14">
            <p:contentPart p14:bwMode="auto" r:id="rId168">
              <p14:nvContentPartPr>
                <p14:cNvPr id="103" name="Ink 102">
                  <a:extLst>
                    <a:ext uri="{FF2B5EF4-FFF2-40B4-BE49-F238E27FC236}">
                      <a16:creationId xmlns:a16="http://schemas.microsoft.com/office/drawing/2014/main" id="{A1F282AC-6F13-02FD-D04A-98DEEACF27D3}"/>
                    </a:ext>
                  </a:extLst>
                </p14:cNvPr>
                <p14:cNvContentPartPr/>
                <p14:nvPr/>
              </p14:nvContentPartPr>
              <p14:xfrm>
                <a:off x="4044533" y="2307550"/>
                <a:ext cx="184680" cy="205560"/>
              </p14:xfrm>
            </p:contentPart>
          </mc:Choice>
          <mc:Fallback>
            <p:pic>
              <p:nvPicPr>
                <p:cNvPr id="103" name="Ink 102">
                  <a:extLst>
                    <a:ext uri="{FF2B5EF4-FFF2-40B4-BE49-F238E27FC236}">
                      <a16:creationId xmlns:a16="http://schemas.microsoft.com/office/drawing/2014/main" id="{A1F282AC-6F13-02FD-D04A-98DEEACF27D3}"/>
                    </a:ext>
                  </a:extLst>
                </p:cNvPr>
                <p:cNvPicPr/>
                <p:nvPr/>
              </p:nvPicPr>
              <p:blipFill>
                <a:blip r:embed="rId169"/>
                <a:stretch>
                  <a:fillRect/>
                </a:stretch>
              </p:blipFill>
              <p:spPr>
                <a:xfrm>
                  <a:off x="4035893" y="2298910"/>
                  <a:ext cx="20232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4" name="Ink 103">
                  <a:extLst>
                    <a:ext uri="{FF2B5EF4-FFF2-40B4-BE49-F238E27FC236}">
                      <a16:creationId xmlns:a16="http://schemas.microsoft.com/office/drawing/2014/main" id="{659A90E2-44D1-249D-78DF-7AFBD1A4625F}"/>
                    </a:ext>
                  </a:extLst>
                </p14:cNvPr>
                <p14:cNvContentPartPr/>
                <p14:nvPr/>
              </p14:nvContentPartPr>
              <p14:xfrm>
                <a:off x="4242533" y="2346790"/>
                <a:ext cx="104400" cy="101880"/>
              </p14:xfrm>
            </p:contentPart>
          </mc:Choice>
          <mc:Fallback>
            <p:pic>
              <p:nvPicPr>
                <p:cNvPr id="104" name="Ink 103">
                  <a:extLst>
                    <a:ext uri="{FF2B5EF4-FFF2-40B4-BE49-F238E27FC236}">
                      <a16:creationId xmlns:a16="http://schemas.microsoft.com/office/drawing/2014/main" id="{659A90E2-44D1-249D-78DF-7AFBD1A4625F}"/>
                    </a:ext>
                  </a:extLst>
                </p:cNvPr>
                <p:cNvPicPr/>
                <p:nvPr/>
              </p:nvPicPr>
              <p:blipFill>
                <a:blip r:embed="rId171"/>
                <a:stretch>
                  <a:fillRect/>
                </a:stretch>
              </p:blipFill>
              <p:spPr>
                <a:xfrm>
                  <a:off x="4233893" y="2337790"/>
                  <a:ext cx="122040" cy="11952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5" name="Ink 104">
                  <a:extLst>
                    <a:ext uri="{FF2B5EF4-FFF2-40B4-BE49-F238E27FC236}">
                      <a16:creationId xmlns:a16="http://schemas.microsoft.com/office/drawing/2014/main" id="{76F6ED94-030B-E490-5F04-D9507D482382}"/>
                    </a:ext>
                  </a:extLst>
                </p14:cNvPr>
                <p14:cNvContentPartPr/>
                <p14:nvPr/>
              </p14:nvContentPartPr>
              <p14:xfrm>
                <a:off x="4253693" y="2328790"/>
                <a:ext cx="88560" cy="128880"/>
              </p14:xfrm>
            </p:contentPart>
          </mc:Choice>
          <mc:Fallback>
            <p:pic>
              <p:nvPicPr>
                <p:cNvPr id="105" name="Ink 104">
                  <a:extLst>
                    <a:ext uri="{FF2B5EF4-FFF2-40B4-BE49-F238E27FC236}">
                      <a16:creationId xmlns:a16="http://schemas.microsoft.com/office/drawing/2014/main" id="{76F6ED94-030B-E490-5F04-D9507D482382}"/>
                    </a:ext>
                  </a:extLst>
                </p:cNvPr>
                <p:cNvPicPr/>
                <p:nvPr/>
              </p:nvPicPr>
              <p:blipFill>
                <a:blip r:embed="rId173"/>
                <a:stretch>
                  <a:fillRect/>
                </a:stretch>
              </p:blipFill>
              <p:spPr>
                <a:xfrm>
                  <a:off x="4244693" y="2319790"/>
                  <a:ext cx="10620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6" name="Ink 105">
                  <a:extLst>
                    <a:ext uri="{FF2B5EF4-FFF2-40B4-BE49-F238E27FC236}">
                      <a16:creationId xmlns:a16="http://schemas.microsoft.com/office/drawing/2014/main" id="{1E2E4207-EE18-1361-3A0B-573DC691611C}"/>
                    </a:ext>
                  </a:extLst>
                </p14:cNvPr>
                <p14:cNvContentPartPr/>
                <p14:nvPr/>
              </p14:nvContentPartPr>
              <p14:xfrm>
                <a:off x="4390133" y="2243470"/>
                <a:ext cx="85320" cy="170280"/>
              </p14:xfrm>
            </p:contentPart>
          </mc:Choice>
          <mc:Fallback>
            <p:pic>
              <p:nvPicPr>
                <p:cNvPr id="106" name="Ink 105">
                  <a:extLst>
                    <a:ext uri="{FF2B5EF4-FFF2-40B4-BE49-F238E27FC236}">
                      <a16:creationId xmlns:a16="http://schemas.microsoft.com/office/drawing/2014/main" id="{1E2E4207-EE18-1361-3A0B-573DC691611C}"/>
                    </a:ext>
                  </a:extLst>
                </p:cNvPr>
                <p:cNvPicPr/>
                <p:nvPr/>
              </p:nvPicPr>
              <p:blipFill>
                <a:blip r:embed="rId175"/>
                <a:stretch>
                  <a:fillRect/>
                </a:stretch>
              </p:blipFill>
              <p:spPr>
                <a:xfrm>
                  <a:off x="4381493" y="2234470"/>
                  <a:ext cx="102960" cy="18792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7" name="Ink 106">
                  <a:extLst>
                    <a:ext uri="{FF2B5EF4-FFF2-40B4-BE49-F238E27FC236}">
                      <a16:creationId xmlns:a16="http://schemas.microsoft.com/office/drawing/2014/main" id="{60108A2E-9BD7-EB93-90C4-11AF75581621}"/>
                    </a:ext>
                  </a:extLst>
                </p14:cNvPr>
                <p14:cNvContentPartPr/>
                <p14:nvPr/>
              </p14:nvContentPartPr>
              <p14:xfrm>
                <a:off x="4403093" y="2288470"/>
                <a:ext cx="200520" cy="128880"/>
              </p14:xfrm>
            </p:contentPart>
          </mc:Choice>
          <mc:Fallback>
            <p:pic>
              <p:nvPicPr>
                <p:cNvPr id="107" name="Ink 106">
                  <a:extLst>
                    <a:ext uri="{FF2B5EF4-FFF2-40B4-BE49-F238E27FC236}">
                      <a16:creationId xmlns:a16="http://schemas.microsoft.com/office/drawing/2014/main" id="{60108A2E-9BD7-EB93-90C4-11AF75581621}"/>
                    </a:ext>
                  </a:extLst>
                </p:cNvPr>
                <p:cNvPicPr/>
                <p:nvPr/>
              </p:nvPicPr>
              <p:blipFill>
                <a:blip r:embed="rId177"/>
                <a:stretch>
                  <a:fillRect/>
                </a:stretch>
              </p:blipFill>
              <p:spPr>
                <a:xfrm>
                  <a:off x="4394453" y="2279470"/>
                  <a:ext cx="21816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08" name="Ink 107">
                  <a:extLst>
                    <a:ext uri="{FF2B5EF4-FFF2-40B4-BE49-F238E27FC236}">
                      <a16:creationId xmlns:a16="http://schemas.microsoft.com/office/drawing/2014/main" id="{0A5AC73C-4DB1-B76C-6D23-359422B30DD2}"/>
                    </a:ext>
                  </a:extLst>
                </p14:cNvPr>
                <p14:cNvContentPartPr/>
                <p14:nvPr/>
              </p14:nvContentPartPr>
              <p14:xfrm>
                <a:off x="4654733" y="2276230"/>
                <a:ext cx="123120" cy="101880"/>
              </p14:xfrm>
            </p:contentPart>
          </mc:Choice>
          <mc:Fallback>
            <p:pic>
              <p:nvPicPr>
                <p:cNvPr id="108" name="Ink 107">
                  <a:extLst>
                    <a:ext uri="{FF2B5EF4-FFF2-40B4-BE49-F238E27FC236}">
                      <a16:creationId xmlns:a16="http://schemas.microsoft.com/office/drawing/2014/main" id="{0A5AC73C-4DB1-B76C-6D23-359422B30DD2}"/>
                    </a:ext>
                  </a:extLst>
                </p:cNvPr>
                <p:cNvPicPr/>
                <p:nvPr/>
              </p:nvPicPr>
              <p:blipFill>
                <a:blip r:embed="rId179"/>
                <a:stretch>
                  <a:fillRect/>
                </a:stretch>
              </p:blipFill>
              <p:spPr>
                <a:xfrm>
                  <a:off x="4646093" y="2267590"/>
                  <a:ext cx="140760" cy="11952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09" name="Ink 108">
                  <a:extLst>
                    <a:ext uri="{FF2B5EF4-FFF2-40B4-BE49-F238E27FC236}">
                      <a16:creationId xmlns:a16="http://schemas.microsoft.com/office/drawing/2014/main" id="{FBC4E3F1-CF10-9E79-E8D1-053CBB5932C1}"/>
                    </a:ext>
                  </a:extLst>
                </p14:cNvPr>
                <p14:cNvContentPartPr/>
                <p14:nvPr/>
              </p14:nvContentPartPr>
              <p14:xfrm>
                <a:off x="4881173" y="2145910"/>
                <a:ext cx="115200" cy="240480"/>
              </p14:xfrm>
            </p:contentPart>
          </mc:Choice>
          <mc:Fallback>
            <p:pic>
              <p:nvPicPr>
                <p:cNvPr id="109" name="Ink 108">
                  <a:extLst>
                    <a:ext uri="{FF2B5EF4-FFF2-40B4-BE49-F238E27FC236}">
                      <a16:creationId xmlns:a16="http://schemas.microsoft.com/office/drawing/2014/main" id="{FBC4E3F1-CF10-9E79-E8D1-053CBB5932C1}"/>
                    </a:ext>
                  </a:extLst>
                </p:cNvPr>
                <p:cNvPicPr/>
                <p:nvPr/>
              </p:nvPicPr>
              <p:blipFill>
                <a:blip r:embed="rId181"/>
                <a:stretch>
                  <a:fillRect/>
                </a:stretch>
              </p:blipFill>
              <p:spPr>
                <a:xfrm>
                  <a:off x="4872173" y="2137270"/>
                  <a:ext cx="132840" cy="25812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10" name="Ink 109">
                  <a:extLst>
                    <a:ext uri="{FF2B5EF4-FFF2-40B4-BE49-F238E27FC236}">
                      <a16:creationId xmlns:a16="http://schemas.microsoft.com/office/drawing/2014/main" id="{FD9DD666-F4D8-84A5-973F-7C97931ECB2F}"/>
                    </a:ext>
                  </a:extLst>
                </p14:cNvPr>
                <p14:cNvContentPartPr/>
                <p14:nvPr/>
              </p14:nvContentPartPr>
              <p14:xfrm>
                <a:off x="5041733" y="2191270"/>
                <a:ext cx="148320" cy="163440"/>
              </p14:xfrm>
            </p:contentPart>
          </mc:Choice>
          <mc:Fallback>
            <p:pic>
              <p:nvPicPr>
                <p:cNvPr id="110" name="Ink 109">
                  <a:extLst>
                    <a:ext uri="{FF2B5EF4-FFF2-40B4-BE49-F238E27FC236}">
                      <a16:creationId xmlns:a16="http://schemas.microsoft.com/office/drawing/2014/main" id="{FD9DD666-F4D8-84A5-973F-7C97931ECB2F}"/>
                    </a:ext>
                  </a:extLst>
                </p:cNvPr>
                <p:cNvPicPr/>
                <p:nvPr/>
              </p:nvPicPr>
              <p:blipFill>
                <a:blip r:embed="rId183"/>
                <a:stretch>
                  <a:fillRect/>
                </a:stretch>
              </p:blipFill>
              <p:spPr>
                <a:xfrm>
                  <a:off x="5033093" y="2182270"/>
                  <a:ext cx="16596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11" name="Ink 110">
                  <a:extLst>
                    <a:ext uri="{FF2B5EF4-FFF2-40B4-BE49-F238E27FC236}">
                      <a16:creationId xmlns:a16="http://schemas.microsoft.com/office/drawing/2014/main" id="{69346452-81AA-39F8-A7D8-608D9808E997}"/>
                    </a:ext>
                  </a:extLst>
                </p14:cNvPr>
                <p14:cNvContentPartPr/>
                <p14:nvPr/>
              </p14:nvContentPartPr>
              <p14:xfrm>
                <a:off x="3906293" y="2475670"/>
                <a:ext cx="1454760" cy="210960"/>
              </p14:xfrm>
            </p:contentPart>
          </mc:Choice>
          <mc:Fallback>
            <p:pic>
              <p:nvPicPr>
                <p:cNvPr id="111" name="Ink 110">
                  <a:extLst>
                    <a:ext uri="{FF2B5EF4-FFF2-40B4-BE49-F238E27FC236}">
                      <a16:creationId xmlns:a16="http://schemas.microsoft.com/office/drawing/2014/main" id="{69346452-81AA-39F8-A7D8-608D9808E997}"/>
                    </a:ext>
                  </a:extLst>
                </p:cNvPr>
                <p:cNvPicPr/>
                <p:nvPr/>
              </p:nvPicPr>
              <p:blipFill>
                <a:blip r:embed="rId185"/>
                <a:stretch>
                  <a:fillRect/>
                </a:stretch>
              </p:blipFill>
              <p:spPr>
                <a:xfrm>
                  <a:off x="3897293" y="2466670"/>
                  <a:ext cx="147240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12" name="Ink 111">
                  <a:extLst>
                    <a:ext uri="{FF2B5EF4-FFF2-40B4-BE49-F238E27FC236}">
                      <a16:creationId xmlns:a16="http://schemas.microsoft.com/office/drawing/2014/main" id="{B56E0BE2-5325-59FE-6C20-AB9A975299F2}"/>
                    </a:ext>
                  </a:extLst>
                </p14:cNvPr>
                <p14:cNvContentPartPr/>
                <p14:nvPr/>
              </p14:nvContentPartPr>
              <p14:xfrm>
                <a:off x="3544853" y="2509510"/>
                <a:ext cx="135720" cy="15480"/>
              </p14:xfrm>
            </p:contentPart>
          </mc:Choice>
          <mc:Fallback>
            <p:pic>
              <p:nvPicPr>
                <p:cNvPr id="112" name="Ink 111">
                  <a:extLst>
                    <a:ext uri="{FF2B5EF4-FFF2-40B4-BE49-F238E27FC236}">
                      <a16:creationId xmlns:a16="http://schemas.microsoft.com/office/drawing/2014/main" id="{B56E0BE2-5325-59FE-6C20-AB9A975299F2}"/>
                    </a:ext>
                  </a:extLst>
                </p:cNvPr>
                <p:cNvPicPr/>
                <p:nvPr/>
              </p:nvPicPr>
              <p:blipFill>
                <a:blip r:embed="rId187"/>
                <a:stretch>
                  <a:fillRect/>
                </a:stretch>
              </p:blipFill>
              <p:spPr>
                <a:xfrm>
                  <a:off x="3535853" y="2500870"/>
                  <a:ext cx="15336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3" name="Ink 112">
                  <a:extLst>
                    <a:ext uri="{FF2B5EF4-FFF2-40B4-BE49-F238E27FC236}">
                      <a16:creationId xmlns:a16="http://schemas.microsoft.com/office/drawing/2014/main" id="{06450FD5-4B71-FA1A-709C-CC8A1E457189}"/>
                    </a:ext>
                  </a:extLst>
                </p14:cNvPr>
                <p14:cNvContentPartPr/>
                <p14:nvPr/>
              </p14:nvContentPartPr>
              <p14:xfrm>
                <a:off x="3633053" y="2446870"/>
                <a:ext cx="143640" cy="132480"/>
              </p14:xfrm>
            </p:contentPart>
          </mc:Choice>
          <mc:Fallback>
            <p:pic>
              <p:nvPicPr>
                <p:cNvPr id="113" name="Ink 112">
                  <a:extLst>
                    <a:ext uri="{FF2B5EF4-FFF2-40B4-BE49-F238E27FC236}">
                      <a16:creationId xmlns:a16="http://schemas.microsoft.com/office/drawing/2014/main" id="{06450FD5-4B71-FA1A-709C-CC8A1E457189}"/>
                    </a:ext>
                  </a:extLst>
                </p:cNvPr>
                <p:cNvPicPr/>
                <p:nvPr/>
              </p:nvPicPr>
              <p:blipFill>
                <a:blip r:embed="rId189"/>
                <a:stretch>
                  <a:fillRect/>
                </a:stretch>
              </p:blipFill>
              <p:spPr>
                <a:xfrm>
                  <a:off x="3624053" y="2438230"/>
                  <a:ext cx="161280" cy="150120"/>
                </a:xfrm>
                <a:prstGeom prst="rect">
                  <a:avLst/>
                </a:prstGeom>
              </p:spPr>
            </p:pic>
          </mc:Fallback>
        </mc:AlternateContent>
      </p:grpSp>
    </p:spTree>
    <p:extLst>
      <p:ext uri="{BB962C8B-B14F-4D97-AF65-F5344CB8AC3E}">
        <p14:creationId xmlns:p14="http://schemas.microsoft.com/office/powerpoint/2010/main" val="2998364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B366E-EB3F-A6ED-792A-9A77BDCDC404}"/>
              </a:ext>
            </a:extLst>
          </p:cNvPr>
          <p:cNvSpPr>
            <a:spLocks noGrp="1"/>
          </p:cNvSpPr>
          <p:nvPr>
            <p:ph type="title"/>
          </p:nvPr>
        </p:nvSpPr>
        <p:spPr/>
        <p:txBody>
          <a:bodyPr/>
          <a:lstStyle/>
          <a:p>
            <a:r>
              <a:rPr lang="en-US" dirty="0"/>
              <a:t>NPM – Node Package manager</a:t>
            </a:r>
          </a:p>
        </p:txBody>
      </p:sp>
      <p:sp>
        <p:nvSpPr>
          <p:cNvPr id="3" name="TextBox 2">
            <a:extLst>
              <a:ext uri="{FF2B5EF4-FFF2-40B4-BE49-F238E27FC236}">
                <a16:creationId xmlns:a16="http://schemas.microsoft.com/office/drawing/2014/main" id="{E435ECC9-0490-02A0-6C38-35F57A1469E1}"/>
              </a:ext>
            </a:extLst>
          </p:cNvPr>
          <p:cNvSpPr txBox="1"/>
          <p:nvPr/>
        </p:nvSpPr>
        <p:spPr>
          <a:xfrm>
            <a:off x="156593" y="908720"/>
            <a:ext cx="11809312" cy="5632311"/>
          </a:xfrm>
          <a:prstGeom prst="rect">
            <a:avLst/>
          </a:prstGeom>
          <a:noFill/>
        </p:spPr>
        <p:txBody>
          <a:bodyPr wrap="square" rtlCol="0">
            <a:spAutoFit/>
          </a:bodyPr>
          <a:lstStyle/>
          <a:p>
            <a:r>
              <a:rPr lang="en-US" sz="2000" dirty="0">
                <a:solidFill>
                  <a:schemeClr val="bg1"/>
                </a:solidFill>
              </a:rPr>
              <a:t>It is a dependency manager tool which gets installed along with node </a:t>
            </a:r>
            <a:r>
              <a:rPr lang="en-US" sz="2000" dirty="0" err="1">
                <a:solidFill>
                  <a:schemeClr val="bg1"/>
                </a:solidFill>
              </a:rPr>
              <a:t>js</a:t>
            </a:r>
            <a:r>
              <a:rPr lang="en-US" sz="2000" dirty="0">
                <a:solidFill>
                  <a:schemeClr val="bg1"/>
                </a:solidFill>
              </a:rPr>
              <a:t> in our system.</a:t>
            </a:r>
            <a:r>
              <a:rPr lang="en-IN" sz="2000" dirty="0">
                <a:solidFill>
                  <a:schemeClr val="bg1"/>
                </a:solidFill>
              </a:rPr>
              <a:t> Just like for java we had maven, we have </a:t>
            </a:r>
            <a:r>
              <a:rPr lang="en-IN" sz="2000" dirty="0" err="1">
                <a:solidFill>
                  <a:schemeClr val="bg1"/>
                </a:solidFill>
              </a:rPr>
              <a:t>npm</a:t>
            </a:r>
            <a:r>
              <a:rPr lang="en-IN" sz="2000" dirty="0">
                <a:solidFill>
                  <a:schemeClr val="bg1"/>
                </a:solidFill>
              </a:rPr>
              <a:t> for node </a:t>
            </a:r>
            <a:r>
              <a:rPr lang="en-IN" sz="2000" dirty="0" err="1">
                <a:solidFill>
                  <a:schemeClr val="bg1"/>
                </a:solidFill>
              </a:rPr>
              <a:t>js</a:t>
            </a:r>
            <a:r>
              <a:rPr lang="en-IN" sz="2000" dirty="0">
                <a:solidFill>
                  <a:schemeClr val="bg1"/>
                </a:solidFill>
              </a:rPr>
              <a:t>.</a:t>
            </a:r>
          </a:p>
          <a:p>
            <a:endParaRPr lang="en-IN" sz="2000" dirty="0">
              <a:solidFill>
                <a:schemeClr val="bg1"/>
              </a:solidFill>
            </a:endParaRPr>
          </a:p>
          <a:p>
            <a:r>
              <a:rPr lang="en-IN" sz="2000" dirty="0">
                <a:solidFill>
                  <a:schemeClr val="bg1"/>
                </a:solidFill>
              </a:rPr>
              <a:t>We can find millions of reusable node modules free on internet, which helps us avoid rebuilding everything/reinvent the wheel.</a:t>
            </a:r>
          </a:p>
          <a:p>
            <a:endParaRPr lang="en-IN" sz="2000" dirty="0">
              <a:solidFill>
                <a:schemeClr val="bg1"/>
              </a:solidFill>
            </a:endParaRPr>
          </a:p>
          <a:p>
            <a:r>
              <a:rPr lang="en-IN" sz="2000" dirty="0">
                <a:solidFill>
                  <a:schemeClr val="bg1"/>
                </a:solidFill>
              </a:rPr>
              <a:t>We can see world’s largest reusable code repository on </a:t>
            </a:r>
            <a:r>
              <a:rPr lang="en-IN" sz="2000" dirty="0">
                <a:solidFill>
                  <a:schemeClr val="bg1"/>
                </a:solidFill>
                <a:hlinkClick r:id="rId2">
                  <a:extLst>
                    <a:ext uri="{A12FA001-AC4F-418D-AE19-62706E023703}">
                      <ahyp:hlinkClr xmlns:ahyp="http://schemas.microsoft.com/office/drawing/2018/hyperlinkcolor" val="tx"/>
                    </a:ext>
                  </a:extLst>
                </a:hlinkClick>
              </a:rPr>
              <a:t>https://npmjs.com</a:t>
            </a:r>
            <a:endParaRPr lang="en-IN" sz="2000" dirty="0">
              <a:solidFill>
                <a:schemeClr val="bg1"/>
              </a:solidFill>
            </a:endParaRPr>
          </a:p>
          <a:p>
            <a:endParaRPr lang="en-IN" sz="2000" dirty="0">
              <a:solidFill>
                <a:schemeClr val="bg1"/>
              </a:solidFill>
            </a:endParaRPr>
          </a:p>
          <a:p>
            <a:r>
              <a:rPr lang="en-IN" sz="2000" dirty="0">
                <a:solidFill>
                  <a:schemeClr val="bg1"/>
                </a:solidFill>
              </a:rPr>
              <a:t>If we want to install any node module</a:t>
            </a:r>
          </a:p>
          <a:p>
            <a:endParaRPr lang="en-IN" sz="2000" dirty="0">
              <a:solidFill>
                <a:schemeClr val="bg1"/>
              </a:solidFill>
            </a:endParaRPr>
          </a:p>
          <a:p>
            <a:pPr marL="457200" indent="-457200">
              <a:buAutoNum type="arabicPeriod"/>
            </a:pPr>
            <a:r>
              <a:rPr lang="en-IN" sz="2000" dirty="0">
                <a:solidFill>
                  <a:schemeClr val="bg1"/>
                </a:solidFill>
              </a:rPr>
              <a:t>Globally - @computer level, all projects can reuse, option used to install CLI. </a:t>
            </a:r>
          </a:p>
          <a:p>
            <a:r>
              <a:rPr lang="en-IN" sz="2000" b="1" dirty="0" err="1">
                <a:solidFill>
                  <a:schemeClr val="bg1"/>
                </a:solidFill>
              </a:rPr>
              <a:t>npm</a:t>
            </a:r>
            <a:r>
              <a:rPr lang="en-IN" sz="2000" b="1" dirty="0">
                <a:solidFill>
                  <a:schemeClr val="bg1"/>
                </a:solidFill>
              </a:rPr>
              <a:t> install -g module</a:t>
            </a:r>
            <a:endParaRPr lang="en-IN" sz="2000" dirty="0">
              <a:solidFill>
                <a:schemeClr val="bg1"/>
              </a:solidFill>
            </a:endParaRPr>
          </a:p>
          <a:p>
            <a:pPr marL="457200" indent="-457200">
              <a:buAutoNum type="arabicPeriod"/>
            </a:pPr>
            <a:r>
              <a:rPr lang="en-IN" sz="2000" dirty="0">
                <a:solidFill>
                  <a:schemeClr val="bg1"/>
                </a:solidFill>
              </a:rPr>
              <a:t>With in the project  - @localproject level, only single project can use</a:t>
            </a:r>
          </a:p>
          <a:p>
            <a:r>
              <a:rPr lang="en-IN" sz="2000" b="1" dirty="0" err="1">
                <a:solidFill>
                  <a:schemeClr val="bg1"/>
                </a:solidFill>
              </a:rPr>
              <a:t>npm</a:t>
            </a:r>
            <a:r>
              <a:rPr lang="en-IN" sz="2000" b="1" dirty="0">
                <a:solidFill>
                  <a:schemeClr val="bg1"/>
                </a:solidFill>
              </a:rPr>
              <a:t> install module</a:t>
            </a:r>
          </a:p>
          <a:p>
            <a:endParaRPr lang="en-IN" sz="2000" b="1" dirty="0">
              <a:solidFill>
                <a:schemeClr val="bg1"/>
              </a:solidFill>
            </a:endParaRPr>
          </a:p>
          <a:p>
            <a:r>
              <a:rPr lang="en-IN" sz="2000" dirty="0">
                <a:solidFill>
                  <a:schemeClr val="bg1"/>
                </a:solidFill>
              </a:rPr>
              <a:t>When we build java project, we saw a pom.xml which contains dependencies. We have the </a:t>
            </a:r>
            <a:r>
              <a:rPr lang="en-IN" sz="2000" b="1" dirty="0" err="1">
                <a:solidFill>
                  <a:schemeClr val="bg1"/>
                </a:solidFill>
              </a:rPr>
              <a:t>package.json</a:t>
            </a:r>
            <a:r>
              <a:rPr lang="en-IN" sz="2000" b="1" dirty="0">
                <a:solidFill>
                  <a:schemeClr val="bg1"/>
                </a:solidFill>
              </a:rPr>
              <a:t> </a:t>
            </a:r>
            <a:r>
              <a:rPr lang="en-IN" sz="2000" dirty="0">
                <a:solidFill>
                  <a:schemeClr val="bg1"/>
                </a:solidFill>
              </a:rPr>
              <a:t>file in node project which contains details about our entire project and its dependencies. To create this we use </a:t>
            </a:r>
            <a:r>
              <a:rPr lang="en-IN" sz="2000" b="1" dirty="0" err="1">
                <a:solidFill>
                  <a:schemeClr val="bg1"/>
                </a:solidFill>
              </a:rPr>
              <a:t>npm</a:t>
            </a:r>
            <a:r>
              <a:rPr lang="en-IN" sz="2000" b="1" dirty="0">
                <a:solidFill>
                  <a:schemeClr val="bg1"/>
                </a:solidFill>
              </a:rPr>
              <a:t> </a:t>
            </a:r>
            <a:r>
              <a:rPr lang="en-IN" sz="2000" b="1" dirty="0" err="1">
                <a:solidFill>
                  <a:schemeClr val="bg1"/>
                </a:solidFill>
              </a:rPr>
              <a:t>init</a:t>
            </a:r>
            <a:r>
              <a:rPr lang="en-IN" sz="2000" b="1" dirty="0">
                <a:solidFill>
                  <a:schemeClr val="bg1"/>
                </a:solidFill>
              </a:rPr>
              <a:t> </a:t>
            </a:r>
            <a:r>
              <a:rPr lang="en-IN" sz="2000" dirty="0">
                <a:solidFill>
                  <a:schemeClr val="bg1"/>
                </a:solidFill>
              </a:rPr>
              <a:t>command.</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76871214-071A-7AA6-D344-EC9E721EC853}"/>
                  </a:ext>
                </a:extLst>
              </p14:cNvPr>
              <p14:cNvContentPartPr/>
              <p14:nvPr/>
            </p14:nvContentPartPr>
            <p14:xfrm>
              <a:off x="6361200" y="1314000"/>
              <a:ext cx="4466160" cy="557640"/>
            </p14:xfrm>
          </p:contentPart>
        </mc:Choice>
        <mc:Fallback>
          <p:pic>
            <p:nvPicPr>
              <p:cNvPr id="4" name="Ink 3">
                <a:extLst>
                  <a:ext uri="{FF2B5EF4-FFF2-40B4-BE49-F238E27FC236}">
                    <a16:creationId xmlns:a16="http://schemas.microsoft.com/office/drawing/2014/main" id="{76871214-071A-7AA6-D344-EC9E721EC853}"/>
                  </a:ext>
                </a:extLst>
              </p:cNvPr>
              <p:cNvPicPr/>
              <p:nvPr/>
            </p:nvPicPr>
            <p:blipFill>
              <a:blip r:embed="rId4"/>
              <a:stretch>
                <a:fillRect/>
              </a:stretch>
            </p:blipFill>
            <p:spPr>
              <a:xfrm>
                <a:off x="6351840" y="1304640"/>
                <a:ext cx="4484880" cy="576360"/>
              </a:xfrm>
              <a:prstGeom prst="rect">
                <a:avLst/>
              </a:prstGeom>
            </p:spPr>
          </p:pic>
        </mc:Fallback>
      </mc:AlternateContent>
    </p:spTree>
    <p:extLst>
      <p:ext uri="{BB962C8B-B14F-4D97-AF65-F5344CB8AC3E}">
        <p14:creationId xmlns:p14="http://schemas.microsoft.com/office/powerpoint/2010/main" val="3502712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1000"/>
                                        <p:tgtEl>
                                          <p:spTgt spid="3">
                                            <p:txEl>
                                              <p:pRg st="8" end="8"/>
                                            </p:txEl>
                                          </p:spTgt>
                                        </p:tgtEl>
                                      </p:cBhvr>
                                    </p:animEffect>
                                    <p:anim calcmode="lin" valueType="num">
                                      <p:cBhvr>
                                        <p:cTn id="3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1000"/>
                                        <p:tgtEl>
                                          <p:spTgt spid="3">
                                            <p:txEl>
                                              <p:pRg st="9" end="9"/>
                                            </p:txEl>
                                          </p:spTgt>
                                        </p:tgtEl>
                                      </p:cBhvr>
                                    </p:animEffect>
                                    <p:anim calcmode="lin" valueType="num">
                                      <p:cBhvr>
                                        <p:cTn id="4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fade">
                                      <p:cBhvr>
                                        <p:cTn id="45" dur="1000"/>
                                        <p:tgtEl>
                                          <p:spTgt spid="3">
                                            <p:txEl>
                                              <p:pRg st="10" end="10"/>
                                            </p:txEl>
                                          </p:spTgt>
                                        </p:tgtEl>
                                      </p:cBhvr>
                                    </p:animEffect>
                                    <p:anim calcmode="lin" valueType="num">
                                      <p:cBhvr>
                                        <p:cTn id="46"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3">
                                            <p:txEl>
                                              <p:pRg st="11" end="11"/>
                                            </p:txEl>
                                          </p:spTgt>
                                        </p:tgtEl>
                                        <p:attrNameLst>
                                          <p:attrName>style.visibility</p:attrName>
                                        </p:attrNameLst>
                                      </p:cBhvr>
                                      <p:to>
                                        <p:strVal val="visible"/>
                                      </p:to>
                                    </p:set>
                                    <p:animEffect transition="in" filter="fade">
                                      <p:cBhvr>
                                        <p:cTn id="50" dur="1000"/>
                                        <p:tgtEl>
                                          <p:spTgt spid="3">
                                            <p:txEl>
                                              <p:pRg st="11" end="11"/>
                                            </p:txEl>
                                          </p:spTgt>
                                        </p:tgtEl>
                                      </p:cBhvr>
                                    </p:animEffect>
                                    <p:anim calcmode="lin" valueType="num">
                                      <p:cBhvr>
                                        <p:cTn id="51"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2"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3">
                                            <p:txEl>
                                              <p:pRg st="13" end="13"/>
                                            </p:txEl>
                                          </p:spTgt>
                                        </p:tgtEl>
                                        <p:attrNameLst>
                                          <p:attrName>style.visibility</p:attrName>
                                        </p:attrNameLst>
                                      </p:cBhvr>
                                      <p:to>
                                        <p:strVal val="visible"/>
                                      </p:to>
                                    </p:set>
                                    <p:animEffect transition="in" filter="fade">
                                      <p:cBhvr>
                                        <p:cTn id="57" dur="1000"/>
                                        <p:tgtEl>
                                          <p:spTgt spid="3">
                                            <p:txEl>
                                              <p:pRg st="13" end="13"/>
                                            </p:txEl>
                                          </p:spTgt>
                                        </p:tgtEl>
                                      </p:cBhvr>
                                    </p:animEffect>
                                    <p:anim calcmode="lin" valueType="num">
                                      <p:cBhvr>
                                        <p:cTn id="58"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3A2AC-E0B8-8A57-E57F-F66D5388E32C}"/>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38F88799-CF87-9364-FA0B-02689AA8EE2B}"/>
              </a:ext>
            </a:extLst>
          </p:cNvPr>
          <p:cNvPicPr>
            <a:picLocks noChangeAspect="1"/>
          </p:cNvPicPr>
          <p:nvPr/>
        </p:nvPicPr>
        <p:blipFill>
          <a:blip r:embed="rId2"/>
          <a:stretch>
            <a:fillRect/>
          </a:stretch>
        </p:blipFill>
        <p:spPr>
          <a:xfrm>
            <a:off x="1278155" y="2587679"/>
            <a:ext cx="9632515" cy="1682642"/>
          </a:xfrm>
          <a:prstGeom prst="rect">
            <a:avLst/>
          </a:prstGeom>
        </p:spPr>
      </p:pic>
      <p:grpSp>
        <p:nvGrpSpPr>
          <p:cNvPr id="7" name="Group 6">
            <a:extLst>
              <a:ext uri="{FF2B5EF4-FFF2-40B4-BE49-F238E27FC236}">
                <a16:creationId xmlns:a16="http://schemas.microsoft.com/office/drawing/2014/main" id="{772803B0-F973-19DE-D5AE-737131AE6963}"/>
              </a:ext>
            </a:extLst>
          </p:cNvPr>
          <p:cNvGrpSpPr/>
          <p:nvPr/>
        </p:nvGrpSpPr>
        <p:grpSpPr>
          <a:xfrm>
            <a:off x="8768813" y="2827750"/>
            <a:ext cx="1218240" cy="457560"/>
            <a:chOff x="8768813" y="2827750"/>
            <a:chExt cx="1218240" cy="457560"/>
          </a:xfrm>
        </p:grpSpPr>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CC98E92E-B519-2AE5-E46C-1CEC3ED073BA}"/>
                    </a:ext>
                  </a:extLst>
                </p14:cNvPr>
                <p14:cNvContentPartPr/>
                <p14:nvPr/>
              </p14:nvContentPartPr>
              <p14:xfrm>
                <a:off x="8768813" y="2958790"/>
                <a:ext cx="176400" cy="180360"/>
              </p14:xfrm>
            </p:contentPart>
          </mc:Choice>
          <mc:Fallback>
            <p:pic>
              <p:nvPicPr>
                <p:cNvPr id="5" name="Ink 4">
                  <a:extLst>
                    <a:ext uri="{FF2B5EF4-FFF2-40B4-BE49-F238E27FC236}">
                      <a16:creationId xmlns:a16="http://schemas.microsoft.com/office/drawing/2014/main" id="{CC98E92E-B519-2AE5-E46C-1CEC3ED073BA}"/>
                    </a:ext>
                  </a:extLst>
                </p:cNvPr>
                <p:cNvPicPr/>
                <p:nvPr/>
              </p:nvPicPr>
              <p:blipFill>
                <a:blip r:embed="rId4"/>
                <a:stretch>
                  <a:fillRect/>
                </a:stretch>
              </p:blipFill>
              <p:spPr>
                <a:xfrm>
                  <a:off x="8760173" y="2950150"/>
                  <a:ext cx="194040" cy="198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DEE17C25-DA61-71A5-F033-6F0076DA5EC8}"/>
                    </a:ext>
                  </a:extLst>
                </p14:cNvPr>
                <p14:cNvContentPartPr/>
                <p14:nvPr/>
              </p14:nvContentPartPr>
              <p14:xfrm>
                <a:off x="9080213" y="2827750"/>
                <a:ext cx="906840" cy="457560"/>
              </p14:xfrm>
            </p:contentPart>
          </mc:Choice>
          <mc:Fallback>
            <p:pic>
              <p:nvPicPr>
                <p:cNvPr id="6" name="Ink 5">
                  <a:extLst>
                    <a:ext uri="{FF2B5EF4-FFF2-40B4-BE49-F238E27FC236}">
                      <a16:creationId xmlns:a16="http://schemas.microsoft.com/office/drawing/2014/main" id="{DEE17C25-DA61-71A5-F033-6F0076DA5EC8}"/>
                    </a:ext>
                  </a:extLst>
                </p:cNvPr>
                <p:cNvPicPr/>
                <p:nvPr/>
              </p:nvPicPr>
              <p:blipFill>
                <a:blip r:embed="rId6"/>
                <a:stretch>
                  <a:fillRect/>
                </a:stretch>
              </p:blipFill>
              <p:spPr>
                <a:xfrm>
                  <a:off x="9071213" y="2818750"/>
                  <a:ext cx="924480" cy="4752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
            <p14:nvContentPartPr>
              <p14:cNvPr id="19" name="Ink 18">
                <a:extLst>
                  <a:ext uri="{FF2B5EF4-FFF2-40B4-BE49-F238E27FC236}">
                    <a16:creationId xmlns:a16="http://schemas.microsoft.com/office/drawing/2014/main" id="{E47BFCD3-4811-16B6-25AD-A7802422BA77}"/>
                  </a:ext>
                </a:extLst>
              </p14:cNvPr>
              <p14:cNvContentPartPr/>
              <p14:nvPr/>
            </p14:nvContentPartPr>
            <p14:xfrm>
              <a:off x="8465693" y="5098630"/>
              <a:ext cx="1197720" cy="18720"/>
            </p14:xfrm>
          </p:contentPart>
        </mc:Choice>
        <mc:Fallback>
          <p:pic>
            <p:nvPicPr>
              <p:cNvPr id="19" name="Ink 18">
                <a:extLst>
                  <a:ext uri="{FF2B5EF4-FFF2-40B4-BE49-F238E27FC236}">
                    <a16:creationId xmlns:a16="http://schemas.microsoft.com/office/drawing/2014/main" id="{E47BFCD3-4811-16B6-25AD-A7802422BA77}"/>
                  </a:ext>
                </a:extLst>
              </p:cNvPr>
              <p:cNvPicPr/>
              <p:nvPr/>
            </p:nvPicPr>
            <p:blipFill>
              <a:blip r:embed="rId8"/>
              <a:stretch>
                <a:fillRect/>
              </a:stretch>
            </p:blipFill>
            <p:spPr>
              <a:xfrm>
                <a:off x="8456693" y="5089630"/>
                <a:ext cx="1215360" cy="36360"/>
              </a:xfrm>
              <a:prstGeom prst="rect">
                <a:avLst/>
              </a:prstGeom>
            </p:spPr>
          </p:pic>
        </mc:Fallback>
      </mc:AlternateContent>
      <p:grpSp>
        <p:nvGrpSpPr>
          <p:cNvPr id="22" name="Group 21">
            <a:extLst>
              <a:ext uri="{FF2B5EF4-FFF2-40B4-BE49-F238E27FC236}">
                <a16:creationId xmlns:a16="http://schemas.microsoft.com/office/drawing/2014/main" id="{11FFA2B2-80FB-E112-FECF-7FDBD190A47E}"/>
              </a:ext>
            </a:extLst>
          </p:cNvPr>
          <p:cNvGrpSpPr/>
          <p:nvPr/>
        </p:nvGrpSpPr>
        <p:grpSpPr>
          <a:xfrm>
            <a:off x="8502413" y="4294390"/>
            <a:ext cx="1597320" cy="693720"/>
            <a:chOff x="8502413" y="4294390"/>
            <a:chExt cx="1597320" cy="693720"/>
          </a:xfrm>
        </p:grpSpPr>
        <mc:AlternateContent xmlns:mc="http://schemas.openxmlformats.org/markup-compatibility/2006">
          <mc:Choice xmlns:p14="http://schemas.microsoft.com/office/powerpoint/2010/main" Requires="p14">
            <p:contentPart p14:bwMode="auto" r:id="rId9">
              <p14:nvContentPartPr>
                <p14:cNvPr id="13" name="Ink 12">
                  <a:extLst>
                    <a:ext uri="{FF2B5EF4-FFF2-40B4-BE49-F238E27FC236}">
                      <a16:creationId xmlns:a16="http://schemas.microsoft.com/office/drawing/2014/main" id="{985A34B4-AC34-9100-6B18-51EF1A81C97D}"/>
                    </a:ext>
                  </a:extLst>
                </p14:cNvPr>
                <p14:cNvContentPartPr/>
                <p14:nvPr/>
              </p14:nvContentPartPr>
              <p14:xfrm>
                <a:off x="8502413" y="4729990"/>
                <a:ext cx="176040" cy="203400"/>
              </p14:xfrm>
            </p:contentPart>
          </mc:Choice>
          <mc:Fallback>
            <p:pic>
              <p:nvPicPr>
                <p:cNvPr id="13" name="Ink 12">
                  <a:extLst>
                    <a:ext uri="{FF2B5EF4-FFF2-40B4-BE49-F238E27FC236}">
                      <a16:creationId xmlns:a16="http://schemas.microsoft.com/office/drawing/2014/main" id="{985A34B4-AC34-9100-6B18-51EF1A81C97D}"/>
                    </a:ext>
                  </a:extLst>
                </p:cNvPr>
                <p:cNvPicPr/>
                <p:nvPr/>
              </p:nvPicPr>
              <p:blipFill>
                <a:blip r:embed="rId10"/>
                <a:stretch>
                  <a:fillRect/>
                </a:stretch>
              </p:blipFill>
              <p:spPr>
                <a:xfrm>
                  <a:off x="8493773" y="4720990"/>
                  <a:ext cx="19368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4" name="Ink 13">
                  <a:extLst>
                    <a:ext uri="{FF2B5EF4-FFF2-40B4-BE49-F238E27FC236}">
                      <a16:creationId xmlns:a16="http://schemas.microsoft.com/office/drawing/2014/main" id="{06CB0C3B-61A7-F97A-A8F8-C0817239464B}"/>
                    </a:ext>
                  </a:extLst>
                </p14:cNvPr>
                <p14:cNvContentPartPr/>
                <p14:nvPr/>
              </p14:nvContentPartPr>
              <p14:xfrm>
                <a:off x="8725973" y="4780030"/>
                <a:ext cx="139320" cy="139680"/>
              </p14:xfrm>
            </p:contentPart>
          </mc:Choice>
          <mc:Fallback>
            <p:pic>
              <p:nvPicPr>
                <p:cNvPr id="14" name="Ink 13">
                  <a:extLst>
                    <a:ext uri="{FF2B5EF4-FFF2-40B4-BE49-F238E27FC236}">
                      <a16:creationId xmlns:a16="http://schemas.microsoft.com/office/drawing/2014/main" id="{06CB0C3B-61A7-F97A-A8F8-C0817239464B}"/>
                    </a:ext>
                  </a:extLst>
                </p:cNvPr>
                <p:cNvPicPr/>
                <p:nvPr/>
              </p:nvPicPr>
              <p:blipFill>
                <a:blip r:embed="rId12"/>
                <a:stretch>
                  <a:fillRect/>
                </a:stretch>
              </p:blipFill>
              <p:spPr>
                <a:xfrm>
                  <a:off x="8716973" y="4771030"/>
                  <a:ext cx="156960" cy="1573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5" name="Ink 14">
                  <a:extLst>
                    <a:ext uri="{FF2B5EF4-FFF2-40B4-BE49-F238E27FC236}">
                      <a16:creationId xmlns:a16="http://schemas.microsoft.com/office/drawing/2014/main" id="{840329D8-4D19-AF34-9988-10CDA34F1BB9}"/>
                    </a:ext>
                  </a:extLst>
                </p14:cNvPr>
                <p14:cNvContentPartPr/>
                <p14:nvPr/>
              </p14:nvContentPartPr>
              <p14:xfrm>
                <a:off x="8931533" y="4817470"/>
                <a:ext cx="86400" cy="170640"/>
              </p14:xfrm>
            </p:contentPart>
          </mc:Choice>
          <mc:Fallback>
            <p:pic>
              <p:nvPicPr>
                <p:cNvPr id="15" name="Ink 14">
                  <a:extLst>
                    <a:ext uri="{FF2B5EF4-FFF2-40B4-BE49-F238E27FC236}">
                      <a16:creationId xmlns:a16="http://schemas.microsoft.com/office/drawing/2014/main" id="{840329D8-4D19-AF34-9988-10CDA34F1BB9}"/>
                    </a:ext>
                  </a:extLst>
                </p:cNvPr>
                <p:cNvPicPr/>
                <p:nvPr/>
              </p:nvPicPr>
              <p:blipFill>
                <a:blip r:embed="rId14"/>
                <a:stretch>
                  <a:fillRect/>
                </a:stretch>
              </p:blipFill>
              <p:spPr>
                <a:xfrm>
                  <a:off x="8922893" y="4808830"/>
                  <a:ext cx="104040" cy="1882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6" name="Ink 15">
                  <a:extLst>
                    <a:ext uri="{FF2B5EF4-FFF2-40B4-BE49-F238E27FC236}">
                      <a16:creationId xmlns:a16="http://schemas.microsoft.com/office/drawing/2014/main" id="{B8550975-905C-F986-893D-EE4765B5553B}"/>
                    </a:ext>
                  </a:extLst>
                </p14:cNvPr>
                <p14:cNvContentPartPr/>
                <p14:nvPr/>
              </p14:nvContentPartPr>
              <p14:xfrm>
                <a:off x="9065093" y="4818910"/>
                <a:ext cx="100080" cy="79560"/>
              </p14:xfrm>
            </p:contentPart>
          </mc:Choice>
          <mc:Fallback>
            <p:pic>
              <p:nvPicPr>
                <p:cNvPr id="16" name="Ink 15">
                  <a:extLst>
                    <a:ext uri="{FF2B5EF4-FFF2-40B4-BE49-F238E27FC236}">
                      <a16:creationId xmlns:a16="http://schemas.microsoft.com/office/drawing/2014/main" id="{B8550975-905C-F986-893D-EE4765B5553B}"/>
                    </a:ext>
                  </a:extLst>
                </p:cNvPr>
                <p:cNvPicPr/>
                <p:nvPr/>
              </p:nvPicPr>
              <p:blipFill>
                <a:blip r:embed="rId16"/>
                <a:stretch>
                  <a:fillRect/>
                </a:stretch>
              </p:blipFill>
              <p:spPr>
                <a:xfrm>
                  <a:off x="9056453" y="4809910"/>
                  <a:ext cx="117720" cy="972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7" name="Ink 16">
                  <a:extLst>
                    <a:ext uri="{FF2B5EF4-FFF2-40B4-BE49-F238E27FC236}">
                      <a16:creationId xmlns:a16="http://schemas.microsoft.com/office/drawing/2014/main" id="{4BA077C5-8F65-C792-990C-673C3F0C571D}"/>
                    </a:ext>
                  </a:extLst>
                </p14:cNvPr>
                <p14:cNvContentPartPr/>
                <p14:nvPr/>
              </p14:nvContentPartPr>
              <p14:xfrm>
                <a:off x="9181013" y="4801630"/>
                <a:ext cx="86400" cy="117000"/>
              </p14:xfrm>
            </p:contentPart>
          </mc:Choice>
          <mc:Fallback>
            <p:pic>
              <p:nvPicPr>
                <p:cNvPr id="17" name="Ink 16">
                  <a:extLst>
                    <a:ext uri="{FF2B5EF4-FFF2-40B4-BE49-F238E27FC236}">
                      <a16:creationId xmlns:a16="http://schemas.microsoft.com/office/drawing/2014/main" id="{4BA077C5-8F65-C792-990C-673C3F0C571D}"/>
                    </a:ext>
                  </a:extLst>
                </p:cNvPr>
                <p:cNvPicPr/>
                <p:nvPr/>
              </p:nvPicPr>
              <p:blipFill>
                <a:blip r:embed="rId18"/>
                <a:stretch>
                  <a:fillRect/>
                </a:stretch>
              </p:blipFill>
              <p:spPr>
                <a:xfrm>
                  <a:off x="9172373" y="4792990"/>
                  <a:ext cx="104040" cy="1346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8" name="Ink 17">
                  <a:extLst>
                    <a:ext uri="{FF2B5EF4-FFF2-40B4-BE49-F238E27FC236}">
                      <a16:creationId xmlns:a16="http://schemas.microsoft.com/office/drawing/2014/main" id="{DB302228-2636-16C2-9A40-B65DB0286823}"/>
                    </a:ext>
                  </a:extLst>
                </p14:cNvPr>
                <p14:cNvContentPartPr/>
                <p14:nvPr/>
              </p14:nvContentPartPr>
              <p14:xfrm>
                <a:off x="9362813" y="4779670"/>
                <a:ext cx="180360" cy="148320"/>
              </p14:xfrm>
            </p:contentPart>
          </mc:Choice>
          <mc:Fallback>
            <p:pic>
              <p:nvPicPr>
                <p:cNvPr id="18" name="Ink 17">
                  <a:extLst>
                    <a:ext uri="{FF2B5EF4-FFF2-40B4-BE49-F238E27FC236}">
                      <a16:creationId xmlns:a16="http://schemas.microsoft.com/office/drawing/2014/main" id="{DB302228-2636-16C2-9A40-B65DB0286823}"/>
                    </a:ext>
                  </a:extLst>
                </p:cNvPr>
                <p:cNvPicPr/>
                <p:nvPr/>
              </p:nvPicPr>
              <p:blipFill>
                <a:blip r:embed="rId20"/>
                <a:stretch>
                  <a:fillRect/>
                </a:stretch>
              </p:blipFill>
              <p:spPr>
                <a:xfrm>
                  <a:off x="9353813" y="4771030"/>
                  <a:ext cx="19800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0" name="Ink 19">
                  <a:extLst>
                    <a:ext uri="{FF2B5EF4-FFF2-40B4-BE49-F238E27FC236}">
                      <a16:creationId xmlns:a16="http://schemas.microsoft.com/office/drawing/2014/main" id="{2C3B9AA6-52D0-DA07-4C4F-35CAFA0E0FF5}"/>
                    </a:ext>
                  </a:extLst>
                </p14:cNvPr>
                <p14:cNvContentPartPr/>
                <p14:nvPr/>
              </p14:nvContentPartPr>
              <p14:xfrm>
                <a:off x="9769253" y="4337950"/>
                <a:ext cx="255600" cy="504720"/>
              </p14:xfrm>
            </p:contentPart>
          </mc:Choice>
          <mc:Fallback>
            <p:pic>
              <p:nvPicPr>
                <p:cNvPr id="20" name="Ink 19">
                  <a:extLst>
                    <a:ext uri="{FF2B5EF4-FFF2-40B4-BE49-F238E27FC236}">
                      <a16:creationId xmlns:a16="http://schemas.microsoft.com/office/drawing/2014/main" id="{2C3B9AA6-52D0-DA07-4C4F-35CAFA0E0FF5}"/>
                    </a:ext>
                  </a:extLst>
                </p:cNvPr>
                <p:cNvPicPr/>
                <p:nvPr/>
              </p:nvPicPr>
              <p:blipFill>
                <a:blip r:embed="rId22"/>
                <a:stretch>
                  <a:fillRect/>
                </a:stretch>
              </p:blipFill>
              <p:spPr>
                <a:xfrm>
                  <a:off x="9760613" y="4329310"/>
                  <a:ext cx="273240" cy="52236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1" name="Ink 20">
                  <a:extLst>
                    <a:ext uri="{FF2B5EF4-FFF2-40B4-BE49-F238E27FC236}">
                      <a16:creationId xmlns:a16="http://schemas.microsoft.com/office/drawing/2014/main" id="{201479DC-4FAA-7357-F034-D05DA2C0C25E}"/>
                    </a:ext>
                  </a:extLst>
                </p14:cNvPr>
                <p14:cNvContentPartPr/>
                <p14:nvPr/>
              </p14:nvContentPartPr>
              <p14:xfrm>
                <a:off x="9909653" y="4294390"/>
                <a:ext cx="190080" cy="148680"/>
              </p14:xfrm>
            </p:contentPart>
          </mc:Choice>
          <mc:Fallback>
            <p:pic>
              <p:nvPicPr>
                <p:cNvPr id="21" name="Ink 20">
                  <a:extLst>
                    <a:ext uri="{FF2B5EF4-FFF2-40B4-BE49-F238E27FC236}">
                      <a16:creationId xmlns:a16="http://schemas.microsoft.com/office/drawing/2014/main" id="{201479DC-4FAA-7357-F034-D05DA2C0C25E}"/>
                    </a:ext>
                  </a:extLst>
                </p:cNvPr>
                <p:cNvPicPr/>
                <p:nvPr/>
              </p:nvPicPr>
              <p:blipFill>
                <a:blip r:embed="rId24"/>
                <a:stretch>
                  <a:fillRect/>
                </a:stretch>
              </p:blipFill>
              <p:spPr>
                <a:xfrm>
                  <a:off x="9900653" y="4285390"/>
                  <a:ext cx="207720" cy="166320"/>
                </a:xfrm>
                <a:prstGeom prst="rect">
                  <a:avLst/>
                </a:prstGeom>
              </p:spPr>
            </p:pic>
          </mc:Fallback>
        </mc:AlternateContent>
      </p:grpSp>
      <p:grpSp>
        <p:nvGrpSpPr>
          <p:cNvPr id="29" name="Group 28">
            <a:extLst>
              <a:ext uri="{FF2B5EF4-FFF2-40B4-BE49-F238E27FC236}">
                <a16:creationId xmlns:a16="http://schemas.microsoft.com/office/drawing/2014/main" id="{15509822-5CB0-61C6-40E5-7176E8A3F289}"/>
              </a:ext>
            </a:extLst>
          </p:cNvPr>
          <p:cNvGrpSpPr/>
          <p:nvPr/>
        </p:nvGrpSpPr>
        <p:grpSpPr>
          <a:xfrm>
            <a:off x="9870413" y="3660790"/>
            <a:ext cx="1104480" cy="497160"/>
            <a:chOff x="9870413" y="3660790"/>
            <a:chExt cx="1104480" cy="497160"/>
          </a:xfrm>
        </p:grpSpPr>
        <mc:AlternateContent xmlns:mc="http://schemas.openxmlformats.org/markup-compatibility/2006">
          <mc:Choice xmlns:p14="http://schemas.microsoft.com/office/powerpoint/2010/main" Requires="p14">
            <p:contentPart p14:bwMode="auto" r:id="rId25">
              <p14:nvContentPartPr>
                <p14:cNvPr id="8" name="Ink 7">
                  <a:extLst>
                    <a:ext uri="{FF2B5EF4-FFF2-40B4-BE49-F238E27FC236}">
                      <a16:creationId xmlns:a16="http://schemas.microsoft.com/office/drawing/2014/main" id="{4E14CD02-D544-19E2-350F-D2E0175AFDAF}"/>
                    </a:ext>
                  </a:extLst>
                </p14:cNvPr>
                <p14:cNvContentPartPr/>
                <p14:nvPr/>
              </p14:nvContentPartPr>
              <p14:xfrm>
                <a:off x="9870413" y="3686350"/>
                <a:ext cx="355320" cy="208440"/>
              </p14:xfrm>
            </p:contentPart>
          </mc:Choice>
          <mc:Fallback>
            <p:pic>
              <p:nvPicPr>
                <p:cNvPr id="8" name="Ink 7">
                  <a:extLst>
                    <a:ext uri="{FF2B5EF4-FFF2-40B4-BE49-F238E27FC236}">
                      <a16:creationId xmlns:a16="http://schemas.microsoft.com/office/drawing/2014/main" id="{4E14CD02-D544-19E2-350F-D2E0175AFDAF}"/>
                    </a:ext>
                  </a:extLst>
                </p:cNvPr>
                <p:cNvPicPr/>
                <p:nvPr/>
              </p:nvPicPr>
              <p:blipFill>
                <a:blip r:embed="rId26"/>
                <a:stretch>
                  <a:fillRect/>
                </a:stretch>
              </p:blipFill>
              <p:spPr>
                <a:xfrm>
                  <a:off x="9861773" y="3677350"/>
                  <a:ext cx="37296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9" name="Ink 8">
                  <a:extLst>
                    <a:ext uri="{FF2B5EF4-FFF2-40B4-BE49-F238E27FC236}">
                      <a16:creationId xmlns:a16="http://schemas.microsoft.com/office/drawing/2014/main" id="{EC2CDCFB-2B30-181E-6C73-294A6C1DB6E9}"/>
                    </a:ext>
                  </a:extLst>
                </p14:cNvPr>
                <p14:cNvContentPartPr/>
                <p14:nvPr/>
              </p14:nvContentPartPr>
              <p14:xfrm>
                <a:off x="10122053" y="3867070"/>
                <a:ext cx="174240" cy="105480"/>
              </p14:xfrm>
            </p:contentPart>
          </mc:Choice>
          <mc:Fallback>
            <p:pic>
              <p:nvPicPr>
                <p:cNvPr id="9" name="Ink 8">
                  <a:extLst>
                    <a:ext uri="{FF2B5EF4-FFF2-40B4-BE49-F238E27FC236}">
                      <a16:creationId xmlns:a16="http://schemas.microsoft.com/office/drawing/2014/main" id="{EC2CDCFB-2B30-181E-6C73-294A6C1DB6E9}"/>
                    </a:ext>
                  </a:extLst>
                </p:cNvPr>
                <p:cNvPicPr/>
                <p:nvPr/>
              </p:nvPicPr>
              <p:blipFill>
                <a:blip r:embed="rId28"/>
                <a:stretch>
                  <a:fillRect/>
                </a:stretch>
              </p:blipFill>
              <p:spPr>
                <a:xfrm>
                  <a:off x="10113053" y="3858070"/>
                  <a:ext cx="19188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0" name="Ink 9">
                  <a:extLst>
                    <a:ext uri="{FF2B5EF4-FFF2-40B4-BE49-F238E27FC236}">
                      <a16:creationId xmlns:a16="http://schemas.microsoft.com/office/drawing/2014/main" id="{453FDFA4-B95A-7D27-9A13-D6D91CFB2A96}"/>
                    </a:ext>
                  </a:extLst>
                </p14:cNvPr>
                <p14:cNvContentPartPr/>
                <p14:nvPr/>
              </p14:nvContentPartPr>
              <p14:xfrm>
                <a:off x="9880133" y="3981550"/>
                <a:ext cx="87480" cy="176400"/>
              </p14:xfrm>
            </p:contentPart>
          </mc:Choice>
          <mc:Fallback>
            <p:pic>
              <p:nvPicPr>
                <p:cNvPr id="10" name="Ink 9">
                  <a:extLst>
                    <a:ext uri="{FF2B5EF4-FFF2-40B4-BE49-F238E27FC236}">
                      <a16:creationId xmlns:a16="http://schemas.microsoft.com/office/drawing/2014/main" id="{453FDFA4-B95A-7D27-9A13-D6D91CFB2A96}"/>
                    </a:ext>
                  </a:extLst>
                </p:cNvPr>
                <p:cNvPicPr/>
                <p:nvPr/>
              </p:nvPicPr>
              <p:blipFill>
                <a:blip r:embed="rId30"/>
                <a:stretch>
                  <a:fillRect/>
                </a:stretch>
              </p:blipFill>
              <p:spPr>
                <a:xfrm>
                  <a:off x="9871133" y="3972550"/>
                  <a:ext cx="10512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1" name="Ink 10">
                  <a:extLst>
                    <a:ext uri="{FF2B5EF4-FFF2-40B4-BE49-F238E27FC236}">
                      <a16:creationId xmlns:a16="http://schemas.microsoft.com/office/drawing/2014/main" id="{9033A3BE-6223-4955-8427-1506AA79FEF0}"/>
                    </a:ext>
                  </a:extLst>
                </p14:cNvPr>
                <p14:cNvContentPartPr/>
                <p14:nvPr/>
              </p14:nvContentPartPr>
              <p14:xfrm>
                <a:off x="9944573" y="4033750"/>
                <a:ext cx="354600" cy="121680"/>
              </p14:xfrm>
            </p:contentPart>
          </mc:Choice>
          <mc:Fallback>
            <p:pic>
              <p:nvPicPr>
                <p:cNvPr id="11" name="Ink 10">
                  <a:extLst>
                    <a:ext uri="{FF2B5EF4-FFF2-40B4-BE49-F238E27FC236}">
                      <a16:creationId xmlns:a16="http://schemas.microsoft.com/office/drawing/2014/main" id="{9033A3BE-6223-4955-8427-1506AA79FEF0}"/>
                    </a:ext>
                  </a:extLst>
                </p:cNvPr>
                <p:cNvPicPr/>
                <p:nvPr/>
              </p:nvPicPr>
              <p:blipFill>
                <a:blip r:embed="rId32"/>
                <a:stretch>
                  <a:fillRect/>
                </a:stretch>
              </p:blipFill>
              <p:spPr>
                <a:xfrm>
                  <a:off x="9935573" y="4025110"/>
                  <a:ext cx="37224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3" name="Ink 22">
                  <a:extLst>
                    <a:ext uri="{FF2B5EF4-FFF2-40B4-BE49-F238E27FC236}">
                      <a16:creationId xmlns:a16="http://schemas.microsoft.com/office/drawing/2014/main" id="{21BFF439-4C95-3CDB-8024-105215F78B3F}"/>
                    </a:ext>
                  </a:extLst>
                </p14:cNvPr>
                <p14:cNvContentPartPr/>
                <p14:nvPr/>
              </p14:nvContentPartPr>
              <p14:xfrm>
                <a:off x="10409333" y="3697150"/>
                <a:ext cx="91440" cy="141840"/>
              </p14:xfrm>
            </p:contentPart>
          </mc:Choice>
          <mc:Fallback>
            <p:pic>
              <p:nvPicPr>
                <p:cNvPr id="23" name="Ink 22">
                  <a:extLst>
                    <a:ext uri="{FF2B5EF4-FFF2-40B4-BE49-F238E27FC236}">
                      <a16:creationId xmlns:a16="http://schemas.microsoft.com/office/drawing/2014/main" id="{21BFF439-4C95-3CDB-8024-105215F78B3F}"/>
                    </a:ext>
                  </a:extLst>
                </p:cNvPr>
                <p:cNvPicPr/>
                <p:nvPr/>
              </p:nvPicPr>
              <p:blipFill>
                <a:blip r:embed="rId34"/>
                <a:stretch>
                  <a:fillRect/>
                </a:stretch>
              </p:blipFill>
              <p:spPr>
                <a:xfrm>
                  <a:off x="10400693" y="3688510"/>
                  <a:ext cx="10908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4" name="Ink 23">
                  <a:extLst>
                    <a:ext uri="{FF2B5EF4-FFF2-40B4-BE49-F238E27FC236}">
                      <a16:creationId xmlns:a16="http://schemas.microsoft.com/office/drawing/2014/main" id="{7802FAB3-D8D7-90A4-A2BE-6CDD4A96AE72}"/>
                    </a:ext>
                  </a:extLst>
                </p14:cNvPr>
                <p14:cNvContentPartPr/>
                <p14:nvPr/>
              </p14:nvContentPartPr>
              <p14:xfrm>
                <a:off x="10547213" y="3729910"/>
                <a:ext cx="73800" cy="79560"/>
              </p14:xfrm>
            </p:contentPart>
          </mc:Choice>
          <mc:Fallback>
            <p:pic>
              <p:nvPicPr>
                <p:cNvPr id="24" name="Ink 23">
                  <a:extLst>
                    <a:ext uri="{FF2B5EF4-FFF2-40B4-BE49-F238E27FC236}">
                      <a16:creationId xmlns:a16="http://schemas.microsoft.com/office/drawing/2014/main" id="{7802FAB3-D8D7-90A4-A2BE-6CDD4A96AE72}"/>
                    </a:ext>
                  </a:extLst>
                </p:cNvPr>
                <p:cNvPicPr/>
                <p:nvPr/>
              </p:nvPicPr>
              <p:blipFill>
                <a:blip r:embed="rId36"/>
                <a:stretch>
                  <a:fillRect/>
                </a:stretch>
              </p:blipFill>
              <p:spPr>
                <a:xfrm>
                  <a:off x="10538573" y="3720910"/>
                  <a:ext cx="91440" cy="972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5" name="Ink 24">
                  <a:extLst>
                    <a:ext uri="{FF2B5EF4-FFF2-40B4-BE49-F238E27FC236}">
                      <a16:creationId xmlns:a16="http://schemas.microsoft.com/office/drawing/2014/main" id="{BB8B845B-721E-757A-D667-D0343D724966}"/>
                    </a:ext>
                  </a:extLst>
                </p14:cNvPr>
                <p14:cNvContentPartPr/>
                <p14:nvPr/>
              </p14:nvContentPartPr>
              <p14:xfrm>
                <a:off x="10669973" y="3660790"/>
                <a:ext cx="78120" cy="137520"/>
              </p14:xfrm>
            </p:contentPart>
          </mc:Choice>
          <mc:Fallback>
            <p:pic>
              <p:nvPicPr>
                <p:cNvPr id="25" name="Ink 24">
                  <a:extLst>
                    <a:ext uri="{FF2B5EF4-FFF2-40B4-BE49-F238E27FC236}">
                      <a16:creationId xmlns:a16="http://schemas.microsoft.com/office/drawing/2014/main" id="{BB8B845B-721E-757A-D667-D0343D724966}"/>
                    </a:ext>
                  </a:extLst>
                </p:cNvPr>
                <p:cNvPicPr/>
                <p:nvPr/>
              </p:nvPicPr>
              <p:blipFill>
                <a:blip r:embed="rId38"/>
                <a:stretch>
                  <a:fillRect/>
                </a:stretch>
              </p:blipFill>
              <p:spPr>
                <a:xfrm>
                  <a:off x="10660973" y="3652150"/>
                  <a:ext cx="95760"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6" name="Ink 25">
                  <a:extLst>
                    <a:ext uri="{FF2B5EF4-FFF2-40B4-BE49-F238E27FC236}">
                      <a16:creationId xmlns:a16="http://schemas.microsoft.com/office/drawing/2014/main" id="{AA9E6B0E-9FD8-4301-541F-D018B8B4581F}"/>
                    </a:ext>
                  </a:extLst>
                </p14:cNvPr>
                <p14:cNvContentPartPr/>
                <p14:nvPr/>
              </p14:nvContentPartPr>
              <p14:xfrm>
                <a:off x="10779413" y="3718390"/>
                <a:ext cx="69480" cy="90720"/>
              </p14:xfrm>
            </p:contentPart>
          </mc:Choice>
          <mc:Fallback>
            <p:pic>
              <p:nvPicPr>
                <p:cNvPr id="26" name="Ink 25">
                  <a:extLst>
                    <a:ext uri="{FF2B5EF4-FFF2-40B4-BE49-F238E27FC236}">
                      <a16:creationId xmlns:a16="http://schemas.microsoft.com/office/drawing/2014/main" id="{AA9E6B0E-9FD8-4301-541F-D018B8B4581F}"/>
                    </a:ext>
                  </a:extLst>
                </p:cNvPr>
                <p:cNvPicPr/>
                <p:nvPr/>
              </p:nvPicPr>
              <p:blipFill>
                <a:blip r:embed="rId40"/>
                <a:stretch>
                  <a:fillRect/>
                </a:stretch>
              </p:blipFill>
              <p:spPr>
                <a:xfrm>
                  <a:off x="10770413" y="3709750"/>
                  <a:ext cx="8712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7" name="Ink 26">
                  <a:extLst>
                    <a:ext uri="{FF2B5EF4-FFF2-40B4-BE49-F238E27FC236}">
                      <a16:creationId xmlns:a16="http://schemas.microsoft.com/office/drawing/2014/main" id="{C438B991-3BB2-929E-0B59-4C6FC117E29A}"/>
                    </a:ext>
                  </a:extLst>
                </p14:cNvPr>
                <p14:cNvContentPartPr/>
                <p14:nvPr/>
              </p14:nvContentPartPr>
              <p14:xfrm>
                <a:off x="10924493" y="3681310"/>
                <a:ext cx="50400" cy="167040"/>
              </p14:xfrm>
            </p:contentPart>
          </mc:Choice>
          <mc:Fallback>
            <p:pic>
              <p:nvPicPr>
                <p:cNvPr id="27" name="Ink 26">
                  <a:extLst>
                    <a:ext uri="{FF2B5EF4-FFF2-40B4-BE49-F238E27FC236}">
                      <a16:creationId xmlns:a16="http://schemas.microsoft.com/office/drawing/2014/main" id="{C438B991-3BB2-929E-0B59-4C6FC117E29A}"/>
                    </a:ext>
                  </a:extLst>
                </p:cNvPr>
                <p:cNvPicPr/>
                <p:nvPr/>
              </p:nvPicPr>
              <p:blipFill>
                <a:blip r:embed="rId42"/>
                <a:stretch>
                  <a:fillRect/>
                </a:stretch>
              </p:blipFill>
              <p:spPr>
                <a:xfrm>
                  <a:off x="10915493" y="3672670"/>
                  <a:ext cx="6804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8" name="Ink 27">
                  <a:extLst>
                    <a:ext uri="{FF2B5EF4-FFF2-40B4-BE49-F238E27FC236}">
                      <a16:creationId xmlns:a16="http://schemas.microsoft.com/office/drawing/2014/main" id="{00CE6C98-621A-9161-F02E-55CD29EF521E}"/>
                    </a:ext>
                  </a:extLst>
                </p14:cNvPr>
                <p14:cNvContentPartPr/>
                <p14:nvPr/>
              </p14:nvContentPartPr>
              <p14:xfrm>
                <a:off x="10352453" y="3722710"/>
                <a:ext cx="56880" cy="182520"/>
              </p14:xfrm>
            </p:contentPart>
          </mc:Choice>
          <mc:Fallback>
            <p:pic>
              <p:nvPicPr>
                <p:cNvPr id="28" name="Ink 27">
                  <a:extLst>
                    <a:ext uri="{FF2B5EF4-FFF2-40B4-BE49-F238E27FC236}">
                      <a16:creationId xmlns:a16="http://schemas.microsoft.com/office/drawing/2014/main" id="{00CE6C98-621A-9161-F02E-55CD29EF521E}"/>
                    </a:ext>
                  </a:extLst>
                </p:cNvPr>
                <p:cNvPicPr/>
                <p:nvPr/>
              </p:nvPicPr>
              <p:blipFill>
                <a:blip r:embed="rId44"/>
                <a:stretch>
                  <a:fillRect/>
                </a:stretch>
              </p:blipFill>
              <p:spPr>
                <a:xfrm>
                  <a:off x="10343813" y="3713710"/>
                  <a:ext cx="74520" cy="200160"/>
                </a:xfrm>
                <a:prstGeom prst="rect">
                  <a:avLst/>
                </a:prstGeom>
              </p:spPr>
            </p:pic>
          </mc:Fallback>
        </mc:AlternateContent>
      </p:grpSp>
      <p:grpSp>
        <p:nvGrpSpPr>
          <p:cNvPr id="32" name="Group 31">
            <a:extLst>
              <a:ext uri="{FF2B5EF4-FFF2-40B4-BE49-F238E27FC236}">
                <a16:creationId xmlns:a16="http://schemas.microsoft.com/office/drawing/2014/main" id="{D9CAA3BB-C019-4872-A732-5E21C9134795}"/>
              </a:ext>
            </a:extLst>
          </p:cNvPr>
          <p:cNvGrpSpPr/>
          <p:nvPr/>
        </p:nvGrpSpPr>
        <p:grpSpPr>
          <a:xfrm>
            <a:off x="9616253" y="2161750"/>
            <a:ext cx="139680" cy="627480"/>
            <a:chOff x="9616253" y="2161750"/>
            <a:chExt cx="139680" cy="627480"/>
          </a:xfrm>
        </p:grpSpPr>
        <mc:AlternateContent xmlns:mc="http://schemas.openxmlformats.org/markup-compatibility/2006">
          <mc:Choice xmlns:p14="http://schemas.microsoft.com/office/powerpoint/2010/main" Requires="p14">
            <p:contentPart p14:bwMode="auto" r:id="rId45">
              <p14:nvContentPartPr>
                <p14:cNvPr id="30" name="Ink 29">
                  <a:extLst>
                    <a:ext uri="{FF2B5EF4-FFF2-40B4-BE49-F238E27FC236}">
                      <a16:creationId xmlns:a16="http://schemas.microsoft.com/office/drawing/2014/main" id="{5FDBD6DB-F003-0293-BB90-2A88CC42ABA7}"/>
                    </a:ext>
                  </a:extLst>
                </p14:cNvPr>
                <p14:cNvContentPartPr/>
                <p14:nvPr/>
              </p14:nvContentPartPr>
              <p14:xfrm>
                <a:off x="9676373" y="2161750"/>
                <a:ext cx="79560" cy="567360"/>
              </p14:xfrm>
            </p:contentPart>
          </mc:Choice>
          <mc:Fallback>
            <p:pic>
              <p:nvPicPr>
                <p:cNvPr id="30" name="Ink 29">
                  <a:extLst>
                    <a:ext uri="{FF2B5EF4-FFF2-40B4-BE49-F238E27FC236}">
                      <a16:creationId xmlns:a16="http://schemas.microsoft.com/office/drawing/2014/main" id="{5FDBD6DB-F003-0293-BB90-2A88CC42ABA7}"/>
                    </a:ext>
                  </a:extLst>
                </p:cNvPr>
                <p:cNvPicPr/>
                <p:nvPr/>
              </p:nvPicPr>
              <p:blipFill>
                <a:blip r:embed="rId46"/>
                <a:stretch>
                  <a:fillRect/>
                </a:stretch>
              </p:blipFill>
              <p:spPr>
                <a:xfrm>
                  <a:off x="9667733" y="2152750"/>
                  <a:ext cx="97200" cy="5850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1" name="Ink 30">
                  <a:extLst>
                    <a:ext uri="{FF2B5EF4-FFF2-40B4-BE49-F238E27FC236}">
                      <a16:creationId xmlns:a16="http://schemas.microsoft.com/office/drawing/2014/main" id="{81D416C1-BFF8-C8D0-2228-EFE2A4315656}"/>
                    </a:ext>
                  </a:extLst>
                </p14:cNvPr>
                <p14:cNvContentPartPr/>
                <p14:nvPr/>
              </p14:nvContentPartPr>
              <p14:xfrm>
                <a:off x="9616253" y="2676190"/>
                <a:ext cx="122760" cy="113040"/>
              </p14:xfrm>
            </p:contentPart>
          </mc:Choice>
          <mc:Fallback>
            <p:pic>
              <p:nvPicPr>
                <p:cNvPr id="31" name="Ink 30">
                  <a:extLst>
                    <a:ext uri="{FF2B5EF4-FFF2-40B4-BE49-F238E27FC236}">
                      <a16:creationId xmlns:a16="http://schemas.microsoft.com/office/drawing/2014/main" id="{81D416C1-BFF8-C8D0-2228-EFE2A4315656}"/>
                    </a:ext>
                  </a:extLst>
                </p:cNvPr>
                <p:cNvPicPr/>
                <p:nvPr/>
              </p:nvPicPr>
              <p:blipFill>
                <a:blip r:embed="rId48"/>
                <a:stretch>
                  <a:fillRect/>
                </a:stretch>
              </p:blipFill>
              <p:spPr>
                <a:xfrm>
                  <a:off x="9607253" y="2667550"/>
                  <a:ext cx="140400" cy="130680"/>
                </a:xfrm>
                <a:prstGeom prst="rect">
                  <a:avLst/>
                </a:prstGeom>
              </p:spPr>
            </p:pic>
          </mc:Fallback>
        </mc:AlternateContent>
      </p:grpSp>
      <p:grpSp>
        <p:nvGrpSpPr>
          <p:cNvPr id="39" name="Group 38">
            <a:extLst>
              <a:ext uri="{FF2B5EF4-FFF2-40B4-BE49-F238E27FC236}">
                <a16:creationId xmlns:a16="http://schemas.microsoft.com/office/drawing/2014/main" id="{B6B3E872-3727-D675-409A-84A8E5FC32C9}"/>
              </a:ext>
            </a:extLst>
          </p:cNvPr>
          <p:cNvGrpSpPr/>
          <p:nvPr/>
        </p:nvGrpSpPr>
        <p:grpSpPr>
          <a:xfrm>
            <a:off x="9377213" y="1846030"/>
            <a:ext cx="1138320" cy="349560"/>
            <a:chOff x="9377213" y="1846030"/>
            <a:chExt cx="1138320" cy="349560"/>
          </a:xfrm>
        </p:grpSpPr>
        <mc:AlternateContent xmlns:mc="http://schemas.openxmlformats.org/markup-compatibility/2006">
          <mc:Choice xmlns:p14="http://schemas.microsoft.com/office/powerpoint/2010/main" Requires="p14">
            <p:contentPart p14:bwMode="auto" r:id="rId49">
              <p14:nvContentPartPr>
                <p14:cNvPr id="33" name="Ink 32">
                  <a:extLst>
                    <a:ext uri="{FF2B5EF4-FFF2-40B4-BE49-F238E27FC236}">
                      <a16:creationId xmlns:a16="http://schemas.microsoft.com/office/drawing/2014/main" id="{ED7239B3-72F0-B13B-97ED-A098B3BBC5C1}"/>
                    </a:ext>
                  </a:extLst>
                </p14:cNvPr>
                <p14:cNvContentPartPr/>
                <p14:nvPr/>
              </p14:nvContentPartPr>
              <p14:xfrm>
                <a:off x="9591413" y="1852150"/>
                <a:ext cx="194040" cy="230040"/>
              </p14:xfrm>
            </p:contentPart>
          </mc:Choice>
          <mc:Fallback>
            <p:pic>
              <p:nvPicPr>
                <p:cNvPr id="33" name="Ink 32">
                  <a:extLst>
                    <a:ext uri="{FF2B5EF4-FFF2-40B4-BE49-F238E27FC236}">
                      <a16:creationId xmlns:a16="http://schemas.microsoft.com/office/drawing/2014/main" id="{ED7239B3-72F0-B13B-97ED-A098B3BBC5C1}"/>
                    </a:ext>
                  </a:extLst>
                </p:cNvPr>
                <p:cNvPicPr/>
                <p:nvPr/>
              </p:nvPicPr>
              <p:blipFill>
                <a:blip r:embed="rId50"/>
                <a:stretch>
                  <a:fillRect/>
                </a:stretch>
              </p:blipFill>
              <p:spPr>
                <a:xfrm>
                  <a:off x="9582773" y="1843510"/>
                  <a:ext cx="211680" cy="24768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4" name="Ink 33">
                  <a:extLst>
                    <a:ext uri="{FF2B5EF4-FFF2-40B4-BE49-F238E27FC236}">
                      <a16:creationId xmlns:a16="http://schemas.microsoft.com/office/drawing/2014/main" id="{FC00A64A-D416-5744-B430-0EA1A8460FB3}"/>
                    </a:ext>
                  </a:extLst>
                </p14:cNvPr>
                <p14:cNvContentPartPr/>
                <p14:nvPr/>
              </p14:nvContentPartPr>
              <p14:xfrm>
                <a:off x="9834773" y="1938910"/>
                <a:ext cx="99720" cy="131040"/>
              </p14:xfrm>
            </p:contentPart>
          </mc:Choice>
          <mc:Fallback>
            <p:pic>
              <p:nvPicPr>
                <p:cNvPr id="34" name="Ink 33">
                  <a:extLst>
                    <a:ext uri="{FF2B5EF4-FFF2-40B4-BE49-F238E27FC236}">
                      <a16:creationId xmlns:a16="http://schemas.microsoft.com/office/drawing/2014/main" id="{FC00A64A-D416-5744-B430-0EA1A8460FB3}"/>
                    </a:ext>
                  </a:extLst>
                </p:cNvPr>
                <p:cNvPicPr/>
                <p:nvPr/>
              </p:nvPicPr>
              <p:blipFill>
                <a:blip r:embed="rId52"/>
                <a:stretch>
                  <a:fillRect/>
                </a:stretch>
              </p:blipFill>
              <p:spPr>
                <a:xfrm>
                  <a:off x="9825773" y="1929910"/>
                  <a:ext cx="11736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5" name="Ink 34">
                  <a:extLst>
                    <a:ext uri="{FF2B5EF4-FFF2-40B4-BE49-F238E27FC236}">
                      <a16:creationId xmlns:a16="http://schemas.microsoft.com/office/drawing/2014/main" id="{4E10A646-AF16-CB67-AEF5-EA968C96EF63}"/>
                    </a:ext>
                  </a:extLst>
                </p14:cNvPr>
                <p14:cNvContentPartPr/>
                <p14:nvPr/>
              </p14:nvContentPartPr>
              <p14:xfrm>
                <a:off x="9968333" y="1932790"/>
                <a:ext cx="108000" cy="114840"/>
              </p14:xfrm>
            </p:contentPart>
          </mc:Choice>
          <mc:Fallback>
            <p:pic>
              <p:nvPicPr>
                <p:cNvPr id="35" name="Ink 34">
                  <a:extLst>
                    <a:ext uri="{FF2B5EF4-FFF2-40B4-BE49-F238E27FC236}">
                      <a16:creationId xmlns:a16="http://schemas.microsoft.com/office/drawing/2014/main" id="{4E10A646-AF16-CB67-AEF5-EA968C96EF63}"/>
                    </a:ext>
                  </a:extLst>
                </p:cNvPr>
                <p:cNvPicPr/>
                <p:nvPr/>
              </p:nvPicPr>
              <p:blipFill>
                <a:blip r:embed="rId54"/>
                <a:stretch>
                  <a:fillRect/>
                </a:stretch>
              </p:blipFill>
              <p:spPr>
                <a:xfrm>
                  <a:off x="9959333" y="1923790"/>
                  <a:ext cx="12564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6" name="Ink 35">
                  <a:extLst>
                    <a:ext uri="{FF2B5EF4-FFF2-40B4-BE49-F238E27FC236}">
                      <a16:creationId xmlns:a16="http://schemas.microsoft.com/office/drawing/2014/main" id="{6E1FF43C-485F-8CC9-972A-6DCFC27B190D}"/>
                    </a:ext>
                  </a:extLst>
                </p14:cNvPr>
                <p14:cNvContentPartPr/>
                <p14:nvPr/>
              </p14:nvContentPartPr>
              <p14:xfrm>
                <a:off x="10144373" y="1951150"/>
                <a:ext cx="125640" cy="107280"/>
              </p14:xfrm>
            </p:contentPart>
          </mc:Choice>
          <mc:Fallback>
            <p:pic>
              <p:nvPicPr>
                <p:cNvPr id="36" name="Ink 35">
                  <a:extLst>
                    <a:ext uri="{FF2B5EF4-FFF2-40B4-BE49-F238E27FC236}">
                      <a16:creationId xmlns:a16="http://schemas.microsoft.com/office/drawing/2014/main" id="{6E1FF43C-485F-8CC9-972A-6DCFC27B190D}"/>
                    </a:ext>
                  </a:extLst>
                </p:cNvPr>
                <p:cNvPicPr/>
                <p:nvPr/>
              </p:nvPicPr>
              <p:blipFill>
                <a:blip r:embed="rId56"/>
                <a:stretch>
                  <a:fillRect/>
                </a:stretch>
              </p:blipFill>
              <p:spPr>
                <a:xfrm>
                  <a:off x="10135373" y="1942510"/>
                  <a:ext cx="14328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7" name="Ink 36">
                  <a:extLst>
                    <a:ext uri="{FF2B5EF4-FFF2-40B4-BE49-F238E27FC236}">
                      <a16:creationId xmlns:a16="http://schemas.microsoft.com/office/drawing/2014/main" id="{EB859F64-3FCA-156C-5354-6474F28C1394}"/>
                    </a:ext>
                  </a:extLst>
                </p14:cNvPr>
                <p14:cNvContentPartPr/>
                <p14:nvPr/>
              </p14:nvContentPartPr>
              <p14:xfrm>
                <a:off x="9377213" y="1888150"/>
                <a:ext cx="115920" cy="307440"/>
              </p14:xfrm>
            </p:contentPart>
          </mc:Choice>
          <mc:Fallback>
            <p:pic>
              <p:nvPicPr>
                <p:cNvPr id="37" name="Ink 36">
                  <a:extLst>
                    <a:ext uri="{FF2B5EF4-FFF2-40B4-BE49-F238E27FC236}">
                      <a16:creationId xmlns:a16="http://schemas.microsoft.com/office/drawing/2014/main" id="{EB859F64-3FCA-156C-5354-6474F28C1394}"/>
                    </a:ext>
                  </a:extLst>
                </p:cNvPr>
                <p:cNvPicPr/>
                <p:nvPr/>
              </p:nvPicPr>
              <p:blipFill>
                <a:blip r:embed="rId58"/>
                <a:stretch>
                  <a:fillRect/>
                </a:stretch>
              </p:blipFill>
              <p:spPr>
                <a:xfrm>
                  <a:off x="9368213" y="1879150"/>
                  <a:ext cx="133560" cy="32508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8" name="Ink 37">
                  <a:extLst>
                    <a:ext uri="{FF2B5EF4-FFF2-40B4-BE49-F238E27FC236}">
                      <a16:creationId xmlns:a16="http://schemas.microsoft.com/office/drawing/2014/main" id="{B49778FD-D451-8B5E-1898-DA764425D7EC}"/>
                    </a:ext>
                  </a:extLst>
                </p14:cNvPr>
                <p14:cNvContentPartPr/>
                <p14:nvPr/>
              </p14:nvContentPartPr>
              <p14:xfrm>
                <a:off x="10407533" y="1846030"/>
                <a:ext cx="108000" cy="291240"/>
              </p14:xfrm>
            </p:contentPart>
          </mc:Choice>
          <mc:Fallback>
            <p:pic>
              <p:nvPicPr>
                <p:cNvPr id="38" name="Ink 37">
                  <a:extLst>
                    <a:ext uri="{FF2B5EF4-FFF2-40B4-BE49-F238E27FC236}">
                      <a16:creationId xmlns:a16="http://schemas.microsoft.com/office/drawing/2014/main" id="{B49778FD-D451-8B5E-1898-DA764425D7EC}"/>
                    </a:ext>
                  </a:extLst>
                </p:cNvPr>
                <p:cNvPicPr/>
                <p:nvPr/>
              </p:nvPicPr>
              <p:blipFill>
                <a:blip r:embed="rId60"/>
                <a:stretch>
                  <a:fillRect/>
                </a:stretch>
              </p:blipFill>
              <p:spPr>
                <a:xfrm>
                  <a:off x="10398893" y="1837030"/>
                  <a:ext cx="125640" cy="308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1">
            <p14:nvContentPartPr>
              <p14:cNvPr id="40" name="Ink 39">
                <a:extLst>
                  <a:ext uri="{FF2B5EF4-FFF2-40B4-BE49-F238E27FC236}">
                    <a16:creationId xmlns:a16="http://schemas.microsoft.com/office/drawing/2014/main" id="{71CE5B58-A021-117F-3917-B338A74817CE}"/>
                  </a:ext>
                </a:extLst>
              </p14:cNvPr>
              <p14:cNvContentPartPr/>
              <p14:nvPr/>
            </p14:nvContentPartPr>
            <p14:xfrm>
              <a:off x="3983333" y="2573590"/>
              <a:ext cx="159120" cy="286560"/>
            </p14:xfrm>
          </p:contentPart>
        </mc:Choice>
        <mc:Fallback>
          <p:pic>
            <p:nvPicPr>
              <p:cNvPr id="40" name="Ink 39">
                <a:extLst>
                  <a:ext uri="{FF2B5EF4-FFF2-40B4-BE49-F238E27FC236}">
                    <a16:creationId xmlns:a16="http://schemas.microsoft.com/office/drawing/2014/main" id="{71CE5B58-A021-117F-3917-B338A74817CE}"/>
                  </a:ext>
                </a:extLst>
              </p:cNvPr>
              <p:cNvPicPr/>
              <p:nvPr/>
            </p:nvPicPr>
            <p:blipFill>
              <a:blip r:embed="rId62"/>
              <a:stretch>
                <a:fillRect/>
              </a:stretch>
            </p:blipFill>
            <p:spPr>
              <a:xfrm>
                <a:off x="3974333" y="2564950"/>
                <a:ext cx="176760" cy="304200"/>
              </a:xfrm>
              <a:prstGeom prst="rect">
                <a:avLst/>
              </a:prstGeom>
            </p:spPr>
          </p:pic>
        </mc:Fallback>
      </mc:AlternateContent>
    </p:spTree>
    <p:extLst>
      <p:ext uri="{BB962C8B-B14F-4D97-AF65-F5344CB8AC3E}">
        <p14:creationId xmlns:p14="http://schemas.microsoft.com/office/powerpoint/2010/main" val="942028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845FE-E470-0E03-4F29-7271AACA672B}"/>
              </a:ext>
            </a:extLst>
          </p:cNvPr>
          <p:cNvSpPr>
            <a:spLocks noGrp="1"/>
          </p:cNvSpPr>
          <p:nvPr>
            <p:ph type="title"/>
          </p:nvPr>
        </p:nvSpPr>
        <p:spPr/>
        <p:txBody>
          <a:bodyPr/>
          <a:lstStyle/>
          <a:p>
            <a:r>
              <a:rPr lang="en-US" dirty="0"/>
              <a:t>Hands on: Node JS</a:t>
            </a:r>
          </a:p>
        </p:txBody>
      </p:sp>
      <p:sp>
        <p:nvSpPr>
          <p:cNvPr id="3" name="TextBox 2">
            <a:extLst>
              <a:ext uri="{FF2B5EF4-FFF2-40B4-BE49-F238E27FC236}">
                <a16:creationId xmlns:a16="http://schemas.microsoft.com/office/drawing/2014/main" id="{15CEA730-A4E9-FF73-F878-8FE032C7DC28}"/>
              </a:ext>
            </a:extLst>
          </p:cNvPr>
          <p:cNvSpPr txBox="1"/>
          <p:nvPr/>
        </p:nvSpPr>
        <p:spPr>
          <a:xfrm>
            <a:off x="189756" y="1052736"/>
            <a:ext cx="11593288" cy="2677656"/>
          </a:xfrm>
          <a:prstGeom prst="rect">
            <a:avLst/>
          </a:prstGeom>
          <a:noFill/>
        </p:spPr>
        <p:txBody>
          <a:bodyPr wrap="square" rtlCol="0">
            <a:spAutoFit/>
          </a:bodyPr>
          <a:lstStyle/>
          <a:p>
            <a:r>
              <a:rPr lang="en-US" b="1" dirty="0">
                <a:solidFill>
                  <a:schemeClr val="bg1"/>
                </a:solidFill>
              </a:rPr>
              <a:t>Solution:</a:t>
            </a:r>
          </a:p>
          <a:p>
            <a:r>
              <a:rPr lang="en-US" dirty="0">
                <a:hlinkClick r:id="rId2"/>
              </a:rPr>
              <a:t>https://github.com/soyuztechnologies/BTP_Architect_Training/blob/master/Day%203/02basicnode.zip</a:t>
            </a:r>
            <a:endParaRPr lang="en-US" dirty="0"/>
          </a:p>
          <a:p>
            <a:endParaRPr lang="en-US" dirty="0"/>
          </a:p>
          <a:p>
            <a:r>
              <a:rPr lang="en-US" b="1" dirty="0">
                <a:solidFill>
                  <a:schemeClr val="bg1"/>
                </a:solidFill>
              </a:rPr>
              <a:t>Node Microservice Solution:</a:t>
            </a:r>
          </a:p>
          <a:p>
            <a:r>
              <a:rPr lang="en-US" dirty="0">
                <a:hlinkClick r:id="rId3"/>
              </a:rPr>
              <a:t>https://github.com/soyuztechnologies/BTP_Architect_Training/blob/master/Day%203/03Nodemicroservice.zip</a:t>
            </a:r>
            <a:r>
              <a:rPr lang="en-US" dirty="0"/>
              <a:t> </a:t>
            </a:r>
          </a:p>
        </p:txBody>
      </p:sp>
      <p:pic>
        <p:nvPicPr>
          <p:cNvPr id="2052" name="Picture 4" descr="Node.js - Wikipedia">
            <a:extLst>
              <a:ext uri="{FF2B5EF4-FFF2-40B4-BE49-F238E27FC236}">
                <a16:creationId xmlns:a16="http://schemas.microsoft.com/office/drawing/2014/main" id="{70CE5CA1-BBAA-EDD7-6748-2F2AFDF9240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97868" y="3998203"/>
            <a:ext cx="3840310" cy="234888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icroservices in Java? Never.. There has been an ever growing number… | by  Elliot Forbes | codeburst">
            <a:extLst>
              <a:ext uri="{FF2B5EF4-FFF2-40B4-BE49-F238E27FC236}">
                <a16:creationId xmlns:a16="http://schemas.microsoft.com/office/drawing/2014/main" id="{D4A1178E-F45B-050D-39A4-B6A645AFCB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2564" y="3510257"/>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6044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Functions in JS</a:t>
            </a:r>
          </a:p>
        </p:txBody>
      </p:sp>
      <p:sp>
        <p:nvSpPr>
          <p:cNvPr id="3" name="TextBox 2">
            <a:extLst>
              <a:ext uri="{FF2B5EF4-FFF2-40B4-BE49-F238E27FC236}">
                <a16:creationId xmlns:a16="http://schemas.microsoft.com/office/drawing/2014/main" id="{2111179D-922B-7E43-FC30-4F9FD5B4683D}"/>
              </a:ext>
            </a:extLst>
          </p:cNvPr>
          <p:cNvSpPr txBox="1"/>
          <p:nvPr/>
        </p:nvSpPr>
        <p:spPr>
          <a:xfrm>
            <a:off x="333772" y="945182"/>
            <a:ext cx="11521280" cy="1569660"/>
          </a:xfrm>
          <a:prstGeom prst="rect">
            <a:avLst/>
          </a:prstGeom>
          <a:noFill/>
        </p:spPr>
        <p:txBody>
          <a:bodyPr wrap="square" rtlCol="0">
            <a:spAutoFit/>
          </a:bodyPr>
          <a:lstStyle/>
          <a:p>
            <a:pPr marL="457200" indent="-457200">
              <a:buAutoNum type="arabicPeriod"/>
            </a:pPr>
            <a:r>
              <a:rPr lang="en-IN" dirty="0">
                <a:solidFill>
                  <a:schemeClr val="bg1"/>
                </a:solidFill>
              </a:rPr>
              <a:t>Named Function</a:t>
            </a:r>
          </a:p>
          <a:p>
            <a:pPr marL="1066693" lvl="1" indent="-457200">
              <a:buAutoNum type="arabicPeriod"/>
            </a:pPr>
            <a:r>
              <a:rPr lang="en-IN" dirty="0">
                <a:solidFill>
                  <a:schemeClr val="bg1"/>
                </a:solidFill>
              </a:rPr>
              <a:t>Simple name</a:t>
            </a:r>
          </a:p>
          <a:p>
            <a:pPr marL="1066693" lvl="1" indent="-457200">
              <a:buAutoNum type="arabicPeriod"/>
            </a:pPr>
            <a:r>
              <a:rPr lang="en-IN" dirty="0">
                <a:solidFill>
                  <a:schemeClr val="bg1"/>
                </a:solidFill>
              </a:rPr>
              <a:t>Arrow function</a:t>
            </a:r>
          </a:p>
          <a:p>
            <a:pPr marL="457200" indent="-457200">
              <a:buAutoNum type="arabicPeriod"/>
            </a:pPr>
            <a:r>
              <a:rPr lang="en-IN" dirty="0">
                <a:solidFill>
                  <a:schemeClr val="bg1"/>
                </a:solidFill>
              </a:rPr>
              <a:t>Anonymous function</a:t>
            </a:r>
          </a:p>
        </p:txBody>
      </p:sp>
    </p:spTree>
    <p:extLst>
      <p:ext uri="{BB962C8B-B14F-4D97-AF65-F5344CB8AC3E}">
        <p14:creationId xmlns:p14="http://schemas.microsoft.com/office/powerpoint/2010/main" val="3760491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Deploy Node Microservice to BTP</a:t>
            </a:r>
            <a:endParaRPr lang="en-US" dirty="0"/>
          </a:p>
        </p:txBody>
      </p:sp>
      <p:pic>
        <p:nvPicPr>
          <p:cNvPr id="1026" name="Picture 2" descr="Migrate and deploy Cloud Foundry applications to Kubernetes | Red Hat  Developer">
            <a:extLst>
              <a:ext uri="{FF2B5EF4-FFF2-40B4-BE49-F238E27FC236}">
                <a16:creationId xmlns:a16="http://schemas.microsoft.com/office/drawing/2014/main" id="{A8CBAEC0-374D-85C7-365A-E831AA0DDA0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3812" y="1268760"/>
            <a:ext cx="7201469" cy="472514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1C1FD12F-7B9A-C402-34A9-0CDD79FF9E14}"/>
                  </a:ext>
                </a:extLst>
              </p14:cNvPr>
              <p14:cNvContentPartPr/>
              <p14:nvPr/>
            </p14:nvContentPartPr>
            <p14:xfrm>
              <a:off x="2979004" y="6233516"/>
              <a:ext cx="360" cy="360"/>
            </p14:xfrm>
          </p:contentPart>
        </mc:Choice>
        <mc:Fallback xmlns="">
          <p:pic>
            <p:nvPicPr>
              <p:cNvPr id="4" name="Ink 3">
                <a:extLst>
                  <a:ext uri="{FF2B5EF4-FFF2-40B4-BE49-F238E27FC236}">
                    <a16:creationId xmlns:a16="http://schemas.microsoft.com/office/drawing/2014/main" id="{1C1FD12F-7B9A-C402-34A9-0CDD79FF9E14}"/>
                  </a:ext>
                </a:extLst>
              </p:cNvPr>
              <p:cNvPicPr/>
              <p:nvPr/>
            </p:nvPicPr>
            <p:blipFill>
              <a:blip r:embed="rId4"/>
              <a:stretch>
                <a:fillRect/>
              </a:stretch>
            </p:blipFill>
            <p:spPr>
              <a:xfrm>
                <a:off x="2970364" y="6224516"/>
                <a:ext cx="18000" cy="18000"/>
              </a:xfrm>
              <a:prstGeom prst="rect">
                <a:avLst/>
              </a:prstGeom>
            </p:spPr>
          </p:pic>
        </mc:Fallback>
      </mc:AlternateContent>
    </p:spTree>
    <p:extLst>
      <p:ext uri="{BB962C8B-B14F-4D97-AF65-F5344CB8AC3E}">
        <p14:creationId xmlns:p14="http://schemas.microsoft.com/office/powerpoint/2010/main" val="3564057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Challenges of building Apps on BTP</a:t>
            </a:r>
            <a:endParaRPr lang="en-US" dirty="0"/>
          </a:p>
        </p:txBody>
      </p:sp>
      <p:sp>
        <p:nvSpPr>
          <p:cNvPr id="3" name="TextBox 2">
            <a:extLst>
              <a:ext uri="{FF2B5EF4-FFF2-40B4-BE49-F238E27FC236}">
                <a16:creationId xmlns:a16="http://schemas.microsoft.com/office/drawing/2014/main" id="{6148E66F-ABF6-0B15-CE8B-9C044524F705}"/>
              </a:ext>
            </a:extLst>
          </p:cNvPr>
          <p:cNvSpPr txBox="1"/>
          <p:nvPr/>
        </p:nvSpPr>
        <p:spPr>
          <a:xfrm>
            <a:off x="189756" y="787935"/>
            <a:ext cx="11809312" cy="5632311"/>
          </a:xfrm>
          <a:prstGeom prst="rect">
            <a:avLst/>
          </a:prstGeom>
          <a:noFill/>
        </p:spPr>
        <p:txBody>
          <a:bodyPr wrap="square" rtlCol="0">
            <a:spAutoFit/>
          </a:bodyPr>
          <a:lstStyle/>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What is the best-practice/ gold-standard to build sap </a:t>
            </a:r>
            <a:r>
              <a:rPr kumimoji="0" lang="en-US" sz="1800" b="0" i="0" u="none" strike="noStrike" kern="1200" cap="none" spc="0" normalizeH="0" baseline="0" noProof="0" dirty="0" err="1">
                <a:ln>
                  <a:noFill/>
                </a:ln>
                <a:solidFill>
                  <a:prstClr val="white"/>
                </a:solidFill>
                <a:effectLst/>
                <a:uLnTx/>
                <a:uFillTx/>
                <a:latin typeface="Segoe UI"/>
                <a:ea typeface="+mn-ea"/>
                <a:cs typeface="+mn-cs"/>
                <a:sym typeface="Wingdings" panose="05000000000000000000" pitchFamily="2" charset="2"/>
              </a:rPr>
              <a:t>btp</a:t>
            </a: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 applications, recommendation by SAP</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Are there any existing sample apps which we can follow to build our app</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Many times, as a developer it is hard to add each part of app like files, dependencies, deploy descriptor, lots of code. Can this process be simplified?</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How can we have reusability of the code to speed up my development and use sap provided tools to generate the skeleton of the apps</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As a developer we want to focus more on functional aspect implementation rather initial project setup</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Our apps are sometime tightly coupled with DB technology, develop DB agnostic apps</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No matter what is the area we belong FIN, SD, MM, PP, PM, APO, CRM, HR etc. eventually as a developer we all do same work. Design tables, write logic, build UI</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How to develop software in BTP, which does not require too much time in handovers</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SAP CAPM – Cloud Application Programming Model</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It’s a SAP provided framework to develop SaaS apps in BTP which is PaaS. If the developer wants to use open source technologies like Node and Java. Great cost saving and freedom of choice of technology and consultants available easily in market. </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SAP RAP – Restful Application Programming Model</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It is based on ABAP on Cloud. We can build extensions and SaaS application using this framework. The skill required will be ABAP and CDS knowledge. The deployment is very costly as compared to open-source technologies used in CAP.</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3201663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Effect transition="in" filter="randombar(horizontal)">
                                      <p:cBhvr>
                                        <p:cTn id="55" dur="500"/>
                                        <p:tgtEl>
                                          <p:spTgt spid="3">
                                            <p:txEl>
                                              <p:pRg st="8" end="8"/>
                                            </p:txEl>
                                          </p:spTgt>
                                        </p:tgtEl>
                                      </p:cBhvr>
                                    </p:animEffect>
                                  </p:childTnLst>
                                </p:cTn>
                              </p:par>
                              <p:par>
                                <p:cTn id="56" presetID="14" presetClass="entr" presetSubtype="10" fill="hold" nodeType="withEffect">
                                  <p:stCondLst>
                                    <p:cond delay="0"/>
                                  </p:stCondLst>
                                  <p:childTnLst>
                                    <p:set>
                                      <p:cBhvr>
                                        <p:cTn id="57" dur="1" fill="hold">
                                          <p:stCondLst>
                                            <p:cond delay="0"/>
                                          </p:stCondLst>
                                        </p:cTn>
                                        <p:tgtEl>
                                          <p:spTgt spid="3">
                                            <p:txEl>
                                              <p:pRg st="9" end="9"/>
                                            </p:txEl>
                                          </p:spTgt>
                                        </p:tgtEl>
                                        <p:attrNameLst>
                                          <p:attrName>style.visibility</p:attrName>
                                        </p:attrNameLst>
                                      </p:cBhvr>
                                      <p:to>
                                        <p:strVal val="visible"/>
                                      </p:to>
                                    </p:set>
                                    <p:animEffect transition="in" filter="randombar(horizontal)">
                                      <p:cBhvr>
                                        <p:cTn id="58" dur="500"/>
                                        <p:tgtEl>
                                          <p:spTgt spid="3">
                                            <p:txEl>
                                              <p:pRg st="9" end="9"/>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4" presetClass="entr" presetSubtype="10" fill="hold" nodeType="clickEffect">
                                  <p:stCondLst>
                                    <p:cond delay="0"/>
                                  </p:stCondLst>
                                  <p:childTnLst>
                                    <p:set>
                                      <p:cBhvr>
                                        <p:cTn id="62" dur="1" fill="hold">
                                          <p:stCondLst>
                                            <p:cond delay="0"/>
                                          </p:stCondLst>
                                        </p:cTn>
                                        <p:tgtEl>
                                          <p:spTgt spid="3">
                                            <p:txEl>
                                              <p:pRg st="10" end="10"/>
                                            </p:txEl>
                                          </p:spTgt>
                                        </p:tgtEl>
                                        <p:attrNameLst>
                                          <p:attrName>style.visibility</p:attrName>
                                        </p:attrNameLst>
                                      </p:cBhvr>
                                      <p:to>
                                        <p:strVal val="visible"/>
                                      </p:to>
                                    </p:set>
                                    <p:animEffect transition="in" filter="randombar(horizontal)">
                                      <p:cBhvr>
                                        <p:cTn id="63" dur="500"/>
                                        <p:tgtEl>
                                          <p:spTgt spid="3">
                                            <p:txEl>
                                              <p:pRg st="10" end="10"/>
                                            </p:txEl>
                                          </p:spTgt>
                                        </p:tgtEl>
                                      </p:cBhvr>
                                    </p:animEffect>
                                  </p:childTnLst>
                                </p:cTn>
                              </p:par>
                              <p:par>
                                <p:cTn id="64" presetID="14" presetClass="entr" presetSubtype="10" fill="hold" nodeType="withEffect">
                                  <p:stCondLst>
                                    <p:cond delay="0"/>
                                  </p:stCondLst>
                                  <p:childTnLst>
                                    <p:set>
                                      <p:cBhvr>
                                        <p:cTn id="65" dur="1" fill="hold">
                                          <p:stCondLst>
                                            <p:cond delay="0"/>
                                          </p:stCondLst>
                                        </p:cTn>
                                        <p:tgtEl>
                                          <p:spTgt spid="3">
                                            <p:txEl>
                                              <p:pRg st="11" end="11"/>
                                            </p:txEl>
                                          </p:spTgt>
                                        </p:tgtEl>
                                        <p:attrNameLst>
                                          <p:attrName>style.visibility</p:attrName>
                                        </p:attrNameLst>
                                      </p:cBhvr>
                                      <p:to>
                                        <p:strVal val="visible"/>
                                      </p:to>
                                    </p:set>
                                    <p:animEffect transition="in" filter="randombar(horizontal)">
                                      <p:cBhvr>
                                        <p:cTn id="66"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74506-B897-BE21-C1BC-F96A97BFE6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1D23CC-47AB-3F1D-5136-AD8B625E993C}"/>
              </a:ext>
            </a:extLst>
          </p:cNvPr>
          <p:cNvSpPr>
            <a:spLocks noGrp="1"/>
          </p:cNvSpPr>
          <p:nvPr>
            <p:ph type="title"/>
          </p:nvPr>
        </p:nvSpPr>
        <p:spPr>
          <a:xfrm>
            <a:off x="345105" y="0"/>
            <a:ext cx="9733444" cy="711081"/>
          </a:xfrm>
        </p:spPr>
        <p:txBody>
          <a:bodyPr/>
          <a:lstStyle/>
          <a:p>
            <a:r>
              <a:rPr lang="en-US" dirty="0"/>
              <a:t>Business Application Studio (BAS)</a:t>
            </a:r>
          </a:p>
        </p:txBody>
      </p:sp>
      <p:sp>
        <p:nvSpPr>
          <p:cNvPr id="3" name="Text Placeholder 2">
            <a:extLst>
              <a:ext uri="{FF2B5EF4-FFF2-40B4-BE49-F238E27FC236}">
                <a16:creationId xmlns:a16="http://schemas.microsoft.com/office/drawing/2014/main" id="{4AA73081-F2DF-90BD-3216-268F74856DFE}"/>
              </a:ext>
            </a:extLst>
          </p:cNvPr>
          <p:cNvSpPr>
            <a:spLocks noGrp="1"/>
          </p:cNvSpPr>
          <p:nvPr>
            <p:ph type="body" sz="quarter" idx="10"/>
          </p:nvPr>
        </p:nvSpPr>
        <p:spPr/>
        <p:txBody>
          <a:bodyPr>
            <a:normAutofit/>
          </a:bodyPr>
          <a:lstStyle/>
          <a:p>
            <a:r>
              <a:rPr lang="en-US" sz="1800" dirty="0"/>
              <a:t>BAS is a multi-cloud development tool provided by SAP in BTP platform. It allows us to develop, deploy and manage source code of CAPM application. You can run this tool from any device, anywhere and any platform, there is no LOCAL installation required. In trial a/c BAS is free but productive a/c it has a cost.</a:t>
            </a:r>
          </a:p>
          <a:p>
            <a:r>
              <a:rPr lang="en-US" sz="1800" dirty="0"/>
              <a:t>Dev Space – A dev space is a VM (Debian Linux) running in the cloud on top of BTP platform. It has following benefits:</a:t>
            </a:r>
          </a:p>
          <a:p>
            <a:pPr marL="285750" indent="-285750">
              <a:buFont typeface="Arial" panose="020B0604020202020204" pitchFamily="34" charset="0"/>
              <a:buChar char="•"/>
            </a:pPr>
            <a:r>
              <a:rPr lang="en-US" sz="1800" dirty="0"/>
              <a:t>It restrict the usage of cloud memory to single developer.</a:t>
            </a:r>
          </a:p>
          <a:p>
            <a:pPr marL="285750" indent="-285750">
              <a:buFont typeface="Arial" panose="020B0604020202020204" pitchFamily="34" charset="0"/>
              <a:buChar char="•"/>
            </a:pPr>
            <a:r>
              <a:rPr lang="en-US" sz="1800" dirty="0"/>
              <a:t>Dev space is a private area of developer</a:t>
            </a:r>
          </a:p>
          <a:p>
            <a:pPr marL="285750" indent="-285750">
              <a:buFont typeface="Arial" panose="020B0604020202020204" pitchFamily="34" charset="0"/>
              <a:buChar char="•"/>
            </a:pPr>
            <a:r>
              <a:rPr lang="en-US" sz="1800" dirty="0"/>
              <a:t>If a developer does something wrong, the dev space of only that developer gets affected. (Isolation)</a:t>
            </a:r>
          </a:p>
          <a:p>
            <a:pPr marL="285750" indent="-285750">
              <a:buFont typeface="Arial" panose="020B0604020202020204" pitchFamily="34" charset="0"/>
              <a:buChar char="•"/>
            </a:pPr>
            <a:r>
              <a:rPr lang="en-US" sz="1800" dirty="0"/>
              <a:t>Dev space comes with pre-configured tools, services, CLIs and frameworks for a development</a:t>
            </a:r>
          </a:p>
          <a:p>
            <a:pPr marL="285750" indent="-285750">
              <a:buFont typeface="Arial" panose="020B0604020202020204" pitchFamily="34" charset="0"/>
              <a:buChar char="•"/>
            </a:pPr>
            <a:r>
              <a:rPr lang="en-US" sz="1800" dirty="0"/>
              <a:t>In a trial a/c you can run max 2 dev space and only one can be operational at a time, 365 days limit.</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0CFC44B7-3E7F-C00E-7F2D-41D53F244210}"/>
                  </a:ext>
                </a:extLst>
              </p14:cNvPr>
              <p14:cNvContentPartPr/>
              <p14:nvPr/>
            </p14:nvContentPartPr>
            <p14:xfrm>
              <a:off x="714240" y="2013840"/>
              <a:ext cx="9222840" cy="4547160"/>
            </p14:xfrm>
          </p:contentPart>
        </mc:Choice>
        <mc:Fallback>
          <p:pic>
            <p:nvPicPr>
              <p:cNvPr id="4" name="Ink 3">
                <a:extLst>
                  <a:ext uri="{FF2B5EF4-FFF2-40B4-BE49-F238E27FC236}">
                    <a16:creationId xmlns:a16="http://schemas.microsoft.com/office/drawing/2014/main" id="{0CFC44B7-3E7F-C00E-7F2D-41D53F244210}"/>
                  </a:ext>
                </a:extLst>
              </p:cNvPr>
              <p:cNvPicPr/>
              <p:nvPr/>
            </p:nvPicPr>
            <p:blipFill>
              <a:blip r:embed="rId4"/>
              <a:stretch>
                <a:fillRect/>
              </a:stretch>
            </p:blipFill>
            <p:spPr>
              <a:xfrm>
                <a:off x="704880" y="2004480"/>
                <a:ext cx="9241560" cy="4565880"/>
              </a:xfrm>
              <a:prstGeom prst="rect">
                <a:avLst/>
              </a:prstGeom>
            </p:spPr>
          </p:pic>
        </mc:Fallback>
      </mc:AlternateContent>
    </p:spTree>
    <p:extLst>
      <p:ext uri="{BB962C8B-B14F-4D97-AF65-F5344CB8AC3E}">
        <p14:creationId xmlns:p14="http://schemas.microsoft.com/office/powerpoint/2010/main" val="2250234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B7542-2499-28B9-08E3-4F10984DA0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51DA86-9526-DAE2-DD48-2C40AD3FC6B6}"/>
              </a:ext>
            </a:extLst>
          </p:cNvPr>
          <p:cNvSpPr>
            <a:spLocks noGrp="1"/>
          </p:cNvSpPr>
          <p:nvPr>
            <p:ph type="title"/>
          </p:nvPr>
        </p:nvSpPr>
        <p:spPr>
          <a:xfrm>
            <a:off x="345105" y="0"/>
            <a:ext cx="9733444" cy="711081"/>
          </a:xfrm>
        </p:spPr>
        <p:txBody>
          <a:bodyPr/>
          <a:lstStyle/>
          <a:p>
            <a:r>
              <a:rPr lang="en-US" dirty="0"/>
              <a:t>Comparison</a:t>
            </a:r>
          </a:p>
        </p:txBody>
      </p:sp>
      <p:graphicFrame>
        <p:nvGraphicFramePr>
          <p:cNvPr id="6" name="Table 5">
            <a:extLst>
              <a:ext uri="{FF2B5EF4-FFF2-40B4-BE49-F238E27FC236}">
                <a16:creationId xmlns:a16="http://schemas.microsoft.com/office/drawing/2014/main" id="{CD5F2C74-9266-1B84-6E6B-97E0E769917A}"/>
              </a:ext>
            </a:extLst>
          </p:cNvPr>
          <p:cNvGraphicFramePr>
            <a:graphicFrameLocks noGrp="1"/>
          </p:cNvGraphicFramePr>
          <p:nvPr/>
        </p:nvGraphicFramePr>
        <p:xfrm>
          <a:off x="261764" y="764704"/>
          <a:ext cx="11737305" cy="5920670"/>
        </p:xfrm>
        <a:graphic>
          <a:graphicData uri="http://schemas.openxmlformats.org/drawingml/2006/table">
            <a:tbl>
              <a:tblPr firstRow="1" bandRow="1">
                <a:tableStyleId>{5C22544A-7EE6-4342-B048-85BDC9FD1C3A}</a:tableStyleId>
              </a:tblPr>
              <a:tblGrid>
                <a:gridCol w="3912435">
                  <a:extLst>
                    <a:ext uri="{9D8B030D-6E8A-4147-A177-3AD203B41FA5}">
                      <a16:colId xmlns:a16="http://schemas.microsoft.com/office/drawing/2014/main" val="669905705"/>
                    </a:ext>
                  </a:extLst>
                </a:gridCol>
                <a:gridCol w="3912435">
                  <a:extLst>
                    <a:ext uri="{9D8B030D-6E8A-4147-A177-3AD203B41FA5}">
                      <a16:colId xmlns:a16="http://schemas.microsoft.com/office/drawing/2014/main" val="2938741228"/>
                    </a:ext>
                  </a:extLst>
                </a:gridCol>
                <a:gridCol w="3912435">
                  <a:extLst>
                    <a:ext uri="{9D8B030D-6E8A-4147-A177-3AD203B41FA5}">
                      <a16:colId xmlns:a16="http://schemas.microsoft.com/office/drawing/2014/main" val="3541153254"/>
                    </a:ext>
                  </a:extLst>
                </a:gridCol>
              </a:tblGrid>
              <a:tr h="528059">
                <a:tc>
                  <a:txBody>
                    <a:bodyPr/>
                    <a:lstStyle/>
                    <a:p>
                      <a:r>
                        <a:rPr lang="en-IN" dirty="0"/>
                        <a:t>Comparison</a:t>
                      </a:r>
                    </a:p>
                  </a:txBody>
                  <a:tcPr/>
                </a:tc>
                <a:tc>
                  <a:txBody>
                    <a:bodyPr/>
                    <a:lstStyle/>
                    <a:p>
                      <a:r>
                        <a:rPr lang="en-IN" dirty="0"/>
                        <a:t>BAS</a:t>
                      </a:r>
                    </a:p>
                  </a:txBody>
                  <a:tcPr/>
                </a:tc>
                <a:tc>
                  <a:txBody>
                    <a:bodyPr/>
                    <a:lstStyle/>
                    <a:p>
                      <a:r>
                        <a:rPr lang="en-IN" dirty="0"/>
                        <a:t>VS Code</a:t>
                      </a:r>
                    </a:p>
                  </a:txBody>
                  <a:tcPr/>
                </a:tc>
                <a:extLst>
                  <a:ext uri="{0D108BD9-81ED-4DB2-BD59-A6C34878D82A}">
                    <a16:rowId xmlns:a16="http://schemas.microsoft.com/office/drawing/2014/main" val="2301439761"/>
                  </a:ext>
                </a:extLst>
              </a:tr>
              <a:tr h="528059">
                <a:tc>
                  <a:txBody>
                    <a:bodyPr/>
                    <a:lstStyle/>
                    <a:p>
                      <a:r>
                        <a:rPr lang="en-IN" sz="1800" b="1" dirty="0"/>
                        <a:t>Cost</a:t>
                      </a:r>
                    </a:p>
                  </a:txBody>
                  <a:tcPr/>
                </a:tc>
                <a:tc>
                  <a:txBody>
                    <a:bodyPr/>
                    <a:lstStyle/>
                    <a:p>
                      <a:r>
                        <a:rPr lang="en-IN" sz="1800" dirty="0"/>
                        <a:t>No restriction mode, you need to pay</a:t>
                      </a:r>
                    </a:p>
                  </a:txBody>
                  <a:tcPr/>
                </a:tc>
                <a:tc>
                  <a:txBody>
                    <a:bodyPr/>
                    <a:lstStyle/>
                    <a:p>
                      <a:r>
                        <a:rPr lang="en-IN" sz="1800" dirty="0"/>
                        <a:t>FREE for lifetime</a:t>
                      </a:r>
                    </a:p>
                  </a:txBody>
                  <a:tcPr/>
                </a:tc>
                <a:extLst>
                  <a:ext uri="{0D108BD9-81ED-4DB2-BD59-A6C34878D82A}">
                    <a16:rowId xmlns:a16="http://schemas.microsoft.com/office/drawing/2014/main" val="1825946482"/>
                  </a:ext>
                </a:extLst>
              </a:tr>
              <a:tr h="528059">
                <a:tc>
                  <a:txBody>
                    <a:bodyPr/>
                    <a:lstStyle/>
                    <a:p>
                      <a:r>
                        <a:rPr lang="en-IN" sz="1800" b="1" dirty="0"/>
                        <a:t>Plugins</a:t>
                      </a:r>
                    </a:p>
                  </a:txBody>
                  <a:tcPr/>
                </a:tc>
                <a:tc>
                  <a:txBody>
                    <a:bodyPr/>
                    <a:lstStyle/>
                    <a:p>
                      <a:r>
                        <a:rPr lang="en-IN" sz="1800" dirty="0"/>
                        <a:t>CSV, other plugin pre-installed</a:t>
                      </a:r>
                    </a:p>
                  </a:txBody>
                  <a:tcPr/>
                </a:tc>
                <a:tc>
                  <a:txBody>
                    <a:bodyPr/>
                    <a:lstStyle/>
                    <a:p>
                      <a:r>
                        <a:rPr lang="en-IN" sz="1800" dirty="0"/>
                        <a:t>All the plugin needs to be installed</a:t>
                      </a:r>
                    </a:p>
                  </a:txBody>
                  <a:tcPr/>
                </a:tc>
                <a:extLst>
                  <a:ext uri="{0D108BD9-81ED-4DB2-BD59-A6C34878D82A}">
                    <a16:rowId xmlns:a16="http://schemas.microsoft.com/office/drawing/2014/main" val="3625150835"/>
                  </a:ext>
                </a:extLst>
              </a:tr>
              <a:tr h="528059">
                <a:tc>
                  <a:txBody>
                    <a:bodyPr/>
                    <a:lstStyle/>
                    <a:p>
                      <a:r>
                        <a:rPr lang="en-IN" sz="1800" b="1" dirty="0"/>
                        <a:t>Offline </a:t>
                      </a:r>
                    </a:p>
                  </a:txBody>
                  <a:tcPr/>
                </a:tc>
                <a:tc>
                  <a:txBody>
                    <a:bodyPr/>
                    <a:lstStyle/>
                    <a:p>
                      <a:r>
                        <a:rPr lang="en-IN" sz="1800" dirty="0"/>
                        <a:t>No</a:t>
                      </a:r>
                    </a:p>
                  </a:txBody>
                  <a:tcPr/>
                </a:tc>
                <a:tc>
                  <a:txBody>
                    <a:bodyPr/>
                    <a:lstStyle/>
                    <a:p>
                      <a:r>
                        <a:rPr lang="en-IN" sz="1800" dirty="0"/>
                        <a:t>Yes</a:t>
                      </a:r>
                    </a:p>
                  </a:txBody>
                  <a:tcPr/>
                </a:tc>
                <a:extLst>
                  <a:ext uri="{0D108BD9-81ED-4DB2-BD59-A6C34878D82A}">
                    <a16:rowId xmlns:a16="http://schemas.microsoft.com/office/drawing/2014/main" val="252894691"/>
                  </a:ext>
                </a:extLst>
              </a:tr>
              <a:tr h="528059">
                <a:tc>
                  <a:txBody>
                    <a:bodyPr/>
                    <a:lstStyle/>
                    <a:p>
                      <a:r>
                        <a:rPr lang="en-IN" sz="1800" b="1" dirty="0"/>
                        <a:t>Device Swich</a:t>
                      </a:r>
                    </a:p>
                  </a:txBody>
                  <a:tcPr/>
                </a:tc>
                <a:tc>
                  <a:txBody>
                    <a:bodyPr/>
                    <a:lstStyle/>
                    <a:p>
                      <a:r>
                        <a:rPr lang="en-IN" sz="1800" dirty="0"/>
                        <a:t>Yes</a:t>
                      </a:r>
                    </a:p>
                  </a:txBody>
                  <a:tcPr/>
                </a:tc>
                <a:tc>
                  <a:txBody>
                    <a:bodyPr/>
                    <a:lstStyle/>
                    <a:p>
                      <a:r>
                        <a:rPr lang="en-IN" sz="1800" dirty="0"/>
                        <a:t>No, There is a effort</a:t>
                      </a:r>
                    </a:p>
                  </a:txBody>
                  <a:tcPr/>
                </a:tc>
                <a:extLst>
                  <a:ext uri="{0D108BD9-81ED-4DB2-BD59-A6C34878D82A}">
                    <a16:rowId xmlns:a16="http://schemas.microsoft.com/office/drawing/2014/main" val="2668713781"/>
                  </a:ext>
                </a:extLst>
              </a:tr>
              <a:tr h="528059">
                <a:tc>
                  <a:txBody>
                    <a:bodyPr/>
                    <a:lstStyle/>
                    <a:p>
                      <a:r>
                        <a:rPr lang="en-IN" sz="1800" b="1" dirty="0"/>
                        <a:t>Speed</a:t>
                      </a:r>
                    </a:p>
                  </a:txBody>
                  <a:tcPr/>
                </a:tc>
                <a:tc>
                  <a:txBody>
                    <a:bodyPr/>
                    <a:lstStyle/>
                    <a:p>
                      <a:r>
                        <a:rPr lang="en-IN" sz="1800" dirty="0"/>
                        <a:t>Slow</a:t>
                      </a:r>
                    </a:p>
                  </a:txBody>
                  <a:tcPr/>
                </a:tc>
                <a:tc>
                  <a:txBody>
                    <a:bodyPr/>
                    <a:lstStyle/>
                    <a:p>
                      <a:r>
                        <a:rPr lang="en-IN" sz="1800" dirty="0"/>
                        <a:t>Amazing</a:t>
                      </a:r>
                    </a:p>
                  </a:txBody>
                  <a:tcPr/>
                </a:tc>
                <a:extLst>
                  <a:ext uri="{0D108BD9-81ED-4DB2-BD59-A6C34878D82A}">
                    <a16:rowId xmlns:a16="http://schemas.microsoft.com/office/drawing/2014/main" val="4142930825"/>
                  </a:ext>
                </a:extLst>
              </a:tr>
              <a:tr h="528059">
                <a:tc>
                  <a:txBody>
                    <a:bodyPr/>
                    <a:lstStyle/>
                    <a:p>
                      <a:r>
                        <a:rPr lang="en-IN" sz="1800" b="1" dirty="0"/>
                        <a:t>Code backup</a:t>
                      </a:r>
                    </a:p>
                  </a:txBody>
                  <a:tcPr/>
                </a:tc>
                <a:tc>
                  <a:txBody>
                    <a:bodyPr/>
                    <a:lstStyle/>
                    <a:p>
                      <a:r>
                        <a:rPr lang="en-IN" sz="1800" dirty="0"/>
                        <a:t>Need to take backup</a:t>
                      </a:r>
                    </a:p>
                  </a:txBody>
                  <a:tcPr/>
                </a:tc>
                <a:tc>
                  <a: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en-IN" sz="1800" dirty="0"/>
                        <a:t>Need to take backup</a:t>
                      </a:r>
                    </a:p>
                  </a:txBody>
                  <a:tcPr/>
                </a:tc>
                <a:extLst>
                  <a:ext uri="{0D108BD9-81ED-4DB2-BD59-A6C34878D82A}">
                    <a16:rowId xmlns:a16="http://schemas.microsoft.com/office/drawing/2014/main" val="440801856"/>
                  </a:ext>
                </a:extLst>
              </a:tr>
              <a:tr h="528059">
                <a:tc>
                  <a:txBody>
                    <a:bodyPr/>
                    <a:lstStyle/>
                    <a:p>
                      <a:r>
                        <a:rPr lang="en-IN" sz="1800" b="1" dirty="0"/>
                        <a:t>Setup Effort</a:t>
                      </a:r>
                    </a:p>
                  </a:txBody>
                  <a:tcPr/>
                </a:tc>
                <a:tc>
                  <a:txBody>
                    <a:bodyPr/>
                    <a:lstStyle/>
                    <a:p>
                      <a:r>
                        <a:rPr lang="en-IN" sz="1800" dirty="0"/>
                        <a:t>Low</a:t>
                      </a:r>
                    </a:p>
                  </a:txBody>
                  <a:tcPr/>
                </a:tc>
                <a:tc>
                  <a:txBody>
                    <a:bodyPr/>
                    <a:lstStyle/>
                    <a:p>
                      <a:r>
                        <a:rPr lang="en-IN" sz="1800" dirty="0"/>
                        <a:t>High</a:t>
                      </a:r>
                    </a:p>
                  </a:txBody>
                  <a:tcPr/>
                </a:tc>
                <a:extLst>
                  <a:ext uri="{0D108BD9-81ED-4DB2-BD59-A6C34878D82A}">
                    <a16:rowId xmlns:a16="http://schemas.microsoft.com/office/drawing/2014/main" val="3409800806"/>
                  </a:ext>
                </a:extLst>
              </a:tr>
              <a:tr h="528059">
                <a:tc>
                  <a:txBody>
                    <a:bodyPr/>
                    <a:lstStyle/>
                    <a:p>
                      <a:r>
                        <a:rPr lang="en-IN" sz="1800" b="1" dirty="0"/>
                        <a:t>Which company</a:t>
                      </a:r>
                    </a:p>
                  </a:txBody>
                  <a:tcPr/>
                </a:tc>
                <a:tc>
                  <a:txBody>
                    <a:bodyPr/>
                    <a:lstStyle/>
                    <a:p>
                      <a:r>
                        <a:rPr lang="en-IN" sz="1800" dirty="0"/>
                        <a:t>SAP with BTP</a:t>
                      </a:r>
                    </a:p>
                  </a:txBody>
                  <a:tcPr/>
                </a:tc>
                <a:tc>
                  <a:txBody>
                    <a:bodyPr/>
                    <a:lstStyle/>
                    <a:p>
                      <a:r>
                        <a:rPr lang="en-IN" sz="1800" dirty="0"/>
                        <a:t>Microsoft</a:t>
                      </a:r>
                    </a:p>
                  </a:txBody>
                  <a:tcPr/>
                </a:tc>
                <a:extLst>
                  <a:ext uri="{0D108BD9-81ED-4DB2-BD59-A6C34878D82A}">
                    <a16:rowId xmlns:a16="http://schemas.microsoft.com/office/drawing/2014/main" val="3005002255"/>
                  </a:ext>
                </a:extLst>
              </a:tr>
              <a:tr h="528059">
                <a:tc>
                  <a:txBody>
                    <a:bodyPr/>
                    <a:lstStyle/>
                    <a:p>
                      <a:r>
                        <a:rPr lang="en-IN" sz="1800" b="1" dirty="0"/>
                        <a:t>License</a:t>
                      </a:r>
                    </a:p>
                  </a:txBody>
                  <a:tcPr/>
                </a:tc>
                <a:tc>
                  <a:txBody>
                    <a:bodyPr/>
                    <a:lstStyle/>
                    <a:p>
                      <a:r>
                        <a:rPr lang="en-IN" sz="1800" dirty="0"/>
                        <a:t>Subscription</a:t>
                      </a:r>
                    </a:p>
                  </a:txBody>
                  <a:tcPr/>
                </a:tc>
                <a:tc>
                  <a:txBody>
                    <a:bodyPr/>
                    <a:lstStyle/>
                    <a:p>
                      <a:r>
                        <a:rPr lang="en-IN" sz="1800" dirty="0"/>
                        <a:t>Open Source</a:t>
                      </a:r>
                    </a:p>
                  </a:txBody>
                  <a:tcPr/>
                </a:tc>
                <a:extLst>
                  <a:ext uri="{0D108BD9-81ED-4DB2-BD59-A6C34878D82A}">
                    <a16:rowId xmlns:a16="http://schemas.microsoft.com/office/drawing/2014/main" val="3518779598"/>
                  </a:ext>
                </a:extLst>
              </a:tr>
              <a:tr h="528059">
                <a:tc>
                  <a:txBody>
                    <a:bodyPr/>
                    <a:lstStyle/>
                    <a:p>
                      <a:r>
                        <a:rPr lang="en-IN" sz="1800" b="1" dirty="0"/>
                        <a:t>OS</a:t>
                      </a:r>
                    </a:p>
                  </a:txBody>
                  <a:tcPr/>
                </a:tc>
                <a:tc>
                  <a:txBody>
                    <a:bodyPr/>
                    <a:lstStyle/>
                    <a:p>
                      <a:r>
                        <a:rPr lang="en-IN" sz="1800" dirty="0"/>
                        <a:t>Linux</a:t>
                      </a:r>
                    </a:p>
                  </a:txBody>
                  <a:tcPr/>
                </a:tc>
                <a:tc>
                  <a:txBody>
                    <a:bodyPr/>
                    <a:lstStyle/>
                    <a:p>
                      <a:r>
                        <a:rPr lang="en-IN" sz="1800" dirty="0"/>
                        <a:t>Any</a:t>
                      </a:r>
                    </a:p>
                  </a:txBody>
                  <a:tcPr/>
                </a:tc>
                <a:extLst>
                  <a:ext uri="{0D108BD9-81ED-4DB2-BD59-A6C34878D82A}">
                    <a16:rowId xmlns:a16="http://schemas.microsoft.com/office/drawing/2014/main" val="3386713493"/>
                  </a:ext>
                </a:extLst>
              </a:tr>
            </a:tbl>
          </a:graphicData>
        </a:graphic>
      </p:graphicFrame>
    </p:spTree>
    <p:extLst>
      <p:ext uri="{BB962C8B-B14F-4D97-AF65-F5344CB8AC3E}">
        <p14:creationId xmlns:p14="http://schemas.microsoft.com/office/powerpoint/2010/main" val="3534730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CAPM Introduction</a:t>
            </a:r>
          </a:p>
        </p:txBody>
      </p:sp>
      <p:sp>
        <p:nvSpPr>
          <p:cNvPr id="3" name="TextBox 2">
            <a:extLst>
              <a:ext uri="{FF2B5EF4-FFF2-40B4-BE49-F238E27FC236}">
                <a16:creationId xmlns:a16="http://schemas.microsoft.com/office/drawing/2014/main" id="{3B5C91F9-8D30-80D7-24C7-7E4D9F3757AA}"/>
              </a:ext>
            </a:extLst>
          </p:cNvPr>
          <p:cNvSpPr txBox="1"/>
          <p:nvPr/>
        </p:nvSpPr>
        <p:spPr>
          <a:xfrm>
            <a:off x="189757" y="784925"/>
            <a:ext cx="11809312" cy="19389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CAPM is a framework of (a framework is a collection of libraries, classes, function, attributes, events)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Languages – Java and Node 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Libraries – Node modules like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-dk etc.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And Tools – VS Code or BAS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The CAP framework is used for building enterprise grade applications &amp; extensions which are cloud-native in SAP BTP.</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2300722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CDS – Core Data and Services </a:t>
            </a:r>
            <a:endParaRPr lang="en-US" dirty="0"/>
          </a:p>
        </p:txBody>
      </p:sp>
      <p:sp>
        <p:nvSpPr>
          <p:cNvPr id="3" name="TextBox 2">
            <a:extLst>
              <a:ext uri="{FF2B5EF4-FFF2-40B4-BE49-F238E27FC236}">
                <a16:creationId xmlns:a16="http://schemas.microsoft.com/office/drawing/2014/main" id="{DC6F944F-40C8-B576-8042-58CDF7803F33}"/>
              </a:ext>
            </a:extLst>
          </p:cNvPr>
          <p:cNvSpPr txBox="1"/>
          <p:nvPr/>
        </p:nvSpPr>
        <p:spPr>
          <a:xfrm>
            <a:off x="189757" y="764802"/>
            <a:ext cx="1180931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Conceptually CDS is same concept but different flavor. The concept says that, we have a design time object which is a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 file. We will create a </a:t>
            </a:r>
            <a:r>
              <a:rPr kumimoji="0" lang="en-US" sz="2000" b="1" i="0" u="none" strike="noStrike" kern="0" cap="none" spc="0" normalizeH="0" baseline="0" noProof="0" dirty="0">
                <a:ln>
                  <a:noFill/>
                </a:ln>
                <a:solidFill>
                  <a:prstClr val="white"/>
                </a:solidFill>
                <a:effectLst/>
                <a:uLnTx/>
                <a:uFillTx/>
                <a:latin typeface="Segoe UI"/>
                <a:ea typeface="+mn-ea"/>
                <a:cs typeface="+mn-cs"/>
              </a:rPr>
              <a:t>.</a:t>
            </a:r>
            <a:r>
              <a:rPr kumimoji="0" lang="en-US" sz="2000" b="1" i="0" u="none" strike="noStrike" kern="0" cap="none" spc="0" normalizeH="0" baseline="0" noProof="0" dirty="0" err="1">
                <a:ln>
                  <a:noFill/>
                </a:ln>
                <a:solidFill>
                  <a:prstClr val="white"/>
                </a:solidFill>
                <a:effectLst/>
                <a:uLnTx/>
                <a:uFillTx/>
                <a:latin typeface="Segoe UI"/>
                <a:ea typeface="+mn-ea"/>
                <a:cs typeface="+mn-cs"/>
              </a:rPr>
              <a:t>cds</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a:ln>
                  <a:noFill/>
                </a:ln>
                <a:solidFill>
                  <a:prstClr val="white"/>
                </a:solidFill>
                <a:effectLst/>
                <a:uLnTx/>
                <a:uFillTx/>
                <a:latin typeface="Segoe UI"/>
                <a:ea typeface="+mn-ea"/>
                <a:cs typeface="+mn-cs"/>
              </a:rPr>
              <a:t>file for almost everything e.g. database tables, views, models, services, UI/UX. This design time object file is compiled by CAPM framework (inside CAP we have node module called </a:t>
            </a:r>
            <a:r>
              <a:rPr kumimoji="0" lang="en-US" sz="2000" b="1" i="0" u="none" strike="noStrike" kern="0" cap="none" spc="0" normalizeH="0" baseline="0" noProof="0" dirty="0">
                <a:ln>
                  <a:noFill/>
                </a:ln>
                <a:solidFill>
                  <a:prstClr val="white"/>
                </a:solidFill>
                <a:effectLst/>
                <a:uLnTx/>
                <a:uFillTx/>
                <a:latin typeface="Segoe UI"/>
                <a:ea typeface="+mn-ea"/>
                <a:cs typeface="+mn-cs"/>
              </a:rPr>
              <a:t>@sap/cds)</a:t>
            </a:r>
            <a:r>
              <a:rPr kumimoji="0" lang="en-US" sz="2000" b="0" i="0" u="none" strike="noStrike" kern="0" cap="none" spc="0" normalizeH="0" baseline="0" noProof="0" dirty="0">
                <a:ln>
                  <a:noFill/>
                </a:ln>
                <a:solidFill>
                  <a:prstClr val="white"/>
                </a:solidFill>
                <a:effectLst/>
                <a:uLnTx/>
                <a:uFillTx/>
                <a:latin typeface="Segoe UI"/>
                <a:ea typeface="+mn-ea"/>
                <a:cs typeface="+mn-cs"/>
              </a:rPr>
              <a:t> Once the compilation is successful a </a:t>
            </a:r>
            <a:r>
              <a:rPr kumimoji="0" lang="en-US" sz="2000" b="1" i="0" u="none" strike="noStrike" kern="0" cap="none" spc="0" normalizeH="0" baseline="0" noProof="0" dirty="0">
                <a:ln>
                  <a:noFill/>
                </a:ln>
                <a:solidFill>
                  <a:prstClr val="white"/>
                </a:solidFill>
                <a:effectLst/>
                <a:uLnTx/>
                <a:uFillTx/>
                <a:latin typeface="Segoe UI"/>
                <a:ea typeface="+mn-ea"/>
                <a:cs typeface="+mn-cs"/>
              </a:rPr>
              <a:t>runtime</a:t>
            </a:r>
            <a:r>
              <a:rPr kumimoji="0" lang="en-US" sz="2000" b="0" i="0" u="none" strike="noStrike" kern="0" cap="none" spc="0" normalizeH="0" baseline="0" noProof="0" dirty="0">
                <a:ln>
                  <a:noFill/>
                </a:ln>
                <a:solidFill>
                  <a:prstClr val="white"/>
                </a:solidFill>
                <a:effectLst/>
                <a:uLnTx/>
                <a:uFillTx/>
                <a:latin typeface="Segoe UI"/>
                <a:ea typeface="+mn-ea"/>
                <a:cs typeface="+mn-cs"/>
              </a:rPr>
              <a:t> object gets created.</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14C97D6F-AA53-D025-A8BC-97B38BF92B0E}"/>
              </a:ext>
            </a:extLst>
          </p:cNvPr>
          <p:cNvSpPr/>
          <p:nvPr/>
        </p:nvSpPr>
        <p:spPr>
          <a:xfrm>
            <a:off x="1243076" y="5290135"/>
            <a:ext cx="1800200" cy="825631"/>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MySQL</a:t>
            </a:r>
          </a:p>
        </p:txBody>
      </p:sp>
      <p:sp>
        <p:nvSpPr>
          <p:cNvPr id="5" name="TextBox 4">
            <a:extLst>
              <a:ext uri="{FF2B5EF4-FFF2-40B4-BE49-F238E27FC236}">
                <a16:creationId xmlns:a16="http://schemas.microsoft.com/office/drawing/2014/main" id="{502740B2-396C-7B09-6F05-57352F5B989E}"/>
              </a:ext>
            </a:extLst>
          </p:cNvPr>
          <p:cNvSpPr txBox="1"/>
          <p:nvPr/>
        </p:nvSpPr>
        <p:spPr>
          <a:xfrm>
            <a:off x="693812" y="2413183"/>
            <a:ext cx="324036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CREATE TABLE tab COLUMNS c1 integer, c2 varchar, KEY c1;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--20 lakh SQL statements</a:t>
            </a:r>
          </a:p>
        </p:txBody>
      </p:sp>
      <p:sp>
        <p:nvSpPr>
          <p:cNvPr id="6" name="Arrow: Down 5">
            <a:extLst>
              <a:ext uri="{FF2B5EF4-FFF2-40B4-BE49-F238E27FC236}">
                <a16:creationId xmlns:a16="http://schemas.microsoft.com/office/drawing/2014/main" id="{BC027F23-20DB-1584-2B1F-2C706F4CC0A7}"/>
              </a:ext>
            </a:extLst>
          </p:cNvPr>
          <p:cNvSpPr/>
          <p:nvPr/>
        </p:nvSpPr>
        <p:spPr>
          <a:xfrm>
            <a:off x="1989956" y="3345919"/>
            <a:ext cx="360040" cy="1656184"/>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7" name="Rectangle 6">
            <a:extLst>
              <a:ext uri="{FF2B5EF4-FFF2-40B4-BE49-F238E27FC236}">
                <a16:creationId xmlns:a16="http://schemas.microsoft.com/office/drawing/2014/main" id="{3658874E-454E-1BD0-F383-B955248FFC11}"/>
              </a:ext>
            </a:extLst>
          </p:cNvPr>
          <p:cNvSpPr/>
          <p:nvPr/>
        </p:nvSpPr>
        <p:spPr>
          <a:xfrm>
            <a:off x="5086300" y="5290135"/>
            <a:ext cx="1800200" cy="825631"/>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HANA</a:t>
            </a:r>
          </a:p>
        </p:txBody>
      </p:sp>
      <p:sp>
        <p:nvSpPr>
          <p:cNvPr id="8" name="Arrow: Down 7">
            <a:extLst>
              <a:ext uri="{FF2B5EF4-FFF2-40B4-BE49-F238E27FC236}">
                <a16:creationId xmlns:a16="http://schemas.microsoft.com/office/drawing/2014/main" id="{E66C5E84-AD3A-5B03-4F0B-B866473C75EE}"/>
              </a:ext>
            </a:extLst>
          </p:cNvPr>
          <p:cNvSpPr/>
          <p:nvPr/>
        </p:nvSpPr>
        <p:spPr>
          <a:xfrm>
            <a:off x="5734372" y="3345919"/>
            <a:ext cx="360040" cy="1656184"/>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9" name="Arrow: Down 8">
            <a:extLst>
              <a:ext uri="{FF2B5EF4-FFF2-40B4-BE49-F238E27FC236}">
                <a16:creationId xmlns:a16="http://schemas.microsoft.com/office/drawing/2014/main" id="{01BA5F7C-EEBF-9116-7607-D8BA196BFC0E}"/>
              </a:ext>
            </a:extLst>
          </p:cNvPr>
          <p:cNvSpPr/>
          <p:nvPr/>
        </p:nvSpPr>
        <p:spPr>
          <a:xfrm rot="19225908">
            <a:off x="3709153" y="3237906"/>
            <a:ext cx="648072" cy="1872208"/>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10" name="&quot;Not Allowed&quot; Symbol 9">
            <a:extLst>
              <a:ext uri="{FF2B5EF4-FFF2-40B4-BE49-F238E27FC236}">
                <a16:creationId xmlns:a16="http://schemas.microsoft.com/office/drawing/2014/main" id="{81E2AC82-DED5-D611-95D1-34338C0945F7}"/>
              </a:ext>
            </a:extLst>
          </p:cNvPr>
          <p:cNvSpPr/>
          <p:nvPr/>
        </p:nvSpPr>
        <p:spPr>
          <a:xfrm>
            <a:off x="3574132" y="3569122"/>
            <a:ext cx="864096" cy="830997"/>
          </a:xfrm>
          <a:prstGeom prst="noSmoking">
            <a:avLst/>
          </a:prstGeom>
          <a:solidFill>
            <a:srgbClr val="FF000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11" name="TextBox 10">
            <a:extLst>
              <a:ext uri="{FF2B5EF4-FFF2-40B4-BE49-F238E27FC236}">
                <a16:creationId xmlns:a16="http://schemas.microsoft.com/office/drawing/2014/main" id="{EF5E6E4A-BCB9-A94B-FB06-D6F0D7F285F3}"/>
              </a:ext>
            </a:extLst>
          </p:cNvPr>
          <p:cNvSpPr txBox="1"/>
          <p:nvPr/>
        </p:nvSpPr>
        <p:spPr>
          <a:xfrm>
            <a:off x="4294212" y="2236621"/>
            <a:ext cx="3240360"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CREATE TABLE tab(c1 integer, c2 varchar(30), primary key (c1));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---2mn </a:t>
            </a:r>
            <a:r>
              <a:rPr kumimoji="0" lang="en-US" sz="1600" b="0" i="0" u="none" strike="noStrike" kern="0" cap="none" spc="0" normalizeH="0" baseline="0" noProof="0" dirty="0" err="1">
                <a:ln>
                  <a:noFill/>
                </a:ln>
                <a:solidFill>
                  <a:prstClr val="white"/>
                </a:solidFill>
                <a:effectLst/>
                <a:uLnTx/>
                <a:uFillTx/>
                <a:latin typeface="Segoe UI"/>
                <a:ea typeface="+mn-ea"/>
                <a:cs typeface="+mn-cs"/>
              </a:rPr>
              <a:t>sql</a:t>
            </a:r>
            <a:r>
              <a:rPr kumimoji="0" lang="en-US" sz="1600" b="0" i="0" u="none" strike="noStrike" kern="0" cap="none" spc="0" normalizeH="0" baseline="0" noProof="0" dirty="0">
                <a:ln>
                  <a:noFill/>
                </a:ln>
                <a:solidFill>
                  <a:prstClr val="white"/>
                </a:solidFill>
                <a:effectLst/>
                <a:uLnTx/>
                <a:uFillTx/>
                <a:latin typeface="Segoe UI"/>
                <a:ea typeface="+mn-ea"/>
                <a:cs typeface="+mn-cs"/>
              </a:rPr>
              <a:t> statements again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20bn dollars of investment</a:t>
            </a:r>
          </a:p>
        </p:txBody>
      </p:sp>
      <p:sp>
        <p:nvSpPr>
          <p:cNvPr id="12" name="TextBox 11">
            <a:extLst>
              <a:ext uri="{FF2B5EF4-FFF2-40B4-BE49-F238E27FC236}">
                <a16:creationId xmlns:a16="http://schemas.microsoft.com/office/drawing/2014/main" id="{1D03AE17-3F96-D0FF-95A3-FD2B8476D1F6}"/>
              </a:ext>
            </a:extLst>
          </p:cNvPr>
          <p:cNvSpPr txBox="1"/>
          <p:nvPr/>
        </p:nvSpPr>
        <p:spPr>
          <a:xfrm>
            <a:off x="2472148" y="6111399"/>
            <a:ext cx="367240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0" cap="none" spc="0" normalizeH="0" baseline="0" noProof="0" dirty="0">
                <a:ln>
                  <a:noFill/>
                </a:ln>
                <a:solidFill>
                  <a:prstClr val="white"/>
                </a:solidFill>
                <a:effectLst/>
                <a:uLnTx/>
                <a:uFillTx/>
                <a:latin typeface="Segoe UI"/>
                <a:ea typeface="+mn-ea"/>
                <a:cs typeface="+mn-cs"/>
              </a:rPr>
              <a:t>Too much database coupled</a:t>
            </a:r>
          </a:p>
        </p:txBody>
      </p:sp>
    </p:spTree>
    <p:extLst>
      <p:ext uri="{BB962C8B-B14F-4D97-AF65-F5344CB8AC3E}">
        <p14:creationId xmlns:p14="http://schemas.microsoft.com/office/powerpoint/2010/main" val="181167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ppt_x"/>
                                          </p:val>
                                        </p:tav>
                                        <p:tav tm="100000">
                                          <p:val>
                                            <p:strVal val="#ppt_x"/>
                                          </p:val>
                                        </p:tav>
                                      </p:tavLst>
                                    </p:anim>
                                    <p:anim calcmode="lin" valueType="num">
                                      <p:cBhvr additive="base">
                                        <p:cTn id="2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heel(1)">
                                      <p:cBhvr>
                                        <p:cTn id="38" dur="20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1000"/>
                                        <p:tgtEl>
                                          <p:spTgt spid="8"/>
                                        </p:tgtEl>
                                      </p:cBhvr>
                                    </p:animEffect>
                                    <p:anim calcmode="lin" valueType="num">
                                      <p:cBhvr>
                                        <p:cTn id="44" dur="1000" fill="hold"/>
                                        <p:tgtEl>
                                          <p:spTgt spid="8"/>
                                        </p:tgtEl>
                                        <p:attrNameLst>
                                          <p:attrName>ppt_x</p:attrName>
                                        </p:attrNameLst>
                                      </p:cBhvr>
                                      <p:tavLst>
                                        <p:tav tm="0">
                                          <p:val>
                                            <p:strVal val="#ppt_x"/>
                                          </p:val>
                                        </p:tav>
                                        <p:tav tm="100000">
                                          <p:val>
                                            <p:strVal val="#ppt_x"/>
                                          </p:val>
                                        </p:tav>
                                      </p:tavLst>
                                    </p:anim>
                                    <p:anim calcmode="lin" valueType="num">
                                      <p:cBhvr>
                                        <p:cTn id="45" dur="1000" fill="hold"/>
                                        <p:tgtEl>
                                          <p:spTgt spid="8"/>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1000"/>
                                        <p:tgtEl>
                                          <p:spTgt spid="11"/>
                                        </p:tgtEl>
                                      </p:cBhvr>
                                    </p:animEffect>
                                    <p:anim calcmode="lin" valueType="num">
                                      <p:cBhvr>
                                        <p:cTn id="49" dur="1000" fill="hold"/>
                                        <p:tgtEl>
                                          <p:spTgt spid="11"/>
                                        </p:tgtEl>
                                        <p:attrNameLst>
                                          <p:attrName>ppt_x</p:attrName>
                                        </p:attrNameLst>
                                      </p:cBhvr>
                                      <p:tavLst>
                                        <p:tav tm="0">
                                          <p:val>
                                            <p:strVal val="#ppt_x"/>
                                          </p:val>
                                        </p:tav>
                                        <p:tav tm="100000">
                                          <p:val>
                                            <p:strVal val="#ppt_x"/>
                                          </p:val>
                                        </p:tav>
                                      </p:tavLst>
                                    </p:anim>
                                    <p:anim calcmode="lin" valueType="num">
                                      <p:cBhvr>
                                        <p:cTn id="5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animBg="1"/>
      <p:bldP spid="7" grpId="0" animBg="1"/>
      <p:bldP spid="8" grpId="0" animBg="1"/>
      <p:bldP spid="9" grpId="0" animBg="1"/>
      <p:bldP spid="10"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Solution – use CAP framework</a:t>
            </a:r>
            <a:endParaRPr lang="en-US" dirty="0"/>
          </a:p>
        </p:txBody>
      </p:sp>
      <p:sp>
        <p:nvSpPr>
          <p:cNvPr id="3" name="Rectangle: Folded Corner 2">
            <a:extLst>
              <a:ext uri="{FF2B5EF4-FFF2-40B4-BE49-F238E27FC236}">
                <a16:creationId xmlns:a16="http://schemas.microsoft.com/office/drawing/2014/main" id="{9A95FA0B-4A9F-333C-1AA7-C5E921F7181F}"/>
              </a:ext>
            </a:extLst>
          </p:cNvPr>
          <p:cNvSpPr/>
          <p:nvPr/>
        </p:nvSpPr>
        <p:spPr>
          <a:xfrm>
            <a:off x="1413892" y="980728"/>
            <a:ext cx="2232248" cy="1728192"/>
          </a:xfrm>
          <a:prstGeom prst="foldedCorner">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entity tab{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c1 number,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c2 string(20)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a:t>
            </a:r>
          </a:p>
        </p:txBody>
      </p:sp>
      <p:sp>
        <p:nvSpPr>
          <p:cNvPr id="4" name="TextBox 3">
            <a:extLst>
              <a:ext uri="{FF2B5EF4-FFF2-40B4-BE49-F238E27FC236}">
                <a16:creationId xmlns:a16="http://schemas.microsoft.com/office/drawing/2014/main" id="{45DD6FC9-763F-819C-63CC-1867BA47F2F0}"/>
              </a:ext>
            </a:extLst>
          </p:cNvPr>
          <p:cNvSpPr txBox="1"/>
          <p:nvPr/>
        </p:nvSpPr>
        <p:spPr>
          <a:xfrm>
            <a:off x="3646140" y="1124744"/>
            <a:ext cx="1872208"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Design time artefact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white"/>
                </a:solidFill>
                <a:effectLst/>
                <a:uLnTx/>
                <a:uFillTx/>
                <a:latin typeface="Segoe UI"/>
                <a:ea typeface="+mn-ea"/>
                <a:cs typeface="+mn-cs"/>
              </a:rPr>
              <a:t>.</a:t>
            </a:r>
            <a:r>
              <a:rPr kumimoji="0" lang="en-US" sz="1800" b="1" i="0" u="none" strike="noStrike" kern="0" cap="none" spc="0" normalizeH="0" baseline="0" noProof="0" dirty="0" err="1">
                <a:ln>
                  <a:noFill/>
                </a:ln>
                <a:solidFill>
                  <a:prstClr val="white"/>
                </a:solidFill>
                <a:effectLst/>
                <a:uLnTx/>
                <a:uFillTx/>
                <a:latin typeface="Segoe UI"/>
                <a:ea typeface="+mn-ea"/>
                <a:cs typeface="+mn-cs"/>
              </a:rPr>
              <a:t>cds</a:t>
            </a:r>
            <a:endParaRPr kumimoji="0" lang="en-US" sz="1800" b="1" i="0" u="none" strike="noStrike" kern="0" cap="none" spc="0" normalizeH="0" baseline="0" noProof="0" dirty="0">
              <a:ln>
                <a:noFill/>
              </a:ln>
              <a:solidFill>
                <a:prstClr val="white"/>
              </a:solidFill>
              <a:effectLst/>
              <a:uLnTx/>
              <a:uFillTx/>
              <a:latin typeface="Segoe UI"/>
              <a:ea typeface="+mn-ea"/>
              <a:cs typeface="+mn-cs"/>
            </a:endParaRPr>
          </a:p>
        </p:txBody>
      </p:sp>
      <p:sp>
        <p:nvSpPr>
          <p:cNvPr id="5" name="Arrow: Down 4">
            <a:extLst>
              <a:ext uri="{FF2B5EF4-FFF2-40B4-BE49-F238E27FC236}">
                <a16:creationId xmlns:a16="http://schemas.microsoft.com/office/drawing/2014/main" id="{BEF93AA1-4FB8-2205-EE54-FA761629A5E9}"/>
              </a:ext>
            </a:extLst>
          </p:cNvPr>
          <p:cNvSpPr/>
          <p:nvPr/>
        </p:nvSpPr>
        <p:spPr>
          <a:xfrm>
            <a:off x="2195025" y="2872911"/>
            <a:ext cx="792088" cy="720080"/>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6" name="Rectangle: Rounded Corners 5">
            <a:extLst>
              <a:ext uri="{FF2B5EF4-FFF2-40B4-BE49-F238E27FC236}">
                <a16:creationId xmlns:a16="http://schemas.microsoft.com/office/drawing/2014/main" id="{BEED0806-C88E-25DF-81EA-74AD3B4FCCB8}"/>
              </a:ext>
            </a:extLst>
          </p:cNvPr>
          <p:cNvSpPr/>
          <p:nvPr/>
        </p:nvSpPr>
        <p:spPr>
          <a:xfrm>
            <a:off x="970889" y="3681516"/>
            <a:ext cx="3240359" cy="1060145"/>
          </a:xfrm>
          <a:prstGeom prst="round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CAPM Framework</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p:txBody>
      </p:sp>
      <p:sp>
        <p:nvSpPr>
          <p:cNvPr id="7" name="Rectangle: Rounded Corners 6">
            <a:extLst>
              <a:ext uri="{FF2B5EF4-FFF2-40B4-BE49-F238E27FC236}">
                <a16:creationId xmlns:a16="http://schemas.microsoft.com/office/drawing/2014/main" id="{15722310-6A47-C40B-8707-AFC990AD696F}"/>
              </a:ext>
            </a:extLst>
          </p:cNvPr>
          <p:cNvSpPr/>
          <p:nvPr/>
        </p:nvSpPr>
        <p:spPr>
          <a:xfrm>
            <a:off x="1485900" y="4077072"/>
            <a:ext cx="2232248" cy="576064"/>
          </a:xfrm>
          <a:prstGeom prst="roundRect">
            <a:avLst/>
          </a:prstGeom>
          <a:gradFill rotWithShape="1">
            <a:gsLst>
              <a:gs pos="0">
                <a:srgbClr val="38C6C6">
                  <a:tint val="50000"/>
                  <a:satMod val="300000"/>
                </a:srgbClr>
              </a:gs>
              <a:gs pos="35000">
                <a:srgbClr val="38C6C6">
                  <a:tint val="37000"/>
                  <a:satMod val="300000"/>
                </a:srgbClr>
              </a:gs>
              <a:gs pos="100000">
                <a:srgbClr val="38C6C6">
                  <a:tint val="15000"/>
                  <a:satMod val="350000"/>
                </a:srgbClr>
              </a:gs>
            </a:gsLst>
            <a:lin ang="16200000" scaled="1"/>
          </a:gradFill>
          <a:ln w="9525" cap="flat" cmpd="sng" algn="ctr">
            <a:solidFill>
              <a:srgbClr val="38C6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latin typeface="Segoe UI"/>
                <a:ea typeface="+mn-ea"/>
                <a:cs typeface="+mn-cs"/>
              </a:rPr>
              <a:t>@sap/cds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latin typeface="Segoe UI"/>
                <a:ea typeface="+mn-ea"/>
                <a:cs typeface="+mn-cs"/>
              </a:rPr>
              <a:t>CDS Engine</a:t>
            </a:r>
          </a:p>
        </p:txBody>
      </p:sp>
      <p:sp>
        <p:nvSpPr>
          <p:cNvPr id="8" name="Arrow: Down 7">
            <a:extLst>
              <a:ext uri="{FF2B5EF4-FFF2-40B4-BE49-F238E27FC236}">
                <a16:creationId xmlns:a16="http://schemas.microsoft.com/office/drawing/2014/main" id="{0FF8E203-9B98-83E5-9DFF-897861D81898}"/>
              </a:ext>
            </a:extLst>
          </p:cNvPr>
          <p:cNvSpPr/>
          <p:nvPr/>
        </p:nvSpPr>
        <p:spPr>
          <a:xfrm>
            <a:off x="2277988" y="4893603"/>
            <a:ext cx="648072" cy="521822"/>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9" name="Rectangle 8">
            <a:extLst>
              <a:ext uri="{FF2B5EF4-FFF2-40B4-BE49-F238E27FC236}">
                <a16:creationId xmlns:a16="http://schemas.microsoft.com/office/drawing/2014/main" id="{AE3AC2C6-5214-3993-1341-66AEBD051856}"/>
              </a:ext>
            </a:extLst>
          </p:cNvPr>
          <p:cNvSpPr/>
          <p:nvPr/>
        </p:nvSpPr>
        <p:spPr>
          <a:xfrm>
            <a:off x="1618960" y="5555116"/>
            <a:ext cx="1944216" cy="580872"/>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SQL Code</a:t>
            </a:r>
          </a:p>
        </p:txBody>
      </p:sp>
      <p:sp>
        <p:nvSpPr>
          <p:cNvPr id="10" name="Flowchart: Magnetic Disk 9">
            <a:extLst>
              <a:ext uri="{FF2B5EF4-FFF2-40B4-BE49-F238E27FC236}">
                <a16:creationId xmlns:a16="http://schemas.microsoft.com/office/drawing/2014/main" id="{AFC8D9F1-7729-B25E-62C2-EC833E7F6DA2}"/>
              </a:ext>
            </a:extLst>
          </p:cNvPr>
          <p:cNvSpPr/>
          <p:nvPr/>
        </p:nvSpPr>
        <p:spPr>
          <a:xfrm>
            <a:off x="4726260" y="3681516"/>
            <a:ext cx="1440160" cy="646331"/>
          </a:xfrm>
          <a:prstGeom prst="flowChartMagneticDisk">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SQLite</a:t>
            </a:r>
          </a:p>
        </p:txBody>
      </p:sp>
      <p:sp>
        <p:nvSpPr>
          <p:cNvPr id="11" name="&quot;Not Allowed&quot; Symbol 10">
            <a:extLst>
              <a:ext uri="{FF2B5EF4-FFF2-40B4-BE49-F238E27FC236}">
                <a16:creationId xmlns:a16="http://schemas.microsoft.com/office/drawing/2014/main" id="{12C1A82B-0D62-BB78-32C4-B2E3B6C53FE3}"/>
              </a:ext>
            </a:extLst>
          </p:cNvPr>
          <p:cNvSpPr/>
          <p:nvPr/>
        </p:nvSpPr>
        <p:spPr>
          <a:xfrm>
            <a:off x="5014292" y="3592991"/>
            <a:ext cx="1080120" cy="720080"/>
          </a:xfrm>
          <a:prstGeom prst="noSmoking">
            <a:avLst/>
          </a:prstGeom>
          <a:solidFill>
            <a:srgbClr val="FFC00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w="22225">
                <a:solidFill>
                  <a:srgbClr val="38C6C6"/>
                </a:solidFill>
                <a:prstDash val="solid"/>
              </a:ln>
              <a:solidFill>
                <a:prstClr val="white"/>
              </a:solidFill>
              <a:effectLst/>
              <a:uLnTx/>
              <a:uFillTx/>
              <a:latin typeface="Segoe UI"/>
              <a:ea typeface="+mn-ea"/>
              <a:cs typeface="+mn-cs"/>
            </a:endParaRPr>
          </a:p>
        </p:txBody>
      </p:sp>
      <p:sp>
        <p:nvSpPr>
          <p:cNvPr id="12" name="Flowchart: Magnetic Disk 11">
            <a:extLst>
              <a:ext uri="{FF2B5EF4-FFF2-40B4-BE49-F238E27FC236}">
                <a16:creationId xmlns:a16="http://schemas.microsoft.com/office/drawing/2014/main" id="{82D31DB3-9CB9-25FA-5DC2-7C2E7DF2ACAD}"/>
              </a:ext>
            </a:extLst>
          </p:cNvPr>
          <p:cNvSpPr/>
          <p:nvPr/>
        </p:nvSpPr>
        <p:spPr>
          <a:xfrm>
            <a:off x="4762266" y="4465471"/>
            <a:ext cx="1440160" cy="646331"/>
          </a:xfrm>
          <a:prstGeom prst="flowChartMagneticDisk">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HANA</a:t>
            </a:r>
          </a:p>
        </p:txBody>
      </p:sp>
      <p:sp>
        <p:nvSpPr>
          <p:cNvPr id="13" name="TextBox 12">
            <a:extLst>
              <a:ext uri="{FF2B5EF4-FFF2-40B4-BE49-F238E27FC236}">
                <a16:creationId xmlns:a16="http://schemas.microsoft.com/office/drawing/2014/main" id="{6C3A3EF8-9D04-0A9E-B2CC-C8AA3142A0D9}"/>
              </a:ext>
            </a:extLst>
          </p:cNvPr>
          <p:cNvSpPr txBox="1"/>
          <p:nvPr/>
        </p:nvSpPr>
        <p:spPr>
          <a:xfrm>
            <a:off x="4283344" y="5660886"/>
            <a:ext cx="224311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0" cap="none" spc="0" normalizeH="0" baseline="0" noProof="0" dirty="0">
                <a:ln>
                  <a:noFill/>
                </a:ln>
                <a:solidFill>
                  <a:prstClr val="white"/>
                </a:solidFill>
                <a:effectLst/>
                <a:uLnTx/>
                <a:uFillTx/>
                <a:latin typeface="Segoe UI"/>
                <a:ea typeface="+mn-ea"/>
                <a:cs typeface="+mn-cs"/>
              </a:rPr>
              <a:t>Database Agnostic</a:t>
            </a:r>
          </a:p>
        </p:txBody>
      </p:sp>
      <p:sp>
        <p:nvSpPr>
          <p:cNvPr id="14" name="TextBox 13">
            <a:extLst>
              <a:ext uri="{FF2B5EF4-FFF2-40B4-BE49-F238E27FC236}">
                <a16:creationId xmlns:a16="http://schemas.microsoft.com/office/drawing/2014/main" id="{315DC700-9C1A-9BAC-FDEA-995B1D72F73D}"/>
              </a:ext>
            </a:extLst>
          </p:cNvPr>
          <p:cNvSpPr txBox="1"/>
          <p:nvPr/>
        </p:nvSpPr>
        <p:spPr>
          <a:xfrm>
            <a:off x="6530990" y="980728"/>
            <a:ext cx="3882761"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hlinkClick r:id="rId2">
                  <a:extLst>
                    <a:ext uri="{A12FA001-AC4F-418D-AE19-62706E023703}">
                      <ahyp:hlinkClr xmlns:ahyp="http://schemas.microsoft.com/office/drawing/2018/hyperlinkcolor" val="tx"/>
                    </a:ext>
                  </a:extLst>
                </a:hlinkClick>
              </a:rPr>
              <a:t>https://cap.cloud.sap/</a:t>
            </a: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916190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ppt_x"/>
                                          </p:val>
                                        </p:tav>
                                        <p:tav tm="100000">
                                          <p:val>
                                            <p:strVal val="#ppt_x"/>
                                          </p:val>
                                        </p:tav>
                                      </p:tavLst>
                                    </p:anim>
                                    <p:anim calcmode="lin" valueType="num">
                                      <p:cBhvr additive="base">
                                        <p:cTn id="25" dur="500" fill="hold"/>
                                        <p:tgtEl>
                                          <p:spTgt spid="6"/>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ppt_x"/>
                                          </p:val>
                                        </p:tav>
                                        <p:tav tm="100000">
                                          <p:val>
                                            <p:strVal val="#ppt_x"/>
                                          </p:val>
                                        </p:tav>
                                      </p:tavLst>
                                    </p:anim>
                                    <p:anim calcmode="lin" valueType="num">
                                      <p:cBhvr additive="base">
                                        <p:cTn id="33" dur="500" fill="hold"/>
                                        <p:tgtEl>
                                          <p:spTgt spid="8"/>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ppt_x"/>
                                          </p:val>
                                        </p:tav>
                                        <p:tav tm="100000">
                                          <p:val>
                                            <p:strVal val="#ppt_x"/>
                                          </p:val>
                                        </p:tav>
                                      </p:tavLst>
                                    </p:anim>
                                    <p:anim calcmode="lin" valueType="num">
                                      <p:cBhvr additive="base">
                                        <p:cTn id="3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6" presetClass="entr" presetSubtype="16"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circle(in)">
                                      <p:cBhvr>
                                        <p:cTn id="49" dur="2000"/>
                                        <p:tgtEl>
                                          <p:spTgt spid="11"/>
                                        </p:tgtEl>
                                      </p:cBhvr>
                                    </p:animEffect>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1000"/>
                                        <p:tgtEl>
                                          <p:spTgt spid="12"/>
                                        </p:tgtEl>
                                      </p:cBhvr>
                                    </p:animEffect>
                                    <p:anim calcmode="lin" valueType="num">
                                      <p:cBhvr>
                                        <p:cTn id="55" dur="1000" fill="hold"/>
                                        <p:tgtEl>
                                          <p:spTgt spid="12"/>
                                        </p:tgtEl>
                                        <p:attrNameLst>
                                          <p:attrName>ppt_x</p:attrName>
                                        </p:attrNameLst>
                                      </p:cBhvr>
                                      <p:tavLst>
                                        <p:tav tm="0">
                                          <p:val>
                                            <p:strVal val="#ppt_x"/>
                                          </p:val>
                                        </p:tav>
                                        <p:tav tm="100000">
                                          <p:val>
                                            <p:strVal val="#ppt_x"/>
                                          </p:val>
                                        </p:tav>
                                      </p:tavLst>
                                    </p:anim>
                                    <p:anim calcmode="lin" valueType="num">
                                      <p:cBhvr>
                                        <p:cTn id="5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5" presetClass="entr" presetSubtype="0"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2000"/>
                                        <p:tgtEl>
                                          <p:spTgt spid="13"/>
                                        </p:tgtEl>
                                      </p:cBhvr>
                                    </p:animEffect>
                                    <p:anim calcmode="lin" valueType="num">
                                      <p:cBhvr>
                                        <p:cTn id="62" dur="2000" fill="hold"/>
                                        <p:tgtEl>
                                          <p:spTgt spid="13"/>
                                        </p:tgtEl>
                                        <p:attrNameLst>
                                          <p:attrName>ppt_w</p:attrName>
                                        </p:attrNameLst>
                                      </p:cBhvr>
                                      <p:tavLst>
                                        <p:tav tm="0" fmla="#ppt_w*sin(2.5*pi*$)">
                                          <p:val>
                                            <p:fltVal val="0"/>
                                          </p:val>
                                        </p:tav>
                                        <p:tav tm="100000">
                                          <p:val>
                                            <p:fltVal val="1"/>
                                          </p:val>
                                        </p:tav>
                                      </p:tavLst>
                                    </p:anim>
                                    <p:anim calcmode="lin" valueType="num">
                                      <p:cBhvr>
                                        <p:cTn id="63" dur="2000" fill="hold"/>
                                        <p:tgtEl>
                                          <p:spTgt spid="1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animBg="1"/>
      <p:bldP spid="7" grpId="0" animBg="1"/>
      <p:bldP spid="8" grpId="0" animBg="1"/>
      <p:bldP spid="9" grpId="0" animBg="1"/>
      <p:bldP spid="10" grpId="0" animBg="1"/>
      <p:bldP spid="11" grpId="0" animBg="1"/>
      <p:bldP spid="12" grpId="0" animBg="1"/>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Modules for using CAP</a:t>
            </a:r>
            <a:endParaRPr lang="en-IN" sz="3600" dirty="0">
              <a:latin typeface="Cooper Black" panose="0208090404030B020404" pitchFamily="18" charset="0"/>
            </a:endParaRPr>
          </a:p>
        </p:txBody>
      </p:sp>
      <p:sp>
        <p:nvSpPr>
          <p:cNvPr id="3" name="TextBox 2">
            <a:extLst>
              <a:ext uri="{FF2B5EF4-FFF2-40B4-BE49-F238E27FC236}">
                <a16:creationId xmlns:a16="http://schemas.microsoft.com/office/drawing/2014/main" id="{3BD5C468-C983-C981-7134-1C975624C2ED}"/>
              </a:ext>
            </a:extLst>
          </p:cNvPr>
          <p:cNvSpPr txBox="1"/>
          <p:nvPr/>
        </p:nvSpPr>
        <p:spPr>
          <a:xfrm>
            <a:off x="189757" y="836712"/>
            <a:ext cx="11809312" cy="440120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We need to install sap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-dk (Development kit), This kit includes required framework libraries and source code to build, test, deploy, run cap applications. It comes along with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 CLI which will be used by developers to quickly generate the cap project skeleton. This module needs to be installed globally in our system if we are using VS Code, in case we use BAS, this module is pre-installed.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npm</a:t>
            </a:r>
            <a:r>
              <a:rPr kumimoji="0" lang="en-US" sz="2000" b="1" i="0" u="none" strike="noStrike" kern="0" cap="none" spc="0" normalizeH="0" baseline="0" noProof="0" dirty="0">
                <a:ln>
                  <a:noFill/>
                </a:ln>
                <a:solidFill>
                  <a:prstClr val="white"/>
                </a:solidFill>
                <a:effectLst/>
                <a:uLnTx/>
                <a:uFillTx/>
                <a:latin typeface="Segoe UI"/>
                <a:ea typeface="+mn-ea"/>
                <a:cs typeface="+mn-cs"/>
              </a:rPr>
              <a:t> install -g @sap/cds-dk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      node version &gt;= 14</a:t>
            </a:r>
          </a:p>
          <a:p>
            <a:pPr marL="457200" marR="0" lvl="0" indent="-457200" algn="l" defTabSz="914400" rtl="0" eaLnBrk="1" fontAlgn="auto" latinLnBrk="0" hangingPunct="1">
              <a:lnSpc>
                <a:spcPct val="100000"/>
              </a:lnSpc>
              <a:spcBef>
                <a:spcPts val="0"/>
              </a:spcBef>
              <a:spcAft>
                <a:spcPts val="0"/>
              </a:spcAft>
              <a:buClrTx/>
              <a:buSzTx/>
              <a:buFontTx/>
              <a:buAutoNum type="arabicPeriod" startAt="2"/>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Check if the CAP is installed in my system </a:t>
            </a:r>
            <a:r>
              <a:rPr kumimoji="0" lang="en-US" sz="2000" b="0" i="0" u="none" strike="noStrike" kern="0" cap="none" spc="0" normalizeH="0" baseline="0" noProof="0" dirty="0">
                <a:ln>
                  <a:noFill/>
                </a:ln>
                <a:solidFill>
                  <a:prstClr val="white"/>
                </a:solidFill>
                <a:effectLst/>
                <a:uLnTx/>
                <a:uFillTx/>
                <a:latin typeface="Segoe UI"/>
                <a:ea typeface="+mn-ea"/>
                <a:cs typeface="+mn-cs"/>
                <a:sym typeface="Wingdings" panose="05000000000000000000" pitchFamily="2" charset="2"/>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sym typeface="Wingdings" panose="05000000000000000000" pitchFamily="2" charset="2"/>
              </a:rPr>
              <a:t>cds</a:t>
            </a:r>
            <a:r>
              <a:rPr kumimoji="0" lang="en-US" sz="2000" b="1" i="0" u="none" strike="noStrike" kern="0" cap="none" spc="0" normalizeH="0" baseline="0" noProof="0" dirty="0">
                <a:ln>
                  <a:noFill/>
                </a:ln>
                <a:solidFill>
                  <a:prstClr val="white"/>
                </a:solidFill>
                <a:effectLst/>
                <a:uLnTx/>
                <a:uFillTx/>
                <a:latin typeface="Segoe UI"/>
                <a:ea typeface="+mn-ea"/>
                <a:cs typeface="+mn-cs"/>
                <a:sym typeface="Wingdings" panose="05000000000000000000" pitchFamily="2" charset="2"/>
              </a:rPr>
              <a:t> –v &amp; </a:t>
            </a:r>
            <a:r>
              <a:rPr kumimoji="0" lang="en-US" sz="2000" b="1" i="0" u="none" strike="noStrike" kern="0" cap="none" spc="0" normalizeH="0" baseline="0" noProof="0" dirty="0" err="1">
                <a:ln>
                  <a:noFill/>
                </a:ln>
                <a:solidFill>
                  <a:prstClr val="white"/>
                </a:solidFill>
                <a:effectLst/>
                <a:uLnTx/>
                <a:uFillTx/>
                <a:latin typeface="Segoe UI"/>
                <a:ea typeface="+mn-ea"/>
                <a:cs typeface="+mn-cs"/>
                <a:sym typeface="Wingdings" panose="05000000000000000000" pitchFamily="2" charset="2"/>
              </a:rPr>
              <a:t>cds</a:t>
            </a:r>
            <a:r>
              <a:rPr kumimoji="0" lang="en-US" sz="2000" b="1" i="0" u="none" strike="noStrike" kern="0" cap="none" spc="0" normalizeH="0" baseline="0" noProof="0" dirty="0">
                <a:ln>
                  <a:noFill/>
                </a:ln>
                <a:solidFill>
                  <a:prstClr val="white"/>
                </a:solidFill>
                <a:effectLst/>
                <a:uLnTx/>
                <a:uFillTx/>
                <a:latin typeface="Segoe UI"/>
                <a:ea typeface="+mn-ea"/>
                <a:cs typeface="+mn-cs"/>
                <a:sym typeface="Wingdings" panose="05000000000000000000" pitchFamily="2" charset="2"/>
              </a:rPr>
              <a:t> --help</a:t>
            </a:r>
          </a:p>
          <a:p>
            <a:pPr marL="457200" marR="0" lvl="0" indent="-457200" algn="l" defTabSz="914400" rtl="0" eaLnBrk="1" fontAlgn="auto" latinLnBrk="0" hangingPunct="1">
              <a:lnSpc>
                <a:spcPct val="100000"/>
              </a:lnSpc>
              <a:spcBef>
                <a:spcPts val="0"/>
              </a:spcBef>
              <a:spcAft>
                <a:spcPts val="0"/>
              </a:spcAft>
              <a:buClrTx/>
              <a:buSzTx/>
              <a:buFontTx/>
              <a:buAutoNum type="arabicPeriod" startAt="2"/>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Create a folder in our computer, and run </a:t>
            </a:r>
            <a:r>
              <a:rPr kumimoji="0" lang="en-US" sz="2000" b="1" i="0" u="none" strike="noStrike" kern="0" cap="none" spc="0" normalizeH="0" baseline="0" noProof="0" dirty="0" err="1">
                <a:ln>
                  <a:noFill/>
                </a:ln>
                <a:solidFill>
                  <a:prstClr val="white"/>
                </a:solidFill>
                <a:effectLst/>
                <a:uLnTx/>
                <a:uFillTx/>
                <a:latin typeface="Segoe UI"/>
                <a:ea typeface="+mn-ea"/>
                <a:cs typeface="+mn-cs"/>
              </a:rPr>
              <a:t>cds</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init</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a:ln>
                  <a:noFill/>
                </a:ln>
                <a:solidFill>
                  <a:prstClr val="white"/>
                </a:solidFill>
                <a:effectLst/>
                <a:uLnTx/>
                <a:uFillTx/>
                <a:latin typeface="Segoe UI"/>
                <a:ea typeface="+mn-ea"/>
                <a:cs typeface="+mn-cs"/>
              </a:rPr>
              <a:t>command. This will create a project skeleton automatically which includes </a:t>
            </a:r>
            <a:r>
              <a:rPr kumimoji="0" lang="en-US" sz="2000" b="1" i="0" u="none" strike="noStrike" kern="0" cap="none" spc="0" normalizeH="0" baseline="0" noProof="0" dirty="0" err="1">
                <a:ln>
                  <a:noFill/>
                </a:ln>
                <a:solidFill>
                  <a:prstClr val="white"/>
                </a:solidFill>
                <a:effectLst/>
                <a:uLnTx/>
                <a:uFillTx/>
                <a:latin typeface="Segoe UI"/>
                <a:ea typeface="+mn-ea"/>
                <a:cs typeface="+mn-cs"/>
              </a:rPr>
              <a:t>db</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srv</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ui</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a:ln>
                  <a:noFill/>
                </a:ln>
                <a:solidFill>
                  <a:prstClr val="white"/>
                </a:solidFill>
                <a:effectLst/>
                <a:uLnTx/>
                <a:uFillTx/>
                <a:latin typeface="Segoe UI"/>
                <a:ea typeface="+mn-ea"/>
                <a:cs typeface="+mn-cs"/>
              </a:rPr>
              <a:t>folders.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prstClr val="white"/>
                </a:solidFill>
                <a:effectLst/>
                <a:uLnTx/>
                <a:uFillTx/>
                <a:latin typeface="Segoe UI"/>
                <a:ea typeface="+mn-ea"/>
                <a:cs typeface="+mn-cs"/>
              </a:rPr>
              <a:t>If you want to quickly manage multiple node versions in your computer you can use </a:t>
            </a:r>
            <a:r>
              <a:rPr kumimoji="0" lang="en-IN" sz="2000" b="0" i="0" u="none" strike="noStrike" kern="0" cap="none" spc="0" normalizeH="0" baseline="0" noProof="0" dirty="0" err="1">
                <a:ln>
                  <a:noFill/>
                </a:ln>
                <a:solidFill>
                  <a:prstClr val="white"/>
                </a:solidFill>
                <a:effectLst/>
                <a:uLnTx/>
                <a:uFillTx/>
                <a:latin typeface="Segoe UI"/>
                <a:ea typeface="+mn-ea"/>
                <a:cs typeface="+mn-cs"/>
              </a:rPr>
              <a:t>nvm</a:t>
            </a:r>
            <a:r>
              <a:rPr kumimoji="0" lang="en-IN" sz="2000" b="0" i="0" u="none" strike="noStrike" kern="0" cap="none" spc="0" normalizeH="0" baseline="0" noProof="0" dirty="0">
                <a:ln>
                  <a:noFill/>
                </a:ln>
                <a:solidFill>
                  <a:prstClr val="white"/>
                </a:solidFill>
                <a:effectLst/>
                <a:uLnTx/>
                <a:uFillTx/>
                <a:latin typeface="Segoe UI"/>
                <a:ea typeface="+mn-ea"/>
                <a:cs typeface="+mn-cs"/>
              </a:rPr>
              <a:t> tool - </a:t>
            </a:r>
            <a:r>
              <a:rPr kumimoji="0" lang="en-IN" sz="2000" b="0" i="0" u="none" strike="noStrike" kern="0" cap="none" spc="0" normalizeH="0" baseline="0" noProof="0" dirty="0">
                <a:ln>
                  <a:noFill/>
                </a:ln>
                <a:solidFill>
                  <a:prstClr val="white"/>
                </a:solidFill>
                <a:effectLst/>
                <a:uLnTx/>
                <a:uFillTx/>
                <a:latin typeface="Segoe UI"/>
                <a:ea typeface="+mn-ea"/>
                <a:cs typeface="+mn-cs"/>
                <a:hlinkClick r:id="rId2">
                  <a:extLst>
                    <a:ext uri="{A12FA001-AC4F-418D-AE19-62706E023703}">
                      <ahyp:hlinkClr xmlns:ahyp="http://schemas.microsoft.com/office/drawing/2018/hyperlinkcolor" val="tx"/>
                    </a:ext>
                  </a:extLst>
                </a:hlinkClick>
              </a:rPr>
              <a:t>https://github.com/coreybutler/nvm-windows/releases</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prstClr val="white"/>
                </a:solidFill>
                <a:effectLst/>
                <a:uLnTx/>
                <a:uFillTx/>
                <a:latin typeface="Segoe UI"/>
                <a:ea typeface="+mn-ea"/>
                <a:cs typeface="+mn-cs"/>
              </a:rPr>
              <a:t>When we make constant changes to the project, we want project to detect a correction and automatically restart the server. We can use the </a:t>
            </a:r>
            <a:r>
              <a:rPr kumimoji="0" lang="en-IN" sz="2000" b="1" i="0" u="none" strike="noStrike" kern="0" cap="none" spc="0" normalizeH="0" baseline="0" noProof="0" dirty="0" err="1">
                <a:ln>
                  <a:noFill/>
                </a:ln>
                <a:solidFill>
                  <a:prstClr val="white"/>
                </a:solidFill>
                <a:effectLst/>
                <a:uLnTx/>
                <a:uFillTx/>
                <a:latin typeface="Segoe UI"/>
                <a:ea typeface="+mn-ea"/>
                <a:cs typeface="+mn-cs"/>
              </a:rPr>
              <a:t>cds</a:t>
            </a:r>
            <a:r>
              <a:rPr kumimoji="0" lang="en-IN" sz="2000" b="1" i="0" u="none" strike="noStrike" kern="0" cap="none" spc="0" normalizeH="0" baseline="0" noProof="0" dirty="0">
                <a:ln>
                  <a:noFill/>
                </a:ln>
                <a:solidFill>
                  <a:prstClr val="white"/>
                </a:solidFill>
                <a:effectLst/>
                <a:uLnTx/>
                <a:uFillTx/>
                <a:latin typeface="Segoe UI"/>
                <a:ea typeface="+mn-ea"/>
                <a:cs typeface="+mn-cs"/>
              </a:rPr>
              <a:t> watch </a:t>
            </a:r>
            <a:r>
              <a:rPr kumimoji="0" lang="en-IN" sz="2000" b="0" i="0" u="none" strike="noStrike" kern="0" cap="none" spc="0" normalizeH="0" baseline="0" noProof="0" dirty="0">
                <a:ln>
                  <a:noFill/>
                </a:ln>
                <a:solidFill>
                  <a:prstClr val="white"/>
                </a:solidFill>
                <a:effectLst/>
                <a:uLnTx/>
                <a:uFillTx/>
                <a:latin typeface="Segoe UI"/>
                <a:ea typeface="+mn-ea"/>
                <a:cs typeface="+mn-cs"/>
              </a:rPr>
              <a:t>command instead of </a:t>
            </a:r>
            <a:r>
              <a:rPr kumimoji="0" lang="en-IN" sz="2000" b="1" i="0" u="none" strike="noStrike" kern="0" cap="none" spc="0" normalizeH="0" baseline="0" noProof="0" dirty="0" err="1">
                <a:ln>
                  <a:noFill/>
                </a:ln>
                <a:solidFill>
                  <a:prstClr val="white"/>
                </a:solidFill>
                <a:effectLst/>
                <a:uLnTx/>
                <a:uFillTx/>
                <a:latin typeface="Segoe UI"/>
                <a:ea typeface="+mn-ea"/>
                <a:cs typeface="+mn-cs"/>
              </a:rPr>
              <a:t>cds</a:t>
            </a:r>
            <a:r>
              <a:rPr kumimoji="0" lang="en-IN" sz="2000" b="1" i="0" u="none" strike="noStrike" kern="0" cap="none" spc="0" normalizeH="0" baseline="0" noProof="0" dirty="0">
                <a:ln>
                  <a:noFill/>
                </a:ln>
                <a:solidFill>
                  <a:prstClr val="white"/>
                </a:solidFill>
                <a:effectLst/>
                <a:uLnTx/>
                <a:uFillTx/>
                <a:latin typeface="Segoe UI"/>
                <a:ea typeface="+mn-ea"/>
                <a:cs typeface="+mn-cs"/>
              </a:rPr>
              <a:t> run</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843697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4</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30,000+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Custom 927">
      <a:dk1>
        <a:sysClr val="windowText" lastClr="000000"/>
      </a:dk1>
      <a:lt1>
        <a:sysClr val="window" lastClr="FFFFFF"/>
      </a:lt1>
      <a:dk2>
        <a:srgbClr val="153153"/>
      </a:dk2>
      <a:lt2>
        <a:srgbClr val="EEECE1"/>
      </a:lt2>
      <a:accent1>
        <a:srgbClr val="FF4823"/>
      </a:accent1>
      <a:accent2>
        <a:srgbClr val="346CE8"/>
      </a:accent2>
      <a:accent3>
        <a:srgbClr val="8BB74C"/>
      </a:accent3>
      <a:accent4>
        <a:srgbClr val="D0AD49"/>
      </a:accent4>
      <a:accent5>
        <a:srgbClr val="5CEEA6"/>
      </a:accent5>
      <a:accent6>
        <a:srgbClr val="7740B5"/>
      </a:accent6>
      <a:hlink>
        <a:srgbClr val="0000FF"/>
      </a:hlink>
      <a:folHlink>
        <a:srgbClr val="800080"/>
      </a:folHlink>
    </a:clrScheme>
    <a:fontScheme name="slidemodel">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7909</TotalTime>
  <Words>1387</Words>
  <Application>Microsoft Office PowerPoint</Application>
  <PresentationFormat>Custom</PresentationFormat>
  <Paragraphs>159</Paragraphs>
  <Slides>19</Slides>
  <Notes>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19</vt:i4>
      </vt:variant>
    </vt:vector>
  </HeadingPairs>
  <TitlesOfParts>
    <vt:vector size="30" baseType="lpstr">
      <vt:lpstr>Amasis MT Pro</vt:lpstr>
      <vt:lpstr>Amasis MT Pro Black</vt:lpstr>
      <vt:lpstr>Arial</vt:lpstr>
      <vt:lpstr>Arial Black</vt:lpstr>
      <vt:lpstr>Calibri</vt:lpstr>
      <vt:lpstr>Cooper Black</vt:lpstr>
      <vt:lpstr>Segoe UI</vt:lpstr>
      <vt:lpstr>Segoe UI Black</vt:lpstr>
      <vt:lpstr>Segoe UI Light</vt:lpstr>
      <vt:lpstr>Office Theme</vt:lpstr>
      <vt:lpstr>3_Office Theme</vt:lpstr>
      <vt:lpstr>SAP BTP Extension Suite Training</vt:lpstr>
      <vt:lpstr>PowerPoint Presentation</vt:lpstr>
      <vt:lpstr>Agenda – Day 4</vt:lpstr>
      <vt:lpstr>PowerPoint Presentation</vt:lpstr>
      <vt:lpstr>NPM – Node Package manager</vt:lpstr>
      <vt:lpstr>PowerPoint Presentation</vt:lpstr>
      <vt:lpstr>Hands on: Node JS</vt:lpstr>
      <vt:lpstr>Functions in JS</vt:lpstr>
      <vt:lpstr>Deploy Node Microservice to BTP</vt:lpstr>
      <vt:lpstr>Challenges of building Apps on BTP</vt:lpstr>
      <vt:lpstr>Business Application Studio (BAS)</vt:lpstr>
      <vt:lpstr>Comparison</vt:lpstr>
      <vt:lpstr>CAPM Introduction</vt:lpstr>
      <vt:lpstr>CDS – Core Data and Services </vt:lpstr>
      <vt:lpstr>Solution – use CAP framework</vt:lpstr>
      <vt:lpstr>Hands on: Modules for using CAP</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224</cp:revision>
  <dcterms:created xsi:type="dcterms:W3CDTF">2013-09-12T13:05:01Z</dcterms:created>
  <dcterms:modified xsi:type="dcterms:W3CDTF">2026-06-22T12:00:07Z</dcterms:modified>
</cp:coreProperties>
</file>
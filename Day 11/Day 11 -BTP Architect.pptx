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6" r:id="rId2"/>
    <p:sldId id="4122" r:id="rId3"/>
    <p:sldId id="277" r:id="rId4"/>
    <p:sldId id="4813" r:id="rId5"/>
    <p:sldId id="4805" r:id="rId6"/>
    <p:sldId id="4814" r:id="rId7"/>
    <p:sldId id="4802" r:id="rId8"/>
    <p:sldId id="4773" r:id="rId9"/>
    <p:sldId id="4774" r:id="rId10"/>
    <p:sldId id="4811" r:id="rId11"/>
    <p:sldId id="4812" r:id="rId12"/>
    <p:sldId id="4775" r:id="rId13"/>
    <p:sldId id="4776" r:id="rId14"/>
    <p:sldId id="4815" r:id="rId15"/>
    <p:sldId id="282" r:id="rId16"/>
    <p:sldId id="280" r:id="rId17"/>
    <p:sldId id="4711"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5250" autoAdjust="0"/>
  </p:normalViewPr>
  <p:slideViewPr>
    <p:cSldViewPr>
      <p:cViewPr varScale="1">
        <p:scale>
          <a:sx n="105" d="100"/>
          <a:sy n="105" d="100"/>
        </p:scale>
        <p:origin x="508" y="6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2T09:47:03.152"/>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07.519"/>
    </inkml:context>
    <inkml:brush xml:id="br0">
      <inkml:brushProperty name="width" value="0.05" units="cm"/>
      <inkml:brushProperty name="height" value="0.05" units="cm"/>
      <inkml:brushProperty name="color" value="#FFFFFF"/>
    </inkml:brush>
  </inkml:definitions>
  <inkml:trace contextRef="#ctx0" brushRef="#br0">93 601 24575,'-2'0'0,"0"0"0,1 1 0,-1-1 0,1 0 0,-1 0 0,1-1 0,-1 1 0,1 0 0,-1-1 0,1 1 0,-1 0 0,1-1 0,-1 0 0,1 1 0,0-1 0,-1 0 0,1 0 0,0 0 0,0 1 0,-1-1 0,0-2 0,1 1 0,1 1 0,0 0 0,0-1 0,0 1 0,0 0 0,0-1 0,0 1 0,1 0 0,-1-1 0,0 1 0,1 0 0,-1-1 0,1 1 0,-1 0 0,1 0 0,0 0 0,-1-1 0,1 1 0,0 0 0,0 0 0,0 0 0,0 0 0,0 0 0,1-1 0,0 1 0,-1-1 0,0 1 0,0 0 0,1-1 0,-1 1 0,1 0 0,-1 0 0,1 0 0,-1 0 0,1 1 0,0-1 0,-1 0 0,1 1 0,0-1 0,0 1 0,0-1 0,-1 1 0,5 0 0,-5 0 0,0 1 0,0-1 0,0 0 0,0 1 0,0-1 0,0 1 0,-1 0 0,1-1 0,0 1 0,0 0 0,0-1 0,-1 1 0,1 0 0,0 0 0,-1 0 0,1 0 0,-1 0 0,1 0 0,-1 0 0,1 0 0,-1 0 0,0 0 0,1 0 0,-1 0 0,0 0 0,0 0 0,0 0 0,0 0 0,0 0 0,0 0 0,0 0 0,0 0 0,-1 2 0,-1 22 0,-2 0 0,-1 0 0,-1 0 0,-11 30 0,1-3 0,-55 178 0,215-645 0,-12 28 0,-132 386 0,43-96 0,-36 84 0,0 0 0,1 1 0,1 0 0,0 0 0,10-10 0,-17 20 0,0 0 0,0 0 0,0 0 0,0 0 0,0 0 0,1 1 0,-1-1 0,1 1 0,-1-1 0,1 1 0,-1 0 0,1 0 0,0 0 0,0 0 0,-1 1 0,1-1 0,0 1 0,0 0 0,0 0 0,0 0 0,-1 0 0,6 1 0,-4 0 0,0 1 0,0-1 0,-1 1 0,1 0 0,-1 1 0,0-1 0,1 1 0,-1-1 0,0 1 0,0 0 0,-1 0 0,1 0 0,-1 0 0,1 1 0,2 4 0,8 16 0,-1 0 0,-2 1 0,0 0 0,8 35 0,20 109 0,-35-150 0,10 52-273,-2 0 0,-4 1 0,-3 0 0,-8 112 0,0-150-6553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07.863"/>
    </inkml:context>
    <inkml:brush xml:id="br0">
      <inkml:brushProperty name="width" value="0.05" units="cm"/>
      <inkml:brushProperty name="height" value="0.05" units="cm"/>
      <inkml:brushProperty name="color" value="#FFFFFF"/>
    </inkml:brush>
  </inkml:definitions>
  <inkml:trace contextRef="#ctx0" brushRef="#br0">12 237 24575,'-1'0'0,"0"-1"0,0 0 0,0-1 0,0 1 0,0 0 0,0 0 0,1 0 0,-1 0 0,0-1 0,1 1 0,-1 0 0,1-1 0,0 1 0,-1 0 0,1-1 0,0 1 0,0-1 0,0 1 0,-1 0 0,2-1 0,-1 1 0,0-2 0,1 0 0,0 1 0,0-1 0,0 1 0,0-1 0,0 1 0,1 0 0,-1 0 0,1-1 0,0 1 0,-1 0 0,4-1 0,3-5 0,1 1 0,0 1 0,0 0 0,16-7 0,40-16 0,1 3 0,1 3 0,109-22 0,-162 41 0,-1 1 0,-1 1 0,1-1 0,24 1 0,-34 1 0,0 2 0,0-1 0,0 0 0,-1 1 0,1-1 0,0 1 0,0 0 0,-1 0 0,1 0 0,0 0 0,-1 0 0,1 1 0,-1-1 0,0 1 0,1-1 0,-1 1 0,0 0 0,0 0 0,0 0 0,0 0 0,0 1 0,2 4 0,3 7 0,0 0 0,-2 1 0,0 0 0,0 0 0,2 19 0,-1 4 0,1 37 0,-7-60-341,-1-1 0,0 1-1,-6 28 1,4-28-6485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08.345"/>
    </inkml:context>
    <inkml:brush xml:id="br0">
      <inkml:brushProperty name="width" value="0.05" units="cm"/>
      <inkml:brushProperty name="height" value="0.05" units="cm"/>
      <inkml:brushProperty name="color" value="#FFFFFF"/>
    </inkml:brush>
  </inkml:definitions>
  <inkml:trace contextRef="#ctx0" brushRef="#br0">1 19 24575,'2'-2'0,"0"0"0,0 0 0,0 1 0,1-1 0,-1 0 0,0 1 0,1-1 0,-1 1 0,1 0 0,4-2 0,-6 3 0,1 0 0,-1 0 0,0 0 0,0 0 0,0 1 0,0-1 0,0 0 0,0 0 0,0 1 0,0-1 0,0 1 0,0-1 0,0 1 0,0-1 0,0 1 0,0-1 0,-1 1 0,1 0 0,0-1 0,0 1 0,0 0 0,-1 0 0,1 0 0,-1 0 0,1 0 0,0-1 0,-1 1 0,0 0 0,1 0 0,0 2 0,8 24 0,0 0 0,-2 1 0,-1 0 0,4 55 0,-9-65 0,3 20 0,-4-36 0,0-1 0,1 1 0,-1 0 0,1-1 0,-1 1 0,1 0 0,0-1 0,0 1 0,0-1 0,0 1 0,0-1 0,0 1 0,0-1 0,0 0 0,0 0 0,3 3 0,-3-4 0,1 0 0,-1 1 0,1-1 0,-1 0 0,1 0 0,-1 0 0,1 0 0,-1 0 0,1 0 0,-1 0 0,0 0 0,1-1 0,-1 1 0,1-1 0,-1 1 0,0-1 0,1 1 0,-1-1 0,0 0 0,3-1 0,26-20 0,-27 19 0,0 0 0,0 0 0,0-1 0,0 1 0,0-1 0,0 0 0,-1 0 0,1 0 0,-1 0 0,0 0 0,-1-1 0,1 1 0,-1-1 0,1 1 0,-1-1 0,-1 1 0,1-1 0,-1 0 0,0-8 0,5-25 0,-4 34-195,0 0 0,0 0 0,1 0 0,0 0 0,0 0 0,4-6 0,0 2-6631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08.828"/>
    </inkml:context>
    <inkml:brush xml:id="br0">
      <inkml:brushProperty name="width" value="0.05" units="cm"/>
      <inkml:brushProperty name="height" value="0.05" units="cm"/>
      <inkml:brushProperty name="color" value="#FFFFFF"/>
    </inkml:brush>
  </inkml:definitions>
  <inkml:trace contextRef="#ctx0" brushRef="#br0">1 0 24575,'7'159'0,"-4"-135"0,1 0 0,1 0 0,1-1 0,14 36 0,-18-55 0,0 0 0,0 0 0,0 0 0,0-1 0,1 1 0,-1-1 0,1 1 0,0-1 0,0 0 0,0 0 0,0 0 0,0-1 0,1 1 0,4 2 0,-6-4 0,0-1 0,0 1 0,0-1 0,0 1 0,0-1 0,0 1 0,0-1 0,1 0 0,-1 0 0,0 0 0,0 0 0,0-1 0,0 1 0,0-1 0,0 1 0,1-1 0,-1 0 0,0 1 0,-1-1 0,1 0 0,0 0 0,0-1 0,0 1 0,0 0 0,-1 0 0,1-1 0,-1 1 0,1-1 0,1-3 0,3-2 0,-1 0 0,0-1 0,0 0 0,0 0 0,-1 0 0,4-15 0,15-55 0,-20 67 0,4-23 0,0-1 0,2-56 0,-9 85 0,-2 6 0,-2 12 0,-5 19 0,-6 43-1365,12-53-5461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09.281"/>
    </inkml:context>
    <inkml:brush xml:id="br0">
      <inkml:brushProperty name="width" value="0.05" units="cm"/>
      <inkml:brushProperty name="height" value="0.05" units="cm"/>
      <inkml:brushProperty name="color" value="#FFFFFF"/>
    </inkml:brush>
  </inkml:definitions>
  <inkml:trace contextRef="#ctx0" brushRef="#br0">94 36 24575,'-1'-2'0,"1"0"0,0 0 0,0 0 0,-1 0 0,1 0 0,-1 0 0,0 0 0,1 0 0,-1 0 0,0 0 0,0 0 0,0 1 0,0-1 0,-1 0 0,-2-2 0,4 4 0,0-1 0,0 1 0,-1 0 0,1 0 0,0-1 0,-1 1 0,1 0 0,0 0 0,-1 0 0,1 0 0,0 0 0,-1-1 0,1 1 0,0 0 0,-1 0 0,1 0 0,0 0 0,-1 0 0,1 0 0,0 0 0,-1 0 0,1 0 0,0 0 0,-1 0 0,1 1 0,0-1 0,-1 0 0,1 0 0,0 0 0,-1 0 0,1 1 0,-1 0 0,0 0 0,0 0 0,1 0 0,-1 0 0,0 0 0,1 0 0,-1 1 0,1-1 0,-1 0 0,1 0 0,0 0 0,0 1 0,0-1 0,-1 2 0,-3 119 0,4-80 0,-7 55 0,2-62 0,-1 0 0,-1-1 0,-2 0 0,-14 33 0,38-102 0,0 0 0,33-58 0,-43 84 0,1 1 0,-1 0 0,1 0 0,1 1 0,0-1 0,0 1 0,0 1 0,1-1 0,0 2 0,0-1 0,1 1 0,9-5 0,-15 9 0,0-1 0,0 2 0,0-1 0,0 0 0,0 1 0,0-1 0,0 1 0,0 0 0,0 0 0,0 0 0,0 0 0,0 1 0,-1-1 0,1 1 0,0 0 0,0 0 0,0 0 0,0 0 0,-1 0 0,1 0 0,0 1 0,-1-1 0,1 1 0,-1 0 0,0 0 0,1 0 0,-1 0 0,0 0 0,0 1 0,0-1 0,-1 0 0,1 1 0,2 4 0,0 0 0,-1 1 0,0-1 0,0 1 0,0 0 0,-1 0 0,0 0 0,0 0 0,-1 0 0,0 0 0,0 0 0,-2 11 0,1-12 27,-1 1-1,0-1 0,-1 0 0,0 1 1,0-1-1,-1 0 0,0 0 0,0-1 1,0 1-1,-1-1 0,0 1 0,-9 10 1,10-14-113,-1 1 1,0-1 0,1 0-1,-1 0 1,-1 0 0,1 0-1,0-1 1,-1 1 0,1-1-1,-1 0 1,0-1 0,1 1-1,-1-1 1,0 0 0,0 0-1,0 0 1,0-1 0,0 0-1,-9 0 1,-6-3-6741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0.340"/>
    </inkml:context>
    <inkml:brush xml:id="br0">
      <inkml:brushProperty name="width" value="0.05" units="cm"/>
      <inkml:brushProperty name="height" value="0.05" units="cm"/>
      <inkml:brushProperty name="color" value="#FFFFFF"/>
    </inkml:brush>
  </inkml:definitions>
  <inkml:trace contextRef="#ctx0" brushRef="#br0">0 20 24575,'11'-6'0,"-8"4"0,0 0 0,1 0 0,-1 1 0,0-1 0,1 1 0,-1 0 0,6-1 0,-8 2 0,0 0 0,0 0 0,0 0 0,0 0 0,0 1 0,0-1 0,0 0 0,0 1 0,0-1 0,0 0 0,0 1 0,0-1 0,0 1 0,0 0 0,-1-1 0,1 1 0,0 0 0,0-1 0,-1 1 0,1 0 0,0 0 0,-1 0 0,1-1 0,-1 1 0,1 0 0,-1 0 0,1 0 0,-1 0 0,0 0 0,0 0 0,1 0 0,-1 1 0,13 53 0,-1 0 0,6 95 0,-16-125 0,5 142 0,1-182 0,7-22 0,-9 22 0,-1 2 0,38-86 0,-38 88 0,2 0 0,-1 1 0,1 0 0,1 0 0,-1 0 0,16-13 0,-21 22 0,-1-1 0,1 0 0,0 1 0,0-1 0,0 1 0,0 0 0,0-1 0,1 1 0,-1 0 0,0 1 0,0-1 0,1 0 0,-1 1 0,1-1 0,-1 1 0,0-1 0,1 1 0,-1 0 0,1 0 0,-1 0 0,1 1 0,-1-1 0,0 1 0,1-1 0,2 2 0,-1 0 0,0 1 0,0-1 0,-1 1 0,1 0 0,-1 0 0,0 0 0,1 1 0,-2-1 0,1 1 0,0-1 0,-1 1 0,0 0 0,2 4 0,26 64 0,-25-55 0,1-1 0,1 1 0,1-1 0,13 20 0,-19-33 0,0 0 0,1 0 0,0 0 0,-1-1 0,1 1 0,0-1 0,0 1 0,0-1 0,0 0 0,0 0 0,1-1 0,-1 1 0,1-1 0,-1 0 0,5 2 0,-2-3 0,-1 1 0,1 0 0,-1-1 0,1 0 0,0-1 0,-1 1 0,1-1 0,-1 0 0,7-2 0,5-3 0,-1 0 0,0-2 0,0 0 0,-1 0 0,21-17 0,-17 12 0,-2-1 0,0-1 0,23-24 0,-34 31 0,1 0 0,-1 0 0,0-1 0,-1 0 0,0 0 0,0 0 0,-1-1 0,-1 1 0,6-20 0,-9 25 0,1 0 0,-1 0 0,0 0 0,0 0 0,0 0 0,-1 0 0,1 0 0,-1 0 0,0 1 0,0-1 0,-1 0 0,1 0 0,-1 1 0,1-1 0,-1 0 0,-4-4 0,5 7 0,0-1 0,-1 0 0,1 0 0,-1 1 0,0-1 0,0 0 0,0 1 0,1 0 0,-1-1 0,0 1 0,-1 0 0,1 0 0,0 0 0,0 1 0,0-1 0,0 0 0,-1 1 0,1-1 0,0 1 0,-1 0 0,1 0 0,0 0 0,-1 0 0,1 0 0,0 0 0,-1 1 0,1-1 0,0 1 0,-3 1 0,-2 1 0,-1 1 0,1 0 0,0 1 0,1 0 0,-1 0 0,1 0 0,0 1 0,0 0 0,0 0 0,1 0 0,0 1 0,-8 13 0,2-1 0,1 1 0,1 0 0,-12 35 0,20-51 0,-1 1 0,1 0 0,0 0 0,1 0 0,-1 0 0,1 0 0,0 0 0,0 0 0,0 0 0,1 0 0,0 0 0,2 8 0,-2-11 0,0 0 0,0 0 0,0 0 0,0 0 0,0-1 0,0 1 0,1 0 0,-1-1 0,1 1 0,-1-1 0,1 0 0,0 1 0,0-1 0,-1 0 0,1 0 0,0 0 0,0 0 0,0 0 0,0-1 0,0 1 0,0-1 0,0 1 0,0-1 0,0 0 0,0 1 0,1-1 0,-1 0 0,0-1 0,0 1 0,0 0 0,0-1 0,3 0 0,5-1 0,-1-1 0,0 0 0,0 0 0,0-1 0,-1 0 0,1-1 0,-1 1 0,0-2 0,0 1 0,-1-1 0,0 0 0,0-1 0,7-8 0,1-3 0,0 0 0,-2-1 0,0-1 0,11-24 0,-7 17 0,-17 27 0,1 0 0,-1-1 0,0 1 0,0 0 0,1 0 0,-1-1 0,0 1 0,0 0 0,1 0 0,-1-1 0,0 1 0,1 0 0,-1 0 0,0 0 0,1 0 0,-1 0 0,0-1 0,1 1 0,-1 0 0,1 0 0,-1 0 0,0 0 0,1 0 0,-1 0 0,0 0 0,1 0 0,0 1 0,-1 0 0,1-1 0,-1 1 0,1 0 0,-1-1 0,1 1 0,-1 0 0,0 0 0,1-1 0,-1 1 0,0 0 0,0 0 0,1 0 0,-1-1 0,0 1 0,0 0 0,0 2 0,1 25 0,-2 34 0,0 15 0,1-76 0,0 1 0,0 0 0,0-1 0,0 1 0,0-1 0,0 1 0,1-1 0,-1 1 0,1-1 0,-1 1 0,1-1 0,-1 1 0,1-1 0,0 1 0,-1-1 0,1 0 0,0 1 0,0-1 0,0 0 0,0 0 0,0 0 0,1 0 0,-1 0 0,0 0 0,0 0 0,1 0 0,-1 0 0,0 0 0,1-1 0,-1 1 0,1-1 0,-1 1 0,1-1 0,-1 1 0,1-1 0,0 0 0,-1 0 0,1 0 0,-1 0 0,1 0 0,-1 0 0,1 0 0,-1-1 0,3 1 0,2-2 0,0 0 0,0 0 0,0 0 0,0-1 0,-1 0 0,1 0 0,-1 0 0,1-1 0,7-7 0,1-3 0,-2-1 0,22-30 0,-22 26 0,24-24 0,-35 41 0,-1 1 0,1 0 0,0 0 0,0 0 0,1 0 0,-1 0 0,0 0 0,0 1 0,0-1 0,1 0 0,-1 1 0,0-1 0,1 0 0,-1 1 0,3-1 0,-4 1 0,1 0 0,0 0 0,-1 1 0,1-1 0,-1 0 0,1 0 0,-1 0 0,1 1 0,-1-1 0,1 0 0,-1 1 0,0-1 0,1 0 0,-1 1 0,1-1 0,-1 1 0,0-1 0,1 1 0,-1-1 0,0 1 0,0-1 0,1 1 0,-1-1 0,0 1 0,0-1 0,1 2 0,0 4 0,0 1 0,0 0 0,0 0 0,-1 12 0,0-14 0,0 13 0,1-1 0,0 0 0,1 0 0,1 0 0,1-1 0,8 22 0,-11-34 0,1 1 0,0-1 0,1 1 0,-1-1 0,1 0 0,0 0 0,0 0 0,0 0 0,0-1 0,1 1 0,6 4 0,-7-7 0,0 1 0,0-1 0,0 1 0,0-1 0,0 0 0,0 0 0,0 0 0,1-1 0,-1 1 0,0-1 0,1 0 0,-1 0 0,0 0 0,1 0 0,-1-1 0,0 1 0,0-1 0,1 0 0,2-1 0,4-2 0,-1 0 0,0 0 0,0-1 0,0 0 0,-1-1 0,1 0 0,-1-1 0,-1 1 0,1-1 0,-1-1 0,-1 1 0,1-1 0,-1 0 0,5-10 0,-5 7 0,0 1 0,0-1 0,-2 0 0,1 0 0,-1-1 0,-1 1 0,0-1 0,-1 0 0,0 0 0,0 0 0,-1-19 0,-2 26 25,1 0-1,-1 0 0,0 1 1,0-1-1,-1 0 1,1 0-1,-1 1 0,0-1 1,0 1-1,-1 0 0,1 0 1,-1-1-1,-4-4 1,5 7-86,0 0 0,0 1 0,0-1 0,0 1 0,0-1 0,0 1 0,0-1 0,0 1 0,0 0 0,-1 0 0,1 0 0,0 1 0,-1-1 0,1 1 0,-1-1 0,1 1 0,-1 0 0,1-1 1,-1 1-1,1 1 0,-1-1 0,1 0 0,-1 0 0,1 1 0,-1 0 0,1-1 0,-4 3 0,-9 4-6765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1.718"/>
    </inkml:context>
    <inkml:brush xml:id="br0">
      <inkml:brushProperty name="width" value="0.05" units="cm"/>
      <inkml:brushProperty name="height" value="0.05" units="cm"/>
      <inkml:brushProperty name="color" value="#FFFFFF"/>
    </inkml:brush>
  </inkml:definitions>
  <inkml:trace contextRef="#ctx0" brushRef="#br0">23 279 24575,'-8'0'0,"-4"1"0,11 0 0,1 0 0,-1 0 0,1-1 0,0 1 0,0 0 0,-1 0 0,1 0 0,0 0 0,0-1 0,0 1 0,0 0 0,0 0 0,0 0 0,0 0 0,0 0 0,1-1 0,-1 1 0,0 1 0,2 7 0,0-1 0,0 1 0,1-1 0,0 0 0,1 0 0,-1 0 0,2 0 0,-1-1 0,1 0 0,0 1 0,7 6 0,-11-13 0,0 0 0,0-1 0,0 1 0,0-1 0,0 0 0,0 1 0,1-1 0,-1 0 0,0 0 0,0 0 0,0 0 0,0 0 0,0 0 0,0 0 0,0 0 0,1 0 0,-1 0 0,0-1 0,0 1 0,0 0 0,0-1 0,0 1 0,0-1 0,0 1 0,0-1 0,0 1 0,0-1 0,0 0 0,0-1 0,31-27 0,-23 20 0,328-312-1365,-299 286-5461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4.242"/>
    </inkml:context>
    <inkml:brush xml:id="br0">
      <inkml:brushProperty name="width" value="0.05" units="cm"/>
      <inkml:brushProperty name="height" value="0.05" units="cm"/>
      <inkml:brushProperty name="color" value="#FFFFFF"/>
    </inkml:brush>
  </inkml:definitions>
  <inkml:trace contextRef="#ctx0" brushRef="#br0">16 214 24575,'-1'14'0,"0"0"0,-5 18 0,-1 24 0,7-55 0,-1 0 0,1 1 0,0-1 0,0 0 0,0 0 0,0 0 0,0 0 0,1 0 0,-1 0 0,0 1 0,0-1 0,1 0 0,-1 0 0,1 0 0,-1 0 0,1 0 0,-1 0 0,1 0 0,0 0 0,-1 0 0,3 1 0,-2-2 0,-1 0 0,1 1 0,0-1 0,0 0 0,0 0 0,0 0 0,0 0 0,0 0 0,0 0 0,0 0 0,-1 0 0,1-1 0,0 1 0,0 0 0,0 0 0,0-1 0,0 1 0,-1-1 0,1 1 0,1-1 0,5-4 0,0-1 0,0 1 0,-1-1 0,7-8 0,-10 11 0,55-63 0,128-110 0,-136 138-1365,-6 5-5461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6.781"/>
    </inkml:context>
    <inkml:brush xml:id="br0">
      <inkml:brushProperty name="width" value="0.05" units="cm"/>
      <inkml:brushProperty name="height" value="0.05" units="cm"/>
      <inkml:brushProperty name="color" value="#FFFFFF"/>
    </inkml:brush>
  </inkml:definitions>
  <inkml:trace contextRef="#ctx0" brushRef="#br0">4 162 24575,'-2'49'0,"1"-30"0,0 0 0,2 1 0,0-1 0,4 21 0,2-24 0,-6-16 0,-1 0 0,0 1 0,1-1 0,-1 0 0,0 0 0,1 0 0,-1 1 0,1-1 0,-1 0 0,0 0 0,1 0 0,-1 0 0,1 0 0,-1 0 0,0 0 0,1 0 0,-1 0 0,1 0 0,-1 0 0,0 0 0,1 0 0,-1 0 0,1 0 0,0-1 0,2-1 0,0 0 0,0 0 0,0 0 0,-1-1 0,1 1 0,4-6 0,-1 2 0,35-36-170,2 2-1,2 3 0,2 1 1,0 2-1,3 3 0,1 1 1,58-24-1,-75 41-6655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0.859"/>
    </inkml:context>
    <inkml:brush xml:id="br0">
      <inkml:brushProperty name="width" value="0.05" units="cm"/>
      <inkml:brushProperty name="height" value="0.05" units="cm"/>
      <inkml:brushProperty name="color" value="#FFFFFF"/>
    </inkml:brush>
  </inkml:definitions>
  <inkml:trace contextRef="#ctx0" brushRef="#br0">1 98 24575,'0'-2'0,"0"-1"0,0 1 0,1-1 0,-1 1 0,1 0 0,0-1 0,-1 1 0,1 0 0,0 0 0,0 0 0,0-1 0,1 1 0,-1 0 0,1 0 0,2-2 0,0 0 0,-1 1 0,1-1 0,0 1 0,1 1 0,-1-1 0,0 0 0,7-1 0,-1 0 0,0 0 0,1 1 0,0 0 0,0 1 0,0 0 0,14 0 0,-22 3 0,0-1 0,0 0 0,1 1 0,-1 0 0,0-1 0,0 1 0,0 1 0,0-1 0,-1 0 0,1 1 0,0-1 0,0 1 0,-1 0 0,1 0 0,-1 0 0,0 0 0,1 0 0,-1 1 0,0-1 0,0 1 0,-1-1 0,1 1 0,-1 0 0,1 0 0,-1 0 0,0-1 0,2 7 0,2 7 0,-1 1 0,0-1 0,2 31 0,-6-47 0,4 35 0,-2 1 0,-5 55 0,1-73 0,0 1 0,-1-1 0,-1 0 0,-1 0 0,-1 0 0,-12 27 0,31-95 0,4 2 0,2 0 0,46-80 0,-51 105 0,0 0 0,2 1 0,1 1 0,1 1 0,0 0 0,2 1 0,23-18 0,-40 35 0,1-1 0,-1 1 0,1-1 0,0 1 0,0 0 0,0 1 0,0-1 0,1 1 0,-1-1 0,0 1 0,1 1 0,4-2 0,-7 3 0,1-1 0,-1 0 0,0 1 0,1-1 0,-1 1 0,0-1 0,0 1 0,1 0 0,-1 0 0,0 0 0,0 0 0,0 1 0,0-1 0,0 0 0,-1 1 0,1 0 0,0-1 0,-1 1 0,1 0 0,-1 0 0,1 0 0,-1 0 0,0 0 0,1 3 0,5 9 0,-2 0 0,0 0 0,0 0 0,-2 1 0,1-1 0,-2 1 0,0 0 0,-1 0 0,0 0 0,-2 0 0,-2 25 0,-5 10 0,-2-1 0,-17 53 0,25-98 0,1 3 0,-1-1 0,0 1 0,-1-1 0,1 0 0,-1 0 0,-7 10 0,71-108 0,-45 71 0,78-98 0,-81 105 0,0 0 0,1 2 0,1-1 0,0 2 0,32-19 0,-43 28 0,-1 0 0,1 0 0,0 0 0,0 1 0,0 0 0,0 0 0,0 0 0,0 0 0,1 0 0,-1 1 0,0 0 0,8 0 0,-10 1 0,0 0 0,1-1 0,-1 1 0,0 0 0,0 0 0,0 0 0,0 1 0,0-1 0,-1 0 0,1 1 0,0-1 0,0 1 0,-1 0 0,1-1 0,-1 1 0,0 0 0,0 0 0,1 0 0,-1 0 0,0 0 0,0 0 0,-1 0 0,1 1 0,0-1 0,0 3 0,2 9 47,-1 0 0,0 0 1,-1 0-1,-1 0 0,0 0 0,-2 15 0,-16 85-981,13-87 173,-1 3-6065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1.531"/>
    </inkml:context>
    <inkml:brush xml:id="br0">
      <inkml:brushProperty name="width" value="0.05" units="cm"/>
      <inkml:brushProperty name="height" value="0.05" units="cm"/>
      <inkml:brushProperty name="color" value="#FFFFFF"/>
    </inkml:brush>
  </inkml:definitions>
  <inkml:trace contextRef="#ctx0" brushRef="#br0">240 187 24575,'22'-19'0,"-19"16"0,1 1 0,-1-1 0,0 1 0,-1-1 0,1 0 0,0 0 0,-1 0 0,1 0 0,-1-1 0,3-5 0,-2 2 0,-1 0 0,1 0 0,-1 0 0,-1-1 0,1 1 0,-1-1 0,0-13 0,-1 19 0,0-1 0,0 1 0,0 0 0,-1-1 0,1 1 0,-1 0 0,1 0 0,-1 0 0,0-1 0,1 1 0,-1 0 0,0 0 0,-1 0 0,1 0 0,0 0 0,-1 1 0,1-1 0,-1 0 0,1 0 0,-1 1 0,0-1 0,1 1 0,-1 0 0,0-1 0,0 1 0,0 0 0,0 0 0,0 0 0,-4 0 0,2 0 0,-1 0 0,1 0 0,-1 1 0,0-1 0,1 1 0,-1 0 0,0 1 0,1-1 0,-1 1 0,1 0 0,-1 0 0,-5 3 0,2-1 0,1 1 0,-1-1 0,1 2 0,0-1 0,1 1 0,-10 8 0,2 1 0,0 1 0,1 1 0,1 0 0,-21 34 0,23-31 0,-1 1 0,2 1 0,-12 39 0,19-51 0,-1 0 0,2 0 0,-1 0 0,1 0 0,0 0 0,1 0 0,0 0 0,1 0 0,0 0 0,0 0 0,1 0 0,4 12 0,-6-18 0,2 0 0,-1 0 0,0-1 0,1 1 0,-1 0 0,1-1 0,0 1 0,0-1 0,0 0 0,0 1 0,0-1 0,0 0 0,0 0 0,1-1 0,-1 1 0,1 0 0,0-1 0,-1 1 0,1-1 0,0 0 0,0 0 0,0 0 0,0-1 0,0 1 0,0 0 0,0-1 0,0 0 0,0 0 0,0 0 0,0 0 0,0 0 0,0-1 0,0 1 0,0-1 0,5-2 0,3-1 0,1 0 0,-1-1 0,0-1 0,-1 0 0,1 0 0,-1-1 0,16-14 0,-9 4 0,0 0 0,-1-1 0,27-39 0,29-65 0,-20 30 0,-58 104 0,1 1 0,1-1 0,0 1 0,-5 26 0,6-25 0,-2 9 0,0 1 0,1-1 0,2 1 0,0 0 0,2 0 0,3 40 0,-2-61 0,-1 0 0,0-1 0,1 1 0,0 0 0,0-1 0,-1 1 0,1 0 0,1-1 0,-1 1 0,0-1 0,1 0 0,-1 1 0,1-1 0,0 0 0,-1 0 0,1 0 0,0 0 0,0 0 0,1-1 0,-1 1 0,0-1 0,0 1 0,1-1 0,-1 0 0,1 0 0,-1 0 0,1 0 0,0 0 0,-1-1 0,1 1 0,0-1 0,0 1 0,-1-1 0,6 0 0,0-2 0,0 1 0,-1-1 0,1 0 0,-1 0 0,1-1 0,-1 0 0,0 0 0,0-1 0,0 0 0,-1 0 0,8-6 0,1-2 0,-1-1 0,0 0 0,-1-1 0,0-1 0,-1 1 0,-1-2 0,-1 0 0,0 0 0,-1-1 0,0 0 0,11-35 0,-19 50 0,-1 0 0,0 1 0,1-1 0,-1 0 0,0 0 0,0 0 0,0 1 0,0-1 0,0 0 0,-1-3 0,-3 4 0,-4 12 0,2 0 0,1 1 0,0 0 0,1 0 0,0 0 0,1 1 0,0 0 0,-1 20 0,3-27 0,1 1 0,0 0 0,0 0 0,0-1 0,1 1 0,0 0 0,1-1 0,-1 1 0,1-1 0,0 1 0,1-1 0,0 0 0,0 0 0,0 0 0,0 0 0,6 6 0,-7-10-50,0 0-1,0 0 1,0-1-1,0 1 0,1 0 1,-1-1-1,0 1 1,1-1-1,0 0 1,-1 0-1,1 0 0,0 0 1,-1 0-1,1-1 1,0 1-1,0-1 1,0 1-1,0-1 0,-1 0 1,1-1-1,0 1 1,0 0-1,0-1 1,0 1-1,-1-1 1,4-1-1,13-6-6775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1.655"/>
    </inkml:context>
    <inkml:brush xml:id="br0">
      <inkml:brushProperty name="width" value="0.05" units="cm"/>
      <inkml:brushProperty name="height" value="0.05" units="cm"/>
      <inkml:brushProperty name="color" value="#FFFFFF"/>
    </inkml:brush>
  </inkml:definitions>
  <inkml:trace contextRef="#ctx0" brushRef="#br0">68 27 24575,'-3'-3'0,"-4"-4"0,-3-1 0,-3 2 0,0 4 0,3 5 0,3 5 0,3 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2.136"/>
    </inkml:context>
    <inkml:brush xml:id="br0">
      <inkml:brushProperty name="width" value="0.05" units="cm"/>
      <inkml:brushProperty name="height" value="0.05" units="cm"/>
      <inkml:brushProperty name="color" value="#FFFFFF"/>
    </inkml:brush>
  </inkml:definitions>
  <inkml:trace contextRef="#ctx0" brushRef="#br0">1 1 24575,'0'1'0,"1"0"0,0 1 0,0-1 0,0 0 0,0 0 0,1 0 0,-1 0 0,0 0 0,0 0 0,1 0 0,-1 0 0,0 0 0,1 0 0,-1-1 0,1 1 0,-1-1 0,3 1 0,13 9 0,-13-6 0,-1 0 0,0 1 0,-1-1 0,1 1 0,-1 0 0,1 0 0,-1 0 0,-1 0 0,1 0 0,-1 0 0,0 1 0,0-1 0,-1 0 0,1 1 0,-1 7 0,-1 6 0,0 0 0,-2 0 0,-4 18 0,4-26 0,2-9 0,0 1 0,0-1 0,0 0 0,1 0 0,-1 1 0,1-1 0,0 1 0,-1-1 0,1 0 0,0 1 0,0-1 0,0 0 0,1 1 0,0 2 0,-1-4 0,1-1 0,-1 0 0,1 0 0,-1 0 0,1 0 0,-1 0 0,1 0 0,0 1 0,-1-1 0,1 0 0,-1-1 0,1 1 0,-1 0 0,1 0 0,-1 0 0,1 0 0,-1 0 0,1 0 0,-1-1 0,1 1 0,-1 0 0,1 0 0,-1-1 0,1 1 0,-1 0 0,0-1 0,1 1 0,-1-1 0,1 0 0,16-13 0,-15 12 0,73-72 0,44-39 0,-115 109 0,1 0 0,0 0 0,-1 1 0,1 0 0,0 0 0,8-3 0,-12 6 0,0-1 0,0 1 0,0 0 0,0 0 0,0-1 0,0 1 0,0 0 0,0 0 0,0 0 0,0 0 0,0 0 0,0 1 0,0-1 0,0 0 0,0 0 0,0 1 0,0-1 0,0 0 0,0 1 0,0-1 0,0 1 0,0-1 0,0 1 0,0 0 0,-1-1 0,1 1 0,0 0 0,0 0 0,-1-1 0,1 1 0,-1 0 0,1 0 0,-1 0 0,1 0 0,-1 0 0,1 0 0,-1 0 0,0 0 0,1 0 0,-1 0 0,0 0 0,0 0 0,0 1 0,4 19 0,-1 0 0,-1 24 0,-2-32 0,0 0 0,1-1 0,0 1 0,1 0 0,1-1 0,0 0 0,0 1 0,1-1 0,10 19 0,-13-28 0,1-1 0,-1 0 0,1 0 0,-1 0 0,1 0 0,0 0 0,0 0 0,0 0 0,0-1 0,0 1 0,0-1 0,0 1 0,0-1 0,1 0 0,-1 0 0,0 0 0,1 0 0,-1 0 0,6 0 0,-4-1 0,-1 0 0,1 0 0,0 0 0,-1-1 0,1 0 0,0 0 0,-1 0 0,1 0 0,-1 0 0,0-1 0,1 0 0,3-2 0,6-5 0,0-1 0,-2 0 0,1-1 0,-1 0 0,12-16 0,43-59-1365,-55 71-5461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4.458"/>
    </inkml:context>
    <inkml:brush xml:id="br0">
      <inkml:brushProperty name="width" value="0.05" units="cm"/>
      <inkml:brushProperty name="height" value="0.05" units="cm"/>
      <inkml:brushProperty name="color" value="#FFFFFF"/>
    </inkml:brush>
  </inkml:definitions>
  <inkml:trace contextRef="#ctx0" brushRef="#br0">19 97 24575,'0'0'0,"-1"0"0,1 0 0,-1 1 0,1-1 0,-1 0 0,1 0 0,-1 1 0,1-1 0,-1 0 0,1 1 0,-1-1 0,1 0 0,-1 1 0,1-1 0,0 1 0,-1-1 0,1 1 0,0-1 0,0 1 0,-1-1 0,1 1 0,0-1 0,0 1 0,0-1 0,-1 2 0,-4 23 0,2 29 0,3-52 0,0 33 0,1 100 0,-1-132 0,1-1 0,-1 1 0,0 0 0,1-1 0,-1 1 0,1-1 0,0 1 0,0-1 0,0 1 0,0-1 0,0 0 0,0 0 0,1 1 0,2 3 0,-3-6 0,1 1 0,-1 0 0,0 0 0,1-1 0,-1 1 0,0-1 0,1 1 0,-1-1 0,1 1 0,-1-1 0,1 0 0,-1 0 0,1 0 0,-1 0 0,1 0 0,-1 0 0,1 0 0,-1 0 0,0-1 0,1 1 0,-1-1 0,1 1 0,-1-1 0,0 1 0,1-1 0,-1 0 0,2-1 0,31-19 0,0-2 0,-2-1 0,57-56 0,-29 25 0,136-109-1365,-155 132-5461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25.098"/>
    </inkml:context>
    <inkml:brush xml:id="br0">
      <inkml:brushProperty name="width" value="0.05" units="cm"/>
      <inkml:brushProperty name="height" value="0.05" units="cm"/>
      <inkml:brushProperty name="color" value="#FFFFFF"/>
    </inkml:brush>
  </inkml:definitions>
  <inkml:trace contextRef="#ctx0" brushRef="#br0">1 212 24575,'6'-1'0,"0"2"0,-3 9 0,-1 29 0,-2-26 0,0 1 0,5 22 0,-5-33 0,1 0 0,-1 0 0,1 0 0,0-1 0,0 1 0,0-1 0,1 1 0,-1-1 0,1 1 0,-1-1 0,1 1 0,0-1 0,0 0 0,0 0 0,0 0 0,0 0 0,0 0 0,3 1 0,-3-2 0,0 0 0,1-1 0,-1 1 0,0-1 0,0 1 0,0-1 0,0 0 0,0 0 0,1 0 0,-1 0 0,0 0 0,0-1 0,0 1 0,0 0 0,4-2 0,34-15 0,-30 12 0,254-131 0,45-21 0,-236 126-1365,-11 6-5461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8.182"/>
    </inkml:context>
    <inkml:brush xml:id="br0">
      <inkml:brushProperty name="width" value="0.05" units="cm"/>
      <inkml:brushProperty name="height" value="0.05" units="cm"/>
      <inkml:brushProperty name="color" value="#FFFFFF"/>
    </inkml:brush>
  </inkml:definitions>
  <inkml:trace contextRef="#ctx0" brushRef="#br0">1075 212 24575,'-1'-5'0,"-1"-1"0,1 0 0,-2 1 0,1-1 0,0 1 0,-1 0 0,0 0 0,0 0 0,-1 0 0,0 1 0,-5-7 0,-3-2 0,0 0 0,-1 1 0,-1 0 0,0 1 0,-1 1 0,0 0 0,0 1 0,-1 1 0,0 0 0,0 1 0,-1 1 0,0 0 0,-25-4 0,22 7 0,-1 0 0,0 1 0,0 2 0,0 0 0,0 1 0,0 1 0,0 1 0,0 1 0,1 1 0,-1 1 0,-21 9 0,-4 6 0,0 2 0,1 2 0,1 2 0,2 1 0,1 3 0,1 1 0,-63 68 0,87-83 0,0 1 0,1 0 0,2 2 0,0 0 0,-19 39 0,28-51 0,0 1 0,1 0 0,1 0 0,0 0 0,0 0 0,0 0 0,1 0 0,1 1 0,-1-1 0,1 0 0,1 1 0,0-1 0,0 0 0,1 0 0,0 0 0,1 0 0,6 15 0,-3-13 0,1 1 0,0-1 0,1-1 0,0 0 0,1 0 0,0 0 0,0-1 0,1-1 0,0 1 0,1-2 0,0 1 0,0-1 0,1-1 0,-1 0 0,17 5 0,10 3 0,1-2 0,0-2 0,68 9 0,-45-11 0,1-4 0,0-2 0,0-2 0,74-11 0,-84 3 0,0-2 0,-1-3 0,0-1 0,-1-3 0,60-29 0,-83 32 0,-1 0 0,-1-2 0,0-2 0,-1 0 0,41-39 0,-56 46 0,0 0 0,-1-1 0,0 0 0,-1 0 0,0 0 0,7-17 0,-12 21 0,1-1 0,-2 1 0,1-1 0,-1 0 0,0 0 0,-1 0 0,0-1 0,-1 1 0,0 0 0,-1-16 0,-2 13 0,0 1 0,0 0 0,-1-1 0,0 1 0,-1 1 0,0-1 0,-1 1 0,0 0 0,-1 0 0,0 0 0,-1 1 0,1 0 0,-2 1 0,-14-12 0,-1 0 0,-2 2 0,0 0 0,-1 2 0,-37-16 0,10 9-682,-69-20-1,43 21-6143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8.836"/>
    </inkml:context>
    <inkml:brush xml:id="br0">
      <inkml:brushProperty name="width" value="0.05" units="cm"/>
      <inkml:brushProperty name="height" value="0.05" units="cm"/>
      <inkml:brushProperty name="color" value="#FFFFFF"/>
    </inkml:brush>
  </inkml:definitions>
  <inkml:trace contextRef="#ctx0" brushRef="#br0">886 47 24575,'0'0'0,"0"0"0,1 0 0,-1 0 0,0 0 0,1 0 0,-1 0 0,0 0 0,1 0 0,-1 0 0,1 0 0,-1 0 0,0 0 0,1 0 0,-1 0 0,0 0 0,1-1 0,-1 1 0,0 0 0,1 0 0,-1 0 0,0-1 0,1 1 0,-1 0 0,0 0 0,0-1 0,1 1 0,-1 0 0,0 0 0,0-1 0,0 1 0,1 0 0,-1-1 0,0 1 0,0 0 0,0-1 0,0 1 0,0 0 0,0-1 0,0 1 0,0 0 0,0-1 0,0 1 0,0-1 0,0 1 0,0 0 0,0-1 0,0 1 0,0 0 0,0-1 0,0 1 0,0 0 0,0-1 0,-1 1 0,1 0 0,0-1 0,0 1 0,-1-1 0,0 0 0,0-1 0,0 0 0,0 1 0,0-1 0,0 1 0,0 0 0,-1-1 0,1 1 0,-1 0 0,-2-2 0,-3 0 0,-1 0 0,0 0 0,0 1 0,0 1 0,0-1 0,0 1 0,-1 0 0,1 1 0,-13 1 0,-9 2 0,-36 8 0,61-10 0,-51 12 0,0 1 0,1 3 0,-95 45 0,117-46 0,1 1 0,1 2 0,1 2 0,1 0 0,0 2 0,2 1 0,-29 33 0,44-43 0,1 0 0,0 1 0,1 1 0,1-1 0,1 1 0,0 1 0,-11 33 0,16-38 0,0 0 0,1 0 0,0 0 0,1 1 0,1-1 0,-1 1 0,2-1 0,0 1 0,1-1 0,0 0 0,0 1 0,7 16 0,0-8 0,1-1 0,0 0 0,2 0 0,0-1 0,1 0 0,1-1 0,1-1 0,1 0 0,0-1 0,1-1 0,0-1 0,29 19 0,-5-8 0,0-2 0,1-1 0,1-2 0,91 27 0,-84-34 0,0-2 0,1-2 0,0-3 0,0-1 0,0-3 0,0-2 0,0-3 0,91-15 0,-101 9 0,0-2 0,0-1 0,-2-2 0,60-30 0,-70 28 0,0-1 0,-1-1 0,-1-2 0,-1-1 0,-1-1 0,27-29 0,-40 37 0,-1 1 0,0-2 0,-1 1 0,0-2 0,-2 1 0,0-1 0,0 0 0,7-27 0,-12 32 0,-1 1 0,0 0 0,-1-1 0,0 1 0,0-1 0,-1 1 0,0-1 0,-1 1 0,-1-1 0,1 1 0,-2-1 0,1 1 0,-1 0 0,-1 0 0,-8-16 0,3 11 0,-2-1 0,1 2 0,-2 0 0,0 0 0,-1 1 0,0 0 0,-1 1 0,-1 1 0,1 0 0,-2 1 0,0 1 0,-29-13 0,3 4 0,-1 2 0,0 3 0,-1 1 0,-46-7 0,46 13-273,-1 1 0,0 2 0,0 1 0,-62 8 0,32 4-6553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19.487"/>
    </inkml:context>
    <inkml:brush xml:id="br0">
      <inkml:brushProperty name="width" value="0.05" units="cm"/>
      <inkml:brushProperty name="height" value="0.05" units="cm"/>
      <inkml:brushProperty name="color" value="#FFFFFF"/>
    </inkml:brush>
  </inkml:definitions>
  <inkml:trace contextRef="#ctx0" brushRef="#br0">890 154 24575,'0'-4'0,"-1"-1"0,0 1 0,0 0 0,0 0 0,-1 0 0,0 0 0,1 0 0,-1 0 0,-1 0 0,1 0 0,-1 1 0,1-1 0,-1 1 0,-5-5 0,0-1 0,-1 1 0,-1 0 0,1 1 0,-12-7 0,7 7 0,-1 0 0,0 1 0,0 0 0,-1 1 0,1 1 0,-1 1 0,0 0 0,0 1 0,0 0 0,-30 2 0,20 2 0,-1 0 0,1 2 0,0 1 0,1 1 0,-48 18 0,43-11 0,0 1 0,1 2 0,0 0 0,2 2 0,0 1 0,1 2 0,1 0 0,1 1 0,-41 51 0,54-58 0,0 0 0,2 1 0,0 0 0,1 0 0,0 1 0,1 0 0,1 0 0,-5 26 0,9-29 0,0 1 0,1-1 0,0 0 0,1 1 0,1-1 0,0 0 0,1 1 0,1-1 0,0 0 0,1-1 0,10 25 0,-5-19 0,0-1 0,1 0 0,1-1 0,0 0 0,2-1 0,0 0 0,24 22 0,-16-19 0,2-1 0,0-1 0,1-1 0,49 24 0,-31-21 0,0-3 0,1-2 0,0-1 0,1-2 0,0-2 0,83 5 0,-85-13 0,0-1 0,0-2 0,0-2 0,0-2 0,-1-1 0,61-20 0,-78 19 0,-2 0 0,1-2 0,-1 0 0,0-2 0,-1 0 0,-1-1 0,0-2 0,-1 0 0,0 0 0,-1-2 0,-1-1 0,24-30 0,-34 37 0,0 0 0,0 0 0,-1-1 0,-1 0 0,0 0 0,0 0 0,-1-1 0,-1 1 0,0-1 0,-1 0 0,0 0 0,0-18 0,-3 19 0,0 1 0,0-1 0,-1 1 0,-1-1 0,0 1 0,0 0 0,-1 0 0,-1 0 0,0 1 0,0-1 0,-1 1 0,0 0 0,-1 1 0,-9-11 0,0 3 69,0 2-1,-1 0 0,0 0 0,-36-22 1,-84-34-1776,39 29-5119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2.316"/>
    </inkml:context>
    <inkml:brush xml:id="br0">
      <inkml:brushProperty name="width" value="0.05" units="cm"/>
      <inkml:brushProperty name="height" value="0.05" units="cm"/>
      <inkml:brushProperty name="color" value="#FFFFFF"/>
    </inkml:brush>
  </inkml:definitions>
  <inkml:trace contextRef="#ctx0" brushRef="#br0">2009 258 24575,'-116'20'-109,"1"4"-1,1 6 0,2 5 0,1 5 1,2 4-1,2 6 0,2 4 1,3 4-1,2 5 0,4 4 1,-102 91-1,134-99 110,2 3 0,3 3 0,2 3 0,4 2 0,3 2 0,-46 87 0,66-101 0,3 1 0,2 1 0,3 1 0,2 1 0,4 0 0,2 2 0,3 0 0,-6 127 0,17-153 22,2-1-1,1 1 1,2 0 0,2-1 0,19 62-1,-17-71-17,3-1 0,0 0-1,2-1 1,0 0 0,2-1-1,1 0 1,36 39 0,-17-29-82,1-1 1,1-2 0,2-2-1,1-1 1,2-2 0,83 38-1,-43-29-102,2-5-1,170 40 1,-108-42-68,1-7-1,222 4 1,-193-26-124,316-42-1,-393 26 379,0-4 0,-2-5 0,0-4 0,-2-4 0,-1-4 0,91-51 0,-125 54 1,-1-4 0,-3-1 0,93-84 0,-108 82-5,-2-2 1,-1-1 0,-3-2-1,60-100 1,-70 97-3,-2-2 0,-2-1 0,-2 0 0,-3-1 0,-2-1 0,-3-1 0,-2 0 0,-2-1 0,-3 1 0,-2-1 0,-3 0 0,-2 0 0,-3 0 0,-2 0 0,-2 1 0,-3 0 0,-2 1 0,-3 1 0,-2 0 0,-31-62 0,14 47 16,-3 2 0,-2 2 1,-4 2-1,-102-111 0,83 110 35,-2 3 0,-4 2 0,-147-92 0,129 99 9,-3 4-1,-1 4 1,-2 5-1,-2 3 0,-1 5 1,-1 4-1,-2 4 1,-151-13-1,209 31 440,-1 2 0,0 1 0,1 3-1,-61 10 1,96-11-476,1 1 1,0-1-1,0 1 0,0 1 0,0-1 0,0 1 0,0 0 0,1 0 0,-1 1 0,1-1 1,-6 7-1,8-7-20,0 1 0,0-1 0,0 1 1,1 0-1,0 0 0,-1 0 0,1 0 0,1 0 1,-1 0-1,1 1 0,0-1 0,0 0 0,0 1 1,0-1-1,1 1 0,0 6 0,1 5-185,0 0 1,2-1-1,6 24 0,-7-31-456,2 10-6188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3.238"/>
    </inkml:context>
    <inkml:brush xml:id="br0">
      <inkml:brushProperty name="width" value="0.05" units="cm"/>
      <inkml:brushProperty name="height" value="0.05" units="cm"/>
      <inkml:brushProperty name="color" value="#FFFFFF"/>
    </inkml:brush>
  </inkml:definitions>
  <inkml:trace contextRef="#ctx0" brushRef="#br0">220 289 24575,'-8'0'0,"0"0"0,-1 1 0,1 0 0,0 0 0,0 1 0,-13 4 0,17-5 0,0 1 0,1 0 0,-1 0 0,1 0 0,-1 1 0,1-1 0,0 1 0,0 0 0,0 0 0,0 0 0,1 0 0,-1 1 0,1-1 0,0 0 0,-2 6 0,-6 11 0,2 1 0,1 0 0,0 1 0,2-1 0,0 1 0,2 0 0,0 0 0,2 1 0,1 29 0,0-51 0,0 1 0,0-1 0,0 1 0,0-1 0,1 0 0,-1 1 0,0-1 0,1 0 0,-1 1 0,1-1 0,0 0 0,-1 0 0,1 0 0,0 1 0,0-1 0,0 0 0,0 0 0,0 0 0,0 0 0,0 0 0,0-1 0,0 1 0,0 0 0,0 0 0,2 0 0,-2-1 0,0 0 0,1 0 0,-1 0 0,0 0 0,0 0 0,0 0 0,0 0 0,0 0 0,0 0 0,0-1 0,1 1 0,-1-1 0,0 1 0,0 0 0,0-1 0,0 0 0,0 1 0,-1-1 0,1 0 0,0 1 0,0-1 0,0 0 0,0 0 0,-1 0 0,1 1 0,0-1 0,-1 0 0,1 0 0,-1 0 0,1 0 0,0-2 0,2-5 0,0 0 0,-1-1 0,1 1 0,-2-1 0,1 1 0,-1-1 0,0 0 0,-1 1 0,0-1 0,-1 0 0,-2-15 0,-4-11 0,-17-53 0,15 59 0,-14-42 0,12 40 0,0-2 0,3 1 0,0-1 0,-2-36 0,10 66 0,0 1 0,0-1 0,0 1 0,0-1 0,0 1 0,1-1 0,-1 1 0,1-1 0,0 1 0,-1 0 0,1-1 0,0 1 0,0 0 0,1 0 0,-1-1 0,0 1 0,1 0 0,0 0 0,-1 1 0,1-1 0,0 0 0,0 1 0,0-1 0,0 1 0,0-1 0,0 1 0,0 0 0,0 0 0,1 0 0,-1 0 0,0 0 0,1 0 0,-1 1 0,1-1 0,3 1 0,5-1 0,0 0 0,0 1 0,-1 0 0,1 1 0,0 0 0,20 5 0,-6 0 0,0 2 0,31 12 0,-48-16 0,0 0 0,-1 0 0,1 0 0,-1 1 0,0 0 0,0 1 0,0-1 0,-1 1 0,1 0 0,7 12 0,-12-16 0,-1 0 0,1 1 0,-1-1 0,0 1 0,0-1 0,0 1 0,0-1 0,0 1 0,-1 0 0,1-1 0,-1 1 0,0 0 0,0-1 0,0 1 0,0 0 0,0 0 0,-1 4 0,-1-3 0,1 0 0,-1 0 0,1-1 0,-1 1 0,0-1 0,0 1 0,-1-1 0,1 0 0,-1 0 0,0 0 0,-3 2 0,-6 5 0,-1-1 0,0 0 0,-1-1 0,0 0 0,-15 5 0,-92 36-1365,87-36-5461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3.515"/>
    </inkml:context>
    <inkml:brush xml:id="br0">
      <inkml:brushProperty name="width" value="0.05" units="cm"/>
      <inkml:brushProperty name="height" value="0.05" units="cm"/>
      <inkml:brushProperty name="color" value="#FFFFFF"/>
    </inkml:brush>
  </inkml:definitions>
  <inkml:trace contextRef="#ctx0" brushRef="#br0">88 36 24575,'0'-6'0,"0"5"0,0-1 0,0 1 0,0-1 0,0 1 0,0-1 0,0 1 0,0-1 0,0 0 0,0 1 0,-1-1 0,1 1 0,-1 0 0,1-1 0,-1 1 0,0-1 0,1 1 0,-1 0 0,-1-2 0,2 3 0,-1 0 0,1 0 0,0 0 0,-1 0 0,1 0 0,0 0 0,0 0 0,-1 0 0,1 0 0,0 0 0,0 1 0,-1-1 0,1 0 0,0 0 0,0 0 0,-1 0 0,1 0 0,0 1 0,0-1 0,0 0 0,-1 0 0,1 0 0,0 1 0,0-1 0,0 0 0,0 0 0,0 1 0,0-1 0,-1 0 0,1 0 0,0 1 0,0-1 0,0 0 0,0 0 0,0 1 0,-5 12 0,5-12 0,-8 31 0,1 1 0,-5 54 0,8-46 0,-11 43 0,6-52 0,5-19 0,0 0 0,-2 17 0,8-25-1365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3.669"/>
    </inkml:context>
    <inkml:brush xml:id="br0">
      <inkml:brushProperty name="width" value="0.05" units="cm"/>
      <inkml:brushProperty name="height" value="0.05" units="cm"/>
      <inkml:brushProperty name="color" value="#FFFFFF"/>
    </inkml:brush>
  </inkml:definitions>
  <inkml:trace contextRef="#ctx0" brushRef="#br0">1 63 24575,'2'-5'0,"5"-6"0,3-3 0,3 1 0,3 3 0,0 2 0,1 6 0,-2 6 0,-1 8 0,0 8 0,0 6 0,1 7 0,1 4 0,-3 2 0,0-1 0,-3-1 0,-3-7-8191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3.841"/>
    </inkml:context>
    <inkml:brush xml:id="br0">
      <inkml:brushProperty name="width" value="0.05" units="cm"/>
      <inkml:brushProperty name="height" value="0.05" units="cm"/>
      <inkml:brushProperty name="color" value="#FFFFFF"/>
    </inkml:brush>
  </inkml:definitions>
  <inkml:trace contextRef="#ctx0" brushRef="#br0">1 77 24575,'0'-2'0,"0"-5"0,2 0 0,5 0 0,6-1 0,7 1 0,5-2 0,8 2 0,6-2 0,6 1 0,-6 2-8191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4.166"/>
    </inkml:context>
    <inkml:brush xml:id="br0">
      <inkml:brushProperty name="width" value="0.05" units="cm"/>
      <inkml:brushProperty name="height" value="0.05" units="cm"/>
      <inkml:brushProperty name="color" value="#FFFFFF"/>
    </inkml:brush>
  </inkml:definitions>
  <inkml:trace contextRef="#ctx0" brushRef="#br0">11 137 24575,'-6'-18'0,"6"18"0,-1-1 0,1 0 0,-1 0 0,1 0 0,-1 0 0,1 0 0,0 0 0,-1 0 0,1 0 0,0 0 0,0 0 0,0 0 0,0 0 0,0-1 0,0 1 0,0 0 0,0 0 0,0 0 0,0 0 0,1 0 0,-1 0 0,0 0 0,1 0 0,-1 0 0,1 0 0,-1 0 0,2-1 0,1-2 0,0 1 0,1-1 0,-1 1 0,1 0 0,0 0 0,-1 1 0,1-1 0,1 1 0,-1 0 0,0 0 0,1 0 0,-1 0 0,8-1 0,9-2 0,36-3 0,-44 6 0,37-3 0,-18 3 0,48-11 0,-79 13 0,0 0 0,-1 0 0,1-1 0,0 1 0,0 0 0,0 0 0,0 0 0,-1-1 0,1 1 0,0-1 0,0 1 0,-1 0 0,1-1 0,0 1 0,-1-1 0,1 0 0,0 0 0,-10-3 0,-26 0 0,23 4 0,-3-1 0,0 1 0,0 0 0,-1 1 0,-14 3 0,26-3 0,-1 1 0,1-1 0,0 0 0,0 1 0,0 0 0,0 0 0,0 0 0,0 1 0,1-1 0,-1 1 0,1 0 0,-1 0 0,1 0 0,0 0 0,0 0 0,0 1 0,1 0 0,-4 5 0,2 1 0,0 1 0,0-1 0,1 1 0,0 0 0,1 0 0,0 0 0,1 0 0,0 0 0,1 0 0,0 0 0,3 19 0,4 13 0,20 68 0,-17-74 0,4 19-1365,-2-9-5461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5.333"/>
    </inkml:context>
    <inkml:brush xml:id="br0">
      <inkml:brushProperty name="width" value="0.05" units="cm"/>
      <inkml:brushProperty name="height" value="0.05" units="cm"/>
      <inkml:brushProperty name="color" value="#FFFFFF"/>
    </inkml:brush>
  </inkml:definitions>
  <inkml:trace contextRef="#ctx0" brushRef="#br0">65 424 24575,'-27'-40'0,"23"35"0,-1-1 0,1 1 0,0-1 0,1 0 0,0 0 0,-5-12 0,15 50 0,-1 1 0,3 59 0,-5 80 0,-5-99 0,-15-326 0,6 145 0,5-113 0,6 208 0,0 0 0,0 0 0,2-1 0,0 1 0,0 1 0,7-17 0,-9 26 0,1 0 0,-1 0 0,1 0 0,0 0 0,0 0 0,0 0 0,0 1 0,1-1 0,-1 1 0,1-1 0,0 1 0,3-2 0,-3 2 0,-1 1 0,1 0 0,-1 1 0,1-1 0,-1 0 0,1 1 0,0-1 0,-1 1 0,1 0 0,0 0 0,-1 0 0,1 0 0,0 1 0,-1-1 0,1 1 0,-1-1 0,1 1 0,3 1 0,3 2 0,0 1 0,-1-1 0,1 1 0,-1 1 0,0-1 0,0 2 0,-1-1 0,0 1 0,0 0 0,0 0 0,-1 1 0,0 0 0,-1 0 0,0 0 0,0 1 0,0 0 0,-1 0 0,-1 0 0,1 0 0,-2 1 0,1-1 0,-1 1 0,-1-1 0,0 1 0,0 0 0,-1 0 0,0 0 0,0 0 0,-1-1 0,-1 1 0,0 0 0,0-1 0,-1 1 0,0-1 0,0 0 0,-1 0 0,0 0 0,-1 0 0,0-1 0,-1 0 0,-6 9 0,1-7 0,0 0 0,-1 0 0,0-1 0,0 0 0,-24 12 0,-13 9 0,48-29 0,-1 0 0,1 0 0,-1 1 0,1-1 0,0 1 0,0-1 0,0 1 0,0-1 0,0 1 0,0 0 0,0-1 0,1 1 0,-1 0 0,0 0 0,1 0 0,0 0 0,-1-1 0,1 1 0,0 0 0,0 0 0,0 0 0,0 0 0,0 0 0,1 0 0,-1 0 0,0-1 0,1 1 0,0 0 0,-1 0 0,1 0 0,2 2 0,2 7 0,1 0 0,0 0 0,13 16 0,-15-22 0,10 14-170,0-1-1,0-1 0,2-1 1,0 0-1,1 0 0,1-2 1,20 13-1,-15-14-6655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5.691"/>
    </inkml:context>
    <inkml:brush xml:id="br0">
      <inkml:brushProperty name="width" value="0.05" units="cm"/>
      <inkml:brushProperty name="height" value="0.05" units="cm"/>
      <inkml:brushProperty name="color" value="#FFFFFF"/>
    </inkml:brush>
  </inkml:definitions>
  <inkml:trace contextRef="#ctx0" brushRef="#br0">10 264 24575,'-5'-23'0,"4"18"0,0 1 0,0-1 0,0 0 0,1 0 0,-1 1 0,1-8 0,1 11 0,-1 1 0,0-1 0,0 0 0,0 1 0,0-1 0,1 0 0,-1 1 0,0-1 0,1 1 0,-1-1 0,0 0 0,1 1 0,-1-1 0,1 1 0,-1-1 0,1 1 0,-1-1 0,1 1 0,-1 0 0,2-1 0,-1 0 0,0 1 0,1 0 0,-1-1 0,0 1 0,1 0 0,-1 0 0,1 0 0,-1 0 0,0 0 0,1 0 0,-1 0 0,0 1 0,3 0 0,23 7 0,-22-6 0,0 0 0,0 0 0,0-1 0,0 0 0,1 0 0,7 0 0,-11-1 0,1 0 0,-1-1 0,0 1 0,0-1 0,0 1 0,0-1 0,0 0 0,0 0 0,0 0 0,0 0 0,0 0 0,-1 0 0,1-1 0,0 1 0,-1-1 0,1 1 0,-1-1 0,1 1 0,-1-1 0,2-3 0,0 0 0,0-1 0,-1 1 0,1-1 0,-1 1 0,-1-1 0,1 0 0,-1 1 0,0-1 0,0 0 0,-1 0 0,1 0 0,-2-10 0,0 9 0,1 0 0,-2-1 0,1 1 0,-1 0 0,0 0 0,0 0 0,-1 1 0,0-1 0,0 1 0,-5-7 0,8 12 0,-1 0 0,0 0 0,1 0 0,-1 0 0,0 0 0,0 0 0,1 0 0,-1 0 0,0 0 0,0 1 0,0-1 0,0 0 0,0 1 0,0-1 0,0 1 0,-1-1 0,1 1 0,0-1 0,0 1 0,0 0 0,0-1 0,-1 1 0,1 0 0,-2 0 0,2 1 0,-1-1 0,0 1 0,1 0 0,-1-1 0,1 1 0,-1 0 0,1 0 0,-1 0 0,1 0 0,0 0 0,-1 1 0,1-1 0,0 0 0,-2 3 0,-3 5 0,1 0 0,0 0 0,1 0 0,-6 15 0,3-3 49,1 1 0,2 0 0,0 0-1,0 0 1,2 1 0,2 35 0,0-47-156,0 0 0,2-1 1,-1 1-1,1-1 0,1 0 1,0 1-1,0-1 0,1 0 1,0-1-1,1 1 0,0-1 1,0 0-1,1 0 0,0 0 1,15 15-1,2-6-6719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6.081"/>
    </inkml:context>
    <inkml:brush xml:id="br0">
      <inkml:brushProperty name="width" value="0.05" units="cm"/>
      <inkml:brushProperty name="height" value="0.05" units="cm"/>
      <inkml:brushProperty name="color" value="#FFFFFF"/>
    </inkml:brush>
  </inkml:definitions>
  <inkml:trace contextRef="#ctx0" brushRef="#br0">2 165 24575,'3'-8'0,"0"1"0,-1-1 0,0 0 0,0 0 0,-1 0 0,1-9 0,-1-50 0,-1 63 0,-5-22 0,2 22 0,-1 17 0,-2 66 0,7 120 0,0-155 0,14 177 0,-14-213 0,-2-132 0,3 54 0,-3 28 0,0-3 0,6-54 0,-3 86 0,0 1 0,0-1 0,1 1 0,1-1 0,0 1 0,1 0 0,0 1 0,0-1 0,8-10 0,-9 17 0,1 1 0,-1 0 0,0 0 0,1 0 0,0 0 0,0 1 0,0 0 0,0 0 0,0 0 0,1 1 0,9-3 0,-12 4 0,0 0 0,0 0 0,0 0 0,1 1 0,-1 0 0,0 0 0,0 0 0,1 0 0,-1 0 0,5 1 0,-7 0 0,1-1 0,-1 1 0,1 0 0,0-1 0,-1 1 0,1 0 0,-1 0 0,0 0 0,1 0 0,-1 0 0,0 0 0,0 1 0,1-1 0,-1 0 0,0 1 0,0-1 0,0 1 0,-1-1 0,1 1 0,1 1 0,-1 1 0,-1 0 0,1-1 0,-1 1 0,1 0 0,-1-1 0,0 1 0,-1 0 0,1-1 0,-1 1 0,1 0 0,-1-1 0,0 1 0,0-1 0,-1 1 0,1-1 0,-1 1 0,0-1 0,0 0 0,-3 5 0,-6 6 0,0 1 0,-20 18 0,31-33 0,-17 17-682,-26 20-1,14-16-6143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6.405"/>
    </inkml:context>
    <inkml:brush xml:id="br0">
      <inkml:brushProperty name="width" value="0.05" units="cm"/>
      <inkml:brushProperty name="height" value="0.05" units="cm"/>
      <inkml:brushProperty name="color" value="#FFFFFF"/>
    </inkml:brush>
  </inkml:definitions>
  <inkml:trace contextRef="#ctx0" brushRef="#br0">73 43 24575,'-3'1'0,"0"0"0,0 1 0,0-1 0,0 1 0,0-1 0,0 1 0,1 0 0,-1 0 0,1 1 0,-1-1 0,1 0 0,-3 4 0,0 0 0,2-3 0,0 1 0,0 1 0,0-1 0,0 0 0,1 1 0,0 0 0,0-1 0,0 1 0,1 0 0,-1 0 0,1 0 0,0 0 0,1 0 0,-1 0 0,1 0 0,0 0 0,0 0 0,1 0 0,-1 0 0,1 1 0,0-1 0,0-1 0,4 10 0,-3-9 0,0 0 0,0-1 0,0 1 0,0-1 0,1 0 0,-1 1 0,1-1 0,0 0 0,0-1 0,1 1 0,-1-1 0,1 1 0,0-1 0,0 0 0,0 0 0,0-1 0,1 1 0,-1-1 0,1 0 0,-1 0 0,1 0 0,0-1 0,-1 1 0,8 0 0,-9-2 0,0-1 0,-1 1 0,1 0 0,0-1 0,-1 0 0,1 0 0,0 1 0,-1-1 0,1-1 0,-1 1 0,0 0 0,1-1 0,-1 1 0,0-1 0,0 0 0,0 0 0,0 1 0,0-1 0,0-1 0,0 1 0,-1 0 0,1 0 0,-1-1 0,0 1 0,2-5 0,1-2 0,0-1 0,0 0 0,-1 0 0,-1 0 0,2-16 0,-3 20-54,0 0-1,0-1 0,-1 1 1,0 0-1,-1-1 1,0 1-1,0-1 0,0 1 1,0 0-1,-1 0 1,0 0-1,-1 0 0,1 0 1,-1 0-1,0 1 0,0-1 1,-1 1-1,0 0 1,0 0-1,0 0 0,0 0 1,-1 1-1,0 0 1,-7-6-1,-17-5-6771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7.759"/>
    </inkml:context>
    <inkml:brush xml:id="br0">
      <inkml:brushProperty name="width" value="0.05" units="cm"/>
      <inkml:brushProperty name="height" value="0.05" units="cm"/>
      <inkml:brushProperty name="color" value="#FFFFFF"/>
    </inkml:brush>
  </inkml:definitions>
  <inkml:trace contextRef="#ctx0" brushRef="#br0">439 4 24575,'0'0'0,"0"0"0,0 0 0,0 0 0,0 0 0,0 1 0,0-1 0,0 0 0,0 0 0,-1 0 0,1 0 0,0 0 0,0 0 0,0 0 0,0 0 0,0 0 0,0 0 0,0 0 0,-1 0 0,1 0 0,0 0 0,0 0 0,0 0 0,0 0 0,0 0 0,0-1 0,0 1 0,-1 0 0,1 0 0,0 0 0,0 0 0,0 0 0,0 0 0,0 0 0,0 0 0,0 0 0,0 0 0,0 0 0,0-1 0,0 1 0,-1 0 0,1 0 0,0 0 0,0 0 0,0 0 0,0 0 0,0 0 0,0 0 0,0-1 0,0 1 0,0 0 0,0 0 0,0 0 0,0 0 0,0 0 0,0 0 0,0 0 0,0-1 0,0 1 0,0 0 0,0 0 0,0 0 0,1 0 0,-11 14 0,-11 31 0,19-39 0,-74 177-136,8 3 1,8 3-1,9 2 0,8 2 0,-27 295 0,46-191 136,13 1 0,52 553 0,-39-829 24,-2-15 42,0 0-1,1 0 1,0 0-1,0 0 1,1 0-1,0 0 1,0 0-1,1 0 1,4 9-1,-6-16-91,-1 1-1,1 0 0,-1-1 0,1 1 1,-1-1-1,1 1 0,0 0 1,-1-1-1,1 0 0,0 1 0,0-1 1,-1 1-1,1-1 0,0 0 0,0 0 1,-1 1-1,1-1 0,0 0 1,0 0-1,0 0 0,0 0 0,-1 0 1,1 0-1,0 0 0,0 0 0,0 0 1,0 0-1,-1-1 0,1 1 1,0 0-1,0-1 0,-1 1 0,1 0 1,0-1-1,0 1 0,-1-1 0,1 1 1,0-1-1,-1 1 0,1-1 1,-1 1-1,1-1 0,-1 0 0,1 1 1,0-2-1,9-10-6799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8.146"/>
    </inkml:context>
    <inkml:brush xml:id="br0">
      <inkml:brushProperty name="width" value="0.05" units="cm"/>
      <inkml:brushProperty name="height" value="0.05" units="cm"/>
      <inkml:brushProperty name="color" value="#FFFFFF"/>
    </inkml:brush>
  </inkml:definitions>
  <inkml:trace contextRef="#ctx0" brushRef="#br0">1 0 24575,'1'10'0,"0"-1"0,1 0 0,0 0 0,0 0 0,1 0 0,0-1 0,1 1 0,0-1 0,0 1 0,1-1 0,0-1 0,11 15 0,-3-7 0,0 0 0,1-1 0,1-1 0,0 0 0,18 11 0,-26-19 0,-1-1 0,1 0 0,0-1 0,1 0 0,-1 0 0,1 0 0,-1-1 0,1 0 0,0-1 0,-1 0 0,1 0 0,0 0 0,0-1 0,15-2 0,-14 1 0,1-2 0,-1 1 0,0-1 0,0-1 0,0 1 0,0-2 0,-1 1 0,0-1 0,1 0 0,-2-1 0,14-12 0,-4 1 0,0-1 0,-1-2 0,-1 1 0,-1-1 0,-1-1 0,14-30 0,-80 155-1365,36-75-5461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9.211"/>
    </inkml:context>
    <inkml:brush xml:id="br0">
      <inkml:brushProperty name="width" value="0.05" units="cm"/>
      <inkml:brushProperty name="height" value="0.05" units="cm"/>
      <inkml:brushProperty name="color" value="#FFFFFF"/>
    </inkml:brush>
  </inkml:definitions>
  <inkml:trace contextRef="#ctx0" brushRef="#br0">290 258 24575,'0'-16'0,"-1"0"0,0 0 0,-2 0 0,0 0 0,0 1 0,-2-1 0,0 1 0,0 0 0,-10-15 0,13 24 0,-2 0 0,1 1 0,-1-1 0,1 1 0,-2 0 0,1 0 0,0 0 0,-1 1 0,0-1 0,0 1 0,0 1 0,-1-1 0,1 1 0,-1-1 0,0 2 0,0-1 0,0 1 0,0-1 0,0 2 0,-1-1 0,1 1 0,-1 0 0,1 0 0,-12 1 0,12 1 0,1 0 0,0 0 0,0 1 0,-1-1 0,1 1 0,0 1 0,1-1 0,-1 1 0,0-1 0,1 2 0,-1-1 0,1 0 0,0 1 0,0 0 0,0 0 0,1 0 0,-1 0 0,1 0 0,0 1 0,0 0 0,-4 8 0,6-10 0,-1 0 0,1 0 0,0 0 0,0 0 0,0 0 0,0 0 0,0 0 0,1 0 0,0 0 0,-1 0 0,1 1 0,0-1 0,0 0 0,1 0 0,-1 0 0,1 0 0,-1 0 0,1 0 0,0 0 0,0 0 0,1 0 0,-1 0 0,0 0 0,1 0 0,0-1 0,0 1 0,-1-1 0,1 1 0,1-1 0,-1 0 0,0 0 0,1 0 0,-1 0 0,1 0 0,-1 0 0,1-1 0,0 1 0,3 0 0,2 1 0,0 0 0,0-1 0,0 0 0,1 0 0,-1-1 0,1 0 0,-1 0 0,1-1 0,-1-1 0,1 1 0,-1-1 0,11-3 0,-13 3 0,1-1 0,-1 0 0,0 0 0,0-1 0,0 1 0,0-1 0,0-1 0,-1 1 0,1-1 0,-1 0 0,0 0 0,0-1 0,0 0 0,-1 1 0,0-2 0,4-4 0,-8 9 0,1 1 0,-1-1 0,0 1 0,0-1 0,0 1 0,1-1 0,-1 1 0,0 0 0,0-1 0,1 1 0,-1-1 0,0 1 0,1 0 0,-1-1 0,1 1 0,-1 0 0,0 0 0,1-1 0,-1 1 0,1 0 0,-1 0 0,1 0 0,-1 0 0,1-1 0,-1 1 0,1 0 0,0 0 0,5 12 0,0 34 0,-5-32 0,7 51 0,18 248 0,-25-291 0,-2 0 0,-3 30 0,3-46 0,0 0 0,-1 0 0,1 1 0,-1-1 0,-1 0 0,1 0 0,-1 0 0,0-1 0,0 1 0,0-1 0,-1 0 0,-8 10 0,10-13 0,-1 0 0,1-1 0,0 1 0,-1 0 0,1-1 0,-1 0 0,0 0 0,0 0 0,1 0 0,-1 0 0,0 0 0,0 0 0,0-1 0,0 0 0,0 0 0,0 1 0,1-1 0,-1-1 0,0 1 0,0 0 0,0-1 0,0 0 0,0 0 0,0 1 0,1-2 0,-1 1 0,0 0 0,1 0 0,-4-3 0,0 0 0,-1-1 0,1 0 0,-1 0 0,1-1 0,1 1 0,-1-1 0,1-1 0,0 1 0,-5-10 0,4 6 0,1 0 0,1 0 0,0-1 0,0 0 0,1 0 0,0 0 0,1 0 0,1 0 0,-1 0 0,2 0 0,0-1 0,0 1 0,1 0 0,0-1 0,1 1 0,0 0 0,1 0 0,7-18 0,-6 20 0,0 0 0,0 0 0,1 1 0,0 0 0,1 0 0,0 0 0,0 1 0,1-1 0,0 2 0,0-1 0,0 1 0,1 0 0,0 0 0,0 1 0,1 0 0,-1 1 0,1 0 0,0 0 0,0 0 0,1 2 0,-1-1 0,10-1 0,7 2-455,0 0 0,47 4 0,-50 0-6371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9.413"/>
    </inkml:context>
    <inkml:brush xml:id="br0">
      <inkml:brushProperty name="width" value="0.05" units="cm"/>
      <inkml:brushProperty name="height" value="0.05" units="cm"/>
      <inkml:brushProperty name="color" value="#FFFFFF"/>
    </inkml:brush>
  </inkml:definitions>
  <inkml:trace contextRef="#ctx0" brushRef="#br0">0 19 24575,'0'-3'0,"0"-4"0,3 0 0,1 6 0,-1 6 0,0 6 0,-1 6 0,-1 3 0,0 4 0,-1 4 0,0 2 0,-3 0 0,0-3 0,-1-3 0,1-6-8191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9.567"/>
    </inkml:context>
    <inkml:brush xml:id="br0">
      <inkml:brushProperty name="width" value="0.05" units="cm"/>
      <inkml:brushProperty name="height" value="0.05" units="cm"/>
      <inkml:brushProperty name="color" value="#FFFFFF"/>
    </inkml:brush>
  </inkml:definitions>
  <inkml:trace contextRef="#ctx0" brushRef="#br0">27 1 24575,'-3'0'0,"-4"0"0,0 3 0,-2 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9.755"/>
    </inkml:context>
    <inkml:brush xml:id="br0">
      <inkml:brushProperty name="width" value="0.05" units="cm"/>
      <inkml:brushProperty name="height" value="0.05" units="cm"/>
      <inkml:brushProperty name="color" value="#FFFFFF"/>
    </inkml:brush>
  </inkml:definitions>
  <inkml:trace contextRef="#ctx0" brushRef="#br0">7 1 24575,'0'3'0,"0"3"0,0 5 0,0 5 0,0 6 0,0 7 0,0 8 0,0 4 0,0 2 0,0 3 0,0 3 0,0 1 0,-3-2 0,0-10-8191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39.926"/>
    </inkml:context>
    <inkml:brush xml:id="br0">
      <inkml:brushProperty name="width" value="0.05" units="cm"/>
      <inkml:brushProperty name="height" value="0.05" units="cm"/>
      <inkml:brushProperty name="color" value="#FFFFFF"/>
    </inkml:brush>
  </inkml:definitions>
  <inkml:trace contextRef="#ctx0" brushRef="#br0">0 32 24575,'3'-3'0,"1"-3"0,3-2 0,2 2 0,6 1 0,7 2 0,4 3 0,4 3 0,5 3 0,6 1 0,-5-1-8191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0.453"/>
    </inkml:context>
    <inkml:brush xml:id="br0">
      <inkml:brushProperty name="width" value="0.05" units="cm"/>
      <inkml:brushProperty name="height" value="0.05" units="cm"/>
      <inkml:brushProperty name="color" value="#FFFFFF"/>
    </inkml:brush>
  </inkml:definitions>
  <inkml:trace contextRef="#ctx0" brushRef="#br0">36 33 24575,'0'0'0,"0"1"0,-1-1 0,1 0 0,0 0 0,0 0 0,0 0 0,0 0 0,0 0 0,-1 0 0,1 0 0,0 1 0,0-1 0,0 0 0,0 0 0,-1 0 0,1 0 0,0 0 0,0 0 0,0 0 0,-1 0 0,1 0 0,0 0 0,0 0 0,0 0 0,0 0 0,-1 0 0,1-1 0,0 1 0,0 0 0,0 0 0,0 0 0,-1 0 0,1 0 0,0 0 0,0 0 0,0 0 0,0 0 0,0-1 0,-1 1 0,1 0 0,0 0 0,0 0 0,0 0 0,0-1 0,0 1 0,0 0 0,0 0 0,0 0 0,0 0 0,-1-1 0,-7 18 0,2 5 0,1-1 0,2 1 0,-3 37 0,6 70 0,2-65 0,-3-7 0,3 70 0,-2-124 0,0-1 0,0 0 0,0 0 0,1 0 0,-1 0 0,1 0 0,-1 0 0,1 0 0,0 0 0,1 4 0,-2-6 0,0 0 0,0 0 0,1 0 0,-1 0 0,0 0 0,0 0 0,0 0 0,0 0 0,0 0 0,0 0 0,1 0 0,-1 0 0,0 0 0,0 0 0,0 0 0,0 0 0,0 0 0,1 0 0,-1 0 0,0 0 0,0 0 0,0 0 0,0 0 0,0 0 0,1 0 0,-1 0 0,0 0 0,0 0 0,0 0 0,0 0 0,0-1 0,0 1 0,0 0 0,1 0 0,-1 0 0,0 0 0,0 0 0,0 0 0,0 0 0,0-1 0,0 1 0,0 0 0,0 0 0,6-16 0,2-23 0,-3 0 0,-1 0 0,-2-72 0,2-23 0,-2 113 0,0 0 0,1 0 0,2 1 0,8-26 0,-12 41 0,1 0 0,1 1 0,-1-1 0,1 1 0,0-1 0,0 1 0,0 0 0,0 0 0,1 0 0,4-3 0,-6 5 0,1 0 0,0 0 0,0 1 0,-1-1 0,1 1 0,0 0 0,1 0 0,-1 0 0,0 0 0,0 0 0,0 1 0,0 0 0,1-1 0,-1 1 0,0 0 0,0 1 0,6 0 0,-3 0 0,-1 1 0,1 0 0,-1 0 0,0 1 0,0-1 0,0 1 0,0 0 0,0 1 0,0-1 0,-1 1 0,0 0 0,0 0 0,0 0 0,0 0 0,0 1 0,-1 0 0,0 0 0,3 5 0,-4-6 0,0 0 0,0 0 0,0 0 0,0 0 0,-1 1 0,0-1 0,0 0 0,0 1 0,0-1 0,-1 1 0,1-1 0,-1 1 0,0-1 0,-1 1 0,1-1 0,-1 1 0,0-1 0,0 0 0,0 1 0,-1-1 0,1 0 0,-1 0 0,-4 7 0,0-4-114,-1 0 1,0 0-1,0-1 0,-1 0 0,1 0 1,-1 0-1,-1-1 0,1-1 0,-1 1 1,1-1-1,-19 5 0,-6 1-6712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0.840"/>
    </inkml:context>
    <inkml:brush xml:id="br0">
      <inkml:brushProperty name="width" value="0.05" units="cm"/>
      <inkml:brushProperty name="height" value="0.05" units="cm"/>
      <inkml:brushProperty name="color" value="#FFFFFF"/>
    </inkml:brush>
  </inkml:definitions>
  <inkml:trace contextRef="#ctx0" brushRef="#br0">0 85 24575,'3'-1'0,"-1"1"0,1 1 0,-1-1 0,1 0 0,-1 1 0,1-1 0,-1 1 0,0 0 0,1-1 0,-1 1 0,0 1 0,1-1 0,-1 0 0,0 0 0,0 1 0,0-1 0,0 1 0,0 0 0,0 0 0,-1-1 0,1 1 0,1 3 0,1 2 0,-1 0 0,1 0 0,-1 1 0,-1-1 0,4 15 0,1 26 0,-6-37 0,1 0 0,0-1 0,0 1 0,1-1 0,0 0 0,5 11 0,-8-20 0,0 0 0,1 0 0,-1 0 0,1-1 0,0 1 0,-1 0 0,1 0 0,0 0 0,-1-1 0,1 1 0,0 0 0,0-1 0,-1 1 0,1-1 0,0 1 0,0-1 0,0 1 0,0-1 0,0 0 0,0 1 0,0-1 0,0 0 0,1 0 0,0 0 0,0 0 0,0 0 0,0-1 0,-1 1 0,1-1 0,0 1 0,-1-1 0,1 0 0,0 1 0,-1-1 0,1 0 0,1-2 0,4-2 0,0-1 0,-1 0 0,0-1 0,7-8 0,-4 3 0,-1 0 0,0-1 0,0-1 0,-1 1 0,-1-1 0,5-16 0,-8 20 0,0 1 0,-1-1 0,0 0 0,-1 1 0,0-1 0,-1 0 0,0 0 0,0 0 0,-1 0 0,-3-14 0,4 22 0,-1 0 0,1 0 0,-1 0 0,0 1 0,1-1 0,-1 0 0,0 0 0,0 1 0,0-1 0,0 0 0,-1 1 0,1-1 0,0 1 0,-1-1 0,1 1 0,-1 0 0,1 0 0,-1 0 0,0 0 0,1 0 0,-1 0 0,0 0 0,0 0 0,0 1 0,-3-2 0,4 2 0,-1 0 0,0 0 0,1 0 0,-1 1 0,0-1 0,1 0 0,-1 1 0,1-1 0,-1 1 0,0-1 0,1 1 0,-1 0 0,1 0 0,0 0 0,-1-1 0,1 1 0,0 1 0,-1-1 0,1 0 0,0 0 0,0 0 0,0 1 0,0-1 0,0 0 0,0 1 0,1-1 0,-1 1 0,0-1 0,1 1 0,-1 1 0,-4 13-1365,3 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1.122"/>
    </inkml:context>
    <inkml:brush xml:id="br0">
      <inkml:brushProperty name="width" value="0.05" units="cm"/>
      <inkml:brushProperty name="height" value="0.05" units="cm"/>
      <inkml:brushProperty name="color" value="#FFFFFF"/>
    </inkml:brush>
  </inkml:definitions>
  <inkml:trace contextRef="#ctx0" brushRef="#br0">117 135 24575,'0'-3'0,"0"-1"0,1 0 0,0 1 0,0-1 0,0 1 0,1-5 0,-1 6 0,0 0 0,0 0 0,0 0 0,-1 0 0,1 0 0,-1 0 0,1 0 0,-1 0 0,0 0 0,0-1 0,0 1 0,0 0 0,0 0 0,-1 0 0,1 0 0,0 0 0,-1-1 0,0 1 0,1 0 0,-3-2 0,0-1 0,0 0 0,0 1 0,-1-1 0,0 1 0,0-1 0,0 1 0,-1 1 0,-8-7 0,10 8 0,0 0 0,1 1 0,-1-1 0,0 1 0,0-1 0,0 1 0,0 0 0,0 0 0,0 1 0,-1-1 0,1 1 0,0-1 0,0 1 0,0 0 0,-1 0 0,1 1 0,-5 0 0,7-1 0,0 1 0,0-1 0,0 0 0,0 1 0,0-1 0,0 1 0,0 0 0,0-1 0,0 1 0,1 0 0,-1-1 0,0 1 0,0 0 0,0 0 0,1 0 0,-1 0 0,1 0 0,-1 0 0,0 0 0,1 0 0,0 0 0,-1 0 0,1 0 0,-1 1 0,1 2 0,0-1 0,0 0 0,0 0 0,0 0 0,0 0 0,1 1 0,-1-1 0,2 5 0,3 5 0,0-1 0,0 0 0,8 13 0,15 18 0,-19-31 0,-1 1 0,0 0 0,-1 0 0,0 1 0,4 14 0,-10-27 9,-1 0 0,0 0 0,1 0-1,-1 0 1,0 0 0,0 0 0,1 0-1,-1 0 1,0 0 0,0 0 0,0 0-1,0 0 1,-1 0 0,1 0 0,0 0-1,0 0 1,-1 0 0,1 0 0,0 0-1,-1 0 1,1-1 0,-1 1 0,1 0-1,-1 0 1,1 0 0,-1 0 0,0-1-1,0 1 1,1 0 0,-1-1 0,0 1-1,0 0 1,0-1 0,0 1 0,1-1-1,-1 1 1,0-1 0,-1 1 0,-3 0-294,-1 0 1,1 0-1,0-1 1,0 1-1,-11-1 1,1-1-6542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1.529"/>
    </inkml:context>
    <inkml:brush xml:id="br0">
      <inkml:brushProperty name="width" value="0.05" units="cm"/>
      <inkml:brushProperty name="height" value="0.05" units="cm"/>
      <inkml:brushProperty name="color" value="#FFFFFF"/>
    </inkml:brush>
  </inkml:definitions>
  <inkml:trace contextRef="#ctx0" brushRef="#br0">0 130 24575,'39'-42'0,"-25"25"0,1 2 0,0 0 0,27-20 0,-41 34 0,0 1 0,-1-1 0,1 1 0,0-1 0,-1 1 0,1 0 0,0-1 0,0 1 0,0 0 0,-1-1 0,1 1 0,0 0 0,0 0 0,0 0 0,0 0 0,0 0 0,1 0 0,-2 0 0,1 0 0,-1 1 0,1-1 0,-1 0 0,0 1 0,1-1 0,-1 0 0,0 1 0,1-1 0,-1 0 0,0 1 0,1-1 0,-1 1 0,0-1 0,0 0 0,0 1 0,1-1 0,-1 1 0,0-1 0,0 1 0,0-1 0,0 1 0,0 0 0,-2 36 0,0-25 0,-3 42 0,2 1 0,3-1 0,9 84 0,-7-131 0,-1 1 0,1-1 0,0 0 0,3 8 0,-5-14 0,1 0 0,-1 0 0,0 0 0,1 0 0,-1 0 0,0-1 0,1 1 0,-1 0 0,1 0 0,-1-1 0,1 1 0,0 0 0,-1-1 0,1 1 0,0 0 0,-1-1 0,1 1 0,0-1 0,0 1 0,-1-1 0,1 0 0,0 1 0,0-1 0,0 0 0,0 1 0,-1-1 0,1 0 0,0 0 0,0 0 0,0 0 0,0 0 0,0 0 0,0 0 0,0 0 0,0 0 0,-1 0 0,1-1 0,0 1 0,0 0 0,0 0 0,0-1 0,-1 1 0,1-1 0,0 1 0,0-1 0,0 0 0,9-7 0,0-1 0,-1 0 0,-1-1 0,11-14 0,10-12 0,-11 15 0,17-18 0,-33 36 0,1 1 0,-1-1 0,1 1 0,0 0 0,0 0 0,0 1 0,0-1 0,0 1 0,0-1 0,0 1 0,6-2 0,-7 3 0,-1 0 0,1 0 0,-1 1 0,1-1 0,-1 0 0,1 0 0,-1 1 0,1-1 0,-1 1 0,0-1 0,1 1 0,-1 0 0,0-1 0,1 1 0,-1 0 0,0 0 0,0 0 0,0 0 0,2 2 0,21 28 0,-3-5 0,7-8-1365,-14-13-5461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7.151"/>
    </inkml:context>
    <inkml:brush xml:id="br0">
      <inkml:brushProperty name="width" value="0.05" units="cm"/>
      <inkml:brushProperty name="height" value="0.05" units="cm"/>
      <inkml:brushProperty name="color" value="#FFFFFF"/>
    </inkml:brush>
  </inkml:definitions>
  <inkml:trace contextRef="#ctx0" brushRef="#br0">1 420 24575,'16'-5'0,"-15"4"0,-1 1 0,1-1 0,0 1 0,-1 0 0,1-1 0,0 1 0,-1 0 0,1-1 0,0 1 0,-1 0 0,1 0 0,0-1 0,0 1 0,-1 0 0,1 0 0,0 0 0,0 0 0,-1 0 0,1 0 0,0 0 0,-1 0 0,1 0 0,0 1 0,0-1 0,-1 0 0,1 0 0,0 1 0,-1-1 0,1 0 0,0 1 0,-1-1 0,1 1 0,0-1 0,-1 1 0,1-1 0,-1 1 0,1-1 0,-1 1 0,1-1 0,-1 1 0,0 0 0,1-1 0,-1 1 0,0 0 0,1-1 0,-1 1 0,0 1 0,6 14 0,-1 0 0,5 28 0,3 11 0,-13-54 0,0 0 0,1 0 0,-1 0 0,0 0 0,1 0 0,-1 0 0,1 0 0,-1 0 0,1 0 0,-1 0 0,1-1 0,-1 1 0,1 0 0,0 0 0,0 0 0,-1-1 0,1 1 0,0 0 0,0-1 0,0 1 0,0-1 0,0 1 0,0-1 0,0 1 0,0-1 0,0 0 0,0 1 0,0-1 0,0 0 0,0 0 0,0 0 0,0 0 0,0 0 0,0 0 0,0 0 0,0 0 0,0 0 0,0-1 0,0 1 0,0 0 0,0-1 0,0 1 0,0 0 0,0-1 0,2 0 0,4-4 0,1 0 0,-1 0 0,1-1 0,8-9 0,-9 9 0,85-77 0,289-236 0,-246 227-1365,-82 57-5461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48.726"/>
    </inkml:context>
    <inkml:brush xml:id="br0">
      <inkml:brushProperty name="width" value="0.05" units="cm"/>
      <inkml:brushProperty name="height" value="0.05" units="cm"/>
      <inkml:brushProperty name="color" value="#FFFFFF"/>
    </inkml:brush>
  </inkml:definitions>
  <inkml:trace contextRef="#ctx0" brushRef="#br0">1 299 24575,'2'2'0,"-1"0"0,1 1 0,0-1 0,-1 1 0,0-1 0,1 1 0,-1-1 0,0 1 0,-1 0 0,1 0 0,0-1 0,0 5 0,0 37 0,-2-36 0,1-1 0,0 1 0,1-1 0,2 13 0,-3-20 0,0 1 0,0-1 0,0 0 0,0 1 0,0-1 0,0 0 0,0 1 0,1-1 0,-1 0 0,0 1 0,0-1 0,0 0 0,1 0 0,-1 1 0,0-1 0,0 0 0,0 0 0,1 1 0,-1-1 0,0 0 0,1 0 0,-1 0 0,0 1 0,0-1 0,1 0 0,-1 0 0,0 0 0,1 0 0,-1 0 0,0 0 0,1 0 0,-1 0 0,1 0 0,-1 1 0,1-2 0,12-7 0,10-20 0,-22 25 0,31-41 0,2 0 0,1 2 0,2 2 0,2 2 0,73-56 0,-78 71-682,48-25-1,-31 23-6143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5:50.300"/>
    </inkml:context>
    <inkml:brush xml:id="br0">
      <inkml:brushProperty name="width" value="0.05" units="cm"/>
      <inkml:brushProperty name="height" value="0.05" units="cm"/>
      <inkml:brushProperty name="color" value="#FFFFFF"/>
    </inkml:brush>
  </inkml:definitions>
  <inkml:trace contextRef="#ctx0" brushRef="#br0">1 180 24575,'1'0'0,"0"0"0,0 1 0,0-1 0,0 1 0,-1-1 0,1 1 0,0 0 0,0-1 0,-1 1 0,1 0 0,0-1 0,0 1 0,-1 0 0,1 0 0,-1 0 0,1 0 0,-1-1 0,1 1 0,-1 0 0,1 2 0,9 23 0,-8-20 0,11 35 0,14 73 0,-27-113 0,0 0 0,0 0 0,0 0 0,0 0 0,1 0 0,-1 0 0,0 0 0,1 0 0,-1 0 0,0 0 0,1-1 0,0 1 0,-1 0 0,1 0 0,-1 0 0,1 0 0,0-1 0,0 1 0,1 1 0,-2-2 0,1 0 0,-1 0 0,1 0 0,0 0 0,-1 0 0,1 0 0,0 0 0,-1 0 0,1-1 0,-1 1 0,1 0 0,0 0 0,-1-1 0,1 1 0,-1 0 0,1-1 0,-1 1 0,1 0 0,-1-1 0,1 1 0,-1-1 0,0 1 0,1-1 0,6-7 0,-2 0 0,1 0 0,5-12 0,-4 8 0,22-33 114,1 2 0,44-46 0,-49 64-456,1 0 1,0 2 0,2 1-1,36-22 1,-24 20-6485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02.769"/>
    </inkml:context>
    <inkml:brush xml:id="br0">
      <inkml:brushProperty name="width" value="0.05" units="cm"/>
      <inkml:brushProperty name="height" value="0.05" units="cm"/>
      <inkml:brushProperty name="color" value="#FFFFFF"/>
    </inkml:brush>
  </inkml:definitions>
  <inkml:trace contextRef="#ctx0" brushRef="#br0">0 118 24575,'7'-6'0,"1"0"0,-1 1 0,1 0 0,0 1 0,0-1 0,0 2 0,1-1 0,-1 1 0,1 0 0,11-2 0,14-1 0,49-2 0,-47 5 0,929-31-730,-467 26 441,-235 0-973,-214 7-4648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03.984"/>
    </inkml:context>
    <inkml:brush xml:id="br0">
      <inkml:brushProperty name="width" value="0.05" units="cm"/>
      <inkml:brushProperty name="height" value="0.05" units="cm"/>
      <inkml:brushProperty name="color" value="#FFFFFF"/>
    </inkml:brush>
  </inkml:definitions>
  <inkml:trace contextRef="#ctx0" brushRef="#br0">1 0 24575,'873'9'-580,"-263"-1"238,-188-21-869,-387 11-4847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05.354"/>
    </inkml:context>
    <inkml:brush xml:id="br0">
      <inkml:brushProperty name="width" value="0.05" units="cm"/>
      <inkml:brushProperty name="height" value="0.05" units="cm"/>
      <inkml:brushProperty name="color" value="#FFFFFF"/>
    </inkml:brush>
  </inkml:definitions>
  <inkml:trace contextRef="#ctx0" brushRef="#br0">0 29 24575,'97'7'0,"-16"-1"0,1287-33-659,-1241 17-596,-83 6-5022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19.216"/>
    </inkml:context>
    <inkml:brush xml:id="br0">
      <inkml:brushProperty name="width" value="0.05" units="cm"/>
      <inkml:brushProperty name="height" value="0.05" units="cm"/>
      <inkml:brushProperty name="color" value="#FFFFFF"/>
    </inkml:brush>
  </inkml:definitions>
  <inkml:trace contextRef="#ctx0" brushRef="#br0">1 519 24575,'0'-2'0,"1"0"0,-1 1 0,1-1 0,-1 0 0,1 1 0,0-1 0,0 0 0,0 1 0,0-1 0,0 1 0,0 0 0,0-1 0,1 1 0,-1 0 0,1 0 0,-1-1 0,0 1 0,1 0 0,0 1 0,-1-1 0,1 0 0,0 0 0,-1 1 0,1-1 0,0 1 0,-1-1 0,1 1 0,0 0 0,0 0 0,2 0 0,-1-1 0,-1 1 0,0-1 0,0 1 0,0 0 0,0 0 0,0 0 0,0 1 0,0-1 0,0 0 0,1 1 0,-1-1 0,0 1 0,0 0 0,0-1 0,-1 1 0,1 0 0,0 0 0,0 0 0,0 1 0,-1-1 0,1 0 0,-1 1 0,1-1 0,-1 1 0,1-1 0,-1 1 0,2 2 0,0 9 0,0 1 0,-1-1 0,0 1 0,-1 0 0,-1 0 0,-1 20 0,0 19 0,15 129 0,2 130 0,-20-475 0,-28-189 0,18 253 0,4-1 0,4-112 0,6 197 0,2-1 0,0 1 0,0-1 0,2 1 0,0 0 0,0 0 0,2 1 0,11-25 0,-13 33 0,0 0 0,0 0 0,0 1 0,1-1 0,-1 1 0,1 0 0,1 0 0,-1 1 0,1-1 0,-1 1 0,1 1 0,0-1 0,1 1 0,-1 0 0,1 0 0,-1 1 0,1-1 0,0 2 0,0-1 0,0 1 0,10-1 0,-7 1 0,1 1 0,0 1 0,0-1 0,0 2 0,0 0 0,0 0 0,-1 0 0,1 2 0,-1-1 0,0 1 0,0 1 0,0 0 0,0 0 0,-1 1 0,0 0 0,0 1 0,-1-1 0,1 2 0,12 15 0,-11-12 0,-2 1 0,1 1 0,-2 0 0,0 0 0,0 0 0,-1 1 0,-1 0 0,0 0 0,-1 0 0,-1 1 0,0-1 0,-1 1 0,0 0 0,-1 16 0,-2-10 0,-1-1 0,-1 0 0,-1 1 0,0-1 0,-2-1 0,0 1 0,-2-1 0,0 0 0,0-1 0,-2 0 0,-1 0 0,-19 25 0,11-18 0,-1-2 0,-2 0 0,0-2 0,-1 0 0,-1-1 0,-1-2 0,-45 26 0,54-35 0,-1-1 0,-19 7 0,32-13 0,-1-1 0,1 0 0,-1 1 0,0-2 0,0 1 0,1 0 0,-1-1 0,0 0 0,0 0 0,0-1 0,0 1 0,1-1 0,-6-1 0,9 2 0,0-1 0,0 1 0,-1-1 0,1 1 0,0 0 0,0-1 0,1 0 0,-1 1 0,0-1 0,0 0 0,0 1 0,0-1 0,0 0 0,1 0 0,-1 0 0,0 0 0,1 1 0,-1-1 0,0 0 0,1 0 0,0 0 0,-1 0 0,1-1 0,-1 1 0,1 0 0,0 0 0,0 0 0,0 0 0,0 0 0,0 0 0,0 0 0,0 0 0,0-1 0,0 1 0,0 0 0,0 0 0,1 0 0,-1 0 0,1 0 0,-1 0 0,0 0 0,2-1 0,-1-1 0,0 1 0,1 0 0,-1 0 0,1 0 0,-1 0 0,1 0 0,0 1 0,0-1 0,0 0 0,0 1 0,0-1 0,0 1 0,0 0 0,1 0 0,-1 0 0,0 0 0,1 0 0,3-1 0,-1 2 0,0 0 0,-1 1 0,1-1 0,0 1 0,0 0 0,0 0 0,0 1 0,0-1 0,-1 1 0,1 0 0,-1 0 0,1 1 0,-1-1 0,0 1 0,0 0 0,0 0 0,-1 1 0,8 6 0,5 8 0,-1 1 0,21 31 0,-31-42 0,23 35 0,26 39 0,-46-73 0,-1 0 0,1 0 0,1-1 0,-1 0 0,20 14 0,-24-20 0,1 1 0,0-1 0,-1 0 0,1 0 0,0-1 0,1 1 0,-1-1 0,0 0 0,0-1 0,0 1 0,0-1 0,1 0 0,-1 0 0,0-1 0,0 1 0,1-1 0,-1-1 0,0 1 0,0 0 0,0-1 0,0 0 0,-1-1 0,1 1 0,0-1 0,-1 1 0,6-6 0,1-1 0,0 0 0,-1 0 0,0-1 0,0 0 0,-1-1 0,-1 0 0,0-1 0,12-21 0,-12 17 0,-1-1 0,0 1 0,-1-1 0,-1 0 0,-1-1 0,0 1 0,2-34 0,-6 50 0,0 0 0,0 0 0,0 0 0,0-1 0,0 1 0,0 0 0,0 0 0,0-1 0,0 1 0,-1 0 0,1 0 0,-1 0 0,1 0 0,-1-2 0,0 3 0,1 0 0,0 0 0,-1 0 0,1 0 0,0 0 0,-1 0 0,1 0 0,0 0 0,-1 0 0,1 0 0,0 0 0,-1 0 0,1 1 0,0-1 0,-1 0 0,1 0 0,0 0 0,0 0 0,-1 1 0,1-1 0,0 0 0,0 0 0,-1 1 0,1-1 0,0 0 0,0 0 0,0 1 0,-1-1 0,1 0 0,0 1 0,0-1 0,-17 37 0,10-15 0,2 1 0,0 0 0,-3 42 0,8-53 0,0-1 0,0 1 0,1 0 0,0 0 0,1-1 0,0 1 0,1-1 0,0 0 0,8 18 0,-10-27 0,0 1 0,0-1 0,1 0 0,-1 1 0,1-1 0,-1 0 0,1 0 0,0 0 0,0 0 0,-1 0 0,1 0 0,1-1 0,-1 1 0,0 0 0,0-1 0,1 0 0,-1 0 0,1 1 0,-1-1 0,1-1 0,-1 1 0,1 0 0,-1-1 0,1 1 0,0-1 0,0 0 0,-1 0 0,1 0 0,0 0 0,-1 0 0,1-1 0,5-1 0,-2 0 0,0-1 0,0 0 0,0 0 0,0 0 0,0-1 0,0 0 0,-1 0 0,0-1 0,0 1 0,0-1 0,0 0 0,3-6 0,3-4 0,-1-1 0,-1 0 0,0 0 0,-1-1 0,10-31 0,-15 38 0,0-1 0,0 0 0,-1 0 0,-1 0 0,0 0 0,0 0 0,-1 0 0,0 0 0,-1 0 0,-5-21 0,6 30 0,-1 0 0,1-1 0,-1 1 0,0 0 0,0 0 0,0 0 0,0-1 0,-1 1 0,1 0 0,0 1 0,-1-1 0,1 0 0,-1 0 0,0 0 0,0 1 0,0-1 0,1 1 0,-1 0 0,-1-1 0,1 1 0,-4-1 0,3 1 0,-1 0 0,0 1 0,1 0 0,-1-1 0,1 1 0,-1 1 0,1-1 0,-1 0 0,1 1 0,-1 0 0,1 0 0,-1 0 0,-3 2 0,-2 1 0,1 0 0,0 0 0,0 1 0,0 0 0,0 1 0,1 0 0,0 0 0,1 0 0,-1 1 0,-8 11 0,14-16-76,0-1 1,0 0-1,1 0 0,-1 1 0,0-1 0,1 0 0,-1 1 0,1-1 1,0 1-1,-1-1 0,1 0 0,0 1 0,0-1 0,0 1 1,0-1-1,0 1 0,0 2 0,4 4-6750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19.672"/>
    </inkml:context>
    <inkml:brush xml:id="br0">
      <inkml:brushProperty name="width" value="0.05" units="cm"/>
      <inkml:brushProperty name="height" value="0.05" units="cm"/>
      <inkml:brushProperty name="color" value="#FFFFFF"/>
    </inkml:brush>
  </inkml:definitions>
  <inkml:trace contextRef="#ctx0" brushRef="#br0">1 275 24575,'1'-17'0,"1"0"0,0 0 0,7-20 0,2-18 0,-7 6 0,-3 28 0,6-29 0,-2 39 0,-2 14 0,1 22 0,7 152 0,49 256 0,-58-422 0,0 0 0,0-1 0,1 1 0,0-1 0,0 0 0,1 0 0,8 14 0,-12-23 0,1 0 0,-1-1 0,0 1 0,1-1 0,-1 1 0,0-1 0,1 1 0,-1-1 0,1 1 0,-1-1 0,1 1 0,-1-1 0,1 1 0,-1-1 0,1 0 0,-1 1 0,1-1 0,0 0 0,-1 1 0,1-1 0,0 0 0,-1 0 0,1 0 0,-1 0 0,1 0 0,0 0 0,-1 0 0,2 0 0,-1 0 0,0-1 0,0 1 0,0-1 0,0 0 0,0 0 0,0 1 0,0-1 0,-1 0 0,1 0 0,0 0 0,0 0 0,-1 0 0,1 0 0,0-2 0,4-7 0,-2 0 0,6-19 0,-8 23 0,14-55 0,-11 41 0,1-1 0,0 1 0,2 0 0,0 0 0,1 1 0,13-21 0,-20 38 0,0 0 0,0 1 0,0-1 0,0 1 0,0-1 0,0 1 0,1-1 0,-1 1 0,1 0 0,-1 0 0,1 0 0,-1 0 0,1 0 0,0 0 0,0 0 0,-1 0 0,1 1 0,0-1 0,0 1 0,0-1 0,3 1 0,-3 0 0,1 0 0,-1 1 0,0-1 0,1 1 0,-1 0 0,0 0 0,1 0 0,-1 0 0,0 0 0,0 1 0,0-1 0,0 1 0,0-1 0,3 4 0,4 6 0,1 0 0,-1 1 0,-1 0 0,10 19 0,-17-29 0,22 37 0,-2-4 0,26 61 0,-46-93 0,0 0 0,0-1 0,0 1 0,0 1 0,-1-1 0,0 0 0,1 0 0,-1 5 0,0-8 0,0 1 0,-1 0 0,1-1 0,0 1 0,0-1 0,0 1 0,-1 0 0,1-1 0,0 1 0,-1-1 0,1 1 0,-1-1 0,1 1 0,0-1 0,-1 1 0,1-1 0,-1 0 0,1 1 0,-1-1 0,1 0 0,-1 1 0,0-1 0,1 0 0,-1 0 0,1 1 0,-1-1 0,0 0 0,1 0 0,-1 0 0,0 0 0,1 0 0,-1 0 0,1 0 0,-1 0 0,0 0 0,1 0 0,-1 0 0,0 0 0,1-1 0,-1 1 0,1 0 0,-1 0 0,1-1 0,-1 1 0,0-1 0,-23-8-210,2-2-1,-1-1 1,1-1-1,-39-30 1,55 39-103,-15-12-6513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1.161"/>
    </inkml:context>
    <inkml:brush xml:id="br0">
      <inkml:brushProperty name="width" value="0.05" units="cm"/>
      <inkml:brushProperty name="height" value="0.05" units="cm"/>
      <inkml:brushProperty name="color" value="#FFFFFF"/>
    </inkml:brush>
  </inkml:definitions>
  <inkml:trace contextRef="#ctx0" brushRef="#br0">1 1 24575,'48'1'0,"1"3"0,92 19 0,90 45 0,-142-33-195,-1 3 0,-1 5 0,-3 3 0,-2 4 0,-2 4 0,81 70 0,-126-94-6631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1.346"/>
    </inkml:context>
    <inkml:brush xml:id="br0">
      <inkml:brushProperty name="width" value="0.05" units="cm"/>
      <inkml:brushProperty name="height" value="0.05" units="cm"/>
      <inkml:brushProperty name="color" value="#FFFFFF"/>
    </inkml:brush>
  </inkml:definitions>
  <inkml:trace contextRef="#ctx0" brushRef="#br0">908 35 24575,'-3'-6'0,"-4"-4"0,-3-2 0,-6 6 0,-3 11 0,-7 17 0,-8 15 0,-6 20 0,-11 19 0,-11 18 0,-9 14 0,-7 13 0,-7 5-824,-4 2 824,-1-4 0,4-6 0,7-12 0,18-23-7367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2.096"/>
    </inkml:context>
    <inkml:brush xml:id="br0">
      <inkml:brushProperty name="width" value="0.05" units="cm"/>
      <inkml:brushProperty name="height" value="0.05" units="cm"/>
      <inkml:brushProperty name="color" value="#FFFFFF"/>
    </inkml:brush>
  </inkml:definitions>
  <inkml:trace contextRef="#ctx0" brushRef="#br0">7 80 24575,'-3'-8'0,"-1"-4"0,5 11 0,4 6 0,2 6 0,-1 0 0,0 1 0,0 0 0,-1 0 0,5 21 0,6 12 0,28 54 0,93 152 0,-136-248 0,28 38 0,-27-39 0,0 1 0,0-1 0,0 0 0,1 0 0,-1 0 0,0 0 0,1-1 0,-1 1 0,1-1 0,0 1 0,0-1 0,-1 0 0,6 2 0,-7-3 0,1-1 0,-1 1 0,1 0 0,-1 0 0,1-1 0,-1 1 0,1 0 0,-1-1 0,1 0 0,-1 1 0,0-1 0,0 0 0,1 0 0,-1 1 0,0-1 0,0 0 0,0 0 0,0 0 0,0-1 0,0 1 0,0 0 0,0 0 0,1-2 0,19-37 0,-17 31 0,24-59 0,-2-1 0,22-103 0,-22 74 0,-16 54 0,-8 30 0,1 1 0,1 0 0,0 0 0,0 0 0,10-17 0,-9 25-1365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2.487"/>
    </inkml:context>
    <inkml:brush xml:id="br0">
      <inkml:brushProperty name="width" value="0.05" units="cm"/>
      <inkml:brushProperty name="height" value="0.05" units="cm"/>
      <inkml:brushProperty name="color" value="#FFFFFF"/>
    </inkml:brush>
  </inkml:definitions>
  <inkml:trace contextRef="#ctx0" brushRef="#br0">321 120 24575,'0'-4'0,"1"0"0,0 0 0,0 0 0,0 0 0,1 0 0,-1 1 0,1-1 0,2-3 0,-2 3 0,0 0 0,0 0 0,0-1 0,-1 1 0,1 0 0,0-8 0,-2 10 0,0 1 0,0 0 0,0-1 0,0 1 0,0-1 0,-1 1 0,1 0 0,-1-1 0,1 1 0,-1 0 0,1-1 0,-1 1 0,0 0 0,0 0 0,1 0 0,-1 0 0,0-1 0,0 1 0,0 0 0,0 0 0,0 1 0,-1-1 0,1 0 0,0 0 0,0 1 0,-2-2 0,-2 0 0,-1 0 0,1 0 0,-1 0 0,1 1 0,-1-1 0,0 1 0,0 1 0,1-1 0,-1 1 0,0 0 0,0 0 0,0 1 0,1 0 0,-1 0 0,0 0 0,-10 5 0,4-2 0,0 1 0,1 0 0,-1 1 0,1 0 0,1 1 0,-19 15 0,24-18 0,1 0 0,0 0 0,0 0 0,0 0 0,1 1 0,-1 0 0,1 0 0,0 0 0,1 0 0,-1 0 0,1 1 0,0-1 0,0 1 0,1-1 0,-2 12 0,3-9 0,0-1 0,0 0 0,1 1 0,0-1 0,0 0 0,1 0 0,0 1 0,1-1 0,-1-1 0,1 1 0,0 0 0,6 8 0,11 15 0,40 46 0,-39-51 0,-1 1 0,25 41 0,-43-64 0,0 1 0,-1-1 0,1 1 0,-1-1 0,1 1 0,-1-1 0,0 1 0,-1 0 0,1 0 0,-1-1 0,1 1 0,-1 0 0,0 0 0,-1 0 0,1-1 0,-2 7 0,1-7 0,-1 0 0,1 0 0,-1 0 0,0 0 0,0 0 0,0 0 0,0 0 0,0-1 0,0 1 0,-1-1 0,0 0 0,1 0 0,-1 0 0,0 0 0,0 0 0,0 0 0,0-1 0,-6 2 0,-1 1 0,-1-1 0,0 0 0,-1-1 0,1-1 0,0 0 0,-1 0 0,1-1 0,0 0 0,-1-1 0,1-1 0,0 0 0,0 0 0,0-1 0,0 0 0,0-1 0,-15-7 0,12 0-1365,4 0-5461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3.362"/>
    </inkml:context>
    <inkml:brush xml:id="br0">
      <inkml:brushProperty name="width" value="0.05" units="cm"/>
      <inkml:brushProperty name="height" value="0.05" units="cm"/>
      <inkml:brushProperty name="color" value="#FFFFFF"/>
    </inkml:brush>
  </inkml:definitions>
  <inkml:trace contextRef="#ctx0" brushRef="#br0">60 46 24575,'1'-3'0,"0"0"0,0 0 0,0 0 0,1 0 0,-1 0 0,1 1 0,-1-1 0,1 0 0,0 1 0,0 0 0,0-1 0,1 1 0,-1 0 0,0 0 0,1 0 0,4-2 0,-14 19 0,-8 17 0,1 1 0,2 0 0,1 1 0,1 0 0,2 1 0,1 0 0,2 0 0,2 1 0,1-1 0,3 49 0,1-60 0,1-1 0,1 1 0,1-1 0,1 0 0,1 0 0,1 0 0,1-1 0,1-1 0,1 1 0,0-2 0,2 1 0,0-2 0,2 0 0,0 0 0,1-2 0,24 22 0,-18-21-273,1-2 0,1-1 0,0 0 0,37 15 0,17 1-6553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8:06:23.626"/>
    </inkml:context>
    <inkml:brush xml:id="br0">
      <inkml:brushProperty name="width" value="0.05" units="cm"/>
      <inkml:brushProperty name="height" value="0.05" units="cm"/>
      <inkml:brushProperty name="color" value="#FFFFFF"/>
    </inkml:brush>
  </inkml:definitions>
  <inkml:trace contextRef="#ctx0" brushRef="#br0">288 0 24575,'41'46'0,"-1"1"0,41 66 0,-58-78 0,-1 1 0,-1 1 0,-3 0 0,0 2 0,-3 0 0,13 51 0,-23-70 0,-1 1 0,-1 0 0,-1 0 0,0 0 0,-2 0 0,-1 0 0,0 0 0,-2 0 0,0 0 0,-1 0 0,-1-1 0,-1 1 0,-1-1 0,-13 26 0,3-17 15,0-1 0,-2 0 0,-1-2 0,-1 0 0,-1-1 0,-2-2 0,-33 27 0,-5-2-979,-129 75 0,81-61-5419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5"/>
    </inkml:context>
    <inkml:brush xml:id="br0">
      <inkml:brushProperty name="width" value="0.05" units="cm"/>
      <inkml:brushProperty name="height" value="0.05" units="cm"/>
    </inkml:brush>
  </inkml:definitions>
  <inkml:trace contextRef="#ctx0" brushRef="#br0">11 31 24575,'-1'0'0,"1"0"0,0 0 0,0 0 0,-1 1 0,1-1 0,0 0 0,0 0 0,-1 0 0,1 0 0,0 0 0,-1 0 0,1 0 0,0 0 0,0 0 0,-1 0 0,1 0 0,0 0 0,0 0 0,-1 0 0,1 0 0,0 0 0,-1 0 0,1 0 0,0-1 0,0 1 0,-1 0 0,1 0 0,0 0 0,0 0 0,-1-1 0,1 1 0,0 0 0,0 0 0,0 0 0,0-1 0,-1 1 0,1 0 0,0 0 0,0-1 0,0 1 0,0 0 0,0 0 0,0-1 0,-1 1 0,1 0 0,0 0 0,0-1 0,0 1 0,0 0 0,0-1 0,0 1 0,0 0 0,0 0 0,0-1 0,1 1 0,-1 0 0,0-1 0,0 1 0,0 0 0,0 0 0,0-1 0,0 1 0,1 0 0,0-2 0,0 1 0,0 0 0,0 0 0,0 0 0,0 0 0,0 1 0,0-1 0,0 0 0,1 0 0,-1 1 0,0-1 0,3 0 0,23-3 0,0 0 0,0 2 0,54 4 0,-30-1 0,463 0-1365,-471-1-5461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6"/>
    </inkml:context>
    <inkml:brush xml:id="br0">
      <inkml:brushProperty name="width" value="0.05" units="cm"/>
      <inkml:brushProperty name="height" value="0.05" units="cm"/>
    </inkml:brush>
  </inkml:definitions>
  <inkml:trace contextRef="#ctx0" brushRef="#br0">1 29 24575,'5'0'0,"6"0"0,6 0 0,9 0 0,5 0 0,6 0 0,7 0 0,4-5 0,9-1 0,3 0 0,6 1 0,1 2 0,-2 1 0,-7 1 0,-13 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05:49:54.250"/>
    </inkml:context>
    <inkml:brush xml:id="br0">
      <inkml:brushProperty name="width" value="0.05" units="cm"/>
      <inkml:brushProperty name="height" value="0.05" units="cm"/>
      <inkml:brushProperty name="color" value="#F6630D"/>
    </inkml:brush>
  </inkml:definitions>
  <inkml:trace contextRef="#ctx0" brushRef="#br0">1 3 24575,'3'-3'0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39.070"/>
    </inkml:context>
    <inkml:brush xml:id="br0">
      <inkml:brushProperty name="width" value="0.05" units="cm"/>
      <inkml:brushProperty name="height" value="0.05" units="cm"/>
      <inkml:brushProperty name="color" value="#F6630D"/>
    </inkml:brush>
  </inkml:definitions>
  <inkml:trace contextRef="#ctx0" brushRef="#br0">1 1 24575,'0'11'-8191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1.640"/>
    </inkml:context>
    <inkml:brush xml:id="br0">
      <inkml:brushProperty name="width" value="0.05" units="cm"/>
      <inkml:brushProperty name="height" value="0.05" units="cm"/>
      <inkml:brushProperty name="color" value="#F6630D"/>
    </inkml:brush>
  </inkml:definitions>
  <inkml:trace contextRef="#ctx0" brushRef="#br0">0 0 24151,'0'1432'0,"3714"-1432"0,-3714-1432 0,-3714 1432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0:07.646"/>
    </inkml:context>
    <inkml:brush xml:id="br0">
      <inkml:brushProperty name="width" value="0.05" units="cm"/>
      <inkml:brushProperty name="height" value="0.05" units="cm"/>
      <inkml:brushProperty name="color" value="#F6630D"/>
    </inkml:brush>
  </inkml:definitions>
  <inkml:trace contextRef="#ctx0" brushRef="#br0">2131 108 24575,'-119'-7'0,"24"1"0,-101 2 0,-342 37 0,444-20 0,1 5 0,1 3 0,0 5 0,2 3 0,-149 72 0,176-69 0,-103 74 0,137-84 0,1 1 0,1 1 0,1 1 0,1 2 0,-28 38 0,45-52 0,0-1 0,0 1 0,1 1 0,1-1 0,0 1 0,1 1 0,0-1 0,1 0 0,1 1 0,-2 19 0,4-23 0,1 1 0,1-1 0,-1 0 0,2 0 0,0 0 0,0 0 0,1 0 0,0 0 0,1 0 0,0-1 0,0 0 0,1 0 0,1 0 0,9 13 0,1-4 0,0 0 0,2 0 0,0-2 0,2 0 0,-1-1 0,2-1 0,0-1 0,31 15 0,4-2 0,2-2 0,74 22 0,-16-14-138,2-5 0,124 12-1,245-8-276,-308-33 415,189-27 0,-246 11 0,0-6 0,167-53 0,-237 58-35,0-1-1,-2-3 0,0-2 1,-2-2-1,59-42 0,-85 52 93,-1 0 0,-1-2 0,-1-1 0,0 0 0,-2-2 0,0 0 0,-1 0 0,-1-2 0,-1 0 0,-2 0 0,0-1 0,16-47 0,-22 50-45,-1 0 0,0-1-1,-2 1 1,-1-1 0,0 0-1,-2 0 1,0 0 0,-1 0-1,-2 0 1,0 1 0,-1-1-1,-1 1 1,-2 0-1,0 0 1,0 0 0,-2 1-1,-1 0 1,0 1 0,-2 0-1,0 1 1,-1 0 0,-1 1-1,0 1 1,-1 0 0,-25-20-1,9 13-32,0 2 1,-1 1-1,-1 1 0,-1 2 0,-1 2 1,0 1-1,-1 1 0,-54-11 0,2 7-642,-2 3-1,-121-2 0,39 11-5349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2:14.687"/>
    </inkml:context>
    <inkml:brush xml:id="br0">
      <inkml:brushProperty name="width" value="0.05" units="cm"/>
      <inkml:brushProperty name="height" value="0.05" units="cm"/>
      <inkml:brushProperty name="color" value="#F6630D"/>
    </inkml:brush>
  </inkml:definitions>
  <inkml:trace contextRef="#ctx0" brushRef="#br0">1 0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3.886"/>
    </inkml:context>
    <inkml:brush xml:id="br0">
      <inkml:brushProperty name="width" value="0.05" units="cm"/>
      <inkml:brushProperty name="height" value="0.05" units="cm"/>
      <inkml:brushProperty name="color" value="#F6630D"/>
    </inkml:brush>
  </inkml:definitions>
  <inkml:trace contextRef="#ctx0" brushRef="#br0">6496 471 24575,'5'-27'0,"-4"26"0,-1-1 0,1 0 0,0 1 0,-1-1 0,1 0 0,-1 0 0,0 1 0,1-1 0,-1 0 0,0 0 0,0 0 0,0 0 0,0 1 0,-1-1 0,1 0 0,0 0 0,-1 1 0,1-1 0,-1 0 0,0 0 0,0 1 0,1-1 0,-1 1 0,0-1 0,0 1 0,-1-1 0,1 1 0,0 0 0,0-1 0,-3-1 0,-3-2 0,0 1 0,-1 0 0,0 0 0,0 0 0,0 1 0,0 0 0,-13-2 0,-66-11 0,63 13 0,-160-19-96,-1 8 1,-208 12-1,-372 55-237,677-45 327,-312 30-155,-445 33-690,140-36 629,-60 4 279,5 38-709,401-17 608,262-39 451,-155 57 0,212-62-241,1 2 0,0 2-1,1 1 1,1 2 0,-53 44-1,65-46-88,2 1 0,1 0 0,1 2-1,0 1 1,2 0 0,1 2 0,1 0-1,-17 38 1,30-56-77,1 0 0,-1 1 0,2 0 0,-1 0 0,1 0 0,1 0 0,-1 0 0,2 0 0,0 0 0,0 0 0,2 11 0,-1-13 0,1 0 0,0 0 0,0 0 0,1 0 0,0 0 0,1-1 0,0 1 0,0-1 0,0 0 0,1 0 0,0-1 0,0 1 0,12 10 0,4 0 0,1 0 0,1-2 0,0 0 0,0-2 0,39 16 0,133 39 0,-40-27-362,179 24-1,165-3-752,-473-59 1075,965 85-1619,3-25-716,-217-14 1519,261 23 563,1458 90-1747,3-82 658,-2233-79 1107,826 0-114,-2-32 837,-585-12 1631,-378 24-113,238-67 0,-311 69-533,100-49 1,-129 53-1153,0-1 1,-1-2-1,0 0 1,-1-2 0,35-35-1,-50 44-275,0-1-1,0 0 1,-1-1-1,0 0 0,0 0 1,-2 0-1,1-1 1,-2 0-1,1 0 1,-2 0-1,1 0 1,-2-1-1,1 0 0,-2 1 1,1-20-1,-3 8 1,-1 0 0,-1 0 0,-1 1 0,-1-1 0,-1 1 0,-1 0-1,-14-30 1,-132-270-6,32 73 0,98 199 0,-17-37 0,-55-91 0,79 152 0,-2 1 0,-1 1 0,-1 1 0,-1 0 0,0 2 0,-2 1 0,-39-29 0,6 15-33,-1 3-1,-2 2 1,0 3-1,-2 2 1,-1 3 0,-113-25-1,9 17-183,-241-14-1,-546 2-665,-2 28-967,782 13 1292,-2204-30 558,732 25-930,1472 10 2986,-216 32-1,369-34-1958,-1 2 1,1 0-1,0 1 1,0 1-1,1 1 0,0 1 1,-33 18-1,51-25-97,-106 62 0,94-57 0,-1 0 0,0-1 0,-1 0 0,1-1 0,-1-1 0,-19 2 0,-106-3 0,106-3 0,1 0 0,-1 3 0,1 0 0,-41 9 0,49-4-1365,2-1-5461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6.185"/>
    </inkml:context>
    <inkml:brush xml:id="br0">
      <inkml:brushProperty name="width" value="0.05" units="cm"/>
      <inkml:brushProperty name="height" value="0.05" units="cm"/>
      <inkml:brushProperty name="color" value="#F6630D"/>
    </inkml:brush>
  </inkml:definitions>
  <inkml:trace contextRef="#ctx0" brushRef="#br0">703 18 24575,'4'-16'0,"-4"16"0,0 0 0,0 0 0,0 0 0,1-1 0,-1 1 0,0 0 0,0 0 0,1 0 0,-1 0 0,0 0 0,0 0 0,0 0 0,1 0 0,-1 0 0,0 0 0,0 0 0,1 0 0,-1 0 0,0 0 0,0 0 0,1 0 0,-1 0 0,0 0 0,0 0 0,1 0 0,-1 0 0,0 0 0,0 1 0,0-1 0,1 0 0,-1 0 0,0 0 0,0 0 0,1 1 0,1 1 0,-1 0 0,1 0 0,0 0 0,-1 0 0,1 0 0,-1 1 0,1-1 0,-1 1 0,1 2 0,9 32 0,-2 1 0,-2-1 0,5 73 0,-8-64 0,45 838-698,-49 6-392,-2-426 867,2 60-90,-8 920-1156,-15-927 1469,-166 934 0,68-849-391,-42 233-250,33 41 650,90-580 50,-23 106-82,-9 59 2630,71-452-2552,-4 32 377,1 0 0,2 44 1,2-75-375,1 0 1,0 1 0,0-1-1,1 0 1,1 0 0,-1 0-1,2 0 1,-1-1 0,1 1 0,1-1-1,0 0 1,0 0 0,12 15-1,-11-18-58,1 0 0,0-1 0,0 0 0,1 0 0,-1 0 0,1-1 0,0 0 0,0-1 0,0 0 0,1 0 0,14 3 0,10 0 0,57 3 0,-72-8 0,365 8-238,3-23-350,-211 6 257,126-4-945,1284-38-3948,284 73 2367,744 123 10,-2067-111 2603,-209-13 229,4749 283-1286,-3348-234 3779,-1718-71-2190,265 2 974,-6-21 1585,-268 17-2735,16-1 866,52-14 1,-73 16-730,0-1 0,-1 0-1,1 0 1,-1-1 0,1 0 0,-1 1 0,0-2-1,0 1 1,0-1 0,-1 1 0,1-1 0,-1-1-1,0 1 1,0 0 0,3-6 0,-5 5-174,1-1 0,-2 1 1,1-1-1,0 1 1,-1-1-1,0 0 0,-1 1 1,1-1-1,-1 0 0,0 0 1,0 0-1,-1 1 0,0-1 1,0 0-1,0 0 0,-1 1 1,-3-9-1,-4-7 85,0 0 0,-1 1 0,-14-20 0,-18-22-160,-3 3 0,-55-56 0,43 51 0,-55-80 0,88 106 5,1-2 1,2 0-1,2-2 0,1 0 0,-22-86 1,24 53-59,3 1 1,-6-139 0,26-299-1141,31-3 235,-6 103 1094,-15-505-136,-103 5 0,-7 392-302,-47-345-114,110 564 405,-11-97 536,-23 3-499,-97-292 1157,153 654-864,-24-118-115,7-2 0,6 0 0,3-253 0,15 315-204,7-184 0,-2 230 0,1 0 0,3 1 0,2 0 0,16-46 0,3 18 0,-20 54 0,-1-1 0,-1-1 0,0 0 0,-2 1 0,0-2 0,-1 1 0,2-32 0,-6 1 0,-6-145 0,4 176 0,-2 1 0,1 0 0,-2-1 0,-1 1 0,0 1 0,-1-1 0,-17-29 0,20 42 0,0 0 0,0 0 0,-1 0 0,0 1 0,0 0 0,-1 0 0,1 0 0,-1 0 0,0 1 0,-8-4 0,-4-1 0,-1 1 0,-24-8 0,27 11 0,0 0 0,1-2 0,0 0 0,0 0 0,-14-10 0,-3-10 194,24 20-350,1 0 0,-1 1 0,-1-1 0,1 2 0,-1-1 1,0 1-1,0 1 0,0 0 0,-13-4 0,10 6-6670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7.984"/>
    </inkml:context>
    <inkml:brush xml:id="br0">
      <inkml:brushProperty name="width" value="0.05" units="cm"/>
      <inkml:brushProperty name="height" value="0.05" units="cm"/>
      <inkml:brushProperty name="color" value="#F6630D"/>
    </inkml:brush>
  </inkml:definitions>
  <inkml:trace contextRef="#ctx0" brushRef="#br0">454 262 24575,'0'-5'0,"1"0"0,0 0 0,1 1 0,-1-1 0,1 0 0,0 1 0,0-1 0,0 1 0,1 0 0,3-6 0,-3 7 0,-1-1 0,1 1 0,-1-1 0,0 0 0,-1 0 0,1 0 0,0 0 0,-1 0 0,0 0 0,0 0 0,0 0 0,0-9 0,-2 12 0,1 0 0,0 0 0,-1 0 0,1 0 0,-1 0 0,1 0 0,-1 0 0,0 0 0,1 0 0,-1 0 0,0 0 0,0 0 0,1 0 0,-1 1 0,0-1 0,0 0 0,0 1 0,0-1 0,0 1 0,0-1 0,0 1 0,0-1 0,0 1 0,-1 0 0,1-1 0,0 1 0,0 0 0,0 0 0,0 0 0,0 0 0,-1 0 0,1 0 0,-2 0 0,-2 0 0,0 1 0,-1-1 0,1 1 0,0 0 0,-1 1 0,-4 1 0,-2 3 0,1 0 0,-1 1 0,1 0 0,0 0 0,1 1 0,0 1 0,-11 11 0,-58 73 0,47-52 0,2 2 0,2 2 0,1 0 0,3 1 0,2 2 0,1 0 0,-20 77 0,34-95 0,2 0 0,0 1 0,2-1 0,2 1 0,4 60 0,0-67 0,1 0 0,1 0 0,1 0 0,1-1 0,1 0 0,2 0 0,0-1 0,16 26 0,-13-29 0,0-1 0,1 0 0,0-1 0,2-1 0,0 0 0,0-1 0,2-1 0,0 0 0,0-1 0,1-2 0,1 0 0,0 0 0,0-2 0,42 13 0,-30-14 0,0-1 0,0-1 0,0-2 0,1-2 0,-1 0 0,1-3 0,0 0 0,-1-2 0,56-13 0,-38 4-24,0-3-1,-2-2 1,0-2-1,-1-3 1,0-1-1,-2-2 1,-2-2-1,0-2 1,-1-2-1,65-64 1,-79 66-3,-2-1 1,-2 0 0,-1-2-1,-1-1 1,-1-1-1,19-45 1,-27 49 16,-2-1 1,-1 0 0,-1 0-1,-2-1 1,-1 1 0,-2-2-1,-1 1 1,-1-39 0,-3 43 9,-2-1 0,0 0 0,-2 1 0,-1 0 0,-2 0 0,0 1 0,-2 0 0,-24-48 0,24 58 0,0 0 0,-2 0 0,1 1 0,-2 1 0,0 0 0,-1 1 0,-1 0 0,0 1 0,0 1 0,-1 0 0,-1 1 0,0 1 0,-29-13 0,23 14-52,-1 2 0,1 1 1,-1 0-1,0 2 0,-1 0 1,1 2-1,-1 1 0,1 1 1,-1 1-1,1 1 0,0 1 1,0 1-1,0 1 0,0 2 1,-33 12-1,-1 8-6774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8.574"/>
    </inkml:context>
    <inkml:brush xml:id="br0">
      <inkml:brushProperty name="width" value="0.05" units="cm"/>
      <inkml:brushProperty name="height" value="0.05" units="cm"/>
      <inkml:brushProperty name="color" value="#F6630D"/>
    </inkml:brush>
  </inkml:definitions>
  <inkml:trace contextRef="#ctx0" brushRef="#br0">468 180 24575,'-7'-8'0,"1"0"0,0 0 0,0-1 0,1 0 0,0 0 0,0 0 0,1-1 0,-4-15 0,2 10 0,1 1 0,-13-21 0,17 34 0,1-1 0,-1 1 0,0 0 0,0-1 0,0 1 0,0 0 0,0 0 0,-1 0 0,1-1 0,0 2 0,-1-1 0,1 0 0,0 0 0,-1 0 0,1 0 0,-1 1 0,1-1 0,-1 1 0,1-1 0,-1 1 0,-3-1 0,3 2 0,-1-1 0,0 0 0,1 1 0,-1-1 0,1 1 0,-1 0 0,0 0 0,1 0 0,0 0 0,-1 1 0,1-1 0,-3 2 0,-5 5 0,0 1 0,1 0 0,0 1 0,-10 11 0,-25 40 0,3 1 0,2 2 0,-34 78 0,60-118 0,2 1 0,1 0 0,1 1 0,-12 52 0,20-71 0,0 0 0,1 0 0,0 1 0,0-1 0,0 0 0,1 0 0,0 1 0,1-1 0,0 0 0,3 8 0,-3-10 0,1 0 0,-1 0 0,1-1 0,0 1 0,1-1 0,-1 0 0,1 0 0,0 0 0,0-1 0,0 1 0,0-1 0,0 0 0,1 0 0,0-1 0,7 4 0,8 2 0,0-1 0,0-1 0,1-1 0,-1-1 0,25 2 0,106 0 0,-50-7 0,-1-5 0,0-5 0,114-26 0,-205 35 0,0 0 0,0 0 0,-1-1 0,1-1 0,-1 1 0,0-1 0,0-1 0,12-8 0,-16 9 0,0 1 0,0-1 0,-1 0 0,1-1 0,-1 1 0,0-1 0,0 1 0,-1-1 0,1 0 0,-1 0 0,0 0 0,0-1 0,-1 1 0,1 0 0,0-8 0,0-9 0,-1-1 0,0 1 0,-2-1 0,0 1 0,-2 0 0,-8-35 0,-46-130 0,50 168 0,0-2-195,-1 1 0,-1 0 0,-1 1 0,-1 0 0,-1 0 0,-28-33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9.030"/>
    </inkml:context>
    <inkml:brush xml:id="br0">
      <inkml:brushProperty name="width" value="0.05" units="cm"/>
      <inkml:brushProperty name="height" value="0.05" units="cm"/>
      <inkml:brushProperty name="color" value="#F6630D"/>
    </inkml:brush>
  </inkml:definitions>
  <inkml:trace contextRef="#ctx0" brushRef="#br0">5 8 24575,'0'0'0,"0"0"0,0 0 0,0 0 0,0 0 0,0 0 0,0 0 0,0-1 0,0 1 0,0 0 0,-1 0 0,1 0 0,0 0 0,0 0 0,0 0 0,0 0 0,0-1 0,0 1 0,0 0 0,0 0 0,0 0 0,0 0 0,0 0 0,0 0 0,-1 0 0,1 0 0,0 0 0,0 0 0,0 0 0,0 0 0,0 0 0,0 0 0,0 0 0,0 0 0,-1 0 0,1 0 0,0 0 0,0 0 0,0 0 0,0 0 0,0 0 0,0 0 0,0 0 0,-1 0 0,1 0 0,0 0 0,0 0 0,0 0 0,0 0 0,0 0 0,0 0 0,0 0 0,0 0 0,-1 0 0,1 0 0,0 0 0,0 0 0,0 1 0,2 8 0,7 12 0,-1-11 0,1-1 0,0 0 0,0-1 0,1 0 0,0-1 0,0 1 0,1-2 0,0 0 0,0 0 0,0-1 0,1 0 0,0-1 0,0 0 0,0-1 0,0-1 0,0 1 0,24-1 0,-16-1 0,0-1 0,1 0 0,-1-2 0,0-1 0,1 0 0,-1-2 0,-1 0 0,1-1 0,-1-1 0,22-11 0,-36 16-72,0 0 1,-1-1-1,1 1 0,-1-1 0,0 0 0,0 0 0,0 0 0,0-1 1,-1 1-1,1-1 0,-1 0 0,0 0 0,0 0 0,0-1 0,-1 1 1,0-1-1,1 1 0,1-9 0,-2-6-6754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9.216"/>
    </inkml:context>
    <inkml:brush xml:id="br0">
      <inkml:brushProperty name="width" value="0.05" units="cm"/>
      <inkml:brushProperty name="height" value="0.05" units="cm"/>
      <inkml:brushProperty name="color" value="#F6630D"/>
    </inkml:brush>
  </inkml:definitions>
  <inkml:trace contextRef="#ctx0" brushRef="#br0">46 0 24575,'-3'0'0,"-4"0"0,-3 0 0,-3 0 0,0 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49.368"/>
    </inkml:context>
    <inkml:brush xml:id="br0">
      <inkml:brushProperty name="width" value="0.05" units="cm"/>
      <inkml:brushProperty name="height" value="0.05" units="cm"/>
      <inkml:brushProperty name="color" value="#F6630D"/>
    </inkml:brush>
  </inkml:definitions>
  <inkml:trace contextRef="#ctx0" brushRef="#br0">1 0 24575,'0'3'0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0.213"/>
    </inkml:context>
    <inkml:brush xml:id="br0">
      <inkml:brushProperty name="width" value="0.05" units="cm"/>
      <inkml:brushProperty name="height" value="0.05" units="cm"/>
      <inkml:brushProperty name="color" value="#F6630D"/>
    </inkml:brush>
  </inkml:definitions>
  <inkml:trace contextRef="#ctx0" brushRef="#br0">70 502 24575,'-1'-4'0,"-1"0"0,-1 0 0,1 0 0,-1 1 0,1-1 0,-1 0 0,0 1 0,0 0 0,0 0 0,-1 0 0,1 0 0,-1 0 0,-5-2 0,8 5 0,1-1 0,-1 1 0,1 0 0,-1 0 0,0 0 0,1 0 0,-1 0 0,0 0 0,1 0 0,-1 0 0,0 0 0,1 0 0,-1 1 0,0-1 0,1 0 0,-1 0 0,1 1 0,-1-1 0,1 0 0,-1 1 0,0-1 0,1 0 0,-1 1 0,1-1 0,0 1 0,-1-1 0,1 1 0,-1-1 0,1 1 0,0-1 0,-1 1 0,1-1 0,0 1 0,-1 0 0,1-1 0,0 1 0,0-1 0,0 1 0,0 0 0,0-1 0,-1 2 0,-3 32 0,4-29 0,0 292 0,2-168 0,48-802 0,-48 650 0,17-90 0,-17 102 0,1 1 0,0 0 0,1 0 0,0 0 0,0 1 0,1-1 0,0 1 0,9-11 0,-12 18 0,-1 0 0,1 0 0,0 1 0,-1-1 0,1 1 0,0-1 0,0 1 0,0-1 0,0 1 0,0 0 0,0 0 0,1 0 0,-1 0 0,0 1 0,0-1 0,1 1 0,-1-1 0,5 0 0,-4 2 0,1-1 0,-1 1 0,0-1 0,0 1 0,1 0 0,-1 0 0,0 1 0,0-1 0,0 1 0,0-1 0,-1 1 0,4 2 0,4 5 0,1 0 0,-2 1 0,0 0 0,0 1 0,10 15 0,14 28-227,-1 2-1,-4 1 1,-2 1-1,-2 2 1,29 114-1,-39-119-6598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0.917"/>
    </inkml:context>
    <inkml:brush xml:id="br0">
      <inkml:brushProperty name="width" value="0.05" units="cm"/>
      <inkml:brushProperty name="height" value="0.05" units="cm"/>
      <inkml:brushProperty name="color" value="#F6630D"/>
    </inkml:brush>
  </inkml:definitions>
  <inkml:trace contextRef="#ctx0" brushRef="#br0">28 627 24575,'-3'-3'0,"1"1"0,-1-1 0,1 0 0,0 0 0,0 0 0,0 0 0,0 0 0,0 0 0,1-1 0,0 1 0,-1-1 0,1 1 0,0-1 0,1 1 0,-1-1 0,0-5 0,2 3 0,-1 1 0,1 0 0,0 0 0,0 0 0,1 0 0,-1 0 0,1 0 0,0 0 0,1 1 0,3-7 0,6-6 0,0 1 0,1 0 0,1 2 0,27-24 0,22-11 0,124-76 0,-180 121 0,-4 2 0,0 0 0,-1 1 0,1-1 0,0 1 0,0 0 0,0-1 0,0 1 0,0 1 0,0-1 0,0 0 0,1 1 0,-1 0 0,0-1 0,0 1 0,6 1 0,-6 0 0,0 0 0,0 1 0,0-1 0,0 0 0,0 1 0,0 0 0,0 0 0,-1 0 0,1 0 0,-1 0 0,1 1 0,-1-1 0,0 1 0,0-1 0,2 4 0,9 15 0,0 0 0,-1 1 0,-1 0 0,-1 1 0,-2 0 0,0 0 0,-1 1 0,-1 0 0,-1 0 0,-2 0 0,0 1 0,-1 27 0,-2-50 0,-1 0 0,1 0 0,0 0 0,-1 0 0,1 0 0,-1-1 0,0 1 0,0 0 0,1 0 0,-1-1 0,-2 3 0,-4-1 0,-1-14 0,5 1 0,0 0 0,1 0 0,0 0 0,1 0 0,0 0 0,1 0 0,1-13 0,10-72 0,-10 90 0,4-26 0,1 0 0,16-42 0,-17 59 0,1 0 0,0 0 0,1 1 0,0 0 0,1 0 0,1 1 0,12-15 0,-19 25 0,-1 1 0,1-1 0,-1 1 0,1-1 0,-1 1 0,1 0 0,0 0 0,0 0 0,0-1 0,0 2 0,0-1 0,0 0 0,0 0 0,0 1 0,0-1 0,0 1 0,0-1 0,0 1 0,0 0 0,0 0 0,1 0 0,2 1 0,-2-1 0,-1 2 0,1-1 0,-1 0 0,1 0 0,-1 1 0,1-1 0,-1 1 0,0 0 0,0-1 0,0 1 0,0 0 0,0 0 0,-1 1 0,1-1 0,0 0 0,-1 1 0,2 2 0,8 17 0,-2 1 0,0 1 0,6 28 0,-7-25 0,0-1 0,15 31 0,-22-55 0,-1 0 0,1-1 0,0 1 0,0-1 0,-1 1 0,1-1 0,0 1 0,0-1 0,1 0 0,-1 1 0,0-1 0,0 0 0,1 0 0,-1 0 0,1 0 0,-1 0 0,1 0 0,-1 0 0,1-1 0,-1 1 0,1 0 0,0-1 0,-1 1 0,1-1 0,0 0 0,-1 0 0,1 0 0,0 1 0,0-1 0,-1-1 0,1 1 0,0 0 0,0 0 0,-1-1 0,1 1 0,0-1 0,-1 1 0,1-1 0,-1 0 0,4-1 0,1-3 0,1 1 0,-1-1 0,0 0 0,0-1 0,0 1 0,-1-1 0,9-12 0,-2-1 0,0 0 0,-2-1 0,0 0 0,-1 0 0,-1-1 0,-1 0 0,-1-1 0,-1 0 0,0 0 0,-2 0 0,-1 0 0,0-30 0,-3 49 0,1-1 0,-1 0 0,1 1 0,-1-1 0,0 1 0,0-1 0,-1 1 0,1-1 0,-1 1 0,1 0 0,-4-4 0,5 6 0,-1 1 0,1-1 0,-1 0 0,0 0 0,0 1 0,1-1 0,-1 0 0,0 1 0,0-1 0,0 1 0,0-1 0,0 1 0,0 0 0,0-1 0,0 1 0,0 0 0,0-1 0,0 1 0,0 0 0,0 0 0,0 0 0,0 0 0,0 0 0,0 0 0,0 0 0,0 0 0,0 1 0,0-1 0,0 0 0,0 1 0,0-1 0,0 0 0,1 1 0,-1-1 0,0 1 0,0 0 0,0-1 0,0 1 0,1 0 0,-1-1 0,0 1 0,1 0 0,-2 1 0,-1 2-43,0 0-1,1 0 0,-1 0 0,1 0 1,0 1-1,0-1 0,-3 9 1,3-5-973,-2 4-5810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1.183"/>
    </inkml:context>
    <inkml:brush xml:id="br0">
      <inkml:brushProperty name="width" value="0.05" units="cm"/>
      <inkml:brushProperty name="height" value="0.05" units="cm"/>
      <inkml:brushProperty name="color" value="#F6630D"/>
    </inkml:brush>
  </inkml:definitions>
  <inkml:trace contextRef="#ctx0" brushRef="#br0">48 40 24575,'-3'-3'0,"-1"-4"0,-3 0 0,0-2 0,-1 0 0,0 5 0,1 5 0,3 7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1.544"/>
    </inkml:context>
    <inkml:brush xml:id="br0">
      <inkml:brushProperty name="width" value="0.05" units="cm"/>
      <inkml:brushProperty name="height" value="0.05" units="cm"/>
      <inkml:brushProperty name="color" value="#F6630D"/>
    </inkml:brush>
  </inkml:definitions>
  <inkml:trace contextRef="#ctx0" brushRef="#br0">1 203 24575,'0'-1'0,"0"1"0,0-1 0,-1 0 0,1 1 0,0-1 0,0 0 0,1 1 0,-1-1 0,0 0 0,0 1 0,0-1 0,0 0 0,0 1 0,1-1 0,-1 0 0,0 1 0,1-1 0,-1 0 0,0 1 0,1-1 0,-1 1 0,1-1 0,-1 1 0,1-1 0,-1 1 0,1-1 0,0 0 0,0 2 0,-1-1 0,1 0 0,-1 1 0,1-1 0,-1 0 0,0 1 0,1-1 0,-1 1 0,0-1 0,1 0 0,-1 1 0,0-1 0,1 1 0,-1-1 0,0 1 0,0-1 0,0 1 0,0 0 0,1-1 0,-1 1 0,0-1 0,0 1 0,0-1 0,0 1 0,0-1 0,0 1 0,0-1 0,0 1 0,-1 0 0,1-1 0,0 1 0,0-1 0,-1 1 0,-1 12 0,1-1 0,0 0 0,1 0 0,2 22 0,-1-29 0,0-1 0,0 1 0,1 0 0,-1-1 0,1 1 0,1-1 0,-1 1 0,0-1 0,1 0 0,0 0 0,0 0 0,0 0 0,1-1 0,6 7 0,-4-5 0,0 0 0,1-1 0,0 0 0,-1 0 0,1 0 0,1-1 0,-1 0 0,0-1 0,1 1 0,-1-1 0,1-1 0,0 0 0,0 0 0,-1 0 0,1-1 0,0 0 0,9-1 0,-11 0 0,-1 0 0,0 0 0,0-1 0,0 0 0,1 0 0,-1 0 0,-1 0 0,1-1 0,0 0 0,-1 0 0,1 0 0,-1 0 0,0-1 0,0 0 0,0 0 0,-1 0 0,1 0 0,-1 0 0,0-1 0,0 0 0,-1 1 0,0-1 0,1 0 0,-1 0 0,1-8 0,0 0 38,0 0 0,-1 0 0,-1 0 0,0-1 0,-1 1 0,-1 0 0,0-1 0,-5-24 0,-2 5-607,-2 1 0,-17-41 0,19 53-6257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1.967"/>
    </inkml:context>
    <inkml:brush xml:id="br0">
      <inkml:brushProperty name="width" value="0.05" units="cm"/>
      <inkml:brushProperty name="height" value="0.05" units="cm"/>
      <inkml:brushProperty name="color" value="#F6630D"/>
    </inkml:brush>
  </inkml:definitions>
  <inkml:trace contextRef="#ctx0" brushRef="#br0">24 97 24575,'-1'-7'0,"-1"-1"0,1 1 0,-1 0 0,-5-12 0,1 2 0,1-11 0,5 28 0,0 0 0,0 0 0,0 0 0,0 0 0,0 0 0,0 0 0,0 0 0,0-1 0,0 1 0,0 0 0,0 0 0,0 0 0,0 0 0,0 0 0,0 0 0,0 0 0,0 0 0,0 0 0,0-1 0,0 1 0,0 0 0,0 0 0,0 0 0,0 0 0,0 0 0,0 0 0,0 0 0,1 0 0,-1 0 0,0 0 0,0 0 0,0-1 0,0 1 0,0 0 0,0 0 0,0 0 0,0 0 0,0 0 0,0 0 0,0 0 0,1 0 0,-1 0 0,0 0 0,0 0 0,0 0 0,0 0 0,0 0 0,0 0 0,0 0 0,0 0 0,0 0 0,1 0 0,-1 0 0,0 0 0,0 0 0,0 0 0,0 0 0,0 0 0,0 0 0,0 0 0,0 0 0,0 0 0,9 15 0,9 23 0,-2 0 0,17 63 0,9 84 0,-9-40 0,-33-145 0,0 0 0,0 0 0,0 0 0,0 0 0,0 0 0,0 0 0,0 0 0,0 0 0,0 0 0,0 0 0,0 0 0,0 0 0,0 0 0,1 0 0,-1 0 0,0 0 0,0 0 0,0 0 0,0 0 0,0 0 0,0 0 0,0 0 0,0 0 0,0 0 0,0 0 0,0 0 0,0 0 0,0 0 0,0 0 0,0 0 0,1 0 0,-1 1 0,0-1 0,0 0 0,0 0 0,0 0 0,0 0 0,0 0 0,0 0 0,0 0 0,0 0 0,0 0 0,0 0 0,0 0 0,0 0 0,2-13 0,1-29 0,-1 26 0,1-28 0,11-46 0,-11 76 0,1 0 0,0 0 0,1 0 0,1 0 0,0 1 0,0 0 0,11-14 0,-15 23 0,0 1 0,1 0 0,0 0 0,0 0 0,0 0 0,0 1 0,0-1 0,0 1 0,1 0 0,-1 0 0,1 0 0,-1 0 0,1 1 0,0-1 0,0 1 0,0 0 0,-1 0 0,1 0 0,0 1 0,0-1 0,1 1 0,-1 0 0,0 0 0,0 0 0,0 1 0,0 0 0,0-1 0,0 1 0,-1 1 0,1-1 0,0 1 0,4 1 0,0 1 0,1 1 0,-1 0 0,0 1 0,0 0 0,0 0 0,-1 0 0,1 1 0,-2 0 0,1 0 0,-1 1 0,0 0 0,6 11 0,-8-11 0,-1-1 0,0 1 0,0-1 0,-1 1 0,0 0 0,0 0 0,0 0 0,-1 0 0,-1 0 0,1 1 0,-2-1 0,1 0 0,-2 12 0,1-17 0,0 1 0,0-1 0,0 1 0,-1-1 0,1 0 0,-1 0 0,1 1 0,-1-1 0,0 0 0,0 0 0,-1-1 0,1 1 0,0 0 0,-1-1 0,0 1 0,0-1 0,1 0 0,-1 0 0,0 0 0,-1-1 0,1 1 0,0 0 0,-1-1 0,1 0 0,0 0 0,-1 0 0,1 0 0,-1-1 0,0 0 0,1 1 0,-1-1 0,-4-1 0,-21-2-1365,3-4-5461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2.354"/>
    </inkml:context>
    <inkml:brush xml:id="br0">
      <inkml:brushProperty name="width" value="0.05" units="cm"/>
      <inkml:brushProperty name="height" value="0.05" units="cm"/>
      <inkml:brushProperty name="color" value="#F6630D"/>
    </inkml:brush>
  </inkml:definitions>
  <inkml:trace contextRef="#ctx0" brushRef="#br0">1 0 24575,'1'1'0,"1"-1"0,-1 0 0,1 0 0,-1 1 0,1-1 0,-1 0 0,0 1 0,1-1 0,-1 1 0,0 0 0,0 0 0,1-1 0,-1 1 0,0 0 0,0 0 0,0 0 0,0 0 0,0 0 0,0 0 0,0 0 0,0 1 0,-1-1 0,1 0 0,0 0 0,-1 1 0,1-1 0,-1 0 0,1 1 0,-1-1 0,0 1 0,1 1 0,1 8 0,-1-1 0,-1 1 0,0 15 0,0-5 0,2-6 0,0 0 0,1 0 0,0 0 0,1-1 0,1 0 0,0 1 0,10 17 0,59 91 0,-55-92 0,-14-24 0,0 2 0,1 0 0,0 0 0,0-1 0,1 0 0,0 0 0,11 9 0,-18-17 0,1 0 0,-1 0 0,0 0 0,1 0 0,-1 0 0,0 1 0,1-1 0,-1 0 0,0 0 0,1 0 0,-1 0 0,0 0 0,1 0 0,-1-1 0,0 1 0,1 0 0,-1 0 0,0 0 0,1 0 0,-1 0 0,0 0 0,0 0 0,1-1 0,-1 1 0,0 0 0,1 0 0,-1 0 0,0-1 0,0 1 0,0 0 0,1 0 0,-1-1 0,0 1 0,0 0 0,0-1 0,1 1 0,-1 0 0,0-1 0,0 1 0,0 0 0,0-1 0,0 1 0,0 0 0,0-1 0,0 1 0,0 0 0,0-1 0,0 1 0,0 0 0,0-1 0,0 1 0,0-1 0,1-24 0,-1 20 0,1-2 0,7-103 0,-5 94 0,0 0 0,0 0 0,1 0 0,11-25 0,-14 38 0,1 0 0,-1 1 0,1-1 0,-1 0 0,1 1 0,0-1 0,0 1 0,0-1 0,1 1 0,-1 0 0,0 0 0,1 0 0,4-2 0,-5 3 0,-1 0 0,1 1 0,-1 0 0,1-1 0,0 1 0,-1 0 0,1 0 0,0-1 0,-1 1 0,1 1 0,0-1 0,-1 0 0,1 0 0,-1 1 0,1-1 0,0 1 0,-1-1 0,1 1 0,-1-1 0,1 1 0,-1 0 0,1 0 0,-1 0 0,0 0 0,1 0 0,-1 0 0,1 2 0,9 8 46,-2 1 0,0 0 0,0 1 0,-1 0 0,-1 0 0,6 15 0,-4-10-608,0 0-1,20 27 1,-19-33-6264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2.716"/>
    </inkml:context>
    <inkml:brush xml:id="br0">
      <inkml:brushProperty name="width" value="0.05" units="cm"/>
      <inkml:brushProperty name="height" value="0.05" units="cm"/>
      <inkml:brushProperty name="color" value="#F6630D"/>
    </inkml:brush>
  </inkml:definitions>
  <inkml:trace contextRef="#ctx0" brushRef="#br0">85 231 24575,'9'-18'0,"-1"-1"0,-1 0 0,-1 0 0,0-1 0,-2 0 0,0 0 0,1-24 0,-5 42 0,0-1 0,0 0 0,0 1 0,-1-1 0,1 0 0,-1 1 0,1-1 0,-1 0 0,0 1 0,0-1 0,0 1 0,0 0 0,-3-4 0,3 5 0,1 0 0,-1 1 0,0-1 0,0 1 0,1-1 0,-1 0 0,0 1 0,0 0 0,0-1 0,0 1 0,0 0 0,1-1 0,-1 1 0,0 0 0,0 0 0,0 0 0,0-1 0,0 1 0,0 0 0,0 0 0,0 1 0,0-1 0,0 0 0,0 0 0,0 0 0,0 1 0,1-1 0,-1 0 0,0 1 0,0-1 0,0 1 0,0-1 0,1 1 0,-1-1 0,0 1 0,0 0 0,1-1 0,-1 1 0,1 0 0,-1-1 0,0 2 0,-4 4 0,0 0 0,0 0 0,0 1 0,1 0 0,0-1 0,1 1 0,-4 8 0,-17 55 0,20-57 0,2-6 0,-15 59 0,16-61 0,1-1 0,-1 1 0,1 0 0,0-1 0,0 1 0,0 0 0,1-1 0,-1 1 0,1-1 0,0 1 0,4 7 0,-5-10 0,1-1 0,0 1 0,-1-1 0,1 0 0,0 1 0,0-1 0,0 0 0,0 0 0,0 1 0,1-1 0,-1 0 0,0 0 0,0 0 0,1 0 0,-1-1 0,1 1 0,-1 0 0,0-1 0,1 1 0,0 0 0,-1-1 0,3 1 0,-1-1 0,0 0 0,-1-1 0,1 1 0,0 0 0,-1-1 0,1 0 0,-1 0 0,1 1 0,-1-2 0,1 1 0,-1 0 0,4-2 0,1-2 0,0-1 0,-1 1 0,1-1 0,-1 0 0,0 0 0,-1-1 0,8-11 0,-3 0 0,-2-1 0,0-1 0,-1 1 0,-1-1 0,-1 0 0,0-1 0,-2 1 0,0-1 0,-2 0 0,0-29 0,0 77 0,1 0 0,2 0 0,1-1 0,1 1 0,18 49 0,-22-73-151,-1 1-1,1-1 0,0 0 0,1 0 1,-1 0-1,0 0 0,1 0 1,4 3-1,5 3-6674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2.965"/>
    </inkml:context>
    <inkml:brush xml:id="br0">
      <inkml:brushProperty name="width" value="0.05" units="cm"/>
      <inkml:brushProperty name="height" value="0.05" units="cm"/>
      <inkml:brushProperty name="color" value="#F6630D"/>
    </inkml:brush>
  </inkml:definitions>
  <inkml:trace contextRef="#ctx0" brushRef="#br0">0 376 24575,'10'-21'0,"-2"0"0,0-1 0,-1 1 0,-1-2 0,-2 1 0,0-1 0,-1 1 0,0-33 0,-3 45 0,-1 5 0,1 0 0,1 0 0,-1 1 0,1-1 0,1-6 0,-2 10 0,0 1 0,0 0 0,1-1 0,-1 1 0,0 0 0,0 0 0,0-1 0,1 1 0,-1 0 0,0 0 0,0 0 0,0-1 0,1 1 0,-1 0 0,0 0 0,1 0 0,-1 0 0,0 0 0,0 0 0,1-1 0,-1 1 0,0 0 0,1 0 0,-1 0 0,0 0 0,1 0 0,-1 0 0,0 0 0,1 0 0,-1 0 0,0 0 0,0 0 0,1 1 0,-1-1 0,0 0 0,1 0 0,-1 0 0,0 0 0,0 0 0,1 0 0,-1 1 0,0-1 0,0 0 0,1 0 0,-1 1 0,0-1 0,0 0 0,0 0 0,1 0 0,-1 1 0,0-1 0,0 0 0,0 1 0,0-1 0,1 1 0,12 18 0,-11-17 0,16 26 0,64 92 0,-67-102 0,0 1 0,1-2 0,1 0 0,21 15 0,-34-29 0,0 0 0,0 0 0,1-1 0,-1 1 0,1-1 0,-1 0 0,1 0 0,0-1 0,0 1 0,-1-1 0,1 0 0,0-1 0,0 1 0,0-1 0,7 0 0,-8-1 0,0 1 0,-1-1 0,1 0 0,0-1 0,0 1 0,0-1 0,-1 1 0,1-1 0,-1 0 0,1-1 0,-1 1 0,0-1 0,0 1 0,0-1 0,0 0 0,0 0 0,-1 0 0,1 0 0,2-6 0,1-3 0,0-1 0,-1 1 0,0-1 0,-1 0 0,-1-1 0,0 1 0,-1 0 0,0-1 0,-1 0 0,-1 1 0,0-1 0,-1 0 0,0 1 0,-1-1 0,0 1 0,-1-1 0,-1 1 0,0 0 0,-1 0 0,-1 1 0,-8-16 0,13 25-54,-1 0-1,0 0 0,0 0 1,-1 0-1,1 0 1,-1 0-1,1 0 0,-1 1 1,0-1-1,0 1 1,0 0-1,0 0 0,0 0 1,-1 0-1,1 1 0,-1-1 1,1 1-1,-1 0 1,1 0-1,-1 0 0,0 1 1,1-1-1,-1 1 1,-4 0-1,-18 5-6771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4.503"/>
    </inkml:context>
    <inkml:brush xml:id="br0">
      <inkml:brushProperty name="width" value="0.05" units="cm"/>
      <inkml:brushProperty name="height" value="0.05" units="cm"/>
      <inkml:brushProperty name="color" value="#F6630D"/>
    </inkml:brush>
  </inkml:definitions>
  <inkml:trace contextRef="#ctx0" brushRef="#br0">39 340 24575,'-29'0'0,"20"0"0,16 0 0,240-11 0,-91 1 0,1377-27-3087,-429 15 625,2541-150 122,-2145 100 962,-503 60 4866,-920 10-2771,-34 1 489,-1 1 0,51 7 0,-91-7-1177,0 1 0,0-1-1,0 0 1,-1 1 0,1-1-1,0 1 1,0 0 0,-1 0-1,1-1 1,-1 1 0,1 0 0,1 2-1,-2-3-12,-1 1-1,0-1 0,1 1 1,-1-1-1,0 1 1,1-1-1,-1 1 0,0 0 1,0-1-1,1 1 1,-1-1-1,0 1 0,0 0 1,0-1-1,0 1 1,0 0-1,0-1 1,0 1-1,0-1 0,0 1 1,0 0-1,0-1 1,-1 2-1,-1 3 67,0-1-1,-1 1 1,0-1 0,0 0-1,0 0 1,-7 7-1,-8 11 49,11-9-130,1 0 0,0 1 0,1-1 0,0 1 0,1 0 0,-2 20 0,-7 91 0,10-85 0,-4 47 3,-76 619-103,-67-95-119,5-31 34,121-453 158,5 1 1,-4 207-1,25-257 100,2-1-1,4 0 1,29 123 0,-21-140-25,3-2 0,2 0 1,3-1-1,2-1 1,35 55-1,-35-68-48,3-2 0,1 0 0,62 63 0,-76-88 0,0-2 0,1 0 0,1-1 0,1 0 0,-1-2 0,2 0 0,0-1 0,0-1 0,0-1 0,1-1 0,24 5 0,-3-5 0,-1-2 0,2-1 0,70-4 0,128-24 0,-206 20 0,1844-166-4422,697 130 4045,-989 133 590,-1529-83 1136,-40-6-740,1-1 0,0-1-1,25 0 1,-44-2-621,0 0 1,0 0-1,1 0 0,-1 1 0,0-1 1,1 0-1,-1 0 0,0 0 1,1 0-1,-1 0 0,0 0 0,0 0 1,1 0-1,-1 0 0,0-1 0,1 1 1,-1 0-1,0 0 0,0 0 0,1 0 1,-1 0-1,0 0 0,0-1 1,1 1-1,-1 0 0,0 0 0,0 0 1,1-1-1,-1 1 0,0 0 0,0 0 1,0 0-1,0-1 0,1 1 0,-1 0 1,0-1-1,0 1 0,0 0 1,0 0-1,0-1 0,0 1 0,0 0 1,0-1-1,0 1 0,0 0 0,0 0 1,0-1-1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4.755"/>
    </inkml:context>
    <inkml:brush xml:id="br0">
      <inkml:brushProperty name="width" value="0.05" units="cm"/>
      <inkml:brushProperty name="height" value="0.05" units="cm"/>
      <inkml:brushProperty name="color" value="#F6630D"/>
    </inkml:brush>
  </inkml:definitions>
  <inkml:trace contextRef="#ctx0" brushRef="#br0">0 45 24575,'0'-2'0,"0"-1"0,0 1 0,0 0 0,1-1 0,-1 1 0,1 0 0,-1 0 0,1-1 0,0 1 0,-1 0 0,1 0 0,0 0 0,0 0 0,1 0 0,1-2 0,-2 3 0,0 0 0,0 0 0,0 1 0,1-1 0,-1 0 0,0 1 0,0-1 0,1 1 0,-1-1 0,1 1 0,-1 0 0,0-1 0,1 1 0,-1 0 0,1 0 0,-1 0 0,0 0 0,1 0 0,-1 0 0,1 1 0,-1-1 0,0 0 0,1 1 0,-1-1 0,0 1 0,2 0 0,24 12 0,-1 1 0,0 1 0,-2 1 0,0 2 0,39 34 0,-51-41 0,-1 1 0,0 0 0,-1 0 0,0 1 0,-1 0 0,0 1 0,-1 0 0,10 25 0,-15-32 0,-1 0 0,0 0 0,0 0 0,0 0 0,-1 1 0,0-1 0,-1 0 0,0 0 0,0 1 0,0-1 0,-1 0 0,0 1 0,0-1 0,-1 0 0,0 0 0,0 0 0,-1 0 0,0-1 0,0 1 0,-1-1 0,-5 9 0,0-4-195,0-1 0,0-1 0,-1 0 0,0 0 0,-1-1 0,-21 13 0,-20 7-6631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6.955"/>
    </inkml:context>
    <inkml:brush xml:id="br0">
      <inkml:brushProperty name="width" value="0.05" units="cm"/>
      <inkml:brushProperty name="height" value="0.05" units="cm"/>
      <inkml:brushProperty name="color" value="#F6630D"/>
    </inkml:brush>
  </inkml:definitions>
  <inkml:trace contextRef="#ctx0" brushRef="#br0">50 284 24575,'0'-1'0,"0"1"0,1-1 0,-1 0 0,0 1 0,0-1 0,1 1 0,-1-1 0,1 1 0,-1-1 0,0 1 0,1-1 0,-1 1 0,1-1 0,-1 1 0,1 0 0,-1-1 0,1 1 0,-1 0 0,1-1 0,0 1 0,-1 0 0,1 0 0,-1-1 0,1 1 0,0 0 0,-1 0 0,1 0 0,0 0 0,-1 0 0,1 0 0,-1 0 0,1 0 0,0 0 0,0 1 0,23 3 0,-22-2 0,0-1 0,0 1 0,0 0 0,-1 0 0,1 0 0,-1-1 0,0 1 0,1 0 0,-1 1 0,0-1 0,0 0 0,0 0 0,0 0 0,-1 1 0,1-1 0,-1 0 0,1 1 0,-1-1 0,0 1 0,0-1 0,0 0 0,0 1 0,0-1 0,-1 4 0,-2 10 0,0-1 0,-8 24 0,8-27 0,-8 27 0,-2-2 0,-2 0 0,-19 37 0,34-73 0,-1 0 0,1 0 0,-1 0 0,1 0 0,-1 0 0,0 0 0,1 0 0,-1 0 0,0 0 0,1-1 0,-1 1 0,0 0 0,0 0 0,0-1 0,0 1 0,-1 0 0,1-1 0,1 0 0,0 0 0,-1-1 0,1 1 0,0 0 0,-1 0 0,1 0 0,0-1 0,-1 1 0,1 0 0,0-1 0,0 1 0,-1 0 0,1-1 0,0 1 0,0 0 0,0-1 0,-1 1 0,1 0 0,0-1 0,0 1 0,0-1 0,0 1 0,0 0 0,0-1 0,0 1 0,0-1 0,0 1 0,0-41 0,13-30 0,3 1 0,4 1 0,42-103 0,-59 165 0,36-83 0,-34 80 0,1 0 0,0 0 0,1 1 0,-1 0 0,2 0 0,11-11 0,-18 19 0,1 0 0,-1 0 0,0-1 0,1 1 0,0 0 0,-1 1 0,1-1 0,0 0 0,-1 0 0,1 1 0,0-1 0,0 1 0,-1-1 0,1 1 0,0 0 0,0-1 0,0 1 0,0 0 0,-1 1 0,1-1 0,0 0 0,0 0 0,0 1 0,0-1 0,-1 1 0,1-1 0,0 1 0,-1 0 0,1 0 0,0 0 0,-1 0 0,1 0 0,-1 0 0,1 0 0,-1 0 0,0 1 0,0-1 0,1 0 0,-1 1 0,1 2 0,6 6 0,-1 1 0,-1 0 0,0 0 0,7 18 0,-13-28 0,101 297-1365,-85-244-5461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7.640"/>
    </inkml:context>
    <inkml:brush xml:id="br0">
      <inkml:brushProperty name="width" value="0.05" units="cm"/>
      <inkml:brushProperty name="height" value="0.05" units="cm"/>
      <inkml:brushProperty name="color" value="#F6630D"/>
    </inkml:brush>
  </inkml:definitions>
  <inkml:trace contextRef="#ctx0" brushRef="#br0">16 320 24575,'0'0'0,"-1"0"0,1 0 0,-1 1 0,1-1 0,-1 0 0,1 0 0,-1 0 0,1 0 0,-1 0 0,1-1 0,-1 1 0,1 0 0,-1 0 0,1 0 0,-1 0 0,1 0 0,-1-1 0,1 1 0,-1 0 0,1-1 0,-1 1 0,1 0 0,-1-1 0,1 1 0,0 0 0,-1-1 0,1 1 0,0-1 0,-1 1 0,1 0 0,0-1 0,0 1 0,-1-1 0,1 1 0,0-1 0,0 1 0,0-1 0,0 1 0,0-1 0,0 0 0,0 1 0,0-1 0,0 0 0,0 0 0,1 0 0,-1 0 0,0 0 0,1 0 0,-1 1 0,1-1 0,0 0 0,-1 0 0,1 1 0,0-1 0,-1 0 0,1 1 0,0-1 0,0 0 0,0 1 0,-1-1 0,1 1 0,0 0 0,0-1 0,0 1 0,0 0 0,0-1 0,1 1 0,147-22 0,-109 18 0,0-1 0,0-2 0,72-23 0,-111 29 0,-1 1 0,1-1 0,0 1 0,-1 0 0,1 0 0,0-1 0,-1 1 0,1 0 0,0 0 0,0 0 0,-1 0 0,1 0 0,0 0 0,0 0 0,-1 0 0,1 0 0,0 0 0,0 0 0,-1 0 0,1 1 0,0-1 0,-1 0 0,1 0 0,0 1 0,-1-1 0,1 1 0,0-1 0,-1 0 0,1 1 0,-1-1 0,1 1 0,-1-1 0,1 1 0,-1 0 0,1-1 0,-1 1 0,1 0 0,-1-1 0,0 1 0,1 0 0,-1-1 0,0 1 0,0 0 0,0-1 0,1 1 0,-1 0 0,0 0 0,0-1 0,0 1 0,0 0 0,0 0 0,0-1 0,-1 1 0,1 1 0,-1 9 0,0 0 0,-1 0 0,-3 13 0,0-5 0,-5 90 0,10-95 0,0 1 0,1-1 0,0 0 0,2 0 0,5 23 0,-5-48 0,-4-13 0,-10-56 0,2 24 0,-2-68 0,10 108 0,2-1 0,0 1 0,1-1 0,0 1 0,1 0 0,1 0 0,1 0 0,11-26 0,-14 37 0,0 1 0,0 0 0,1 0 0,0 0 0,-1 0 0,2 0 0,-1 1 0,0-1 0,1 1 0,-1 0 0,1 0 0,0 0 0,0 0 0,0 1 0,0-1 0,1 1 0,-1 0 0,1 0 0,-1 1 0,1 0 0,0-1 0,-1 2 0,1-1 0,0 0 0,0 1 0,0 0 0,-1 0 0,1 0 0,0 1 0,0 0 0,0 0 0,-1 0 0,1 0 0,-1 1 0,7 3 0,-3-2 0,0 0 0,0 1 0,-1 1 0,0-1 0,0 1 0,0 0 0,0 1 0,-1 0 0,0 0 0,0 0 0,-1 1 0,0-1 0,0 1 0,0 1 0,-1-1 0,0 1 0,0-1 0,-1 1 0,4 14 0,-6-18 0,-1 1 0,1-1 0,-1 0 0,0 1 0,0-1 0,0 0 0,0 1 0,-1-1 0,0 0 0,0 0 0,0 1 0,0-1 0,-1 0 0,0 0 0,1 0 0,-2 0 0,1-1 0,0 1 0,-1 0 0,-4 5 0,-2-1 0,0-1 0,0 0 0,0 0 0,-1-1 0,1 0 0,-19 7 0,23-10 0,1-1 0,-1 0 0,1 1 0,0 0 0,-5 4 0,9-7 0,-1 1 0,1-1 0,-1 0 0,1 1 0,0-1 0,-1 1 0,1-1 0,0 1 0,-1-1 0,1 1 0,0-1 0,-1 1 0,1 0 0,0-1 0,0 1 0,0-1 0,0 1 0,0 0 0,-1-1 0,1 1 0,0-1 0,0 1 0,0 0 0,1-1 0,-1 1 0,0-1 0,0 1 0,0 0 0,0-1 0,1 1 0,-1-1 0,0 1 0,0-1 0,1 1 0,-1-1 0,0 1 0,1-1 0,-1 1 0,1-1 0,-1 1 0,1-1 0,-1 1 0,1-1 0,-1 0 0,1 1 0,-1-1 0,1 0 0,-1 0 0,1 1 0,-1-1 0,1 0 0,1 0 0,49 21 0,-31-13 0,29 14 0,-44-19 0,0 0 0,0 0 0,-1 1 0,1-1 0,-1 1 0,0 0 0,0 0 0,0 0 0,-1 0 0,6 9 0,-8-11 0,-1-1 0,1 1 0,0 0 0,-1 0 0,1-1 0,-1 1 0,1 0 0,-1 0 0,0 0 0,0 0 0,0 0 0,0 0 0,0-1 0,0 1 0,0 0 0,-1 0 0,1 0 0,-1 0 0,1-1 0,-1 1 0,0 0 0,0 0 0,0-1 0,0 1 0,0-1 0,0 1 0,0-1 0,0 1 0,-1-1 0,1 0 0,0 1 0,-1-1 0,1 0 0,-1 0 0,-2 1 0,-4 3 0,0 0 0,-1-1 0,1 0 0,-1 0 0,-15 3 0,6-3-682,-31 4-1,18-6-6143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8.030"/>
    </inkml:context>
    <inkml:brush xml:id="br0">
      <inkml:brushProperty name="width" value="0.05" units="cm"/>
      <inkml:brushProperty name="height" value="0.05" units="cm"/>
      <inkml:brushProperty name="color" value="#F6630D"/>
    </inkml:brush>
  </inkml:definitions>
  <inkml:trace contextRef="#ctx0" brushRef="#br0">1 147 24575,'2'0'0,"0"0"0,0 0 0,0 0 0,-1 0 0,1 0 0,0 1 0,0-1 0,0 1 0,0-1 0,0 1 0,-1-1 0,1 1 0,0 0 0,-1 0 0,1 0 0,0 0 0,-1 0 0,1 1 0,-1-1 0,0 0 0,1 1 0,-1-1 0,2 3 0,-2-2 0,0 1 0,-1 0 0,1-1 0,0 1 0,-1-1 0,0 1 0,1 0 0,-1 0 0,0-1 0,0 1 0,-1 0 0,1-1 0,0 1 0,-1 0 0,0-1 0,-1 4 0,-6 23 0,1-1 0,1 1 0,-3 50 0,8-58 0,1 0 0,1-1 0,0 1 0,2-1 0,0 1 0,7 21 0,-12-86 0,-2 7 0,2 0 0,1-1 0,2 1 0,2 0 0,1-1 0,2 1 0,2 1 0,1-1 0,22-56 0,-27 84 0,0 0 0,0 1 0,1-1 0,10-13 0,-14 21 0,0-1 0,0 1 0,0 0 0,0 0 0,0 0 0,0 0 0,0 0 0,0 0 0,0 0 0,0 0 0,1 1 0,-1-1 0,0 0 0,0 1 0,1-1 0,-1 0 0,1 1 0,-1 0 0,0-1 0,1 1 0,-1 0 0,1 0 0,-1 0 0,1 0 0,-1 0 0,1 0 0,-1 0 0,1 1 0,-1-1 0,0 0 0,1 1 0,-1-1 0,0 1 0,1-1 0,-1 1 0,0 0 0,1 0 0,-1 0 0,0-1 0,0 1 0,1 2 0,5 4 0,-1 0 0,0 1 0,-1 0 0,0 0 0,0 0 0,0 1 0,-1 0 0,4 13 0,18 78 0,-25-98 0,34 203-1365,-31-167-5461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8:58.563"/>
    </inkml:context>
    <inkml:brush xml:id="br0">
      <inkml:brushProperty name="width" value="0.05" units="cm"/>
      <inkml:brushProperty name="height" value="0.05" units="cm"/>
      <inkml:brushProperty name="color" value="#F6630D"/>
    </inkml:brush>
  </inkml:definitions>
  <inkml:trace contextRef="#ctx0" brushRef="#br0">11 371 24575,'-1'-2'0,"-1"0"0,1 0 0,0-1 0,0 1 0,0 0 0,0-1 0,1 1 0,-1-1 0,1 1 0,-1-1 0,1 1 0,0-1 0,0 1 0,0-1 0,0 1 0,1-1 0,-1 1 0,0-1 0,1 1 0,0-1 0,0 1 0,0 0 0,0-1 0,0 1 0,0 0 0,2-3 0,1 1 0,0 0 0,0 1 0,0 0 0,1 0 0,-1 0 0,1 0 0,0 1 0,-1 0 0,1-1 0,0 2 0,10-3 0,6-1 0,0 2 0,1 1 0,29-1 0,-25 3 0,41-7 0,-63 6 0,1 0 0,-1 0 0,0 0 0,1-1 0,-1 0 0,0 0 0,0 0 0,6-4 0,-8 5 0,0-1 0,0 0 0,-1 0 0,1 1 0,0-1 0,-1 0 0,1 0 0,-1-1 0,0 1 0,0 0 0,0 0 0,0-1 0,0 1 0,0-1 0,0-4 0,15 43 0,5 52 0,18 155 0,-38-233 0,0-5 0,0-1 0,0 1 0,-1 0 0,0 0 0,0 0 0,0 0 0,0 0 0,-1 0 0,-2 10 0,3-15 0,0 0 0,-1 0 0,1 0 0,0 0 0,0 0 0,0 0 0,0 0 0,0 0 0,-1 0 0,1 0 0,0 0 0,0 0 0,0 0 0,0 0 0,0 0 0,-1 0 0,1 0 0,0 0 0,0 0 0,0 0 0,0 0 0,0 0 0,-1 0 0,1 0 0,0 0 0,0-1 0,0 1 0,0 0 0,0 0 0,0 0 0,0 0 0,-1 0 0,1 0 0,0 0 0,0-1 0,0 1 0,0 0 0,0 0 0,0 0 0,0 0 0,0 0 0,0 0 0,0-1 0,0 1 0,0 0 0,0 0 0,0 0 0,0 0 0,0-1 0,-5-8 0,-3-18 0,1-1 0,1 1 0,-2-33 0,-2-86 0,6 58 0,3 74 0,-2-19 0,3-39 0,1 64 0,-1-1 0,2 0 0,-1 0 0,1 0 0,1 1 0,-1-1 0,1 1 0,1 0 0,6-11 0,-9 17 0,0 0 0,0 0 0,0 1 0,1-1 0,-1 1 0,1-1 0,-1 1 0,1 0 0,0-1 0,-1 1 0,1 0 0,0 0 0,0 0 0,0 0 0,0 1 0,0-1 0,0 1 0,0-1 0,0 1 0,0-1 0,0 1 0,0 0 0,0 0 0,0 0 0,1 0 0,-1 0 0,0 1 0,0-1 0,0 1 0,0-1 0,0 1 0,0 0 0,3 2 0,6 2 0,0 1 0,-1 1 0,0 0 0,14 12 0,-19-14 0,7 4 0,-1 0 0,0 1 0,-1 1 0,0-1 0,-1 2 0,0-1 0,0 1 0,-2 1 0,1-1 0,5 15 0,-12-25 16,-1 0-1,1 1 1,-1-1-1,1 0 1,-1 0-1,0 1 1,1-1-1,-1 0 1,-1 1-1,1-1 1,0 0-1,0 1 1,-1-1-1,1 0 1,-1 0-1,0 0 1,0 1 0,0-1-1,0 0 1,0 0-1,-2 3 1,-1-1-206,1-1 0,-1 1 1,0-1-1,1 0 0,-2 0 1,1 0-1,0 0 1,-8 3-1,-19 7-6636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2.710"/>
    </inkml:context>
    <inkml:brush xml:id="br0">
      <inkml:brushProperty name="width" value="0.05" units="cm"/>
      <inkml:brushProperty name="height" value="0.05" units="cm"/>
      <inkml:brushProperty name="color" value="#F6630D"/>
    </inkml:brush>
  </inkml:definitions>
  <inkml:trace contextRef="#ctx0" brushRef="#br0">48 334 24575,'-12'103'0,"-5"30"0,-1 26 0,18-159 0,0 0 0,0 0 0,0 0 0,0 0 0,0 0 0,0 0 0,0 0 0,0 0 0,0 0 0,0 0 0,0 0 0,1 0 0,-1 0 0,0 0 0,0 0 0,0 0 0,0 0 0,0 0 0,0 0 0,0 0 0,0 0 0,0 0 0,0 0 0,0 0 0,0 0 0,0 1 0,0-1 0,0 0 0,0 0 0,0 0 0,0 0 0,0 0 0,0 0 0,0 0 0,0 0 0,0 0 0,0 0 0,0 0 0,0 0 0,0 0 0,0 1 0,5-13 0,5-18 0,46-295 0,-9 36 0,-45 280 0,0 0 0,1 0 0,0 0 0,5-12 0,-7 20 0,-1 0 0,1 0 0,-1 0 0,1 0 0,-1 0 0,1 1 0,-1-1 0,1 0 0,0 0 0,-1 0 0,1 1 0,0-1 0,0 0 0,0 0 0,-1 1 0,1-1 0,0 1 0,0-1 0,0 1 0,0-1 0,0 1 0,0 0 0,0 0 0,0-1 0,0 1 0,0 0 0,0 0 0,0 0 0,1 0 0,-1 0 0,0 0 0,0 0 0,0 0 0,0 1 0,0-1 0,0 0 0,0 1 0,0-1 0,0 0 0,0 1 0,0-1 0,0 1 0,-1 0 0,1-1 0,0 1 0,0 0 0,0 0 0,-1-1 0,1 1 0,1 1 0,4 6 0,0-1 0,0 1 0,0 0 0,-1 1 0,0-1 0,-1 1 0,0 0 0,0 0 0,2 12 0,19 91 0,-21-87 0,-3-20 0,19 128 0,-18-115 0,-2 0 0,1-1 0,-2 1 0,0 0 0,-6 24 0,20-80 0,2 1 0,1 1 0,2 0 0,2 1 0,37-52 0,-53 82 0,0 0 0,0 0 0,0 0 0,1 1 0,0 0 0,0 0 0,0 0 0,0 0 0,7-3 0,-10 7 0,-1-1 0,1 0 0,0 1 0,-1-1 0,1 1 0,0 0 0,0-1 0,-1 1 0,1 0 0,0 0 0,0 0 0,0 0 0,-1 1 0,1-1 0,0 0 0,0 1 0,-1-1 0,1 1 0,0 0 0,-1-1 0,1 1 0,-1 0 0,1 0 0,-1 0 0,1 0 0,-1 0 0,0 1 0,1-1 0,-1 0 0,0 1 0,0-1 0,0 0 0,0 1 0,0 0 0,0-1 0,1 4 0,4 8 0,-1 0 0,0 1 0,0 0 0,-2 0 0,5 27 0,1 74 0,-8-105 0,4 131-1365,-2-109-5461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3.115"/>
    </inkml:context>
    <inkml:brush xml:id="br0">
      <inkml:brushProperty name="width" value="0.05" units="cm"/>
      <inkml:brushProperty name="height" value="0.05" units="cm"/>
      <inkml:brushProperty name="color" value="#F6630D"/>
    </inkml:brush>
  </inkml:definitions>
  <inkml:trace contextRef="#ctx0" brushRef="#br0">35 166 24575,'10'-44'0,"-10"41"0,0 5 0,-3 23 0,-3 217 0,-2 20 0,7-251 0,1-7 0,0 0 0,0 0 0,0 0 0,-1 0 0,0 0 0,0 0 0,0 0 0,0-1 0,-1 1 0,1 0 0,-5 6 0,6-10 0,0 0 0,0 0 0,0 0 0,0 0 0,0 0 0,-1 0 0,1 1 0,0-1 0,0 0 0,0 0 0,0 0 0,0 0 0,0 0 0,0 0 0,-1 0 0,1 0 0,0 0 0,0 0 0,0 0 0,0 0 0,0 0 0,0 0 0,0 0 0,-1 0 0,1 0 0,0 0 0,0 0 0,0 0 0,0 0 0,0 0 0,0 0 0,0 0 0,-1 0 0,1-1 0,0 1 0,0 0 0,0 0 0,0 0 0,0 0 0,0 0 0,0 0 0,0 0 0,0 0 0,0 0 0,-1 0 0,1-1 0,0 1 0,0 0 0,0 0 0,-3-10 0,0-12 0,1-33 0,3 1 0,3-1 0,1 1 0,3 0 0,3 0 0,1 1 0,23-58 0,-35 111 0,11-32 0,19-36 0,-26 60 0,1 0 0,-1 1 0,1-1 0,1 1 0,-1 0 0,1 1 0,0-1 0,1 1 0,13-10 0,-18 15 0,0-1 0,0 1 0,0 0 0,0 0 0,0 0 0,0 1 0,0-1 0,1 0 0,-1 1 0,0-1 0,0 1 0,1 0 0,-1 0 0,0 0 0,1 0 0,-1 0 0,0 1 0,0-1 0,1 0 0,-1 1 0,0 0 0,0 0 0,0-1 0,0 1 0,0 1 0,0-1 0,0 0 0,0 0 0,0 1 0,0-1 0,-1 1 0,1-1 0,0 1 0,-1 0 0,0 0 0,3 3 0,2 5 0,0 1 0,0-1 0,-2 1 0,1 0 0,5 21 0,9 49 0,-4 2 0,-4 0 0,-3 0 0,-4 123 0,-4-188-455,-2 0 0,-5 30 0,-1-18-6371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3.736"/>
    </inkml:context>
    <inkml:brush xml:id="br0">
      <inkml:brushProperty name="width" value="0.05" units="cm"/>
      <inkml:brushProperty name="height" value="0.05" units="cm"/>
      <inkml:brushProperty name="color" value="#F6630D"/>
    </inkml:brush>
  </inkml:definitions>
  <inkml:trace contextRef="#ctx0" brushRef="#br0">0 361 24575,'0'-9'0,"0"1"0,1 0 0,0-1 0,0 1 0,0 0 0,5-14 0,-4 19 0,-1 0 0,1 0 0,0 0 0,-1 0 0,2 0 0,-1 1 0,0-1 0,0 1 0,1-1 0,0 1 0,-1 0 0,1 0 0,0 0 0,0 0 0,0 0 0,0 1 0,0-1 0,7-1 0,8-2 0,1 0 0,0 2 0,38-3 0,61 5 0,-71 2 0,22 1 0,-38 0 0,0-1 0,0-2 0,57-8 0,-85 8 0,0 1 0,0-1 0,-1 0 0,1-1 0,0 1 0,0 0 0,-1-1 0,1 1 0,0-1 0,-1 0 0,0 0 0,1 0 0,-1 0 0,0 0 0,0 0 0,0-1 0,0 1 0,-1-1 0,1 0 0,-1 1 0,1-1 0,-1 0 0,2-5 0,-2 11 0,0 1 0,1 0 0,-1-1 0,0 1 0,-1 0 0,2 5 0,5 125 0,-1-23 0,24 137 0,-25-231 0,-3-11 0,0-11 0,-1-16 0,-1 0 0,-1 0 0,-3-21 0,-1 1 0,-2-31 0,-6-119 0,12 157 0,2 0 0,2-1 0,10-50 0,-12 77 0,1 1 0,1 0 0,-1-1 0,1 1 0,0 0 0,1 0 0,-1 0 0,2 1 0,-1-1 0,1 1 0,6-7 0,-9 10 0,1 1 0,0 0 0,0 0 0,0 0 0,0 0 0,0 1 0,0-1 0,1 1 0,-1 0 0,0-1 0,1 2 0,-1-1 0,1 0 0,-1 1 0,1-1 0,0 1 0,-1 0 0,1 0 0,-1 1 0,1-1 0,-1 1 0,1 0 0,-1-1 0,1 2 0,-1-1 0,5 2 0,1 1 0,0 1 0,-1 0 0,1 0 0,-1 1 0,0 0 0,0 1 0,0 0 0,-1 0 0,0 0 0,-1 1 0,0 0 0,0 0 0,9 17 0,-13-20 0,0-1 0,0 0 0,-1 1 0,1-1 0,-1 1 0,0-1 0,0 1 0,0 0 0,-1-1 0,0 1 0,0 0 0,0-1 0,0 1 0,-1 0 0,0-1 0,0 1 0,0 0 0,0-1 0,-1 1 0,0-1 0,0 0 0,0 0 0,0 0 0,-1 0 0,0 0 0,1 0 0,-2 0 0,1-1 0,0 0 0,-1 1 0,-5 3 0,-6 3 0,0 0 0,-1-2 0,0 0 0,-33 12 0,-20 9 0,68-29 0,0 1 0,0 0 0,-1-1 0,1 1 0,0 0 0,0-1 0,0 1 0,0 0 0,0 0 0,0 0 0,0 0 0,0 0 0,0 0 0,0 1 0,0-1 0,1 0 0,-1 0 0,0 0 0,1 1 0,-1-1 0,1 0 0,-1 1 0,1-1 0,0 0 0,0 1 0,0-1 0,-1 1 0,1-1 0,0 0 0,1 1 0,-1-1 0,0 1 0,0-1 0,1 0 0,-1 1 0,1-1 0,-1 0 0,1 1 0,-1-1 0,1 0 0,1 2 0,3 5 0,1 0 0,0-1 0,0 0 0,15 12 0,-13-11 0,31 28-455,1-1 0,63 40 0,-78-58-6371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4.126"/>
    </inkml:context>
    <inkml:brush xml:id="br0">
      <inkml:brushProperty name="width" value="0.05" units="cm"/>
      <inkml:brushProperty name="height" value="0.05" units="cm"/>
      <inkml:brushProperty name="color" value="#F6630D"/>
    </inkml:brush>
  </inkml:definitions>
  <inkml:trace contextRef="#ctx0" brushRef="#br0">2 261 24575,'0'-100'0,"-1"249"0,3 165 0,0-298 0,-2-16 0,1 0 0,-1 0 0,0 0 0,0 0 0,0 0 0,0 0 0,0 0 0,0 0 0,0 0 0,0 1 0,0-1 0,0 0 0,0 0 0,0 0 0,1 0 0,-1 0 0,0 0 0,0 0 0,0 0 0,0 0 0,0 0 0,0 0 0,0 0 0,0 0 0,0 0 0,1 0 0,-1 0 0,0 0 0,0 0 0,0 0 0,0 0 0,0-1 0,0 1 0,0 0 0,0 0 0,0 0 0,0 0 0,1 0 0,-1 0 0,0 0 0,0 0 0,0 0 0,0 0 0,0 0 0,0 0 0,0 0 0,0-1 0,0 1 0,0 0 0,0 0 0,0 0 0,0 0 0,0 0 0,0 0 0,0 0 0,0 0 0,0 0 0,0-1 0,0 1 0,0 0 0,0 0 0,0 0 0,0 0 0,7-29 0,8-152 0,1-7 0,-10 148 0,1-1 0,19-58 0,-24 93 0,1 0 0,-1-1 0,1 1 0,0 0 0,1 0 0,4-6 0,-7 11 0,0 0 0,-1 0 0,1 0 0,0 1 0,0-1 0,-1 0 0,1 1 0,0-1 0,0 1 0,0-1 0,0 1 0,0-1 0,0 1 0,0-1 0,0 1 0,0 0 0,0 0 0,0 0 0,0-1 0,0 1 0,0 0 0,0 0 0,0 0 0,1 1 0,-1-1 0,0 0 0,0 0 0,0 1 0,0-1 0,0 0 0,0 1 0,0-1 0,0 1 0,-1-1 0,1 1 0,0-1 0,0 1 0,0 0 0,0 0 0,-1-1 0,1 1 0,0 0 0,-1 0 0,1 0 0,0 2 0,8 8 0,-1 1 0,0 0 0,-1 0 0,9 22 0,17 59 0,-26-72 0,26 79-455,-5 2 0,21 145 0,-44-209-6371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4.268"/>
    </inkml:context>
    <inkml:brush xml:id="br0">
      <inkml:brushProperty name="width" value="0.05" units="cm"/>
      <inkml:brushProperty name="height" value="0.05" units="cm"/>
      <inkml:brushProperty name="color" value="#F6630D"/>
    </inkml:brush>
  </inkml:definitions>
  <inkml:trace contextRef="#ctx0" brushRef="#br0">1 70 24575,'0'-6'0,"3"-5"0,6-3 0,11 1 0,13 2 0,12 4 0,10 2 0,11 2 0,4 5 0,3 2 0,-3 0 0,-11 0 0,-15-1-8191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9.965"/>
    </inkml:context>
    <inkml:brush xml:id="br0">
      <inkml:brushProperty name="width" value="0.05" units="cm"/>
      <inkml:brushProperty name="height" value="0.05" units="cm"/>
      <inkml:brushProperty name="color" value="#F6630D"/>
    </inkml:brush>
  </inkml:definitions>
  <inkml:trace contextRef="#ctx0" brushRef="#br0">640 222 24575,'0'-2'0,"0"0"0,-1 1 0,0-1 0,1 1 0,-1-1 0,0 1 0,0-1 0,1 1 0,-1-1 0,-1 1 0,1 0 0,0-1 0,0 1 0,0 0 0,-1 0 0,1 0 0,0 0 0,-4-2 0,-27-14 0,22 13 0,1 1 0,-1-1 0,0 2 0,0 0 0,0 0 0,0 0 0,0 1 0,-1 1 0,1 0 0,0 0 0,-17 4 0,14-1 0,0 0 0,0 1 0,0 1 0,0 0 0,1 1 0,0 0 0,-21 15 0,9-2 0,0 1 0,2 1 0,1 1 0,0 1 0,2 1 0,1 0 0,-17 31 0,12-17 0,3 1 0,1 2 0,2 0 0,1 0 0,-15 71 0,25-84 0,2 0 0,0 0 0,2 0 0,1 0 0,1 1 0,1-1 0,2 0 0,1 0 0,14 53 0,-13-67 0,0 0 0,2 0 0,-1-1 0,1 1 0,1-2 0,1 1 0,0-1 0,0 0 0,1-1 0,0 0 0,23 18 0,-17-18 0,0 0 0,1-1 0,0-1 0,1-1 0,0 0 0,0-1 0,1-1 0,34 6 0,-15-6 0,0-2 0,0-2 0,1-1 0,-1-2 0,0-2 0,1-2 0,-2-1 0,46-13 0,-34 5 0,-2-2 0,0-3 0,0-1 0,-2-2 0,76-51 0,-96 55 0,0-2 0,-1 0 0,-1-1 0,-1-2 0,-1 0 0,-1-1 0,-1-1 0,22-40 0,-28 42 0,-2 0 0,-1-1 0,-1 0 0,-1-1 0,-1 0 0,-1 0 0,-2 0 0,0-1 0,-2 0 0,0-42 0,-5 37 0,0-1 0,-2 0 0,-1 1 0,-2 0 0,-1 0 0,-1 1 0,-2 0 0,-1 1 0,-1 0 0,-28-41 0,29 52 0,0 0 0,-2 1 0,0 0 0,-1 2 0,-1-1 0,-33-22 0,35 28 0,1 2 0,-2 0 0,1 1 0,-1 0 0,0 2 0,0-1 0,-1 2 0,1 0 0,-30-2 0,30 6-455,0-1 0,-27 5 0,-21 8-6371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1.043"/>
    </inkml:context>
    <inkml:brush xml:id="br0">
      <inkml:brushProperty name="width" value="0.05" units="cm"/>
      <inkml:brushProperty name="height" value="0.05" units="cm"/>
      <inkml:brushProperty name="color" value="#F6630D"/>
    </inkml:brush>
  </inkml:definitions>
  <inkml:trace contextRef="#ctx0" brushRef="#br0">304 78 24575,'8'-8'0,"-5"7"0,-9 22 0,-115 314 0,-42 120 0,156-435 0,4-12 0,0-1 0,0 0 0,1 0 0,0 1 0,0 0 0,1-1 0,0 1 0,0 0 0,1-1 0,1 10 0,-1-16 0,1 0 0,-1 0 0,1 1 0,0-1 0,0 0 0,0 0 0,0 0 0,0 0 0,0 0 0,0 0 0,0-1 0,0 1 0,0 0 0,0 0 0,0-1 0,0 1 0,1-1 0,-1 1 0,0-1 0,1 1 0,-1-1 0,0 0 0,1 0 0,-1 1 0,0-1 0,3 0 0,40-2 0,-35 1 0,231-27 0,38-3 0,281-3 0,-537 32 0,83-8 0,-104 9 0,0 1 0,1 0 0,-1 0 0,0-1 0,0 1 0,0-1 0,1 1 0,-1-1 0,0 0 0,0 1 0,0-1 0,0 0 0,0 0 0,0 1 0,0-1 0,0 0 0,0 0 0,0 0 0,-1 0 0,1 0 0,0-1 0,-1 1 0,1 0 0,-1 0 0,1 0 0,-1 0 0,1-1 0,-1 1 0,0 0 0,0-1 0,0 1 0,0 0 0,0 0 0,0-2 0,0-6 0,-1 1 0,-1 0 0,1 0 0,-5-12 0,0-1 0,-6-42 0,-9-43 0,-52-155 0,63 231 0,-2 0 0,-2 1 0,0 1 0,-2 0 0,-1 1 0,-1 1 0,-1 0 0,-2 1 0,-39-37 0,29 42 0,26 18 0,1-1 0,-1 0 0,0 0 0,1 0 0,0-1 0,0 0 0,-5-5 0,9 9 6,0 0-1,0 0 0,0 0 0,0 0 1,0-1-1,0 1 0,0 0 0,0 0 1,0 0-1,0 0 0,0 0 0,0 0 1,0-1-1,0 1 0,0 0 0,0 0 1,0 0-1,0 0 0,0 0 0,0 0 1,0 0-1,1 0 0,-1-1 0,0 1 1,0 0-1,0 0 0,0 0 0,0 0 1,0 0-1,0 0 0,1 0 0,-1 0 1,0 0-1,0 0 0,0 0 0,0 0 1,0 0-1,0 0 0,1 0 0,-1 0 1,0 0-1,0 0 0,0 0 0,0 0 1,0 0-1,0 0 0,1 0 0,-1 0 1,0 0-1,0 0 0,0 0 0,0 0 1,0 0-1,0 1 0,0-1 0,1 0 1,-1 0-1,0 0 0,0 0 0,0 0 1,0 0-1,0 0 0,0 0 0,0 1 1,10 2-1713,-2 3-5119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3.497"/>
    </inkml:context>
    <inkml:brush xml:id="br0">
      <inkml:brushProperty name="width" value="0.05" units="cm"/>
      <inkml:brushProperty name="height" value="0.05" units="cm"/>
      <inkml:brushProperty name="color" value="#F6630D"/>
    </inkml:brush>
  </inkml:definitions>
  <inkml:trace contextRef="#ctx0" brushRef="#br0">0 59 24575,'0'3'0,"0"-1"0,1 1 0,-1 0 0,1-1 0,-1 1 0,1-1 0,0 1 0,0-1 0,0 1 0,0-1 0,1 0 0,-1 1 0,1-1 0,2 3 0,0-1 0,0 0 0,1 0 0,-1 0 0,1-1 0,0 1 0,7 3 0,-1-2 0,1 0 0,0 0 0,0-1 0,0-1 0,0 0 0,15 1 0,-10-2 0,0-2 0,0 0 0,1-1 0,-1-1 0,0 0 0,0-1 0,0-1 0,23-9 0,-29 9 0,1-1 0,-1 0 0,0-1 0,0 0 0,-1-1 0,0 0 0,0 0 0,0-1 0,-1-1 0,0 1 0,-1-2 0,11-13 0,-19 22 23,1-1 0,0 1 0,0 0-1,-1 0 1,1-1 0,0 1 0,-1 0-1,1-1 1,-1 1 0,0-1 0,0 1-1,1-1 1,-1 1 0,0-3 0,0 4-66,-1-1 0,1 1 1,0-1-1,-1 1 0,1 0 1,0-1-1,-1 1 0,1-1 1,0 1-1,-1 0 0,1-1 1,-1 1-1,1 0 0,0 0 1,-1-1-1,1 1 0,-1 0 1,1 0-1,-1 0 0,1 0 1,-1-1-1,1 1 0,-1 0 1,1 0-1,-1 0 0,0 0 1,1 0-1,-1 0 0,1 0 1,-1 1-1,1-1 0,-1 0 1,1 0-1,-1 0 0,1 0 1,-1 1-1,1-1 0,0 0 1,-1 1-1,-12 4-6783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3.697"/>
    </inkml:context>
    <inkml:brush xml:id="br0">
      <inkml:brushProperty name="width" value="0.05" units="cm"/>
      <inkml:brushProperty name="height" value="0.05" units="cm"/>
      <inkml:brushProperty name="color" value="#F6630D"/>
    </inkml:brush>
  </inkml:definitions>
  <inkml:trace contextRef="#ctx0" brushRef="#br0">43 13 24575,'-2'0'0,"-5"-3"0,-3-1 0,-3 1 0,3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3.885"/>
    </inkml:context>
    <inkml:brush xml:id="br0">
      <inkml:brushProperty name="width" value="0.05" units="cm"/>
      <inkml:brushProperty name="height" value="0.05" units="cm"/>
      <inkml:brushProperty name="color" value="#F6630D"/>
    </inkml:brush>
  </inkml:definitions>
  <inkml:trace contextRef="#ctx0" brushRef="#br0">0 106 24575,'3'-3'0,"0"-4"0,4-3 0,0-3 0,1 0 0,0 0 0,2 0 0,1 1 0,-1 0 0,-2 3-8191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5.037"/>
    </inkml:context>
    <inkml:brush xml:id="br0">
      <inkml:brushProperty name="width" value="0.05" units="cm"/>
      <inkml:brushProperty name="height" value="0.05" units="cm"/>
      <inkml:brushProperty name="color" value="#F6630D"/>
    </inkml:brush>
  </inkml:definitions>
  <inkml:trace contextRef="#ctx0" brushRef="#br0">19 482 24575,'0'0'0,"0"0"0,0 1 0,0-1 0,0 1 0,0-1 0,0 1 0,0-1 0,0 0 0,-1 1 0,1-1 0,0 1 0,0-1 0,0 0 0,-1 1 0,1-1 0,0 0 0,0 1 0,-1-1 0,1 0 0,0 1 0,-1-1 0,1 0 0,0 0 0,-1 0 0,1 1 0,-1-1 0,1 0 0,0 0 0,-1 0 0,1 0 0,-1 0 0,1 1 0,-1-1 0,1 0 0,0 0 0,-1 0 0,1 0 0,-1 0 0,1 0 0,-1-1 0,1 1 0,0 0 0,-1 0 0,1 0 0,-1 0 0,1 0 0,0-1 0,-1 1 0,1 0 0,0 0 0,-1 0 0,1-1 0,0 1 0,-1 0 0,1-1 0,0 1 0,-1 0 0,1-1 0,0 0 0,16 91 0,8 118 0,-1 4 0,-11-162 0,-7-43 0,-2-11 0,-1-15 0,2-134 0,3-41 0,29-74 0,-25 212 0,3 1 0,35-92 0,-43 131 0,1 0 0,1 1 0,0 0 0,1 0 0,1 1 0,17-19 0,-25 30 0,1 0 0,-1 1 0,1-1 0,0 1 0,0-1 0,0 1 0,0 0 0,1 0 0,-1 0 0,0 1 0,1-1 0,0 1 0,-1 0 0,1 0 0,0 0 0,-1 0 0,1 1 0,0 0 0,0 0 0,-1 0 0,1 0 0,0 0 0,0 1 0,-1-1 0,1 1 0,0 0 0,-1 0 0,1 0 0,0 1 0,-1 0 0,0-1 0,1 1 0,-1 0 0,6 5 0,3 4 0,1 0 0,-2 1 0,0 1 0,0-1 0,-1 2 0,-1-1 0,10 19 0,48 109 0,-36-58-341,-3 0 0,-3 2-1,16 110 1,-34-151-6485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5.546"/>
    </inkml:context>
    <inkml:brush xml:id="br0">
      <inkml:brushProperty name="width" value="0.05" units="cm"/>
      <inkml:brushProperty name="height" value="0.05" units="cm"/>
      <inkml:brushProperty name="color" value="#F6630D"/>
    </inkml:brush>
  </inkml:definitions>
  <inkml:trace contextRef="#ctx0" brushRef="#br0">51 363 24575,'-3'0'0,"1"0"0,0 0 0,-1-1 0,1 1 0,0-1 0,-1 1 0,1-1 0,0 0 0,0 0 0,-1 0 0,1 0 0,0-1 0,0 1 0,0 0 0,1-1 0,-1 1 0,0-1 0,-2-2 0,3 2 0,0 1 0,1 0 0,-1 0 0,0-1 0,0 1 0,1-1 0,-1 1 0,1 0 0,-1-1 0,1 1 0,0-1 0,0 1 0,-1-1 0,1 1 0,0-1 0,0 1 0,1-1 0,-1 1 0,0-1 0,0 1 0,1-1 0,-1 1 0,1-1 0,-1 1 0,1 0 0,-1-1 0,1 1 0,0 0 0,1-3 0,5-3 0,-1 1 0,1-1 0,-1 1 0,2 0 0,-1 1 0,1 0 0,14-8 0,65-25 0,-58 27 0,250-120 0,-272 127 0,0 0 0,-1 0 0,1 1 0,0 0 0,0 1 0,12-4 0,-18 6 0,1 0 0,0-1 0,0 1 0,-1 0 0,1 0 0,0 1 0,0-1 0,-1 0 0,1 1 0,0-1 0,-1 1 0,1-1 0,0 1 0,-1 0 0,1-1 0,-1 1 0,1 0 0,-1 0 0,1 0 0,-1 0 0,0 1 0,1-1 0,-1 0 0,0 1 0,0-1 0,0 0 0,0 1 0,0-1 0,1 3 0,7 18 0,-1 0 0,-1 1 0,-1 0 0,0 0 0,1 25 0,-2-17 0,1 4 0,-2 0 0,0 52 0,-4-122 0,3 0 0,1 0 0,1 0 0,2 0 0,15-45 0,-14 59 0,0 0 0,17-26 0,-22 42 0,0 0 0,0 0 0,0 0 0,1 0 0,0 1 0,0 0 0,0 0 0,1 0 0,-1 0 0,1 1 0,0-1 0,0 1 0,0 0 0,8-3 0,-10 6 0,-1-1 0,1 1 0,0 0 0,-1 0 0,1 0 0,-1 0 0,1 0 0,-1 0 0,1 1 0,-1-1 0,1 1 0,-1 0 0,1-1 0,-1 1 0,0 0 0,1 1 0,-1-1 0,0 0 0,0 1 0,0-1 0,0 1 0,0-1 0,0 1 0,0 0 0,0 0 0,-1 0 0,1 0 0,-1 0 0,0 1 0,2 3 0,5 8 0,-1 1 0,-1 0 0,7 28 0,-8-27 0,38 110-1365,-30-95-5461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6.091"/>
    </inkml:context>
    <inkml:brush xml:id="br0">
      <inkml:brushProperty name="width" value="0.05" units="cm"/>
      <inkml:brushProperty name="height" value="0.05" units="cm"/>
      <inkml:brushProperty name="color" value="#F6630D"/>
    </inkml:brush>
  </inkml:definitions>
  <inkml:trace contextRef="#ctx0" brushRef="#br0">206 214 24575,'2'0'0,"0"-1"0,1 1 0,-1-1 0,0 1 0,0-1 0,0 0 0,0 0 0,0 0 0,0-1 0,-1 1 0,1 0 0,0-1 0,0 1 0,-1-1 0,2-1 0,20-27 0,-21 25 0,0 1 0,-1-1 0,1 1 0,-1-1 0,0 0 0,0 1 0,0-1 0,-1 0 0,0 0 0,1 0 0,-2 0 0,1 1 0,-1-1 0,1 0 0,-1 0 0,-1 0 0,1 1 0,-1-1 0,1 1 0,-1-1 0,-1 1 0,1 0 0,-1 0 0,1 0 0,-1 0 0,0 0 0,-6-5 0,6 6 0,0 0 0,-1 0 0,1 0 0,-1 0 0,0 1 0,0-1 0,0 1 0,0 0 0,0 0 0,0 1 0,-1-1 0,1 1 0,0 0 0,-1 0 0,1 1 0,-1-1 0,1 1 0,-1 0 0,0 0 0,1 0 0,-1 1 0,1-1 0,-1 1 0,1 1 0,0-1 0,-1 0 0,1 1 0,0 0 0,-6 3 0,2 1 0,1 0 0,-1 1 0,1-1 0,0 1 0,1 1 0,0-1 0,0 1 0,0 1 0,1-1 0,0 1 0,1-1 0,0 1 0,-5 17 0,5-12 0,0 1 0,1-1 0,0 1 0,1 0 0,1 0 0,1-1 0,0 1 0,3 22 0,-2-30 0,1 0 0,0 0 0,0-1 0,1 1 0,-1-1 0,1 1 0,1-1 0,0 0 0,-1 0 0,2 0 0,-1-1 0,1 1 0,0-1 0,0 0 0,0-1 0,1 1 0,-1-1 0,1 0 0,0 0 0,0-1 0,1 0 0,-1 0 0,1 0 0,11 2 0,-12-3 0,0-1 0,0 0 0,0 0 0,0 0 0,0-1 0,0 0 0,1 0 0,-1-1 0,0 0 0,0 0 0,0 0 0,0-1 0,0 1 0,0-2 0,-1 1 0,1 0 0,0-1 0,-1 0 0,0-1 0,0 1 0,0-1 0,0 0 0,-1 0 0,1 0 0,-1-1 0,0 0 0,0 0 0,4-7 0,-4 3 0,0-1 0,0 0 0,-1 0 0,0 0 0,-1-1 0,0 1 0,-1-1 0,0 1 0,0-1 0,-3-19 0,2 4 0,0 25 0,0 0 0,0 0 0,0 0 0,0 0 0,0 0 0,0 1 0,0-1 0,0 0 0,0 0 0,0 0 0,1 0 0,-1 1 0,0-1 0,1 0 0,-1 0 0,0 0 0,1 1 0,-1-1 0,1 0 0,0-1 0,0 3 0,-1-1 0,1 0 0,-1 0 0,1 0 0,-1 0 0,1 1 0,-1-1 0,1 0 0,-1 1 0,1-1 0,-1 0 0,1 1 0,-1-1 0,1 0 0,-1 1 0,0-1 0,1 1 0,-1-1 0,0 1 0,1-1 0,-1 2 0,19 34 0,15 54-1365,-23-63-5461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6.607"/>
    </inkml:context>
    <inkml:brush xml:id="br0">
      <inkml:brushProperty name="width" value="0.05" units="cm"/>
      <inkml:brushProperty name="height" value="0.05" units="cm"/>
      <inkml:brushProperty name="color" value="#F6630D"/>
    </inkml:brush>
  </inkml:definitions>
  <inkml:trace contextRef="#ctx0" brushRef="#br0">18 180 24575,'-4'-12'0,"0"0"0,1-1 0,1 0 0,0 1 0,1-1 0,0 0 0,2-23 0,-1 35 0,0 1 0,-1-1 0,1 0 0,0 1 0,0-1 0,0 1 0,0-1 0,1 0 0,-1 1 0,0-1 0,0 1 0,0-1 0,0 0 0,1 1 0,-1-1 0,0 1 0,0-1 0,1 1 0,-1-1 0,1 1 0,-1-1 0,8 7 0,6 22 0,9 29 0,19 46 0,-36-91 0,1 0 0,0 0 0,1-1 0,0 1 0,17 16 0,-24-26 0,0-1 0,1 1 0,0-1 0,-1 0 0,1 0 0,0 1 0,-1-1 0,1 0 0,0 0 0,0-1 0,0 1 0,0 0 0,0 0 0,0-1 0,0 0 0,0 1 0,0-1 0,0 0 0,4 0 0,-4-1 0,0 1 0,0-1 0,-1 0 0,1 0 0,0 1 0,-1-1 0,1-1 0,-1 1 0,1 0 0,-1 0 0,1 0 0,-1-1 0,0 1 0,0-1 0,0 1 0,1-1 0,-2 1 0,1-1 0,0 0 0,0 0 0,0 1 0,0-3 0,4-15 0,0 0 0,-2 0 0,0 0 0,0-38 0,0 13 0,-1 6 0,-2 23 0,1-1 0,1 0 0,0 1 0,5-17 0,-7 32 0,0 0 0,0 0 0,1 0 0,-1 0 0,0 0 0,0 1 0,0-1 0,0 0 0,0 0 0,0 0 0,0 0 0,0 0 0,1 0 0,-1 0 0,0 1 0,0-1 0,0 0 0,0 0 0,0 0 0,0 0 0,1 0 0,-1 0 0,0 0 0,0 0 0,0 0 0,0 0 0,0 0 0,1 0 0,-1 0 0,0 0 0,0 0 0,0 0 0,0 0 0,1 0 0,-1 0 0,0 0 0,0 0 0,0 0 0,0 0 0,0 0 0,1 0 0,-1-1 0,0 1 0,0 0 0,0 0 0,0 0 0,0 0 0,0 0 0,0 0 0,0 0 0,1-1 0,-1 1 0,0 0 0,0 0 0,0 0 0,0 0 0,0 0 0,0-1 0,5 17 0,-5-14 0,5 23 0,-1-5 0,11 34 0,-13-50 0,-1 0 0,1 0 0,0 0 0,0 0 0,0-1 0,0 1 0,1 0 0,0-1 0,-1 0 0,1 0 0,1 1 0,-1-2 0,0 1 0,5 3 0,-7-6 0,0 1 0,0 0 0,1-1 0,-1 1 0,0-1 0,1 1 0,-1-1 0,1 1 0,-1-1 0,0 0 0,1 0 0,-1 0 0,1 0 0,-1 0 0,0 0 0,1 0 0,-1-1 0,1 1 0,-1 0 0,0-1 0,3 0 0,-2 0 0,0-1 0,-1 1 0,1 0 0,0-1 0,-1 0 0,1 1 0,-1-1 0,1 0 0,-1 0 0,0 0 0,0 1 0,2-4 0,-1-3 0,1 1 0,-1-1 0,0 1 0,0-1 0,-1 0 0,1-14 0,-1 19 0,-1-1 0,0 0 0,0 0 0,-1 0 0,1 0 0,-1 0 0,0 0 0,0 1 0,0-1 0,0 0 0,-1 1 0,1-1 0,-1 1 0,0-1 0,-4-5 0,6 9 0,-1 0 0,1-1 0,-1 1 0,1-1 0,-1 1 0,1 0 0,0 0 0,-1-1 0,1 1 0,-1 0 0,0 0 0,1-1 0,-1 1 0,1 0 0,-1 0 0,1 0 0,-1 0 0,1 0 0,-1 0 0,1 0 0,-1 0 0,0 0 0,1 0 0,-1 0 0,1 0 0,-1 0 0,1 1 0,-1-1 0,1 0 0,-1 0 0,1 0 0,-1 1 0,1-1 0,-1 0 0,1 1 0,-1-1 0,1 0 0,0 1 0,-1-1 0,1 1 0,0-1 0,-1 1 0,1-1 0,0 1 0,-1 0 0,-11 26 0,3 9 0,0 0 0,-3 46 0,-1 75 0,13-156 0,-3 54-273,3-1 0,2 1 0,3-1 0,13 67 0,-9-81-6553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7.046"/>
    </inkml:context>
    <inkml:brush xml:id="br0">
      <inkml:brushProperty name="width" value="0.05" units="cm"/>
      <inkml:brushProperty name="height" value="0.05" units="cm"/>
      <inkml:brushProperty name="color" value="#F6630D"/>
    </inkml:brush>
  </inkml:definitions>
  <inkml:trace contextRef="#ctx0" brushRef="#br0">234 197 24575,'0'-6'0,"0"-14"0,-1 0 0,0 0 0,-6-24 0,7 39 0,-2 0 0,1 0 0,0 1 0,-1-1 0,0 1 0,0-1 0,0 1 0,-1-1 0,0 1 0,1 0 0,-2 0 0,1 1 0,0-1 0,-1 1 0,1-1 0,-1 1 0,0 0 0,-8-5 0,10 8 0,0-1 0,0 0 0,0 0 0,0 1 0,0-1 0,-1 1 0,1 0 0,0-1 0,0 1 0,0 0 0,0 0 0,-1 1 0,1-1 0,0 0 0,0 1 0,-4 1 0,2-1 0,0 1 0,0 0 0,0 1 0,0-1 0,1 1 0,-1-1 0,-5 7 0,0 0 0,1 1 0,0-1 0,1 2 0,0-1 0,-5 12 0,5-7 0,1-1 0,0 1 0,1 0 0,0 1 0,2-1 0,0 1 0,-2 24 0,5-34 0,0 0 0,0 0 0,1 0 0,0 0 0,0 0 0,0 0 0,1 0 0,0 0 0,0-1 0,3 7 0,-3-8 0,0-1 0,1 0 0,-1 0 0,1 0 0,-1 0 0,1 0 0,0 0 0,0-1 0,1 0 0,-1 1 0,0-1 0,1 0 0,-1-1 0,1 1 0,0-1 0,7 3 0,-5-3 0,-1 0 0,1 0 0,0-1 0,0 0 0,0 0 0,0 0 0,0-1 0,0 0 0,0 0 0,0 0 0,-1-1 0,1 0 0,-1 0 0,1 0 0,-1-1 0,1 1 0,-1-2 0,0 1 0,-1 0 0,1-1 0,5-5 0,-2 2 0,-1-1 0,0 0 0,0 0 0,-1-1 0,0 0 0,0 0 0,-1 0 0,0-1 0,-1 0 0,6-20 0,-5 7 0,-1-1 0,-1 0 0,-1 1 0,-2-34 0,4 184 0,12-23-1365,-7-56-5461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9"/>
    </inkml:context>
    <inkml:brush xml:id="br0">
      <inkml:brushProperty name="width" value="0.05" units="cm"/>
      <inkml:brushProperty name="height" value="0.05" units="cm"/>
      <inkml:brushProperty name="color" value="#F6630D"/>
    </inkml:brush>
  </inkml:definitions>
  <inkml:trace contextRef="#ctx0" brushRef="#br0">25 3414 24575,'-12'-8'0,"0"0"0,13 6 0,8 0 0,196 11 0,-60-2 0,713-18-1526,-434-1 661,2572-45-5903,-1310 38 6175,-240 5 309,-1-27 193,-1213 29 3433,95-4 2781,-331 15-6098,0 1 1,0-1-1,0 0 1,1 0-1,-1 0 0,0 0 1,0-1-1,1 1 1,-1-1-1,1 0 0,-1 0 1,1-1-1,0 1 1,0-1-1,0 1 0,0-1 1,0 0-1,0 0 1,1 0-1,-4-7 0,-5-7 18,1-1 0,-15-35-1,22 44-41,-47-108-1,-50-179 0,-109-718 0,182 796 0,2-396 0,30 525 0,5 0 0,31-134 0,-16 97 0,-24 123 0,-1 0 0,1 0 0,-1 0 0,0 0 0,0-1 0,0 1 0,0 0 0,-1 0 0,1 0 0,-1 0 0,0 1 0,0-1 0,0 0 0,0 0 0,0 0 0,-1 1 0,1-1 0,-3-2 0,0 0 0,-1 0 0,1 1 0,-1-1 0,0 1 0,-1 0 0,1 0 0,-7-2 0,59 3 0,341 10-419,247 0-462,740-46-539,1-29-993,-390 17 1615,616 28 5796,-1658 9-3862,-10-3-2704,51 15-5258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19.215"/>
    </inkml:context>
    <inkml:brush xml:id="br0">
      <inkml:brushProperty name="width" value="0.05" units="cm"/>
      <inkml:brushProperty name="height" value="0.05" units="cm"/>
      <inkml:brushProperty name="color" value="#F6630D"/>
    </inkml:brush>
  </inkml:definitions>
  <inkml:trace contextRef="#ctx0" brushRef="#br0">55 107 24575,'-1'-7'0,"-1"1"0,0 0 0,0 0 0,-1 0 0,0 0 0,0 0 0,0 0 0,-1 1 0,0-1 0,-5-4 0,3 0 0,-6-9 0,12 11 0,11 8 0,1 5 0,1 1 0,-1 0 0,-1 0 0,19 14 0,42 37 0,-56-44 0,2 2 0,0 1 0,-1 1 0,-1 0 0,-1 1 0,0 1 0,17 28 0,-28-40 0,0 0 0,-1 1 0,0-1 0,0 1 0,0 0 0,-1-1 0,0 1 0,0 0 0,-1 0 0,0 0 0,-1 1 0,0-1 0,0 0 0,-1 0 0,0 0 0,0 0 0,0 0 0,-1 0 0,-1 0 0,1-1 0,-1 1 0,-6 9 0,-1-2-151,-1-1-1,0 0 0,-1-1 0,0-1 1,-1 1-1,-1-2 0,0 0 1,-21 12-1,-52 30-6674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0.258"/>
    </inkml:context>
    <inkml:brush xml:id="br0">
      <inkml:brushProperty name="width" value="0.05" units="cm"/>
      <inkml:brushProperty name="height" value="0.05" units="cm"/>
      <inkml:brushProperty name="color" value="#F6630D"/>
    </inkml:brush>
  </inkml:definitions>
  <inkml:trace contextRef="#ctx0" brushRef="#br0">95 232 24575,'-1'-6'0,"0"-1"0,-1 1 0,0-1 0,0 1 0,0 0 0,-4-6 0,1-2 0,5 14 0,0 0 0,-1-1 0,1 1 0,0-1 0,0 1 0,0-1 0,0 1 0,0 0 0,0-1 0,0 1 0,-1-1 0,1 1 0,0 0 0,0-1 0,-1 1 0,1 0 0,0-1 0,-1 1 0,1 0 0,0-1 0,-1 1 0,1 0 0,0 0 0,-1-1 0,1 1 0,0 0 0,-1 0 0,0-1 0,-3 14 0,2 34 0,2-35 0,-4 42 0,-2 0 0,-25 101 0,19-129 0,6-21 0,5-19 0,8-24 0,2 0 0,1 0 0,23-53 0,-30 83 0,13-35 0,2 0 0,2 1 0,35-54 0,-50 88 0,0 1 0,1 0 0,0 0 0,0 1 0,0 0 0,1 0 0,0 0 0,9-4 0,-14 8 0,0 1 0,0 0 0,0 0 0,0 0 0,1 0 0,-1 1 0,0-1 0,0 0 0,1 1 0,-1 0 0,0 0 0,1-1 0,-1 1 0,0 1 0,1-1 0,-1 0 0,0 1 0,1-1 0,-1 1 0,0-1 0,0 1 0,1 0 0,-1 0 0,0 0 0,0 0 0,0 1 0,0-1 0,0 0 0,-1 1 0,1 0 0,0-1 0,-1 1 0,1 0 0,-1 0 0,2 2 0,5 8 0,-1 1 0,0-1 0,-1 1 0,0 0 0,-1 1 0,6 24 0,11 91 0,-17-95 0,17 142-1365,-18-132-5461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0.926"/>
    </inkml:context>
    <inkml:brush xml:id="br0">
      <inkml:brushProperty name="width" value="0.05" units="cm"/>
      <inkml:brushProperty name="height" value="0.05" units="cm"/>
      <inkml:brushProperty name="color" value="#F6630D"/>
    </inkml:brush>
  </inkml:definitions>
  <inkml:trace contextRef="#ctx0" brushRef="#br0">23 457 24575,'-5'-10'0,"2"5"0,0 0 0,1 0 0,0-1 0,0 1 0,0-1 0,1 1 0,-2-7 0,3 10 0,0 0 0,1 0 0,-1 1 0,0-1 0,1 0 0,-1 0 0,1 0 0,-1 0 0,1 1 0,0-1 0,0 0 0,0 1 0,0-1 0,0 0 0,0 1 0,0-1 0,1 1 0,-1 0 0,0-1 0,1 1 0,-1 0 0,1 0 0,0 0 0,-1 0 0,1 0 0,2-1 0,18-7 0,1 0 0,1 1 0,-1 1 0,1 1 0,37-4 0,12-3 0,110-32 0,-182 45 0,0 0 0,0-1 0,0 1 0,1 0 0,-1-1 0,0 1 0,0 0 0,0 0 0,1 0 0,-1 0 0,0 0 0,0 0 0,0 1 0,0-1 0,1 0 0,-1 0 0,0 1 0,0-1 0,0 1 0,0-1 0,0 1 0,0 0 0,0-1 0,0 1 0,0 0 0,0 0 0,0-1 0,0 1 0,-1 0 0,1 0 0,0 0 0,-1 0 0,1 0 0,-1 0 0,1 0 0,-1 0 0,1 0 0,-1 1 0,1-1 0,-1 0 0,0 0 0,0 0 0,0 0 0,0 2 0,1 6 0,-2 0 0,1 1 0,-1-1 0,-4 16 0,2-13 0,-27 159 0,32-217 0,6-56 0,7-43 0,-12 126 0,1 0 0,1 1 0,1 0 0,0 0 0,14-26 0,-16 37 0,0 1 0,0-1 0,0 1 0,1 1 0,0-1 0,0 1 0,1-1 0,-1 2 0,1-1 0,0 1 0,1-1 0,-1 2 0,1-1 0,0 1 0,-1 0 0,13-3 0,-13 4 0,0 1 0,0 0 0,0 0 0,1 1 0,-1 0 0,0 0 0,0 0 0,1 1 0,-1 0 0,0 0 0,0 0 0,0 1 0,0 0 0,0 0 0,0 1 0,-1-1 0,1 1 0,-1 1 0,0-1 0,7 6 0,-8-6 0,-1 0 0,1 1 0,0-1 0,-1 1 0,0 0 0,0 0 0,0 1 0,0-1 0,-1 0 0,1 1 0,-1 0 0,0-1 0,-1 1 0,1 0 0,-1 0 0,0 0 0,0 0 0,-1 0 0,1 0 0,-1 1 0,0-1 0,-1 6 0,-1-3 0,0 1 0,0-1 0,-1 0 0,0 0 0,-1 0 0,1 0 0,-2 0 0,1-1 0,-1 1 0,0-1 0,0-1 0,-9 9 0,3-3 0,-1-1 0,0-1 0,0 0 0,-1 0 0,-1-2 0,0 1 0,0-2 0,0 0 0,-29 10 0,32-16 0,12-4 0,18-8 0,-8 8 0,-1 1 0,1 0 0,0 1 0,0 0 0,0 0 0,0 2 0,-1-1 0,1 1 0,0 1 0,0 0 0,0 0 0,20 8 0,-26-8 0,1 1 0,0 0 0,-1 0 0,1 0 0,-1 0 0,0 1 0,0 0 0,0 0 0,-1 1 0,7 7 0,-8-8 0,-1 0 0,0 0 0,0 0 0,0 0 0,0 0 0,-1 0 0,1 1 0,-1-1 0,0 0 0,0 1 0,-1-1 0,1 1 0,-1-1 0,0 1 0,-1-1 0,0 6 0,0-5 19,0-1 0,0 1 0,0-1 0,-1 1 0,0-1 0,0 0 0,0 0 0,-1 0 0,1 0 0,-1 0 0,0 0 0,0-1 0,0 1 0,-1-1 0,1 0 0,-1 0 0,-4 3 0,-2 0-304,0 0 1,-1 0-1,0-1 1,1-1-1,-20 5 1,1-1-6542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1.317"/>
    </inkml:context>
    <inkml:brush xml:id="br0">
      <inkml:brushProperty name="width" value="0.05" units="cm"/>
      <inkml:brushProperty name="height" value="0.05" units="cm"/>
      <inkml:brushProperty name="color" value="#F6630D"/>
    </inkml:brush>
  </inkml:definitions>
  <inkml:trace contextRef="#ctx0" brushRef="#br0">0 145 24575,'0'-1'0,"1"1"0,-1 0 0,0 0 0,0 0 0,0-1 0,0 1 0,1 0 0,-1 0 0,0 0 0,0 0 0,0-1 0,1 1 0,-1 0 0,0 0 0,0 0 0,1 0 0,-1 0 0,0 0 0,0 0 0,1 0 0,-1 0 0,0 0 0,0 0 0,1 0 0,-1 0 0,0 0 0,0 0 0,1 0 0,-1 0 0,0 0 0,0 0 0,1 0 0,-1 0 0,0 0 0,1 1 0,4 9 0,-2 16 0,-3-26 0,7 103 0,3 81 0,-9-235 0,15-98 0,-11 121 0,1 0 0,1 0 0,2 1 0,0 0 0,2 1 0,14-26 0,-22 47 0,0 1 0,0-1 0,0 1 0,1 0 0,-1 0 0,1 0 0,0 0 0,7-4 0,-9 7 0,-1 0 0,1 0 0,-1 1 0,1-1 0,0 0 0,-1 1 0,1-1 0,0 1 0,-1-1 0,1 1 0,0 0 0,0 0 0,-1 0 0,1 0 0,0 0 0,0 0 0,-1 0 0,1 1 0,0-1 0,0 1 0,-1-1 0,1 1 0,-1 0 0,1-1 0,0 1 0,-1 0 0,0 0 0,1 0 0,1 2 0,3 3 0,-1-1 0,0 1 0,0 0 0,-1 0 0,0 1 0,0-1 0,5 13 0,19 55 0,-22-53 0,47 180-1365,-45-164-5461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1.852"/>
    </inkml:context>
    <inkml:brush xml:id="br0">
      <inkml:brushProperty name="width" value="0.05" units="cm"/>
      <inkml:brushProperty name="height" value="0.05" units="cm"/>
      <inkml:brushProperty name="color" value="#F6630D"/>
    </inkml:brush>
  </inkml:definitions>
  <inkml:trace contextRef="#ctx0" brushRef="#br0">0 326 24575,'1'-2'0,"-1"0"0,0 0 0,1 0 0,-1 0 0,1 0 0,0 0 0,0 0 0,0 0 0,0 0 0,0 0 0,0 0 0,0 1 0,1-1 0,-1 0 0,1 1 0,-1-1 0,1 1 0,-1 0 0,1 0 0,0-1 0,0 1 0,0 0 0,0 0 0,2-1 0,7-2 0,-1 0 0,1 1 0,13-3 0,-22 5 0,126-18 0,-95 16 0,0-1 0,0-2 0,54-17 0,-83 22 0,-1 0 0,0 0 0,0-1 0,0 1 0,-1-1 0,1 0 0,0 0 0,-1 0 0,1 0 0,-1 0 0,1-1 0,-1 1 0,4-6 0,-4 3 0,0 0 0,0 0 0,0 0 0,-1 0 0,0 0 0,1 0 0,-1-8 0,15 55 0,27 218 0,-29-152 0,-10-91 0,-2-20 0,-2-30 0,-18-180 0,9 154 0,4-1 0,2-93 0,3 152 0,0-1 0,0 1 0,0-1 0,1 0 0,-1 1 0,0-1 0,1 1 0,-1-1 0,1 0 0,0 1 0,-1-1 0,1 1 0,0 0 0,0-1 0,0 1 0,0 0 0,0-1 0,0 1 0,0 0 0,1 0 0,-1 0 0,3-2 0,-2 2 0,1 1 0,-1-1 0,1 0 0,-1 1 0,1-1 0,-1 1 0,1 0 0,-1 0 0,1 0 0,-1 0 0,1 1 0,-1-1 0,4 1 0,5 3 0,-1-1 0,0 1 0,-1 0 0,1 1 0,17 12 0,-19-12 0,0 1 0,-1 0 0,0 1 0,0 0 0,0 0 0,-1 1 0,0-1 0,5 10 0,-9-14 0,0 1 0,-1-1 0,1 0 0,-1 1 0,0-1 0,0 1 0,0 0 0,0-1 0,-1 1 0,1 0 0,-1-1 0,0 1 0,0 0 0,0-1 0,-1 1 0,0 0 0,1-1 0,-1 1 0,0 0 0,0-1 0,-1 1 0,1-1 0,-1 0 0,-2 4 0,-1 0-195,0-1 0,-1 1 0,0-1 0,0 0 0,0-1 0,-8 5 0,-15 10-6631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6.758"/>
    </inkml:context>
    <inkml:brush xml:id="br0">
      <inkml:brushProperty name="width" value="0.05" units="cm"/>
      <inkml:brushProperty name="height" value="0.05" units="cm"/>
      <inkml:brushProperty name="color" value="#F6630D"/>
    </inkml:brush>
  </inkml:definitions>
  <inkml:trace contextRef="#ctx0" brushRef="#br0">38 29 24575,'-1'-2'0,"1"0"0,-1 0 0,0 0 0,0 0 0,0 1 0,0-1 0,-1 0 0,1 1 0,0-1 0,-3-1 0,-6-4 0,9 7 0,1 0 0,0 0 0,0 0 0,0 0 0,-1-1 0,1 1 0,0 0 0,0 0 0,0 0 0,-1 0 0,1 0 0,0 0 0,0 0 0,0 0 0,-1 0 0,1 0 0,0 0 0,0 1 0,0-1 0,-1 0 0,1 0 0,0 0 0,0 0 0,0 0 0,0 0 0,-1 0 0,1 0 0,0 1 0,0-1 0,0 0 0,0 0 0,0 0 0,-1 0 0,1 0 0,0 1 0,0-1 0,0 0 0,0 0 0,0 0 0,0 1 0,-2 10 0,0 0 0,1 0 0,0-1 0,1 1 0,2 19 0,-1 0 0,-1 13 132,-1 3-881,10 69 1,-6-92-6078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7.100"/>
    </inkml:context>
    <inkml:brush xml:id="br0">
      <inkml:brushProperty name="width" value="0.05" units="cm"/>
      <inkml:brushProperty name="height" value="0.05" units="cm"/>
      <inkml:brushProperty name="color" value="#F6630D"/>
    </inkml:brush>
  </inkml:definitions>
  <inkml:trace contextRef="#ctx0" brushRef="#br0">1 48 24575,'0'-4'0,"0"2"0,0 1 0,0-1 0,0 0 0,0 0 0,0 1 0,0-1 0,0 0 0,1 0 0,-1 1 0,1-1 0,-1 1 0,1-1 0,0 0 0,-1 1 0,3-3 0,-3 4 0,0 0 0,1 0 0,-1 0 0,0 1 0,0-1 0,1 0 0,-1 0 0,0 1 0,0-1 0,0 0 0,0 0 0,1 1 0,-1-1 0,0 0 0,0 0 0,0 1 0,0-1 0,0 0 0,0 1 0,0-1 0,0 0 0,0 1 0,0-1 0,0 0 0,0 1 0,0-1 0,0 0 0,0 0 0,0 1 0,0-1 0,0 0 0,0 1 0,0-1 0,-1 0 0,1 0 0,0 1 0,-2 18 0,2-19 0,-2 15 0,0 0 0,2-1 0,0 1 0,0 0 0,2 0 0,-1-1 0,6 20 0,-5-30 0,-1 1 0,1-1 0,0 0 0,0 1 0,0-1 0,0 0 0,1 0 0,0-1 0,0 1 0,0 0 0,6 5 0,-6-7 0,0 0 0,0 0 0,1-1 0,-1 1 0,0-1 0,1 1 0,-1-1 0,1 0 0,-1-1 0,1 1 0,-1 0 0,1-1 0,0 0 0,-1 0 0,1 0 0,0 0 0,3-2 0,-1 1 0,0 0 0,0 0 0,0-1 0,0 0 0,-1 0 0,1-1 0,-1 1 0,1-1 0,-1 0 0,0-1 0,0 0 0,-1 1 0,1-1 0,-1-1 0,1 1 0,-1-1 0,-1 1 0,1-1 0,5-10 0,-7 11 0,-1 0 0,1 0 0,-1 0 0,1-1 0,-1 1 0,0 0 0,-1-1 0,1 1 0,-1-1 0,0 1 0,0-1 0,0 1 0,-1-1 0,1 1 0,-1-1 0,0 1 0,0 0 0,-1-1 0,0 1 0,1 0 0,-1 0 0,0 0 0,-1 0 0,1 0 0,-1 1 0,-5-7 0,2 4 34,0 1 1,1 0-1,-1 0 0,-1 0 0,1 1 0,-1 0 0,0 0 0,0 1 0,-14-6 1,17 8-130,-1 0 0,1 0 0,-1 0 0,0 0 1,1 1-1,-1-1 0,0 1 0,0 0 0,1 1 0,-1-1 1,0 1-1,0 0 0,1 0 0,-1 1 0,1-1 1,-1 1-1,-4 2 0,-7 7-6731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7.661"/>
    </inkml:context>
    <inkml:brush xml:id="br0">
      <inkml:brushProperty name="width" value="0.05" units="cm"/>
      <inkml:brushProperty name="height" value="0.05" units="cm"/>
      <inkml:brushProperty name="color" value="#F6630D"/>
    </inkml:brush>
  </inkml:definitions>
  <inkml:trace contextRef="#ctx0" brushRef="#br0">72 172 24575,'-2'-3'0,"-2"-1"0,0 0 0,-1 0 0,1 0 0,-1 1 0,1-1 0,-7-2 0,11 6 0,0 0 0,0 0 0,0 0 0,0 0 0,0 0 0,-1 0 0,1 0 0,0 0 0,0 0 0,0-1 0,-1 1 0,1 0 0,0 0 0,0 0 0,0 0 0,0 0 0,-1 0 0,1 0 0,0 1 0,0-1 0,0 0 0,0 0 0,-1 0 0,1 0 0,0 0 0,0 0 0,0 0 0,0 0 0,-1 0 0,1 0 0,0 0 0,0 1 0,0-1 0,0 0 0,0 0 0,0 0 0,-1 0 0,1 1 0,0 8 0,5 14 0,-4-21 0,6 24 0,-1 0 0,4 29 0,-9-43 0,0 0 0,-1 0 0,0 0 0,-1-1 0,0 1 0,0 0 0,-5 14 0,6-24 0,-1-1 0,1 0 0,-1 1 0,1-1 0,-1 0 0,0 0 0,1 1 0,-1-1 0,0 0 0,0 0 0,0 0 0,0 0 0,-1 2 0,1-3 0,1 0 0,-1 0 0,1 1 0,0-1 0,-1 0 0,1 0 0,-1 0 0,1 0 0,-1 0 0,1 0 0,-1 0 0,1 0 0,-1 0 0,1 0 0,0 0 0,-1 0 0,1 0 0,-1 0 0,1 0 0,-1-1 0,1 1 0,-1 0 0,1 0 0,0 0 0,-1-1 0,0 1 0,-1-2 0,1 0 0,-1 0 0,1 0 0,-1 0 0,1 0 0,-1 0 0,1 0 0,0-1 0,0 1 0,0 0 0,1-1 0,-1 1 0,0-4 0,-3-19 0,2-1 0,0 1 0,2 0 0,1-1 0,1 1 0,1 0 0,1 0 0,1 0 0,2 0 0,9-23 0,-14 42 0,1 0 0,0 0 0,0 0 0,0 0 0,1 0 0,0 1 0,0 0 0,1 0 0,6-7 0,-9 11 0,0-1 0,0 1 0,0 0 0,0 0 0,0-1 0,0 2 0,1-1 0,-1 0 0,0 0 0,0 1 0,1-1 0,-1 1 0,0 0 0,1-1 0,-1 1 0,0 0 0,1 1 0,-1-1 0,0 0 0,1 1 0,-1-1 0,0 1 0,0 0 0,1 0 0,-1-1 0,0 2 0,0-1 0,0 0 0,3 3 0,6 4 0,-1 1 0,-1 0 0,1 0 0,-1 1 0,-1 0 0,0 1 0,9 16 0,-1 1 0,22 56 0,-20-26-1365,-13-35-5461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8.349"/>
    </inkml:context>
    <inkml:brush xml:id="br0">
      <inkml:brushProperty name="width" value="0.05" units="cm"/>
      <inkml:brushProperty name="height" value="0.05" units="cm"/>
      <inkml:brushProperty name="color" value="#F6630D"/>
    </inkml:brush>
  </inkml:definitions>
  <inkml:trace contextRef="#ctx0" brushRef="#br0">18 232 24575,'-5'-5'0,"4"4"0,0 0 0,-1 1 0,1-1 0,0 0 0,0-1 0,0 1 0,1 0 0,-1 0 0,0 0 0,0 0 0,1-1 0,-2-1 0,2 2 0,1 1 0,-1-1 0,0 0 0,1 0 0,-1 1 0,1-1 0,-1 0 0,1 0 0,-1 1 0,1-1 0,0 0 0,-1 1 0,1-1 0,0 1 0,-1-1 0,1 1 0,0-1 0,-1 1 0,1-1 0,0 1 0,0 0 0,0 0 0,0-1 0,-1 1 0,3 0 0,33-12 0,1 1 0,53-7 0,-49 11 0,72-24 0,-107 29 0,-1 0 0,0 0 0,0 1 0,0-1 0,0 1 0,0 0 0,11-1 0,-14 2 0,-1 1 0,1-1 0,-1 0 0,0 1 0,1-1 0,-1 1 0,1 0 0,-1-1 0,0 1 0,1 0 0,-1 0 0,0 0 0,0 0 0,0 0 0,0 0 0,0 0 0,0 0 0,0 0 0,0 0 0,0 1 0,0-1 0,-1 0 0,1 1 0,0-1 0,-1 0 0,1 1 0,-1-1 0,0 1 0,1 1 0,6 30 0,-1 0 0,-2 0 0,-1 1 0,-2 41 0,-5-85 0,1 0 0,0 0 0,-1-11 0,2-3 0,1 0 0,1-1 0,2 1 0,3-24 0,-3 38 0,0-1 0,1 0 0,0 1 0,0-1 0,1 1 0,0 0 0,1 1 0,0-1 0,1 1 0,0 0 0,9-10 0,-14 17 0,1 1 0,-1-1 0,1 1 0,-1-1 0,1 1 0,0 0 0,-1 0 0,1-1 0,0 1 0,0 1 0,0-1 0,0 0 0,0 0 0,0 1 0,0-1 0,0 1 0,0 0 0,0-1 0,0 1 0,1 0 0,2 1 0,-2 0 0,1 0 0,-1 0 0,0 0 0,0 0 0,0 1 0,0 0 0,0 0 0,0 0 0,0 0 0,0 0 0,-1 0 0,3 3 0,3 4 0,0 1 0,-1 0 0,0 0 0,-1 0 0,0 1 0,7 18 0,-9-18 0,-1-1 0,0 1 0,-1 0 0,-1 0 0,1 13 0,-1-33 0,-1 0 0,1 0 0,0 0 0,1 0 0,0 0 0,0 0 0,1 1 0,1-1 0,-1 1 0,5-8 0,-5 10 0,0 1 0,1 0 0,-1 0 0,1 0 0,0 1 0,0-1 0,0 1 0,1 0 0,-1 0 0,1 1 0,0-1 0,0 1 0,0 0 0,1 0 0,-1 1 0,1 0 0,-1 0 0,8-2 0,-11 4 0,0-1 0,1 1 0,-1 0 0,0 0 0,1 0 0,-1 0 0,0 0 0,1 0 0,-1 1 0,0-1 0,1 1 0,-1-1 0,0 1 0,0 0 0,0 0 0,1 0 0,-1 0 0,0 0 0,3 4 0,-2-3 0,0 1 0,-1 1 0,1-1 0,-1 0 0,0 1 0,0-1 0,0 1 0,-1-1 0,1 1 0,1 7 0,0 3 0,0 0 0,-1-1 0,-1 1 0,-1 0 0,-1 26 0,-1-27-151,0-1-1,0 1 0,-2-1 0,1 1 1,-1-1-1,-1 0 0,0 0 1,-9 13-1,-7 6-6674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8.834"/>
    </inkml:context>
    <inkml:brush xml:id="br0">
      <inkml:brushProperty name="width" value="0.05" units="cm"/>
      <inkml:brushProperty name="height" value="0.05" units="cm"/>
      <inkml:brushProperty name="color" value="#F6630D"/>
    </inkml:brush>
  </inkml:definitions>
  <inkml:trace contextRef="#ctx0" brushRef="#br0">32 188 24575,'-15'6'0,"-2"2"0,19-6 0,12-2 0,48-4 0,63-12 0,-45 4 0,301-41-167,599-63-530,-966 115 630,-11 0-49,1 1 1,-1-1 0,0 1-1,0 0 1,0 0-1,0 1 1,1-1-1,-1 0 1,4 2-1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5.828"/>
    </inkml:context>
    <inkml:brush xml:id="br0">
      <inkml:brushProperty name="width" value="0.05" units="cm"/>
      <inkml:brushProperty name="height" value="0.05" units="cm"/>
      <inkml:brushProperty name="color" value="#F6630D"/>
    </inkml:brush>
  </inkml:definitions>
  <inkml:trace contextRef="#ctx0" brushRef="#br0">57 24 24575,'-56'0'0,"72"0"11,46 1-469,0-3-1,97-15 0,-136 12-6367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6.034"/>
    </inkml:context>
    <inkml:brush xml:id="br0">
      <inkml:brushProperty name="width" value="0.05" units="cm"/>
      <inkml:brushProperty name="height" value="0.05" units="cm"/>
      <inkml:brushProperty name="color" value="#F6630D"/>
    </inkml:brush>
  </inkml:definitions>
  <inkml:trace contextRef="#ctx0" brushRef="#br0">8 4 24575,'-3'-3'0,"0"2"0,2 2 0,2 2 0,0 5 0,4 5 0,0 8 0,0 5 0,-2 7 0,0 6 0,-2 6 0,0 3 0,2 2 0,1 1 0,-1 1 0,3 0 0,0-4 0,-2-9-8191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6.474"/>
    </inkml:context>
    <inkml:brush xml:id="br0">
      <inkml:brushProperty name="width" value="0.05" units="cm"/>
      <inkml:brushProperty name="height" value="0.05" units="cm"/>
      <inkml:brushProperty name="color" value="#F6630D"/>
    </inkml:brush>
  </inkml:definitions>
  <inkml:trace contextRef="#ctx0" brushRef="#br0">1 15 24575,'0'-3'0,"0"-4"0,0 2 0,0 6 0,0 4 0,0 8 0,0 7 0,0 8 0,0 6 0,0 6 0,0 4 0,0 3 0,0 0 0,0-3 0,0-3 0,3-5 0,0-7 0,1-7-8191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6.806"/>
    </inkml:context>
    <inkml:brush xml:id="br0">
      <inkml:brushProperty name="width" value="0.05" units="cm"/>
      <inkml:brushProperty name="height" value="0.05" units="cm"/>
      <inkml:brushProperty name="color" value="#F6630D"/>
    </inkml:brush>
  </inkml:definitions>
  <inkml:trace contextRef="#ctx0" brushRef="#br0">57 23 24575,'0'-1'0,"0"0"0,0-1 0,0 1 0,-1-1 0,1 1 0,0 0 0,-1-1 0,1 1 0,0 0 0,-1 0 0,-1-3 0,2 4 0,0 0 0,0-1 0,-1 1 0,1 0 0,0-1 0,-1 1 0,1 0 0,0-1 0,-1 1 0,1 0 0,0 0 0,-1-1 0,1 1 0,-1 0 0,1 0 0,0 0 0,-1 0 0,1 0 0,-1 0 0,1 0 0,-1-1 0,1 1 0,-1 1 0,0-1 0,0 0 0,0 1 0,0-1 0,0 1 0,0 0 0,0-1 0,0 1 0,0 0 0,0-1 0,0 1 0,1 0 0,-1 0 0,0 0 0,1 0 0,-1 0 0,0 0 0,1 0 0,-1 0 0,1 0 0,0 0 0,-1 0 0,1 0 0,0 0 0,0 0 0,-1 0 0,1 2 0,-3 19 0,1 0 0,1 0 0,1 0 0,1 1 0,1-1 0,1 0 0,0 0 0,2-1 0,1 1 0,13 34 0,-16-49 0,1-1 0,-1 0 0,1 0 0,0 0 0,1 0 0,-1-1 0,1 0 0,0 0 0,6 5 0,-9-9 0,0 1 0,0-1 0,-1 0 0,1 0 0,0 0 0,0 0 0,0-1 0,0 1 0,0 0 0,0-1 0,1 1 0,-1-1 0,0 0 0,0 0 0,0 0 0,0 0 0,0 0 0,1 0 0,-1 0 0,0-1 0,0 1 0,0-1 0,0 0 0,0 1 0,0-1 0,0 0 0,0 0 0,0 0 0,-1-1 0,1 1 0,0 0 0,-1-1 0,3-2 0,2-2 0,-1-1 0,0 0 0,0 0 0,-1-1 0,0 1 0,0-1 0,0 0 0,-1 0 0,-1 0 0,1-1 0,-1 1 0,-1-1 0,0 1 0,0-1 0,0 1 0,-1-1 0,-1-9 0,0 7 0,0 0 0,0 1 0,-1-1 0,0 0 0,-1 1 0,-1-1 0,1 1 0,-2 0 0,1 0 0,-1 0 0,-1 1 0,0-1 0,-7-8 0,8 14-57,1-1 0,0 1 1,-1 0-1,0 0 0,0 1 0,0-1 0,-1 1 0,1 0 0,-1 1 0,0-1 0,1 1 1,-1 0-1,0 0 0,0 1 0,-1 0 0,1 0 0,0 0 0,0 1 0,0 0 1,-1 0-1,1 1 0,0 0 0,-9 2 0,-9 4-6769</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7.183"/>
    </inkml:context>
    <inkml:brush xml:id="br0">
      <inkml:brushProperty name="width" value="0.05" units="cm"/>
      <inkml:brushProperty name="height" value="0.05" units="cm"/>
      <inkml:brushProperty name="color" value="#F6630D"/>
    </inkml:brush>
  </inkml:definitions>
  <inkml:trace contextRef="#ctx0" brushRef="#br0">18 183 24575,'-2'-2'0,"0"0"0,0 0 0,1 0 0,-1 0 0,1-1 0,-1 1 0,1 0 0,0-1 0,0 1 0,-2-6 0,3 8 0,0 0 0,0-1 0,0 1 0,0-1 0,0 1 0,0 0 0,0-1 0,0 1 0,0-1 0,0 1 0,0 0 0,1-1 0,-1 1 0,0 0 0,0-1 0,0 1 0,0 0 0,1-1 0,-1 1 0,0 0 0,0-1 0,0 1 0,1 0 0,-1 0 0,0-1 0,1 1 0,-1 0 0,1-1 0,0 1 0,0 0 0,1-1 0,-1 1 0,0 0 0,0 0 0,1 0 0,-1 0 0,0 0 0,0 0 0,1 1 0,-1-1 0,0 0 0,3 1 0,3 2 0,1 1 0,-1-1 0,1 1 0,-1 1 0,0-1 0,-1 1 0,1 0 0,-1 1 0,0-1 0,0 1 0,-1 0 0,0 1 0,0-1 0,0 1 0,4 9 0,-2-3 0,0 1 0,-2-1 0,1 1 0,-2 0 0,0 0 0,0 1 0,2 25 0,-5-31 0,-1 0 0,0 0 0,-1 0 0,-1 10 0,2-17 0,0 0 0,0-1 0,-1 1 0,1 0 0,0-1 0,-1 1 0,0 0 0,1-1 0,-1 1 0,0-1 0,0 1 0,0-1 0,0 0 0,0 1 0,0-1 0,0 0 0,0 1 0,0-1 0,-1 0 0,1 0 0,0 0 0,-1 0 0,1 0 0,-1-1 0,1 1 0,-1 0 0,0-1 0,1 1 0,-3 0 0,3-1 0,0 0 0,-1 0 0,1-1 0,0 1 0,0 0 0,0-1 0,0 1 0,-1 0 0,1-1 0,0 1 0,0-1 0,0 0 0,0 1 0,0-1 0,0 0 0,0 1 0,0-1 0,1 0 0,-1 0 0,0 0 0,0 0 0,1 0 0,-1 0 0,0 0 0,1 0 0,-1 0 0,1 0 0,0-1 0,-1 0 0,-7-38 0,6 21 0,2 0 0,0-1 0,2 1 0,0 0 0,1 0 0,1 0 0,8-25 0,-2 14 0,2 0 0,1 0 0,27-44 0,-34 65-341,0 0 0,0 0-1,13-12 1,-3 7-6485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7.559"/>
    </inkml:context>
    <inkml:brush xml:id="br0">
      <inkml:brushProperty name="width" value="0.05" units="cm"/>
      <inkml:brushProperty name="height" value="0.05" units="cm"/>
      <inkml:brushProperty name="color" value="#F6630D"/>
    </inkml:brush>
  </inkml:definitions>
  <inkml:trace contextRef="#ctx0" brushRef="#br0">103 151 24575,'-1'0'0,"0"0"0,0 0 0,0 1 0,0-1 0,0 0 0,0 0 0,0 1 0,1-1 0,-1 0 0,0 1 0,0-1 0,0 1 0,0-1 0,0 1 0,1-1 0,-1 1 0,0 0 0,1-1 0,-1 1 0,0 0 0,1 0 0,-1 0 0,1-1 0,-1 1 0,1 0 0,-1 0 0,1 0 0,0 0 0,-1 0 0,1 0 0,0 0 0,0 1 0,-1-1 0,1 1 0,0-1 0,0 1 0,0-1 0,0 1 0,0-1 0,0 0 0,1 1 0,-1-1 0,0 1 0,1-1 0,-1 1 0,1-1 0,-1 0 0,1 1 0,0-1 0,0 0 0,0 0 0,-1 0 0,3 2 0,-1-1 0,0 0 0,0-1 0,0 1 0,0-1 0,0 0 0,1 0 0,-1 1 0,0-2 0,1 1 0,-1 0 0,1 0 0,-1-1 0,1 1 0,-1-1 0,1 0 0,-1 0 0,1 0 0,-1 0 0,1 0 0,-1 0 0,1-1 0,-1 1 0,1-1 0,-1 0 0,0 0 0,1 0 0,-1 0 0,0 0 0,1 0 0,-1-1 0,0 1 0,3-4 0,-2 3 0,0-1 0,0 0 0,-1 0 0,1 0 0,-1-1 0,1 1 0,-1-1 0,0 1 0,-1-1 0,1 0 0,-1 1 0,1-1 0,-1 0 0,0 0 0,0 0 0,-1 0 0,1 0 0,-1 0 0,0-8 0,-2 4 0,0 0 0,0 0 0,0 1 0,-1-1 0,0 0 0,-1 1 0,0 0 0,0 0 0,0 0 0,-1 0 0,-8-9 0,11 14 0,0 0 0,0 0 0,0 0 0,0 0 0,0 1 0,0-1 0,0 0 0,-1 1 0,1 0 0,-1-1 0,1 1 0,-1 0 0,1 0 0,-1 1 0,0-1 0,1 0 0,-1 1 0,0 0 0,1-1 0,-1 1 0,0 0 0,0 0 0,1 1 0,-1-1 0,0 1 0,1-1 0,-1 1 0,0 0 0,1 0 0,-1 0 0,1 0 0,-1 1 0,1-1 0,0 0 0,-1 1 0,1 0 0,-2 2 0,-2 2 0,1 0 0,0 1 0,0-1 0,0 1 0,1 0 0,0 1 0,1-1 0,-1 1 0,2-1 0,-1 1 0,1 0 0,0 0 0,-1 8 0,0 6 0,1 0 0,1 0 0,3 38 0,-1-48 38,0 0 0,1 0 0,1-1 0,0 1 0,0 0 0,1-1 0,1 0 0,8 15 0,-9-20-145,0 0 0,0 0 1,1 0-1,-1-1 0,1 1 1,1-1-1,-1-1 0,1 1 1,0-1-1,0 0 0,0 0 1,0-1-1,1 1 0,-1-1 1,8 2-1,20 3-6719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7.762"/>
    </inkml:context>
    <inkml:brush xml:id="br0">
      <inkml:brushProperty name="width" value="0.05" units="cm"/>
      <inkml:brushProperty name="height" value="0.05" units="cm"/>
      <inkml:brushProperty name="color" value="#F6630D"/>
    </inkml:brush>
  </inkml:definitions>
  <inkml:trace contextRef="#ctx0" brushRef="#br0">52 8 24575,'0'-3'0,"-3"-1"0,-1 3 0,-2 2 0,-1 3 0,1 5 0,2 5 0,-1 4 0,-1 5 0,2 3 0,1 4 0,1 2 0,1 2 0,0-3 0,1 0 0,3-3 0,1-6-8191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07.922"/>
    </inkml:context>
    <inkml:brush xml:id="br0">
      <inkml:brushProperty name="width" value="0.05" units="cm"/>
      <inkml:brushProperty name="height" value="0.05" units="cm"/>
      <inkml:brushProperty name="color" value="#F6630D"/>
    </inkml:brush>
  </inkml:definitions>
  <inkml:trace contextRef="#ctx0" brushRef="#br0">1 1 24575,'0'3'0,"3"0"0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9.735"/>
    </inkml:context>
    <inkml:brush xml:id="br0">
      <inkml:brushProperty name="width" value="0.05" units="cm"/>
      <inkml:brushProperty name="height" value="0.05" units="cm"/>
      <inkml:brushProperty name="color" value="#F6630D"/>
    </inkml:brush>
  </inkml:definitions>
  <inkml:trace contextRef="#ctx0" brushRef="#br0">27 113 24575,'-21'7'0,"15"-2"0,15-2 0,40-1 0,0-2 0,76-10 0,-52 3 0,79-5-41,663-64-531,-703 58-691,-87 12-5052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5.059"/>
    </inkml:context>
    <inkml:brush xml:id="br0">
      <inkml:brushProperty name="width" value="0.05" units="cm"/>
      <inkml:brushProperty name="height" value="0.05" units="cm"/>
      <inkml:brushProperty name="color" value="#F6630D"/>
    </inkml:brush>
  </inkml:definitions>
  <inkml:trace contextRef="#ctx0" brushRef="#br0">19 4 24575,'0'-3'0,"0"2"0,0 4 0,0 4 0,0 7 0,-3 7 0,-1 8 0,0 5 0,1 5 0,1 5 0,1 4 0,0-2 0,1-2 0,0-3 0,0-2 0,0-6 0,0-5 0,1-8-8191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5.508"/>
    </inkml:context>
    <inkml:brush xml:id="br0">
      <inkml:brushProperty name="width" value="0.05" units="cm"/>
      <inkml:brushProperty name="height" value="0.05" units="cm"/>
      <inkml:brushProperty name="color" value="#F6630D"/>
    </inkml:brush>
  </inkml:definitions>
  <inkml:trace contextRef="#ctx0" brushRef="#br0">71 1 24575,'6'-1'0,"-3"1"0,-7 7 0,2-5 0,-8 12 0,1 0 0,1 1 0,1 0 0,0 0 0,0 0 0,2 1 0,0 0 0,-5 30 0,8-32 0,0 0 0,1 0 0,0 0 0,2 0 0,-1 0 0,2 0 0,0 0 0,0 0 0,1 0 0,9 23 0,-10-32 0,0-1 0,1 1 0,0-1 0,-1 0 0,1 0 0,1 0 0,-1 0 0,0 0 0,1-1 0,0 0 0,0 1 0,0-1 0,0-1 0,0 1 0,8 3 0,-9-5 0,0 0 0,1 0 0,-1 0 0,1 0 0,0-1 0,-1 1 0,1-1 0,-1 0 0,1 0 0,0 0 0,-1-1 0,1 1 0,-1-1 0,1 0 0,-1 0 0,1 0 0,-1 0 0,0-1 0,1 1 0,-1-1 0,0 0 0,4-2 0,0-3 0,0 1 0,0-1 0,0 0 0,0-1 0,-1 0 0,-1 0 0,1 0 0,-1-1 0,-1 1 0,0-1 0,0-1 0,0 1 0,-1 0 0,-1-1 0,0 1 0,0-1 0,-1 0 0,1-19 0,-2 22 0,0 0 0,0-1 0,-1 1 0,0 0 0,-1 0 0,1 0 0,-1-1 0,-1 2 0,1-1 0,-1 0 0,0 0 0,-1 1 0,1 0 0,-1-1 0,-1 2 0,1-1 0,-1 0 0,0 1 0,0 0 0,-1 0 0,0 0 0,1 1 0,-1 0 0,-1 0 0,1 0 0,-7-2 0,8 4-62,1 0 0,-1 1 0,0 0 0,0 0 0,0 0 0,1 0 0,-1 1 0,0-1 0,0 1 0,0 1 0,0-1 0,0 1-1,0 0 1,0 0 0,1 0 0,-1 0 0,0 1 0,1 0 0,-1 0 0,1 0 0,-6 5 0,-2 4-6764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5.849"/>
    </inkml:context>
    <inkml:brush xml:id="br0">
      <inkml:brushProperty name="width" value="0.05" units="cm"/>
      <inkml:brushProperty name="height" value="0.05" units="cm"/>
      <inkml:brushProperty name="color" value="#F6630D"/>
    </inkml:brush>
  </inkml:definitions>
  <inkml:trace contextRef="#ctx0" brushRef="#br0">1 1 24575,'7'1'0,"1"0"0,-1 0 0,0 1 0,8 3 0,-12-4 0,0 0 0,0 0 0,0 0 0,0 1 0,0-1 0,-1 1 0,1-1 0,0 1 0,-1 0 0,0 0 0,1 0 0,-1 1 0,0-1 0,3 4 0,-5-5 0,1 0 0,-1-1 0,0 1 0,0 0 0,0-1 0,0 1 0,0-1 0,0 1 0,0 0 0,0-1 0,0 1 0,0 0 0,0-1 0,0 1 0,0 0 0,-1-1 0,1 1 0,0-1 0,0 1 0,-1 0 0,1-1 0,0 1 0,-1-1 0,1 1 0,-1-1 0,1 1 0,0-1 0,-1 1 0,0-1 0,-1 2 0,1-1 0,-1 0 0,0 0 0,1-1 0,-1 1 0,0 0 0,0 0 0,1-1 0,-1 1 0,-4-1 0,5 1 0,0-1 0,0 0 0,0 1 0,0-1 0,0 0 0,0 0 0,0 0 0,0 0 0,0 0 0,0 0 0,0 0 0,0-1 0,-1 1 0,1 0 0,0-1 0,0 1 0,0 0 0,0-1 0,1 1 0,-1-1 0,0 1 0,0-1 0,0 0 0,0 1 0,0-1 0,1 0 0,-1 0 0,0 0 0,1 0 0,-1 1 0,0-1 0,1 0 0,-1 0 0,1 0 0,0 0 0,-1 0 0,1 0 0,0 0 0,-1 0 0,1 0 0,0-1 0,0-1 0,0 2-65,1-1 0,-1 1 0,1-1 0,-1 0 0,1 1 0,-1-1 0,1 1 0,0-1 0,0 1 0,0 0 0,0-1 0,0 1 0,0 0 0,0 0 0,1 0 0,-1-1 0,0 1 0,0 0 0,1 1 0,1-2 0,6-1-6761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6.315"/>
    </inkml:context>
    <inkml:brush xml:id="br0">
      <inkml:brushProperty name="width" value="0.05" units="cm"/>
      <inkml:brushProperty name="height" value="0.05" units="cm"/>
      <inkml:brushProperty name="color" value="#F6630D"/>
    </inkml:brush>
  </inkml:definitions>
  <inkml:trace contextRef="#ctx0" brushRef="#br0">58 103 24575,'0'0'0,"-1"0"0,1 0 0,-1 0 0,1 0 0,-1 0 0,1 0 0,-1-1 0,1 1 0,-1 0 0,1 0 0,-1-1 0,1 1 0,-1 0 0,1-1 0,0 1 0,-1 0 0,1-1 0,0 1 0,-1-1 0,1 1 0,0-1 0,0 1 0,-1-1 0,1 1 0,0 0 0,0-1 0,0 1 0,0-1 0,-1 0 0,1 1 0,0-1 0,0 1 0,0-1 0,0 1 0,0-1 0,0 1 0,0-1 0,1 1 0,-1-1 0,0 1 0,0-1 0,0 1 0,1-1 0,7-26 0,-6 23 0,-1 2 0,-1 0 0,1 0 0,-1 0 0,1-1 0,-1 1 0,1 0 0,-1 0 0,0 0 0,0-1 0,0 1 0,-1 0 0,1 0 0,0 0 0,-1-1 0,0 1 0,1 0 0,-1 0 0,-2-4 0,2 5 0,0 0 0,1 1 0,-1-1 0,0 0 0,0 0 0,0 1 0,0-1 0,0 1 0,0-1 0,0 1 0,0-1 0,0 1 0,0-1 0,-1 1 0,1 0 0,0 0 0,0-1 0,0 1 0,0 0 0,-1 0 0,1 0 0,0 1 0,0-1 0,0 0 0,0 0 0,0 0 0,-1 1 0,1-1 0,0 1 0,0-1 0,0 1 0,0-1 0,0 1 0,0 0 0,0-1 0,0 1 0,-1 2 0,1-3 12,0 1-1,-1 1 0,1-1 1,0 0-1,0 0 1,0 0-1,0 1 0,0-1 1,1 0-1,-1 1 0,0-1 1,1 0-1,-1 1 1,1-1-1,-1 1 0,1-1 1,0 1-1,-1 0 0,1-1 1,0 1-1,0-1 1,0 1-1,0-1 0,0 1 1,1 0-1,-1-1 0,0 1 1,1-1-1,1 3 1,0 2-256,1 0 0,-1 0 0,2-1 0,-1 1 1,0-1-1,6 6 0,2 1-6582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6.596"/>
    </inkml:context>
    <inkml:brush xml:id="br0">
      <inkml:brushProperty name="width" value="0.05" units="cm"/>
      <inkml:brushProperty name="height" value="0.05" units="cm"/>
      <inkml:brushProperty name="color" value="#F6630D"/>
    </inkml:brush>
  </inkml:definitions>
  <inkml:trace contextRef="#ctx0" brushRef="#br0">15 124 24575,'0'-5'0,"-1"1"0,0-1 0,0 1 0,0 0 0,-2-6 0,-5-23 0,8 29 0,1 0 0,0-1 0,0 1 0,0 0 0,0 0 0,1 0 0,-1 0 0,5-7 0,-6 10 0,1 1 0,-1-1 0,0 0 0,1 0 0,-1 1 0,0-1 0,1 0 0,-1 0 0,1 1 0,0-1 0,-1 1 0,1-1 0,-1 0 0,1 1 0,0-1 0,-1 1 0,1-1 0,0 1 0,0 0 0,-1-1 0,1 1 0,0 0 0,0 0 0,0-1 0,0 1 0,-1 0 0,1 0 0,0 0 0,0 0 0,0 0 0,0 0 0,0 0 0,-1 0 0,1 0 0,0 1 0,0-1 0,0 0 0,-1 0 0,1 1 0,0-1 0,0 1 0,-1-1 0,1 0 0,0 1 0,0 0 0,-1-1 0,1 1 0,-1-1 0,2 2 0,0 1 0,0 0 0,-1 0 0,1 0 0,0 0 0,-1 0 0,0 0 0,0 0 0,0 0 0,0 1 0,0 5 0,2 38 0,-3-33 0,-1 240-1365,1-230-5461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6.907"/>
    </inkml:context>
    <inkml:brush xml:id="br0">
      <inkml:brushProperty name="width" value="0.05" units="cm"/>
      <inkml:brushProperty name="height" value="0.05" units="cm"/>
      <inkml:brushProperty name="color" value="#F6630D"/>
    </inkml:brush>
  </inkml:definitions>
  <inkml:trace contextRef="#ctx0" brushRef="#br0">50 61 24575,'0'-3'0,"-1"-12"0,-9 33 0,3-2 0,0-1 0,2 1 0,0 0 0,1 1 0,0-1 0,1 1 0,-1 27 0,4-36 0,1 0 0,-1 0 0,1 0 0,1 0 0,-1 0 0,1 0 0,1 0 0,3 8 0,-4-12 0,0 0 0,1 1 0,-1-1 0,1 0 0,0 0 0,1-1 0,-1 1 0,1-1 0,-1 1 0,1-1 0,0 0 0,0-1 0,0 1 0,6 2 0,-6-3 0,0 0 0,1-1 0,-1 0 0,0 1 0,1-1 0,-1-1 0,1 1 0,-1-1 0,1 1 0,-1-1 0,1-1 0,-1 1 0,1-1 0,-1 1 0,7-3 0,-4 0 0,0 0 0,0 0 0,-1 0 0,1-1 0,-1 0 0,0 0 0,0-1 0,9-9 0,-4 2 0,0 0 0,-1 0 0,-1-1 0,0-1 0,-1 0 0,0 0 0,-1 0 0,6-18 0,-10 23 0,-1 1 0,0-1 0,-1 1 0,1-1 0,-2 0 0,1 0 0,-1 0 0,0 0 0,-1 1 0,-2-12 0,2 17 0,0-1 0,0 0 0,0 1 0,0-1 0,-1 1 0,1 0 0,-1-1 0,0 1 0,0 0 0,0 0 0,-1 0 0,1 0 0,-1 1 0,0-1 0,1 1 0,-1-1 0,0 1 0,0 0 0,-1 0 0,1 0 0,0 1 0,-1-1 0,1 1 0,-1 0 0,1 0 0,-7-1 0,-27 0-1365,0 5-5461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2.537"/>
    </inkml:context>
    <inkml:brush xml:id="br0">
      <inkml:brushProperty name="width" value="0.05" units="cm"/>
      <inkml:brushProperty name="height" value="0.05" units="cm"/>
      <inkml:brushProperty name="color" value="#F6630D"/>
    </inkml:brush>
  </inkml:definitions>
  <inkml:trace contextRef="#ctx0" brushRef="#br0">0 69 24575,'0'-3'0,"3"-1"0,4 1 0,6 0 0,7-2 0,6 0 0,6-2 0,5 0 0,1-2 0,2 1 0,-2 2 0,-5 2 0,-5 1 0,-7 2-8191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3.289"/>
    </inkml:context>
    <inkml:brush xml:id="br0">
      <inkml:brushProperty name="width" value="0.05" units="cm"/>
      <inkml:brushProperty name="height" value="0.05" units="cm"/>
      <inkml:brushProperty name="color" value="#F6630D"/>
    </inkml:brush>
  </inkml:definitions>
  <inkml:trace contextRef="#ctx0" brushRef="#br0">119 21 24575,'-1'-2'0,"-1"0"0,0 1 0,0-1 0,0 0 0,0 1 0,0 0 0,-1-1 0,1 1 0,0 0 0,0 0 0,-1 0 0,1 0 0,-1 1 0,1-1 0,-1 0 0,-2 1 0,3 0 0,0 0 0,1 1 0,-1-1 0,1 0 0,-1 1 0,0 0 0,1-1 0,-1 1 0,1 0 0,-1 0 0,1 0 0,0 0 0,-1 0 0,1 0 0,0 0 0,0 0 0,0 0 0,0 1 0,0-1 0,0 0 0,0 1 0,0-1 0,0 1 0,0 2 0,-8 17 0,1 0 0,1 0 0,1 0 0,1 1 0,1 0 0,1-1 0,-1 41 0,4-60 0,0 1 0,1-1 0,-1 0 0,0 1 0,1-1 0,0 0 0,-1 1 0,1-1 0,0 0 0,0 0 0,0 0 0,1 0 0,-1 0 0,0 0 0,1 0 0,-1 0 0,1-1 0,0 1 0,-1 0 0,1-1 0,0 1 0,0-1 0,0 0 0,0 0 0,0 0 0,0 0 0,1 0 0,2 1 0,7 1 0,0-1 0,0 0 0,1 0 0,18-1 0,8 1 0,-31-1 0,-1 0 0,1 1 0,-1 0 0,0 0 0,0 0 0,0 1 0,0 0 0,0 1 0,0 0 0,-1 0 0,9 7 0,-12-9 0,0 1 0,-1 0 0,1 0 0,-1 0 0,0 0 0,0 0 0,0 1 0,0-1 0,0 1 0,-1-1 0,1 1 0,-1-1 0,0 1 0,0 0 0,-1 0 0,1 0 0,-1-1 0,1 1 0,-1 0 0,-1 0 0,1 0 0,0 0 0,-1-1 0,-1 5 0,-1 0-105,0 0 0,0 0 0,-1 0 0,0-1 0,-1 1 0,1-1 0,-1 0 0,-1 0 0,1-1 0,-1 0 0,-1 0 0,-13 10 0,-6 4-6721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3.445"/>
    </inkml:context>
    <inkml:brush xml:id="br0">
      <inkml:brushProperty name="width" value="0.05" units="cm"/>
      <inkml:brushProperty name="height" value="0.05" units="cm"/>
      <inkml:brushProperty name="color" value="#F6630D"/>
    </inkml:brush>
  </inkml:definitions>
  <inkml:trace contextRef="#ctx0" brushRef="#br0">0 84 24575,'3'-3'0,"4"-4"0,3-3 0,3-1 0,5 0 0,3 1 0,0 2 0,2 3 0,0-1 0,0 0 0,1 2 0,-4 2-8191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3.775"/>
    </inkml:context>
    <inkml:brush xml:id="br0">
      <inkml:brushProperty name="width" value="0.05" units="cm"/>
      <inkml:brushProperty name="height" value="0.05" units="cm"/>
      <inkml:brushProperty name="color" value="#F6630D"/>
    </inkml:brush>
  </inkml:definitions>
  <inkml:trace contextRef="#ctx0" brushRef="#br0">0 167 24575,'0'0'0,"0"-1"0,1 0 0,-1 1 0,0-1 0,0 1 0,1-1 0,-1 1 0,0-1 0,1 1 0,-1-1 0,0 1 0,1-1 0,-1 1 0,1-1 0,-1 1 0,1 0 0,-1-1 0,1 1 0,-1 0 0,1-1 0,-1 1 0,1 0 0,-1 0 0,1 0 0,0-1 0,-1 1 0,1 0 0,-1 0 0,1 0 0,0 0 0,-1 0 0,1 0 0,-1 0 0,1 0 0,0 0 0,-1 0 0,2 1 0,23 4 0,-11 0 0,-1 1 0,0 0 0,0 1 0,-1 1 0,0 0 0,0 0 0,-1 1 0,11 12 0,-16-15 0,-1-1 0,0 1 0,0 0 0,0 0 0,-1 0 0,0 1 0,-1 0 0,1 0 0,-1 0 0,0 0 0,-1 0 0,0 0 0,0 1 0,-1-1 0,1 1 0,-1 15 0,-1-22 0,0 0 0,0 1 0,0-1 0,0 0 0,-1 0 0,1 1 0,-1-1 0,1 0 0,0 0 0,-1 0 0,0 1 0,1-1 0,-1 0 0,0 0 0,1 0 0,-1 0 0,0 0 0,0 0 0,0-1 0,-2 3 0,3-3 0,-1 0 0,1 0 0,-1 0 0,1 0 0,0 1 0,-1-1 0,1 0 0,-1 0 0,1 0 0,0 0 0,-1 0 0,1 0 0,-1 0 0,1 0 0,0-1 0,-1 1 0,1 0 0,-1 0 0,1 0 0,0 0 0,-1 0 0,1-1 0,0 1 0,-1 0 0,-8-16 0,8 7 0,-1-1 0,1 1 0,1-1 0,0 0 0,0 0 0,1 1 0,0-1 0,1 0 0,3-12 0,4-8 0,19-46 0,-19 55-227,1 1-1,1 0 1,1 0-1,0 1 1,19-21-1,-10 18-6598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4.155"/>
    </inkml:context>
    <inkml:brush xml:id="br0">
      <inkml:brushProperty name="width" value="0.05" units="cm"/>
      <inkml:brushProperty name="height" value="0.05" units="cm"/>
      <inkml:brushProperty name="color" value="#F6630D"/>
    </inkml:brush>
  </inkml:definitions>
  <inkml:trace contextRef="#ctx0" brushRef="#br0">136 131 24575,'-1'-1'0,"-1"1"0,1 0 0,-1 0 0,0 0 0,1 0 0,-1 1 0,1-1 0,-1 0 0,1 1 0,-1-1 0,1 1 0,-1-1 0,1 1 0,-1 0 0,1-1 0,0 1 0,-1 0 0,1 0 0,0 0 0,-2 2 0,3-2 0,-1 0 0,1 0 0,0 1 0,0-1 0,0 0 0,0 0 0,0 0 0,1 0 0,-1 1 0,0-1 0,0 0 0,1 0 0,-1 0 0,1 0 0,-1 0 0,1 0 0,-1 0 0,1 0 0,0 0 0,-1 0 0,1 0 0,0 0 0,0-1 0,0 1 0,0 0 0,0 0 0,0-1 0,2 2 0,2 3 0,1-1 0,1 0 0,-1 0 0,1-1 0,-1 0 0,1 0 0,0 0 0,0-1 0,0 0 0,0-1 0,1 1 0,-1-1 0,0-1 0,12 1 0,-16-1 0,0-1 0,1 1 0,-1 0 0,0-1 0,0 0 0,0 0 0,0 0 0,0 0 0,0 0 0,0-1 0,0 1 0,0-1 0,0 0 0,-1 0 0,1 0 0,-1 0 0,0 0 0,1-1 0,-1 1 0,0-1 0,0 1 0,-1-1 0,1 0 0,0 1 0,-1-1 0,0 0 0,1 0 0,-1 0 0,0-1 0,-1 1 0,1 0 0,-1 0 0,1 0 0,-1-7 0,0 5 0,0 0 0,0 0 0,0 0 0,-1 0 0,0 0 0,0 0 0,0 0 0,0 0 0,-1 1 0,0-1 0,0 0 0,0 1 0,-1-1 0,1 1 0,-1 0 0,0 0 0,-4-4 0,3 4 0,-1 0 0,0 0 0,0 0 0,0 0 0,-1 1 0,1 0 0,-1 0 0,1 1 0,-1 0 0,0 0 0,0 0 0,-10-1 0,9 1 0,0 1 0,0 1 0,0-1 0,-1 1 0,1 1 0,0-1 0,0 1 0,0 0 0,0 1 0,0 0 0,0 0 0,0 0 0,0 1 0,1 0 0,-1 0 0,1 1 0,0-1 0,0 2 0,0-1 0,1 0 0,-1 1 0,1 0 0,0 1 0,-5 6 0,6-5 0,1-1 0,-1 1 0,1 0 0,0 1 0,1-1 0,0 0 0,0 1 0,0-1 0,1 1 0,0 0 0,1-1 0,0 1 0,0 0 0,0-1 0,1 1 0,1 0 0,-1-1 0,1 1 0,0-1 0,1 0 0,-1 1 0,2-1 0,-1 0 0,1-1 0,0 1 0,0-1 0,1 1 0,-1-1 0,2-1 0,-1 1 0,0-1 0,1 0 0,0 0 0,1 0 0,-1-1 0,1 0 0,-1 0 0,12 4 0,28 6-1365,-3-5-5461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4.358"/>
    </inkml:context>
    <inkml:brush xml:id="br0">
      <inkml:brushProperty name="width" value="0.05" units="cm"/>
      <inkml:brushProperty name="height" value="0.05" units="cm"/>
      <inkml:brushProperty name="color" value="#F6630D"/>
    </inkml:brush>
  </inkml:definitions>
  <inkml:trace contextRef="#ctx0" brushRef="#br0">233 1 24575,'-15'0'0,"-1"0"0,0 1 0,1 1 0,-1 0 0,1 2 0,0-1 0,-21 9 0,30-9 0,0 0 0,1 0 0,0 0 0,-1 0 0,1 1 0,0 0 0,1 0 0,-1 0 0,1 1 0,0-1 0,0 1 0,0 0 0,1 0 0,-1 1 0,1-1 0,1 1 0,-1-1 0,1 1 0,0 0 0,0 0 0,-1 9 0,2-7 25,0-1-1,1 1 0,0-1 1,1 1-1,-1-1 1,2 1-1,-1-1 0,1 0 1,0 1-1,0-1 0,1 0 1,0 0-1,4 8 1,-4-10-132,1 1 0,-1-1 1,1 0-1,0 0 0,0 0 1,0 0-1,1 0 0,-1-1 1,1 0-1,0 0 0,1-1 1,-1 1-1,1-1 0,-1 0 1,11 3-1,7 0-6719</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24.482"/>
    </inkml:context>
    <inkml:brush xml:id="br0">
      <inkml:brushProperty name="width" value="0.05" units="cm"/>
      <inkml:brushProperty name="height" value="0.05" units="cm"/>
      <inkml:brushProperty name="color" value="#F6630D"/>
    </inkml:brush>
  </inkml:definitions>
  <inkml:trace contextRef="#ctx0" brushRef="#br0">0 0 24575,'3'0'0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38.950"/>
    </inkml:context>
    <inkml:brush xml:id="br0">
      <inkml:brushProperty name="width" value="0.05" units="cm"/>
      <inkml:brushProperty name="height" value="0.05" units="cm"/>
      <inkml:brushProperty name="color" value="#F6630D"/>
    </inkml:brush>
  </inkml:definitions>
  <inkml:trace contextRef="#ctx0" brushRef="#br0">52 265 24575,'-15'0'0,"-19"0"0,31-1 0,22-1 0,597-79-929,-428 53 781,9 0 146,398-67-37,-570 90 39,40-13 0,-52 11-1179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1.985"/>
    </inkml:context>
    <inkml:brush xml:id="br0">
      <inkml:brushProperty name="width" value="0.05" units="cm"/>
      <inkml:brushProperty name="height" value="0.05" units="cm"/>
      <inkml:brushProperty name="color" value="#F6630D"/>
    </inkml:brush>
  </inkml:definitions>
  <inkml:trace contextRef="#ctx0" brushRef="#br0">96 17 24575,'-5'0'0,"-6"0"0,-5 0 0,-4 0 0,-1 3 0,6 1 0,8 0 0,11-1 0,11-1 0,8-1 0,7 0 0,5-4 0,4-1 0,0 0 0,-3-2 0,-5-3 0,-8 1-8191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2.174"/>
    </inkml:context>
    <inkml:brush xml:id="br0">
      <inkml:brushProperty name="width" value="0.05" units="cm"/>
      <inkml:brushProperty name="height" value="0.05" units="cm"/>
      <inkml:brushProperty name="color" value="#F6630D"/>
    </inkml:brush>
  </inkml:definitions>
  <inkml:trace contextRef="#ctx0" brushRef="#br0">16 7 24575,'0'-2'0,"-2"-2"0,1 3 0,1 5 0,0 7 0,1 8 0,0 8 0,0 9 0,-1 7 0,0 5 0,-2 5 0,-2 3 0,0-3 0,1-2 0,1-9-8191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2.425"/>
    </inkml:context>
    <inkml:brush xml:id="br0">
      <inkml:brushProperty name="width" value="0.05" units="cm"/>
      <inkml:brushProperty name="height" value="0.05" units="cm"/>
      <inkml:brushProperty name="color" value="#F6630D"/>
    </inkml:brush>
  </inkml:definitions>
  <inkml:trace contextRef="#ctx0" brushRef="#br0">18 12 24575,'-3'-3'0,"-4"-1"0,2 0 0,3 4 0,3 7 0,2 6 0,1 6 0,0 6 0,-2 4 0,0 6 0,-1 2 0,-1 1 0,-2 0 0,-2-7-8191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2.767"/>
    </inkml:context>
    <inkml:brush xml:id="br0">
      <inkml:brushProperty name="width" value="0.05" units="cm"/>
      <inkml:brushProperty name="height" value="0.05" units="cm"/>
      <inkml:brushProperty name="color" value="#F6630D"/>
    </inkml:brush>
  </inkml:definitions>
  <inkml:trace contextRef="#ctx0" brushRef="#br0">106 32 24575,'0'-1'0,"0"1"0,0-1 0,0 1 0,0-1 0,0 1 0,-1-1 0,1 1 0,0-1 0,0 1 0,-1-1 0,1 1 0,0-1 0,-1 1 0,1 0 0,0-1 0,-1 1 0,1-1 0,-1 1 0,1 0 0,0-1 0,-1 1 0,1 0 0,-1 0 0,1-1 0,-1 1 0,1 0 0,-1 0 0,1 0 0,-1 0 0,0 0 0,1 0 0,-1 0 0,1-1 0,-1 2 0,1-1 0,-1 0 0,1 0 0,-1 0 0,1 0 0,-1 0 0,1 0 0,-1 0 0,1 1 0,-1-1 0,1 0 0,-1 0 0,0 1 0,-25 13 0,20-8 0,1 1 0,-1 0 0,1 1 0,0 0 0,1-1 0,0 1 0,0 1 0,1-1 0,0 0 0,0 1 0,-1 9 0,1-5 0,1-1 0,1 0 0,0 0 0,1 0 0,0 1 0,1-1 0,3 20 0,-3-29 0,-1-1 0,1 1 0,0-1 0,0 1 0,0-1 0,0 0 0,0 1 0,0-1 0,1 0 0,-1 0 0,1 0 0,0 0 0,-1 0 0,1-1 0,0 1 0,0 0 0,0-1 0,0 1 0,1-1 0,-1 0 0,0 0 0,0 0 0,1 0 0,-1 0 0,1 0 0,-1 0 0,1-1 0,-1 0 0,1 1 0,-1-1 0,1 0 0,-1 0 0,1 0 0,0 0 0,4-2 0,1 1 0,-1-1 0,1 0 0,-1 0 0,0-1 0,0 0 0,0 0 0,0-1 0,0 0 0,-1 0 0,12-9 0,-10 4 0,1 1 0,-2-1 0,1 0 0,-1-1 0,-1 0 0,0 0 0,0 0 0,-1-1 0,0 0 0,4-15 0,-8 22 0,1 0 0,-2 0 0,1-1 0,0 1 0,-1 0 0,0 0 0,0-1 0,0 1 0,-1 0 0,1 0 0,-1-1 0,0 1 0,0 0 0,0 0 0,-1 0 0,0 0 0,1 0 0,-1 0 0,-1 1 0,1-1 0,0 1 0,-1-1 0,0 1 0,0 0 0,0 0 0,0 0 0,0 0 0,-1 1 0,1-1 0,-1 1 0,-5-3 0,0 1-170,1 1-1,0 0 0,-1 0 1,0 1-1,1 0 0,-1 1 1,-15-1-1,-20 1-6655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3.536"/>
    </inkml:context>
    <inkml:brush xml:id="br0">
      <inkml:brushProperty name="width" value="0.05" units="cm"/>
      <inkml:brushProperty name="height" value="0.05" units="cm"/>
      <inkml:brushProperty name="color" value="#F6630D"/>
    </inkml:brush>
  </inkml:definitions>
  <inkml:trace contextRef="#ctx0" brushRef="#br0">29 27 24575,'-2'0'0,"-5"0"0,-3 0 0,2 0 0,6 0 0,6 0 0,8 0 0,8 0 0,6-2 0,7-2 0,4 1 0,1 0 0,0 1 0,-3-2 0,-6-1 0,-6 1-8191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3.939"/>
    </inkml:context>
    <inkml:brush xml:id="br0">
      <inkml:brushProperty name="width" value="0.05" units="cm"/>
      <inkml:brushProperty name="height" value="0.05" units="cm"/>
      <inkml:brushProperty name="color" value="#F6630D"/>
    </inkml:brush>
  </inkml:definitions>
  <inkml:trace contextRef="#ctx0" brushRef="#br0">71 16 24575,'0'-1'0,"0"0"0,-1 0 0,1 0 0,-1 1 0,1-1 0,-1 0 0,1 0 0,-1 1 0,1-1 0,-1 0 0,1 1 0,-1-1 0,0 0 0,1 1 0,-1-1 0,0 1 0,0-1 0,0 1 0,1 0 0,-1-1 0,0 1 0,0 0 0,0-1 0,0 1 0,0 0 0,1 0 0,-1 0 0,0 0 0,0 0 0,0 0 0,0 0 0,-1 0 0,0 0 0,0 0 0,0 0 0,0 0 0,0 0 0,0 0 0,0 1 0,0-1 0,0 1 0,0-1 0,0 1 0,0 0 0,0 0 0,1 0 0,-3 1 0,2 0 0,0 1 0,1 0 0,-1 0 0,1 0 0,-1 0 0,1 0 0,0 0 0,0 0 0,0 0 0,1 0 0,-1 0 0,1 4 0,0 44 0,0-36 0,0-3 0,0-5 0,0-1 0,0 0 0,1 1 0,0-1 0,2 9 0,-3-14 0,0 0 0,1 0 0,-1 0 0,1 0 0,-1 0 0,1 0 0,0 0 0,-1 0 0,1 0 0,0 0 0,-1-1 0,1 1 0,0 0 0,0 0 0,0-1 0,0 1 0,0-1 0,0 1 0,0-1 0,0 1 0,0-1 0,0 1 0,0-1 0,0 0 0,0 0 0,0 1 0,0-1 0,0 0 0,0 0 0,1 0 0,-1 0 0,0 0 0,0-1 0,0 1 0,0 0 0,2-1 0,49-18 0,5-2 0,-53 20 0,1 0 0,-1 0 0,1 1 0,-1-1 0,1 1 0,-1 0 0,1 0 0,0 0 0,-1 1 0,7 1 0,-9-1 0,0 0 0,1 1 0,-1-1 0,0 1 0,1-1 0,-1 1 0,0 0 0,0 0 0,-1 0 0,1 0 0,0 0 0,-1 0 0,1 0 0,-1 1 0,1-1 0,-1 1 0,0-1 0,0 1 0,0-1 0,-1 1 0,1-1 0,-1 1 0,1 0 0,-1 0 0,0-1 0,0 5 0,0 4 0,0 0 0,0 0 0,-1-1 0,-1 1 0,-3 13 0,4-21-136,0 0-1,0 0 1,0 1-1,0-1 1,-1-1-1,1 1 1,-1 0-1,0 0 0,-3 2 1,-5 5-6690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4.096"/>
    </inkml:context>
    <inkml:brush xml:id="br0">
      <inkml:brushProperty name="width" value="0.05" units="cm"/>
      <inkml:brushProperty name="height" value="0.05" units="cm"/>
      <inkml:brushProperty name="color" value="#F6630D"/>
    </inkml:brush>
  </inkml:definitions>
  <inkml:trace contextRef="#ctx0" brushRef="#br0">0 83 24575,'3'-2'0,"3"-5"0,5-3 0,2-3 0,5 0 0,5 4 0,5-1 0,3 1 0,1 3 0,2 3 0,-2 3 0,-1 3 0,-6 1-8191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4.439"/>
    </inkml:context>
    <inkml:brush xml:id="br0">
      <inkml:brushProperty name="width" value="0.05" units="cm"/>
      <inkml:brushProperty name="height" value="0.05" units="cm"/>
      <inkml:brushProperty name="color" value="#F6630D"/>
    </inkml:brush>
  </inkml:definitions>
  <inkml:trace contextRef="#ctx0" brushRef="#br0">0 75 24575,'821'-9'-398,"2"-38"-1,-797 45 312,-17 2-56,0-1 0,0 0-1,1 0 1,-1-1 0,0 0 0,0 0 0,11-6-1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5.176"/>
    </inkml:context>
    <inkml:brush xml:id="br0">
      <inkml:brushProperty name="width" value="0.05" units="cm"/>
      <inkml:brushProperty name="height" value="0.05" units="cm"/>
      <inkml:brushProperty name="color" value="#F6630D"/>
    </inkml:brush>
  </inkml:definitions>
  <inkml:trace contextRef="#ctx0" brushRef="#br0">7 8 24575,'-2'0'0,"-2"-3"0,6-1 0,6 3 0,6 2 0,11 1 0,8-1 0,9 1 0,4-1 0,1 0 0,1-1 0,-5-3 0,-10-1-8191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5.350"/>
    </inkml:context>
    <inkml:brush xml:id="br0">
      <inkml:brushProperty name="width" value="0.05" units="cm"/>
      <inkml:brushProperty name="height" value="0.05" units="cm"/>
      <inkml:brushProperty name="color" value="#F6630D"/>
    </inkml:brush>
  </inkml:definitions>
  <inkml:trace contextRef="#ctx0" brushRef="#br0">8 1 24575,'-3'0'0,"-1"5"0,4 6 0,0 6 0,5 5 0,0 9 0,0 4 0,2 4 0,0 5 0,-2 1 0,-1 0 0,1 0 0,0-9-8191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5.709"/>
    </inkml:context>
    <inkml:brush xml:id="br0">
      <inkml:brushProperty name="width" value="0.05" units="cm"/>
      <inkml:brushProperty name="height" value="0.05" units="cm"/>
      <inkml:brushProperty name="color" value="#F6630D"/>
    </inkml:brush>
  </inkml:definitions>
  <inkml:trace contextRef="#ctx0" brushRef="#br0">26 7 24575,'0'0'0,"0"0"0,0 0 0,0 0 0,0 0 0,0-1 0,1 1 0,-1 0 0,0 0 0,0 0 0,0 0 0,0-1 0,0 1 0,0 0 0,0 0 0,0 0 0,0-1 0,0 1 0,0 0 0,0 0 0,0 0 0,0 0 0,-1-1 0,1 1 0,0 0 0,0 0 0,0 0 0,0 0 0,0 0 0,0-1 0,0 1 0,0 0 0,-1 0 0,1 0 0,0 0 0,0 0 0,0 0 0,0-1 0,0 1 0,-1 0 0,1 0 0,0 0 0,0 0 0,0 0 0,0 0 0,-1 0 0,1 0 0,0 0 0,0 0 0,0 0 0,0 0 0,-1 0 0,1 0 0,0 0 0,0 0 0,0 0 0,0 0 0,-1 0 0,1 0 0,0 0 0,0 0 0,0 0 0,-1 1 0,-6 9 0,-4 85 0,11-93 0,-1 0 0,1 1 0,-1-1 0,1 0 0,0 0 0,0 1 0,0-1 0,0 0 0,1 0 0,-1 1 0,0-1 0,1 0 0,0 0 0,1 4 0,-1-5 0,0 0 0,0 1 0,0-1 0,0 0 0,0 0 0,1-1 0,-1 1 0,0 0 0,1 0 0,-1 0 0,1-1 0,-1 1 0,0-1 0,1 1 0,-1-1 0,1 0 0,-1 0 0,1 1 0,0-1 0,-1 0 0,1 0 0,2-1 0,53-4 0,-35 2 0,-1 1 0,28 1 0,-43 1 0,-1 1 0,1-1 0,0 1 0,0 1 0,0-1 0,0 1 0,-1 0 0,1 0 0,-1 1 0,0 0 0,1 0 0,7 6 0,-10-7 14,-1 1 0,1-1-1,-1 1 1,0 0 0,0-1-1,0 1 1,0 0-1,-1 0 1,1 0 0,-1 1-1,0-1 1,0 0 0,0 1-1,0-1 1,0 0 0,-1 1-1,0-1 1,1 1 0,-1-1-1,-1 1 1,1-1 0,0 0-1,-1 1 1,-1 5 0,-1-1-185,1 0 0,-1-1 1,0 1-1,-1-1 0,0 0 1,0 0-1,-1 0 0,1 0 1,-10 8-1,-4 3-6655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5.851"/>
    </inkml:context>
    <inkml:brush xml:id="br0">
      <inkml:brushProperty name="width" value="0.05" units="cm"/>
      <inkml:brushProperty name="height" value="0.05" units="cm"/>
      <inkml:brushProperty name="color" value="#F6630D"/>
    </inkml:brush>
  </inkml:definitions>
  <inkml:trace contextRef="#ctx0" brushRef="#br0">0 64 24575,'6'-3'0,"5"-3"0,6-5 0,5-2 0,6 1 0,3 2 0,2 3 0,2 6 0,0 2 0,-3 5 0,-7 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46.149"/>
    </inkml:context>
    <inkml:brush xml:id="br0">
      <inkml:brushProperty name="width" value="0.05" units="cm"/>
      <inkml:brushProperty name="height" value="0.05" units="cm"/>
      <inkml:brushProperty name="color" value="#F6630D"/>
    </inkml:brush>
  </inkml:definitions>
  <inkml:trace contextRef="#ctx0" brushRef="#br0">50 0 24575,'-4'3'0,"-1"-1"0,0 1 0,1 0 0,0 0 0,0 0 0,0 0 0,0 1 0,0 0 0,-3 5 0,6-8 0,1 0 0,-1-1 0,1 1 0,-1 0 0,1 0 0,0 0 0,-1 0 0,1 0 0,0 0 0,0 0 0,0 0 0,0 0 0,-1 0 0,2 0 0,-1 0 0,0 0 0,0 0 0,0 0 0,0 0 0,1 2 0,0-1 0,0-1 0,1 1 0,-1 0 0,0-1 0,1 1 0,-1-1 0,1 0 0,-1 0 0,1 1 0,0-1 0,-1 0 0,1 0 0,0 0 0,3 1 0,14 5 0,1-1 0,-1-1 0,1-1 0,36 4 0,90-2 0,-114-5 0,471-12-207,2-22-207,171-8 72,-652 40-863,-16 1-4818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0.325"/>
    </inkml:context>
    <inkml:brush xml:id="br0">
      <inkml:brushProperty name="width" value="0.05" units="cm"/>
      <inkml:brushProperty name="height" value="0.05" units="cm"/>
      <inkml:brushProperty name="color" value="#F6630D"/>
    </inkml:brush>
  </inkml:definitions>
  <inkml:trace contextRef="#ctx0" brushRef="#br0">15289 5111 24575,'2'-1'0,"0"1"0,0-1 0,0 0 0,0 0 0,-1 0 0,1 0 0,0 0 0,0 0 0,-1 0 0,1 0 0,-1-1 0,1 1 0,-1-1 0,0 1 0,2-3 0,18-26 0,-18 25 0,0-1 0,0 0 0,-1 0 0,0 0 0,0 0 0,0 0 0,-1-1 0,0 1 0,0 0 0,0-1 0,-1 1 0,0-1 0,0 1 0,-1-1 0,0 1 0,0 0 0,-2-8 0,0 6 0,0-1 0,-1 1 0,0 0 0,0 0 0,-1 0 0,0 0 0,0 1 0,-1 0 0,0 0 0,0 1 0,-12-11 0,-20-11 0,-1 1 0,-2 2 0,0 2 0,-2 2 0,0 1 0,-90-26 0,-287-45 0,-409-8-410,-8 61 0,-548 34-472,726 6 465,320 0 323,-770-20-488,1075 16 600,-249-23 1041,232 17-787,1-1 1,0-3-1,-71-27 1,109 35-232,1-1-1,-1-1 1,1 0 0,1 0 0,-1-1 0,1 0 0,0-1 0,1 0-1,-16-18 1,20 19-27,0 0 0,0-1 0,1 1-1,0-1 1,0 0 0,1 0 0,0 0-1,0 0 1,1 0 0,0-1 0,1 1-1,0-1 1,0 0 0,1 1 0,0-11-1,3-9-13,1-1 0,1 0 0,2 1 0,1 0 0,11-28 0,66-132 0,-74 165 0,197-377 0,19-39 0,-164 301 0,58-183 0,-86 205 0,-6-1 0,-5-2 0,-4-1 0,-6 0 0,-4-221 0,-14 261 0,-4 1 0,-4-1 0,-3 2 0,-50-152 0,45 176 0,-3 2 0,-2 0 0,-2 1 0,-3 2 0,-1 1 0,-3 1 0,-66-71 0,61 79 0,-2 2 0,-1 2 0,-2 1 0,-1 3 0,-1 1 0,-2 3 0,-1 2 0,-69-26 0,46 26 0,-1 4 0,-1 4 0,-88-11 0,-231-1 0,-83 36 0,-1 29 0,185-12 0,-57 3 0,-731 42 0,-351-32-589,-345 31-578,1344-39 1065,-682 38 452,833-64 1143,177-4-2843,88 1-5476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0.591"/>
    </inkml:context>
    <inkml:brush xml:id="br0">
      <inkml:brushProperty name="width" value="0.05" units="cm"/>
      <inkml:brushProperty name="height" value="0.05" units="cm"/>
      <inkml:brushProperty name="color" value="#F6630D"/>
    </inkml:brush>
  </inkml:definitions>
  <inkml:trace contextRef="#ctx0" brushRef="#br0">363 143 24575,'13'-8'0,"-1"0"0,0-1 0,0 0 0,-1-1 0,0 0 0,-1 0 0,18-25 0,-26 33 0,0-1 0,0 1 0,-1-1 0,0 0 0,1 0 0,-1 1 0,0-1 0,0 0 0,1-5 0,-2 8 0,0-1 0,0 1 0,0-1 0,0 1 0,0 0 0,0-1 0,0 1 0,0-1 0,-1 1 0,1 0 0,0-1 0,0 1 0,0-1 0,0 1 0,-1 0 0,1-1 0,0 1 0,0 0 0,0-1 0,-1 1 0,1 0 0,0-1 0,-1 1 0,1 0 0,0 0 0,-1-1 0,0 1 0,0-1 0,0 1 0,-1 0 0,1 0 0,0 0 0,-1 0 0,1 0 0,0 0 0,-1 0 0,1 1 0,0-1 0,0 0 0,-1 1 0,-1 0 0,-16 8 0,1 1 0,0 0 0,0 2 0,1 0 0,-29 27 0,16-13 0,-22 16 0,2 3 0,1 1 0,-57 74 0,100-113 0,1 1 0,0 0 0,0 0 0,1 0 0,-4 11 0,7-17 0,0 1 0,0 0 0,0-1 0,1 1 0,0 0 0,-1-1 0,1 1 0,0 0 0,0-1 0,1 1 0,-1 0 0,0 0 0,1-1 0,0 1 0,-1-1 0,1 1 0,0-1 0,0 1 0,1-1 0,-1 1 0,0-1 0,3 3 0,1 1 0,2 0 0,-1 0 0,1-1 0,-1 0 0,2 0 0,-1 0 0,0-1 0,1 0 0,9 3 0,77 24 0,-87-29 0,137 33-1365,-77-21-5461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0.921"/>
    </inkml:context>
    <inkml:brush xml:id="br0">
      <inkml:brushProperty name="width" value="0.05" units="cm"/>
      <inkml:brushProperty name="height" value="0.05" units="cm"/>
      <inkml:brushProperty name="color" value="#F6630D"/>
    </inkml:brush>
  </inkml:definitions>
  <inkml:trace contextRef="#ctx0" brushRef="#br0">82 22 24575,'-4'0'0,"-1"-1"0,1 0 0,0 0 0,-1 0 0,1 0 0,0-1 0,-7-3 0,8 4 0,-1-1 0,0 0 0,0 1 0,0 0 0,0 0 0,-7-1 0,11 2 0,-1 0 0,1 0 0,0 0 0,-1 1 0,1-1 0,0 0 0,-1 0 0,1 0 0,0 0 0,0 1 0,-1-1 0,1 0 0,0 0 0,0 1 0,0-1 0,-1 0 0,1 0 0,0 1 0,0-1 0,0 0 0,0 1 0,-1-1 0,1 0 0,0 1 0,0-1 0,0 0 0,0 1 0,0-1 0,0 0 0,0 1 0,0-1 0,0 0 0,0 1 0,0-1 0,0 0 0,0 1 0,0-1 0,0 0 0,1 0 0,-1 1 0,0-1 0,0 1 0,6 15 0,-6-16 0,13 35-195,-2 1 0,-1 0 0,-2 0 0,-1 1 0,-2 0 0,0 73 0,-5-78-6631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1.282"/>
    </inkml:context>
    <inkml:brush xml:id="br0">
      <inkml:brushProperty name="width" value="0.05" units="cm"/>
      <inkml:brushProperty name="height" value="0.05" units="cm"/>
      <inkml:brushProperty name="color" value="#F6630D"/>
    </inkml:brush>
  </inkml:definitions>
  <inkml:trace contextRef="#ctx0" brushRef="#br0">136 75 24575,'0'-4'0,"-1"1"0,0-1 0,1 0 0,-1 1 0,-1-1 0,1 1 0,0-1 0,-1 1 0,0-1 0,0 1 0,0 0 0,0 0 0,0 0 0,-1 0 0,1 0 0,-1 1 0,-5-5 0,7 6 0,0 0 0,-1 0 0,1 0 0,-1 0 0,1 0 0,-1 0 0,1 0 0,-1 1 0,0-1 0,1 1 0,-1-1 0,0 1 0,1-1 0,-1 1 0,0 0 0,0 0 0,0 0 0,1 0 0,-1 0 0,0 0 0,0 1 0,1-1 0,-1 1 0,0-1 0,1 1 0,-1-1 0,0 1 0,1 0 0,-1 0 0,1 0 0,-1 0 0,1 0 0,0 0 0,-1 0 0,1 0 0,0 1 0,-2 2 0,-3 4 0,1 1 0,0 0 0,1 0 0,0 1 0,1-1 0,0 1 0,0 0 0,1 0 0,0 0 0,1 0 0,0 0 0,1 0 0,1 20 0,0-17 0,1 0 0,0 0 0,0 0 0,2 0 0,-1-1 0,2 1 0,-1-1 0,2 0 0,0 0 0,9 14 0,-12-23 0,-1 0 0,0 0 0,1 0 0,-1 0 0,1 0 0,0-1 0,0 1 0,0-1 0,0 0 0,0 0 0,1 0 0,-1 0 0,1-1 0,-1 1 0,1-1 0,0 0 0,-1 0 0,1 0 0,0-1 0,0 1 0,-1-1 0,1 0 0,0 0 0,0 0 0,0-1 0,0 1 0,-1-1 0,1 0 0,0 0 0,-1 0 0,1-1 0,-1 1 0,1-1 0,3-2 0,1-1 0,-1 1 0,-1-1 0,1 0 0,-1 0 0,0-1 0,0 0 0,-1 0 0,1 0 0,-1-1 0,-1 0 0,1 0 0,-1 0 0,0 0 0,-1-1 0,3-8 0,-2 3 0,-1-1 0,-1 0 0,0-1 0,-1 1 0,0 0 0,-2-22 0,1 32 0,-1-1 0,1 1 0,-1-1 0,0 1 0,0-1 0,0 1 0,-1 0 0,1-1 0,-1 1 0,0 0 0,-1 0 0,1 0 0,0 1 0,-1-1 0,0 0 0,0 1 0,0 0 0,-1 0 0,1 0 0,-1 0 0,1 0 0,-1 1 0,0-1 0,-5-1 0,6 3 22,0 0-1,0 0 0,-1 1 1,1-1-1,0 1 0,-1 0 1,1 0-1,-1 0 0,1 0 1,0 1-1,-1-1 0,1 1 1,0 0-1,-1 0 0,-3 2 1,1 0-236,0 0 1,1 0 0,0 0-1,0 1 1,0-1 0,0 1-1,-6 8 1,-2 3-6613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1.486"/>
    </inkml:context>
    <inkml:brush xml:id="br0">
      <inkml:brushProperty name="width" value="0.05" units="cm"/>
      <inkml:brushProperty name="height" value="0.05" units="cm"/>
      <inkml:brushProperty name="color" value="#F6630D"/>
    </inkml:brush>
  </inkml:definitions>
  <inkml:trace contextRef="#ctx0" brushRef="#br0">1 0 24575,'3'0'0,"3"0"0,4 0 0,3 0 0,3 0 0,-3 3 0,-2 1-8191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1.641"/>
    </inkml:context>
    <inkml:brush xml:id="br0">
      <inkml:brushProperty name="width" value="0.05" units="cm"/>
      <inkml:brushProperty name="height" value="0.05" units="cm"/>
      <inkml:brushProperty name="color" value="#F6630D"/>
    </inkml:brush>
  </inkml:definitions>
  <inkml:trace contextRef="#ctx0" brushRef="#br0">0 0 24575,'3'3'0,"1"3"0,2 2 0,4-2 0,-1-1-8191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3.860"/>
    </inkml:context>
    <inkml:brush xml:id="br0">
      <inkml:brushProperty name="width" value="0.05" units="cm"/>
      <inkml:brushProperty name="height" value="0.05" units="cm"/>
      <inkml:brushProperty name="color" value="#F6630D"/>
    </inkml:brush>
  </inkml:definitions>
  <inkml:trace contextRef="#ctx0" brushRef="#br0">52 60 24575,'0'-6'0,"-1"-1"0,0 1 0,0 0 0,-2-8 0,-7-3 0,10 16 0,0 1 0,-1 0 0,1-1 0,-1 1 0,1 0 0,-1 0 0,1-1 0,-1 1 0,0 0 0,1 0 0,-1 0 0,1-1 0,-1 1 0,1 0 0,-1 0 0,0 0 0,1 0 0,-1 0 0,1 0 0,-1 0 0,1 0 0,-1 1 0,0-1 0,1 0 0,-1 0 0,1 0 0,-1 1 0,-1 0 0,1 0 0,0 0 0,0 0 0,0 0 0,-1 0 0,1 1 0,0-1 0,1 0 0,-1 1 0,0-1 0,0 1 0,1-1 0,-1 1 0,0-1 0,1 1 0,0-1 0,-1 1 0,1 2 0,-3 35 0,3-30 0,-1 29 114,1-1 0,10 66 0,-6-82-358,1 0 0,0 0 0,1-1 0,2 0 1,0 0-1,13 24 0,-7-22-6582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4.029"/>
    </inkml:context>
    <inkml:brush xml:id="br0">
      <inkml:brushProperty name="width" value="0.05" units="cm"/>
      <inkml:brushProperty name="height" value="0.05" units="cm"/>
      <inkml:brushProperty name="color" value="#F6630D"/>
    </inkml:brush>
  </inkml:definitions>
  <inkml:trace contextRef="#ctx0" brushRef="#br0">1 101 24575,'3'-6'0,"0"-7"0,4-5 0,0-2 0,1 0 0,3 3 0,0 10 0,-1 10 0,3 12 0,1 12 0,1 11 0,0 9 0,2 12 0,-3-4-8191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6.593"/>
    </inkml:context>
    <inkml:brush xml:id="br0">
      <inkml:brushProperty name="width" value="0.05" units="cm"/>
      <inkml:brushProperty name="height" value="0.05" units="cm"/>
      <inkml:brushProperty name="color" value="#F6630D"/>
    </inkml:brush>
  </inkml:definitions>
  <inkml:trace contextRef="#ctx0" brushRef="#br0">97 131 24575,'0'-37'0,"-1"-42"0,1 78 0,1 1 0,-1-1 0,0 1 0,0-1 0,0 0 0,-1 1 0,1-1 0,0 1 0,0-1 0,0 1 0,0-1 0,0 1 0,-1-1 0,1 1 0,0-1 0,0 1 0,-1-1 0,1 1 0,0-1 0,-1 1 0,1-1 0,-1 1 0,1 0 0,-1-1 0,1 1 0,0 0 0,-1-1 0,1 1 0,-2-1 0,1 2 0,1-1 0,-1 0 0,0 0 0,0 0 0,0 1 0,0-1 0,0 0 0,0 1 0,1-1 0,-1 1 0,0-1 0,0 1 0,1-1 0,-1 1 0,-1 1 0,-24 29 0,20-22 0,0 1 0,0 0 0,1 0 0,1 0 0,-1 1 0,1 0 0,1 0 0,0 0 0,1 0 0,-1 12 0,2-16 0,1-1 0,0 1 0,1 0 0,-1-1 0,1 1 0,0 0 0,1-1 0,0 0 0,0 1 0,0-1 0,1 0 0,0 0 0,0 0 0,1 0 0,-1-1 0,1 1 0,0-1 0,8 7 0,0-2 0,0 0 0,1-2 0,0 1 0,0-2 0,1 1 0,21 6 0,-17-6 0,0 0 0,-1 1 0,20 14 0,-34-22 0,-1 1 0,0 0 0,0-1 0,0 1 0,0 0 0,0 0 0,0 0 0,-1 0 0,1 0 0,0 0 0,-1 1 0,0-1 0,0 0 0,0 1 0,0-1 0,0 1 0,0 0 0,0-1 0,-1 1 0,1-1 0,-1 1 0,0 0 0,0 0 0,0-1 0,0 1 0,-1 3 0,0-2 0,-1 1 0,0-1 0,0 0 0,0 1 0,-1-1 0,0 0 0,1 0 0,-1-1 0,-1 1 0,1 0 0,0-1 0,-1 0 0,-7 6 0,-21 11-1365,1-3-5461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6.749"/>
    </inkml:context>
    <inkml:brush xml:id="br0">
      <inkml:brushProperty name="width" value="0.05" units="cm"/>
      <inkml:brushProperty name="height" value="0.05" units="cm"/>
      <inkml:brushProperty name="color" value="#F6630D"/>
    </inkml:brush>
  </inkml:definitions>
  <inkml:trace contextRef="#ctx0" brushRef="#br0">1 269 24575,'3'-8'0,"6"-12"0,8-11 0,7-6 0,1-2 0,3 2 0,0 6 0,-3 3 0,-2 8 0,-3 7 0,-1 9 0,-5 7 0,-1 7 0,0 4 0,1 2 0,-3-1-8191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7.062"/>
    </inkml:context>
    <inkml:brush xml:id="br0">
      <inkml:brushProperty name="width" value="0.05" units="cm"/>
      <inkml:brushProperty name="height" value="0.05" units="cm"/>
      <inkml:brushProperty name="color" value="#F6630D"/>
    </inkml:brush>
  </inkml:definitions>
  <inkml:trace contextRef="#ctx0" brushRef="#br0">7 54 24575,'-1'0'0,"1"1"0,-1-1 0,1 1 0,-1-1 0,1 1 0,-1 0 0,1-1 0,0 1 0,-1 0 0,1-1 0,0 1 0,0 0 0,-1-1 0,1 1 0,0 0 0,0 0 0,0-1 0,0 1 0,0 0 0,0 0 0,0-1 0,0 1 0,0 0 0,0 0 0,1-1 0,-1 1 0,0 0 0,0-1 0,1 1 0,-1 0 0,0-1 0,1 1 0,-1 0 0,1-1 0,-1 1 0,1-1 0,-1 1 0,1-1 0,-1 1 0,1-1 0,-1 1 0,2 0 0,4 3 0,-1 0 0,1-1 0,12 6 0,-7-4 0,-2 1 0,23 11 0,44 32 0,-68-43 0,-1 0 0,1 1 0,-1 0 0,0 0 0,-1 0 0,0 1 0,0 0 0,-1 0 0,1 0 0,5 16 0,-10-22 0,0-1 0,0 1 0,-1 0 0,1-1 0,-1 1 0,1 0 0,-1 0 0,1-1 0,-1 1 0,0 0 0,0 0 0,0 0 0,0 0 0,0-1 0,-1 1 0,1 0 0,-1 0 0,1-1 0,-1 1 0,1 0 0,-1 0 0,0-1 0,0 1 0,0-1 0,0 1 0,0-1 0,0 1 0,0-1 0,0 0 0,-1 1 0,1-1 0,0 0 0,-1 0 0,1 0 0,-3 1 0,1-1 0,1 0 0,-1 0 0,1-1 0,-1 1 0,0-1 0,1 0 0,-1 0 0,0 0 0,1 0 0,-1 0 0,0-1 0,1 1 0,-1-1 0,1 1 0,-1-1 0,0 0 0,1 0 0,0 0 0,-1-1 0,1 1 0,0 0 0,0-1 0,-4-3 0,2 2 0,0-1 0,0 0 0,1 0 0,0 0 0,0 0 0,0-1 0,0 1 0,0-1 0,1 1 0,0-1 0,0 0 0,0 0 0,1 0 0,0 0 0,0-1 0,0 1 0,0 0 0,1 0 0,0-1 0,0 1 0,1 0 0,-1 0 0,1-1 0,0 1 0,0 0 0,1 0 0,0 0 0,-1 0 0,6-8 0,-1 2 0,1-1 0,0 1 0,0 0 0,1 0 0,1 1 0,0 0 0,0 1 0,1 0 0,0 0 0,20-12 0,-18 14-227,0 1-1,1 0 1,-1 0-1,1 1 1,16-3-1,-6 3-6598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7.404"/>
    </inkml:context>
    <inkml:brush xml:id="br0">
      <inkml:brushProperty name="width" value="0.05" units="cm"/>
      <inkml:brushProperty name="height" value="0.05" units="cm"/>
      <inkml:brushProperty name="color" value="#F6630D"/>
    </inkml:brush>
  </inkml:definitions>
  <inkml:trace contextRef="#ctx0" brushRef="#br0">30 30 24575,'-1'6'0,"0"0"0,0 0 0,0 0 0,-1 0 0,0-1 0,0 1 0,-3 6 0,2-7 0,1 1 0,0-1 0,0 0 0,0 1 0,1-1 0,-1 10 0,2-13 0,0 1 0,0-1 0,1 1 0,-1-1 0,1 0 0,0 1 0,-1-1 0,1 0 0,0 1 0,0-1 0,1 0 0,-1 0 0,0 0 0,1 0 0,-1 0 0,1 0 0,0 0 0,-1 0 0,5 2 0,1 1 0,1 0 0,0 0 0,0-1 0,0 0 0,0-1 0,1 1 0,-1-2 0,1 1 0,0-1 0,0 0 0,0-1 0,0 0 0,14-1 0,-8 0 0,-1-1 0,0 0 0,0-1 0,0-1 0,-1 0 0,1-1 0,-1 0 0,15-7 0,-23 8 0,0 0 0,1 0 0,-1 0 0,-1 0 0,1-1 0,0 0 0,-1 0 0,0 0 0,0-1 0,0 1 0,0-1 0,5-9 0,-8 11 0,0 1 0,0-1 0,0 0 0,-1 1 0,1-1 0,-1 0 0,1 0 0,-1 1 0,0-1 0,0 0 0,0 0 0,0 1 0,-1-1 0,1 0 0,-1 0 0,0 1 0,1-1 0,-1 1 0,-1-1 0,1 0 0,0 1 0,0 0 0,-1-1 0,0 1 0,1 0 0,-1 0 0,0 0 0,0 0 0,-3-2 0,-1-2 0,0 1 0,-1 0 0,1 1 0,-1-1 0,0 1 0,-1 1 0,1-1 0,-1 1 0,1 1 0,-1-1 0,0 1 0,0 0 0,0 1 0,0 0 0,0 1 0,0-1 0,0 1 0,0 1 0,0 0 0,0 0 0,0 0 0,0 1 0,-11 4 0,10-3 0,1 1 0,1-1 0,-1 1 0,0 1 0,1-1 0,0 1 0,0 1 0,0-1 0,1 1 0,0 0 0,0 1 0,0-1 0,1 1 0,0 1 0,1-1 0,-1 0 0,1 1 0,1 0 0,-1 0 0,1 0 0,-3 15 0,5-16 0,0-1 0,0 1 0,1-1 0,0 1 0,0 0 0,0-1 0,1 1 0,0-1 0,0 1 0,1-1 0,0 0 0,0 0 0,0 1 0,1-1 0,0-1 0,0 1 0,7 10 0,-4-10 0,0 1 0,0-1 0,0 0 0,1 0 0,0-1 0,0 0 0,1 0 0,-1-1 0,1 0 0,0 0 0,0-1 0,17 5 0,3-2-273,0-1 0,1-1 0,-1-2 0,52-2 0,-16-3-6553</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7.558"/>
    </inkml:context>
    <inkml:brush xml:id="br0">
      <inkml:brushProperty name="width" value="0.05" units="cm"/>
      <inkml:brushProperty name="height" value="0.05" units="cm"/>
      <inkml:brushProperty name="color" value="#F6630D"/>
    </inkml:brush>
  </inkml:definitions>
  <inkml:trace contextRef="#ctx0" brushRef="#br0">161 67 24575,'-1'-3'0,"1"1"0,-1-1 0,1 0 0,-1 0 0,0 0 0,0 0 0,0 0 0,-1 1 0,1-1 0,-1 1 0,1-1 0,-1 1 0,0-1 0,0 1 0,0 0 0,0 0 0,-1 0 0,1 0 0,0 0 0,-1 0 0,1 1 0,-1-1 0,0 1 0,1 0 0,-1 0 0,0 0 0,0 0 0,0 0 0,-5 0 0,3 0 0,1 0 0,-1 0 0,0 0 0,0 1 0,0 0 0,0 0 0,1 0 0,-1 1 0,0-1 0,0 1 0,0 1 0,1-1 0,-1 0 0,1 1 0,-1 0 0,1 0 0,-8 5 0,11-6 0,1-1 0,-1 0 0,1 1 0,-1-1 0,1 0 0,0 1 0,-1-1 0,1 1 0,0-1 0,-1 1 0,1-1 0,0 0 0,-1 1 0,1-1 0,0 1 0,0-1 0,0 1 0,0-1 0,0 1 0,-1 0 0,1-1 0,0 1 0,0-1 0,0 1 0,0-1 0,0 1 0,1-1 0,-1 1 0,0-1 0,0 1 0,0 0 0,1 0 0,0 0 0,0 0 0,0 1 0,0-1 0,0 0 0,0 0 0,0-1 0,1 1 0,-1 0 0,0 0 0,2 0 0,37 12 0,-23-10-682,32 2-1,-31-5-6143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8.434"/>
    </inkml:context>
    <inkml:brush xml:id="br0">
      <inkml:brushProperty name="width" value="0.05" units="cm"/>
      <inkml:brushProperty name="height" value="0.05" units="cm"/>
      <inkml:brushProperty name="color" value="#F6630D"/>
    </inkml:brush>
  </inkml:definitions>
  <inkml:trace contextRef="#ctx0" brushRef="#br0">163 394 24575,'-14'-7'0,"1"-2"0,0 1 0,1-2 0,0 1 0,0-2 0,1 0 0,0 0 0,1-1 0,0 0 0,1-1 0,-11-19 0,17 26 0,1 1 0,0-1 0,0 1 0,0-1 0,1 1 0,0-1 0,0 0 0,0 0 0,1 0 0,0 1 0,0-1 0,0 0 0,1 0 0,2-11 0,-1 10 0,1-1 0,0 1 0,1-1 0,-1 1 0,1 0 0,1 0 0,-1 0 0,1 1 0,0 0 0,7-7 0,-5 6 0,0 1 0,1-1 0,0 1 0,0 1 0,0 0 0,1 0 0,-1 0 0,1 1 0,0 0 0,1 1 0,-1 0 0,0 1 0,1-1 0,0 2 0,-1 0 0,1 0 0,0 0 0,13 2 0,-19 0 0,1 0 0,-1 0 0,0 0 0,1 0 0,-1 1 0,0-1 0,0 1 0,0 0 0,-1 1 0,1-1 0,0 1 0,-1-1 0,1 1 0,-1 0 0,3 4 0,-2-2 0,0 1 0,0 0 0,-1 0 0,0 0 0,0 0 0,-1 0 0,0 0 0,0 1 0,2 6 0,-1 10 0,-1 1 0,0-1 0,-2 0 0,-4 39 0,-3-10 113,-3-1-1,-26 82 0,19-77-963,-16 94 0,30-118-5975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8.590"/>
    </inkml:context>
    <inkml:brush xml:id="br0">
      <inkml:brushProperty name="width" value="0.05" units="cm"/>
      <inkml:brushProperty name="height" value="0.05" units="cm"/>
      <inkml:brushProperty name="color" value="#F6630D"/>
    </inkml:brush>
  </inkml:definitions>
  <inkml:trace contextRef="#ctx0" brushRef="#br0">1 1 24575,'2'3'0,"2"3"0,0 5 0,-1-4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8.902"/>
    </inkml:context>
    <inkml:brush xml:id="br0">
      <inkml:brushProperty name="width" value="0.05" units="cm"/>
      <inkml:brushProperty name="height" value="0.05" units="cm"/>
      <inkml:brushProperty name="color" value="#F6630D"/>
    </inkml:brush>
  </inkml:definitions>
  <inkml:trace contextRef="#ctx0" brushRef="#br0">62 305 24575,'-8'-15'0,"-2"-4"0,1 1 0,1-1 0,0-1 0,-7-33 0,14 48 0,0-1 0,0 1 0,1-1 0,0 1 0,0-1 0,0 1 0,1-1 0,0 1 0,0-1 0,0 1 0,1-1 0,-1 1 0,1 0 0,1 0 0,-1 0 0,1 0 0,0 0 0,0 0 0,0 1 0,1 0 0,-1-1 0,7-4 0,-5 4 0,0 2 0,0-1 0,0 1 0,0 0 0,0 0 0,1 0 0,-1 0 0,1 1 0,0 0 0,0 1 0,0-1 0,0 1 0,0 0 0,0 0 0,0 1 0,0 0 0,0 0 0,0 0 0,0 1 0,0 0 0,0 0 0,0 0 0,0 1 0,0 0 0,-1 0 0,1 1 0,-1-1 0,1 1 0,-1 1 0,0-1 0,0 1 0,0-1 0,-1 1 0,1 1 0,-1-1 0,0 1 0,0-1 0,-1 1 0,1 0 0,-1 1 0,0-1 0,0 0 0,-1 1 0,3 10 0,-1 1 39,-1 0-1,0 1 1,-2-1-1,0 1 1,-1 0-1,-3 21 1,-22 106-187,3-26-1339,18-82-5339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9.028"/>
    </inkml:context>
    <inkml:brush xml:id="br0">
      <inkml:brushProperty name="width" value="0.05" units="cm"/>
      <inkml:brushProperty name="height" value="0.05" units="cm"/>
      <inkml:brushProperty name="color" value="#F6630D"/>
    </inkml:brush>
  </inkml:definitions>
  <inkml:trace contextRef="#ctx0" brushRef="#br0">0 1 24575,'0'3'0,"3"3"0,4 5 0,3-1 0,0-1-8191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29:59.995"/>
    </inkml:context>
    <inkml:brush xml:id="br0">
      <inkml:brushProperty name="width" value="0.05" units="cm"/>
      <inkml:brushProperty name="height" value="0.05" units="cm"/>
      <inkml:brushProperty name="color" value="#F6630D"/>
    </inkml:brush>
  </inkml:definitions>
  <inkml:trace contextRef="#ctx0" brushRef="#br0">849 92 24575,'1'-4'0,"-1"1"0,-1-1 0,1 1 0,0-1 0,-1 0 0,0 1 0,0-1 0,0 1 0,0 0 0,-1-1 0,1 1 0,-1 0 0,0 0 0,0-1 0,0 1 0,0 1 0,0-1 0,-1 0 0,1 1 0,-1-1 0,0 1 0,0 0 0,0 0 0,-5-3 0,2 2 0,0 1 0,0 0 0,0 1 0,0-1 0,0 1 0,0 0 0,0 1 0,0-1 0,-1 1 0,1 0 0,0 1 0,0 0 0,-12 3 0,-1 2 0,-1 0 0,2 2 0,-1 1 0,1 0 0,0 1 0,1 1 0,0 0 0,-17 17 0,-14 14 0,-53 62 0,52-47 0,2 2 0,-76 126 0,95-135 0,2 1 0,2 2 0,3 0 0,-21 84 0,36-113 0,2 0 0,0 0 0,2 0 0,0 1 0,2-1 0,1 1 0,6 40 0,-4-50 0,1 1 0,1 0 0,0-1 0,1 0 0,0 0 0,2-1 0,0 1 0,0-2 0,1 1 0,1-1 0,0 0 0,18 17 0,-8-14 0,0 0 0,2-1 0,-1-1 0,2-1 0,0-1 0,0-1 0,1-1 0,0-1 0,1-1 0,50 9 0,-24-9 0,0-2 0,0-3 0,0-2 0,82-8 0,-86 2 0,0-3 0,0-2 0,-1-1 0,-1-3 0,0-1 0,-1-3 0,75-41 0,-94 44 0,-1 0 0,-1-2 0,-1 0 0,-1-2 0,0 0 0,-1-1 0,-1-1 0,-1-1 0,-1-1 0,-1 0 0,-1-1 0,-1-1 0,-1 0 0,13-37 0,-18 32 0,0 0 0,-2 0 0,-1-1 0,-2 0 0,-1 1 0,-1-1 0,-2 0 0,-1 0 0,-1 0 0,-2 0 0,-1 1 0,-1 0 0,-2 0 0,-1 1 0,-1 0 0,-1 1 0,-29-48 0,25 52 0,0 0 0,-2 1 0,0 0 0,-2 2 0,0 0 0,-1 2 0,-1 0 0,-35-22 0,36 28 0,-1 1 0,0 1 0,-1 1 0,0 1 0,-1 0 0,1 2 0,-2 1 0,1 1 0,-1 1 0,-34 0 0,35 3-682,-41 6-1,-11 9-6143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0:00.401"/>
    </inkml:context>
    <inkml:brush xml:id="br0">
      <inkml:brushProperty name="width" value="0.05" units="cm"/>
      <inkml:brushProperty name="height" value="0.05" units="cm"/>
      <inkml:brushProperty name="color" value="#F6630D"/>
    </inkml:brush>
  </inkml:definitions>
  <inkml:trace contextRef="#ctx0" brushRef="#br0">1 218 24575,'0'-48'0,"1"-55"0,-1 100 0,1 1 0,0-1 0,0 0 0,0 1 0,0-1 0,1 1 0,-1 0 0,0-1 0,1 1 0,0 0 0,0 0 0,-1 0 0,1 0 0,0 0 0,0 1 0,1-1 0,-1 0 0,0 1 0,1 0 0,-1-1 0,1 1 0,-1 0 0,1 0 0,-1 1 0,5-2 0,10-2 0,-1 1 0,33-3 0,-40 5 0,28-1 0,0 1 0,0 2 0,0 1 0,0 2 0,-1 2 0,1 1 0,-1 2 0,50 19 0,-81-26-170,0 1-1,0-1 0,0 1 1,0 0-1,-1 0 0,0 0 1,7 6-1,-1 4-6655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0:00.777"/>
    </inkml:context>
    <inkml:brush xml:id="br0">
      <inkml:brushProperty name="width" value="0.05" units="cm"/>
      <inkml:brushProperty name="height" value="0.05" units="cm"/>
      <inkml:brushProperty name="color" value="#F6630D"/>
    </inkml:brush>
  </inkml:definitions>
  <inkml:trace contextRef="#ctx0" brushRef="#br0">31 49 24575,'-2'0'0,"0"0"0,0 0 0,0-1 0,0 1 0,0 0 0,0-1 0,0 1 0,0-1 0,0 0 0,0 0 0,1 0 0,-1 0 0,0 0 0,-2-2 0,4 3 0,0 0 0,0 0 0,0-1 0,0 1 0,0 0 0,1 0 0,-1 0 0,0-1 0,0 1 0,0 0 0,0 0 0,0-1 0,1 1 0,-1 0 0,0 0 0,0 0 0,0 0 0,1-1 0,-1 1 0,0 0 0,0 0 0,0 0 0,1 0 0,-1 0 0,0 0 0,0 0 0,1-1 0,-1 1 0,0 0 0,0 0 0,1 0 0,-1 0 0,0 0 0,0 0 0,1 0 0,-1 0 0,0 0 0,0 1 0,1-1 0,13-2 0,-8 2 0,12-2 0,32 3 0,-46-1 0,0 0 0,0 1 0,0-1 0,0 1 0,-1 0 0,1 0 0,0 1 0,-1-1 0,1 1 0,-1 0 0,1-1 0,-1 1 0,0 1 0,6 4 0,-9-7 0,1 0 0,-1 1 0,0-1 0,1 0 0,-1 1 0,1-1 0,-1 1 0,0-1 0,1 1 0,-1-1 0,0 0 0,0 1 0,0-1 0,1 1 0,-1 0 0,0-1 0,0 1 0,0-1 0,0 1 0,0-1 0,0 1 0,0-1 0,0 1 0,0-1 0,0 1 0,0 0 0,0-1 0,0 1 0,0-1 0,-1 1 0,1-1 0,0 1 0,0-1 0,-1 1 0,1-1 0,0 1 0,-1-1 0,1 0 0,0 1 0,-1-1 0,1 1 0,0-1 0,-1 0 0,1 1 0,-1-1 0,1 0 0,-1 0 0,1 1 0,-1-1 0,1 0 0,-1 0 0,1 0 0,-1 0 0,1 0 0,-1 1 0,0-1 0,1 0 0,-1 0 0,0-1 0,-3 2 0,1 0 0,-1-1 0,1 0 0,-1 0 0,1 0 0,-1 0 0,1-1 0,-5 0 0,6 0-28,1 1 1,-1-1-1,1 0 0,-1 0 0,1 0 0,-1 0 0,1 0 0,-1 0 0,1 0 1,0-1-1,0 1 0,0 0 0,0-1 0,0 1 0,0-1 0,0 1 1,0-1-1,1 1 0,-1-1 0,0 0 0,1 1 0,0-1 0,-1 0 1,1 0-1,0 1 0,0-1 0,0 0 0,0 0 0,0 1 0,0-1 1,0 0-1,1 0 0,-1 1 0,1-1 0,-1 0 0,1 1 0,-1-1 0,1 1 1,0-1-1,0 1 0,0-1 0,0 1 0,0-1 0,0 1 0,0 0 1,1 0-1,-1-1 0,2 0 0,7-4-6798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0:01.073"/>
    </inkml:context>
    <inkml:brush xml:id="br0">
      <inkml:brushProperty name="width" value="0.05" units="cm"/>
      <inkml:brushProperty name="height" value="0.05" units="cm"/>
      <inkml:brushProperty name="color" value="#F6630D"/>
    </inkml:brush>
  </inkml:definitions>
  <inkml:trace contextRef="#ctx0" brushRef="#br0">47 58 24575,'3'0'0,"1"3"0,-4 0 0,-3 1 0,-6-1 0,-3-4 0,1-4 0,1-5 0,3-3 0,5 1 0,7-1 0,4 2 0,1 6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05.542"/>
    </inkml:context>
    <inkml:brush xml:id="br0">
      <inkml:brushProperty name="width" value="0.05" units="cm"/>
      <inkml:brushProperty name="height" value="0.05" units="cm"/>
      <inkml:brushProperty name="color" value="#F6630D"/>
    </inkml:brush>
  </inkml:definitions>
  <inkml:trace contextRef="#ctx0" brushRef="#br0">15 32 24575,'0'0'0,"-1"1"0,0-1 0,0 0 0,1 0 0,-1 1 0,0-1 0,0 0 0,1 1 0,-1-1 0,0 1 0,1-1 0,-1 1 0,1-1 0,-1 1 0,1-1 0,-1 1 0,1-1 0,-1 1 0,1 0 0,-1-1 0,1 1 0,0 0 0,-1 0 0,1-1 0,0 1 0,0 0 0,-1 0 0,1-1 0,0 1 0,0 0 0,0 0 0,0-1 0,0 1 0,0 0 0,0 0 0,0 0 0,1-1 0,-1 1 0,0 0 0,0 0 0,1-1 0,-1 1 0,0 0 0,1-1 0,-1 1 0,1 0 0,-1-1 0,1 2 0,3 1 0,-1 0 0,0 0 0,1-1 0,0 1 0,-1-1 0,1 0 0,0 0 0,5 2 0,27 7 0,0-1 0,0-2 0,1-2 0,63 3 0,-85-7 0,462 9-1609,3-32-237,-430 18 1821,163-9-153,1037-67-3145,-1076 64 2939,-34 1-442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05.824"/>
    </inkml:context>
    <inkml:brush xml:id="br0">
      <inkml:brushProperty name="width" value="0.05" units="cm"/>
      <inkml:brushProperty name="height" value="0.05" units="cm"/>
      <inkml:brushProperty name="color" value="#F6630D"/>
    </inkml:brush>
  </inkml:definitions>
  <inkml:trace contextRef="#ctx0" brushRef="#br0">175 154 24575,'-103'32'0,"45"-15"0,44-11 0,29-5 0,264-24 28,-152 9-312,900-82-2780,3 26 729,-930 66 1859,-28 1-1584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2.358"/>
    </inkml:context>
    <inkml:brush xml:id="br0">
      <inkml:brushProperty name="width" value="0.05" units="cm"/>
      <inkml:brushProperty name="height" value="0.05" units="cm"/>
      <inkml:brushProperty name="color" value="#F6630D"/>
    </inkml:brush>
  </inkml:definitions>
  <inkml:trace contextRef="#ctx0" brushRef="#br0">62 485 24575,'-15'-31'0,"6"14"0,0-1 0,1 0 0,-7-28 0,13 40 0,1-1 0,0 0 0,0 0 0,1 0 0,0 1 0,0-1 0,1 0 0,-1 0 0,2 0 0,-1 1 0,1-1 0,0 1 0,5-13 0,-4 12 0,1 1 0,0-1 0,0 1 0,0 0 0,1 0 0,-1 1 0,1-1 0,1 1 0,-1 0 0,1 1 0,0-1 0,0 1 0,0 0 0,1 0 0,-1 1 0,8-3 0,-9 5 0,0-1 0,0 1 0,0 0 0,0 0 0,0 1 0,0-1 0,0 1 0,0 0 0,0 1 0,0-1 0,0 1 0,0 0 0,0 0 0,0 1 0,0-1 0,0 1 0,-1 0 0,1 0 0,-1 1 0,1-1 0,-1 1 0,0 0 0,8 7 0,-4 0 0,1 0 0,-1 0 0,-1 0 0,0 1 0,0 0 0,-1 1 0,-1-1 0,0 1 0,0 0 0,5 25 0,-2 1 0,-2 0 0,2 53 0,-7-66 0,-1 1 0,-2 0 0,0-1 0,-2 0 0,-12 45 0,9-55 0,6-15 0,1-1 0,-1 0 0,1 0 0,0 0 0,0 1 0,0-1 0,-1 0 0,1 0 0,0 0 0,0 0 0,0 1 0,0-1 0,0 0 0,0 0 0,1 0 0,-1 0 0,0 1 0,1-2 0,15-107 0,5 2 0,5 0 0,44-114 0,-67 212 0,27-63 0,-27 65 0,1 0 0,0 1 0,1-1 0,0 1 0,0 0 0,0 0 0,9-8 0,-13 13 0,1 0 0,-1 0 0,1 0 0,-1 0 0,1 0 0,-1 0 0,1 0 0,-1 0 0,1 1 0,0-1 0,0 1 0,-1-1 0,1 1 0,0 0 0,0-1 0,-1 1 0,1 0 0,0 0 0,0 0 0,0 1 0,3 0 0,-3 0 0,1 0 0,-1 0 0,1 1 0,-1-1 0,0 1 0,1 0 0,-1-1 0,0 1 0,0 0 0,0 1 0,-1-1 0,3 4 0,4 6 0,-1 0 0,-1 1 0,-1 0 0,6 18 0,3 17 0,-1 1 0,7 68 0,-2 104 0,-18-191 0,0-20 0,0 0 0,0-1 0,1 1 0,3 11 0,-4-21 0,0 0 0,0 0 0,0 0 0,0 0 0,0 0 0,0 0 0,0 0 0,0 0 0,0-1 0,0 1 0,0 0 0,0 0 0,0 0 0,0 0 0,0 0 0,1 0 0,-1 0 0,0 0 0,0 0 0,0 0 0,0 0 0,0 0 0,0 0 0,0 0 0,0 0 0,0 0 0,0 0 0,0 0 0,0 0 0,0 0 0,1 0 0,-1 0 0,0 0 0,0 0 0,0 0 0,0 0 0,0 0 0,0 0 0,0 0 0,0 0 0,0 0 0,0 0 0,0 0 0,1 0 0,-1 0 0,0 0 0,0 0 0,0 0 0,0 0 0,0 0 0,0 0 0,0 0 0,0 0 0,0 0 0,0 0 0,0 0 0,0 1 0,0-1 0,0 0 0,0 0 0,0 0 0,0 0 0,0 0 0,0 0 0,0 0 0,0 0 0,0 0 0,5-11 0,3-15 0,47-195 0,-42 182 0,2-1 0,1 2 0,30-52 0,-39 80 0,-1 0 0,1 0 0,0 1 0,14-13 0,-20 20 0,1 0 0,-1 1 0,1-1 0,0 1 0,-1 0 0,1 0 0,0-1 0,0 1 0,-1 0 0,1 1 0,0-1 0,0 0 0,0 0 0,0 1 0,1-1 0,-1 1 0,0 0 0,0 0 0,0-1 0,0 1 0,0 1 0,0-1 0,0 0 0,0 0 0,1 1 0,-1-1 0,0 1 0,0 0 0,0 0 0,-1-1 0,1 1 0,3 2 0,-1 1 0,-1-1 0,1 1 0,-1-1 0,0 1 0,0 0 0,-1 1 0,1-1 0,-1 0 0,1 1 0,2 8 0,11 52 0,-14-57 0,9 63 74,2 127 0,-7-81-1587,-3-75-5313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2.716"/>
    </inkml:context>
    <inkml:brush xml:id="br0">
      <inkml:brushProperty name="width" value="0.05" units="cm"/>
      <inkml:brushProperty name="height" value="0.05" units="cm"/>
      <inkml:brushProperty name="color" value="#F6630D"/>
    </inkml:brush>
  </inkml:definitions>
  <inkml:trace contextRef="#ctx0" brushRef="#br0">54 22 24575,'0'-2'0,"0"1"0,0 0 0,0 0 0,0 0 0,0 0 0,0 0 0,0 0 0,0 0 0,0 0 0,0 0 0,-1 0 0,1 0 0,0 0 0,-1 0 0,1 0 0,-1 0 0,1 0 0,-2-1 0,2 2 0,-1 0 0,1 0 0,-1 1 0,0-1 0,1 0 0,-1 1 0,1-1 0,-1 0 0,1 1 0,-1-1 0,1 1 0,0-1 0,-1 1 0,1-1 0,-1 1 0,1-1 0,0 1 0,-1-1 0,1 1 0,0 0 0,0 0 0,-18 44 0,12-20 0,0 0 0,2 0 0,1 0 0,2 0 0,0 1 0,1-1 0,2 1 0,0-1 0,2 0 0,1 0 0,0 0 0,11 26 0,-13-44 0,0 0 0,1-1 0,-1 0 0,1 0 0,0 0 0,0 0 0,1-1 0,0 1 0,0-1 0,11 9 0,-14-13 0,1 1 0,-1-1 0,1 0 0,-1 0 0,1 1 0,-1-2 0,1 1 0,0 0 0,-1 0 0,1-1 0,0 0 0,0 1 0,-1-1 0,1 0 0,0 0 0,0-1 0,-1 1 0,1 0 0,0-1 0,-1 0 0,1 0 0,0 1 0,-1-2 0,1 1 0,-1 0 0,1 0 0,-1-1 0,0 1 0,0-1 0,1 0 0,1-2 0,4-4 0,-1-1 0,1 0 0,-1 0 0,-1-1 0,0 0 0,-1 0 0,1 0 0,-2-1 0,6-17 0,3-14 0,6-47 0,-19 88 0,17-125 0,-17 113 0,-2 15 0,-6 20 0,-93 462 0,76-346 0,-24 138-1365,41-236-5461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2.984"/>
    </inkml:context>
    <inkml:brush xml:id="br0">
      <inkml:brushProperty name="width" value="0.05" units="cm"/>
      <inkml:brushProperty name="height" value="0.05" units="cm"/>
      <inkml:brushProperty name="color" value="#F6630D"/>
    </inkml:brush>
  </inkml:definitions>
  <inkml:trace contextRef="#ctx0" brushRef="#br0">308 250 24575,'3'-13'0,"0"1"0,0-1 0,-1 0 0,-1 0 0,0 0 0,-1 0 0,0 0 0,-1 0 0,-1 0 0,-3-14 0,4 21 0,-1 0 0,0 0 0,0 0 0,0 1 0,-1-1 0,0 1 0,0 0 0,-1-1 0,1 1 0,-7-6 0,7 8 0,0 1 0,0-1 0,-1 1 0,1 0 0,0 0 0,-1 0 0,0 0 0,0 0 0,1 1 0,-1 0 0,0 0 0,0 0 0,0 0 0,0 0 0,0 1 0,-8 0 0,5 1 0,0 0 0,0 0 0,0 0 0,0 1 0,1 1 0,-1-1 0,1 1 0,0 0 0,0 0 0,0 1 0,0 0 0,0 0 0,1 0 0,-1 0 0,1 1 0,0 0 0,-4 7 0,-1 0 0,1 0 0,0 1 0,1 0 0,1 0 0,0 1 0,-9 26 0,9-15 0,1-1 0,1 1 0,1 0 0,1 0 0,1 0 0,2 29 0,0-39 0,1 0 0,1 1 0,1-1 0,0-1 0,1 1 0,0 0 0,1-1 0,1 0 0,0 0 0,1 0 0,13 17 0,-15-24-151,1 0-1,0-1 0,0 1 0,1-2 1,0 1-1,0-1 0,0 0 1,14 7-1,18 5-6674</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3.781"/>
    </inkml:context>
    <inkml:brush xml:id="br0">
      <inkml:brushProperty name="width" value="0.05" units="cm"/>
      <inkml:brushProperty name="height" value="0.05" units="cm"/>
      <inkml:brushProperty name="color" value="#F6630D"/>
    </inkml:brush>
  </inkml:definitions>
  <inkml:trace contextRef="#ctx0" brushRef="#br0">237 175 24575,'1'-1'0,"0"-1"0,0 1 0,-1-1 0,1 1 0,0-1 0,-1 1 0,1-1 0,-1 1 0,0-1 0,0 0 0,1 1 0,-1-1 0,0 1 0,0-1 0,0 0 0,-1 1 0,1-1 0,0 0 0,-1-1 0,0 2 0,0 0 0,1 0 0,-1 0 0,0 0 0,0 0 0,0 0 0,0 1 0,0-1 0,0 0 0,0 0 0,0 1 0,0-1 0,0 1 0,-1-1 0,1 1 0,0-1 0,0 1 0,0 0 0,-2-1 0,-3 1 0,0-1 0,0 1 0,-1 0 0,1 1 0,0 0 0,0 0 0,0 0 0,-10 4 0,8-3 0,0 1 0,1 1 0,-1-1 0,1 2 0,0-1 0,0 0 0,1 1 0,-1 1 0,1-1 0,0 1 0,0 0 0,1 0 0,0 1 0,0-1 0,0 1 0,1 0 0,0 1 0,1-1 0,-5 12 0,1 0 0,1 1 0,0-1 0,2 1 0,-4 31 0,7-44 0,1-1 0,-1 0 0,1 0 0,1 0 0,-1 0 0,1 1 0,0-1 0,0 0 0,1 0 0,0 0 0,0-1 0,0 1 0,1 0 0,0-1 0,0 1 0,0-1 0,1 0 0,-1 0 0,6 5 0,-6-8 0,-1 0 0,1 0 0,0 0 0,0 0 0,0 0 0,0-1 0,0 1 0,0-1 0,0 0 0,0 0 0,0 0 0,1 0 0,-1-1 0,0 1 0,1-1 0,4 0 0,-2-1 0,-1 0 0,0 0 0,0 0 0,0-1 0,0 0 0,0 0 0,0 0 0,0 0 0,7-6 0,0 0 0,0-2 0,-1 1 0,-1-2 0,1 1 0,-1-2 0,13-19 0,-16 19 0,1 0 0,-2-1 0,9-21 0,-13 28 0,0 0 0,0-1 0,-1 1 0,1 0 0,-2-1 0,1 1 0,-1-1 0,1 1 0,-2-1 0,0-7 0,1 13 0,0 0 0,0 0 0,0 0 0,-1 0 0,1 0 0,0 0 0,0 0 0,-1 0 0,1 0 0,0 1 0,-1-1 0,1 0 0,-1 0 0,1 0 0,-1 0 0,0 1 0,1-1 0,-1 0 0,0 0 0,0 1 0,1-1 0,-1 1 0,0-1 0,0 1 0,0-1 0,0 1 0,0-1 0,0 1 0,0 0 0,0-1 0,1 1 0,-1 0 0,0 0 0,0 0 0,0 0 0,0 0 0,0 0 0,0 0 0,0 0 0,-2 1 0,1-1 0,0 1 0,0 0 0,0 0 0,0 0 0,0 1 0,0-1 0,0 1 0,0-1 0,0 1 0,1-1 0,-1 1 0,1 0 0,-1 0 0,1-1 0,0 1 0,-2 4 0,2-5 0,0 1 0,1-1 0,-1 1 0,0 0 0,1-1 0,-1 1 0,1 0 0,0-1 0,-1 1 0,1 0 0,0 0 0,0-1 0,0 1 0,0 0 0,0 0 0,1-1 0,-1 1 0,1 0 0,-1-1 0,1 1 0,0 1 0,0-1 0,0-1 0,1 0 0,-1 1 0,0-1 0,1 0 0,-1 0 0,1 0 0,-1 0 0,1 0 0,-1 0 0,1-1 0,0 1 0,0 0 0,-1-1 0,1 0 0,3 1 0,2 0 0,0-1 0,0 0 0,0 0 0,-1 0 0,1-1 0,0 0 0,0 0 0,-1-1 0,12-4 0,-11 2 0,-1 1 0,1-2 0,-1 1 0,0-1 0,-1 0 0,1 0 0,-1 0 0,0-1 0,0 0 0,-1 0 0,1 0 0,-1 0 0,5-14 0,1 4 0,-10 15 0,0 1 0,0 0 0,0 0 0,0-1 0,0 1 0,1 0 0,-1-1 0,0 1 0,0 0 0,0 0 0,0-1 0,1 1 0,-1 0 0,0 0 0,0 0 0,0-1 0,1 1 0,-1 0 0,0 0 0,0 0 0,1 0 0,-1-1 0,0 1 0,1 0 0,-1 0 0,0 0 0,0 0 0,1 0 0,-1 0 0,0 0 0,1 0 0,-1 0 0,0 0 0,1 0 0,-1 0 0,0 0 0,1 0 0,5 12 0,1 26 0,-7-34 0,22 210 0,22 150 0,-43-361 0,0 8 0,1-1 0,1 1 0,5 14 0,-8-25 0,0-1 0,0 1 0,0 0 0,1-1 0,-1 1 0,0 0 0,0 0 0,0-1 0,0 1 0,0 0 0,1-1 0,-1 1 0,0 0 0,0 0 0,0-1 0,1 1 0,-1 0 0,0 0 0,0 0 0,1-1 0,-1 1 0,0 0 0,1 0 0,-1 0 0,0 0 0,0 0 0,1 0 0,-1 0 0,0-1 0,1 1 0,-1 0 0,0 0 0,1 0 0,-1 0 0,0 0 0,1 0 0,-1 1 0,0-1 0,1 0 0,-1 0 0,0 0 0,1 0 0,-1 0 0,0 0 0,0 0 0,1 1 0,-1-1 0,0 0 0,0 0 0,1 0 0,-1 1 0,0-1 0,0 0 0,1 0 0,-1 1 0,0-1 0,0 0 0,0 1 0,0-1 0,0 0 0,1 0 0,-1 1 0,0-1 0,0 0 0,0 1 0,7-29 0,0-52 0,-5-116 0,-3 115 0,0-55 0,1-135 0,0 267 0,0-7 0,1 0 0,0 0 0,0 0 0,6-18 0,-7 28 0,0-1 0,1 0 0,-1 1 0,1-1 0,-1 1 0,1 0 0,0-1 0,0 1 0,0 0 0,0-1 0,0 1 0,0 0 0,0 0 0,0 0 0,0 0 0,1 0 0,-1 0 0,0 0 0,1 0 0,-1 0 0,0 1 0,1-1 0,-1 0 0,1 1 0,-1-1 0,1 1 0,-1 0 0,1 0 0,0-1 0,-1 1 0,1 0 0,-1 0 0,1 0 0,0 1 0,-1-1 0,1 0 0,-1 1 0,1-1 0,-1 1 0,3 0 0,7 4 0,-1 0 0,-1 1 0,1-1 0,-1 2 0,1 0 0,-2 0 0,1 0 0,8 11 0,-4-4 0,-2 0 0,1 0 0,-2 2 0,12 21 0,-18-30 0,-1 1 0,0 0 0,0 0 0,-1 0 0,0 0 0,0 0 0,-1 0 0,0 0 0,-1 0 0,0 1 0,0-1 0,0 0 0,-1 1 0,0-1 0,-1 0 0,0 0 0,0 0 0,-4 8 0,1-6 0,0 0 0,0 0 0,-1-1 0,0 0 0,-1 0 0,0-1 0,0 1 0,-1-2 0,0 1 0,-1-1 0,1 0 0,-1-1 0,-12 7 0,-29 11-1365,3-8-5461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5.430"/>
    </inkml:context>
    <inkml:brush xml:id="br0">
      <inkml:brushProperty name="width" value="0.05" units="cm"/>
      <inkml:brushProperty name="height" value="0.05" units="cm"/>
      <inkml:brushProperty name="color" value="#F6630D"/>
    </inkml:brush>
  </inkml:definitions>
  <inkml:trace contextRef="#ctx0" brushRef="#br0">307 314 24575,'1'-7'0,"1"-1"0,0 1 0,0 0 0,0 0 0,1 0 0,0 0 0,0 0 0,8-10 0,5-16 0,-12 26 0,-1-1 0,0 1 0,0-1 0,-1 0 0,0 0 0,-1 0 0,0 0 0,0-1 0,0 1 0,-1 0 0,-1-11 0,1 18 0,-1 0 0,1 0 0,0 0 0,0 0 0,-1 0 0,1 0 0,-1 0 0,1 0 0,-1 0 0,1 0 0,-1 0 0,1 0 0,-1 0 0,0 1 0,0-1 0,1 0 0,-1 0 0,0 1 0,0-1 0,0 0 0,0 1 0,0-1 0,0 1 0,0-1 0,0 1 0,0 0 0,0-1 0,0 1 0,0 0 0,0 0 0,0-1 0,0 1 0,0 0 0,-2 1 0,-3 0 0,0 0 0,0 1 0,0 0 0,0 0 0,-8 4 0,11-4 0,-1 0 0,1 0 0,-1-1 0,0 1 0,1-1 0,-1 0 0,0 0 0,0-1 0,-5 1 0,8-1 0,-1-1 0,1 0 0,0 0 0,0 0 0,0 0 0,0 0 0,0 0 0,0 0 0,0 0 0,0-1 0,1 1 0,-1 0 0,0 0 0,1-1 0,-1 1 0,0 0 0,1-1 0,0 1 0,-1-1 0,1 1 0,0-1 0,0 1 0,0-3 0,-6-18 0,5 20 0,0 0 0,0 1 0,-1-1 0,1 0 0,0 1 0,-1-1 0,1 0 0,-1 1 0,1 0 0,-1-1 0,0 1 0,0 0 0,1 0 0,-1 0 0,0 0 0,0 0 0,0 1 0,0-1 0,0 0 0,0 1 0,0 0 0,-1-1 0,1 1 0,0 0 0,0 0 0,0 0 0,0 0 0,0 1 0,0-1 0,0 1 0,0-1 0,0 1 0,0-1 0,0 1 0,0 0 0,-2 2 0,-4 1 0,0 0 0,1 1 0,0 0 0,0 1 0,1-1 0,-1 1 0,-7 11 0,1 0 0,1 0 0,1 1 0,1 0 0,1 1 0,0 1 0,1-1 0,1 1 0,1 0 0,1 1 0,1-1 0,1 1 0,0 0 0,2 0 0,1 31 0,0-47 0,1 0 0,-1 0 0,1 0 0,0 0 0,0 0 0,1-1 0,-1 1 0,1 0 0,0-1 0,0 1 0,1-1 0,3 5 0,-4-7 0,0 0 0,0 0 0,0 0 0,0-1 0,0 1 0,0-1 0,0 1 0,0-1 0,1 0 0,-1 0 0,1 0 0,-1 0 0,1 0 0,-1-1 0,1 1 0,-1-1 0,1 0 0,-1 1 0,1-1 0,0 0 0,-1-1 0,1 1 0,-1 0 0,1-1 0,2 0 0,4-2 0,1-1 0,-1 1 0,0-1 0,0-1 0,0 0 0,-1 0 0,0-1 0,0 0 0,0 0 0,-1-1 0,9-10 0,4-6 0,-2 0 0,24-40 0,-17 17 0,27-67 0,-41 89 0,3-1 0,-14 25 0,1 0 0,-1 0 0,0-1 0,1 1 0,-1 0 0,0 0 0,0 0 0,1 0 0,-1-1 0,0 1 0,1 0 0,-1 0 0,0 0 0,1 0 0,-1 0 0,0 0 0,1 0 0,-1 0 0,0 0 0,1 0 0,-1 0 0,1 0 0,-1 0 0,0 0 0,1 0 0,8 12 0,8 49 0,-15-51 0,0 0 0,1 0 0,-1-1 0,2 1 0,-1-1 0,2 0 0,-1 0 0,1 0 0,0 0 0,10 11 0,-14-19 0,0 0 0,1 1 0,-1-1 0,0 0 0,1 0 0,-1 0 0,1 0 0,-1 0 0,1 0 0,0-1 0,-1 1 0,1 0 0,0-1 0,-1 1 0,1-1 0,0 0 0,0 1 0,0-1 0,-1 0 0,3 0 0,-1-1 0,-1 1 0,1-1 0,-1 0 0,1 0 0,-1 0 0,0 0 0,1-1 0,-1 1 0,0 0 0,0-1 0,0 0 0,3-2 0,4-7 0,-1 1 0,1-2 0,-2 1 0,9-16 0,-11 17 0,-4 9 0,21-30 0,-22 31 0,0-1 0,1 1 0,-1-1 0,0 1 0,1 0 0,-1-1 0,1 1 0,-1-1 0,1 1 0,-1 0 0,0-1 0,1 1 0,0 0 0,-1-1 0,1 1 0,-1 0 0,1 0 0,-1 0 0,1-1 0,-1 1 0,1 0 0,0 0 0,-1 0 0,1 0 0,-1 0 0,1 0 0,0 0 0,-1 0 0,1 0 0,-1 1 0,1-1 0,-1 0 0,1 0 0,-1 0 0,1 1 0,-1-1 0,1 0 0,-1 1 0,1-1 0,-1 0 0,1 1 0,-1-1 0,1 1 0,-1-1 0,0 0 0,1 1 0,-1-1 0,0 1 0,1-1 0,-1 1 0,0 0 0,0-1 0,1 1 0,-1-1 0,0 1 0,0 0 0,6 19 0,-2 0 0,0 0 0,-1 1 0,-1-1 0,-1 23 0,1 0 0,2 18 0,16 179 0,-12-182 0,2 0 0,19 58 0,-28-111 0,1-1 0,0 1 0,-1-1 0,2 1 0,-1-1 0,3 4 0,-4-8 0,-1 1 0,0-1 0,0 0 0,0 0 0,0 1 0,0-1 0,1 0 0,-1 0 0,0 0 0,0 0 0,0 1 0,1-1 0,-1 0 0,0 0 0,0 0 0,1 0 0,-1 0 0,0 0 0,0 1 0,1-1 0,-1 0 0,0 0 0,1 0 0,-1 0 0,0 0 0,0 0 0,1 0 0,-1 0 0,0 0 0,0 0 0,1 0 0,-1-1 0,0 1 0,0 0 0,1 0 0,-1 0 0,1-1 0,0-1 0,0 1 0,-1 0 0,1-1 0,0 1 0,-1 0 0,1-1 0,-1 1 0,0-1 0,1 1 0,-1-1 0,0-1 0,3-37 0,-1 1 0,-6-78 0,-22-81 0,21 167 0,-21-114 0,-13-104 0,39 247 0,-1-7 0,1 0 0,-1-1 0,2 1 0,1-13 0,-2 20 0,0 0 0,1 0 0,-1 1 0,1-1 0,-1 0 0,1 0 0,0 1 0,0-1 0,0 1 0,-1-1 0,2 0 0,-1 1 0,0 0 0,0-1 0,0 1 0,1 0 0,-1-1 0,1 1 0,-1 0 0,1 0 0,-1 0 0,1 1 0,0-1 0,-1 0 0,1 0 0,0 1 0,-1-1 0,4 1 0,2-1 0,1 1 0,0 0 0,0 0 0,0 1 0,0 0 0,0 1 0,-1-1 0,1 2 0,9 3 0,7 4 0,33 18 0,-48-23 0,-1 0 0,1 1 0,-1 0 0,0 0 0,-1 1 0,1 0 0,-1 0 0,-1 1 0,0 0 0,0 0 0,6 10 0,-10-13 0,1 0 0,-1 1 0,0 0 0,0-1 0,0 1 0,-1 0 0,0 0 0,0 0 0,-1 0 0,1 0 0,-1 0 0,-1 0 0,1 0 0,-1 0 0,0-1 0,0 1 0,-1 0 0,0 0 0,-4 9 0,0-4-114,0 0 1,-1 0-1,0-1 0,-1 0 0,0-1 1,0 0-1,-1 0 0,0 0 0,-1-1 1,0-1-1,-16 10 0,-4 0-6712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5.865"/>
    </inkml:context>
    <inkml:brush xml:id="br0">
      <inkml:brushProperty name="width" value="0.05" units="cm"/>
      <inkml:brushProperty name="height" value="0.05" units="cm"/>
      <inkml:brushProperty name="color" value="#F6630D"/>
    </inkml:brush>
  </inkml:definitions>
  <inkml:trace contextRef="#ctx0" brushRef="#br0">1 141 24575,'2'0'0,"0"0"0,0 0 0,0 1 0,0-1 0,0 1 0,0-1 0,0 1 0,0 0 0,0 0 0,0 0 0,0 0 0,0 0 0,-1 0 0,1 0 0,0 0 0,-1 1 0,1-1 0,-1 1 0,0-1 0,1 1 0,-1 0 0,0 0 0,0-1 0,0 1 0,0 0 0,0 0 0,0 0 0,-1 0 0,1 0 0,-1 0 0,1 2 0,1 9 0,0 0 0,-1-1 0,0 1 0,-2 13 0,1-11 0,0 53 0,2 0 0,4 0 0,23 115 0,-29-183 0,1 4 0,0 0 0,0 0 0,0 0 0,1 0 0,-1-1 0,1 1 0,4 6 0,-6-10 0,0 0 0,0 1 0,0-1 0,1 0 0,-1 0 0,0 0 0,0 0 0,0 0 0,0 0 0,0 0 0,1 0 0,-1 0 0,0 1 0,0-1 0,0 0 0,0 0 0,1 0 0,-1 0 0,0 0 0,0 0 0,0 0 0,0 0 0,1 0 0,-1 0 0,0 0 0,0 0 0,0 0 0,0 0 0,1-1 0,-1 1 0,0 0 0,0 0 0,0 0 0,0 0 0,1 0 0,-1 0 0,0 0 0,0 0 0,0 0 0,0-1 0,0 1 0,0 0 0,0 0 0,1 0 0,-1 0 0,0 0 0,0-1 0,0 1 0,0 0 0,0 0 0,0 0 0,0 0 0,0-1 0,0 1 0,0 0 0,0 0 0,3-13 0,2-36 0,-3-87 0,-2 19 0,0 112 0,14-163 0,-11 146 0,1 0 0,1 0 0,2 1 0,0 0 0,15-32 0,-20 49 0,0 0 0,1 0 0,0 0 0,0 0 0,0 0 0,0 0 0,0 1 0,1 0 0,6-5 0,-9 7 0,0 1 0,0-1 0,1 0 0,-1 1 0,0-1 0,0 1 0,1-1 0,-1 1 0,0 0 0,1 0 0,-1 0 0,1 0 0,-1-1 0,0 2 0,1-1 0,-1 0 0,0 0 0,1 0 0,-1 1 0,0-1 0,1 0 0,-1 1 0,0 0 0,0-1 0,1 1 0,-1 0 0,0-1 0,0 1 0,0 0 0,0 0 0,0 0 0,0 0 0,0 0 0,0 0 0,-1 0 0,1 0 0,0 0 0,0 2 0,3 4 0,-1 0 0,0 0 0,0 0 0,-1 0 0,1 0 0,-2 0 0,1 1 0,-1-1 0,0 1 0,-1-1 0,1 1 0,-2 10 0,-1 2 0,-1 0 0,0-1 0,-10 30 0,9-35 43,-2 1 0,0-2-1,0 1 1,-1-1 0,-1 0-1,0 0 1,-17 19 0,19-25-150,0-1 0,0-1 1,0 1-1,0-1 0,-1 0 1,0 0-1,0-1 0,0 0 1,-1 0-1,1-1 0,-1 0 1,0 0-1,0-1 0,0 0 1,-12 1-1,-6-2-6719</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6.361"/>
    </inkml:context>
    <inkml:brush xml:id="br0">
      <inkml:brushProperty name="width" value="0.05" units="cm"/>
      <inkml:brushProperty name="height" value="0.05" units="cm"/>
      <inkml:brushProperty name="color" value="#F6630D"/>
    </inkml:brush>
  </inkml:definitions>
  <inkml:trace contextRef="#ctx0" brushRef="#br0">5417 461 24575,'9'-9'0,"4"-2"0,-1-2 0,-1 1 0,0-1 0,17-28 0,-26 37 0,0 0 0,0 0 0,-1 0 0,1 0 0,-1-1 0,0 1 0,0-1 0,0 1 0,-1 0 0,1-1 0,-1 1 0,0-1 0,-1 1 0,1-1 0,-1 1 0,0-1 0,0 1 0,0 0 0,0-1 0,-1 1 0,0 0 0,0 0 0,-5-7 0,-1 0 0,-1 0 0,0 0 0,-1 1 0,-1 1 0,1-1 0,-2 2 0,1-1 0,-1 2 0,0-1 0,-1 2 0,-14-6 0,-19-7 0,-92-23 0,32 18-583,-1 5 0,-118-6 0,-226 15-1919,119 22 1661,1 15-1,1 15 1,3 14 0,-484 147-1,553-117 273,-305 145 0,390-146 189,5 7 1,-243 177-1,318-197 291,-89 87 0,140-117 114,2 2 0,2 2 0,-61 96 0,87-122 103,0 2 0,1 0 0,2 0 0,0 1 0,1 0 0,-8 43 1,14-53 39,1 0 0,0-1 1,1 1-1,1 0 0,-1 0 1,2 0-1,0 0 0,1-1 1,0 1-1,0-1 0,1 0 1,1 0-1,0 0 0,9 13 1,-4-9-105,2-1-1,0 0 1,0 0 0,1-2 0,1 1 0,1-2 0,-1 0 0,2 0 0,0-2-1,33 17 1,-6-7 229,1-3 1,0-1-1,67 14 0,-8-9-346,206 15 0,116-32-692,561-88-1883,-9-98 554,-223-19 2113,-26-72-237,-587 207-167,174-109-1,-260 140 461,-2-3-1,-2-1 1,-1-4-1,-2-1 1,74-90-1,-106 114 96,-1-1-1,-2-1 1,0 0 0,-1 0 0,-1-1 0,9-32-1,-15 42 28,-2-1-1,0 0 0,-1 0 0,0 0 0,-1 0 1,-1-1-1,0 1 0,-1 0 0,0 0 0,-1 0 1,-1 0-1,-6-20 0,1 16-168,0 0 0,-1 1 1,0-1-1,-2 2 0,0-1 0,-1 2 0,0-1 1,-1 2-1,-1 0 0,0 0 0,-1 1 0,-30-19 1,3 6 278,0 2 1,-1 2-1,-2 1 1,-49-14 0,-1 5-172,-1 4 0,-185-25 1,150 38 83,-222 7-1,25 41-931,202-12-2767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6.967"/>
    </inkml:context>
    <inkml:brush xml:id="br0">
      <inkml:brushProperty name="width" value="0.05" units="cm"/>
      <inkml:brushProperty name="height" value="0.05" units="cm"/>
      <inkml:brushProperty name="color" value="#F6630D"/>
    </inkml:brush>
  </inkml:definitions>
  <inkml:trace contextRef="#ctx0" brushRef="#br0">56 385 24575,'-4'0'0,"0"0"0,-1 1 0,1 0 0,-1-1 0,1 2 0,0-1 0,0 0 0,-1 1 0,1 0 0,0 0 0,-4 3 0,8-3 0,5-2 0,10-1 0,-13 1 0,768-133-1894,1169-125-1438,-1820 246 367</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17.198"/>
    </inkml:context>
    <inkml:brush xml:id="br0">
      <inkml:brushProperty name="width" value="0.05" units="cm"/>
      <inkml:brushProperty name="height" value="0.05" units="cm"/>
      <inkml:brushProperty name="color" value="#F6630D"/>
    </inkml:brush>
  </inkml:definitions>
  <inkml:trace contextRef="#ctx0" brushRef="#br0">34 499 24575,'-33'20'0,"33"-20"0,0 0 0,0 0 0,0 1 0,0-1 0,0 0 0,0 0 0,-1 0 0,1 0 0,0 1 0,0-1 0,0 0 0,0 0 0,0 0 0,0 0 0,0 0 0,0 1 0,1-1 0,-1 0 0,0 0 0,0 0 0,0 0 0,0 1 0,0-1 0,0 0 0,0 0 0,0 0 0,0 0 0,0 0 0,0 0 0,1 1 0,-1-1 0,0 0 0,0 0 0,0 0 0,0 0 0,0 0 0,0 0 0,1 0 0,-1 0 0,0 0 0,0 0 0,0 0 0,0 1 0,0-1 0,1 0 0,-1 0 0,0 0 0,0 0 0,0 0 0,0 0 0,1 0 0,-1 0 0,0-1 0,0 1 0,0 0 0,0 0 0,1 0 0,-1 0 0,0 0 0,0 0 0,0 0 0,0 0 0,1 0 0,16-2 0,376-82-720,-230 44 280,788-166-1940,-136 31 997,-741 158-1885</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4.384"/>
    </inkml:context>
    <inkml:brush xml:id="br0">
      <inkml:brushProperty name="width" value="0.05" units="cm"/>
      <inkml:brushProperty name="height" value="0.05" units="cm"/>
      <inkml:brushProperty name="color" value="#F6630D"/>
    </inkml:brush>
  </inkml:definitions>
  <inkml:trace contextRef="#ctx0" brushRef="#br0">1508 19 24575,'-67'-7'0,"13"1"0,-95 0 0,0 7 0,0 6 0,0 7 0,1 7 0,-181 48 0,319-66 0,-138 43 0,133-40 0,1 1 0,-1 0 0,1 0 0,1 1 0,-1 1 0,1 1 0,-17 16 0,27-24 0,1 1 0,-1 0 0,1 0 0,0 0 0,-1 0 0,1 0 0,1 0 0,-1 1 0,1-1 0,-1 0 0,1 1 0,0 0 0,0-1 0,0 1 0,1 0 0,-1-1 0,1 8 0,1-8 0,-1 1 0,1 0 0,0 0 0,1 0 0,-1-1 0,1 1 0,-1-1 0,1 1 0,0-1 0,0 1 0,1-1 0,-1 0 0,1 0 0,-1 0 0,1-1 0,0 1 0,4 2 0,9 7 0,1-1 0,0-1 0,1 0 0,0-2 0,0 0 0,21 6 0,123 27 0,288 22-449,6-39 0,-24-21 449,-5-36 0,-415 31 0,124-22 0,-122 21 0,0-1 0,-1 0 0,1-2 0,-1 1 0,0-2 0,-1 1 0,16-12 0,-26 16 7,0 1-1,0-1 0,0 1 1,0-1-1,0 0 0,0 0 1,-1 0-1,1 0 1,-1 0-1,1 0 0,-1 0 1,0-1-1,0 1 0,0 0 1,0-1-1,0 1 1,-1-1-1,1 1 0,-1-1 1,0 1-1,1-5 0,-2 4 17,0-1-1,0 0 0,0 1 0,0-1 0,0 1 0,-1-1 0,0 1 0,0 0 0,0-1 0,0 1 0,0 0 0,0 0 0,-4-2 0,-8-8 68,0 0 0,-1 1 0,-1 1-1,-24-14 1,-18-6-90,-2 2 0,-1 3 0,-77-22 0,-197-31 0,20 40 342,246 37-911,0 2 0,-106 14 0,108-3-6257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4.870"/>
    </inkml:context>
    <inkml:brush xml:id="br0">
      <inkml:brushProperty name="width" value="0.05" units="cm"/>
      <inkml:brushProperty name="height" value="0.05" units="cm"/>
      <inkml:brushProperty name="color" value="#F6630D"/>
    </inkml:brush>
  </inkml:definitions>
  <inkml:trace contextRef="#ctx0" brushRef="#br0">70 0 24575,'1'2'0,"1"0"0,-1 0 0,1 0 0,-1 1 0,0-1 0,0 0 0,0 1 0,0-1 0,0 1 0,0-1 0,-1 1 0,1 2 0,1 35 0,-2-26 0,-21 448 0,10-322 0,-10 99 262,-11 219-1889,31-432-5199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5.230"/>
    </inkml:context>
    <inkml:brush xml:id="br0">
      <inkml:brushProperty name="width" value="0.05" units="cm"/>
      <inkml:brushProperty name="height" value="0.05" units="cm"/>
      <inkml:brushProperty name="color" value="#F6630D"/>
    </inkml:brush>
  </inkml:definitions>
  <inkml:trace contextRef="#ctx0" brushRef="#br0">11 0 24575,'-11'1'0,"14"2"0,21 3 0,308 31 45,6-24-207,-291-12 96,257 9-801,589 1 802,-840-12 61,-15 0 4,-1 0 0,64-12 0,-90 10 660,-10 3-685,-1 0-1,0 0 1,0 0 0,0-1 0,1 1 0,-1 0 0,0 0-1,0 0 1,0 0 0,0 0 0,1 0 0,-1 0-1,0 0 1,0 0 0,0 0 0,0 0 0,1-1-1,-1 1 1,0 0 0,0 0 0,0 0 0,0 0 0,0 0-1,0-1 1,0 1 0,1 0 0,-1 0 0,0 0-1,0 0 1,0-1 0,0 1 0,0 0 0,0 0-1,0 0 1,0-1 0,0 1 0,0 0 0,0 0 0,0 0-1,0-1 1,0 1 0,0 0 0,0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5.654"/>
    </inkml:context>
    <inkml:brush xml:id="br0">
      <inkml:brushProperty name="width" value="0.05" units="cm"/>
      <inkml:brushProperty name="height" value="0.05" units="cm"/>
      <inkml:brushProperty name="color" value="#F6630D"/>
    </inkml:brush>
  </inkml:definitions>
  <inkml:trace contextRef="#ctx0" brushRef="#br0">119 69 24575,'-4'-9'0,"-1"1"0,-1 0 0,-10-12 0,15 18 0,0 0 0,-1 0 0,0 0 0,1 1 0,-1-1 0,0 1 0,0-1 0,0 1 0,0 0 0,0-1 0,0 1 0,0 0 0,0 0 0,0 1 0,-1-1 0,1 0 0,0 1 0,-1 0 0,1-1 0,-3 1 0,3 1 0,1-1 0,-1 1 0,1 0 0,-1 0 0,1 0 0,0 0 0,0 0 0,-1 0 0,1 0 0,0 0 0,0 0 0,0 1 0,0-1 0,0 0 0,0 1 0,0-1 0,1 1 0,-1-1 0,0 1 0,1-1 0,0 1 0,-1 0 0,1-1 0,0 1 0,-1 1 0,-2 49 0,3-43 0,-7 246 0,-1 120 0,10-225 0,23 158 0,-24-283 275,-1-20-548,1 1-1,-1-1 1,1 1 0,0-1-1,3 10 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8.101"/>
    </inkml:context>
    <inkml:brush xml:id="br0">
      <inkml:brushProperty name="width" value="0.05" units="cm"/>
      <inkml:brushProperty name="height" value="0.05" units="cm"/>
      <inkml:brushProperty name="color" value="#F6630D"/>
    </inkml:brush>
  </inkml:definitions>
  <inkml:trace contextRef="#ctx0" brushRef="#br0">0 25 24575,'38'14'0,"12"-7"0,-1-2 0,1-2 0,64-5 0,-37-5 0,107-23 0,-179 29 0,0 0 0,0 0 0,0-1 0,0 0 0,7-3 0,-10 3-1365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9.494"/>
    </inkml:context>
    <inkml:brush xml:id="br0">
      <inkml:brushProperty name="width" value="0.05" units="cm"/>
      <inkml:brushProperty name="height" value="0.05" units="cm"/>
      <inkml:brushProperty name="color" value="#F6630D"/>
    </inkml:brush>
  </inkml:definitions>
  <inkml:trace contextRef="#ctx0" brushRef="#br0">18 218 24575,'-2'-3'0,"0"0"0,0 0 0,0 0 0,1 0 0,-1-1 0,1 1 0,0 0 0,-1-1 0,2 1 0,-1-1 0,0 1 0,1-1 0,-1 1 0,1-1 0,0 1 0,1-7 0,0-1 0,1-1 0,0 1 0,6-20 0,-6 24 0,1 0 0,0 0 0,0 1 0,1-1 0,-1 1 0,8-10 0,-10 16 0,0-1 0,0 0 0,0 0 0,-1 0 0,1 0 0,0 1 0,0-1 0,0 0 0,0 1 0,0-1 0,0 1 0,0-1 0,1 1 0,-1 0 0,0-1 0,0 1 0,0 0 0,0 0 0,2 0 0,-1 0 0,-1 1 0,1-1 0,-1 1 0,0 0 0,1-1 0,-1 1 0,0 0 0,0 0 0,1 0 0,-1 0 0,0 0 0,0 0 0,0 0 0,0 1 0,-1-1 0,1 0 0,0 0 0,0 1 0,-1-1 0,1 2 0,7 13 0,-2 1 0,0 0 0,-1 0 0,4 23 0,6 76 0,-9-66 0,0 3 0,-1 60 0,-4-150 0,1 0 0,14-72 0,-5 66 0,27-69 0,-33 100 0,0 0 0,1 0 0,1 0 0,0 1 0,1 0 0,0 0 0,0 1 0,1 0 0,1 1 0,11-10 0,-19 17 0,1 0 0,-1 0 0,1 0 0,0 1 0,-1-1 0,1 1 0,0 0 0,0 0 0,0 0 0,0 0 0,0 0 0,0 1 0,0-1 0,0 1 0,1 0 0,-1 0 0,0 0 0,0 1 0,0-1 0,0 0 0,6 3 0,-5-1 0,-1 0 0,1 0 0,-1 0 0,0 1 0,1-1 0,-1 1 0,0 0 0,-1 0 0,1 0 0,-1 0 0,1 0 0,-1 1 0,0-1 0,0 1 0,0-1 0,1 7 0,4 8 0,-2 1 0,0 1 0,-1-1 0,-1 0 0,-1 1 0,-1 0 0,-1 24 0,-2-7 0,-2 0 0,-15 68 0,26-125 0,2 0 0,1 0 0,0 1 0,26-35 0,-21 30 0,-5 9 0,30-42 0,-37 53 0,0 0 0,1 1 0,-1-1 0,1 1 0,0 0 0,0 0 0,0 0 0,1 0 0,-1 1 0,1 0 0,5-2 0,-8 3 0,0 1 0,0 0 0,0-1 0,0 1 0,0 0 0,0 0 0,0 0 0,0 1 0,0-1 0,0 0 0,0 1 0,0-1 0,-1 1 0,1 0 0,0 0 0,0-1 0,0 1 0,-1 1 0,1-1 0,0 0 0,-1 0 0,1 0 0,-1 1 0,1-1 0,-1 1 0,0-1 0,0 1 0,1 0 0,-1 0 0,1 2 0,3 7 0,0-1 0,-1 1 0,0 0 0,3 12 0,-6-19 0,9 35-341,-1 0 0,-2 0-1,3 62 1,-9-81-6485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9.679"/>
    </inkml:context>
    <inkml:brush xml:id="br0">
      <inkml:brushProperty name="width" value="0.05" units="cm"/>
      <inkml:brushProperty name="height" value="0.05" units="cm"/>
      <inkml:brushProperty name="color" value="#F6630D"/>
    </inkml:brush>
  </inkml:definitions>
  <inkml:trace contextRef="#ctx0" brushRef="#br0">0 4 24575,'3'-3'0,"1"2"0,-1 5 0,-3 6 0,-1 8 0,-1 6 0,-1 5 0,2 6 0,-1 3 0,2 1 0,-1-1 0,1-1 0,0-1 0,3-4 0,1-4 0,-1-8-8191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29.835"/>
    </inkml:context>
    <inkml:brush xml:id="br0">
      <inkml:brushProperty name="width" value="0.05" units="cm"/>
      <inkml:brushProperty name="height" value="0.05" units="cm"/>
      <inkml:brushProperty name="color" value="#F6630D"/>
    </inkml:brush>
  </inkml:definitions>
  <inkml:trace contextRef="#ctx0" brushRef="#br0">114 52 24575,'-2'-3'0,"-8"-4"0,-4-3 0,-3 0 0,-1 1 0,-1 3 0,1 2 0,2 1-8191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0.060"/>
    </inkml:context>
    <inkml:brush xml:id="br0">
      <inkml:brushProperty name="width" value="0.05" units="cm"/>
      <inkml:brushProperty name="height" value="0.05" units="cm"/>
      <inkml:brushProperty name="color" value="#F6630D"/>
    </inkml:brush>
  </inkml:definitions>
  <inkml:trace contextRef="#ctx0" brushRef="#br0">36 0 24575,'-3'0'0,"-4"0"0,0 3 0,0 7 0,2 7 0,2 6 0,1 9 0,1 9 0,0 7 0,1 7 0,1 5 0,-1 1 0,0-2 0,1-1 0,-1-6 0,0-5 0,0-8 0,0-11-8191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0.384"/>
    </inkml:context>
    <inkml:brush xml:id="br0">
      <inkml:brushProperty name="width" value="0.05" units="cm"/>
      <inkml:brushProperty name="height" value="0.05" units="cm"/>
      <inkml:brushProperty name="color" value="#F6630D"/>
    </inkml:brush>
  </inkml:definitions>
  <inkml:trace contextRef="#ctx0" brushRef="#br0">156 11 24575,'11'-10'0,"-8"11"0,-5 10 0,-2-2 0,-1 0 0,-1-1 0,1 0 0,-1 0 0,0 0 0,-1-1 0,0 0 0,0 0 0,-14 9 0,4-1 0,-53 45 0,69-60 0,0 1 0,1 0 0,-1 0 0,1-1 0,-1 1 0,1 0 0,-1 0 0,1-1 0,0 1 0,-1 0 0,1 0 0,0 0 0,0 0 0,0 0 0,-1 0 0,1-1 0,0 1 0,0 0 0,0 0 0,1 0 0,-1 0 0,0 0 0,0 0 0,0 0 0,1-1 0,-1 1 0,0 0 0,1 0 0,-1 0 0,1-1 0,-1 1 0,1 0 0,-1 0 0,1-1 0,-1 1 0,1 0 0,0-1 0,0 1 0,6 6 0,0-2 0,0 1 0,10 5 0,3 3 0,22 26 212,-28-26-527,1 0-1,1 0 1,0-1-1,32 18 1,-26-19-6511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1.288"/>
    </inkml:context>
    <inkml:brush xml:id="br0">
      <inkml:brushProperty name="width" value="0.05" units="cm"/>
      <inkml:brushProperty name="height" value="0.05" units="cm"/>
      <inkml:brushProperty name="color" value="#F6630D"/>
    </inkml:brush>
  </inkml:definitions>
  <inkml:trace contextRef="#ctx0" brushRef="#br0">134 227 24575,'-42'-55'0,"45"58"0,1-1 0,0 0 0,0 0 0,0-1 0,0 1 0,0-1 0,0 0 0,0 0 0,0 0 0,0-1 0,1 1 0,-1-1 0,5 0 0,-7 0 0,1-1 0,0 1 0,-1 0 0,1-1 0,-1 1 0,1-1 0,-1 0 0,1 0 0,-1 0 0,0 0 0,5-2 0,-6 2 0,0 0 0,0-1 0,0 1 0,0 0 0,0 0 0,0 0 0,0-1 0,0 1 0,-1 0 0,1-1 0,0 1 0,-1 0 0,1-1 0,-1 1 0,0-1 0,1 1 0,-1-1 0,0 1 0,0-1 0,0 1 0,0-1 0,-1-2 0,0-3 0,0 1 0,-1-1 0,-1 0 0,1 1 0,-1-1 0,0 1 0,0 0 0,-1 0 0,1 0 0,-10-10 0,7 9 0,-1 0 0,1 0 0,-2 0 0,1 1 0,-1 0 0,0 0 0,-10-5 0,16 10 0,0 0 0,0 0 0,0 0 0,0 0 0,0 1 0,0-1 0,0 0 0,0 1 0,-1 0 0,1 0 0,0 0 0,0 0 0,0 0 0,0 0 0,0 0 0,-1 0 0,1 1 0,0-1 0,-4 3 0,4-2 0,0 1 0,-1-1 0,1 1 0,0 0 0,0 0 0,0 0 0,0 0 0,0 0 0,1 1 0,-1-1 0,1 0 0,-1 1 0,0 3 0,-2 5 0,0 0 0,1 0 0,0 0 0,1 1 0,0-1 0,0 15 0,2-2 0,1 1 0,1-1 0,1 0 0,1 0 0,11 39 0,-10-48 0,1 1 0,0-1 0,1 0 0,0 0 0,1-1 0,1 0 0,0-1 0,1 0 0,15 16 0,-22-26 0,0 0 0,1 0 0,-1 0 0,1 0 0,0-1 0,0 1 0,0-1 0,0 0 0,0 0 0,0-1 0,0 1 0,1-1 0,-1 0 0,0 0 0,1 0 0,-1-1 0,10 1 0,-9-2 0,0 0 0,0 0 0,-1-1 0,1 0 0,0 0 0,0 0 0,-1 0 0,1 0 0,-1-1 0,0 0 0,0 0 0,0 0 0,0-1 0,0 1 0,5-8 0,2-3 0,-1-1 0,0 1 0,-1-2 0,-1 1 0,7-19 0,28-87 0,-34 91 0,-5 17 0,1 1 0,-1 0 0,-1 0 0,0 0 0,0-1 0,-1 0 0,-1 1 0,0-19 0,-3 27 0,-3 11 0,-2 10 0,3-3 0,1 1 0,0 0 0,1-1 0,1 1 0,0 0 0,2 24 0,-1-35 0,1 0 0,-1 1 0,1-1 0,0 0 0,0 0 0,0 0 0,0-1 0,1 1 0,0 0 0,-1 0 0,1-1 0,1 1 0,-1-1 0,0 0 0,1 0 0,0 1 0,0-2 0,0 1 0,0 0 0,0-1 0,0 1 0,1-1 0,-1 0 0,1 0 0,0 0 0,-1-1 0,1 1 0,6 1 0,-2-2 0,0 0 0,0 0 0,0 0 0,0-1 0,0 0 0,0-1 0,0 0 0,0 0 0,0-1 0,-1 0 0,1 0 0,0-1 0,-1 0 0,0 0 0,0-1 0,0 0 0,0 0 0,0 0 0,-1-1 0,1 0 0,-1 0 0,8-10 0,1-3 0,-1 0 0,-1-1 0,-1 0 0,0-1 0,-2 0 0,15-37 0,-25 56 0,2-4 0,1-1 0,-2 0 0,1 1 0,0-1 0,0-10 0,-2 16 0,0 0 0,0 0 0,0 0 0,0-1 0,0 1 0,0 0 0,0 0 0,0 0 0,1 0 0,-1 0 0,0 0 0,0 0 0,0 0 0,0-1 0,0 1 0,0 0 0,0 0 0,0 0 0,-1 0 0,1 0 0,0 0 0,0 0 0,0 0 0,0 0 0,0-1 0,0 1 0,0 0 0,0 0 0,0 0 0,0 0 0,0 0 0,0 0 0,0 0 0,0 0 0,0 0 0,0 0 0,-1 0 0,1 0 0,0 0 0,0-1 0,0 1 0,0 0 0,0 0 0,0 0 0,0 0 0,0 0 0,0 0 0,-1 0 0,1 0 0,0 0 0,0 0 0,0 0 0,0 0 0,0 0 0,0 0 0,0 0 0,0 0 0,0 0 0,-1 0 0,1 1 0,0-1 0,0 0 0,0 0 0,-7 8 0,-5 13 0,1 14 0,1-1 0,1 2 0,-7 68 0,12-37 0,3 83 0,8-71 0,22 98 0,-12-84 0,-16-86 0,0 1 0,0 0 0,-1-1 0,1 1 0,-2 0 0,0 9 0,1-16 0,-1 0 0,1 1 0,0-1 0,-1 0 0,1 0 0,-1 0 0,1 0 0,-1 0 0,1 0 0,-1 0 0,0 0 0,1 0 0,-1 0 0,0-1 0,0 1 0,0 0 0,0 0 0,0-1 0,-2 2 0,2-2 0,-1 1 0,0-1 0,0 0 0,0 0 0,1 0 0,-1 0 0,0 0 0,0 0 0,0 0 0,1-1 0,-1 1 0,0 0 0,0-1 0,0 0 0,1 1 0,-4-3 0,-3-2 0,-1 0 0,1 0 0,0-1 0,1 0 0,0-1 0,0 1 0,0-1 0,1-1 0,0 1 0,0-1 0,1 0 0,0-1 0,0 1 0,1-1 0,0 0 0,-5-16 0,6 14 0,0 0 0,1-1 0,0 1 0,0-1 0,1 0 0,1 0 0,0 1 0,0-1 0,2 0 0,-1 0 0,1 1 0,1-1 0,5-14 0,-4 17 0,1 1 0,0-1 0,0 2 0,0-1 0,1 0 0,0 1 0,1 0 0,0 1 0,0-1 0,0 1 0,1 1 0,-1-1 0,1 1 0,1 1 0,-1-1 0,1 1 0,0 1 0,0 0 0,0 0 0,0 1 0,0 0 0,1 0 0,-1 1 0,0 0 0,1 1 0,-1 0 0,10 1 0,-14 0 38,-1 0 0,1-1 0,-1 1 0,0 1 0,1-1 0,-1 1 0,0-1 0,6 5 0,-8-5-133,0 0 0,0 1 0,0-1 0,-1 1 1,1-1-1,0 1 0,-1 0 0,1-1 0,-1 1 0,0 0 1,0 0-1,1 0 0,-1 0 0,0 0 0,-1 1 1,1-1-1,1 4 0,-1 10-6731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6.974"/>
    </inkml:context>
    <inkml:brush xml:id="br0">
      <inkml:brushProperty name="width" value="0.05" units="cm"/>
      <inkml:brushProperty name="height" value="0.05" units="cm"/>
      <inkml:brushProperty name="color" value="#F6630D"/>
    </inkml:brush>
  </inkml:definitions>
  <inkml:trace contextRef="#ctx0" brushRef="#br0">0 1 24575,'6'1'0,"-1"0"0,0 0 0,0 1 0,1 0 0,-1 0 0,8 5 0,40 22 0,-49-27 0,50 33-101,-2 2 0,-1 3 0,-2 1 0,69 76-1,152 213-403,-142-153-132,175 319 0,-270-434-5269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7.284"/>
    </inkml:context>
    <inkml:brush xml:id="br0">
      <inkml:brushProperty name="width" value="0.05" units="cm"/>
      <inkml:brushProperty name="height" value="0.05" units="cm"/>
      <inkml:brushProperty name="color" value="#F6630D"/>
    </inkml:brush>
  </inkml:definitions>
  <inkml:trace contextRef="#ctx0" brushRef="#br0">1 227 24575,'12'12'0,"0"0"0,1-1 0,1-1 0,25 16 0,-28-21 0,-1 0 0,1-1 0,0 0 0,0 0 0,1-2 0,-1 1 0,22 1 0,-19-4 0,-1 0 0,0 0 0,1-1 0,-1-1 0,0 0 0,0-1 0,0-1 0,0 0 0,-1 0 0,0-1 0,16-9 0,-19 9 0,-1 0 0,1-1 0,-1 0 0,0-1 0,-1 1 0,1-2 0,-1 1 0,-1-1 0,1 0 0,-2 0 0,1-1 0,-1 0 0,0 0 0,-1 0 0,5-13 0,-2-7 0,0 0 0,2-48 0,-8 70 0,3-8 171,0 19 0,3 25-1878,-1 0-5119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9.241"/>
    </inkml:context>
    <inkml:brush xml:id="br0">
      <inkml:brushProperty name="width" value="0.05" units="cm"/>
      <inkml:brushProperty name="height" value="0.05" units="cm"/>
      <inkml:brushProperty name="color" value="#F6630D"/>
    </inkml:brush>
  </inkml:definitions>
  <inkml:trace contextRef="#ctx0" brushRef="#br0">10 155 24575,'1'-1'0,"0"1"0,-1 0 0,1-1 0,0 1 0,-1 0 0,1-1 0,0 1 0,-1-1 0,1 1 0,0-1 0,-1 1 0,1-1 0,-1 0 0,1 1 0,-1-1 0,1 0 0,-1 1 0,0-1 0,1 0 0,-1 1 0,0-1 0,0 0 0,1 0 0,-1 1 0,0-1 0,0 0 0,0 0 0,0 0 0,0 1 0,0-1 0,0 0 0,0 0 0,0 0 0,0 1 0,0-1 0,-1 0 0,1 0 0,0 1 0,-1-1 0,1 0 0,0 1 0,-1-1 0,1 0 0,-1 1 0,1-1 0,-1 0 0,1 1 0,-1-1 0,0 1 0,1-1 0,-1 1 0,0-1 0,1 1 0,-1 0 0,0-1 0,1 1 0,-1 0 0,0-1 0,0 1 0,1 0 0,-1 0 0,0 0 0,0 0 0,0 0 0,1 0 0,-1 0 0,0 0 0,-1 0 0,17-6 0,0 0 0,1 1 0,-1 0 0,1 1 0,1 1 0,21-2 0,-18 3 0,780-67 0,5 57 0,-723 12 0,-10-1 0,90 10 0,-162-9 0,6 0 0,0 1 0,0 0 0,0 1 0,0-1 0,6 4 0,-11-5 0,1 1 0,-1-1 0,0 1 0,0 0 0,0 0 0,0-1 0,0 1 0,0 0 0,0 0 0,-1 0 0,1 0 0,0 0 0,0 0 0,-1 0 0,1 0 0,0 0 0,-1 0 0,1 1 0,-1-1 0,0 0 0,1 0 0,-1 0 0,0 1 0,0-1 0,0 0 0,0 1 0,0-1 0,0 0 0,0 0 0,-1 3 0,-15 72 0,-4 21 0,6 51 0,9 201 0,5-242 0,0-106 0,12 344 0,-7-294 0,2 1 0,3-1 0,2 0 0,29 79 0,-34-114 0,0 1 0,2-1 0,0-1 0,0 1 0,2-2 0,0 1 0,20 20 0,-21-26 0,0 0 0,1-1 0,-1 0 0,2-1 0,-1 0 0,1-1 0,0 0 0,0-1 0,0-1 0,1 1 0,14 1 0,278 33 0,-148-24 0,3571 487-4559,-864-135 3415,-2757-354 1315,400 40 356,-170-33 3609,-300-19-3878,2 0 48,71 10-1,105 26-305,76 14 0,-210-35 0,53 12 0,-119-24-455,-1-1 0,23 1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39.631"/>
    </inkml:context>
    <inkml:brush xml:id="br0">
      <inkml:brushProperty name="width" value="0.05" units="cm"/>
      <inkml:brushProperty name="height" value="0.05" units="cm"/>
      <inkml:brushProperty name="color" value="#F6630D"/>
    </inkml:brush>
  </inkml:definitions>
  <inkml:trace contextRef="#ctx0" brushRef="#br0">83 14 24575,'-6'-2'0,"0"-1"0,0 1 0,0 0 0,-11-1 0,15 2 0,-1 1 0,1 0 0,0-1 0,0 1 0,-1 0 0,1 0 0,0 1 0,0-1 0,-1 0 0,1 1 0,0-1 0,0 1 0,0 0 0,0 0 0,-4 2 0,5-3 0,1 0 0,0 0 0,0 1 0,0-1 0,-1 0 0,1 0 0,0 1 0,0-1 0,0 0 0,0 0 0,0 1 0,0-1 0,-1 0 0,1 1 0,0-1 0,0 0 0,0 1 0,0-1 0,0 0 0,0 0 0,0 1 0,0-1 0,0 0 0,0 1 0,0-1 0,1 0 0,-1 1 0,0-1 0,0 0 0,0 0 0,0 1 0,1-1 0,9 12 0,17 7 0,-25-18 0,33 18 0,1-1 0,39 13 0,-47-21 0,0 1 0,-2 1 0,1 1 0,-2 2 0,34 24 0,-55-36 0,-1 0 0,0 0 0,1 0 0,-1 0 0,-1 1 0,1-1 0,0 1 0,-1 0 0,0 0 0,0 0 0,0 0 0,0 0 0,-1 0 0,1 0 0,-1 1 0,0-1 0,0 7 0,-1-6 0,0 0 0,-1 0 0,0-1 0,0 1 0,0 0 0,0-1 0,-1 1 0,0-1 0,0 1 0,0-1 0,0 0 0,-1 1 0,0-1 0,0-1 0,-6 8 0,-6 4 49,-1 0 0,0-1 0,-1-1-1,-1-1 1,0 0 0,-32 15 0,-4-4-903,-65 21 1,85-33-5973</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45.297"/>
    </inkml:context>
    <inkml:brush xml:id="br0">
      <inkml:brushProperty name="width" value="0.05" units="cm"/>
      <inkml:brushProperty name="height" value="0.05" units="cm"/>
      <inkml:brushProperty name="color" value="#F6630D"/>
    </inkml:brush>
  </inkml:definitions>
  <inkml:trace contextRef="#ctx0" brushRef="#br0">30 654 24575,'-2'0'0,"0"-1"0,-1 0 0,1 0 0,0 0 0,0 0 0,0-1 0,0 1 0,0-1 0,0 1 0,0-1 0,-2-2 0,1-2 0,19 15 0,27 18 0,2-2 0,0-2 0,1-2 0,1-2 0,1-2 0,64 13 0,304 36 0,912 31-1619,-812-68 864,139 12-886,1988 111-889,-363-15 1437,-1661-97 1545,-207-26 5183,-399-14-5431,-6 1-30,0-1 1,1 0-1,-1-1 0,8-1 0,-13 1-146,0 1 0,0-1 0,0 0 0,1 0 0,-1 0 0,0 0 0,0 0 0,0-1 0,0 1 0,-1 0 0,1-1 0,0 0 0,-1 1 0,1-1 0,-1 0 0,3-3 0,-2 3-28,0-1 0,0 1 0,0 0 0,1-1 0,-1 1 0,1 0 0,-1 1 0,1-1 0,0 0 0,0 1 0,0-1 0,0 1 0,3-1 0,45-10 0,-36 9 0,69-11 0,0 4 0,141 0 0,-194 10 0,1-2 0,-2-2 0,40-8 0,-68 12 0,1-1 0,0 0 0,-1 1 0,1-1 0,-1 0 0,1 0 0,-1 0 0,0-1 0,0 1 0,1-1 0,-1 1 0,0-1 0,0 0 0,0 1 0,-1-1 0,1 0 0,0 0 0,-1-1 0,2-2 0,-1 0 0,0 0 0,-1 0 0,1 0 0,-1-1 0,-1 1 0,1 0 0,-1-1 0,0-8 0,-1-14 0,0-3 0,1 0 0,1 0 0,1 0 0,13-57 0,84-192 0,23 9 0,-79 179 0,-40 85 0,11-21 0,-2 0 0,-1-1 0,-1 0 0,9-42 0,-19 68 0,0 0 0,0 0 0,0-1 0,0 1 0,0 0 0,-1 0 0,0 0 0,1 0 0,-1-1 0,0 1 0,0 0 0,-3-3 0,-2-9 0,6 15 0,0 0 0,0-1 0,0 1 0,0 0 0,0 0 0,0 0 0,0-1 0,0 1 0,0 0 0,0 0 0,1 0 0,-1-1 0,0 1 0,0 0 0,0 0 0,0 0 0,0-1 0,0 1 0,0 0 0,0 0 0,1 0 0,-1-1 0,0 1 0,0 0 0,0 0 0,0 0 0,1 0 0,-1 0 0,0 0 0,0-1 0,0 1 0,0 0 0,1 0 0,-1 0 0,0 0 0,0 0 0,1 0 0,-1 0 0,0 0 0,0 0 0,0 0 0,1 0 0,11-1 0,-10 1 0,348 1 0,-124 1 0,-207-2-1,1997-17-3167,-160 2 1934,-1182 48 1938,-600-23 1193,-69-8-1684,-6-1 54,-12 1 331,-22 0 126,-11-1-564,8 0-923,-75-7 1,93 2-6064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45.578"/>
    </inkml:context>
    <inkml:brush xml:id="br0">
      <inkml:brushProperty name="width" value="0.05" units="cm"/>
      <inkml:brushProperty name="height" value="0.05" units="cm"/>
      <inkml:brushProperty name="color" value="#F6630D"/>
    </inkml:brush>
  </inkml:definitions>
  <inkml:trace contextRef="#ctx0" brushRef="#br0">87 4 24575,'0'0'0,"0"0"0,0-1 0,0 1 0,1 0 0,-1 0 0,0 0 0,0-1 0,0 1 0,0 0 0,0 0 0,0 0 0,1 0 0,-1 0 0,0-1 0,0 1 0,0 0 0,0 0 0,1 0 0,-1 0 0,0 0 0,0 0 0,0 0 0,1 0 0,-1 0 0,0 0 0,0 0 0,0 0 0,1 0 0,-1 0 0,0 0 0,0 0 0,1 0 0,-1 0 0,0 0 0,0 0 0,0 0 0,1 0 0,-1 0 0,0 0 0,0 0 0,0 0 0,0 0 0,1 1 0,-1-1 0,0 0 0,0 0 0,0 0 0,0 0 0,0 0 0,1 1 0,-1-1 0,0 0 0,0 0 0,0 0 0,0 1 0,0-1 0,0 0 0,12 10 0,18 22 0,26 28 0,48 66 0,-100-121 0,-1 0 0,0 0 0,0 0 0,-1 0 0,1 0 0,-1 1 0,0-1 0,0 1 0,1 7 0,-3-10 0,0 1 0,0-1 0,0 0 0,0 0 0,-1 0 0,1 0 0,-1 0 0,0 0 0,0 0 0,0 0 0,0 0 0,0-1 0,0 1 0,-1 0 0,0-1 0,1 1 0,-1-1 0,0 1 0,-4 2 0,-3 4 42,-1-1 0,0-1 1,-1 1-1,0-2 0,0 1 0,0-2 0,-16 6 0,-87 25-1252,99-32 718,-58 15-6334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46.377"/>
    </inkml:context>
    <inkml:brush xml:id="br0">
      <inkml:brushProperty name="width" value="0.05" units="cm"/>
      <inkml:brushProperty name="height" value="0.05" units="cm"/>
      <inkml:brushProperty name="color" value="#F6630D"/>
    </inkml:brush>
  </inkml:definitions>
  <inkml:trace contextRef="#ctx0" brushRef="#br0">1481 224 24575,'13'-6'0,"0"-1"0,-1-1 0,0 0 0,0 0 0,12-13 0,-21 19 0,-1-1 0,0 1 0,1-1 0,-1 0 0,0 0 0,0 0 0,-1 0 0,1 0 0,-1 0 0,1-1 0,0-5 0,-1 7 0,-1-1 0,0 1 0,0 0 0,0 0 0,-1-1 0,1 1 0,0 0 0,-1 0 0,0 0 0,1 0 0,-1-1 0,0 1 0,0 0 0,0 0 0,0 0 0,0 1 0,-1-1 0,1 0 0,-1 0 0,-2-2 0,-2-1 0,0-1 0,-1 1 0,0 1 0,0-1 0,-1 1 0,1 0 0,-1 1 0,0-1 0,-14-3 0,-5 1 0,-47-6 0,-30 3 0,0 5 0,-116 9 0,-207 42 0,196-8 0,162-24 0,-86 31 0,149-44 0,-1 0 0,1 1 0,0 0 0,-1 0 0,1 0 0,0 0 0,1 1 0,-1 0 0,1 1 0,-6 4 0,10-8 0,1 0 0,-1 0 0,0 0 0,1 0 0,-1 0 0,1 0 0,0 0 0,-1 0 0,1 0 0,0 0 0,-1 0 0,1 0 0,0 1 0,0-1 0,0 0 0,0 0 0,0 0 0,0 0 0,0 0 0,1 0 0,-1 0 0,0 0 0,1 0 0,-1 1 0,1-1 0,-1 0 0,1 0 0,-1-1 0,1 1 0,-1 0 0,1 0 0,0 0 0,0 0 0,-1 0 0,1-1 0,0 1 0,0 0 0,0-1 0,1 2 0,5 2 0,-1 0 0,1-1 0,0 1 0,12 3 0,20 6 14,2-2 1,51 7-1,90 5-122,-128-17-6,791 55-2133,0-87 1751,-828 24 467,38-2-81,-1-3 1,0-1-1,91-29 1,-138 35 159,-1-1-1,0 1 1,0-1 0,0 0-1,0-1 1,-1 1 0,8-7 0,-12 9-31,0 0 1,-1 0 0,1 0-1,0 0 1,0 0 0,-1 0-1,1 0 1,0 0 0,-1 0-1,1-1 1,-1 1 0,1 0-1,-1 0 1,0-1 0,0 1-1,1 0 1,-1 0 0,0-1-1,0 1 1,0 0 0,0-1 0,-1 1-1,1 0 1,0 0 0,0-1-1,-1 1 1,1 0 0,-1 0-1,1 0 1,-1-1 0,1 1-1,-1 0 1,0 0 0,0 0-1,1 0 1,-1 0 0,0 0-1,0 0 1,0 1 0,0-1-1,0 0 1,-2-1 0,-7-5 171,1 0 0,-1 1 0,0 1-1,0-1 1,-1 1 0,0 1 0,-14-4 0,-86-17-285,84 20 156,-232-35-193,-471-9 1,569 48-1084,25 3-4852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46.922"/>
    </inkml:context>
    <inkml:brush xml:id="br0">
      <inkml:brushProperty name="width" value="0.05" units="cm"/>
      <inkml:brushProperty name="height" value="0.05" units="cm"/>
      <inkml:brushProperty name="color" value="#F6630D"/>
    </inkml:brush>
  </inkml:definitions>
  <inkml:trace contextRef="#ctx0" brushRef="#br0">59 0 24575,'-8'196'0,"0"-35"0,7 74 0,-19 338 0,0-420 0,19-152 0,1 1 0,0 0 0,0-1 0,0 1 0,0-1 0,0 1 0,0 0 0,0-1 0,0 1 0,1 2 0,0-3 0,-1-1 0,0 1 0,0-1 0,1 1 0,-1-1 0,0 1 0,1-1 0,-1 0 0,1 1 0,-1-1 0,0 0 0,1 1 0,-1-1 0,1 0 0,-1 0 0,1 1 0,-1-1 0,1 0 0,-1 0 0,1 0 0,-1 0 0,1 1 0,3-1 0,0-1 0,-1 1 0,1-1 0,-1 1 0,1-1 0,-1 0 0,6-3 0,1 1 0,28-8 0,1 2 0,1 1 0,0 3 0,42-2 0,163 9 0,345 29-362,161 4-158,-724-34 417,-14 0-56,0-1 0,0 0-1,0 0 1,0-1-1,0-1 1,20-5 0,-16-1-5932</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47.314"/>
    </inkml:context>
    <inkml:brush xml:id="br0">
      <inkml:brushProperty name="width" value="0.05" units="cm"/>
      <inkml:brushProperty name="height" value="0.05" units="cm"/>
      <inkml:brushProperty name="color" value="#F6630D"/>
    </inkml:brush>
  </inkml:definitions>
  <inkml:trace contextRef="#ctx0" brushRef="#br0">35 90 24575,'-6'-12'0,"2"0"0,-7-23 0,2 4 0,9 32 0,0-1 0,0 0 0,0 0 0,0 0 0,0 0 0,0 0 0,0 0 0,0 0 0,0 0 0,0 0 0,0 0 0,0 0 0,0 0 0,0 0 0,0 0 0,0 0 0,0 0 0,-1 0 0,1 0 0,0 0 0,0 0 0,0 0 0,0 0 0,0 0 0,0 0 0,0 0 0,0 0 0,0 0 0,0 0 0,0 0 0,0 0 0,0 0 0,0 0 0,0 0 0,0 0 0,0 0 0,-1 0 0,1 0 0,0 0 0,0 0 0,0 0 0,0 0 0,0 0 0,0 0 0,0 0 0,0 0 0,0 0 0,0-1 0,0 1 0,0 0 0,-2 11 0,1 16 0,15 772 0,-10-369 0,-4-426 342,0-8-2049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5.608"/>
    </inkml:context>
    <inkml:brush xml:id="br0">
      <inkml:brushProperty name="width" value="0.05" units="cm"/>
      <inkml:brushProperty name="height" value="0.05" units="cm"/>
      <inkml:brushProperty name="color" value="#F6630D"/>
    </inkml:brush>
  </inkml:definitions>
  <inkml:trace contextRef="#ctx0" brushRef="#br0">371 532 24575,'8'-10'0,"0"0"0,0-1 0,-1 0 0,0-1 0,7-16 0,-12 25 0,-1 0 0,1 0 0,-1 0 0,0 0 0,0-1 0,0 1 0,-1 0 0,1 0 0,-1-1 0,0 1 0,0-1 0,0 1 0,-1-6 0,1 7 0,-1-1 0,0 1 0,0 0 0,0 0 0,-1 0 0,1 0 0,0 0 0,-1 0 0,1 0 0,-1 1 0,0-1 0,1 0 0,-1 1 0,0-1 0,0 1 0,0 0 0,0 0 0,0 0 0,-1 0 0,-1-1 0,-7-2 0,0 0 0,0 1 0,-1 0 0,1 1 0,-1 1 0,1 0 0,-1 0 0,1 1 0,-1 0 0,0 1 0,1 0 0,-1 1 0,1 1 0,0 0 0,0 0 0,0 1 0,-16 8 0,15-6 0,1 0 0,-1 1 0,1 0 0,0 1 0,1 1 0,0 0 0,0 0 0,1 1 0,0 0 0,0 0 0,2 1 0,-1 0 0,1 1 0,-10 22 0,12-18 0,0 1 0,1 0 0,0-1 0,2 1 0,0 1 0,1-1 0,0 0 0,2 0 0,0 0 0,0 0 0,2 0 0,5 18 0,-6-25 0,1-1 0,1 0 0,0 0 0,0 0 0,1 0 0,0 0 0,0-1 0,1 0 0,12 13 0,-12-16 0,-1 0 0,1-1 0,0 0 0,0 0 0,0 0 0,0-1 0,1 0 0,-1 0 0,1 0 0,0-1 0,0 0 0,0 0 0,0-1 0,12 1 0,-11-2 0,0 0 0,0 0 0,0-1 0,0 0 0,0 0 0,0-1 0,0 0 0,0 0 0,-1-1 0,1 0 0,-1-1 0,8-4 0,-4 1 0,-1 0 0,0-1 0,-1 0 0,0-1 0,0 0 0,-1-1 0,9-11 0,0-6 0,-1-1 0,-1 0 0,-1-1 0,-2 0 0,11-41 0,-7 15 0,-2-2 0,-3 0 0,-2-1 0,-3 1 0,-3-1 0,-2-1 0,-8-77 0,6 133 0,1-1 0,0-1 0,-1 1 0,1-1 0,-1 1 0,0 0 0,0 0 0,-1-1 0,1 1 0,-1 0 0,0 0 0,-4-6 0,5 10 0,1-1 0,0 1 0,-1 0 0,1 0 0,0-1 0,-1 1 0,1 0 0,0 0 0,-1 0 0,1-1 0,-1 1 0,1 0 0,0 0 0,-1 0 0,1 0 0,-1 0 0,1 0 0,-1 0 0,1 0 0,0 0 0,-1 0 0,1 0 0,-1 0 0,1 0 0,0 0 0,-1 0 0,1 0 0,-1 1 0,1-1 0,0 0 0,-1 0 0,1 0 0,0 1 0,-1-1 0,1 0 0,0 0 0,-1 1 0,1 0 0,-11 16 0,3 4 0,0 1 0,1 1 0,2-1 0,-5 36 0,-3 96 0,12-140 0,1-9 1,-3 240 339,5-220-553,1 0 0,0 0 0,2-1-1,1 1 1,1-1 0,2 0-1,17 37 1,-5-25-6613</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5.985"/>
    </inkml:context>
    <inkml:brush xml:id="br0">
      <inkml:brushProperty name="width" value="0.05" units="cm"/>
      <inkml:brushProperty name="height" value="0.05" units="cm"/>
      <inkml:brushProperty name="color" value="#F6630D"/>
    </inkml:brush>
  </inkml:definitions>
  <inkml:trace contextRef="#ctx0" brushRef="#br0">221 116 24575,'-19'-22'0,"15"16"0,-1 1 0,0-1 0,0 1 0,-1 0 0,0 0 0,1 1 0,-2-1 0,-9-4 0,13 7 0,0 0 0,0 1 0,0 0 0,-1 0 0,1 0 0,0 0 0,-1 0 0,1 1 0,0-1 0,-1 1 0,1 0 0,-1 0 0,1 0 0,0 0 0,-1 1 0,1-1 0,-1 1 0,1 0 0,0 0 0,0 0 0,0 1 0,-1-1 0,1 1 0,0 0 0,1 0 0,-1 0 0,0 0 0,1 0 0,-1 0 0,1 1 0,-1-1 0,1 1 0,-2 3 0,-1 2 0,0 1 0,1-1 0,0 1 0,0 0 0,1 0 0,0 0 0,1 1 0,0-1 0,0 0 0,0 18 0,2-16 0,0-1 0,1 0 0,0 0 0,1-1 0,0 1 0,0 0 0,1 0 0,0-1 0,1 0 0,0 1 0,0-1 0,1-1 0,9 14 0,-10-18 0,0 1 0,-1-1 0,1 0 0,1 0 0,-1-1 0,1 0 0,-1 1 0,1-1 0,0-1 0,0 1 0,0-1 0,0 0 0,1 0 0,-1 0 0,0-1 0,1 0 0,-1 0 0,1 0 0,0 0 0,-1-1 0,1 0 0,0-1 0,-1 1 0,1-1 0,8-2 0,-8 1 0,0 0 0,0 0 0,0 0 0,0-1 0,0 1 0,0-2 0,-1 1 0,0-1 0,1 1 0,-1-1 0,-1-1 0,1 1 0,-1-1 0,1 0 0,-1 0 0,-1 0 0,1 0 0,2-6 0,-2 2 0,0 1 0,-1-1 0,0 0 0,-1 0 0,0 0 0,0 0 0,-1 0 0,0 0 0,-1-1 0,0 1 0,-2-17 0,1 16 0,-1 0 0,0 0 0,-1 0 0,0 1 0,-1-1 0,1 1 0,-2 0 0,0 0 0,0 0 0,-11-14 0,12 18 0,-1-1 0,0 2 0,1-1 0,-2 0 0,1 1 0,-1 0 0,1 1 0,-1-1 0,0 1 0,0 0 0,-1 0 0,1 1 0,-1 0 0,1 0 0,-1 0 0,-11 0 0,13 1 22,0 1-1,0 1 0,0-1 1,0 1-1,0-1 0,0 2 1,0-1-1,0 0 0,0 1 1,0 0-1,0 0 0,1 1 1,-1-1-1,1 1 0,-5 4 1,6-5-104,0 0 1,0 1 0,1 0 0,-1 0-1,1 0 1,-1 0 0,1 0-1,0 0 1,0 1 0,0-1 0,1 0-1,0 1 1,-1 0 0,1-1 0,0 1-1,0 0 1,1 0 0,-1-1 0,1 1-1,0 6 1,4 11-6745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6.377"/>
    </inkml:context>
    <inkml:brush xml:id="br0">
      <inkml:brushProperty name="width" value="0.05" units="cm"/>
      <inkml:brushProperty name="height" value="0.05" units="cm"/>
      <inkml:brushProperty name="color" value="#F6630D"/>
    </inkml:brush>
  </inkml:definitions>
  <inkml:trace contextRef="#ctx0" brushRef="#br0">43 102 24575,'-29'-36'0,"27"33"0,0 0 0,1 0 0,-1 0 0,1 0 0,0 0 0,0 0 0,0 0 0,0-1 0,0 1 0,1 0 0,-1-6 0,1 8 0,0 0 0,1 0 0,-1 0 0,0 0 0,0 0 0,1 0 0,-1 0 0,1 0 0,-1 0 0,1 0 0,-1 0 0,1 1 0,-1-1 0,1 0 0,0 0 0,0 0 0,-1 1 0,1-1 0,0 0 0,0 1 0,0-1 0,0 1 0,0-1 0,-1 1 0,1-1 0,0 1 0,0 0 0,0-1 0,1 1 0,-1 0 0,0 0 0,0 0 0,0 0 0,0 0 0,0 0 0,2 0 0,1 0 0,0 1 0,0-1 0,0 1 0,1 0 0,-1 0 0,0 0 0,-1 1 0,5 2 0,0 1 0,0 0 0,0 1 0,-1 0 0,0 1 0,-1 0 0,1 0 0,-1 0 0,-1 1 0,1 0 0,-2 0 0,1 0 0,-1 1 0,4 9 0,0 3 0,-1 0 0,-1 1 0,0 0 0,2 32 0,-6-34 0,0 0 0,-3 30 0,0-43 0,0 1 0,0-1 0,0 1 0,-1-1 0,0 1 0,-1-1 0,1 0 0,-2 0 0,-5 11 0,9-18 0,-1 1 0,1 0 0,-1 0 0,1 0 0,-1-1 0,1 1 0,-1 0 0,0-1 0,0 1 0,1 0 0,-1-1 0,0 1 0,0-1 0,0 1 0,1-1 0,-1 0 0,0 1 0,0-1 0,0 0 0,0 0 0,0 1 0,0-1 0,0 0 0,0 0 0,0 0 0,-1 0 0,1-1 0,0 1 0,1-1 0,-1 1 0,0-1 0,0 1 0,0-1 0,1 0 0,-1 1 0,0-1 0,1 0 0,-1 1 0,1-1 0,-1 0 0,1 0 0,-1 0 0,1 0 0,-1 1 0,1-1 0,0 0 0,-1 0 0,1 0 0,0 0 0,0 0 0,0 0 0,0 0 0,0-1 0,0-12 0,0 0 0,1-1 0,1 1 0,0 0 0,1 1 0,1-1 0,0 0 0,10-22 0,6-7 0,30-49 0,-43 80 0,4-7 0,18-23 0,-26 38 0,0 0 0,0 0 0,1 1 0,-1-1 0,1 1 0,0 0 0,0 0 0,0 0 0,0 1 0,0-1 0,9-3 0,-11 6 0,-1 0 0,1 0 0,-1-1 0,1 1 0,-1 0 0,1 0 0,-1 0 0,1 1 0,-1-1 0,1 0 0,-1 1 0,1-1 0,-1 1 0,1-1 0,-1 1 0,1-1 0,-1 1 0,0 0 0,0 0 0,1 0 0,-1 0 0,0 0 0,0 0 0,0 0 0,0 0 0,0 0 0,0 1 0,0-1 0,0 0 0,-1 0 0,2 3 0,2 4 0,0 1 0,-1-1 0,4 19 0,-7-25 0,9 46-341,-3 2 0,-1-1-1,-4 78 1,-1-95-6485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6.944"/>
    </inkml:context>
    <inkml:brush xml:id="br0">
      <inkml:brushProperty name="width" value="0.05" units="cm"/>
      <inkml:brushProperty name="height" value="0.05" units="cm"/>
      <inkml:brushProperty name="color" value="#F6630D"/>
    </inkml:brush>
  </inkml:definitions>
  <inkml:trace contextRef="#ctx0" brushRef="#br0">319 203 24575,'2'-3'0,"0"-1"0,0 1 0,0 0 0,-1-1 0,1 1 0,-1-1 0,0 0 0,0 0 0,0 1 0,0-1 0,-1 0 0,1-6 0,-2-48 0,1 53 0,0 1 0,0 0 0,0 1 0,-1-1 0,0 0 0,1 1 0,-1-1 0,-1 1 0,1-1 0,0 1 0,-1 0 0,0-1 0,1 1 0,-1 0 0,-1 0 0,1 0 0,0 0 0,-1 1 0,1-1 0,-1 0 0,0 1 0,0 0 0,-4-3 0,3 3 0,-1 0 0,0 1 0,0-1 0,0 1 0,0 0 0,0 0 0,0 0 0,0 1 0,0 0 0,0 0 0,0 0 0,0 1 0,0-1 0,0 1 0,-9 3 0,2 0 0,0 1 0,0 0 0,1 0 0,-1 1 0,1 1 0,1 0 0,-1 0 0,1 1 0,1 0 0,-1 1 0,1 0 0,1 0 0,0 1 0,0 1 0,1-1 0,0 1 0,1 0 0,0 0 0,1 1 0,0 0 0,1 0 0,-6 24 0,10-31 0,-1-1 0,1 1 0,-1 0 0,2 0 0,-1 0 0,0-1 0,1 1 0,0 0 0,0-1 0,0 1 0,1 0 0,0-1 0,-1 0 0,2 1 0,-1-1 0,0 0 0,1 0 0,0 0 0,0 0 0,0-1 0,0 1 0,1-1 0,-1 0 0,1 0 0,0 0 0,0 0 0,0-1 0,0 1 0,0-1 0,9 3 0,-4-2 0,1 1 0,-1-2 0,1 1 0,0-1 0,0-1 0,0 0 0,0 0 0,0-1 0,0 0 0,0-1 0,0 0 0,0-1 0,0 0 0,9-3 0,-11 2 0,-1 0 0,1-1 0,-1 1 0,0-1 0,-1-1 0,1 1 0,-1-1 0,1 0 0,-1-1 0,-1 0 0,1 0 0,-1 0 0,0 0 0,-1-1 0,5-7 0,-3 2 0,-1-1 0,0 0 0,0-1 0,-1 1 0,-1-1 0,0 1 0,1-28 0,-3 29 0,2-47 0,-3 53 0,0 0 0,-1 0 0,0 1 0,0-1 0,0 0 0,-1 0 0,-2-7 0,4 13 0,0 0 0,0 0 0,0 0 0,0 0 0,0 0 0,0 0 0,0 0 0,0 0 0,0 0 0,0-1 0,0 1 0,0 0 0,0 0 0,0 0 0,0 0 0,-1 0 0,1 0 0,0 0 0,0 0 0,0 0 0,0 0 0,0 0 0,0 0 0,0 0 0,0 0 0,0 0 0,0 0 0,0 0 0,0 0 0,0-1 0,-1 1 0,1 0 0,0 0 0,0 0 0,0 0 0,0 0 0,0 0 0,0 0 0,0 0 0,0 0 0,0 0 0,0 1 0,-1-1 0,1 0 0,0 0 0,0 0 0,0 0 0,0 0 0,0 0 0,0 0 0,0 0 0,0 0 0,0 0 0,0 0 0,0 0 0,0 0 0,0 0 0,0 0 0,-1 0 0,1 0 0,0 1 0,0-1 0,0 0 0,0 0 0,0 0 0,0 0 0,-3 10 0,-1 12 0,1 20 0,2 0 0,5 47 0,-2-73 0,0-1 0,1 0 0,0 0 0,1 0 0,1 0 0,1 0 0,0-1 0,0 0 0,10 14 0,-12-22-170,1-1-1,-1 1 0,1-1 1,-1 0-1,2-1 0,-1 1 1,9 4-1,7 3-6655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7.148"/>
    </inkml:context>
    <inkml:brush xml:id="br0">
      <inkml:brushProperty name="width" value="0.05" units="cm"/>
      <inkml:brushProperty name="height" value="0.05" units="cm"/>
      <inkml:brushProperty name="color" value="#F6630D"/>
    </inkml:brush>
  </inkml:definitions>
  <inkml:trace contextRef="#ctx0" brushRef="#br0">80 93 24575,'0'-5'0,"-1"-1"0,1 1 0,-1-1 0,0 1 0,0 0 0,0 0 0,-1-1 0,1 1 0,-1 0 0,-1 0 0,1 0 0,-1 1 0,0-1 0,0 1 0,-6-8 0,8 11 0,1 1 0,-1 0 0,1-1 0,-1 1 0,1-1 0,-1 1 0,1 0 0,-1-1 0,0 1 0,1 0 0,-1 0 0,0 0 0,1-1 0,-1 1 0,1 0 0,-1 0 0,0 0 0,1 0 0,-1 0 0,0 0 0,1 0 0,-1 0 0,0 0 0,1 1 0,-1-1 0,0 0 0,1 0 0,-1 0 0,0 1 0,0 0 0,-1 0 0,1 1 0,0-1 0,0 0 0,0 0 0,0 1 0,0-1 0,0 1 0,0-1 0,0 1 0,0 1 0,-2 5 0,1 0 0,0 0 0,-2 15 0,1 6 0,2 1 0,2 0 0,7 57 0,29 88 0,-30-145-227,2 1-1,1-2 1,2 1-1,0-2 1,21 34-1,-18-40-6598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1:57.587"/>
    </inkml:context>
    <inkml:brush xml:id="br0">
      <inkml:brushProperty name="width" value="0.05" units="cm"/>
      <inkml:brushProperty name="height" value="0.05" units="cm"/>
      <inkml:brushProperty name="color" value="#F6630D"/>
    </inkml:brush>
  </inkml:definitions>
  <inkml:trace contextRef="#ctx0" brushRef="#br0">167 637 24575,'9'-8'0,"14"-15"0,36-46 0,-53 61 0,-1 0 0,0 0 0,0 0 0,-1 0 0,0-1 0,-1 1 0,0-1 0,0 0 0,-1 0 0,3-19 0,-5 26 0,0 0 0,0 0 0,0 0 0,0 0 0,0-1 0,0 1 0,0 0 0,-1 0 0,1 0 0,-1 0 0,0 0 0,1 0 0,-1 0 0,0 0 0,0 0 0,0 1 0,0-1 0,-1 0 0,1 0 0,-2-1 0,1 2 0,0-1 0,0 1 0,0 0 0,0 1 0,0-1 0,0 0 0,0 1 0,0-1 0,0 1 0,-1-1 0,1 1 0,0 0 0,0 0 0,0 0 0,-1 0 0,-1 1 0,-6 1 0,0 0 0,0 1 0,0 0 0,0 1 0,1 0 0,0 1 0,-9 5 0,2 0 0,1 1 0,1 0 0,0 1 0,0 1 0,2 0 0,-14 16 0,20-21 0,0 1 0,0-1 0,1 1 0,0 0 0,1 0 0,0 1 0,0-1 0,1 1 0,0 0 0,1 0 0,0 0 0,-1 16 0,3-22 0,0-1 0,0 1 0,0 0 0,1 0 0,-1-1 0,1 1 0,0-1 0,0 1 0,0 0 0,0-1 0,1 0 0,0 1 0,-1-1 0,1 0 0,0 0 0,1 0 0,-1 0 0,0 0 0,1-1 0,0 1 0,0-1 0,-1 1 0,1-1 0,1 0 0,-1 0 0,0 0 0,0-1 0,1 1 0,-1-1 0,1 0 0,-1 0 0,1 0 0,5 0 0,1 1 0,0-1 0,0-1 0,0 0 0,0 0 0,0-1 0,1-1 0,-1 1 0,-1-2 0,1 1 0,0-1 0,11-6 0,-10 4 0,0-1 0,-1 0 0,1-1 0,-2 0 0,1 0 0,-1-1 0,0-1 0,0 1 0,-1-1 0,0-1 0,9-15 0,-8 10 0,-2 0 0,0 0 0,0-1 0,-2 0 0,1 0 0,-2-1 0,3-24 0,-3 2 0,-3 1 0,-1-1 0,-1 1 0,-3-1 0,-1 1 0,-15-59 0,16 82 0,2 5 0,0-1 0,-1 1 0,0-1 0,-1 1 0,0 0 0,0 0 0,-1 1 0,-1-1 0,-6-9 0,12 19 0,0 0 0,-1 0 0,1-1 0,0 1 0,0 0 0,0-1 0,-1 1 0,1 0 0,0 0 0,-1 0 0,1-1 0,0 1 0,0 0 0,-1 0 0,1 0 0,0 0 0,-1-1 0,1 1 0,0 0 0,-1 0 0,1 0 0,0 0 0,-1 0 0,1 0 0,0 0 0,-1 0 0,1 0 0,0 0 0,-1 0 0,1 0 0,0 0 0,-1 0 0,1 0 0,0 1 0,-1-1 0,1 0 0,0 0 0,0 0 0,-1 1 0,-5 14 0,3 23 0,7 38 0,4 0 0,2 0 0,4-1 0,41 124 0,-48-174-195,1 0 0,2-1 0,1 0 0,0 0 0,2-1 0,29 40 0,-18-37-6631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0.137"/>
    </inkml:context>
    <inkml:brush xml:id="br0">
      <inkml:brushProperty name="width" value="0.05" units="cm"/>
      <inkml:brushProperty name="height" value="0.05" units="cm"/>
      <inkml:brushProperty name="color" value="#F6630D"/>
    </inkml:brush>
  </inkml:definitions>
  <inkml:trace contextRef="#ctx0" brushRef="#br0">464 58 24575,'-44'-10'0,"24"7"0,0 1 0,1 1 0,-1 1 0,0 1 0,0 1 0,0 0 0,-32 9 0,41-8 0,-1 1 0,1 1 0,0 0 0,0 1 0,0 0 0,1 0 0,0 1 0,0 0 0,0 1 0,1 0 0,0 1 0,1 0 0,-13 17 0,11-10 0,0 0 0,1 0 0,1 1 0,1 0 0,0 1 0,2 0 0,0 0 0,0 0 0,2 0 0,0 1 0,1-1 0,1 1 0,1 0 0,1-1 0,0 1 0,1-1 0,1 1 0,1-1 0,1 0 0,8 21 0,-5-17 0,1-1 0,1-1 0,1 0 0,1 0 0,0-1 0,2 0 0,0-2 0,1 1 0,0-2 0,2 0 0,0-1 0,1 0 0,0-2 0,1 0 0,0-1 0,26 12 0,-18-13 0,1-1 0,0-2 0,1 0 0,0-2 0,0-1 0,0-1 0,1-2 0,-1-1 0,1-1 0,-1-1 0,1-2 0,51-12 0,-49 7 0,-1-1 0,-1-1 0,1-2 0,-2-1 0,0-2 0,0-1 0,-2-1 0,0-1 0,-1-1 0,-1-2 0,34-34 0,-44 38 0,-1 0 0,-1-2 0,-1 1 0,0-1 0,-1-1 0,-2 0 0,0-1 0,0 1 0,-2-2 0,-1 1 0,-1-1 0,0 0 0,1-31 0,-5 37 0,-1-1 0,-1 1 0,0 0 0,-1 0 0,-1 0 0,0 0 0,-2 0 0,-7-20 0,7 24 0,-1 0 0,-1 0 0,0 1 0,0-1 0,-1 2 0,0-1 0,-1 1 0,-1 0 0,1 1 0,-22-16 0,14 15 27,0 0-1,-1 1 0,0 0 0,-1 2 1,0 0-1,0 1 0,0 1 0,-1 0 1,0 2-1,0 1 0,0 0 0,-34 2 1,24 1-241,0 2 1,0 1 0,0 2-1,0 0 1,1 2 0,1 2-1,-49 21 1,20 0-6613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0.636"/>
    </inkml:context>
    <inkml:brush xml:id="br0">
      <inkml:brushProperty name="width" value="0.05" units="cm"/>
      <inkml:brushProperty name="height" value="0.05" units="cm"/>
      <inkml:brushProperty name="color" value="#F6630D"/>
    </inkml:brush>
  </inkml:definitions>
  <inkml:trace contextRef="#ctx0" brushRef="#br0">65 313 24575,'-1'0'0,"0"0"0,1 0 0,-1 0 0,0-1 0,1 1 0,-1 0 0,1-1 0,-1 1 0,0 0 0,1-1 0,-1 1 0,1-1 0,-1 1 0,1-1 0,-1 1 0,1-1 0,0 1 0,-1-1 0,1 1 0,0-1 0,-1 0 0,1 1 0,0-1 0,0 0 0,-1 1 0,1-1 0,0 0 0,0 1 0,0-1 0,0 0 0,0 1 0,0-1 0,0 0 0,3-23 0,-8 59 0,-7 1 0,4-11 0,0 0 0,1 0 0,2 1 0,-3 35 0,7-55 0,1 1 0,0-1 0,0 0 0,1 1 0,0-1 0,0 1 0,1-1 0,-1 0 0,1 0 0,1 0 0,-1 0 0,1 0 0,0-1 0,0 1 0,1-1 0,0 1 0,0-1 0,0-1 0,0 1 0,1 0 0,0-1 0,0 0 0,6 4 0,0-2 0,1 0 0,1 0 0,-1-1 0,1-1 0,-1 0 0,1 0 0,0-2 0,20 3 0,-1-3 0,1-1 0,44-4 0,-40-2 0,1 0 0,0-3 0,-1-1 0,-1-2 0,1-1 0,-2-2 0,0-1 0,53-33 0,-76 40 0,0 0 0,0-1 0,-1 0 0,0-1 0,-1 0 0,15-20 0,-22 27 0,-1 0 0,1 0 0,-1 0 0,0-1 0,0 1 0,-1-1 0,1 0 0,-1 1 0,0-1 0,0 0 0,0 0 0,0 0 0,-1 0 0,1 0 0,-1 0 0,0 0 0,0 0 0,-1 0 0,1 0 0,-1 0 0,0 1 0,0-1 0,0 0 0,0 0 0,-1 1 0,1-1 0,-1 0 0,-4-5 0,-5-3 0,-1 0 0,0 1 0,-1 1 0,0 0 0,0 0 0,-30-14 0,9 3 0,29 18 0,-133-89 0,115 75 0,1-1 0,0-2 0,-31-36 0,50 53-170,1 0-1,-1 0 0,1 0 1,0-1-1,0 1 0,0-1 1,-2-7-1,3 0-6655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1.105"/>
    </inkml:context>
    <inkml:brush xml:id="br0">
      <inkml:brushProperty name="width" value="0.05" units="cm"/>
      <inkml:brushProperty name="height" value="0.05" units="cm"/>
      <inkml:brushProperty name="color" value="#F6630D"/>
    </inkml:brush>
  </inkml:definitions>
  <inkml:trace contextRef="#ctx0" brushRef="#br0">667 295 24575,'-2'-7'0,"1"0"0,-1 0 0,0 0 0,0 1 0,-1-1 0,0 1 0,0-1 0,0 1 0,-7-8 0,4 4 0,-6-10 0,0 1 0,-2 1 0,0 0 0,-1 1 0,-1 0 0,0 1 0,-32-23 0,40 33 0,-1 1 0,0-1 0,1 2 0,-1-1 0,-1 1 0,1 1 0,-1 0 0,1 0 0,-1 1 0,0 0 0,0 0 0,0 1 0,0 1 0,0 0 0,0 0 0,0 1 0,0 0 0,0 1 0,-19 5 0,17-3 0,0 1 0,0 1 0,0 0 0,1 1 0,0 0 0,0 1 0,1 0 0,-12 12 0,8-6 0,1 1 0,1 0 0,0 1 0,1 0 0,-9 19 0,7-8 0,1 0 0,1 1 0,1 0 0,2 1 0,1 0 0,1 0 0,-3 38 0,8-47 0,0 1 0,2-1 0,0 1 0,1-1 0,1 0 0,1 1 0,1-2 0,0 1 0,16 34 0,-16-43 0,1 0 0,1 0 0,0 0 0,0-1 0,1 0 0,0 0 0,1-1 0,0 0 0,1-1 0,-1 0 0,2 0 0,-1-1 0,1-1 0,0 1 0,0-2 0,24 9 0,-15-9 0,1 0 0,0-1 0,-1-2 0,1 0 0,0-1 0,0-1 0,1-1 0,-2-1 0,1-1 0,0 0 0,0-2 0,-1 0 0,0-2 0,24-10 0,-24 9 0,-1-2 0,1 0 0,-2-1 0,1-1 0,-2-1 0,0 0 0,0-1 0,-1-1 0,-1 0 0,-1-2 0,0 1 0,-1-2 0,19-32 0,-26 38 0,-1 0 0,0-1 0,-1 1 0,0-1 0,-1 0 0,-1 0 0,0 0 0,0-1 0,-2 1 0,-1-27 0,0 32 0,0 0 0,0 1 0,-1-1 0,0 0 0,-1 1 0,1-1 0,-2 1 0,1 0 0,-1 0 0,0 0 0,0 0 0,-1 1 0,0-1 0,0 1 0,-1 1 0,1-1 0,-1 1 0,0 0 0,-11-7 0,8 7-97,0 1-1,-1 0 1,0 0-1,0 1 1,0 0-1,0 0 1,0 1-1,-1 1 1,1 0-1,-1 0 1,1 1-1,-1 0 0,-14 3 1,-26 6-6729</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1.589"/>
    </inkml:context>
    <inkml:brush xml:id="br0">
      <inkml:brushProperty name="width" value="0.05" units="cm"/>
      <inkml:brushProperty name="height" value="0.05" units="cm"/>
      <inkml:brushProperty name="color" value="#F6630D"/>
    </inkml:brush>
  </inkml:definitions>
  <inkml:trace contextRef="#ctx0" brushRef="#br0">413 160 24575,'0'17'0,"0"-1"0,-5 28 0,3-36 0,0 0 0,-1 0 0,0-1 0,0 1 0,0-1 0,-1 1 0,-7 9 0,-27 31 0,-1-1 0,-58 52 0,47-50 0,-51 67 0,93-107 0,1 0 0,1 1 0,0 0 0,0 0 0,1 0 0,-4 14 0,8-21 0,0 0 0,0-1 0,1 1 0,-1 0 0,1 0 0,0 0 0,0 0 0,0 0 0,0 0 0,0 0 0,1 0 0,-1 0 0,1-1 0,0 1 0,0 0 0,0 0 0,0-1 0,0 1 0,1 0 0,-1-1 0,1 0 0,0 1 0,0-1 0,0 0 0,0 0 0,0 0 0,0 0 0,0 0 0,5 3 0,5 1 0,-1 0 0,1 0 0,0-1 0,0 0 0,1-1 0,13 2 0,80 12 0,-103-18 0,80 9 0,0-3 0,0-4 0,0-4 0,0-4 0,-1-3 0,111-26 0,-178 31 0,1 0 0,-1-1 0,0-1 0,0 0 0,16-10 0,-25 12 0,-1 1 0,1-1 0,-1-1 0,0 1 0,0-1 0,-1 0 0,1 0 0,-1 0 0,0-1 0,0 0 0,-1 1 0,0-1 0,0 0 0,4-13 0,-2-2 0,0 0 0,-2 0 0,0 0 0,-2 0 0,0-1 0,-4-39 0,-2 19 0,-2 0 0,-19-60 0,18 75 43,-2 0 0,0 1-1,-2 0 1,-1 1 0,-1 1-1,-1 0 1,-26-31 0,30 43-92,0 1 0,0 0 0,-1 1 1,0 0-1,0 1 0,-21-11 0,23 15-87,0 0-1,-1 1 1,1 0-1,-1 1 1,0 0-1,0 1 1,0 0-1,0 1 0,-20 0 1,13 1-6690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2.071"/>
    </inkml:context>
    <inkml:brush xml:id="br0">
      <inkml:brushProperty name="width" value="0.05" units="cm"/>
      <inkml:brushProperty name="height" value="0.05" units="cm"/>
      <inkml:brushProperty name="color" value="#F6630D"/>
    </inkml:brush>
  </inkml:definitions>
  <inkml:trace contextRef="#ctx0" brushRef="#br0">671 265 24575,'-52'-52'0,"9"8"0,-49-38 0,78 70 0,-1 2 0,0 0 0,0 1 0,-1 0 0,0 2 0,-1-1 0,0 2 0,-18-5 0,28 10 0,0-1 0,-1 1 0,1 1 0,0-1 0,-1 1 0,1 1 0,0-1 0,-1 1 0,1 1 0,0-1 0,0 1 0,-1 0 0,-10 6 0,9-3 0,-1 0 0,1 1 0,1 0 0,-1 1 0,1 0 0,0 1 0,0-1 0,-9 14 0,1 1 0,2 0 0,1 1 0,0 0 0,2 1 0,1 1 0,-13 47 0,16-45 0,1 1 0,1 0 0,1 0 0,2 0 0,1 0 0,1 0 0,2 1 0,0-1 0,10 41 0,-8-54 0,0-1 0,0-1 0,2 1 0,-1-1 0,2 0 0,0 0 0,0-1 0,1 1 0,1-2 0,0 1 0,0-1 0,1-1 0,1 0 0,0 0 0,0-1 0,1 0 0,0-1 0,0-1 0,1 0 0,16 7 0,-14-8 0,1-1 0,-1-1 0,1 0 0,0-1 0,1-1 0,-1 0 0,0-1 0,1-1 0,30-4 0,-26 1 0,0-2 0,-1 0 0,1-1 0,-1-1 0,-1-1 0,1 0 0,22-15 0,-22 10 0,0 0 0,-1-1 0,-1-1 0,0-1 0,-1 0 0,0-2 0,-2 1 0,0-2 0,-1 0 0,-1-1 0,-1-1 0,0 0 0,-2 0 0,12-34 0,-17 38 0,-1 1 0,-1-1 0,0 0 0,-1-1 0,-1 1 0,0 0 0,-2 0 0,0 0 0,-1-1 0,0 1 0,-9-29 0,8 37 0,-1-1 0,0 1 0,0-1 0,-1 1 0,0 0 0,-1 1 0,0-1 0,0 1 0,-1 0 0,0 1 0,0 0 0,-1 0 0,0 0 0,0 1 0,-1 0 0,1 1 0,-1-1 0,0 2 0,-1-1 0,-16-4 0,11 5 34,0 1 1,0 0-1,0 1 0,0 1 0,-1 0 0,1 1 0,0 1 0,-1 0 0,-18 4 1,13 0-279,0 1 0,1 0 0,0 2 0,0 0 1,1 1-1,-19 12 0,-14 14-6582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2.555"/>
    </inkml:context>
    <inkml:brush xml:id="br0">
      <inkml:brushProperty name="width" value="0.05" units="cm"/>
      <inkml:brushProperty name="height" value="0.05" units="cm"/>
      <inkml:brushProperty name="color" value="#F6630D"/>
    </inkml:brush>
  </inkml:definitions>
  <inkml:trace contextRef="#ctx0" brushRef="#br0">304 40 24575,'-7'28'0,"1"-7"0,4-11 0,-1 0 0,0 1 0,-1-1 0,0 0 0,0-1 0,-1 1 0,0-1 0,-9 12 0,-60 67 0,26-33 0,19-21 0,-29 40 0,52-66 0,1 0 0,0 1 0,1 0 0,0-1 0,1 2 0,-1-1 0,-1 12 0,4-18 0,1 0 0,0 0 0,-1 0 0,1 0 0,1 0 0,-1 0 0,0 0 0,1 0 0,0 0 0,-1 0 0,1-1 0,0 1 0,1 0 0,-1 0 0,0-1 0,1 1 0,-1-1 0,1 1 0,0-1 0,0 0 0,0 1 0,0-1 0,0 0 0,1 0 0,-1-1 0,0 1 0,1 0 0,0-1 0,-1 0 0,6 3 0,7 2 0,1-1 0,0 0 0,0-1 0,21 2 0,-29-4 0,300 30 0,-124-16 0,-159-14 0,243 17 0,-260-19 0,0 0 0,0-1 0,-1 0 0,1 0 0,-1-1 0,13-3 0,-18 4 0,1-1 0,-1 1 0,1 0 0,-1-1 0,0 0 0,1 1 0,-1-1 0,0 0 0,0 0 0,0 0 0,0 0 0,-1 0 0,1-1 0,-1 1 0,1 0 0,-1-1 0,0 0 0,0 1 0,0-1 0,0 1 0,1-5 0,0-10 0,0 1 0,-1 0 0,0-1 0,-3-25 0,-14-68 0,8 63 0,0-8 0,-16-84 0,20 122 0,-1 0 0,0 0 0,-2 0 0,0 1 0,-16-26 0,21 38-76,0 0 1,-1 0-1,0 0 0,0 1 0,0 0 0,0 0 0,0-1 0,-1 2 1,0-1-1,1 0 0,-1 1 0,0 0 0,0 0 0,0 0 1,-1 0-1,1 0 0,-5 0 0,-6 0-6750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3.069"/>
    </inkml:context>
    <inkml:brush xml:id="br0">
      <inkml:brushProperty name="width" value="0.05" units="cm"/>
      <inkml:brushProperty name="height" value="0.05" units="cm"/>
      <inkml:brushProperty name="color" value="#F6630D"/>
    </inkml:brush>
  </inkml:definitions>
  <inkml:trace contextRef="#ctx0" brushRef="#br0">508 266 24575,'0'-11'0,"0"-14"0,0-1 0,-2 0 0,-9-45 0,10 66 0,0-1 0,-1 0 0,0 1 0,0 0 0,0-1 0,-1 1 0,1 0 0,-1 0 0,-1 0 0,1 1 0,-1-1 0,0 1 0,0 0 0,0 0 0,0 0 0,-1 0 0,1 1 0,-1-1 0,0 1 0,0 1 0,0-1 0,-11-3 0,10 5 0,-1 0 0,1 0 0,-1 1 0,1-1 0,-1 2 0,0-1 0,1 1 0,-1 0 0,1 0 0,0 1 0,-1 0 0,1 0 0,0 0 0,0 1 0,0 0 0,1 0 0,-1 0 0,1 1 0,-7 5 0,-6 6 0,0 0 0,1 2 0,1 0 0,-14 20 0,7-7 0,1 2 0,2 0 0,1 1 0,1 1 0,2 1 0,-12 39 0,21-52 0,1 0 0,1 1 0,1-1 0,0 1 0,2 0 0,1 0 0,1 0 0,0 0 0,2 0 0,1 0 0,7 30 0,-5-39 0,-1 0 0,2-1 0,0 0 0,0 0 0,1 0 0,1-1 0,0 0 0,1 0 0,0-1 0,1 0 0,0-1 0,0 0 0,1-1 0,0 0 0,1 0 0,0-2 0,1 1 0,22 9 0,-14-9 0,-1-1 0,2 0 0,-1-2 0,0-1 0,1 0 0,0-2 0,0 0 0,0-2 0,0 0 0,0-2 0,36-6 0,-33 2 0,1-1 0,-1 0 0,-1-2 0,0-2 0,0 0 0,-1-1 0,0-1 0,-1-1 0,-1-1 0,0-1 0,-1-1 0,19-20 0,-27 23 0,-1 0 0,0 0 0,0-1 0,-2 0 0,0-1 0,0 0 0,11-33 0,-16 35 0,0 0 0,-1 0 0,-1-1 0,0 1 0,-1-1 0,-1 1 0,0-1 0,-1 1 0,0 0 0,-7-25 0,5 27 0,-1 0 0,0 1 0,0-1 0,-2 1 0,1 1 0,-1-1 0,-1 1 0,0 0 0,-1 0 0,1 1 0,-17-14 0,12 12 0,-1 1 0,0 1 0,0 0 0,-1 1 0,0 0 0,-1 1 0,0 1 0,-23-7 0,22 9 0,-1 0 0,1 1 0,-1 1 0,0 0 0,0 2 0,1 0 0,-1 0 0,-19 4 0,24-1 0,-1-1 0,0 2 0,1 0 0,0 0 0,0 1 0,0 0 0,1 1 0,-1 1 0,1 0 0,-18 16 0,-5 14-1365,11-1-5461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3.540"/>
    </inkml:context>
    <inkml:brush xml:id="br0">
      <inkml:brushProperty name="width" value="0.05" units="cm"/>
      <inkml:brushProperty name="height" value="0.05" units="cm"/>
      <inkml:brushProperty name="color" value="#F6630D"/>
    </inkml:brush>
  </inkml:definitions>
  <inkml:trace contextRef="#ctx0" brushRef="#br0">336 1 24575,'-1'2'0,"0"0"0,0 1 0,-1-1 0,1 0 0,0 0 0,-1 0 0,0 0 0,1 0 0,-4 3 0,-4 5 0,-86 151 0,25-37 0,46-87 0,-47 83 0,62-102 0,0 0 0,2 1 0,0 0 0,-7 36 0,13-53 0,0 1 0,1 0 0,-1-1 0,1 1 0,0 0 0,0 0 0,0-1 0,0 1 0,1 0 0,-1 0 0,1-1 0,-1 1 0,1 0 0,0-1 0,0 1 0,0-1 0,1 1 0,-1-1 0,0 0 0,1 1 0,0-1 0,-1 0 0,1 0 0,0 0 0,0 0 0,0 0 0,1-1 0,-1 1 0,0-1 0,1 1 0,-1-1 0,0 0 0,1 0 0,0 0 0,-1 0 0,1 0 0,0 0 0,4 0 0,9 1 0,0-1 0,-1 0 0,1-1 0,0-1 0,22-4 0,92-14 0,226-64 0,-351 81 0,3 0 0,0 0 0,0-1 0,0 0 0,0-1 0,11-7 0,-17 10 0,0 0 0,-1-1 0,1 1 0,-1-1 0,1 0 0,-1 1 0,0-1 0,1 0 0,-1 0 0,0 0 0,0 0 0,0 0 0,-1 0 0,1 0 0,0 0 0,-1 0 0,1-1 0,-1 1 0,0 0 0,0 0 0,0 0 0,0-1 0,0 1 0,0 0 0,0 0 0,-2-3 0,-7-32 0,-29-69 0,3 12 0,25 61 0,-23-69 0,27 86 0,-1 2 0,0-1 0,-1 1 0,-14-19 0,11 21-1365,2 4-5461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4.059"/>
    </inkml:context>
    <inkml:brush xml:id="br0">
      <inkml:brushProperty name="width" value="0.05" units="cm"/>
      <inkml:brushProperty name="height" value="0.05" units="cm"/>
      <inkml:brushProperty name="color" value="#F6630D"/>
    </inkml:brush>
  </inkml:definitions>
  <inkml:trace contextRef="#ctx0" brushRef="#br0">376 204 24575,'7'-16'0,"-2"1"0,0-1 0,0 0 0,-2 0 0,0 0 0,-1-1 0,1-22 0,-3 37 0,0-1 0,0 1 0,0-1 0,0 1 0,-1-1 0,1 1 0,-1-1 0,1 1 0,-1 0 0,0-1 0,0 1 0,0 0 0,0 0 0,0-1 0,-1 1 0,-2-3 0,3 4 0,0 0 0,-1 0 0,1 0 0,-1 0 0,1 1 0,-1-1 0,0 0 0,1 1 0,-1-1 0,0 1 0,1-1 0,-1 1 0,0 0 0,0 0 0,1-1 0,-1 1 0,0 1 0,0-1 0,0 0 0,1 0 0,-1 1 0,0-1 0,1 1 0,-3 0 0,-8 4 0,0 0 0,1 1 0,0 0 0,0 0 0,0 2 0,1-1 0,-18 18 0,5-3 0,-39 52 0,41-44 0,0 1 0,2 1 0,2 0 0,1 2 0,1 0 0,-12 42 0,21-53 0,0-1 0,2 1 0,0 0 0,2 0 0,0 0 0,2 1 0,0-1 0,2 0 0,0 0 0,2 0 0,6 24 0,-6-35 0,0 0 0,1 0 0,1-1 0,-1 1 0,2-1 0,-1 0 0,2-1 0,-1 0 0,2 0 0,-1-1 0,1 0 0,1 0 0,18 13 0,-13-12 0,0-2 0,1 0 0,0 0 0,1-2 0,-1 0 0,1-1 0,0 0 0,0-2 0,27 3 0,-17-4 0,1-1 0,0-2 0,-1-1 0,1-1 0,-1-1 0,0-1 0,0-2 0,0-1 0,43-18 0,-49 16 0,0 0 0,-1-1 0,-1-1 0,0-1 0,0-1 0,-2 0 0,0-1 0,0-1 0,-1-1 0,-1 0 0,-1-1 0,14-23 0,-21 29 0,-1 0 0,0 0 0,-1 0 0,-1-1 0,0 0 0,0 0 0,-1 0 0,-1 0 0,0 0 0,-1-1 0,0 1 0,-1-1 0,0 1 0,-2 0 0,1-1 0,-2 1 0,1 0 0,-2 0 0,0 0 0,0 1 0,-1-1 0,-1 1 0,0 0 0,-1 0 0,0 1 0,-1 0 0,0 0 0,0 1 0,-2 0 0,1 1 0,-1-1 0,-12-7 0,9 8 31,0 1 0,0 0 0,-1 1 0,-1 0 0,1 1 0,-1 1 0,0 0 0,0 2 1,0-1-1,-22-1 0,27 4-126,0 1 0,0 0 0,0 0 0,1 1 1,-1 0-1,0 1 0,0 0 0,1 1 0,-1 0 0,1 0 1,0 1-1,0 0 0,0 1 0,0 0 0,1 0 1,0 1-1,-9 8 0,-8 12-6731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4.541"/>
    </inkml:context>
    <inkml:brush xml:id="br0">
      <inkml:brushProperty name="width" value="0.05" units="cm"/>
      <inkml:brushProperty name="height" value="0.05" units="cm"/>
      <inkml:brushProperty name="color" value="#F6630D"/>
    </inkml:brush>
  </inkml:definitions>
  <inkml:trace contextRef="#ctx0" brushRef="#br0">469 10 24575,'-40'-5'0,"36"4"0,0 0 0,0 0 0,0 1 0,0-1 0,0 1 0,-1 0 0,1 0 0,0 0 0,0 1 0,0-1 0,0 1 0,0 0 0,0 0 0,0 1 0,0-1 0,0 1 0,0 0 0,-4 2 0,-16 17 0,0 0 0,2 1 0,0 1 0,-18 27 0,15-20 0,10-12 0,-87 113 0,91-115 0,1 1 0,0 0 0,1 1 0,1 0 0,1 0 0,-7 24 0,13-35 0,0-1 0,0 0 0,0 0 0,0 1 0,1-1 0,1 1 0,-1-1 0,1 0 0,0 1 0,0-1 0,0 0 0,1 0 0,0 0 0,5 10 0,-2-8 0,0-1 0,0 1 0,0-1 0,1-1 0,0 1 0,1-1 0,-1 0 0,1 0 0,12 7 0,5 1 0,2-2 0,0 0 0,1-1 0,-1-2 0,45 10 0,-10-6 0,0-3 0,1-2 0,-1-4 0,1-1 0,0-4 0,69-9 0,-104 6 0,-1-1 0,0 0 0,0-2 0,0-1 0,-1-2 0,0 0 0,-1-1 0,34-22 0,-48 27 0,0-1 0,-1 0 0,0-1 0,0 0 0,-1-1 0,0 1 0,0-2 0,-1 1 0,-1-1 0,1 0 0,-1 0 0,-1-1 0,0 0 0,-1 0 0,0 0 0,0 0 0,-1-1 0,-1 1 0,0-1 0,-1 0 0,1-17 0,-2 18 15,-1-1 1,0 1-1,-1-1 0,0 1 0,-1 0 1,0 0-1,-1 0 0,0 0 0,-10-17 1,6 15 10,0 0 0,-2 1 0,1-1 1,-2 2-1,1 0 0,-18-14 1,-11-4-321,-1 2 0,-2 2 0,-69-31 0,76 39-232,22 11-6300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5.707"/>
    </inkml:context>
    <inkml:brush xml:id="br0">
      <inkml:brushProperty name="width" value="0.05" units="cm"/>
      <inkml:brushProperty name="height" value="0.05" units="cm"/>
      <inkml:brushProperty name="color" value="#F6630D"/>
    </inkml:brush>
  </inkml:definitions>
  <inkml:trace contextRef="#ctx0" brushRef="#br0">625 140 24575,'5'-22'0,"0"-4"0,-6 22 0,1 0 0,0 0 0,-1 0 0,0 1 0,0-1 0,0 0 0,0 1 0,0-1 0,-1 1 0,0-1 0,0 1 0,0-1 0,0 1 0,0 0 0,0 0 0,-1 0 0,0 1 0,0-1 0,1 0 0,-1 1 0,-1 0 0,1 0 0,0 0 0,0 0 0,-1 0 0,1 1 0,-1-1 0,0 1 0,1 0 0,-6-1 0,-3 0 0,0 1 0,0 0 0,0 0 0,-1 2 0,1-1 0,0 1 0,0 1 0,-18 5 0,8-1 0,0 2 0,1 0 0,0 1 0,0 2 0,1 0 0,0 1 0,-27 22 0,25-16 0,0 2 0,2 0 0,1 1 0,0 1 0,2 0 0,-15 26 0,19-26 0,1 1 0,1 0 0,0 1 0,2 0 0,1 0 0,-8 46 0,13-51 0,1 1 0,0-1 0,2 1 0,0-1 0,2 1 0,0-1 0,1 0 0,1 0 0,8 26 0,-8-34 0,0 1 0,1-1 0,1 0 0,0-1 0,0 1 0,1-1 0,0 0 0,1-1 0,0 0 0,1 0 0,0 0 0,0-1 0,0-1 0,18 11 0,-14-11 0,1 0 0,1-1 0,-1-1 0,1 0 0,0-1 0,0 0 0,0-2 0,1 0 0,-1 0 0,1-1 0,16-2 0,-1-1 0,0-2 0,-1-1 0,0-2 0,0-1 0,-1-1 0,0-1 0,-1-2 0,52-29 0,-47 21 0,-1-1 0,-1-1 0,-1-2 0,-2-1 0,0-2 0,43-53 0,-56 60 0,-1-1 0,-1 0 0,0-1 0,-2-1 0,-1 0 0,-1 0 0,-1-1 0,0 0 0,-2-1 0,3-25 0,-8 37 0,0 0 0,-1 0 0,0 0 0,-1 0 0,-1 0 0,0 0 0,0 0 0,-1 0 0,-6-13 0,5 17 0,0-1 0,-1 2 0,0-1 0,0 1 0,-1-1 0,0 1 0,-1 1 0,0-1 0,0 1 0,0 1 0,-1-1 0,0 1 0,-9-5 0,7 5 27,0 1-1,0 1 0,0-1 0,-1 1 1,0 1-1,1 0 0,-1 1 0,0 0 1,0 0-1,-1 2 0,1-1 0,-13 2 1,8 0-241,0 1 1,0 1 0,0 1-1,1 0 1,0 1 0,-1 1-1,-24 12 1,-10 11-6613</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6.194"/>
    </inkml:context>
    <inkml:brush xml:id="br0">
      <inkml:brushProperty name="width" value="0.05" units="cm"/>
      <inkml:brushProperty name="height" value="0.05" units="cm"/>
      <inkml:brushProperty name="color" value="#F6630D"/>
    </inkml:brush>
  </inkml:definitions>
  <inkml:trace contextRef="#ctx0" brushRef="#br0">336 1 24575,'-4'0'0,"-1"0"0,0 0 0,0 0 0,1 1 0,-1-1 0,0 1 0,0 0 0,1 1 0,-1-1 0,1 1 0,-1 0 0,1 0 0,0 0 0,0 1 0,0 0 0,0-1 0,0 1 0,1 1 0,-1-1 0,1 0 0,0 1 0,-4 4 0,-17 26 0,-38 72 0,28-46 0,21-39 0,-53 100 0,59-106 0,1 0 0,1 0 0,0 1 0,1-1 0,0 1 0,-1 20 0,5-30 0,0 0 0,0 0 0,1 0 0,0 0 0,0 0 0,0-1 0,0 1 0,1 0 0,0-1 0,0 1 0,1-1 0,0 0 0,0 0 0,0 0 0,0 0 0,1 0 0,0-1 0,0 1 0,0-1 0,0 0 0,1 0 0,-1-1 0,1 1 0,0-1 0,9 4 0,5 2 0,0-1 0,0-1 0,1 0 0,0-2 0,0 0 0,23 2 0,44 2 0,104-1 0,87-16 0,-259 7 0,72-3 0,143-24 0,-228 27 0,1-1 0,-1 0 0,0 0 0,0 0 0,7-4 0,-12 6 0,0-1 0,0 1 0,0-1 0,0 0 0,-1 1 0,1-1 0,0 0 0,0 1 0,0-1 0,-1 0 0,1 0 0,0 0 0,-1 0 0,1 0 0,-1 0 0,1 0 0,-1 0 0,1 0 0,-1 0 0,0 0 0,1 0 0,-1 0 0,0 0 0,0 0 0,0 0 0,0 0 0,0-1 0,0 1 0,0 0 0,0 0 0,0 0 0,-1 0 0,1 0 0,0 0 0,-1 0 0,0-2 0,-7-9 0,0 1 0,0-1 0,-1 2 0,-1-1 0,-19-16 0,3 2 0,-34-35 0,4-3 0,2-2 0,-56-90 0,99 136-1365,5 6-5461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7.300"/>
    </inkml:context>
    <inkml:brush xml:id="br0">
      <inkml:brushProperty name="width" value="0.05" units="cm"/>
      <inkml:brushProperty name="height" value="0.05" units="cm"/>
      <inkml:brushProperty name="color" value="#F6630D"/>
    </inkml:brush>
  </inkml:definitions>
  <inkml:trace contextRef="#ctx0" brushRef="#br0">2 1 24575,'-1'3'0,"7"6"0,10 6 0,368 331-1152,-18 13-816,-98-94 1298,857 787 685,-672-636-238,-282-259-563,335 325 1185,-409-372 943,-80-89-6490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7.566"/>
    </inkml:context>
    <inkml:brush xml:id="br0">
      <inkml:brushProperty name="width" value="0.05" units="cm"/>
      <inkml:brushProperty name="height" value="0.05" units="cm"/>
      <inkml:brushProperty name="color" value="#F6630D"/>
    </inkml:brush>
  </inkml:definitions>
  <inkml:trace contextRef="#ctx0" brushRef="#br0">226 33 24575,'11'-15'0,"3"-2"0,-13 17 0,-1 0 0,0 0 0,0 0 0,1 0 0,-1 0 0,0 0 0,0 0 0,1 0 0,-1 0 0,0 0 0,0 0 0,0 0 0,1 0 0,-1 0 0,0 0 0,0 0 0,1 0 0,-1 0 0,0 1 0,0-1 0,0 0 0,0 0 0,1 0 0,-1 0 0,0 0 0,0 1 0,0-1 0,0 0 0,1 0 0,-1 0 0,0 1 0,0-1 0,0 0 0,0 0 0,0 1 0,0-1 0,0 0 0,0 0 0,0 1 0,0-1 0,0 0 0,0 0 0,0 0 0,0 1 0,0-1 0,2 15 0,-2-14 0,24 159 0,-15-113 0,7 93 0,-16-136 0,0 1 0,0-1 0,0 1 0,-1-1 0,1 0 0,-1 1 0,0-1 0,-1 0 0,1 1 0,-1-1 0,0 0 0,0 0 0,0-1 0,0 1 0,-1 0 0,1-1 0,-1 1 0,0-1 0,0 0 0,-6 5 0,3-4 0,1-1 0,-1 0 0,0 0 0,0-1 0,-1 1 0,1-1 0,0 0 0,-1-1 0,1 0 0,-1 0 0,0 0 0,1-1 0,-10 0 0,-5-2-341,0-1 0,0-1-1,-30-9 1,-8-5-6485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8.015"/>
    </inkml:context>
    <inkml:brush xml:id="br0">
      <inkml:brushProperty name="width" value="0.05" units="cm"/>
      <inkml:brushProperty name="height" value="0.05" units="cm"/>
      <inkml:brushProperty name="color" value="#F6630D"/>
    </inkml:brush>
  </inkml:definitions>
  <inkml:trace contextRef="#ctx0" brushRef="#br0">135 135 24575,'-50'-46'0,"34"34"0,2-1 0,-1-1 0,-22-29 0,35 37 0,9 9 0,12 12 0,182 179-286,-14 20-303,-128-145 399,228 276-539,-15 13 0,-16 11 0,-16 11 0,193 420 1,-251-400 37,-31 9 1932,-141-375-289,11 63 0,-19-78-6888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8.278"/>
    </inkml:context>
    <inkml:brush xml:id="br0">
      <inkml:brushProperty name="width" value="0.05" units="cm"/>
      <inkml:brushProperty name="height" value="0.05" units="cm"/>
      <inkml:brushProperty name="color" value="#F6630D"/>
    </inkml:brush>
  </inkml:definitions>
  <inkml:trace contextRef="#ctx0" brushRef="#br0">166 141 24575,'-9'-14'0,"-1"-1"0,-1 2 0,0 0 0,-1 0 0,0 1 0,-1 0 0,0 1 0,-28-18 0,41 29 0,-1-1 0,0 0 0,0 0 0,1 1 0,-1-1 0,0 1 0,0-1 0,0 0 0,0 1 0,0 0 0,0-1 0,0 1 0,0 0 0,0-1 0,0 1 0,0 0 0,0 0 0,0 0 0,0 0 0,0 0 0,0 0 0,0 0 0,0 0 0,0 0 0,0 1 0,0-1 0,0 0 0,0 1 0,-2 0 0,2 0 0,1 0 0,-1 1 0,1-1 0,-1 0 0,1 1 0,0-1 0,-1 1 0,1-1 0,0 0 0,0 1 0,0-1 0,0 1 0,0-1 0,0 0 0,1 1 0,-1-1 0,0 0 0,1 1 0,-1-1 0,1 0 0,-1 1 0,2 1 0,63 145 0,-65-148 0,2 5 0,0 0 0,0 0 0,1 0 0,-1-1 0,6 8 0,-7-11 0,0 0 0,0 0 0,-1-1 0,1 1 0,0 0 0,0-1 0,0 1 0,0-1 0,0 1 0,0-1 0,0 1 0,0-1 0,0 1 0,0-1 0,0 0 0,0 0 0,0 0 0,0 1 0,0-1 0,0 0 0,0 0 0,1-1 0,-1 1 0,0 0 0,0 0 0,0 0 0,0-1 0,0 1 0,0-1 0,0 1 0,0 0 0,0-1 0,0 0 0,0 1 0,0-2 0,7-4 53,0 0 0,0-1-1,-1 0 1,0 0 0,10-15 0,26-45-690,-28 42-408,10-15-5781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8.682"/>
    </inkml:context>
    <inkml:brush xml:id="br0">
      <inkml:brushProperty name="width" value="0.05" units="cm"/>
      <inkml:brushProperty name="height" value="0.05" units="cm"/>
      <inkml:brushProperty name="color" value="#F6630D"/>
    </inkml:brush>
  </inkml:definitions>
  <inkml:trace contextRef="#ctx0" brushRef="#br0">84 65 24575,'-8'-12'0,"-15"-22"0,22 32 0,0 1 0,-1-1 0,1 1 0,0-1 0,-1 1 0,1 0 0,-1 0 0,0 0 0,1 0 0,-1 0 0,0 0 0,1 0 0,-1 0 0,0 1 0,0-1 0,-2 0 0,3 1 0,0 1 0,0-1 0,0 0 0,0 1 0,0-1 0,0 1 0,0-1 0,0 1 0,0 0 0,0-1 0,1 1 0,-1 0 0,0-1 0,0 1 0,1 0 0,-1 0 0,0 0 0,1 0 0,-1-1 0,1 1 0,0 0 0,-1 0 0,1 0 0,0 0 0,-1 0 0,1 0 0,0 0 0,0 0 0,0 2 0,-4 36 0,3-36 0,1 51 0,2 1 0,11 65 0,29 108 0,171 616-345,-78-344 42,-26 5 160,-12 241-1091,-92-699-4932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8.962"/>
    </inkml:context>
    <inkml:brush xml:id="br0">
      <inkml:brushProperty name="width" value="0.05" units="cm"/>
      <inkml:brushProperty name="height" value="0.05" units="cm"/>
      <inkml:brushProperty name="color" value="#F6630D"/>
    </inkml:brush>
  </inkml:definitions>
  <inkml:trace contextRef="#ctx0" brushRef="#br0">97 56 24575,'-36'-24'0,"31"20"0,0 0 0,-1 0 0,1 0 0,-1 1 0,0 0 0,0 0 0,-11-3 0,17 6 0,0-1 0,-1 1 0,1 0 0,0 0 0,0 0 0,0 0 0,0 0 0,0 0 0,0 0 0,0 0 0,-1 0 0,1 0 0,0 0 0,0 0 0,0 0 0,0 0 0,0 0 0,0 0 0,-1 1 0,1-1 0,0 0 0,0 0 0,0 0 0,0 0 0,0 0 0,0 0 0,0 0 0,0 0 0,0 0 0,-1 0 0,1 0 0,0 0 0,0 1 0,0-1 0,0 0 0,0 0 0,0 0 0,0 0 0,0 0 0,0 0 0,0 0 0,0 1 0,0-1 0,0 0 0,0 0 0,0 0 0,0 0 0,2 9 0,7 6 0,3 1 0,0-1 0,2-1 0,0 0 0,0-1 0,1 0 0,20 12 0,-32-23 0,0 0 0,-1 0 0,1-1 0,0 1 0,0-1 0,0 0 0,0 1 0,0-1 0,0-1 0,0 1 0,0 0 0,1-1 0,-1 0 0,0 0 0,0 0 0,0 0 0,1 0 0,-1-1 0,5 0 0,-2-2 0,-1 1 0,1-1 0,-1 0 0,1-1 0,-1 1 0,0-1 0,-1 0 0,1-1 0,4-4 0,6-7-81,15-24 0,-19 25-1122,1 0-5623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9.322"/>
    </inkml:context>
    <inkml:brush xml:id="br0">
      <inkml:brushProperty name="width" value="0.05" units="cm"/>
      <inkml:brushProperty name="height" value="0.05" units="cm"/>
      <inkml:brushProperty name="color" value="#F6630D"/>
    </inkml:brush>
  </inkml:definitions>
  <inkml:trace contextRef="#ctx0" brushRef="#br0">70 317 24575,'-11'-31'0,"-29"-93"0,35 102 0,0 0 0,2 0 0,-2-39 0,5 59 0,0-1 0,0 1 0,0 0 0,1 0 0,-1-1 0,1 1 0,0 0 0,-1 0 0,1 0 0,0 0 0,2-4 0,-2 6 0,-1-1 0,0 1 0,1 0 0,-1-1 0,0 1 0,1 0 0,-1-1 0,0 1 0,1 0 0,-1-1 0,1 1 0,-1 0 0,1 0 0,-1 0 0,1 0 0,-1-1 0,1 1 0,-1 0 0,1 0 0,-1 0 0,1 0 0,0 0 0,0 0 0,0 1 0,0-1 0,0 0 0,-1 1 0,1-1 0,0 1 0,0-1 0,0 1 0,0 0 0,0-1 0,-1 1 0,1 0 0,0-1 0,0 1 0,0 1 0,6 8 0,-1 1 0,0 0 0,-1 0 0,0 1 0,-1-1 0,0 1 0,0 0 0,1 17 0,-1-14 0,30 162-362,11 185-1,-37-280 217,27 333 59,-21 506 0,-46-539-1221,19-288-4530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9.615"/>
    </inkml:context>
    <inkml:brush xml:id="br0">
      <inkml:brushProperty name="width" value="0.05" units="cm"/>
      <inkml:brushProperty name="height" value="0.05" units="cm"/>
      <inkml:brushProperty name="color" value="#F6630D"/>
    </inkml:brush>
  </inkml:definitions>
  <inkml:trace contextRef="#ctx0" brushRef="#br0">16 125 24575,'-10'-7'0,"5"3"0,7 17 0,3 20 0,-4-26 0,0 1 0,0-1 0,0 0 0,1 0 0,0 0 0,0 0 0,1 0 0,7 13 0,-9-19 0,0 0 0,0 0 0,0 0 0,0-1 0,0 1 0,0 0 0,0 0 0,0-1 0,0 1 0,1 0 0,-1-1 0,0 0 0,0 1 0,1-1 0,-1 0 0,0 1 0,1-1 0,-1 0 0,0 0 0,1 0 0,-1 0 0,0 0 0,1 0 0,-1-1 0,0 1 0,1 0 0,-1-1 0,0 1 0,0-1 0,1 1 0,-1-1 0,0 0 0,0 1 0,0-1 0,2-1 0,5-4 0,0-1 0,0 1 0,11-14 0,-13 14 0,52-57 266,55-52-1897,-93 99-5195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49.973"/>
    </inkml:context>
    <inkml:brush xml:id="br0">
      <inkml:brushProperty name="width" value="0.05" units="cm"/>
      <inkml:brushProperty name="height" value="0.05" units="cm"/>
      <inkml:brushProperty name="color" value="#F6630D"/>
    </inkml:brush>
  </inkml:definitions>
  <inkml:trace contextRef="#ctx0" brushRef="#br0">236 332 24575,'-1'-48'0,"-3"-1"0,-2 1 0,-2 1 0,-14-50 0,8 63 0,13 33 0,1 1 0,0-1 0,0 1 0,-1-1 0,1 1 0,0-1 0,-1 1 0,1-1 0,0 1 0,-1 0 0,1-1 0,-1 1 0,1 0 0,-1-1 0,1 1 0,-1 0 0,1 0 0,-1-1 0,1 1 0,-1 0 0,0 0 0,0 0 0,1 1 0,-1-1 0,1 0 0,-1 1 0,1-1 0,-1 1 0,1-1 0,-1 1 0,1-1 0,-1 1 0,1-1 0,-1 1 0,1 0 0,0-1 0,0 1 0,-1-1 0,1 1 0,0 0 0,0-1 0,0 1 0,-1 0 0,1 1 0,-4 21 0,0 0 0,2 1 0,0-1 0,3 32 0,-1-10 0,8 493-515,1-177 237,-9-288 278,-7 767 0,-4-650 0,-9 0 0,-61 258 0,56-356-1233,2-19-4932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50.237"/>
    </inkml:context>
    <inkml:brush xml:id="br0">
      <inkml:brushProperty name="width" value="0.05" units="cm"/>
      <inkml:brushProperty name="height" value="0.05" units="cm"/>
      <inkml:brushProperty name="color" value="#F6630D"/>
    </inkml:brush>
  </inkml:definitions>
  <inkml:trace contextRef="#ctx0" brushRef="#br0">67 11 24575,'-18'-5'0,"17"4"0,0 0 0,0 1 0,0-1 0,0 1 0,0 0 0,0-1 0,0 1 0,0 0 0,0-1 0,0 1 0,0 0 0,0 0 0,0 0 0,-1 0 0,1 0 0,0 0 0,0 0 0,0 1 0,0-1 0,0 0 0,0 0 0,0 1 0,0-1 0,0 1 0,0-1 0,-1 2 0,0-1 0,0 1 0,1 0 0,-1 0 0,1 0 0,-1 0 0,1 0 0,0 0 0,-1 0 0,1 0 0,0 0 0,0 1 0,1-1 0,-1 1 0,1-1 0,-1 0 0,1 1 0,-1-1 0,1 1 0,0-1 0,0 1 0,1-1 0,-1 1 0,0-1 0,2 3 0,0 9 0,1-1 0,9 24 0,-6-19 0,1-1 0,0 0 0,1 0 0,1-1 0,1 0 0,0-1 0,1 0 0,17 18 0,-26-31 0,0 0 0,0-1 0,0 1 0,0-1 0,0 0 0,0 0 0,0 1 0,0-1 0,1-1 0,-1 1 0,0 0 0,1 0 0,-1-1 0,0 0 0,1 1 0,-1-1 0,1 0 0,-1 0 0,3-1 0,-1 0 0,0 0 0,1 0 0,-1 0 0,-1-1 0,1 0 0,0 0 0,0 0 0,-1 0 0,1-1 0,3-2 0,6-7 0,-1-1 0,0 0 0,-1 0 0,10-17 0,-12 16-1365,-5 5-5461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3:50.814"/>
    </inkml:context>
    <inkml:brush xml:id="br0">
      <inkml:brushProperty name="width" value="0.05" units="cm"/>
      <inkml:brushProperty name="height" value="0.05" units="cm"/>
      <inkml:brushProperty name="color" value="#F6630D"/>
    </inkml:brush>
  </inkml:definitions>
  <inkml:trace contextRef="#ctx0" brushRef="#br0">25 1 24575,'-5'2'0,"-6"2"0,3 2 0,11 1 0,22 2 0,30-1 0,36 1 0,38 2 0,40-1 0,36 1-1865,33 2 1865,21-3-2543,10-2 2543,-41-2-3783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6.907"/>
    </inkml:context>
    <inkml:brush xml:id="br0">
      <inkml:brushProperty name="width" value="0.05" units="cm"/>
      <inkml:brushProperty name="height" value="0.05" units="cm"/>
      <inkml:brushProperty name="color" value="#FFFFFF"/>
    </inkml:brush>
  </inkml:definitions>
  <inkml:trace contextRef="#ctx0" brushRef="#br0">1010 108 24575,'1'-3'0,"-1"-1"0,2 1 0,-1 0 0,0-1 0,1 1 0,-1 0 0,1 0 0,0 0 0,4-4 0,2-5 0,-3 2 0,-2 5 0,-1 0 0,1 0 0,-1 1 0,1-1 0,1 1 0,-1 0 0,1 0 0,-1 0 0,9-6 0,-34 40 0,-11-1 0,-1-1 0,-1-3 0,-39 23 0,-120 56 0,-61 16 0,-57 30 0,297-142 0,-89 43 0,102-51 0,4-2 0,10-7 0,-9 8 0,-1-1 0,1 1 0,0-1 0,0 1 0,0 0 0,0 0 0,0 0 0,0 1 0,0-1 0,4 0 0,-3 2 0,-1 0 0,0 0 0,1 0 0,-1 0 0,0 1 0,0-1 0,0 1 0,0 0 0,0 0 0,0 0 0,-1 0 0,1 0 0,0 1 0,-1-1 0,0 1 0,4 5 0,5 7 0,16 31 0,-20-32 0,155 292 0,98 172 0,-238-442 0,-8-15 0,0 2 0,13 32 0,-24-48 0,-1 0 0,0 0 0,0 1 0,0-1 0,-1 0 0,0 0 0,-1 1 0,1-1 0,-1 1 0,-1-1 0,1 0 0,-4 15 0,0-11 0,-5 20 0,9-29 0,0-1 0,0 1 0,-1-1 0,1 1 0,0-1 0,0 1 0,0-1 0,0 1 0,1-1 0,-1 1 0,0-1 0,1 1 0,-1-1 0,1 1 0,-1-1 0,2 2 0,-2-3 0,1 1 0,0-1 0,0 1 0,-1-1 0,1 1 0,0-1 0,0 0 0,-1 1 0,1-1 0,0 0 0,0 0 0,0 0 0,0 0 0,-1 0 0,1 0 0,0 0 0,0 0 0,0 0 0,0 0 0,-1 0 0,1 0 0,1-1 0,22-6 0,-18 4 0,27-6 0,0 1 0,0 2 0,1 1 0,0 1 0,0 2 0,0 1 0,40 5 0,238 45 0,-298-46 0,690 148-296,57 12-38,-737-158 360,2 1 95,1-1 0,0-1-1,-1-2 1,51-1 0,-75-1-121,-1-1 0,1 1 0,0-1 0,-1 1 0,1-1 0,-1 0 0,1 0 0,-1 1 0,1-1 0,-1 0 0,1 0 0,-1-1 0,0 1 0,0 0 0,0 0 0,1-1 0,-1 1 0,0 0 0,-1-1 0,1 1 0,0-1 0,1-3 0,1-4 0,0 0 0,0 0 0,1-12 0,2-7 0,77-211 0,-64 188 0,2 1 0,2 0 0,3 2 0,1 1 0,2 1 0,3 2 0,1 1 0,2 1 0,2 2 0,2 2 0,53-41 0,-43 43 0,62-33 0,31-22 0,-142 91 0,7-4 0,-1-1 0,0 0 0,0 0 0,0-1 0,-1 1 0,0-1 0,0 0 0,5-7 0,-10 12 0,0 0 0,0 1 0,0-1 0,0 0 0,0 0 0,0 1 0,0-1 0,-1 0 0,1 1 0,0-1 0,0 0 0,0 0 0,-1 1 0,1-1 0,0 1 0,-1-1 0,1 0 0,-1 1 0,1-1 0,0 1 0,-1-1 0,1 1 0,-1-1 0,0 1 0,1-1 0,-1 1 0,1-1 0,-1 1 0,0 0 0,0-1 0,-26-12 0,21 11 0,-115-43 0,15 8 0,-8-15 0,2-5 0,-118-80 0,193 112 0,1-1 0,-35-32 0,59 47 0,0-1 0,1 0 0,0-1 0,1 0 0,1-1 0,0 0 0,1 0 0,-12-29 0,13 12 0,7 27 0,-1-1 0,0 1 0,0 0 0,0 0 0,-3-8 0,3 10 0,0 1 0,-1-1 0,1 0 0,0 1 0,-1 0 0,1-1 0,0 1 0,-1 0 0,0-1 0,1 1 0,-1 0 0,0 0 0,1 0 0,-1 1 0,0-1 0,-4-1 0,-88-21 0,-113-13 0,151 27 0,-911-97 0,894 99 0,49 4 0,-33-9 0,5 1 0,51 11-42,0-1-1,0 1 0,0 0 1,0 0-1,0 0 0,0 0 1,0 0-1,0 0 0,0 0 1,0 0-1,0 0 0,0 1 1,0-1-1,0 0 0,0 0 1,0 1-1,0-1 0,0 1 1,0-1-1,0 1 0,1-1 1,-1 1-1,0 0 0,0-1 1,1 1-1,-1 0 0,0 0 1,1-1-1,-1 1 0,0 0 1,0 1-1,-2 8-6783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7.687"/>
    </inkml:context>
    <inkml:brush xml:id="br0">
      <inkml:brushProperty name="width" value="0.05" units="cm"/>
      <inkml:brushProperty name="height" value="0.05" units="cm"/>
      <inkml:brushProperty name="color" value="#FFFFFF"/>
    </inkml:brush>
  </inkml:definitions>
  <inkml:trace contextRef="#ctx0" brushRef="#br0">83 873 24575,'-3'0'0,"0"1"0,0 0 0,0 0 0,0 0 0,0 0 0,0 0 0,0 1 0,0-1 0,0 1 0,0 0 0,1 0 0,-1 0 0,1 0 0,0 0 0,-1 1 0,1-1 0,0 1 0,-3 5 0,1-3 0,0 1 0,1 0 0,0 1 0,0-1 0,0 1 0,1-1 0,-3 13 0,5-18 0,-1 0 0,1 0 0,0 0 0,0 0 0,0 1 0,-1-1 0,1 0 0,0 0 0,1 0 0,-1 0 0,0 0 0,0 0 0,0 0 0,1 0 0,-1 0 0,0 0 0,1 0 0,-1 0 0,1 0 0,-1 0 0,1 0 0,0 0 0,-1 0 0,1 0 0,0 0 0,0-1 0,0 1 0,-1 0 0,1-1 0,0 1 0,0 0 0,0-1 0,0 1 0,0-1 0,0 0 0,0 1 0,0-1 0,0 0 0,0 0 0,0 1 0,1-1 0,0 0 0,2 0 0,-1 0 0,1-1 0,-1 1 0,0-1 0,1 0 0,-1 0 0,0 0 0,0 0 0,1 0 0,-1-1 0,0 1 0,5-5 0,4-4 0,0-2 0,-1 0 0,0 0 0,0-1 0,-2 0 0,1-1 0,12-26 0,-1-5 0,20-61 0,-2-24 0,40-244 0,-75 349 0,1-1 0,0-1 0,-3 0 0,0 1 0,-3-43 0,-3 60 0,-2 15 0,-4 20 0,9-24 0,-14 45 0,2 2 0,-9 60 0,-2 102 0,22-182 0,-5 93 0,6-101 0,2 0 0,1 0 0,7 36 0,-8-54 0,0 1 0,0-1 0,0 1 0,1-1 0,-1 0 0,1 1 0,-1-1 0,1 0 0,0 0 0,1 0 0,-1 0 0,0-1 0,1 1 0,-1-1 0,1 1 0,0-1 0,5 3 0,-5-4 0,-1 1 0,1-1 0,0-1 0,1 1 0,-1 0 0,0-1 0,0 0 0,0 0 0,0 1 0,0-2 0,0 1 0,0 0 0,1-1 0,-1 1 0,0-1 0,0 0 0,0 0 0,-1 0 0,1-1 0,5-2 0,6-5 0,0 0 0,-1-1 0,0 0 0,0-1 0,-1-1 0,-1 0 0,12-15 0,64-101 0,-81 119 0,54-95 0,-83 151 0,2 0 0,-14 53 0,26-69 0,1 1 0,2 0 0,1 0 0,-1 48 0,6-76-62,-1 0 0,1 0 0,1 0 0,-1 1 0,0-1 0,1 0 0,0 0 0,0-1 0,0 1 0,1 0 0,-1 0 0,1 0-1,0-1 1,0 1 0,0-1 0,0 1 0,1-1 0,-1 0 0,1 0 0,0 0 0,6 4 0,12 5-6764</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7.967"/>
    </inkml:context>
    <inkml:brush xml:id="br0">
      <inkml:brushProperty name="width" value="0.05" units="cm"/>
      <inkml:brushProperty name="height" value="0.05" units="cm"/>
      <inkml:brushProperty name="color" value="#FFFFFF"/>
    </inkml:brush>
  </inkml:definitions>
  <inkml:trace contextRef="#ctx0" brushRef="#br0">450 120 24575,'5'-34'0,"-4"27"0,0 0 0,0 1 0,0-1 0,0 0 0,-2-13 0,1 18 0,0 1 0,-1-1 0,1 1 0,-1-1 0,1 1 0,-1 0 0,0-1 0,0 1 0,1 0 0,-1-1 0,0 1 0,0 0 0,0 0 0,0 0 0,-1 0 0,1 0 0,0 0 0,0 0 0,-1 0 0,1 0 0,0 0 0,-1 1 0,1-1 0,-1 1 0,1-1 0,-1 1 0,1-1 0,-1 1 0,1 0 0,-4 0 0,-7-1 0,0 1 0,-1 0 0,1 1 0,-1 1 0,-21 5 0,-60 23 0,85-27 0,0 1 0,1 0 0,-1 0 0,1 1 0,0 0 0,0 0 0,1 1 0,0 0 0,-11 11 0,15-13 0,0 0 0,0 0 0,1 0 0,-1 1 0,1-1 0,0 1 0,0-1 0,1 1 0,-1 0 0,1 0 0,0-1 0,0 1 0,1 0 0,0 0 0,-1 0 0,2 0 0,-1 0 0,0 0 0,1 0 0,2 5 0,0 3 0,2 0 0,-1 0 0,2 0 0,0-1 0,12 20 0,47 56 0,-22-31 0,-32-42 0,-1 0 0,-1 0 0,-1 1 0,0 0 0,9 27 0,-15-37 0,-1-1 0,1 1 0,-1 0 0,-1 0 0,1 0 0,-1-1 0,0 1 0,0 0 0,-1 0 0,0 0 0,0-1 0,0 1 0,-1 0 0,1-1 0,-1 1 0,-1-1 0,1 0 0,-1 1 0,0-1 0,0 0 0,-4 4 0,-2 1 38,-1 0 0,0-1 0,0 0 0,-1 0 0,0-1 0,-1-1 0,0 0 0,-20 9 0,6-6-465,-1 0 0,0-2 1,-31 6-1,4-4-6399</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8.624"/>
    </inkml:context>
    <inkml:brush xml:id="br0">
      <inkml:brushProperty name="width" value="0.05" units="cm"/>
      <inkml:brushProperty name="height" value="0.05" units="cm"/>
      <inkml:brushProperty name="color" value="#FFFFFF"/>
    </inkml:brush>
  </inkml:definitions>
  <inkml:trace contextRef="#ctx0" brushRef="#br0">17 1 24575,'-17'0'0,"22"0"0,33 0 0,391 45-796,-305-27 478,1038 151-4004,-596-84 2478,275 42 1826,881 123-1857,-1686-245 1834,455 42 2178,-449-49 67,-42 2-2160,0 0-1,1 0 1,-1 0 0,0 0 0,1 0 0,-1 0 0,0 0-1,1 0 1,-1 0 0,0 0 0,1 0 0,-1 0 0,0 0-1,1 0 1,-1 0 0,0 0 0,1-1 0,-1 1 0,0 0-1,1 0 1,-1 0 0,0-1 0,0 1 0,1 0 0,-1 0-1,0-1 1,0 1 0,0 0 0,1 0 0,-1-1 0,0 1-1,0-1 1,-8-6 1133,-20-4-320,28 11-859,-80-21 1489,53 15-2216,-36-13 1,45 12-6098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8.810"/>
    </inkml:context>
    <inkml:brush xml:id="br0">
      <inkml:brushProperty name="width" value="0.05" units="cm"/>
      <inkml:brushProperty name="height" value="0.05" units="cm"/>
      <inkml:brushProperty name="color" value="#FFFFFF"/>
    </inkml:brush>
  </inkml:definitions>
  <inkml:trace contextRef="#ctx0" brushRef="#br0">284 61 24575,'-4'-4'0,"1"0"0,0 0 0,0 0 0,0-1 0,-3-5 0,6 9 0,-1 1 0,1-1 0,-1 0 0,1 1 0,-1-1 0,1 0 0,0 0 0,0 1 0,-1-1 0,1 0 0,0 0 0,0 1 0,0-1 0,0 0 0,0 0 0,0 1 0,0-1 0,0 0 0,0 0 0,0 0 0,0 1 0,0-1 0,1 0 0,-1 0 0,0 1 0,1-1 0,-1 0 0,0 1 0,1-1 0,-1 0 0,1 1 0,-1-1 0,1 0 0,-1 1 0,1-1 0,0 1 0,-1-1 0,1 1 0,-1 0 0,1-1 0,0 1 0,0-1 0,1 1 0,0 0 0,-1 0 0,1 0 0,0 0 0,0 0 0,0 0 0,-1 1 0,1-1 0,0 1 0,0-1 0,-1 1 0,1 0 0,0 0 0,-1-1 0,1 1 0,-1 0 0,1 1 0,-1-1 0,0 0 0,1 0 0,0 2 0,26 30 0,-23-25 0,0 0 0,0 0 0,-1 0 0,-1 1 0,1 0 0,-1-1 0,-1 1 0,0 0 0,0 1 0,-1-1 0,0 0 0,0 0 0,-1 1 0,0-1 0,-1 0 0,0 1 0,-1-1 0,0 0 0,0 0 0,0 0 0,-2 0 0,1-1 0,-1 1 0,0-1 0,-1 0 0,1 0 0,-2 0 0,1 0 0,-1-1 0,0 0 0,-1-1 0,-8 8 0,-5 1-195,0-1 0,-1-1 0,-1 0 0,0-2 0,0-1 0,-34 11 0,-53 14-6631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6:59.933"/>
    </inkml:context>
    <inkml:brush xml:id="br0">
      <inkml:brushProperty name="width" value="0.05" units="cm"/>
      <inkml:brushProperty name="height" value="0.05" units="cm"/>
      <inkml:brushProperty name="color" value="#FFFFFF"/>
    </inkml:brush>
  </inkml:definitions>
  <inkml:trace contextRef="#ctx0" brushRef="#br0">1 0 24575,'4'4'0,"1"0"0,-1-1 0,1 0 0,0 0 0,0 0 0,1 0 0,-1-1 0,1 0 0,-1 0 0,9 2 0,9 0 0,32 3 0,-11-2 0,748 145-1632,-8 34-497,-597-139 2004,12 3 34,845 189-1194,-989-226 1386,144 23 2963,-176-32-2445,-23-2-611,0 0-1,0 0 1,0 0-1,0 0 1,0 0-1,-1 0 1,1 0-1,0 0 1,0 0 0,0-1-1,0 1 1,0 0-1,0 0 1,0 0-1,0 0 1,0 0-1,0 0 1,0 0-1,0 0 1,0 0-1,0 0 1,0-1-1,1 1 1,-1 0 0,0 0-1,0 0 1,0 0-1,0 0 1,0 0-1,0 0 1,0 0-1,0 0 1,0 0-1,0 0 1,0 0-1,0 0 1,0 0-1,0-1 1,0 1 0,0 0-1,1 0 1,-1 0-1,0 0 1,0 0-1,0 0 1,0 0-1,0 0 1,0 0-1,0 0 1,0 0-1,0 0 1,0 0-1,1 0 1,-1 0 0,0 0-1,0 0 1,0 0-1,0 0 1,-11-6 476,-18-6 65,-26-5-549,24 9 0,1-1 0,0-2 0,-53-28 0,68 28 0,0 0 0,0-2 0,-21-21 0,22 20 0,3 5 0,11 9 0,0-1 0,0 1 0,-1 0 0,1 0 0,0 0 0,0 0 0,0 0 0,0 0 0,0 0 0,0 0 0,0 0 0,-1 0 0,1 0 0,0 0 0,0 0 0,0 0 0,0 0 0,0 0 0,0 0 0,0 0 0,-1 0 0,1 0 0,0 0 0,0 0 0,0 0 0,0 0 0,0 0 0,0 0 0,0 1 0,0-1 0,-1 0 0,1 0 0,0 0 0,0 0 0,0 0 0,0 0 0,0 0 0,0 0 0,0 0 0,0 1 0,0-1 0,0 0 0,0 0 0,0 0 0,0 0 0,0 0 0,0 0 0,3 23 0,1-8 0,-2-3-97,0 0-1,0 0 1,-1 0-1,-1 0 1,0 0-1,-1 1 1,0-1-1,-1 0 1,0 0-1,-1 0 1,0-1-1,-1 1 0,-7 13 1,-10 13-6729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47.458"/>
    </inkml:context>
    <inkml:brush xml:id="br0">
      <inkml:brushProperty name="width" value="0.05" units="cm"/>
      <inkml:brushProperty name="height" value="0.05" units="cm"/>
      <inkml:brushProperty name="color" value="#FFFFFF"/>
    </inkml:brush>
  </inkml:definitions>
  <inkml:trace contextRef="#ctx0" brushRef="#br0">1 121 24575,'0'-1'0,"1"0"0,0-1 0,-1 1 0,1 0 0,0-1 0,0 1 0,-1 0 0,1 0 0,0 0 0,0 0 0,0 0 0,1 0 0,-1 0 0,0 0 0,0 0 0,0 0 0,3-1 0,24-12 0,-27 13 0,32-7 0,-32 8 0,0 0 0,-1 0 0,1 0 0,0-1 0,0 1 0,1 0 0,-1 0 0,0 0 0,0 1 0,0-1 0,-1 0 0,1 0 0,0 1 0,0-1 0,0 0 0,0 1 0,0-1 0,0 1 0,0-1 0,0 1 0,-1-1 0,1 1 0,0 0 0,0-1 0,-1 1 0,1 0 0,0 0 0,-1 0 0,2 1 0,-2-1 0,0-1 0,-1 1 0,1-1 0,0 1 0,0-1 0,0 1 0,-1 0 0,1-1 0,0 1 0,0-1 0,-1 0 0,1 1 0,0-1 0,-1 1 0,1-1 0,-1 1 0,1-1 0,0 0 0,-1 1 0,1-1 0,-1 0 0,1 1 0,-1-1 0,1 0 0,-1 0 0,0 0 0,1 0 0,-1 1 0,1-1 0,-1 0 0,1 0 0,-1 0 0,0 0 0,-21 3 0,20-3 0,0 0 0,1 0 0,-1 0 0,0 0 0,0 0 0,0 0 0,0-1 0,0 1 0,1-1 0,-1 1 0,0-1 0,0 1 0,1-1 0,-1 0 0,0 0 0,1 0 0,-1 0 0,1 0 0,-1 0 0,1-1 0,0 1 0,-1 0 0,1-1 0,0 1 0,0-1 0,0 1 0,0-1 0,-1-2 0,2 2 0,0 0 0,0 0 0,0 0 0,0 0 0,0-1 0,0 1 0,0 0 0,1 0 0,-1 0 0,1 0 0,0 0 0,-1 0 0,1 0 0,0 0 0,0 0 0,0 0 0,1 1 0,-1-1 0,0 0 0,1 1 0,-1-1 0,1 1 0,-1-1 0,3-1 0,1 0 0,0-1 0,0 1 0,0 0 0,0 1 0,0-1 0,1 1 0,-1 0 0,1 0 0,-1 1 0,1 0 0,0 0 0,0 0 0,0 0 0,-1 1 0,1 0 0,0 0 0,0 1 0,0 0 0,7 2 0,-12-3 0,0 0 0,0 0 0,0 1 0,-1-1 0,1 0 0,0 1 0,0-1 0,-1 1 0,1-1 0,0 1 0,0-1 0,-1 1 0,1 0 0,-1-1 0,1 1 0,0 0 0,-1-1 0,1 1 0,-1 0 0,0 0 0,1-1 0,-1 1 0,0 0 0,1 0 0,-1 1 0,0 0 0,0-1 0,-1 0 0,1 0 0,0 0 0,-1 1 0,1-1 0,-1 0 0,0 0 0,1 0 0,-1 0 0,0 0 0,0 0 0,1 0 0,-1 0 0,-2 1 0,-4 3 0,1 0 0,-1 0 0,0-1 0,-9 4 0,-27 9 0,39-16 0,1 0 0,0 0 0,-1-1 0,1 1 0,0-1 0,-1 0 0,1 0 0,-1 0 0,1 0 0,-7-2 0,10 2 4,-1 0 1,1 0-1,0 0 0,0 0 0,-1 0 0,1 0 0,0 0 1,0 0-1,-1 0 0,1 0 0,0 0 0,0-1 0,0 1 1,-1 0-1,1 0 0,0 0 0,0 0 0,0 0 0,0-1 0,-1 1 1,1 0-1,0 0 0,0 0 0,0-1 0,0 1 0,0 0 1,0 0-1,0-1 0,-1 1 0,1 0 0,0 0 0,0-1 1,0 1-1,0 0 0,0 0 0,0-1 0,0 1 0,0 0 1,0 0-1,1-1 0,7-9 167,14-3-1878,-9 6-5119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47.880"/>
    </inkml:context>
    <inkml:brush xml:id="br0">
      <inkml:brushProperty name="width" value="0.05" units="cm"/>
      <inkml:brushProperty name="height" value="0.05" units="cm"/>
      <inkml:brushProperty name="color" value="#FFFFFF"/>
    </inkml:brush>
  </inkml:definitions>
  <inkml:trace contextRef="#ctx0" brushRef="#br0">321 88 24575,'5'-24'0,"-4"22"0,-1 1 0,1 0 0,-1-1 0,1 1 0,-1 0 0,1-1 0,-1 1 0,0-1 0,1 1 0,-1-1 0,0 1 0,0-1 0,0 1 0,0-1 0,-1 1 0,1-1 0,0 1 0,-1-1 0,1 1 0,0 0 0,-1-1 0,0 1 0,1 0 0,-1-1 0,0 1 0,0 0 0,0 0 0,0 0 0,0-1 0,0 1 0,0 0 0,-1-1 0,-2 0 0,-1-1 0,1 1 0,0 0 0,-1 0 0,1 1 0,-1-1 0,0 1 0,1 0 0,-1 0 0,0 1 0,0-1 0,0 1 0,1 0 0,-1 1 0,0-1 0,0 1 0,-6 1 0,-4 2 0,-1 0 0,1 1 0,-28 13 0,33-13 0,0 1 0,0 0 0,1 0 0,0 1 0,0 0 0,1 1 0,0 0 0,0 0 0,1 1 0,0 0 0,0 0 0,1 0 0,0 1 0,-5 13 0,8-17 0,1-1 0,0 1 0,1 0 0,-1 0 0,1 0 0,0 0 0,1 0 0,-1 0 0,1 0 0,0 0 0,1 1 0,0-1 0,0 0 0,0 0 0,0 0 0,1-1 0,0 1 0,0 0 0,1-1 0,0 1 0,0-1 0,0 0 0,0 0 0,1 0 0,0 0 0,0-1 0,9 9 0,-4-6 29,1 0-1,-1-1 1,1 0-1,0 0 0,1-1 1,0 0-1,-1-1 1,1-1-1,1 1 1,-1-2-1,13 2 1,-8-2-243,0 0 1,0-1 0,0-1-1,0-1 1,0-1 0,0 0-1,23-6 1,-2-4-6613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48.420"/>
    </inkml:context>
    <inkml:brush xml:id="br0">
      <inkml:brushProperty name="width" value="0.05" units="cm"/>
      <inkml:brushProperty name="height" value="0.05" units="cm"/>
      <inkml:brushProperty name="color" value="#FFFFFF"/>
    </inkml:brush>
  </inkml:definitions>
  <inkml:trace contextRef="#ctx0" brushRef="#br0">205 377 24575,'1'0'0,"1"0"0,0-1 0,0 1 0,-1-1 0,1 0 0,0 1 0,-1-1 0,1 0 0,0 0 0,-1 0 0,1 0 0,-1 0 0,1 0 0,-1 0 0,0-1 0,0 1 0,1 0 0,-1-1 0,0 1 0,0-1 0,1-2 0,0 0 0,0 1 0,-1 0 0,1-1 0,-1 0 0,0 1 0,0-1 0,0 0 0,-1 0 0,1-5 0,-1 3 0,-1 1 0,1-1 0,-1 0 0,-1 1 0,1-1 0,-1 1 0,0-1 0,0 1 0,-1 0 0,0 0 0,0 0 0,0 0 0,0 0 0,-1 1 0,1-1 0,-8-5 0,9 8 0,-1 0 0,1 0 0,-1 0 0,1 0 0,-1 1 0,0-1 0,1 1 0,-1 0 0,0 0 0,0 0 0,0 0 0,0 1 0,0-1 0,0 1 0,0 0 0,0-1 0,0 1 0,0 1 0,-1-1 0,1 0 0,0 1 0,0-1 0,0 1 0,1 0 0,-1 0 0,0 0 0,0 1 0,0-1 0,1 1 0,-1-1 0,1 1 0,-4 3 0,-3 3 0,0 1 0,1 0 0,0 0 0,0 1 0,1 0 0,0 0 0,1 1 0,0 0 0,-5 13 0,5-9 0,1 1 0,0 0 0,1 0 0,0 0 0,2 1 0,-2 20 0,4-31 0,0-1 0,0 1 0,0-1 0,1 0 0,0 1 0,0-1 0,0 0 0,1 1 0,0-1 0,0 0 0,0 0 0,4 6 0,-4-8 0,0-1 0,0 0 0,0 0 0,0 0 0,1 0 0,-1 0 0,1 0 0,-1 0 0,1-1 0,0 1 0,-1-1 0,1 0 0,0 0 0,0 0 0,0 0 0,0 0 0,0-1 0,0 1 0,0-1 0,0 0 0,0 0 0,0 0 0,4-1 0,0 0 0,1 0 0,-1 0 0,0-1 0,1 0 0,-1 0 0,0-1 0,-1 0 0,1 0 0,0 0 0,-1-1 0,0 0 0,8-7 0,-6 4 0,0-1 0,-1 0 0,1 0 0,-2-1 0,1 0 0,-1 0 0,8-18 0,-6 9 0,-1 0 0,-1-1 0,-1 0 0,0 0 0,-1 0 0,-1-1 0,-1 0 0,-1-39 0,-3 35 0,-1 0 0,-10-38 0,10 51 0,0-1 0,-1 1 0,0 0 0,-1 1 0,-1-1 0,0 1 0,-9-13 0,14 21 0,0 1 0,0 0 0,0 0 0,0 0 0,0 0 0,0 0 0,0 0 0,0 0 0,0 0 0,-1 0 0,1 0 0,0 0 0,-1 1 0,1-1 0,-1 1 0,1-1 0,0 1 0,-3-1 0,3 1 0,0 0 0,0 1 0,0-1 0,1 0 0,-1 0 0,0 1 0,0-1 0,0 1 0,0-1 0,1 1 0,-1-1 0,0 1 0,1-1 0,-1 1 0,0 0 0,1-1 0,-1 1 0,1 0 0,-1 0 0,1-1 0,-1 1 0,0 1 0,-1 4 0,-1 1 0,1-1 0,1 1 0,-1 0 0,1 0 0,-1 10 0,1 20 0,1 1 0,2 0 0,12 63 0,36 110 0,-50-211 0,4 18-273,1-1 0,1 0 0,0 0 0,13 22 0,-7-20-6553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48.710"/>
    </inkml:context>
    <inkml:brush xml:id="br0">
      <inkml:brushProperty name="width" value="0.05" units="cm"/>
      <inkml:brushProperty name="height" value="0.05" units="cm"/>
      <inkml:brushProperty name="color" value="#FFFFFF"/>
    </inkml:brush>
  </inkml:definitions>
  <inkml:trace contextRef="#ctx0" brushRef="#br0">248 29 24575,'-1'-1'0,"1"0"0,-1 0 0,1 0 0,-1 0 0,1-1 0,-1 1 0,0 0 0,1 0 0,-1 0 0,0 1 0,0-1 0,0 0 0,0 0 0,0 0 0,0 0 0,0 1 0,0-1 0,0 1 0,0-1 0,0 1 0,-2-2 0,-27-6 0,23 7 0,-1 1 0,0 1 0,0-1 0,1 1 0,-1 1 0,1-1 0,-1 1 0,1 1 0,0-1 0,-1 1 0,-11 8 0,9-5 0,0 0 0,0 0 0,1 1 0,1 1 0,-1-1 0,1 2 0,-10 11 0,16-18 0,1 0 0,-1 0 0,1 1 0,0-1 0,0 0 0,0 0 0,0 1 0,0-1 0,0 0 0,1 1 0,-1-1 0,1 1 0,0-1 0,-1 1 0,1-1 0,0 1 0,1-1 0,0 5 0,0-4 0,0 1 0,0 0 0,1-1 0,0 1 0,0-1 0,0 0 0,0 0 0,0 0 0,1 0 0,-1 0 0,4 3 0,5 3 0,1 0 0,0 0 0,1-1 0,0 0 0,15 5 0,-24-10 0,6 1 0,0 1 0,0 0 0,-1 0 0,0 1 0,14 12 0,-22-17 0,0 1 0,1-1 0,-1 1 0,0-1 0,0 1 0,0 0 0,0-1 0,0 1 0,0 0 0,0 0 0,-1 0 0,1 0 0,-1 0 0,1 0 0,-1 3 0,0-3 0,0 0 0,0 1 0,-1-1 0,0 0 0,1 0 0,-1 1 0,0-1 0,0 0 0,0 0 0,0 0 0,0 0 0,-1 0 0,1 0 0,-1 0 0,1-1 0,-4 3 0,-22 19-1365,-4-2-5461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6.225"/>
    </inkml:context>
    <inkml:brush xml:id="br0">
      <inkml:brushProperty name="width" value="0.05" units="cm"/>
      <inkml:brushProperty name="height" value="0.05" units="cm"/>
      <inkml:brushProperty name="color" value="#FFFFFF"/>
    </inkml:brush>
  </inkml:definitions>
  <inkml:trace contextRef="#ctx0" brushRef="#br0">96 44 24575,'0'0'0,"0"0"0,0 0 0,0 0 0,0 0 0,0 0 0,0 0 0,0-1 0,-1 1 0,1 0 0,0 0 0,0 0 0,0 0 0,1 0 0,-1 0 0,0 0 0,0 0 0,0 0 0,0 0 0,0-1 0,0 1 0,0 0 0,0 0 0,0 0 0,0 0 0,0 0 0,0 0 0,0 0 0,0 0 0,0 0 0,0 0 0,0 0 0,0 0 0,0 0 0,0 0 0,0 0 0,1-1 0,-1 1 0,0 0 0,0 0 0,0 0 0,0 0 0,0 0 0,0 0 0,0 0 0,0 0 0,0 0 0,0 0 0,1 0 0,-1 0 0,0 0 0,0 0 0,0 0 0,0 0 0,0 0 0,0 0 0,0 0 0,0 1 0,0-1 0,0 0 0,7 5 0,3 10 0,-9-14 0,0 1 0,0-1 0,-1 0 0,1 1 0,-1-1 0,1 1 0,-1-1 0,1 1 0,-1-1 0,0 1 0,0 0 0,0-1 0,0 1 0,0-1 0,0 1 0,0-1 0,-1 1 0,1-1 0,-1 3 0,0-3 0,0 0 0,1 0 0,-1 1 0,0-1 0,0 0 0,0-1 0,0 1 0,0 0 0,0 0 0,-1 0 0,1-1 0,0 1 0,0 0 0,0-1 0,-1 1 0,1-1 0,0 0 0,-2 1 0,-1 0 0,0-1 0,-1 0 0,1 1 0,0-1 0,0-1 0,0 1 0,-1-1 0,1 1 0,0-1 0,0 0 0,0-1 0,0 1 0,-6-4 0,8 3 0,-1 0 0,1 0 0,-1 0 0,1 0 0,0 0 0,0-1 0,0 1 0,0-1 0,1 1 0,-1-1 0,0 0 0,1 0 0,0 0 0,0 0 0,0 0 0,0 0 0,0 0 0,1 0 0,-1-4 0,1 5 0,0 0 0,0 1 0,0-1 0,0 0 0,0 1 0,0-1 0,1 0 0,-1 1 0,1-1 0,-1 1 0,1-1 0,0 1 0,-1-1 0,1 1 0,0-1 0,0 1 0,0 0 0,0-1 0,0 1 0,0 0 0,1 0 0,-1 0 0,0 0 0,0 0 0,1 0 0,-1 0 0,1 0 0,-1 1 0,1-1 0,-1 0 0,1 1 0,0-1 0,-1 1 0,1 0 0,-1-1 0,1 1 0,3 0 0,-3 0-65,0 0 0,1 1 0,-1-1 0,0 0 0,0 1 0,0 0 0,1-1 0,-1 1 0,0 0 0,0 0 0,0 0 0,0 0 0,0 1 0,-1-1 0,1 0 0,0 1 0,-1-1 0,1 1 0,0 0 0,1 2 0,5 9-6761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6.723"/>
    </inkml:context>
    <inkml:brush xml:id="br0">
      <inkml:brushProperty name="width" value="0.05" units="cm"/>
      <inkml:brushProperty name="height" value="0.05" units="cm"/>
      <inkml:brushProperty name="color" value="#FFFFFF"/>
    </inkml:brush>
  </inkml:definitions>
  <inkml:trace contextRef="#ctx0" brushRef="#br0">2 70 24575,'-1'-14'0,"1"-17"0,0 29 0,0 1 0,0-1 0,0 1 0,0-1 0,1 1 0,-1 0 0,0-1 0,1 1 0,-1 0 0,1-1 0,0 1 0,-1 0 0,1-1 0,0 1 0,1-2 0,-1 3 0,-1 0 0,1 0 0,-1 0 0,1 0 0,-1 0 0,1 0 0,-1 0 0,1 0 0,0 0 0,-1 0 0,1 0 0,-1 0 0,1 0 0,-1 0 0,1 0 0,-1 1 0,1-1 0,-1 0 0,1 0 0,-1 1 0,0-1 0,1 0 0,-1 1 0,1-1 0,-1 0 0,0 1 0,1-1 0,-1 1 0,0-1 0,1 0 0,-1 1 0,0-1 0,0 1 0,1-1 0,-1 1 0,0-1 0,0 1 0,0-1 0,0 1 0,10 23 0,-10-24 0,13 47 0,-3 1 0,8 87 0,-7-40 0,-6-44 0,-4-35 0,0 0 0,1 0 0,1 0 0,0-1 0,1 1 0,8 17 0,-12-33 0,0 1 0,0-1 0,0 1 0,0-1 0,0 0 0,1 1 0,-1-1 0,0 1 0,0-1 0,1 0 0,-1 1 0,0-1 0,0 0 0,1 1 0,-1-1 0,0 0 0,1 1 0,-1-1 0,1 0 0,-1 0 0,0 0 0,1 1 0,-1-1 0,1 0 0,-1 0 0,0 0 0,1 0 0,-1 0 0,1 0 0,-1 0 0,1 0 0,0 0 0,9-12 0,4-28 0,-13 36 0,6-22 0,2 1 0,0 0 0,2 1 0,13-24 0,-20 41 0,1 1 0,-1-1 0,1 1 0,1 0 0,-1 1 0,1-1 0,0 1 0,6-4 0,-8 6 0,0 1 0,1 0 0,-1 0 0,0 0 0,0 1 0,1-1 0,-1 1 0,1 0 0,0 0 0,-1 1 0,1 0 0,-1-1 0,1 1 0,8 2 0,-8-1 0,1 1 0,-1-1 0,1 2 0,-1-1 0,0 0 0,0 1 0,0 0 0,-1 0 0,1 1 0,-1-1 0,1 1 0,-1 0 0,0 0 0,-1 0 0,1 1 0,-1-1 0,0 1 0,4 8 0,3 5 0,-1 0 0,-1 1 0,10 35 0,-13-35-455,-1 0 0,3 36 0,-6-39-6371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7.206"/>
    </inkml:context>
    <inkml:brush xml:id="br0">
      <inkml:brushProperty name="width" value="0.05" units="cm"/>
      <inkml:brushProperty name="height" value="0.05" units="cm"/>
      <inkml:brushProperty name="color" value="#FFFFFF"/>
    </inkml:brush>
  </inkml:definitions>
  <inkml:trace contextRef="#ctx0" brushRef="#br0">166 384 24575,'1'-1'0,"0"1"0,0 0 0,0-1 0,0 1 0,0 0 0,0-1 0,0 1 0,0-1 0,0 1 0,-1-1 0,1 0 0,0 1 0,0-1 0,-1 0 0,1 1 0,0-1 0,-1 0 0,1 0 0,-1 0 0,1 0 0,-1 0 0,0 1 0,1-1 0,-1 0 0,0 0 0,1 0 0,-1-1 0,3-27 0,-3 26 0,-1 0 0,0 0 0,-1 0 0,1 1 0,0-1 0,-1 0 0,0 1 0,1-1 0,-1 1 0,0 0 0,0-1 0,-1 1 0,1 0 0,0 0 0,-1 0 0,1 1 0,-1-1 0,1 0 0,-5-1 0,0 0 0,0 0 0,0 0 0,0 0 0,-1 1 0,1 0 0,-12-2 0,16 4 0,1 0 0,-1 0 0,1 0 0,-1 0 0,1 1 0,-1-1 0,1 1 0,-1-1 0,1 1 0,-1 0 0,1 0 0,0 0 0,0 0 0,-1 0 0,1 1 0,0-1 0,-2 2 0,1 1 0,0-1 0,0 0 0,0 1 0,0 0 0,0 0 0,1 0 0,0 0 0,0 0 0,-2 5 0,2-3 0,0 0 0,0 1 0,0 0 0,1-1 0,0 1 0,0 0 0,1 0 0,0 0 0,0-1 0,1 1 0,-1 0 0,4 11 0,-2-13 0,0 1 0,0-1 0,1 0 0,-1 0 0,1 0 0,0 0 0,1 0 0,-1-1 0,1 1 0,0-1 0,0 0 0,0 0 0,1-1 0,-1 1 0,1-1 0,0 0 0,0 0 0,0-1 0,1 1 0,-1-1 0,0 0 0,1 0 0,-1-1 0,1 0 0,0 0 0,-1 0 0,1-1 0,0 0 0,0 0 0,-1 0 0,1-1 0,0 1 0,0-2 0,-1 1 0,1 0 0,-1-1 0,1 0 0,-1-1 0,0 1 0,0-1 0,0 0 0,0 0 0,0 0 0,-1-1 0,0 0 0,1 0 0,3-5 0,-2 2 0,0-1 0,-1 1 0,0-1 0,-1-1 0,0 1 0,0 0 0,0-1 0,-1 0 0,-1 0 0,1 0 0,1-15 0,-1-10 0,-1-62 0,-3 72 0,0-28 0,-14-91 0,14 140 0,0 14 0,2 21 0,60 424 0,-58-438-341,0 1 0,2-1-1,11 29 1,-6-27-6485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7.630"/>
    </inkml:context>
    <inkml:brush xml:id="br0">
      <inkml:brushProperty name="width" value="0.05" units="cm"/>
      <inkml:brushProperty name="height" value="0.05" units="cm"/>
      <inkml:brushProperty name="color" value="#FFFFFF"/>
    </inkml:brush>
  </inkml:definitions>
  <inkml:trace contextRef="#ctx0" brushRef="#br0">15 36 24575,'0'-6'0,"1"4"0,-1 1 0,0-1 0,0 0 0,0 1 0,0-1 0,0 0 0,0 1 0,-1-1 0,1 1 0,0-1 0,-1 1 0,1-1 0,-1 0 0,0 1 0,1 0 0,-1-1 0,-1-1 0,2 3 0,-1 0 0,1 0 0,0 0 0,0 0 0,0 0 0,-1 0 0,1 0 0,0 0 0,0 0 0,0 0 0,-1 0 0,1 0 0,0 0 0,0 1 0,0-1 0,-1 0 0,1 0 0,0 0 0,0 0 0,0 0 0,-1 0 0,1 1 0,0-1 0,0 0 0,0 0 0,0 0 0,0 0 0,0 1 0,-1-1 0,1 0 0,0 0 0,0 0 0,0 1 0,0-1 0,0 0 0,0 0 0,0 0 0,0 1 0,0-1 0,0 0 0,0 0 0,0 0 0,0 1 0,0-1 0,-2 12 0,1 5 0,2 0 0,0 0 0,0 0 0,2 0 0,6 21 0,0 8 0,-7-32 0,9 43 0,3 84 0,-13-152 0,0 0 0,1 0 0,0 0 0,1 1 0,0-1 0,1 0 0,0 1 0,1 0 0,0 0 0,0 0 0,8-9 0,-9 13 0,0 0 0,0 0 0,1 0 0,0 1 0,0 0 0,0 0 0,0 0 0,1 1 0,0 0 0,0 0 0,0 0 0,0 1 0,1 0 0,-1 0 0,1 0 0,0 1 0,0 0 0,0 1 0,0-1 0,8 1 0,-11 1 0,-1 0 0,1 0 0,-1 0 0,1 1 0,0-1 0,-1 1 0,0 0 0,1 0 0,-1 1 0,0-1 0,1 1 0,-1 0 0,0-1 0,0 1 0,0 1 0,0-1 0,-1 0 0,1 1 0,-1-1 0,1 1 0,-1 0 0,0 0 0,0 0 0,0 0 0,0 0 0,-1 0 0,1 0 0,-1 1 0,2 5 0,-2-5 0,0 1 0,-1-1 0,1 1 0,-1-1 0,0 1 0,0-1 0,-1 1 0,1 0 0,-1-1 0,0 1 0,0-1 0,-1 1 0,1-1 0,-1 0 0,0 0 0,0 0 0,0 0 0,-1 0 0,1 0 0,-1 0 0,0-1 0,-6 7 0,2-4 31,-1-1 0,0 1 0,0-1 0,0-1 0,-1 0 0,0 0 0,0 0 0,0-1 1,0 0-1,-12 1 0,13-2-174,0-1 1,0 0 0,-1-1 0,1 0-1,0 0 1,-1 0 0,1-1 0,0-1 0,0 1-1,0-1 1,-15-6 0,4-3-6684</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7.848"/>
    </inkml:context>
    <inkml:brush xml:id="br0">
      <inkml:brushProperty name="width" value="0.05" units="cm"/>
      <inkml:brushProperty name="height" value="0.05" units="cm"/>
      <inkml:brushProperty name="color" value="#FFFFFF"/>
    </inkml:brush>
  </inkml:definitions>
  <inkml:trace contextRef="#ctx0" brushRef="#br0">1 51 24575,'54'-45'0,"-54"44"0,1 1 0,0-1 0,-1 1 0,1-1 0,0 1 0,-1-1 0,1 1 0,0 0 0,0-1 0,-1 1 0,1 0 0,0 0 0,0 0 0,0-1 0,-1 1 0,1 0 0,0 0 0,0 0 0,0 0 0,-1 0 0,1 1 0,0-1 0,0 0 0,1 1 0,-1-1 0,1 1 0,-1 0 0,0 0 0,1 0 0,-1 1 0,0-1 0,1 0 0,-1 0 0,0 1 0,0-1 0,1 2 0,2 6 0,1-1 0,-1 1 0,3 13 0,-5-17 0,17 60-321,-2 1 0,8 77 0,-22-128-81,1 17-6424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8.346"/>
    </inkml:context>
    <inkml:brush xml:id="br0">
      <inkml:brushProperty name="width" value="0.05" units="cm"/>
      <inkml:brushProperty name="height" value="0.05" units="cm"/>
      <inkml:brushProperty name="color" value="#FFFFFF"/>
    </inkml:brush>
  </inkml:definitions>
  <inkml:trace contextRef="#ctx0" brushRef="#br0">0 164 24575,'0'0'0,"1"-1"0,-1 1 0,0-1 0,0 0 0,0 1 0,1-1 0,-1 1 0,0-1 0,0 1 0,1 0 0,-1-1 0,0 1 0,1-1 0,-1 1 0,1 0 0,-1-1 0,1 1 0,-1 0 0,1-1 0,-1 1 0,0 0 0,1-1 0,0 1 0,-1 0 0,1 0 0,-1 0 0,1 0 0,19-4 0,-14 3 0,111-15 0,-59 10 0,-1-3 0,-1-2 0,88-30 0,-142 41 0,27-14 0,-27 13 0,-1 1 0,1-1 0,-1 0 0,0 0 0,1-1 0,-1 1 0,0 0 0,0 0 0,0 0 0,1-1 0,-2 1 0,1-1 0,0 1 0,0-1 0,1-1 0,-2 2 0,0 0 0,-1 0 0,1 0 0,0 1 0,0-1 0,0 0 0,0 1 0,-1-1 0,1 0 0,0 0 0,-1 1 0,1-1 0,-1 0 0,1 1 0,-1-1 0,1 1 0,-1-1 0,1 1 0,-1-1 0,1 1 0,-1-1 0,0 1 0,1-1 0,-1 1 0,0 0 0,1-1 0,-1 1 0,0 0 0,0 0 0,-1-1 0,-27-7 0,26 8 0,-5-2 0,0 1 0,0 0 0,0 0 0,0 1 0,0 0 0,0 1 0,0-1 0,0 2 0,0-1 0,0 1 0,0 0 0,-14 6 0,18-5 0,-1-1 0,0 1 0,1 0 0,0 0 0,0 1 0,0-1 0,0 1 0,0 0 0,1 0 0,0 0 0,0 0 0,0 1 0,0-1 0,1 1 0,-1 0 0,1 0 0,0 0 0,1 0 0,-1 0 0,-1 9 0,3-9 0,-1 1 0,1-1 0,0 0 0,0 1 0,1-1 0,0 0 0,0 0 0,0 0 0,0 0 0,1 1 0,0-2 0,0 1 0,0 0 0,0 0 0,5 5 0,-6-7 0,2-1 0,-1 1 0,0-1 0,0 1 0,1-1 0,-1 0 0,1 0 0,0 0 0,-1 0 0,1 0 0,0-1 0,0 1 0,0-1 0,1 0 0,-1 0 0,0 0 0,0 0 0,1 0 0,-1-1 0,0 0 0,1 1 0,-1-1 0,0-1 0,1 1 0,3-1 0,-3 0 0,1-1 0,-1 1 0,0-1 0,0 0 0,0 0 0,0 0 0,-1-1 0,1 1 0,-1-1 0,1 0 0,-1 0 0,0 0 0,0-1 0,3-3 0,20-19 0,-25 26 9,0-1 0,0 1 0,0-1 0,0 1 1,0-1-1,0 1 0,0 0 0,0-1 0,0 1 0,1 0 0,-1 0 0,0 0 0,0 0 0,0 0 0,1 0 0,-1 0 0,0 0 0,0 1 0,0-1 0,0 0 0,0 1 0,0-1 1,0 1-1,1-1 0,-1 1 0,0-1 0,-1 1 0,1 0 0,0-1 0,0 1 0,0 0 0,0 0 0,0 0 0,0 1 0,6 6-171,-1 0 1,0 0-1,5 11 0,-3-6-873,3 2-5791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8.772"/>
    </inkml:context>
    <inkml:brush xml:id="br0">
      <inkml:brushProperty name="width" value="0.05" units="cm"/>
      <inkml:brushProperty name="height" value="0.05" units="cm"/>
      <inkml:brushProperty name="color" value="#FFFFFF"/>
    </inkml:brush>
  </inkml:definitions>
  <inkml:trace contextRef="#ctx0" brushRef="#br0">14 72 24575,'-2'-5'0,"-1"0"0,1 0 0,1-1 0,-1 1 0,1-1 0,0 0 0,1 1 0,-1-1 0,1 0 0,1-8 0,-1 14 0,0 0 0,0 0 0,0 0 0,0 0 0,0 0 0,0 0 0,0 0 0,0 0 0,0 0 0,0 0 0,0 0 0,0 0 0,0 0 0,0 0 0,1 0 0,-1 0 0,0 0 0,0 0 0,0 0 0,0 0 0,0 0 0,0 0 0,0 0 0,0 0 0,0 0 0,0 0 0,1 0 0,-1 0 0,0 0 0,0 0 0,0 0 0,0 0 0,0 0 0,0 0 0,0 0 0,0 0 0,0 0 0,0 0 0,0 0 0,0 0 0,0 0 0,1 0 0,-1 0 0,0-1 0,0 1 0,0 0 0,0 0 0,0 0 0,0 0 0,0 0 0,0 0 0,0 0 0,0 0 0,0 0 0,0 0 0,0 0 0,0-1 0,0 1 0,0 0 0,0 0 0,0 0 0,0 0 0,0 0 0,0 0 0,0 0 0,5 10 0,3 16 0,19 153 0,-8-39 0,-14-153 0,0 1 0,1 0 0,12-18 0,-11 19 0,1 1 0,0-1 0,0 1 0,1 0 0,0 1 0,14-11 0,-21 18 0,0 0 0,1 0 0,-1 1 0,1-1 0,-1 1 0,1 0 0,0-1 0,-1 1 0,1 0 0,0 1 0,0-1 0,0 0 0,0 1 0,0 0 0,0 0 0,0 0 0,0 0 0,-1 0 0,1 0 0,0 1 0,0-1 0,0 1 0,0 0 0,0 0 0,-1 0 0,1 0 0,0 1 0,-1-1 0,1 1 0,-1-1 0,0 1 0,1 0 0,-1 0 0,2 2 0,4 6 0,-1 0 0,0 0 0,-1 1 0,0 0 0,-1 0 0,0 0 0,0 0 0,-2 1 0,1 0 0,-1 0 0,2 18 0,-5-27 0,1 0 0,-1 0 0,0-1 0,0 1 0,0 0 0,0-1 0,0 1 0,0 0 0,-1 0 0,1-1 0,-1 1 0,0 0 0,0-1 0,0 1 0,0-1 0,0 1 0,-1-1 0,1 0 0,-1 1 0,1-1 0,-1 0 0,0 0 0,0 0 0,-3 3 0,0-3 0,0 1 0,-1-1 0,1 0 0,0 0 0,0 0 0,-1-1 0,1 0 0,-1 0 0,0-1 0,1 1 0,-7-1 0,-44-4-1365,30-1-5461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9.007"/>
    </inkml:context>
    <inkml:brush xml:id="br0">
      <inkml:brushProperty name="width" value="0.05" units="cm"/>
      <inkml:brushProperty name="height" value="0.05" units="cm"/>
      <inkml:brushProperty name="color" value="#FFFFFF"/>
    </inkml:brush>
  </inkml:definitions>
  <inkml:trace contextRef="#ctx0" brushRef="#br0">0 11 24575,'3'-3'0,"4"-1"0,3 1 0,1 3 0,-3 4 0,2 5 0,-3 4 0,2 5 0,-1 5 0,1 5 0,-2 3 0,-1 2 0,-2 1 0,2 1 0,-1-1 0,-1-2 0,-1-1 0,-2-7-8191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7:59.399"/>
    </inkml:context>
    <inkml:brush xml:id="br0">
      <inkml:brushProperty name="width" value="0.05" units="cm"/>
      <inkml:brushProperty name="height" value="0.05" units="cm"/>
      <inkml:brushProperty name="color" value="#FFFFFF"/>
    </inkml:brush>
  </inkml:definitions>
  <inkml:trace contextRef="#ctx0" brushRef="#br0">0 187 24575,'59'0'0,"69"-1"0,-123 1 0,0 0 0,0-1 0,0 0 0,0 0 0,-1 0 0,1-1 0,0 1 0,0-1 0,-1 0 0,0 0 0,1-1 0,-1 0 0,0 1 0,0-1 0,4-4 0,-6 5 0,0-1 0,-1 1 0,1 0 0,-1-1 0,1 0 0,-1 1 0,0-1 0,0 0 0,0 1 0,0-1 0,0 0 0,-1 0 0,1 0 0,-1 0 0,0 0 0,0 1 0,0-1 0,0 0 0,-1 0 0,1 0 0,-1 0 0,1 0 0,-1 1 0,0-1 0,0 0 0,-3-4 0,2 2 0,-1 0 0,-1 0 0,1 0 0,-1 0 0,1 1 0,-1-1 0,0 1 0,-1 0 0,1 0 0,-1 0 0,0 1 0,0 0 0,0 0 0,0 0 0,0 1 0,-1-1 0,1 1 0,-1 0 0,0 1 0,1 0 0,-9-2 0,10 3 0,0 0 0,-1-1 0,1 1 0,0 1 0,0-1 0,0 1 0,0-1 0,0 1 0,0 1 0,0-1 0,0 0 0,0 1 0,0 0 0,1 0 0,-1 0 0,1 0 0,-1 0 0,1 1 0,0 0 0,0-1 0,0 1 0,0 1 0,1-1 0,-1 0 0,1 0 0,-1 1 0,1 0 0,1-1 0,-1 1 0,-2 7 0,2-4 0,0 0 0,0 0 0,0 0 0,1 0 0,1 1 0,-1-1 0,1 0 0,0 0 0,1 1 0,0-1 0,0 0 0,0 0 0,1 0 0,0 0 0,0 0 0,1 0 0,6 12 0,-3-10 0,1 0 0,0 0 0,0 0 0,1-1 0,0 0 0,0-1 0,1 0 0,0 0 0,0-1 0,20 11 0,-14-9 69,2-1-1,-1 0 0,1-1 0,24 6 1,-31-10-259,0-1 0,1 0 1,-1 0-1,1-1 0,-1 0 1,0-1-1,1 0 1,18-5-1,-7-1-6636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2.716"/>
    </inkml:context>
    <inkml:brush xml:id="br0">
      <inkml:brushProperty name="width" value="0.05" units="cm"/>
      <inkml:brushProperty name="height" value="0.05" units="cm"/>
      <inkml:brushProperty name="color" value="#FFFFFF"/>
    </inkml:brush>
  </inkml:definitions>
  <inkml:trace contextRef="#ctx0" brushRef="#br0">26 5 24575,'2'0'0,"0"0"0,0 1 0,0-1 0,0 1 0,0 0 0,0 0 0,0 0 0,0 0 0,0 0 0,0 0 0,-1 0 0,1 0 0,-1 1 0,1-1 0,-1 1 0,1-1 0,-1 1 0,0 0 0,1-1 0,-1 1 0,0 0 0,0 0 0,0 0 0,-1 0 0,2 2 0,-1 0 0,1-1 0,-1 1 0,0 0 0,-1 0 0,1-1 0,0 1 0,-1 0 0,0 0 0,0 0 0,0-1 0,0 1 0,-1 0 0,0 4 0,0-6 0,-1 0 0,1 0 0,0 0 0,0 0 0,-1 0 0,1 0 0,-1-1 0,0 1 0,1 0 0,-1-1 0,0 1 0,0-1 0,0 0 0,0 1 0,0-1 0,0 0 0,0 0 0,-1-1 0,1 1 0,0 0 0,-1-1 0,-3 1 0,5-1 0,0 0 0,0 0 0,0 0 0,0 0 0,0 0 0,0 0 0,0 0 0,0 0 0,0-1 0,0 1 0,0 0 0,0-1 0,0 1 0,0-1 0,0 1 0,0-1 0,0 0 0,1 1 0,-1-1 0,-1-1 0,1 1 0,1 0 0,-1 0 0,0-1 0,1 1 0,-1-1 0,1 1 0,0 0 0,-1-1 0,1 1 0,0-1 0,0 1 0,0 0 0,0-1 0,0 1 0,0-1 0,1 1 0,-1-1 0,0 1 0,1-2 0,2-5 0,0 1 0,0-1 0,0 1 0,1 0 0,6-10 0,-7 14 0,-1-1 0,1 1 0,-1 0 0,1 0 0,0 0 0,0 0 0,0 0 0,1 1 0,-1 0 0,1-1 0,-1 1 0,5-1 0,-8 2-23,1 1-1,0 0 1,0 0-1,-1 0 1,1 0-1,0 0 0,0 0 1,-1 1-1,1-1 1,0 0-1,-1 0 1,1 0-1,0 1 1,-1-1-1,1 0 1,0 1-1,-1-1 1,1 0-1,0 1 0,-1-1 1,1 1-1,-1-1 1,1 1-1,-1-1 1,1 1-1,-1 0 1,0-1-1,1 1 1,-1 0-1,0-1 1,1 1-1,-1 0 0,0-1 1,0 1-1,1 0 1,-1-1-1,0 1 1,0 0-1,0 0 1,0-1-1,0 1 1,0 0-1,0 0 0,0-1 1,-1 1-1,1 0 1,0-1-1,0 1 1,0 0-1,-1-1 1,1 1-1,0 0 1,-1-1-1,1 1 1,-1-1-1,1 1 0,-2 1 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3.183"/>
    </inkml:context>
    <inkml:brush xml:id="br0">
      <inkml:brushProperty name="width" value="0.05" units="cm"/>
      <inkml:brushProperty name="height" value="0.05" units="cm"/>
      <inkml:brushProperty name="color" value="#FFFFFF"/>
    </inkml:brush>
  </inkml:definitions>
  <inkml:trace contextRef="#ctx0" brushRef="#br0">17 13 24575,'0'0'0,"1"-1"0,-1 1 0,0-1 0,0 1 0,0 0 0,0-1 0,0 1 0,0 0 0,0-1 0,0 1 0,0-1 0,0 1 0,0 0 0,0-1 0,0 1 0,-1 0 0,1-1 0,0 1 0,0 0 0,0-1 0,0 1 0,-1 0 0,1-1 0,0 1 0,0 0 0,-1-1 0,1 1 0,0 0 0,0 0 0,-1-1 0,1 1 0,0 0 0,-1 0 0,1 0 0,0 0 0,-1-1 0,1 1 0,0 0 0,-2 0 0,2 0 0,-1 1 0,1-1 0,-1 0 0,1 1 0,-1-1 0,1 1 0,-1-1 0,1 1 0,-1-1 0,1 1 0,-1-1 0,1 1 0,0-1 0,-1 1 0,1 0 0,0-1 0,0 1 0,-1-1 0,1 1 0,0 0 0,0-1 0,0 1 0,0 1 0,-1 19 0,0 0 0,2 0 0,0-1 0,2 1 0,8 35 0,4 34 0,-11 80 0,-4-170 0,0 1 0,0-1 0,0 1 0,0 0 0,0-1 0,0 1 0,0-1 0,0 1 0,0-1 0,0 1 0,0-1 0,0 1 0,0-1 0,0 1 0,1-1 0,-1 1 0,0-1 0,0 1 0,1-1 0,-1 0 0,0 1 0,1 0 0,7-8 0,10-29 0,-13 24 0,2-1 0,47-83 0,-45 83 0,0 1 0,0-1 0,1 2 0,1-1 0,12-10 0,-21 21 0,-1-1 0,1 1 0,0-1 0,0 1 0,0-1 0,0 1 0,0 0 0,0 0 0,1 0 0,-1 0 0,0 0 0,0 1 0,1-1 0,-1 1 0,0-1 0,1 1 0,-1 0 0,1 0 0,-1 0 0,5 1 0,-5 0 0,0 0 0,1 1 0,-1-1 0,0 1 0,0-1 0,0 1 0,0 0 0,0 0 0,0 0 0,-1 0 0,1 0 0,-1 0 0,1 0 0,-1 1 0,0-1 0,0 0 0,0 1 0,1 3 0,11 30-273,-2 0 0,-1 1 0,-3 0 0,5 42 0,-11-61-6553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3.697"/>
    </inkml:context>
    <inkml:brush xml:id="br0">
      <inkml:brushProperty name="width" value="0.05" units="cm"/>
      <inkml:brushProperty name="height" value="0.05" units="cm"/>
      <inkml:brushProperty name="color" value="#FFFFFF"/>
    </inkml:brush>
  </inkml:definitions>
  <inkml:trace contextRef="#ctx0" brushRef="#br0">198 293 24575,'-1'-2'0,"1"0"0,-1-1 0,1 1 0,-1-1 0,0 1 0,0 0 0,0-1 0,0 1 0,0 0 0,0 0 0,-1 0 0,1 0 0,-1 0 0,0 0 0,1 0 0,-1 1 0,0-1 0,0 1 0,0-1 0,-4-1 0,-5-4 0,-1 1 0,-20-8 0,25 11 0,5 3 0,0-1 0,0 0 0,0 1 0,0 0 0,0-1 0,0 1 0,-1 0 0,1 0 0,0 0 0,0 0 0,0 1 0,0-1 0,0 1 0,0-1 0,0 1 0,0-1 0,0 1 0,0 0 0,0 0 0,0 0 0,0 0 0,0 1 0,1-1 0,-1 0 0,0 1 0,1-1 0,-1 1 0,1 0 0,0-1 0,0 1 0,-1 0 0,1 0 0,-1 3 0,-5 8 0,1 0 0,1 1 0,-8 26 0,10-30 0,1-4 0,1 1 0,-1-1 0,1 1 0,0-1 0,1 1 0,-1-1 0,1 1 0,1 0 0,1 9 0,-1-13 0,-1 1 0,2-1 0,-1 0 0,0 0 0,1 0 0,-1 0 0,1 0 0,0-1 0,0 1 0,0 0 0,0-1 0,0 0 0,1 1 0,-1-1 0,1 0 0,0 0 0,-1 0 0,1 0 0,0-1 0,6 3 0,-4-2 0,1 0 0,-1 0 0,1-1 0,-1 1 0,1-1 0,0 0 0,0-1 0,-1 0 0,1 1 0,0-2 0,0 1 0,0-1 0,-1 0 0,1 0 0,0 0 0,-1-1 0,1 0 0,-1 0 0,10-6 0,-8 4 0,-1-1 0,0 1 0,0-1 0,0-1 0,-1 1 0,0-1 0,0 0 0,0 0 0,-1 0 0,0-1 0,0 1 0,-1-1 0,1 0 0,3-13 0,-2-1 0,0 0 0,-1 0 0,1-40 0,-5-66 0,-2 85 0,2 31 0,1 6 0,-1 0 0,0 0 0,-1 0 0,1 0 0,-1 0 0,0 0 0,0 0 0,-1 0 0,-1-4 0,-1 8 0,2 8 0,-1 9 0,-1 29 0,3 0 0,1 1 0,2-1 0,3 0 0,1-1 0,21 78 0,-25-115-273,1 0 0,-1-1 0,2 1 0,5 10 0,2-4-6553</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4.164"/>
    </inkml:context>
    <inkml:brush xml:id="br0">
      <inkml:brushProperty name="width" value="0.05" units="cm"/>
      <inkml:brushProperty name="height" value="0.05" units="cm"/>
      <inkml:brushProperty name="color" value="#FFFFFF"/>
    </inkml:brush>
  </inkml:definitions>
  <inkml:trace contextRef="#ctx0" brushRef="#br0">0 36 24575,'0'-31'0,"0"27"0,0 20 0,0 385 0,23-457 0,-16 37 0,0-4 0,2 2 0,13-25 0,-20 41 0,1 0 0,0 1 0,0-1 0,0 1 0,1 0 0,-1 0 0,1 0 0,0 0 0,0 1 0,0 0 0,1-1 0,-1 2 0,1-1 0,-1 0 0,7-2 0,-7 5 0,0-1 0,0 1 0,-1 0 0,1 0 0,0 0 0,0 0 0,0 1 0,-1 0 0,1-1 0,0 1 0,-1 1 0,1-1 0,-1 0 0,1 1 0,-1 0 0,0 0 0,0 0 0,1 0 0,-1 0 0,4 5 0,3 1 0,-1 1 0,-1 1 0,0-1 0,14 21 0,-17-21 0,-1 0 0,1 0 0,-2 0 0,1 1 0,-1-1 0,-1 1 0,1 0 0,-2 0 0,1 0 0,-1 0 0,-1 0 0,-1 16 0,1-23 0,-1 1 0,1 0 0,-1 0 0,0 0 0,0 0 0,0 0 0,-1-1 0,1 1 0,-1 0 0,0-1 0,0 0 0,0 1 0,0-1 0,-1 0 0,1 0 0,-1 0 0,0 0 0,0-1 0,0 1 0,0-1 0,0 0 0,-1 1 0,1-2 0,-1 1 0,1 0 0,-1-1 0,0 1 0,1-1 0,-1 0 0,0 0 0,0-1 0,0 1 0,0-1 0,-4 0 0,2 0-80,1 0 0,-1-1-1,1 1 1,-1-1 0,1 0-1,0-1 1,-1 0 0,1 1-1,0-2 1,0 1 0,0 0 0,0-1-1,1 0 1,-1 0 0,1-1-1,-6-4 1,-6-9-6746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4.570"/>
    </inkml:context>
    <inkml:brush xml:id="br0">
      <inkml:brushProperty name="width" value="0.05" units="cm"/>
      <inkml:brushProperty name="height" value="0.05" units="cm"/>
      <inkml:brushProperty name="color" value="#FFFFFF"/>
    </inkml:brush>
  </inkml:definitions>
  <inkml:trace contextRef="#ctx0" brushRef="#br0">11 45 24575,'0'0'0,"-1"0"0,1 0 0,-1-1 0,1 1 0,0 0 0,-1 0 0,1 0 0,-1-1 0,1 1 0,-1 0 0,1 0 0,0-1 0,-1 1 0,1 0 0,-1-1 0,1 1 0,0 0 0,0-1 0,-1 1 0,1-1 0,0 1 0,0 0 0,-1-1 0,1 1 0,0-1 0,0 1 0,0-1 0,0 1 0,-1-1 0,1 1 0,0-1 0,0 0 0,0 1 0,0 0 0,0 0 0,0-1 0,0 1 0,0 0 0,0 0 0,0 0 0,0-1 0,0 1 0,0 0 0,0 0 0,0 0 0,0-1 0,0 1 0,0 0 0,0 0 0,0 0 0,0-1 0,0 1 0,0 0 0,0 0 0,0 0 0,0-1 0,0 1 0,0 0 0,1 0 0,-1 0 0,0 0 0,0 0 0,0-1 0,0 1 0,0 0 0,1 0 0,-1 0 0,0 0 0,0 0 0,0 0 0,0 0 0,1-1 0,-1 1 0,0 0 0,0 0 0,0 0 0,1 0 0,-1 0 0,0 0 0,0 0 0,0 0 0,1 0 0,-1 0 0,0 0 0,0 0 0,0 0 0,1 0 0,-1 0 0,0 0 0,0 1 0,0-1 0,1 0 0,-1 0 0,0 0 0,0 0 0,0 0 0,1 0 0,4 5 0,0 1 0,0-1 0,0 1 0,0 0 0,-1 0 0,7 13 0,18 46 0,-9-19 0,-4-11 0,-8-17 0,0-1 0,1 0 0,12 18 0,-20-34 0,0 0 0,-1 0 0,1 0 0,0 0 0,0 0 0,-1-1 0,1 1 0,0 0 0,0 0 0,0-1 0,0 1 0,0-1 0,0 1 0,0-1 0,1 1 0,-1-1 0,0 1 0,0-1 0,0 0 0,0 0 0,1 0 0,-1 1 0,1-1 0,0-1 0,-1 1 0,1-1 0,0 0 0,-1 1 0,1-1 0,-1 0 0,1 0 0,-1 0 0,1 0 0,-1 0 0,1 0 0,-1 0 0,2-3 0,3-4 0,0 0 0,-1 0 0,0-1 0,6-12 0,6-21 0,-2-1 0,-2-1 0,13-75 0,-25 109 342,-5 16-2049,0 4-5119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4.789"/>
    </inkml:context>
    <inkml:brush xml:id="br0">
      <inkml:brushProperty name="width" value="0.05" units="cm"/>
      <inkml:brushProperty name="height" value="0.05" units="cm"/>
      <inkml:brushProperty name="color" value="#FFFFFF"/>
    </inkml:brush>
  </inkml:definitions>
  <inkml:trace contextRef="#ctx0" brushRef="#br0">1 4 24575,'0'-3'0,"0"2"0,0 4 0,0 5 0,0 3 0,2 6 0,2 5 0,-1 6 0,0 0 0,-1 1 0,2-2 0,1-1 0,-1-4 0,-1-5-8191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4.931"/>
    </inkml:context>
    <inkml:brush xml:id="br0">
      <inkml:brushProperty name="width" value="0.05" units="cm"/>
      <inkml:brushProperty name="height" value="0.05" units="cm"/>
      <inkml:brushProperty name="color" value="#FFFFFF"/>
    </inkml:brush>
  </inkml:definitions>
  <inkml:trace contextRef="#ctx0" brushRef="#br0">0 46 24575,'0'-6'0,"0"-5"0,0-3 0,0 4 0,0 6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5.789"/>
    </inkml:context>
    <inkml:brush xml:id="br0">
      <inkml:brushProperty name="width" value="0.05" units="cm"/>
      <inkml:brushProperty name="height" value="0.05" units="cm"/>
      <inkml:brushProperty name="color" value="#FFFFFF"/>
    </inkml:brush>
  </inkml:definitions>
  <inkml:trace contextRef="#ctx0" brushRef="#br0">1 157 24575,'0'4'0,"1"0"0,-1 0 0,1 0 0,0 0 0,0-1 0,1 1 0,-1 0 0,1-1 0,0 1 0,0-1 0,0 0 0,0 1 0,1-1 0,-1 0 0,1 0 0,-1 0 0,1-1 0,0 1 0,1-1 0,-1 1 0,4 1 0,0 0 0,0 0 0,0 0 0,1-1 0,-1 0 0,0-1 0,1 0 0,0 0 0,0 0 0,12 0 0,-16-2 0,-1 0 0,0 0 0,0 0 0,0-1 0,0 1 0,1-1 0,-1 0 0,0 0 0,0 0 0,0-1 0,-1 1 0,1 0 0,0-1 0,0 0 0,-1 0 0,5-4 0,-3 3 0,-1-1 0,0 0 0,0 0 0,0 0 0,-1-1 0,0 1 0,0 0 0,0-1 0,0 0 0,1-6 0,-1 5 0,-1 0 0,0 0 0,0 0 0,0 0 0,-1-1 0,0 1 0,0 0 0,-1 0 0,0 0 0,0 0 0,0 0 0,-1 0 0,1 0 0,-2 0 0,1 0 0,0 1 0,-1-1 0,-5-6 0,7 11 0,0-1 0,0 1 0,0 0 0,0-1 0,-1 1 0,1 0 0,0 0 0,-1-1 0,1 1 0,-1 1 0,1-1 0,-1 0 0,0 0 0,1 0 0,-1 1 0,0-1 0,0 1 0,1-1 0,-1 1 0,0 0 0,0 0 0,0 0 0,1 0 0,-1 0 0,0 0 0,0 0 0,0 1 0,1-1 0,-1 1 0,0-1 0,0 1 0,1-1 0,-1 1 0,0 0 0,1 0 0,-1 0 0,1 0 0,-1 0 0,1 0 0,0 1 0,-1-1 0,-1 3 0,-2 2 0,0-1 0,1 1 0,0 0 0,0 1 0,0-1 0,1 1 0,0 0 0,0 0 0,-2 10 0,2-3 0,1 0 0,0 0 0,1 1 0,1-1 0,1 0 0,-1 1 0,2-1 0,0 0 0,1 0 0,8 23 0,-9-30 0,1-1 0,0 1 0,0-1 0,1 0 0,-1-1 0,1 1 0,1 0 0,-1-1 0,1 0 0,8 7 0,-8-9 0,-1 0 0,0 0 0,1-1 0,0 0 0,-1 0 0,1 0 0,0 0 0,0-1 0,0 0 0,0 0 0,0 0 0,0-1 0,1 1 0,-1-1 0,9-1 0,-6-1 0,-1 1 0,1-1 0,0-1 0,-1 1 0,0-1 0,1-1 0,-1 1 0,0-1 0,-1 0 0,1-1 0,-1 0 0,0 0 0,0 0 0,0-1 0,-1 0 0,9-11 0,4-9 0,-1 0 0,24-53 0,-37 72 0,36-92 0,-35 94 0,-4 14 0,-4 14 0,0-2 0,0 0 0,0 33 0,3-49 0,0 1 0,0-1 0,1 1 0,0-1 0,0 0 0,0 1 0,1-1 0,0 0 0,0 0 0,0 0 0,1 0 0,-1 0 0,1-1 0,0 1 0,6 6 0,-8-10 0,1 0 0,-1 1 0,0-1 0,1 0 0,-1 0 0,1 0 0,0 0 0,-1 0 0,1 0 0,0-1 0,-1 1 0,1 0 0,0-1 0,0 0 0,0 1 0,-1-1 0,1 0 0,0 0 0,0 0 0,0 0 0,3-1 0,-1 0 0,-1 0 0,0 0 0,0-1 0,1 1 0,-1-1 0,0 0 0,0 0 0,0 0 0,-1 0 0,5-5 0,4-5 0,-2 0 0,1 0 0,-2-1 0,9-16 0,-15 25 0,1-2 0,0 1 0,0-1 0,1 1 0,0 0 0,5-5 0,-9 9 0,1 0 0,-1 1 0,1 0 0,-1-1 0,1 1 0,0-1 0,-1 1 0,1 0 0,0-1 0,-1 1 0,1 0 0,0 0 0,-1-1 0,1 1 0,0 0 0,0 0 0,-1 0 0,1 0 0,0 0 0,0 0 0,0 0 0,0 1 0,0-1 0,0 1 0,0 0 0,0-1 0,0 1 0,0 0 0,0 0 0,0-1 0,0 1 0,-1 0 0,1 0 0,0 0 0,-1 0 0,1 0 0,0 0 0,-1 0 0,1 2 0,19 46 0,-15-33 0,2 0 0,0 0 0,1 0 0,10 14 0,-15-25 0,1-1 0,0 1 0,0-1 0,0 0 0,1 0 0,-1 0 0,1 0 0,0-1 0,0 0 0,1 0 0,-1 0 0,1-1 0,-1 0 0,1 0 0,11 2 0,-12-3 0,-1 0 0,1-1 0,0 0 0,0 0 0,0 0 0,0-1 0,0 0 0,0 1 0,0-2 0,0 1 0,-1-1 0,1 1 0,0-1 0,-1-1 0,0 1 0,1-1 0,-1 1 0,0-1 0,0 0 0,-1-1 0,1 1 0,-1-1 0,1 1 0,-1-1 0,0 0 0,-1 0 0,4-7 0,0 1 0,-1 0 0,0 0 0,-1 0 0,0 0 0,-1-1 0,0 0 0,-1 0 0,0 0 0,-1 0 0,0 0 0,0-14 0,-2 17 19,0 1 0,0-1 0,0 1 0,-1 0 0,0-1 0,-1 1 0,1 0 0,-1 0 0,-1 1 0,1-1 0,-1 1 0,0-1 0,-1 1 0,1 0 0,-1 1 0,-1-1 0,-6-5 0,3 4-175,-1 0 1,0 1 0,0 1 0,-1-1 0,1 2 0,-1-1 0,0 1-1,0 1 1,0 0 0,-17-1 0,-15-2-6671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6.774"/>
    </inkml:context>
    <inkml:brush xml:id="br0">
      <inkml:brushProperty name="width" value="0.05" units="cm"/>
      <inkml:brushProperty name="height" value="0.05" units="cm"/>
      <inkml:brushProperty name="color" value="#FFFFFF"/>
    </inkml:brush>
  </inkml:definitions>
  <inkml:trace contextRef="#ctx0" brushRef="#br0">293 3 24575,'0'0'0,"0"0"0,0 0 0,0 0 0,0-1 0,0 1 0,0 0 0,-1 0 0,1 0 0,0 0 0,0-1 0,0 1 0,0 0 0,0 0 0,-1 0 0,1 0 0,0 0 0,0 0 0,0 0 0,0-1 0,-1 1 0,1 0 0,0 0 0,0 0 0,0 0 0,-1 0 0,1 0 0,0 0 0,0 0 0,0 0 0,-1 0 0,1 0 0,0 0 0,0 0 0,0 0 0,-1 0 0,1 0 0,0 0 0,0 0 0,0 0 0,-1 1 0,1-1 0,0 0 0,0 0 0,0 0 0,0 0 0,-1 0 0,1 0 0,0 1 0,0-1 0,0 0 0,0 0 0,0 0 0,0 0 0,-1 1 0,1-1 0,0 0 0,0 0 0,0 1 0,-12 9 0,-6 12 0,0 0 0,1 2 0,1 0 0,-14 30 0,-42 109 0,50-106-37,3 1 0,3 0-1,2 2 1,3-1 0,2 2-1,3-1 1,3 1 0,8 110-1,0-129 0,2 0 0,2-1-1,1 0 1,2 0-1,30 64 1,-27-74 24,2 0 1,1-1 0,2 0 0,1-2 0,1-1 0,1 0 0,38 32 0,-25-29-238,2-2 0,1-2 1,1-1-1,69 30 0,24 1-6015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09:38:07.356"/>
    </inkml:context>
    <inkml:brush xml:id="br0">
      <inkml:brushProperty name="width" value="0.05" units="cm"/>
      <inkml:brushProperty name="height" value="0.05" units="cm"/>
      <inkml:brushProperty name="color" value="#FFFFFF"/>
    </inkml:brush>
  </inkml:definitions>
  <inkml:trace contextRef="#ctx0" brushRef="#br0">1 14 24575,'0'0'0,"0"-1"0,0 0 0,1 0 0,-1 1 0,0-1 0,1 0 0,-1 1 0,0-1 0,1 0 0,-1 1 0,1-1 0,-1 1 0,1-1 0,0 0 0,-1 1 0,1 0 0,-1-1 0,1 1 0,0-1 0,-1 1 0,1 0 0,0-1 0,0 1 0,-1 0 0,1 0 0,0-1 0,0 1 0,-1 0 0,1 0 0,0 0 0,0 0 0,-1 0 0,1 0 0,0 0 0,0 1 0,-1-1 0,2 0 0,3 1 0,-1-1 0,0 1 0,1 0 0,-1 0 0,7 3 0,-1 1 0,0 1 0,-1 1 0,0 0 0,0 0 0,0 1 0,-1 0 0,0 0 0,0 1 0,11 16 0,-2 2 0,-1 1 0,17 39 0,-12-15-80,-1 1 0,-4 1-1,-1 0 1,12 106 0,-20-94-21,-4 0 1,-2 1-1,-15 121 1,7-144-54,-2 0 0,-2-1 0,-1 0 0,-3-1 0,-1-1 0,-2 0 1,-32 51-1,-13 3-6003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7/22/2026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7/22/2026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7/22/2026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17" Type="http://schemas.openxmlformats.org/officeDocument/2006/relationships/image" Target="../media/image8.png"/><Relationship Id="rId112" Type="http://schemas.openxmlformats.org/officeDocument/2006/relationships/customXml" Target="../ink/ink3.xml"/><Relationship Id="rId133" Type="http://schemas.openxmlformats.org/officeDocument/2006/relationships/image" Target="../media/image16.png"/><Relationship Id="rId138" Type="http://schemas.openxmlformats.org/officeDocument/2006/relationships/customXml" Target="../ink/ink16.xml"/><Relationship Id="rId154" Type="http://schemas.openxmlformats.org/officeDocument/2006/relationships/customXml" Target="../ink/ink24.xml"/><Relationship Id="rId159" Type="http://schemas.openxmlformats.org/officeDocument/2006/relationships/image" Target="../media/image29.png"/><Relationship Id="rId175" Type="http://schemas.openxmlformats.org/officeDocument/2006/relationships/image" Target="../media/image37.png"/><Relationship Id="rId170" Type="http://schemas.openxmlformats.org/officeDocument/2006/relationships/customXml" Target="../ink/ink32.xml"/><Relationship Id="rId191" Type="http://schemas.openxmlformats.org/officeDocument/2006/relationships/image" Target="../media/image45.png"/><Relationship Id="rId196" Type="http://schemas.openxmlformats.org/officeDocument/2006/relationships/customXml" Target="../ink/ink45.xml"/><Relationship Id="rId200" Type="http://schemas.openxmlformats.org/officeDocument/2006/relationships/customXml" Target="../ink/ink47.xml"/><Relationship Id="rId205" Type="http://schemas.openxmlformats.org/officeDocument/2006/relationships/image" Target="../media/image52.png"/><Relationship Id="rId123" Type="http://schemas.openxmlformats.org/officeDocument/2006/relationships/image" Target="../media/image11.png"/><Relationship Id="rId128" Type="http://schemas.openxmlformats.org/officeDocument/2006/relationships/customXml" Target="../ink/ink11.xml"/><Relationship Id="rId144" Type="http://schemas.openxmlformats.org/officeDocument/2006/relationships/customXml" Target="../ink/ink19.xml"/><Relationship Id="rId149" Type="http://schemas.openxmlformats.org/officeDocument/2006/relationships/image" Target="../media/image24.png"/><Relationship Id="rId160" Type="http://schemas.openxmlformats.org/officeDocument/2006/relationships/customXml" Target="../ink/ink27.xml"/><Relationship Id="rId165" Type="http://schemas.openxmlformats.org/officeDocument/2006/relationships/image" Target="../media/image32.png"/><Relationship Id="rId181" Type="http://schemas.openxmlformats.org/officeDocument/2006/relationships/image" Target="../media/image40.png"/><Relationship Id="rId186" Type="http://schemas.openxmlformats.org/officeDocument/2006/relationships/customXml" Target="../ink/ink40.xml"/><Relationship Id="rId211" Type="http://schemas.openxmlformats.org/officeDocument/2006/relationships/image" Target="../media/image55.png"/><Relationship Id="rId113" Type="http://schemas.openxmlformats.org/officeDocument/2006/relationships/image" Target="../media/image6.png"/><Relationship Id="rId118" Type="http://schemas.openxmlformats.org/officeDocument/2006/relationships/customXml" Target="../ink/ink6.xml"/><Relationship Id="rId134" Type="http://schemas.openxmlformats.org/officeDocument/2006/relationships/customXml" Target="../ink/ink14.xml"/><Relationship Id="rId139" Type="http://schemas.openxmlformats.org/officeDocument/2006/relationships/image" Target="../media/image19.png"/><Relationship Id="rId150" Type="http://schemas.openxmlformats.org/officeDocument/2006/relationships/customXml" Target="../ink/ink22.xml"/><Relationship Id="rId155" Type="http://schemas.openxmlformats.org/officeDocument/2006/relationships/image" Target="../media/image27.png"/><Relationship Id="rId171" Type="http://schemas.openxmlformats.org/officeDocument/2006/relationships/image" Target="../media/image35.png"/><Relationship Id="rId176" Type="http://schemas.openxmlformats.org/officeDocument/2006/relationships/customXml" Target="../ink/ink35.xml"/><Relationship Id="rId192" Type="http://schemas.openxmlformats.org/officeDocument/2006/relationships/customXml" Target="../ink/ink43.xml"/><Relationship Id="rId197" Type="http://schemas.openxmlformats.org/officeDocument/2006/relationships/image" Target="../media/image48.png"/><Relationship Id="rId206" Type="http://schemas.openxmlformats.org/officeDocument/2006/relationships/customXml" Target="../ink/ink50.xml"/><Relationship Id="rId201" Type="http://schemas.openxmlformats.org/officeDocument/2006/relationships/image" Target="../media/image50.png"/><Relationship Id="rId108" Type="http://schemas.openxmlformats.org/officeDocument/2006/relationships/image" Target="../media/image57.png"/><Relationship Id="rId124" Type="http://schemas.openxmlformats.org/officeDocument/2006/relationships/customXml" Target="../ink/ink9.xml"/><Relationship Id="rId129" Type="http://schemas.openxmlformats.org/officeDocument/2006/relationships/image" Target="../media/image14.png"/><Relationship Id="rId140" Type="http://schemas.openxmlformats.org/officeDocument/2006/relationships/customXml" Target="../ink/ink17.xml"/><Relationship Id="rId145" Type="http://schemas.openxmlformats.org/officeDocument/2006/relationships/image" Target="../media/image22.png"/><Relationship Id="rId161" Type="http://schemas.openxmlformats.org/officeDocument/2006/relationships/image" Target="../media/image30.png"/><Relationship Id="rId166" Type="http://schemas.openxmlformats.org/officeDocument/2006/relationships/customXml" Target="../ink/ink30.xml"/><Relationship Id="rId182" Type="http://schemas.openxmlformats.org/officeDocument/2006/relationships/customXml" Target="../ink/ink38.xml"/><Relationship Id="rId187" Type="http://schemas.openxmlformats.org/officeDocument/2006/relationships/image" Target="../media/image43.png"/><Relationship Id="rId1" Type="http://schemas.openxmlformats.org/officeDocument/2006/relationships/slideLayout" Target="../slideLayouts/slideLayout2.xml"/><Relationship Id="rId190" Type="http://schemas.openxmlformats.org/officeDocument/2006/relationships/customXml" Target="../ink/ink42.xml"/><Relationship Id="rId204" Type="http://schemas.openxmlformats.org/officeDocument/2006/relationships/customXml" Target="../ink/ink49.xml"/><Relationship Id="rId212" Type="http://schemas.openxmlformats.org/officeDocument/2006/relationships/customXml" Target="../ink/ink53.xml"/><Relationship Id="rId114" Type="http://schemas.openxmlformats.org/officeDocument/2006/relationships/customXml" Target="../ink/ink4.xml"/><Relationship Id="rId119" Type="http://schemas.openxmlformats.org/officeDocument/2006/relationships/image" Target="../media/image9.png"/><Relationship Id="rId127" Type="http://schemas.openxmlformats.org/officeDocument/2006/relationships/image" Target="../media/image13.png"/><Relationship Id="rId122" Type="http://schemas.openxmlformats.org/officeDocument/2006/relationships/customXml" Target="../ink/ink8.xml"/><Relationship Id="rId130" Type="http://schemas.openxmlformats.org/officeDocument/2006/relationships/customXml" Target="../ink/ink12.xml"/><Relationship Id="rId135" Type="http://schemas.openxmlformats.org/officeDocument/2006/relationships/image" Target="../media/image17.png"/><Relationship Id="rId143" Type="http://schemas.openxmlformats.org/officeDocument/2006/relationships/image" Target="../media/image21.png"/><Relationship Id="rId148" Type="http://schemas.openxmlformats.org/officeDocument/2006/relationships/customXml" Target="../ink/ink21.xml"/><Relationship Id="rId151" Type="http://schemas.openxmlformats.org/officeDocument/2006/relationships/image" Target="../media/image25.png"/><Relationship Id="rId156" Type="http://schemas.openxmlformats.org/officeDocument/2006/relationships/customXml" Target="../ink/ink25.xml"/><Relationship Id="rId164" Type="http://schemas.openxmlformats.org/officeDocument/2006/relationships/customXml" Target="../ink/ink29.xml"/><Relationship Id="rId169" Type="http://schemas.openxmlformats.org/officeDocument/2006/relationships/image" Target="../media/image34.png"/><Relationship Id="rId177" Type="http://schemas.openxmlformats.org/officeDocument/2006/relationships/image" Target="../media/image38.png"/><Relationship Id="rId185" Type="http://schemas.openxmlformats.org/officeDocument/2006/relationships/image" Target="../media/image42.png"/><Relationship Id="rId198" Type="http://schemas.openxmlformats.org/officeDocument/2006/relationships/customXml" Target="../ink/ink46.xml"/><Relationship Id="rId172" Type="http://schemas.openxmlformats.org/officeDocument/2006/relationships/customXml" Target="../ink/ink33.xml"/><Relationship Id="rId180" Type="http://schemas.openxmlformats.org/officeDocument/2006/relationships/customXml" Target="../ink/ink37.xml"/><Relationship Id="rId193" Type="http://schemas.openxmlformats.org/officeDocument/2006/relationships/image" Target="../media/image46.png"/><Relationship Id="rId202" Type="http://schemas.openxmlformats.org/officeDocument/2006/relationships/customXml" Target="../ink/ink48.xml"/><Relationship Id="rId207" Type="http://schemas.openxmlformats.org/officeDocument/2006/relationships/image" Target="../media/image53.png"/><Relationship Id="rId210" Type="http://schemas.openxmlformats.org/officeDocument/2006/relationships/customXml" Target="../ink/ink52.xml"/><Relationship Id="rId215" Type="http://schemas.openxmlformats.org/officeDocument/2006/relationships/image" Target="../media/image58.png"/><Relationship Id="rId109" Type="http://schemas.openxmlformats.org/officeDocument/2006/relationships/image" Target="../media/image4.png"/><Relationship Id="rId120" Type="http://schemas.openxmlformats.org/officeDocument/2006/relationships/customXml" Target="../ink/ink7.xml"/><Relationship Id="rId125" Type="http://schemas.openxmlformats.org/officeDocument/2006/relationships/image" Target="../media/image12.png"/><Relationship Id="rId141" Type="http://schemas.openxmlformats.org/officeDocument/2006/relationships/image" Target="../media/image20.png"/><Relationship Id="rId146" Type="http://schemas.openxmlformats.org/officeDocument/2006/relationships/customXml" Target="../ink/ink20.xml"/><Relationship Id="rId167" Type="http://schemas.openxmlformats.org/officeDocument/2006/relationships/image" Target="../media/image33.png"/><Relationship Id="rId188" Type="http://schemas.openxmlformats.org/officeDocument/2006/relationships/customXml" Target="../ink/ink41.xml"/><Relationship Id="rId162" Type="http://schemas.openxmlformats.org/officeDocument/2006/relationships/customXml" Target="../ink/ink28.xml"/><Relationship Id="rId183" Type="http://schemas.openxmlformats.org/officeDocument/2006/relationships/image" Target="../media/image41.png"/><Relationship Id="rId213" Type="http://schemas.openxmlformats.org/officeDocument/2006/relationships/image" Target="../media/image56.png"/><Relationship Id="rId2" Type="http://schemas.openxmlformats.org/officeDocument/2006/relationships/customXml" Target="../ink/ink1.xml"/><Relationship Id="rId110" Type="http://schemas.openxmlformats.org/officeDocument/2006/relationships/customXml" Target="../ink/ink2.xml"/><Relationship Id="rId115" Type="http://schemas.openxmlformats.org/officeDocument/2006/relationships/image" Target="../media/image7.png"/><Relationship Id="rId131" Type="http://schemas.openxmlformats.org/officeDocument/2006/relationships/image" Target="../media/image15.png"/><Relationship Id="rId136" Type="http://schemas.openxmlformats.org/officeDocument/2006/relationships/customXml" Target="../ink/ink15.xml"/><Relationship Id="rId157" Type="http://schemas.openxmlformats.org/officeDocument/2006/relationships/image" Target="../media/image28.png"/><Relationship Id="rId178" Type="http://schemas.openxmlformats.org/officeDocument/2006/relationships/customXml" Target="../ink/ink36.xml"/><Relationship Id="rId152" Type="http://schemas.openxmlformats.org/officeDocument/2006/relationships/customXml" Target="../ink/ink23.xml"/><Relationship Id="rId173" Type="http://schemas.openxmlformats.org/officeDocument/2006/relationships/image" Target="../media/image36.png"/><Relationship Id="rId194" Type="http://schemas.openxmlformats.org/officeDocument/2006/relationships/customXml" Target="../ink/ink44.xml"/><Relationship Id="rId199" Type="http://schemas.openxmlformats.org/officeDocument/2006/relationships/image" Target="../media/image49.png"/><Relationship Id="rId203" Type="http://schemas.openxmlformats.org/officeDocument/2006/relationships/image" Target="../media/image51.png"/><Relationship Id="rId208" Type="http://schemas.openxmlformats.org/officeDocument/2006/relationships/customXml" Target="../ink/ink51.xml"/><Relationship Id="rId126" Type="http://schemas.openxmlformats.org/officeDocument/2006/relationships/customXml" Target="../ink/ink10.xml"/><Relationship Id="rId147" Type="http://schemas.openxmlformats.org/officeDocument/2006/relationships/image" Target="../media/image23.png"/><Relationship Id="rId168" Type="http://schemas.openxmlformats.org/officeDocument/2006/relationships/customXml" Target="../ink/ink31.xml"/><Relationship Id="rId121" Type="http://schemas.openxmlformats.org/officeDocument/2006/relationships/image" Target="../media/image10.png"/><Relationship Id="rId142" Type="http://schemas.openxmlformats.org/officeDocument/2006/relationships/customXml" Target="../ink/ink18.xml"/><Relationship Id="rId163" Type="http://schemas.openxmlformats.org/officeDocument/2006/relationships/image" Target="../media/image31.png"/><Relationship Id="rId184" Type="http://schemas.openxmlformats.org/officeDocument/2006/relationships/customXml" Target="../ink/ink39.xml"/><Relationship Id="rId189" Type="http://schemas.openxmlformats.org/officeDocument/2006/relationships/image" Target="../media/image44.png"/><Relationship Id="rId214" Type="http://schemas.openxmlformats.org/officeDocument/2006/relationships/customXml" Target="../ink/ink54.xml"/><Relationship Id="rId116" Type="http://schemas.openxmlformats.org/officeDocument/2006/relationships/customXml" Target="../ink/ink5.xml"/><Relationship Id="rId137" Type="http://schemas.openxmlformats.org/officeDocument/2006/relationships/image" Target="../media/image18.png"/><Relationship Id="rId158" Type="http://schemas.openxmlformats.org/officeDocument/2006/relationships/customXml" Target="../ink/ink26.xml"/><Relationship Id="rId111" Type="http://schemas.openxmlformats.org/officeDocument/2006/relationships/image" Target="../media/image5.png"/><Relationship Id="rId132" Type="http://schemas.openxmlformats.org/officeDocument/2006/relationships/customXml" Target="../ink/ink13.xml"/><Relationship Id="rId153" Type="http://schemas.openxmlformats.org/officeDocument/2006/relationships/image" Target="../media/image26.png"/><Relationship Id="rId174" Type="http://schemas.openxmlformats.org/officeDocument/2006/relationships/customXml" Target="../ink/ink34.xml"/><Relationship Id="rId179" Type="http://schemas.openxmlformats.org/officeDocument/2006/relationships/image" Target="../media/image39.png"/><Relationship Id="rId195" Type="http://schemas.openxmlformats.org/officeDocument/2006/relationships/image" Target="../media/image47.png"/><Relationship Id="rId209" Type="http://schemas.openxmlformats.org/officeDocument/2006/relationships/image" Target="../media/image54.png"/></Relationships>
</file>

<file path=ppt/slides/_rels/slide6.xml.rels><?xml version="1.0" encoding="UTF-8" standalone="yes"?>
<Relationships xmlns="http://schemas.openxmlformats.org/package/2006/relationships"><Relationship Id="rId2" Type="http://schemas.openxmlformats.org/officeDocument/2006/relationships/hyperlink" Target="https://git-scm.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4" Type="http://schemas.openxmlformats.org/officeDocument/2006/relationships/customXml" Target="../ink/ink57.xml"/><Relationship Id="rId33" Type="http://schemas.openxmlformats.org/officeDocument/2006/relationships/image" Target="../media/image1321.png"/><Relationship Id="rId2" Type="http://schemas.openxmlformats.org/officeDocument/2006/relationships/customXml" Target="../ink/ink55.xml"/><Relationship Id="rId1" Type="http://schemas.openxmlformats.org/officeDocument/2006/relationships/slideLayout" Target="../slideLayouts/slideLayout2.xml"/><Relationship Id="rId32" Type="http://schemas.openxmlformats.org/officeDocument/2006/relationships/customXml" Target="../ink/ink56.xml"/><Relationship Id="rId31" Type="http://schemas.openxmlformats.org/officeDocument/2006/relationships/image" Target="../media/image1320.png"/><Relationship Id="rId35" Type="http://schemas.openxmlformats.org/officeDocument/2006/relationships/image" Target="../media/image24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14.xml.rels><?xml version="1.0" encoding="UTF-8" standalone="yes"?>
<Relationships xmlns="http://schemas.openxmlformats.org/package/2006/relationships"><Relationship Id="rId117" Type="http://schemas.openxmlformats.org/officeDocument/2006/relationships/image" Target="../media/image124.png"/><Relationship Id="rId299" Type="http://schemas.openxmlformats.org/officeDocument/2006/relationships/image" Target="../media/image215.png"/><Relationship Id="rId21" Type="http://schemas.openxmlformats.org/officeDocument/2006/relationships/image" Target="../media/image76.png"/><Relationship Id="rId63" Type="http://schemas.openxmlformats.org/officeDocument/2006/relationships/image" Target="../media/image97.png"/><Relationship Id="rId159" Type="http://schemas.openxmlformats.org/officeDocument/2006/relationships/image" Target="../media/image145.png"/><Relationship Id="rId324" Type="http://schemas.openxmlformats.org/officeDocument/2006/relationships/customXml" Target="../ink/ink218.xml"/><Relationship Id="rId366" Type="http://schemas.openxmlformats.org/officeDocument/2006/relationships/customXml" Target="../ink/ink239.xml"/><Relationship Id="rId170" Type="http://schemas.openxmlformats.org/officeDocument/2006/relationships/customXml" Target="../ink/ink141.xml"/><Relationship Id="rId226" Type="http://schemas.openxmlformats.org/officeDocument/2006/relationships/customXml" Target="../ink/ink169.xml"/><Relationship Id="rId268" Type="http://schemas.openxmlformats.org/officeDocument/2006/relationships/customXml" Target="../ink/ink190.xml"/><Relationship Id="rId32" Type="http://schemas.openxmlformats.org/officeDocument/2006/relationships/customXml" Target="../ink/ink72.xml"/><Relationship Id="rId74" Type="http://schemas.openxmlformats.org/officeDocument/2006/relationships/customXml" Target="../ink/ink93.xml"/><Relationship Id="rId128" Type="http://schemas.openxmlformats.org/officeDocument/2006/relationships/customXml" Target="../ink/ink120.xml"/><Relationship Id="rId335" Type="http://schemas.openxmlformats.org/officeDocument/2006/relationships/image" Target="../media/image233.png"/><Relationship Id="rId377" Type="http://schemas.openxmlformats.org/officeDocument/2006/relationships/image" Target="../media/image254.png"/><Relationship Id="rId5" Type="http://schemas.openxmlformats.org/officeDocument/2006/relationships/image" Target="../media/image67.png"/><Relationship Id="rId181" Type="http://schemas.openxmlformats.org/officeDocument/2006/relationships/image" Target="../media/image156.png"/><Relationship Id="rId237" Type="http://schemas.openxmlformats.org/officeDocument/2006/relationships/image" Target="../media/image184.png"/><Relationship Id="rId279" Type="http://schemas.openxmlformats.org/officeDocument/2006/relationships/image" Target="../media/image205.png"/><Relationship Id="rId43" Type="http://schemas.openxmlformats.org/officeDocument/2006/relationships/image" Target="../media/image87.png"/><Relationship Id="rId139" Type="http://schemas.openxmlformats.org/officeDocument/2006/relationships/image" Target="../media/image135.png"/><Relationship Id="rId290" Type="http://schemas.openxmlformats.org/officeDocument/2006/relationships/customXml" Target="../ink/ink201.xml"/><Relationship Id="rId304" Type="http://schemas.openxmlformats.org/officeDocument/2006/relationships/customXml" Target="../ink/ink208.xml"/><Relationship Id="rId346" Type="http://schemas.openxmlformats.org/officeDocument/2006/relationships/customXml" Target="../ink/ink229.xml"/><Relationship Id="rId388" Type="http://schemas.openxmlformats.org/officeDocument/2006/relationships/customXml" Target="../ink/ink250.xml"/><Relationship Id="rId85" Type="http://schemas.openxmlformats.org/officeDocument/2006/relationships/image" Target="../media/image108.png"/><Relationship Id="rId150" Type="http://schemas.openxmlformats.org/officeDocument/2006/relationships/customXml" Target="../ink/ink131.xml"/><Relationship Id="rId192" Type="http://schemas.openxmlformats.org/officeDocument/2006/relationships/customXml" Target="../ink/ink152.xml"/><Relationship Id="rId206" Type="http://schemas.openxmlformats.org/officeDocument/2006/relationships/customXml" Target="../ink/ink159.xml"/><Relationship Id="rId248" Type="http://schemas.openxmlformats.org/officeDocument/2006/relationships/customXml" Target="../ink/ink180.xml"/><Relationship Id="rId12" Type="http://schemas.openxmlformats.org/officeDocument/2006/relationships/customXml" Target="../ink/ink62.xml"/><Relationship Id="rId108" Type="http://schemas.openxmlformats.org/officeDocument/2006/relationships/customXml" Target="../ink/ink110.xml"/><Relationship Id="rId315" Type="http://schemas.openxmlformats.org/officeDocument/2006/relationships/image" Target="../media/image223.png"/><Relationship Id="rId357" Type="http://schemas.openxmlformats.org/officeDocument/2006/relationships/image" Target="../media/image244.png"/><Relationship Id="rId54" Type="http://schemas.openxmlformats.org/officeDocument/2006/relationships/customXml" Target="../ink/ink83.xml"/><Relationship Id="rId96" Type="http://schemas.openxmlformats.org/officeDocument/2006/relationships/customXml" Target="../ink/ink104.xml"/><Relationship Id="rId161" Type="http://schemas.openxmlformats.org/officeDocument/2006/relationships/image" Target="../media/image146.png"/><Relationship Id="rId217" Type="http://schemas.openxmlformats.org/officeDocument/2006/relationships/image" Target="../media/image174.png"/><Relationship Id="rId259" Type="http://schemas.openxmlformats.org/officeDocument/2006/relationships/image" Target="../media/image195.png"/><Relationship Id="rId23" Type="http://schemas.openxmlformats.org/officeDocument/2006/relationships/image" Target="../media/image77.png"/><Relationship Id="rId119" Type="http://schemas.openxmlformats.org/officeDocument/2006/relationships/image" Target="../media/image125.png"/><Relationship Id="rId270" Type="http://schemas.openxmlformats.org/officeDocument/2006/relationships/customXml" Target="../ink/ink191.xml"/><Relationship Id="rId326" Type="http://schemas.openxmlformats.org/officeDocument/2006/relationships/customXml" Target="../ink/ink219.xml"/><Relationship Id="rId65" Type="http://schemas.openxmlformats.org/officeDocument/2006/relationships/image" Target="../media/image98.png"/><Relationship Id="rId130" Type="http://schemas.openxmlformats.org/officeDocument/2006/relationships/customXml" Target="../ink/ink121.xml"/><Relationship Id="rId368" Type="http://schemas.openxmlformats.org/officeDocument/2006/relationships/customXml" Target="../ink/ink240.xml"/><Relationship Id="rId172" Type="http://schemas.openxmlformats.org/officeDocument/2006/relationships/customXml" Target="../ink/ink142.xml"/><Relationship Id="rId228" Type="http://schemas.openxmlformats.org/officeDocument/2006/relationships/customXml" Target="../ink/ink170.xml"/><Relationship Id="rId281" Type="http://schemas.openxmlformats.org/officeDocument/2006/relationships/image" Target="../media/image206.png"/><Relationship Id="rId337" Type="http://schemas.openxmlformats.org/officeDocument/2006/relationships/image" Target="../media/image234.png"/><Relationship Id="rId34" Type="http://schemas.openxmlformats.org/officeDocument/2006/relationships/customXml" Target="../ink/ink73.xml"/><Relationship Id="rId76" Type="http://schemas.openxmlformats.org/officeDocument/2006/relationships/customXml" Target="../ink/ink94.xml"/><Relationship Id="rId141" Type="http://schemas.openxmlformats.org/officeDocument/2006/relationships/image" Target="../media/image136.png"/><Relationship Id="rId379" Type="http://schemas.openxmlformats.org/officeDocument/2006/relationships/image" Target="../media/image255.png"/><Relationship Id="rId7" Type="http://schemas.openxmlformats.org/officeDocument/2006/relationships/image" Target="../media/image68.png"/><Relationship Id="rId183" Type="http://schemas.openxmlformats.org/officeDocument/2006/relationships/image" Target="../media/image157.png"/><Relationship Id="rId239" Type="http://schemas.openxmlformats.org/officeDocument/2006/relationships/image" Target="../media/image185.png"/><Relationship Id="rId390" Type="http://schemas.openxmlformats.org/officeDocument/2006/relationships/customXml" Target="../ink/ink251.xml"/><Relationship Id="rId250" Type="http://schemas.openxmlformats.org/officeDocument/2006/relationships/customXml" Target="../ink/ink181.xml"/><Relationship Id="rId292" Type="http://schemas.openxmlformats.org/officeDocument/2006/relationships/customXml" Target="../ink/ink202.xml"/><Relationship Id="rId306" Type="http://schemas.openxmlformats.org/officeDocument/2006/relationships/customXml" Target="../ink/ink209.xml"/><Relationship Id="rId45" Type="http://schemas.openxmlformats.org/officeDocument/2006/relationships/image" Target="../media/image88.png"/><Relationship Id="rId87" Type="http://schemas.openxmlformats.org/officeDocument/2006/relationships/image" Target="../media/image109.png"/><Relationship Id="rId110" Type="http://schemas.openxmlformats.org/officeDocument/2006/relationships/customXml" Target="../ink/ink111.xml"/><Relationship Id="rId348" Type="http://schemas.openxmlformats.org/officeDocument/2006/relationships/customXml" Target="../ink/ink230.xml"/><Relationship Id="rId152" Type="http://schemas.openxmlformats.org/officeDocument/2006/relationships/customXml" Target="../ink/ink132.xml"/><Relationship Id="rId194" Type="http://schemas.openxmlformats.org/officeDocument/2006/relationships/customXml" Target="../ink/ink153.xml"/><Relationship Id="rId208" Type="http://schemas.openxmlformats.org/officeDocument/2006/relationships/customXml" Target="../ink/ink160.xml"/><Relationship Id="rId261" Type="http://schemas.openxmlformats.org/officeDocument/2006/relationships/image" Target="../media/image196.png"/><Relationship Id="rId14" Type="http://schemas.openxmlformats.org/officeDocument/2006/relationships/customXml" Target="../ink/ink63.xml"/><Relationship Id="rId56" Type="http://schemas.openxmlformats.org/officeDocument/2006/relationships/customXml" Target="../ink/ink84.xml"/><Relationship Id="rId317" Type="http://schemas.openxmlformats.org/officeDocument/2006/relationships/image" Target="../media/image224.png"/><Relationship Id="rId359" Type="http://schemas.openxmlformats.org/officeDocument/2006/relationships/image" Target="../media/image245.png"/><Relationship Id="rId98" Type="http://schemas.openxmlformats.org/officeDocument/2006/relationships/customXml" Target="../ink/ink105.xml"/><Relationship Id="rId121" Type="http://schemas.openxmlformats.org/officeDocument/2006/relationships/image" Target="../media/image126.png"/><Relationship Id="rId163" Type="http://schemas.openxmlformats.org/officeDocument/2006/relationships/image" Target="../media/image147.png"/><Relationship Id="rId219" Type="http://schemas.openxmlformats.org/officeDocument/2006/relationships/image" Target="../media/image175.png"/><Relationship Id="rId370" Type="http://schemas.openxmlformats.org/officeDocument/2006/relationships/customXml" Target="../ink/ink241.xml"/><Relationship Id="rId230" Type="http://schemas.openxmlformats.org/officeDocument/2006/relationships/customXml" Target="../ink/ink171.xml"/><Relationship Id="rId25" Type="http://schemas.openxmlformats.org/officeDocument/2006/relationships/image" Target="../media/image78.png"/><Relationship Id="rId67" Type="http://schemas.openxmlformats.org/officeDocument/2006/relationships/image" Target="../media/image99.png"/><Relationship Id="rId272" Type="http://schemas.openxmlformats.org/officeDocument/2006/relationships/customXml" Target="../ink/ink192.xml"/><Relationship Id="rId328" Type="http://schemas.openxmlformats.org/officeDocument/2006/relationships/customXml" Target="../ink/ink220.xml"/><Relationship Id="rId132" Type="http://schemas.openxmlformats.org/officeDocument/2006/relationships/customXml" Target="../ink/ink122.xml"/><Relationship Id="rId174" Type="http://schemas.openxmlformats.org/officeDocument/2006/relationships/customXml" Target="../ink/ink143.xml"/><Relationship Id="rId381" Type="http://schemas.openxmlformats.org/officeDocument/2006/relationships/image" Target="../media/image256.png"/><Relationship Id="rId241" Type="http://schemas.openxmlformats.org/officeDocument/2006/relationships/image" Target="../media/image186.png"/><Relationship Id="rId36" Type="http://schemas.openxmlformats.org/officeDocument/2006/relationships/customXml" Target="../ink/ink74.xml"/><Relationship Id="rId283" Type="http://schemas.openxmlformats.org/officeDocument/2006/relationships/image" Target="../media/image207.png"/><Relationship Id="rId339" Type="http://schemas.openxmlformats.org/officeDocument/2006/relationships/image" Target="../media/image235.png"/><Relationship Id="rId78" Type="http://schemas.openxmlformats.org/officeDocument/2006/relationships/customXml" Target="../ink/ink95.xml"/><Relationship Id="rId101" Type="http://schemas.openxmlformats.org/officeDocument/2006/relationships/image" Target="../media/image116.png"/><Relationship Id="rId143" Type="http://schemas.openxmlformats.org/officeDocument/2006/relationships/image" Target="../media/image137.png"/><Relationship Id="rId185" Type="http://schemas.openxmlformats.org/officeDocument/2006/relationships/image" Target="../media/image158.png"/><Relationship Id="rId350" Type="http://schemas.openxmlformats.org/officeDocument/2006/relationships/customXml" Target="../ink/ink231.xml"/><Relationship Id="rId9" Type="http://schemas.openxmlformats.org/officeDocument/2006/relationships/image" Target="../media/image69.png"/><Relationship Id="rId210" Type="http://schemas.openxmlformats.org/officeDocument/2006/relationships/customXml" Target="../ink/ink161.xml"/><Relationship Id="rId392" Type="http://schemas.openxmlformats.org/officeDocument/2006/relationships/customXml" Target="../ink/ink252.xml"/><Relationship Id="rId252" Type="http://schemas.openxmlformats.org/officeDocument/2006/relationships/customXml" Target="../ink/ink182.xml"/><Relationship Id="rId294" Type="http://schemas.openxmlformats.org/officeDocument/2006/relationships/customXml" Target="../ink/ink203.xml"/><Relationship Id="rId308" Type="http://schemas.openxmlformats.org/officeDocument/2006/relationships/customXml" Target="../ink/ink210.xml"/><Relationship Id="rId47" Type="http://schemas.openxmlformats.org/officeDocument/2006/relationships/image" Target="../media/image89.png"/><Relationship Id="rId89" Type="http://schemas.openxmlformats.org/officeDocument/2006/relationships/image" Target="../media/image110.png"/><Relationship Id="rId112" Type="http://schemas.openxmlformats.org/officeDocument/2006/relationships/customXml" Target="../ink/ink112.xml"/><Relationship Id="rId154" Type="http://schemas.openxmlformats.org/officeDocument/2006/relationships/customXml" Target="../ink/ink133.xml"/><Relationship Id="rId361" Type="http://schemas.openxmlformats.org/officeDocument/2006/relationships/image" Target="../media/image246.png"/><Relationship Id="rId196" Type="http://schemas.openxmlformats.org/officeDocument/2006/relationships/customXml" Target="../ink/ink154.xml"/><Relationship Id="rId16" Type="http://schemas.openxmlformats.org/officeDocument/2006/relationships/customXml" Target="../ink/ink64.xml"/><Relationship Id="rId221" Type="http://schemas.openxmlformats.org/officeDocument/2006/relationships/image" Target="../media/image176.png"/><Relationship Id="rId263" Type="http://schemas.openxmlformats.org/officeDocument/2006/relationships/image" Target="../media/image197.png"/><Relationship Id="rId319" Type="http://schemas.openxmlformats.org/officeDocument/2006/relationships/image" Target="../media/image225.png"/><Relationship Id="rId37" Type="http://schemas.openxmlformats.org/officeDocument/2006/relationships/image" Target="../media/image84.png"/><Relationship Id="rId58" Type="http://schemas.openxmlformats.org/officeDocument/2006/relationships/customXml" Target="../ink/ink85.xml"/><Relationship Id="rId79" Type="http://schemas.openxmlformats.org/officeDocument/2006/relationships/image" Target="../media/image105.png"/><Relationship Id="rId102" Type="http://schemas.openxmlformats.org/officeDocument/2006/relationships/customXml" Target="../ink/ink107.xml"/><Relationship Id="rId123" Type="http://schemas.openxmlformats.org/officeDocument/2006/relationships/image" Target="../media/image127.png"/><Relationship Id="rId144" Type="http://schemas.openxmlformats.org/officeDocument/2006/relationships/customXml" Target="../ink/ink128.xml"/><Relationship Id="rId330" Type="http://schemas.openxmlformats.org/officeDocument/2006/relationships/customXml" Target="../ink/ink221.xml"/><Relationship Id="rId90" Type="http://schemas.openxmlformats.org/officeDocument/2006/relationships/customXml" Target="../ink/ink101.xml"/><Relationship Id="rId165" Type="http://schemas.openxmlformats.org/officeDocument/2006/relationships/image" Target="../media/image148.png"/><Relationship Id="rId186" Type="http://schemas.openxmlformats.org/officeDocument/2006/relationships/customXml" Target="../ink/ink149.xml"/><Relationship Id="rId351" Type="http://schemas.openxmlformats.org/officeDocument/2006/relationships/image" Target="../media/image241.png"/><Relationship Id="rId372" Type="http://schemas.openxmlformats.org/officeDocument/2006/relationships/customXml" Target="../ink/ink242.xml"/><Relationship Id="rId393" Type="http://schemas.openxmlformats.org/officeDocument/2006/relationships/image" Target="../media/image262.png"/><Relationship Id="rId211" Type="http://schemas.openxmlformats.org/officeDocument/2006/relationships/image" Target="../media/image171.png"/><Relationship Id="rId232" Type="http://schemas.openxmlformats.org/officeDocument/2006/relationships/customXml" Target="../ink/ink172.xml"/><Relationship Id="rId253" Type="http://schemas.openxmlformats.org/officeDocument/2006/relationships/image" Target="../media/image192.png"/><Relationship Id="rId274" Type="http://schemas.openxmlformats.org/officeDocument/2006/relationships/customXml" Target="../ink/ink193.xml"/><Relationship Id="rId295" Type="http://schemas.openxmlformats.org/officeDocument/2006/relationships/image" Target="../media/image213.png"/><Relationship Id="rId309" Type="http://schemas.openxmlformats.org/officeDocument/2006/relationships/image" Target="../media/image220.png"/><Relationship Id="rId27" Type="http://schemas.openxmlformats.org/officeDocument/2006/relationships/image" Target="../media/image79.png"/><Relationship Id="rId48" Type="http://schemas.openxmlformats.org/officeDocument/2006/relationships/customXml" Target="../ink/ink80.xml"/><Relationship Id="rId69" Type="http://schemas.openxmlformats.org/officeDocument/2006/relationships/image" Target="../media/image100.png"/><Relationship Id="rId113" Type="http://schemas.openxmlformats.org/officeDocument/2006/relationships/image" Target="../media/image122.png"/><Relationship Id="rId134" Type="http://schemas.openxmlformats.org/officeDocument/2006/relationships/customXml" Target="../ink/ink123.xml"/><Relationship Id="rId320" Type="http://schemas.openxmlformats.org/officeDocument/2006/relationships/customXml" Target="../ink/ink216.xml"/><Relationship Id="rId80" Type="http://schemas.openxmlformats.org/officeDocument/2006/relationships/customXml" Target="../ink/ink96.xml"/><Relationship Id="rId155" Type="http://schemas.openxmlformats.org/officeDocument/2006/relationships/image" Target="../media/image143.png"/><Relationship Id="rId176" Type="http://schemas.openxmlformats.org/officeDocument/2006/relationships/customXml" Target="../ink/ink144.xml"/><Relationship Id="rId197" Type="http://schemas.openxmlformats.org/officeDocument/2006/relationships/image" Target="../media/image164.png"/><Relationship Id="rId341" Type="http://schemas.openxmlformats.org/officeDocument/2006/relationships/image" Target="../media/image236.png"/><Relationship Id="rId362" Type="http://schemas.openxmlformats.org/officeDocument/2006/relationships/customXml" Target="../ink/ink237.xml"/><Relationship Id="rId383" Type="http://schemas.openxmlformats.org/officeDocument/2006/relationships/image" Target="../media/image257.png"/><Relationship Id="rId201" Type="http://schemas.openxmlformats.org/officeDocument/2006/relationships/image" Target="../media/image166.png"/><Relationship Id="rId222" Type="http://schemas.openxmlformats.org/officeDocument/2006/relationships/customXml" Target="../ink/ink167.xml"/><Relationship Id="rId243" Type="http://schemas.openxmlformats.org/officeDocument/2006/relationships/image" Target="../media/image187.png"/><Relationship Id="rId264" Type="http://schemas.openxmlformats.org/officeDocument/2006/relationships/customXml" Target="../ink/ink188.xml"/><Relationship Id="rId285" Type="http://schemas.openxmlformats.org/officeDocument/2006/relationships/image" Target="../media/image208.png"/><Relationship Id="rId17" Type="http://schemas.openxmlformats.org/officeDocument/2006/relationships/image" Target="../media/image74.png"/><Relationship Id="rId38" Type="http://schemas.openxmlformats.org/officeDocument/2006/relationships/customXml" Target="../ink/ink75.xml"/><Relationship Id="rId59" Type="http://schemas.openxmlformats.org/officeDocument/2006/relationships/image" Target="../media/image95.png"/><Relationship Id="rId103" Type="http://schemas.openxmlformats.org/officeDocument/2006/relationships/image" Target="../media/image117.png"/><Relationship Id="rId124" Type="http://schemas.openxmlformats.org/officeDocument/2006/relationships/customXml" Target="../ink/ink118.xml"/><Relationship Id="rId310" Type="http://schemas.openxmlformats.org/officeDocument/2006/relationships/customXml" Target="../ink/ink211.xml"/><Relationship Id="rId70" Type="http://schemas.openxmlformats.org/officeDocument/2006/relationships/customXml" Target="../ink/ink91.xml"/><Relationship Id="rId91" Type="http://schemas.openxmlformats.org/officeDocument/2006/relationships/image" Target="../media/image111.png"/><Relationship Id="rId145" Type="http://schemas.openxmlformats.org/officeDocument/2006/relationships/image" Target="../media/image138.png"/><Relationship Id="rId166" Type="http://schemas.openxmlformats.org/officeDocument/2006/relationships/customXml" Target="../ink/ink139.xml"/><Relationship Id="rId187" Type="http://schemas.openxmlformats.org/officeDocument/2006/relationships/image" Target="../media/image159.png"/><Relationship Id="rId331" Type="http://schemas.openxmlformats.org/officeDocument/2006/relationships/image" Target="../media/image231.png"/><Relationship Id="rId352" Type="http://schemas.openxmlformats.org/officeDocument/2006/relationships/customXml" Target="../ink/ink232.xml"/><Relationship Id="rId373" Type="http://schemas.openxmlformats.org/officeDocument/2006/relationships/image" Target="../media/image252.png"/><Relationship Id="rId394" Type="http://schemas.openxmlformats.org/officeDocument/2006/relationships/customXml" Target="../ink/ink253.xml"/><Relationship Id="rId1" Type="http://schemas.openxmlformats.org/officeDocument/2006/relationships/slideLayout" Target="../slideLayouts/slideLayout2.xml"/><Relationship Id="rId212" Type="http://schemas.openxmlformats.org/officeDocument/2006/relationships/customXml" Target="../ink/ink162.xml"/><Relationship Id="rId233" Type="http://schemas.openxmlformats.org/officeDocument/2006/relationships/image" Target="../media/image182.png"/><Relationship Id="rId254" Type="http://schemas.openxmlformats.org/officeDocument/2006/relationships/customXml" Target="../ink/ink183.xml"/><Relationship Id="rId28" Type="http://schemas.openxmlformats.org/officeDocument/2006/relationships/customXml" Target="../ink/ink70.xml"/><Relationship Id="rId49" Type="http://schemas.openxmlformats.org/officeDocument/2006/relationships/image" Target="../media/image90.png"/><Relationship Id="rId114" Type="http://schemas.openxmlformats.org/officeDocument/2006/relationships/customXml" Target="../ink/ink113.xml"/><Relationship Id="rId275" Type="http://schemas.openxmlformats.org/officeDocument/2006/relationships/image" Target="../media/image203.png"/><Relationship Id="rId296" Type="http://schemas.openxmlformats.org/officeDocument/2006/relationships/customXml" Target="../ink/ink204.xml"/><Relationship Id="rId300" Type="http://schemas.openxmlformats.org/officeDocument/2006/relationships/customXml" Target="../ink/ink206.xml"/><Relationship Id="rId60" Type="http://schemas.openxmlformats.org/officeDocument/2006/relationships/customXml" Target="../ink/ink86.xml"/><Relationship Id="rId81" Type="http://schemas.openxmlformats.org/officeDocument/2006/relationships/image" Target="../media/image106.png"/><Relationship Id="rId135" Type="http://schemas.openxmlformats.org/officeDocument/2006/relationships/image" Target="../media/image133.png"/><Relationship Id="rId156" Type="http://schemas.openxmlformats.org/officeDocument/2006/relationships/customXml" Target="../ink/ink134.xml"/><Relationship Id="rId177" Type="http://schemas.openxmlformats.org/officeDocument/2006/relationships/image" Target="../media/image154.png"/><Relationship Id="rId198" Type="http://schemas.openxmlformats.org/officeDocument/2006/relationships/customXml" Target="../ink/ink155.xml"/><Relationship Id="rId321" Type="http://schemas.openxmlformats.org/officeDocument/2006/relationships/image" Target="../media/image226.png"/><Relationship Id="rId342" Type="http://schemas.openxmlformats.org/officeDocument/2006/relationships/customXml" Target="../ink/ink227.xml"/><Relationship Id="rId363" Type="http://schemas.openxmlformats.org/officeDocument/2006/relationships/image" Target="../media/image247.png"/><Relationship Id="rId384" Type="http://schemas.openxmlformats.org/officeDocument/2006/relationships/customXml" Target="../ink/ink248.xml"/><Relationship Id="rId202" Type="http://schemas.openxmlformats.org/officeDocument/2006/relationships/customXml" Target="../ink/ink157.xml"/><Relationship Id="rId223" Type="http://schemas.openxmlformats.org/officeDocument/2006/relationships/image" Target="../media/image177.png"/><Relationship Id="rId244" Type="http://schemas.openxmlformats.org/officeDocument/2006/relationships/customXml" Target="../ink/ink178.xml"/><Relationship Id="rId18" Type="http://schemas.openxmlformats.org/officeDocument/2006/relationships/customXml" Target="../ink/ink65.xml"/><Relationship Id="rId39" Type="http://schemas.openxmlformats.org/officeDocument/2006/relationships/image" Target="../media/image85.png"/><Relationship Id="rId265" Type="http://schemas.openxmlformats.org/officeDocument/2006/relationships/image" Target="../media/image198.png"/><Relationship Id="rId286" Type="http://schemas.openxmlformats.org/officeDocument/2006/relationships/customXml" Target="../ink/ink199.xml"/><Relationship Id="rId50" Type="http://schemas.openxmlformats.org/officeDocument/2006/relationships/customXml" Target="../ink/ink81.xml"/><Relationship Id="rId104" Type="http://schemas.openxmlformats.org/officeDocument/2006/relationships/customXml" Target="../ink/ink108.xml"/><Relationship Id="rId125" Type="http://schemas.openxmlformats.org/officeDocument/2006/relationships/image" Target="../media/image128.png"/><Relationship Id="rId146" Type="http://schemas.openxmlformats.org/officeDocument/2006/relationships/customXml" Target="../ink/ink129.xml"/><Relationship Id="rId167" Type="http://schemas.openxmlformats.org/officeDocument/2006/relationships/image" Target="../media/image149.png"/><Relationship Id="rId188" Type="http://schemas.openxmlformats.org/officeDocument/2006/relationships/customXml" Target="../ink/ink150.xml"/><Relationship Id="rId311" Type="http://schemas.openxmlformats.org/officeDocument/2006/relationships/image" Target="../media/image221.png"/><Relationship Id="rId332" Type="http://schemas.openxmlformats.org/officeDocument/2006/relationships/customXml" Target="../ink/ink222.xml"/><Relationship Id="rId353" Type="http://schemas.openxmlformats.org/officeDocument/2006/relationships/image" Target="../media/image242.png"/><Relationship Id="rId374" Type="http://schemas.openxmlformats.org/officeDocument/2006/relationships/customXml" Target="../ink/ink243.xml"/><Relationship Id="rId395" Type="http://schemas.openxmlformats.org/officeDocument/2006/relationships/image" Target="../media/image263.png"/><Relationship Id="rId71" Type="http://schemas.openxmlformats.org/officeDocument/2006/relationships/image" Target="../media/image101.png"/><Relationship Id="rId92" Type="http://schemas.openxmlformats.org/officeDocument/2006/relationships/customXml" Target="../ink/ink102.xml"/><Relationship Id="rId213" Type="http://schemas.openxmlformats.org/officeDocument/2006/relationships/image" Target="../media/image172.png"/><Relationship Id="rId234" Type="http://schemas.openxmlformats.org/officeDocument/2006/relationships/customXml" Target="../ink/ink173.xml"/><Relationship Id="rId2" Type="http://schemas.openxmlformats.org/officeDocument/2006/relationships/customXml" Target="../ink/ink58.xml"/><Relationship Id="rId29" Type="http://schemas.openxmlformats.org/officeDocument/2006/relationships/image" Target="../media/image80.png"/><Relationship Id="rId255" Type="http://schemas.openxmlformats.org/officeDocument/2006/relationships/image" Target="../media/image193.png"/><Relationship Id="rId276" Type="http://schemas.openxmlformats.org/officeDocument/2006/relationships/customXml" Target="../ink/ink194.xml"/><Relationship Id="rId297" Type="http://schemas.openxmlformats.org/officeDocument/2006/relationships/image" Target="../media/image214.png"/><Relationship Id="rId40" Type="http://schemas.openxmlformats.org/officeDocument/2006/relationships/customXml" Target="../ink/ink76.xml"/><Relationship Id="rId115" Type="http://schemas.openxmlformats.org/officeDocument/2006/relationships/image" Target="../media/image123.png"/><Relationship Id="rId136" Type="http://schemas.openxmlformats.org/officeDocument/2006/relationships/customXml" Target="../ink/ink124.xml"/><Relationship Id="rId157" Type="http://schemas.openxmlformats.org/officeDocument/2006/relationships/image" Target="../media/image144.png"/><Relationship Id="rId178" Type="http://schemas.openxmlformats.org/officeDocument/2006/relationships/customXml" Target="../ink/ink145.xml"/><Relationship Id="rId301" Type="http://schemas.openxmlformats.org/officeDocument/2006/relationships/image" Target="../media/image216.png"/><Relationship Id="rId322" Type="http://schemas.openxmlformats.org/officeDocument/2006/relationships/customXml" Target="../ink/ink217.xml"/><Relationship Id="rId343" Type="http://schemas.openxmlformats.org/officeDocument/2006/relationships/image" Target="../media/image237.png"/><Relationship Id="rId364" Type="http://schemas.openxmlformats.org/officeDocument/2006/relationships/customXml" Target="../ink/ink238.xml"/><Relationship Id="rId61" Type="http://schemas.openxmlformats.org/officeDocument/2006/relationships/image" Target="../media/image96.png"/><Relationship Id="rId82" Type="http://schemas.openxmlformats.org/officeDocument/2006/relationships/customXml" Target="../ink/ink97.xml"/><Relationship Id="rId199" Type="http://schemas.openxmlformats.org/officeDocument/2006/relationships/image" Target="../media/image165.png"/><Relationship Id="rId203" Type="http://schemas.openxmlformats.org/officeDocument/2006/relationships/image" Target="../media/image167.png"/><Relationship Id="rId385" Type="http://schemas.openxmlformats.org/officeDocument/2006/relationships/image" Target="../media/image258.png"/><Relationship Id="rId19" Type="http://schemas.openxmlformats.org/officeDocument/2006/relationships/image" Target="../media/image75.png"/><Relationship Id="rId224" Type="http://schemas.openxmlformats.org/officeDocument/2006/relationships/customXml" Target="../ink/ink168.xml"/><Relationship Id="rId245" Type="http://schemas.openxmlformats.org/officeDocument/2006/relationships/image" Target="../media/image188.png"/><Relationship Id="rId266" Type="http://schemas.openxmlformats.org/officeDocument/2006/relationships/customXml" Target="../ink/ink189.xml"/><Relationship Id="rId287" Type="http://schemas.openxmlformats.org/officeDocument/2006/relationships/image" Target="../media/image209.png"/><Relationship Id="rId30" Type="http://schemas.openxmlformats.org/officeDocument/2006/relationships/customXml" Target="../ink/ink71.xml"/><Relationship Id="rId105" Type="http://schemas.openxmlformats.org/officeDocument/2006/relationships/image" Target="../media/image118.png"/><Relationship Id="rId126" Type="http://schemas.openxmlformats.org/officeDocument/2006/relationships/customXml" Target="../ink/ink119.xml"/><Relationship Id="rId147" Type="http://schemas.openxmlformats.org/officeDocument/2006/relationships/image" Target="../media/image139.png"/><Relationship Id="rId168" Type="http://schemas.openxmlformats.org/officeDocument/2006/relationships/customXml" Target="../ink/ink140.xml"/><Relationship Id="rId312" Type="http://schemas.openxmlformats.org/officeDocument/2006/relationships/customXml" Target="../ink/ink212.xml"/><Relationship Id="rId333" Type="http://schemas.openxmlformats.org/officeDocument/2006/relationships/image" Target="../media/image232.png"/><Relationship Id="rId354" Type="http://schemas.openxmlformats.org/officeDocument/2006/relationships/customXml" Target="../ink/ink233.xml"/><Relationship Id="rId51" Type="http://schemas.openxmlformats.org/officeDocument/2006/relationships/image" Target="../media/image91.png"/><Relationship Id="rId72" Type="http://schemas.openxmlformats.org/officeDocument/2006/relationships/customXml" Target="../ink/ink92.xml"/><Relationship Id="rId93" Type="http://schemas.openxmlformats.org/officeDocument/2006/relationships/image" Target="../media/image112.png"/><Relationship Id="rId189" Type="http://schemas.openxmlformats.org/officeDocument/2006/relationships/image" Target="../media/image160.png"/><Relationship Id="rId375" Type="http://schemas.openxmlformats.org/officeDocument/2006/relationships/image" Target="../media/image253.png"/><Relationship Id="rId396" Type="http://schemas.openxmlformats.org/officeDocument/2006/relationships/customXml" Target="../ink/ink254.xml"/><Relationship Id="rId3" Type="http://schemas.openxmlformats.org/officeDocument/2006/relationships/image" Target="../media/image66.png"/><Relationship Id="rId214" Type="http://schemas.openxmlformats.org/officeDocument/2006/relationships/customXml" Target="../ink/ink163.xml"/><Relationship Id="rId235" Type="http://schemas.openxmlformats.org/officeDocument/2006/relationships/image" Target="../media/image183.png"/><Relationship Id="rId256" Type="http://schemas.openxmlformats.org/officeDocument/2006/relationships/customXml" Target="../ink/ink184.xml"/><Relationship Id="rId277" Type="http://schemas.openxmlformats.org/officeDocument/2006/relationships/image" Target="../media/image204.png"/><Relationship Id="rId298" Type="http://schemas.openxmlformats.org/officeDocument/2006/relationships/customXml" Target="../ink/ink205.xml"/><Relationship Id="rId116" Type="http://schemas.openxmlformats.org/officeDocument/2006/relationships/customXml" Target="../ink/ink114.xml"/><Relationship Id="rId137" Type="http://schemas.openxmlformats.org/officeDocument/2006/relationships/image" Target="../media/image134.png"/><Relationship Id="rId158" Type="http://schemas.openxmlformats.org/officeDocument/2006/relationships/customXml" Target="../ink/ink135.xml"/><Relationship Id="rId302" Type="http://schemas.openxmlformats.org/officeDocument/2006/relationships/customXml" Target="../ink/ink207.xml"/><Relationship Id="rId323" Type="http://schemas.openxmlformats.org/officeDocument/2006/relationships/image" Target="../media/image227.png"/><Relationship Id="rId344" Type="http://schemas.openxmlformats.org/officeDocument/2006/relationships/customXml" Target="../ink/ink228.xml"/><Relationship Id="rId20" Type="http://schemas.openxmlformats.org/officeDocument/2006/relationships/customXml" Target="../ink/ink66.xml"/><Relationship Id="rId41" Type="http://schemas.openxmlformats.org/officeDocument/2006/relationships/image" Target="../media/image86.png"/><Relationship Id="rId62" Type="http://schemas.openxmlformats.org/officeDocument/2006/relationships/customXml" Target="../ink/ink87.xml"/><Relationship Id="rId83" Type="http://schemas.openxmlformats.org/officeDocument/2006/relationships/image" Target="../media/image107.png"/><Relationship Id="rId179" Type="http://schemas.openxmlformats.org/officeDocument/2006/relationships/image" Target="../media/image155.png"/><Relationship Id="rId365" Type="http://schemas.openxmlformats.org/officeDocument/2006/relationships/image" Target="../media/image248.png"/><Relationship Id="rId386" Type="http://schemas.openxmlformats.org/officeDocument/2006/relationships/customXml" Target="../ink/ink249.xml"/><Relationship Id="rId190" Type="http://schemas.openxmlformats.org/officeDocument/2006/relationships/customXml" Target="../ink/ink151.xml"/><Relationship Id="rId204" Type="http://schemas.openxmlformats.org/officeDocument/2006/relationships/customXml" Target="../ink/ink158.xml"/><Relationship Id="rId225" Type="http://schemas.openxmlformats.org/officeDocument/2006/relationships/image" Target="../media/image178.png"/><Relationship Id="rId246" Type="http://schemas.openxmlformats.org/officeDocument/2006/relationships/customXml" Target="../ink/ink179.xml"/><Relationship Id="rId267" Type="http://schemas.openxmlformats.org/officeDocument/2006/relationships/image" Target="../media/image199.png"/><Relationship Id="rId288" Type="http://schemas.openxmlformats.org/officeDocument/2006/relationships/customXml" Target="../ink/ink200.xml"/><Relationship Id="rId106" Type="http://schemas.openxmlformats.org/officeDocument/2006/relationships/customXml" Target="../ink/ink109.xml"/><Relationship Id="rId127" Type="http://schemas.openxmlformats.org/officeDocument/2006/relationships/image" Target="../media/image129.png"/><Relationship Id="rId313" Type="http://schemas.openxmlformats.org/officeDocument/2006/relationships/image" Target="../media/image222.png"/><Relationship Id="rId10" Type="http://schemas.openxmlformats.org/officeDocument/2006/relationships/image" Target="../media/image70.jpeg"/><Relationship Id="rId31" Type="http://schemas.openxmlformats.org/officeDocument/2006/relationships/image" Target="../media/image81.png"/><Relationship Id="rId52" Type="http://schemas.openxmlformats.org/officeDocument/2006/relationships/customXml" Target="../ink/ink82.xml"/><Relationship Id="rId73" Type="http://schemas.openxmlformats.org/officeDocument/2006/relationships/image" Target="../media/image102.png"/><Relationship Id="rId94" Type="http://schemas.openxmlformats.org/officeDocument/2006/relationships/customXml" Target="../ink/ink103.xml"/><Relationship Id="rId148" Type="http://schemas.openxmlformats.org/officeDocument/2006/relationships/customXml" Target="../ink/ink130.xml"/><Relationship Id="rId169" Type="http://schemas.openxmlformats.org/officeDocument/2006/relationships/image" Target="../media/image150.png"/><Relationship Id="rId334" Type="http://schemas.openxmlformats.org/officeDocument/2006/relationships/customXml" Target="../ink/ink223.xml"/><Relationship Id="rId355" Type="http://schemas.openxmlformats.org/officeDocument/2006/relationships/image" Target="../media/image243.png"/><Relationship Id="rId376" Type="http://schemas.openxmlformats.org/officeDocument/2006/relationships/customXml" Target="../ink/ink244.xml"/><Relationship Id="rId397" Type="http://schemas.openxmlformats.org/officeDocument/2006/relationships/image" Target="../media/image264.png"/><Relationship Id="rId4" Type="http://schemas.openxmlformats.org/officeDocument/2006/relationships/customXml" Target="../ink/ink59.xml"/><Relationship Id="rId180" Type="http://schemas.openxmlformats.org/officeDocument/2006/relationships/customXml" Target="../ink/ink146.xml"/><Relationship Id="rId215" Type="http://schemas.openxmlformats.org/officeDocument/2006/relationships/image" Target="../media/image173.png"/><Relationship Id="rId236" Type="http://schemas.openxmlformats.org/officeDocument/2006/relationships/customXml" Target="../ink/ink174.xml"/><Relationship Id="rId257" Type="http://schemas.openxmlformats.org/officeDocument/2006/relationships/image" Target="../media/image194.png"/><Relationship Id="rId278" Type="http://schemas.openxmlformats.org/officeDocument/2006/relationships/customXml" Target="../ink/ink195.xml"/><Relationship Id="rId303" Type="http://schemas.openxmlformats.org/officeDocument/2006/relationships/image" Target="../media/image217.png"/><Relationship Id="rId42" Type="http://schemas.openxmlformats.org/officeDocument/2006/relationships/customXml" Target="../ink/ink77.xml"/><Relationship Id="rId84" Type="http://schemas.openxmlformats.org/officeDocument/2006/relationships/customXml" Target="../ink/ink98.xml"/><Relationship Id="rId138" Type="http://schemas.openxmlformats.org/officeDocument/2006/relationships/customXml" Target="../ink/ink125.xml"/><Relationship Id="rId345" Type="http://schemas.openxmlformats.org/officeDocument/2006/relationships/image" Target="../media/image238.png"/><Relationship Id="rId387" Type="http://schemas.openxmlformats.org/officeDocument/2006/relationships/image" Target="../media/image259.png"/><Relationship Id="rId191" Type="http://schemas.openxmlformats.org/officeDocument/2006/relationships/image" Target="../media/image161.png"/><Relationship Id="rId205" Type="http://schemas.openxmlformats.org/officeDocument/2006/relationships/image" Target="../media/image168.png"/><Relationship Id="rId247" Type="http://schemas.openxmlformats.org/officeDocument/2006/relationships/image" Target="../media/image189.png"/><Relationship Id="rId107" Type="http://schemas.openxmlformats.org/officeDocument/2006/relationships/image" Target="../media/image119.png"/><Relationship Id="rId289" Type="http://schemas.openxmlformats.org/officeDocument/2006/relationships/image" Target="../media/image210.png"/><Relationship Id="rId11" Type="http://schemas.openxmlformats.org/officeDocument/2006/relationships/image" Target="../media/image71.png"/><Relationship Id="rId53" Type="http://schemas.openxmlformats.org/officeDocument/2006/relationships/image" Target="../media/image92.png"/><Relationship Id="rId149" Type="http://schemas.openxmlformats.org/officeDocument/2006/relationships/image" Target="../media/image140.png"/><Relationship Id="rId314" Type="http://schemas.openxmlformats.org/officeDocument/2006/relationships/customXml" Target="../ink/ink213.xml"/><Relationship Id="rId356" Type="http://schemas.openxmlformats.org/officeDocument/2006/relationships/customXml" Target="../ink/ink234.xml"/><Relationship Id="rId95" Type="http://schemas.openxmlformats.org/officeDocument/2006/relationships/image" Target="../media/image113.png"/><Relationship Id="rId160" Type="http://schemas.openxmlformats.org/officeDocument/2006/relationships/customXml" Target="../ink/ink136.xml"/><Relationship Id="rId216" Type="http://schemas.openxmlformats.org/officeDocument/2006/relationships/customXml" Target="../ink/ink164.xml"/><Relationship Id="rId258" Type="http://schemas.openxmlformats.org/officeDocument/2006/relationships/customXml" Target="../ink/ink185.xml"/><Relationship Id="rId22" Type="http://schemas.openxmlformats.org/officeDocument/2006/relationships/customXml" Target="../ink/ink67.xml"/><Relationship Id="rId64" Type="http://schemas.openxmlformats.org/officeDocument/2006/relationships/customXml" Target="../ink/ink88.xml"/><Relationship Id="rId118" Type="http://schemas.openxmlformats.org/officeDocument/2006/relationships/customXml" Target="../ink/ink115.xml"/><Relationship Id="rId325" Type="http://schemas.openxmlformats.org/officeDocument/2006/relationships/image" Target="../media/image228.png"/><Relationship Id="rId367" Type="http://schemas.openxmlformats.org/officeDocument/2006/relationships/image" Target="../media/image249.png"/><Relationship Id="rId171" Type="http://schemas.openxmlformats.org/officeDocument/2006/relationships/image" Target="../media/image151.png"/><Relationship Id="rId227" Type="http://schemas.openxmlformats.org/officeDocument/2006/relationships/image" Target="../media/image179.png"/><Relationship Id="rId269" Type="http://schemas.openxmlformats.org/officeDocument/2006/relationships/image" Target="../media/image200.png"/><Relationship Id="rId33" Type="http://schemas.openxmlformats.org/officeDocument/2006/relationships/image" Target="../media/image82.png"/><Relationship Id="rId129" Type="http://schemas.openxmlformats.org/officeDocument/2006/relationships/image" Target="../media/image130.png"/><Relationship Id="rId280" Type="http://schemas.openxmlformats.org/officeDocument/2006/relationships/customXml" Target="../ink/ink196.xml"/><Relationship Id="rId336" Type="http://schemas.openxmlformats.org/officeDocument/2006/relationships/customXml" Target="../ink/ink224.xml"/><Relationship Id="rId75" Type="http://schemas.openxmlformats.org/officeDocument/2006/relationships/image" Target="../media/image103.png"/><Relationship Id="rId140" Type="http://schemas.openxmlformats.org/officeDocument/2006/relationships/customXml" Target="../ink/ink126.xml"/><Relationship Id="rId182" Type="http://schemas.openxmlformats.org/officeDocument/2006/relationships/customXml" Target="../ink/ink147.xml"/><Relationship Id="rId378" Type="http://schemas.openxmlformats.org/officeDocument/2006/relationships/customXml" Target="../ink/ink245.xml"/><Relationship Id="rId6" Type="http://schemas.openxmlformats.org/officeDocument/2006/relationships/customXml" Target="../ink/ink60.xml"/><Relationship Id="rId238" Type="http://schemas.openxmlformats.org/officeDocument/2006/relationships/customXml" Target="../ink/ink175.xml"/><Relationship Id="rId291" Type="http://schemas.openxmlformats.org/officeDocument/2006/relationships/image" Target="../media/image211.png"/><Relationship Id="rId305" Type="http://schemas.openxmlformats.org/officeDocument/2006/relationships/image" Target="../media/image218.png"/><Relationship Id="rId347" Type="http://schemas.openxmlformats.org/officeDocument/2006/relationships/image" Target="../media/image239.png"/><Relationship Id="rId44" Type="http://schemas.openxmlformats.org/officeDocument/2006/relationships/customXml" Target="../ink/ink78.xml"/><Relationship Id="rId86" Type="http://schemas.openxmlformats.org/officeDocument/2006/relationships/customXml" Target="../ink/ink99.xml"/><Relationship Id="rId151" Type="http://schemas.openxmlformats.org/officeDocument/2006/relationships/image" Target="../media/image141.png"/><Relationship Id="rId389" Type="http://schemas.openxmlformats.org/officeDocument/2006/relationships/image" Target="../media/image260.png"/><Relationship Id="rId193" Type="http://schemas.openxmlformats.org/officeDocument/2006/relationships/image" Target="../media/image162.png"/><Relationship Id="rId207" Type="http://schemas.openxmlformats.org/officeDocument/2006/relationships/image" Target="../media/image169.png"/><Relationship Id="rId249" Type="http://schemas.openxmlformats.org/officeDocument/2006/relationships/image" Target="../media/image190.png"/><Relationship Id="rId13" Type="http://schemas.openxmlformats.org/officeDocument/2006/relationships/image" Target="../media/image72.png"/><Relationship Id="rId109" Type="http://schemas.openxmlformats.org/officeDocument/2006/relationships/image" Target="../media/image120.png"/><Relationship Id="rId260" Type="http://schemas.openxmlformats.org/officeDocument/2006/relationships/customXml" Target="../ink/ink186.xml"/><Relationship Id="rId316" Type="http://schemas.openxmlformats.org/officeDocument/2006/relationships/customXml" Target="../ink/ink214.xml"/><Relationship Id="rId55" Type="http://schemas.openxmlformats.org/officeDocument/2006/relationships/image" Target="../media/image93.png"/><Relationship Id="rId97" Type="http://schemas.openxmlformats.org/officeDocument/2006/relationships/image" Target="../media/image114.png"/><Relationship Id="rId120" Type="http://schemas.openxmlformats.org/officeDocument/2006/relationships/customXml" Target="../ink/ink116.xml"/><Relationship Id="rId358" Type="http://schemas.openxmlformats.org/officeDocument/2006/relationships/customXml" Target="../ink/ink235.xml"/><Relationship Id="rId162" Type="http://schemas.openxmlformats.org/officeDocument/2006/relationships/customXml" Target="../ink/ink137.xml"/><Relationship Id="rId218" Type="http://schemas.openxmlformats.org/officeDocument/2006/relationships/customXml" Target="../ink/ink165.xml"/><Relationship Id="rId271" Type="http://schemas.openxmlformats.org/officeDocument/2006/relationships/image" Target="../media/image201.png"/><Relationship Id="rId24" Type="http://schemas.openxmlformats.org/officeDocument/2006/relationships/customXml" Target="../ink/ink68.xml"/><Relationship Id="rId66" Type="http://schemas.openxmlformats.org/officeDocument/2006/relationships/customXml" Target="../ink/ink89.xml"/><Relationship Id="rId131" Type="http://schemas.openxmlformats.org/officeDocument/2006/relationships/image" Target="../media/image131.png"/><Relationship Id="rId327" Type="http://schemas.openxmlformats.org/officeDocument/2006/relationships/image" Target="../media/image229.png"/><Relationship Id="rId369" Type="http://schemas.openxmlformats.org/officeDocument/2006/relationships/image" Target="../media/image250.png"/><Relationship Id="rId173" Type="http://schemas.openxmlformats.org/officeDocument/2006/relationships/image" Target="../media/image152.png"/><Relationship Id="rId229" Type="http://schemas.openxmlformats.org/officeDocument/2006/relationships/image" Target="../media/image180.png"/><Relationship Id="rId380" Type="http://schemas.openxmlformats.org/officeDocument/2006/relationships/customXml" Target="../ink/ink246.xml"/><Relationship Id="rId240" Type="http://schemas.openxmlformats.org/officeDocument/2006/relationships/customXml" Target="../ink/ink176.xml"/><Relationship Id="rId35" Type="http://schemas.openxmlformats.org/officeDocument/2006/relationships/image" Target="../media/image83.png"/><Relationship Id="rId77" Type="http://schemas.openxmlformats.org/officeDocument/2006/relationships/image" Target="../media/image104.png"/><Relationship Id="rId100" Type="http://schemas.openxmlformats.org/officeDocument/2006/relationships/customXml" Target="../ink/ink106.xml"/><Relationship Id="rId282" Type="http://schemas.openxmlformats.org/officeDocument/2006/relationships/customXml" Target="../ink/ink197.xml"/><Relationship Id="rId338" Type="http://schemas.openxmlformats.org/officeDocument/2006/relationships/customXml" Target="../ink/ink225.xml"/><Relationship Id="rId8" Type="http://schemas.openxmlformats.org/officeDocument/2006/relationships/customXml" Target="../ink/ink61.xml"/><Relationship Id="rId142" Type="http://schemas.openxmlformats.org/officeDocument/2006/relationships/customXml" Target="../ink/ink127.xml"/><Relationship Id="rId184" Type="http://schemas.openxmlformats.org/officeDocument/2006/relationships/customXml" Target="../ink/ink148.xml"/><Relationship Id="rId391" Type="http://schemas.openxmlformats.org/officeDocument/2006/relationships/image" Target="../media/image261.png"/><Relationship Id="rId251" Type="http://schemas.openxmlformats.org/officeDocument/2006/relationships/image" Target="../media/image191.png"/><Relationship Id="rId46" Type="http://schemas.openxmlformats.org/officeDocument/2006/relationships/customXml" Target="../ink/ink79.xml"/><Relationship Id="rId293" Type="http://schemas.openxmlformats.org/officeDocument/2006/relationships/image" Target="../media/image212.png"/><Relationship Id="rId307" Type="http://schemas.openxmlformats.org/officeDocument/2006/relationships/image" Target="../media/image219.png"/><Relationship Id="rId349" Type="http://schemas.openxmlformats.org/officeDocument/2006/relationships/image" Target="../media/image240.png"/><Relationship Id="rId88" Type="http://schemas.openxmlformats.org/officeDocument/2006/relationships/customXml" Target="../ink/ink100.xml"/><Relationship Id="rId111" Type="http://schemas.openxmlformats.org/officeDocument/2006/relationships/image" Target="../media/image121.png"/><Relationship Id="rId153" Type="http://schemas.openxmlformats.org/officeDocument/2006/relationships/image" Target="../media/image142.png"/><Relationship Id="rId195" Type="http://schemas.openxmlformats.org/officeDocument/2006/relationships/image" Target="../media/image163.png"/><Relationship Id="rId209" Type="http://schemas.openxmlformats.org/officeDocument/2006/relationships/image" Target="../media/image170.png"/><Relationship Id="rId360" Type="http://schemas.openxmlformats.org/officeDocument/2006/relationships/customXml" Target="../ink/ink236.xml"/><Relationship Id="rId220" Type="http://schemas.openxmlformats.org/officeDocument/2006/relationships/customXml" Target="../ink/ink166.xml"/><Relationship Id="rId15" Type="http://schemas.openxmlformats.org/officeDocument/2006/relationships/image" Target="../media/image73.png"/><Relationship Id="rId57" Type="http://schemas.openxmlformats.org/officeDocument/2006/relationships/image" Target="../media/image94.png"/><Relationship Id="rId262" Type="http://schemas.openxmlformats.org/officeDocument/2006/relationships/customXml" Target="../ink/ink187.xml"/><Relationship Id="rId318" Type="http://schemas.openxmlformats.org/officeDocument/2006/relationships/customXml" Target="../ink/ink215.xml"/><Relationship Id="rId99" Type="http://schemas.openxmlformats.org/officeDocument/2006/relationships/image" Target="../media/image115.png"/><Relationship Id="rId122" Type="http://schemas.openxmlformats.org/officeDocument/2006/relationships/customXml" Target="../ink/ink117.xml"/><Relationship Id="rId164" Type="http://schemas.openxmlformats.org/officeDocument/2006/relationships/customXml" Target="../ink/ink138.xml"/><Relationship Id="rId371" Type="http://schemas.openxmlformats.org/officeDocument/2006/relationships/image" Target="../media/image251.png"/><Relationship Id="rId26" Type="http://schemas.openxmlformats.org/officeDocument/2006/relationships/customXml" Target="../ink/ink69.xml"/><Relationship Id="rId231" Type="http://schemas.openxmlformats.org/officeDocument/2006/relationships/image" Target="../media/image181.png"/><Relationship Id="rId273" Type="http://schemas.openxmlformats.org/officeDocument/2006/relationships/image" Target="../media/image202.png"/><Relationship Id="rId329" Type="http://schemas.openxmlformats.org/officeDocument/2006/relationships/image" Target="../media/image230.png"/><Relationship Id="rId68" Type="http://schemas.openxmlformats.org/officeDocument/2006/relationships/customXml" Target="../ink/ink90.xml"/><Relationship Id="rId133" Type="http://schemas.openxmlformats.org/officeDocument/2006/relationships/image" Target="../media/image132.png"/><Relationship Id="rId175" Type="http://schemas.openxmlformats.org/officeDocument/2006/relationships/image" Target="../media/image153.png"/><Relationship Id="rId340" Type="http://schemas.openxmlformats.org/officeDocument/2006/relationships/customXml" Target="../ink/ink226.xml"/><Relationship Id="rId200" Type="http://schemas.openxmlformats.org/officeDocument/2006/relationships/customXml" Target="../ink/ink156.xml"/><Relationship Id="rId382" Type="http://schemas.openxmlformats.org/officeDocument/2006/relationships/customXml" Target="../ink/ink247.xml"/><Relationship Id="rId242" Type="http://schemas.openxmlformats.org/officeDocument/2006/relationships/customXml" Target="../ink/ink177.xml"/><Relationship Id="rId284" Type="http://schemas.openxmlformats.org/officeDocument/2006/relationships/customXml" Target="../ink/ink198.xml"/></Relationships>
</file>

<file path=ppt/slides/_rels/slide15.xml.rels><?xml version="1.0" encoding="UTF-8" standalone="yes"?>
<Relationships xmlns="http://schemas.openxmlformats.org/package/2006/relationships"><Relationship Id="rId2" Type="http://schemas.openxmlformats.org/officeDocument/2006/relationships/image" Target="../media/image265.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66.png"/><Relationship Id="rId4" Type="http://schemas.openxmlformats.org/officeDocument/2006/relationships/hyperlink" Target="http://www.dribbble.com/"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72.jpeg"/><Relationship Id="rId3" Type="http://schemas.openxmlformats.org/officeDocument/2006/relationships/image" Target="../media/image267.jpeg"/><Relationship Id="rId7" Type="http://schemas.openxmlformats.org/officeDocument/2006/relationships/image" Target="../media/image271.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70.tiff"/><Relationship Id="rId5" Type="http://schemas.openxmlformats.org/officeDocument/2006/relationships/image" Target="../media/image269.tiff"/><Relationship Id="rId4" Type="http://schemas.openxmlformats.org/officeDocument/2006/relationships/image" Target="../media/image268.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11</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453886"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453886"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453886"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4118572"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Source Code management</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4118572"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Git</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4118572"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Git HUB</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11</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E838-04D5-3CC8-25FA-84323BCF8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6A2A9-EE90-47A2-4E8E-B8F68662A4A6}"/>
              </a:ext>
            </a:extLst>
          </p:cNvPr>
          <p:cNvSpPr>
            <a:spLocks noGrp="1"/>
          </p:cNvSpPr>
          <p:nvPr>
            <p:ph type="title"/>
          </p:nvPr>
        </p:nvSpPr>
        <p:spPr/>
        <p:txBody>
          <a:bodyPr/>
          <a:lstStyle/>
          <a:p>
            <a:r>
              <a:rPr lang="en-US" dirty="0"/>
              <a:t>Source Code Management</a:t>
            </a:r>
          </a:p>
        </p:txBody>
      </p:sp>
      <p:sp>
        <p:nvSpPr>
          <p:cNvPr id="4" name="TextBox 3">
            <a:extLst>
              <a:ext uri="{FF2B5EF4-FFF2-40B4-BE49-F238E27FC236}">
                <a16:creationId xmlns:a16="http://schemas.microsoft.com/office/drawing/2014/main" id="{E801AA92-B998-5EF6-F32F-26ED67924F72}"/>
              </a:ext>
            </a:extLst>
          </p:cNvPr>
          <p:cNvSpPr txBox="1"/>
          <p:nvPr/>
        </p:nvSpPr>
        <p:spPr>
          <a:xfrm>
            <a:off x="405781" y="974164"/>
            <a:ext cx="11161643" cy="5570756"/>
          </a:xfrm>
          <a:prstGeom prst="rect">
            <a:avLst/>
          </a:prstGeom>
          <a:noFill/>
        </p:spPr>
        <p:txBody>
          <a:bodyPr wrap="square" rtlCol="0">
            <a:spAutoFit/>
          </a:bodyPr>
          <a:lstStyle/>
          <a:p>
            <a:pPr marL="285750" indent="-285750">
              <a:buFont typeface="Wingdings" panose="05000000000000000000" pitchFamily="2" charset="2"/>
              <a:buChar char="ü"/>
            </a:pPr>
            <a:r>
              <a:rPr lang="en-US" sz="1400" dirty="0">
                <a:solidFill>
                  <a:schemeClr val="bg1"/>
                </a:solidFill>
              </a:rPr>
              <a:t>Anubhav, last night my CAP code was stable, this morning I had fight with my wife, I came to office was not in a good mood and I messed up the code with 500 changes, and refresh bas tool. The undo is not working; I pray to god to go back to last night state for my project. Will my prayers work?</a:t>
            </a:r>
          </a:p>
          <a:p>
            <a:pPr marL="285750" indent="-285750">
              <a:buFont typeface="Wingdings" panose="05000000000000000000" pitchFamily="2" charset="2"/>
              <a:buChar char="ü"/>
            </a:pPr>
            <a:r>
              <a:rPr lang="en-US" sz="1400" dirty="0">
                <a:solidFill>
                  <a:schemeClr val="bg1"/>
                </a:solidFill>
              </a:rPr>
              <a:t>How to do version management of the code in local machine VS code or BAS tool.</a:t>
            </a:r>
          </a:p>
          <a:p>
            <a:pPr marL="285750" indent="-285750">
              <a:buFont typeface="Wingdings" panose="05000000000000000000" pitchFamily="2" charset="2"/>
              <a:buChar char="ü"/>
            </a:pPr>
            <a:r>
              <a:rPr lang="en-US" sz="1400" dirty="0">
                <a:solidFill>
                  <a:schemeClr val="bg1"/>
                </a:solidFill>
              </a:rPr>
              <a:t>I have made changes to my code, I want to create a stable version (like a copy) so I can compare the changes I have done recently, I can keep them or discard them from multiple files.</a:t>
            </a:r>
          </a:p>
          <a:p>
            <a:pPr marL="285750" indent="-285750">
              <a:buFont typeface="Wingdings" panose="05000000000000000000" pitchFamily="2" charset="2"/>
              <a:buChar char="ü"/>
            </a:pPr>
            <a:r>
              <a:rPr lang="en-US" sz="1400" dirty="0">
                <a:solidFill>
                  <a:schemeClr val="bg1"/>
                </a:solidFill>
              </a:rPr>
              <a:t>Anubhav, currently I am developing a CAP application for my company, right now to share the code with fellow developers, I am downloading the TAR file and sending email to colleagues to use my project and start work on it. At the end of day, we have piles of email in our inbox with each team member sending their TAR file </a:t>
            </a:r>
            <a:r>
              <a:rPr lang="en-US" sz="1400" dirty="0">
                <a:solidFill>
                  <a:schemeClr val="bg1"/>
                </a:solidFill>
                <a:sym typeface="Wingdings" panose="05000000000000000000" pitchFamily="2" charset="2"/>
              </a:rPr>
              <a:t> how can we merge all the code??</a:t>
            </a:r>
          </a:p>
          <a:p>
            <a:pPr marL="285750" indent="-285750">
              <a:buFont typeface="Wingdings" panose="05000000000000000000" pitchFamily="2" charset="2"/>
              <a:buChar char="ü"/>
            </a:pPr>
            <a:r>
              <a:rPr lang="en-US" sz="1400" dirty="0">
                <a:solidFill>
                  <a:schemeClr val="bg1"/>
                </a:solidFill>
                <a:sym typeface="Wingdings" panose="05000000000000000000" pitchFamily="2" charset="2"/>
              </a:rPr>
              <a:t>My company is an MNC, we have colleagues working in Denmark, Sweden, New York, Delhi, Gurgaon, Mumbai, Pune, with different time zones, how can we ensure as team to have a stable merged code together. So when a developer comes in the morning to office, can get the latest code changes by fellow colleagues on different zone.</a:t>
            </a:r>
          </a:p>
          <a:p>
            <a:pPr marL="285750" indent="-285750">
              <a:buFont typeface="Wingdings" panose="05000000000000000000" pitchFamily="2" charset="2"/>
              <a:buChar char="ü"/>
            </a:pPr>
            <a:r>
              <a:rPr lang="en-US" sz="1400" dirty="0">
                <a:solidFill>
                  <a:schemeClr val="bg1"/>
                </a:solidFill>
                <a:sym typeface="Wingdings" panose="05000000000000000000" pitchFamily="2" charset="2"/>
              </a:rPr>
              <a:t>My colleague suddenly emergency leave, my manager asked me to took over the urgent bug fixes in source code, how can I get latest code of CAP project?</a:t>
            </a:r>
          </a:p>
          <a:p>
            <a:pPr marL="285750" indent="-285750">
              <a:buFont typeface="Wingdings" panose="05000000000000000000" pitchFamily="2" charset="2"/>
              <a:buChar char="ü"/>
            </a:pPr>
            <a:r>
              <a:rPr lang="en-US" sz="1400" dirty="0">
                <a:solidFill>
                  <a:schemeClr val="bg1"/>
                </a:solidFill>
                <a:sym typeface="Wingdings" panose="05000000000000000000" pitchFamily="2" charset="2"/>
              </a:rPr>
              <a:t>How to know Who, When, What time made what changes to the production code, so when a issue comes we can find the right developer to blame.</a:t>
            </a:r>
          </a:p>
          <a:p>
            <a:pPr marL="285750" indent="-285750">
              <a:buFont typeface="Wingdings" panose="05000000000000000000" pitchFamily="2" charset="2"/>
              <a:buChar char="ü"/>
            </a:pPr>
            <a:r>
              <a:rPr lang="en-US" sz="1400" dirty="0">
                <a:solidFill>
                  <a:schemeClr val="bg1"/>
                </a:solidFill>
                <a:sym typeface="Wingdings" panose="05000000000000000000" pitchFamily="2" charset="2"/>
              </a:rPr>
              <a:t>What is the best practice/gold standard to manage </a:t>
            </a:r>
            <a:r>
              <a:rPr lang="en-US" sz="1400" dirty="0" err="1">
                <a:solidFill>
                  <a:schemeClr val="bg1"/>
                </a:solidFill>
                <a:sym typeface="Wingdings" panose="05000000000000000000" pitchFamily="2" charset="2"/>
              </a:rPr>
              <a:t>capm</a:t>
            </a:r>
            <a:r>
              <a:rPr lang="en-US" sz="1400" dirty="0">
                <a:solidFill>
                  <a:schemeClr val="bg1"/>
                </a:solidFill>
                <a:sym typeface="Wingdings" panose="05000000000000000000" pitchFamily="2" charset="2"/>
              </a:rPr>
              <a:t> projects in real-world company.</a:t>
            </a:r>
          </a:p>
          <a:p>
            <a:pPr marL="285750" indent="-285750">
              <a:buFont typeface="Arial" panose="020B0604020202020204" pitchFamily="34" charset="0"/>
              <a:buChar char="•"/>
            </a:pPr>
            <a:r>
              <a:rPr lang="en-US" sz="1400" dirty="0">
                <a:solidFill>
                  <a:schemeClr val="bg1"/>
                </a:solidFill>
                <a:sym typeface="Wingdings" panose="05000000000000000000" pitchFamily="2" charset="2"/>
              </a:rPr>
              <a:t>I just joined a new company/project on </a:t>
            </a:r>
            <a:r>
              <a:rPr lang="en-US" sz="1400" dirty="0" err="1">
                <a:solidFill>
                  <a:schemeClr val="bg1"/>
                </a:solidFill>
                <a:sym typeface="Wingdings" panose="05000000000000000000" pitchFamily="2" charset="2"/>
              </a:rPr>
              <a:t>capm</a:t>
            </a:r>
            <a:r>
              <a:rPr lang="en-US" sz="1400" dirty="0">
                <a:solidFill>
                  <a:schemeClr val="bg1"/>
                </a:solidFill>
                <a:sym typeface="Wingdings" panose="05000000000000000000" pitchFamily="2" charset="2"/>
              </a:rPr>
              <a:t> with 5x salary, they directly ask me to enhance code of existing cap project, how to get started?</a:t>
            </a:r>
          </a:p>
          <a:p>
            <a:pPr marL="285750" indent="-285750">
              <a:buFont typeface="Arial" panose="020B0604020202020204" pitchFamily="34" charset="0"/>
              <a:buChar char="•"/>
            </a:pPr>
            <a:r>
              <a:rPr lang="en-US" sz="1400" dirty="0">
                <a:solidFill>
                  <a:schemeClr val="bg1"/>
                </a:solidFill>
                <a:sym typeface="Wingdings" panose="05000000000000000000" pitchFamily="2" charset="2"/>
              </a:rPr>
              <a:t>There was a cap project built by EX employees, they left. I was hired recently to manage existing cap apps.</a:t>
            </a:r>
          </a:p>
          <a:p>
            <a:pPr marL="285750" indent="-285750">
              <a:buFont typeface="Arial" panose="020B0604020202020204" pitchFamily="34" charset="0"/>
              <a:buChar char="•"/>
            </a:pPr>
            <a:r>
              <a:rPr lang="en-US" sz="1400" dirty="0">
                <a:solidFill>
                  <a:schemeClr val="bg1"/>
                </a:solidFill>
                <a:sym typeface="Wingdings" panose="05000000000000000000" pitchFamily="2" charset="2"/>
              </a:rPr>
              <a:t>Multiple developers working simultaneously on same lines of code in their dev tool w/o knowing if I am also changing same file, </a:t>
            </a:r>
            <a:r>
              <a:rPr lang="en-US" sz="1400" dirty="0" err="1">
                <a:solidFill>
                  <a:schemeClr val="bg1"/>
                </a:solidFill>
                <a:sym typeface="Wingdings" panose="05000000000000000000" pitchFamily="2" charset="2"/>
              </a:rPr>
              <a:t>whos</a:t>
            </a:r>
            <a:r>
              <a:rPr lang="en-US" sz="1400" dirty="0">
                <a:solidFill>
                  <a:schemeClr val="bg1"/>
                </a:solidFill>
                <a:sym typeface="Wingdings" panose="05000000000000000000" pitchFamily="2" charset="2"/>
              </a:rPr>
              <a:t> change will take priority, how do we resolve conflicts.</a:t>
            </a:r>
          </a:p>
          <a:p>
            <a:pPr marL="285750" indent="-285750">
              <a:buFont typeface="Wingdings" panose="05000000000000000000" pitchFamily="2" charset="2"/>
              <a:buChar char="ü"/>
            </a:pPr>
            <a:r>
              <a:rPr lang="en-US" sz="1400" dirty="0">
                <a:solidFill>
                  <a:schemeClr val="bg1"/>
                </a:solidFill>
                <a:sym typeface="Wingdings" panose="05000000000000000000" pitchFamily="2" charset="2"/>
              </a:rPr>
              <a:t>I am using VS code, but Alex is using BAS tool in my company, how can we port the code between different development tools.</a:t>
            </a:r>
          </a:p>
          <a:p>
            <a:pPr marL="285750" indent="-285750">
              <a:buFont typeface="Arial" panose="020B0604020202020204" pitchFamily="34" charset="0"/>
              <a:buChar char="•"/>
            </a:pPr>
            <a:r>
              <a:rPr lang="en-US" sz="1400" dirty="0">
                <a:solidFill>
                  <a:schemeClr val="bg1"/>
                </a:solidFill>
                <a:sym typeface="Wingdings" panose="05000000000000000000" pitchFamily="2" charset="2"/>
              </a:rPr>
              <a:t>Clean-desk policy in SAP labs.</a:t>
            </a:r>
          </a:p>
          <a:p>
            <a:r>
              <a:rPr lang="en-US" sz="1400" dirty="0">
                <a:solidFill>
                  <a:schemeClr val="bg1"/>
                </a:solidFill>
                <a:sym typeface="Wingdings" panose="05000000000000000000" pitchFamily="2" charset="2"/>
              </a:rPr>
              <a:t>			</a:t>
            </a:r>
            <a:r>
              <a:rPr lang="en-US" sz="1800" b="1" dirty="0">
                <a:solidFill>
                  <a:schemeClr val="bg1"/>
                </a:solidFill>
                <a:sym typeface="Wingdings" panose="05000000000000000000" pitchFamily="2" charset="2"/>
              </a:rPr>
              <a:t>Git and Git HUB</a:t>
            </a:r>
            <a:endParaRPr lang="en-US" sz="1400" dirty="0">
              <a:solidFill>
                <a:schemeClr val="bg1"/>
              </a:solidFill>
            </a:endParaRPr>
          </a:p>
        </p:txBody>
      </p:sp>
    </p:spTree>
    <p:extLst>
      <p:ext uri="{BB962C8B-B14F-4D97-AF65-F5344CB8AC3E}">
        <p14:creationId xmlns:p14="http://schemas.microsoft.com/office/powerpoint/2010/main" val="709160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additive="base">
                                        <p:cTn id="4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7" end="7"/>
                                            </p:txEl>
                                          </p:spTgt>
                                        </p:tgtEl>
                                        <p:attrNameLst>
                                          <p:attrName>style.visibility</p:attrName>
                                        </p:attrNameLst>
                                      </p:cBhvr>
                                      <p:to>
                                        <p:strVal val="visible"/>
                                      </p:to>
                                    </p:set>
                                    <p:anim calcmode="lin" valueType="num">
                                      <p:cBhvr additive="base">
                                        <p:cTn id="5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 calcmode="lin" valueType="num">
                                      <p:cBhvr additive="base">
                                        <p:cTn id="6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9" end="9"/>
                                            </p:txEl>
                                          </p:spTgt>
                                        </p:tgtEl>
                                        <p:attrNameLst>
                                          <p:attrName>style.visibility</p:attrName>
                                        </p:attrNameLst>
                                      </p:cBhvr>
                                      <p:to>
                                        <p:strVal val="visible"/>
                                      </p:to>
                                    </p:set>
                                    <p:anim calcmode="lin" valueType="num">
                                      <p:cBhvr additive="base">
                                        <p:cTn id="6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10" end="10"/>
                                            </p:txEl>
                                          </p:spTgt>
                                        </p:tgtEl>
                                        <p:attrNameLst>
                                          <p:attrName>style.visibility</p:attrName>
                                        </p:attrNameLst>
                                      </p:cBhvr>
                                      <p:to>
                                        <p:strVal val="visible"/>
                                      </p:to>
                                    </p:set>
                                    <p:anim calcmode="lin" valueType="num">
                                      <p:cBhvr additive="base">
                                        <p:cTn id="7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11" end="11"/>
                                            </p:txEl>
                                          </p:spTgt>
                                        </p:tgtEl>
                                        <p:attrNameLst>
                                          <p:attrName>style.visibility</p:attrName>
                                        </p:attrNameLst>
                                      </p:cBhvr>
                                      <p:to>
                                        <p:strVal val="visible"/>
                                      </p:to>
                                    </p:set>
                                    <p:anim calcmode="lin" valueType="num">
                                      <p:cBhvr additive="base">
                                        <p:cTn id="79"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12" end="12"/>
                                            </p:txEl>
                                          </p:spTgt>
                                        </p:tgtEl>
                                        <p:attrNameLst>
                                          <p:attrName>style.visibility</p:attrName>
                                        </p:attrNameLst>
                                      </p:cBhvr>
                                      <p:to>
                                        <p:strVal val="visible"/>
                                      </p:to>
                                    </p:set>
                                    <p:anim calcmode="lin" valueType="num">
                                      <p:cBhvr additive="base">
                                        <p:cTn id="85"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13" end="13"/>
                                            </p:txEl>
                                          </p:spTgt>
                                        </p:tgtEl>
                                        <p:attrNameLst>
                                          <p:attrName>style.visibility</p:attrName>
                                        </p:attrNameLst>
                                      </p:cBhvr>
                                      <p:to>
                                        <p:strVal val="visible"/>
                                      </p:to>
                                    </p:set>
                                    <p:anim calcmode="lin" valueType="num">
                                      <p:cBhvr additive="base">
                                        <p:cTn id="9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Git and Git HUB</a:t>
            </a:r>
          </a:p>
        </p:txBody>
      </p:sp>
      <mc:AlternateContent xmlns:mc="http://schemas.openxmlformats.org/markup-compatibility/2006" xmlns:p14="http://schemas.microsoft.com/office/powerpoint/2010/main">
        <mc:Choice Requires="p14">
          <p:contentPart p14:bwMode="auto" r:id="rId2">
            <p14:nvContentPartPr>
              <p14:cNvPr id="180" name="Ink 179">
                <a:extLst>
                  <a:ext uri="{FF2B5EF4-FFF2-40B4-BE49-F238E27FC236}">
                    <a16:creationId xmlns:a16="http://schemas.microsoft.com/office/drawing/2014/main" id="{31C9D4E0-EE3A-D1D5-6ED4-5F728E6355D7}"/>
                  </a:ext>
                </a:extLst>
              </p14:cNvPr>
              <p14:cNvContentPartPr/>
              <p14:nvPr/>
            </p14:nvContentPartPr>
            <p14:xfrm>
              <a:off x="2217028" y="7038932"/>
              <a:ext cx="360" cy="360"/>
            </p14:xfrm>
          </p:contentPart>
        </mc:Choice>
        <mc:Fallback xmlns="">
          <p:pic>
            <p:nvPicPr>
              <p:cNvPr id="180" name="Ink 179">
                <a:extLst>
                  <a:ext uri="{FF2B5EF4-FFF2-40B4-BE49-F238E27FC236}">
                    <a16:creationId xmlns:a16="http://schemas.microsoft.com/office/drawing/2014/main" id="{31C9D4E0-EE3A-D1D5-6ED4-5F728E6355D7}"/>
                  </a:ext>
                </a:extLst>
              </p:cNvPr>
              <p:cNvPicPr/>
              <p:nvPr/>
            </p:nvPicPr>
            <p:blipFill>
              <a:blip r:embed="rId108"/>
              <a:stretch>
                <a:fillRect/>
              </a:stretch>
            </p:blipFill>
            <p:spPr>
              <a:xfrm>
                <a:off x="2208028" y="7029932"/>
                <a:ext cx="18000" cy="18000"/>
              </a:xfrm>
              <a:prstGeom prst="rect">
                <a:avLst/>
              </a:prstGeom>
            </p:spPr>
          </p:pic>
        </mc:Fallback>
      </mc:AlternateContent>
      <p:pic>
        <p:nvPicPr>
          <p:cNvPr id="20" name="Picture 19">
            <a:extLst>
              <a:ext uri="{FF2B5EF4-FFF2-40B4-BE49-F238E27FC236}">
                <a16:creationId xmlns:a16="http://schemas.microsoft.com/office/drawing/2014/main" id="{A331338E-2065-81F3-D66B-CF1E0DB89F71}"/>
              </a:ext>
            </a:extLst>
          </p:cNvPr>
          <p:cNvPicPr>
            <a:picLocks noChangeAspect="1"/>
          </p:cNvPicPr>
          <p:nvPr/>
        </p:nvPicPr>
        <p:blipFill>
          <a:blip r:embed="rId109"/>
          <a:stretch>
            <a:fillRect/>
          </a:stretch>
        </p:blipFill>
        <p:spPr>
          <a:xfrm>
            <a:off x="477787" y="980728"/>
            <a:ext cx="10969943" cy="5519564"/>
          </a:xfrm>
          <a:prstGeom prst="rect">
            <a:avLst/>
          </a:prstGeom>
        </p:spPr>
      </p:pic>
      <p:grpSp>
        <p:nvGrpSpPr>
          <p:cNvPr id="105" name="Group 104">
            <a:extLst>
              <a:ext uri="{FF2B5EF4-FFF2-40B4-BE49-F238E27FC236}">
                <a16:creationId xmlns:a16="http://schemas.microsoft.com/office/drawing/2014/main" id="{4E4A1E4F-1D13-AD45-1261-1F68185D4F98}"/>
              </a:ext>
            </a:extLst>
          </p:cNvPr>
          <p:cNvGrpSpPr/>
          <p:nvPr/>
        </p:nvGrpSpPr>
        <p:grpSpPr>
          <a:xfrm>
            <a:off x="2274015" y="964557"/>
            <a:ext cx="1231560" cy="363240"/>
            <a:chOff x="2274015" y="964557"/>
            <a:chExt cx="1231560" cy="363240"/>
          </a:xfrm>
        </p:grpSpPr>
        <mc:AlternateContent xmlns:mc="http://schemas.openxmlformats.org/markup-compatibility/2006">
          <mc:Choice xmlns:p14="http://schemas.microsoft.com/office/powerpoint/2010/main" Requires="p14">
            <p:contentPart p14:bwMode="auto" r:id="rId110">
              <p14:nvContentPartPr>
                <p14:cNvPr id="25" name="Ink 24">
                  <a:extLst>
                    <a:ext uri="{FF2B5EF4-FFF2-40B4-BE49-F238E27FC236}">
                      <a16:creationId xmlns:a16="http://schemas.microsoft.com/office/drawing/2014/main" id="{4D593B28-6D23-220C-5E9D-A60D9A410D30}"/>
                    </a:ext>
                  </a:extLst>
                </p14:cNvPr>
                <p14:cNvContentPartPr/>
                <p14:nvPr/>
              </p14:nvContentPartPr>
              <p14:xfrm>
                <a:off x="2274015" y="964557"/>
                <a:ext cx="228600" cy="363240"/>
              </p14:xfrm>
            </p:contentPart>
          </mc:Choice>
          <mc:Fallback>
            <p:pic>
              <p:nvPicPr>
                <p:cNvPr id="25" name="Ink 24">
                  <a:extLst>
                    <a:ext uri="{FF2B5EF4-FFF2-40B4-BE49-F238E27FC236}">
                      <a16:creationId xmlns:a16="http://schemas.microsoft.com/office/drawing/2014/main" id="{4D593B28-6D23-220C-5E9D-A60D9A410D30}"/>
                    </a:ext>
                  </a:extLst>
                </p:cNvPr>
                <p:cNvPicPr/>
                <p:nvPr/>
              </p:nvPicPr>
              <p:blipFill>
                <a:blip r:embed="rId111"/>
                <a:stretch>
                  <a:fillRect/>
                </a:stretch>
              </p:blipFill>
              <p:spPr>
                <a:xfrm>
                  <a:off x="2265375" y="955917"/>
                  <a:ext cx="24624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0" name="Ink 29">
                  <a:extLst>
                    <a:ext uri="{FF2B5EF4-FFF2-40B4-BE49-F238E27FC236}">
                      <a16:creationId xmlns:a16="http://schemas.microsoft.com/office/drawing/2014/main" id="{FD074C10-8889-D26F-EA6D-1FCA1A260B48}"/>
                    </a:ext>
                  </a:extLst>
                </p14:cNvPr>
                <p14:cNvContentPartPr/>
                <p14:nvPr/>
              </p14:nvContentPartPr>
              <p14:xfrm>
                <a:off x="2315055" y="1143837"/>
                <a:ext cx="234360" cy="128160"/>
              </p14:xfrm>
            </p:contentPart>
          </mc:Choice>
          <mc:Fallback>
            <p:pic>
              <p:nvPicPr>
                <p:cNvPr id="30" name="Ink 29">
                  <a:extLst>
                    <a:ext uri="{FF2B5EF4-FFF2-40B4-BE49-F238E27FC236}">
                      <a16:creationId xmlns:a16="http://schemas.microsoft.com/office/drawing/2014/main" id="{FD074C10-8889-D26F-EA6D-1FCA1A260B48}"/>
                    </a:ext>
                  </a:extLst>
                </p:cNvPr>
                <p:cNvPicPr/>
                <p:nvPr/>
              </p:nvPicPr>
              <p:blipFill>
                <a:blip r:embed="rId113"/>
                <a:stretch>
                  <a:fillRect/>
                </a:stretch>
              </p:blipFill>
              <p:spPr>
                <a:xfrm>
                  <a:off x="2306055" y="1134837"/>
                  <a:ext cx="2520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4" name="Ink 43">
                  <a:extLst>
                    <a:ext uri="{FF2B5EF4-FFF2-40B4-BE49-F238E27FC236}">
                      <a16:creationId xmlns:a16="http://schemas.microsoft.com/office/drawing/2014/main" id="{D789E1AF-AF96-91C6-08CC-0418C8B74964}"/>
                    </a:ext>
                  </a:extLst>
                </p14:cNvPr>
                <p14:cNvContentPartPr/>
                <p14:nvPr/>
              </p14:nvContentPartPr>
              <p14:xfrm>
                <a:off x="2585415" y="1179837"/>
                <a:ext cx="88560" cy="107280"/>
              </p14:xfrm>
            </p:contentPart>
          </mc:Choice>
          <mc:Fallback>
            <p:pic>
              <p:nvPicPr>
                <p:cNvPr id="44" name="Ink 43">
                  <a:extLst>
                    <a:ext uri="{FF2B5EF4-FFF2-40B4-BE49-F238E27FC236}">
                      <a16:creationId xmlns:a16="http://schemas.microsoft.com/office/drawing/2014/main" id="{D789E1AF-AF96-91C6-08CC-0418C8B74964}"/>
                    </a:ext>
                  </a:extLst>
                </p:cNvPr>
                <p:cNvPicPr/>
                <p:nvPr/>
              </p:nvPicPr>
              <p:blipFill>
                <a:blip r:embed="rId115"/>
                <a:stretch>
                  <a:fillRect/>
                </a:stretch>
              </p:blipFill>
              <p:spPr>
                <a:xfrm>
                  <a:off x="2576775" y="1170837"/>
                  <a:ext cx="1062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5" name="Ink 54">
                  <a:extLst>
                    <a:ext uri="{FF2B5EF4-FFF2-40B4-BE49-F238E27FC236}">
                      <a16:creationId xmlns:a16="http://schemas.microsoft.com/office/drawing/2014/main" id="{5FC3F44F-AB97-B02E-A31D-06DDC711A845}"/>
                    </a:ext>
                  </a:extLst>
                </p14:cNvPr>
                <p14:cNvContentPartPr/>
                <p14:nvPr/>
              </p14:nvContentPartPr>
              <p14:xfrm>
                <a:off x="2706735" y="1126197"/>
                <a:ext cx="86040" cy="132840"/>
              </p14:xfrm>
            </p:contentPart>
          </mc:Choice>
          <mc:Fallback>
            <p:pic>
              <p:nvPicPr>
                <p:cNvPr id="55" name="Ink 54">
                  <a:extLst>
                    <a:ext uri="{FF2B5EF4-FFF2-40B4-BE49-F238E27FC236}">
                      <a16:creationId xmlns:a16="http://schemas.microsoft.com/office/drawing/2014/main" id="{5FC3F44F-AB97-B02E-A31D-06DDC711A845}"/>
                    </a:ext>
                  </a:extLst>
                </p:cNvPr>
                <p:cNvPicPr/>
                <p:nvPr/>
              </p:nvPicPr>
              <p:blipFill>
                <a:blip r:embed="rId117"/>
                <a:stretch>
                  <a:fillRect/>
                </a:stretch>
              </p:blipFill>
              <p:spPr>
                <a:xfrm>
                  <a:off x="2698095" y="1117197"/>
                  <a:ext cx="1036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6" name="Ink 75">
                  <a:extLst>
                    <a:ext uri="{FF2B5EF4-FFF2-40B4-BE49-F238E27FC236}">
                      <a16:creationId xmlns:a16="http://schemas.microsoft.com/office/drawing/2014/main" id="{5D8F5487-D950-E1F8-74D2-5A53E814036B}"/>
                    </a:ext>
                  </a:extLst>
                </p14:cNvPr>
                <p14:cNvContentPartPr/>
                <p14:nvPr/>
              </p14:nvContentPartPr>
              <p14:xfrm>
                <a:off x="2836695" y="1071117"/>
                <a:ext cx="106200" cy="183240"/>
              </p14:xfrm>
            </p:contentPart>
          </mc:Choice>
          <mc:Fallback>
            <p:pic>
              <p:nvPicPr>
                <p:cNvPr id="76" name="Ink 75">
                  <a:extLst>
                    <a:ext uri="{FF2B5EF4-FFF2-40B4-BE49-F238E27FC236}">
                      <a16:creationId xmlns:a16="http://schemas.microsoft.com/office/drawing/2014/main" id="{5D8F5487-D950-E1F8-74D2-5A53E814036B}"/>
                    </a:ext>
                  </a:extLst>
                </p:cNvPr>
                <p:cNvPicPr/>
                <p:nvPr/>
              </p:nvPicPr>
              <p:blipFill>
                <a:blip r:embed="rId119"/>
                <a:stretch>
                  <a:fillRect/>
                </a:stretch>
              </p:blipFill>
              <p:spPr>
                <a:xfrm>
                  <a:off x="2827695" y="1062117"/>
                  <a:ext cx="12384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2" name="Ink 101">
                  <a:extLst>
                    <a:ext uri="{FF2B5EF4-FFF2-40B4-BE49-F238E27FC236}">
                      <a16:creationId xmlns:a16="http://schemas.microsoft.com/office/drawing/2014/main" id="{B03AF027-CBB1-F2FF-0543-12A0815ED0C3}"/>
                    </a:ext>
                  </a:extLst>
                </p14:cNvPr>
                <p14:cNvContentPartPr/>
                <p14:nvPr/>
              </p14:nvContentPartPr>
              <p14:xfrm>
                <a:off x="2985375" y="1076877"/>
                <a:ext cx="520200" cy="176040"/>
              </p14:xfrm>
            </p:contentPart>
          </mc:Choice>
          <mc:Fallback>
            <p:pic>
              <p:nvPicPr>
                <p:cNvPr id="102" name="Ink 101">
                  <a:extLst>
                    <a:ext uri="{FF2B5EF4-FFF2-40B4-BE49-F238E27FC236}">
                      <a16:creationId xmlns:a16="http://schemas.microsoft.com/office/drawing/2014/main" id="{B03AF027-CBB1-F2FF-0543-12A0815ED0C3}"/>
                    </a:ext>
                  </a:extLst>
                </p:cNvPr>
                <p:cNvPicPr/>
                <p:nvPr/>
              </p:nvPicPr>
              <p:blipFill>
                <a:blip r:embed="rId121"/>
                <a:stretch>
                  <a:fillRect/>
                </a:stretch>
              </p:blipFill>
              <p:spPr>
                <a:xfrm>
                  <a:off x="2976375" y="1068237"/>
                  <a:ext cx="537840" cy="193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2">
            <p14:nvContentPartPr>
              <p14:cNvPr id="111" name="Ink 110">
                <a:extLst>
                  <a:ext uri="{FF2B5EF4-FFF2-40B4-BE49-F238E27FC236}">
                    <a16:creationId xmlns:a16="http://schemas.microsoft.com/office/drawing/2014/main" id="{E2B8316E-4C06-39C9-19D4-C3AC2D1EAD37}"/>
                  </a:ext>
                </a:extLst>
              </p14:cNvPr>
              <p14:cNvContentPartPr/>
              <p14:nvPr/>
            </p14:nvContentPartPr>
            <p14:xfrm>
              <a:off x="7779495" y="1013877"/>
              <a:ext cx="180000" cy="145440"/>
            </p14:xfrm>
          </p:contentPart>
        </mc:Choice>
        <mc:Fallback>
          <p:pic>
            <p:nvPicPr>
              <p:cNvPr id="111" name="Ink 110">
                <a:extLst>
                  <a:ext uri="{FF2B5EF4-FFF2-40B4-BE49-F238E27FC236}">
                    <a16:creationId xmlns:a16="http://schemas.microsoft.com/office/drawing/2014/main" id="{E2B8316E-4C06-39C9-19D4-C3AC2D1EAD37}"/>
                  </a:ext>
                </a:extLst>
              </p:cNvPr>
              <p:cNvPicPr/>
              <p:nvPr/>
            </p:nvPicPr>
            <p:blipFill>
              <a:blip r:embed="rId123"/>
              <a:stretch>
                <a:fillRect/>
              </a:stretch>
            </p:blipFill>
            <p:spPr>
              <a:xfrm>
                <a:off x="7770495" y="1005237"/>
                <a:ext cx="1976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7" name="Ink 116">
                <a:extLst>
                  <a:ext uri="{FF2B5EF4-FFF2-40B4-BE49-F238E27FC236}">
                    <a16:creationId xmlns:a16="http://schemas.microsoft.com/office/drawing/2014/main" id="{3620AA88-8F05-6189-A046-43D1E17132DD}"/>
                  </a:ext>
                </a:extLst>
              </p14:cNvPr>
              <p14:cNvContentPartPr/>
              <p14:nvPr/>
            </p14:nvContentPartPr>
            <p14:xfrm>
              <a:off x="7915215" y="1558197"/>
              <a:ext cx="147600" cy="128520"/>
            </p14:xfrm>
          </p:contentPart>
        </mc:Choice>
        <mc:Fallback>
          <p:pic>
            <p:nvPicPr>
              <p:cNvPr id="117" name="Ink 116">
                <a:extLst>
                  <a:ext uri="{FF2B5EF4-FFF2-40B4-BE49-F238E27FC236}">
                    <a16:creationId xmlns:a16="http://schemas.microsoft.com/office/drawing/2014/main" id="{3620AA88-8F05-6189-A046-43D1E17132DD}"/>
                  </a:ext>
                </a:extLst>
              </p:cNvPr>
              <p:cNvPicPr/>
              <p:nvPr/>
            </p:nvPicPr>
            <p:blipFill>
              <a:blip r:embed="rId125"/>
              <a:stretch>
                <a:fillRect/>
              </a:stretch>
            </p:blipFill>
            <p:spPr>
              <a:xfrm>
                <a:off x="7906215" y="1549197"/>
                <a:ext cx="1652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20" name="Ink 119">
                <a:extLst>
                  <a:ext uri="{FF2B5EF4-FFF2-40B4-BE49-F238E27FC236}">
                    <a16:creationId xmlns:a16="http://schemas.microsoft.com/office/drawing/2014/main" id="{15206C70-B526-D94F-F8EF-1D18364A5B95}"/>
                  </a:ext>
                </a:extLst>
              </p14:cNvPr>
              <p14:cNvContentPartPr/>
              <p14:nvPr/>
            </p14:nvContentPartPr>
            <p14:xfrm>
              <a:off x="8888295" y="1788597"/>
              <a:ext cx="188280" cy="124560"/>
            </p14:xfrm>
          </p:contentPart>
        </mc:Choice>
        <mc:Fallback>
          <p:pic>
            <p:nvPicPr>
              <p:cNvPr id="120" name="Ink 119">
                <a:extLst>
                  <a:ext uri="{FF2B5EF4-FFF2-40B4-BE49-F238E27FC236}">
                    <a16:creationId xmlns:a16="http://schemas.microsoft.com/office/drawing/2014/main" id="{15206C70-B526-D94F-F8EF-1D18364A5B95}"/>
                  </a:ext>
                </a:extLst>
              </p:cNvPr>
              <p:cNvPicPr/>
              <p:nvPr/>
            </p:nvPicPr>
            <p:blipFill>
              <a:blip r:embed="rId127"/>
              <a:stretch>
                <a:fillRect/>
              </a:stretch>
            </p:blipFill>
            <p:spPr>
              <a:xfrm>
                <a:off x="8879295" y="1779957"/>
                <a:ext cx="205920" cy="142200"/>
              </a:xfrm>
              <a:prstGeom prst="rect">
                <a:avLst/>
              </a:prstGeom>
            </p:spPr>
          </p:pic>
        </mc:Fallback>
      </mc:AlternateContent>
      <p:grpSp>
        <p:nvGrpSpPr>
          <p:cNvPr id="176" name="Group 175">
            <a:extLst>
              <a:ext uri="{FF2B5EF4-FFF2-40B4-BE49-F238E27FC236}">
                <a16:creationId xmlns:a16="http://schemas.microsoft.com/office/drawing/2014/main" id="{022649A9-CAFA-82E0-9002-6122567162D5}"/>
              </a:ext>
            </a:extLst>
          </p:cNvPr>
          <p:cNvGrpSpPr/>
          <p:nvPr/>
        </p:nvGrpSpPr>
        <p:grpSpPr>
          <a:xfrm>
            <a:off x="10942095" y="4980357"/>
            <a:ext cx="990720" cy="248040"/>
            <a:chOff x="10942095" y="4980357"/>
            <a:chExt cx="990720" cy="248040"/>
          </a:xfrm>
        </p:grpSpPr>
        <mc:AlternateContent xmlns:mc="http://schemas.openxmlformats.org/markup-compatibility/2006">
          <mc:Choice xmlns:p14="http://schemas.microsoft.com/office/powerpoint/2010/main" Requires="p14">
            <p:contentPart p14:bwMode="auto" r:id="rId128">
              <p14:nvContentPartPr>
                <p14:cNvPr id="164" name="Ink 163">
                  <a:extLst>
                    <a:ext uri="{FF2B5EF4-FFF2-40B4-BE49-F238E27FC236}">
                      <a16:creationId xmlns:a16="http://schemas.microsoft.com/office/drawing/2014/main" id="{861F8274-2839-F037-3819-1ED6E4DFA6FB}"/>
                    </a:ext>
                  </a:extLst>
                </p14:cNvPr>
                <p14:cNvContentPartPr/>
                <p14:nvPr/>
              </p14:nvContentPartPr>
              <p14:xfrm>
                <a:off x="10942095" y="4996917"/>
                <a:ext cx="335520" cy="177840"/>
              </p14:xfrm>
            </p:contentPart>
          </mc:Choice>
          <mc:Fallback>
            <p:pic>
              <p:nvPicPr>
                <p:cNvPr id="164" name="Ink 163">
                  <a:extLst>
                    <a:ext uri="{FF2B5EF4-FFF2-40B4-BE49-F238E27FC236}">
                      <a16:creationId xmlns:a16="http://schemas.microsoft.com/office/drawing/2014/main" id="{861F8274-2839-F037-3819-1ED6E4DFA6FB}"/>
                    </a:ext>
                  </a:extLst>
                </p:cNvPr>
                <p:cNvPicPr/>
                <p:nvPr/>
              </p:nvPicPr>
              <p:blipFill>
                <a:blip r:embed="rId129"/>
                <a:stretch>
                  <a:fillRect/>
                </a:stretch>
              </p:blipFill>
              <p:spPr>
                <a:xfrm>
                  <a:off x="10933455" y="4987917"/>
                  <a:ext cx="35316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65" name="Ink 164">
                  <a:extLst>
                    <a:ext uri="{FF2B5EF4-FFF2-40B4-BE49-F238E27FC236}">
                      <a16:creationId xmlns:a16="http://schemas.microsoft.com/office/drawing/2014/main" id="{6EC880FC-BE60-6033-E854-8A9206964860}"/>
                    </a:ext>
                  </a:extLst>
                </p14:cNvPr>
                <p14:cNvContentPartPr/>
                <p14:nvPr/>
              </p14:nvContentPartPr>
              <p14:xfrm>
                <a:off x="11334495" y="5049837"/>
                <a:ext cx="276840" cy="163800"/>
              </p14:xfrm>
            </p:contentPart>
          </mc:Choice>
          <mc:Fallback>
            <p:pic>
              <p:nvPicPr>
                <p:cNvPr id="165" name="Ink 164">
                  <a:extLst>
                    <a:ext uri="{FF2B5EF4-FFF2-40B4-BE49-F238E27FC236}">
                      <a16:creationId xmlns:a16="http://schemas.microsoft.com/office/drawing/2014/main" id="{6EC880FC-BE60-6033-E854-8A9206964860}"/>
                    </a:ext>
                  </a:extLst>
                </p:cNvPr>
                <p:cNvPicPr/>
                <p:nvPr/>
              </p:nvPicPr>
              <p:blipFill>
                <a:blip r:embed="rId131"/>
                <a:stretch>
                  <a:fillRect/>
                </a:stretch>
              </p:blipFill>
              <p:spPr>
                <a:xfrm>
                  <a:off x="11325495" y="5040837"/>
                  <a:ext cx="29448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66" name="Ink 165">
                  <a:extLst>
                    <a:ext uri="{FF2B5EF4-FFF2-40B4-BE49-F238E27FC236}">
                      <a16:creationId xmlns:a16="http://schemas.microsoft.com/office/drawing/2014/main" id="{D18DC536-D4ED-249E-F6DD-9B1924051BAF}"/>
                    </a:ext>
                  </a:extLst>
                </p14:cNvPr>
                <p14:cNvContentPartPr/>
                <p14:nvPr/>
              </p14:nvContentPartPr>
              <p14:xfrm>
                <a:off x="11614575" y="4980357"/>
                <a:ext cx="24480" cy="9720"/>
              </p14:xfrm>
            </p:contentPart>
          </mc:Choice>
          <mc:Fallback>
            <p:pic>
              <p:nvPicPr>
                <p:cNvPr id="166" name="Ink 165">
                  <a:extLst>
                    <a:ext uri="{FF2B5EF4-FFF2-40B4-BE49-F238E27FC236}">
                      <a16:creationId xmlns:a16="http://schemas.microsoft.com/office/drawing/2014/main" id="{D18DC536-D4ED-249E-F6DD-9B1924051BAF}"/>
                    </a:ext>
                  </a:extLst>
                </p:cNvPr>
                <p:cNvPicPr/>
                <p:nvPr/>
              </p:nvPicPr>
              <p:blipFill>
                <a:blip r:embed="rId133"/>
                <a:stretch>
                  <a:fillRect/>
                </a:stretch>
              </p:blipFill>
              <p:spPr>
                <a:xfrm>
                  <a:off x="11605935" y="4971717"/>
                  <a:ext cx="421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70" name="Ink 169">
                  <a:extLst>
                    <a:ext uri="{FF2B5EF4-FFF2-40B4-BE49-F238E27FC236}">
                      <a16:creationId xmlns:a16="http://schemas.microsoft.com/office/drawing/2014/main" id="{FD9DD8EB-68CB-D17E-584C-6F5249EDEF10}"/>
                    </a:ext>
                  </a:extLst>
                </p14:cNvPr>
                <p14:cNvContentPartPr/>
                <p14:nvPr/>
              </p14:nvContentPartPr>
              <p14:xfrm>
                <a:off x="11699175" y="5116797"/>
                <a:ext cx="233640" cy="111600"/>
              </p14:xfrm>
            </p:contentPart>
          </mc:Choice>
          <mc:Fallback>
            <p:pic>
              <p:nvPicPr>
                <p:cNvPr id="170" name="Ink 169">
                  <a:extLst>
                    <a:ext uri="{FF2B5EF4-FFF2-40B4-BE49-F238E27FC236}">
                      <a16:creationId xmlns:a16="http://schemas.microsoft.com/office/drawing/2014/main" id="{FD9DD8EB-68CB-D17E-584C-6F5249EDEF10}"/>
                    </a:ext>
                  </a:extLst>
                </p:cNvPr>
                <p:cNvPicPr/>
                <p:nvPr/>
              </p:nvPicPr>
              <p:blipFill>
                <a:blip r:embed="rId135"/>
                <a:stretch>
                  <a:fillRect/>
                </a:stretch>
              </p:blipFill>
              <p:spPr>
                <a:xfrm>
                  <a:off x="11690535" y="5108157"/>
                  <a:ext cx="251280" cy="129240"/>
                </a:xfrm>
                <a:prstGeom prst="rect">
                  <a:avLst/>
                </a:prstGeom>
              </p:spPr>
            </p:pic>
          </mc:Fallback>
        </mc:AlternateContent>
      </p:grpSp>
      <p:grpSp>
        <p:nvGrpSpPr>
          <p:cNvPr id="204" name="Group 203">
            <a:extLst>
              <a:ext uri="{FF2B5EF4-FFF2-40B4-BE49-F238E27FC236}">
                <a16:creationId xmlns:a16="http://schemas.microsoft.com/office/drawing/2014/main" id="{26204640-1830-C83E-3393-293B2272A574}"/>
              </a:ext>
            </a:extLst>
          </p:cNvPr>
          <p:cNvGrpSpPr/>
          <p:nvPr/>
        </p:nvGrpSpPr>
        <p:grpSpPr>
          <a:xfrm>
            <a:off x="8447295" y="2102877"/>
            <a:ext cx="306000" cy="353880"/>
            <a:chOff x="8447295" y="2102877"/>
            <a:chExt cx="306000" cy="353880"/>
          </a:xfrm>
        </p:grpSpPr>
        <mc:AlternateContent xmlns:mc="http://schemas.openxmlformats.org/markup-compatibility/2006">
          <mc:Choice xmlns:p14="http://schemas.microsoft.com/office/powerpoint/2010/main" Requires="p14">
            <p:contentPart p14:bwMode="auto" r:id="rId136">
              <p14:nvContentPartPr>
                <p14:cNvPr id="179" name="Ink 178">
                  <a:extLst>
                    <a:ext uri="{FF2B5EF4-FFF2-40B4-BE49-F238E27FC236}">
                      <a16:creationId xmlns:a16="http://schemas.microsoft.com/office/drawing/2014/main" id="{01C15BC7-8E5A-F024-881D-C4D4357D0669}"/>
                    </a:ext>
                  </a:extLst>
                </p14:cNvPr>
                <p14:cNvContentPartPr/>
                <p14:nvPr/>
              </p14:nvContentPartPr>
              <p14:xfrm>
                <a:off x="8495175" y="2102877"/>
                <a:ext cx="195840" cy="146520"/>
              </p14:xfrm>
            </p:contentPart>
          </mc:Choice>
          <mc:Fallback>
            <p:pic>
              <p:nvPicPr>
                <p:cNvPr id="179" name="Ink 178">
                  <a:extLst>
                    <a:ext uri="{FF2B5EF4-FFF2-40B4-BE49-F238E27FC236}">
                      <a16:creationId xmlns:a16="http://schemas.microsoft.com/office/drawing/2014/main" id="{01C15BC7-8E5A-F024-881D-C4D4357D0669}"/>
                    </a:ext>
                  </a:extLst>
                </p:cNvPr>
                <p:cNvPicPr/>
                <p:nvPr/>
              </p:nvPicPr>
              <p:blipFill>
                <a:blip r:embed="rId137"/>
                <a:stretch>
                  <a:fillRect/>
                </a:stretch>
              </p:blipFill>
              <p:spPr>
                <a:xfrm>
                  <a:off x="8486535" y="2093877"/>
                  <a:ext cx="21348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83" name="Ink 182">
                  <a:extLst>
                    <a:ext uri="{FF2B5EF4-FFF2-40B4-BE49-F238E27FC236}">
                      <a16:creationId xmlns:a16="http://schemas.microsoft.com/office/drawing/2014/main" id="{73E35E4A-9398-07E2-D771-3540225893CC}"/>
                    </a:ext>
                  </a:extLst>
                </p14:cNvPr>
                <p14:cNvContentPartPr/>
                <p14:nvPr/>
              </p14:nvContentPartPr>
              <p14:xfrm>
                <a:off x="8447295" y="2321757"/>
                <a:ext cx="306000" cy="135000"/>
              </p14:xfrm>
            </p:contentPart>
          </mc:Choice>
          <mc:Fallback>
            <p:pic>
              <p:nvPicPr>
                <p:cNvPr id="183" name="Ink 182">
                  <a:extLst>
                    <a:ext uri="{FF2B5EF4-FFF2-40B4-BE49-F238E27FC236}">
                      <a16:creationId xmlns:a16="http://schemas.microsoft.com/office/drawing/2014/main" id="{73E35E4A-9398-07E2-D771-3540225893CC}"/>
                    </a:ext>
                  </a:extLst>
                </p:cNvPr>
                <p:cNvPicPr/>
                <p:nvPr/>
              </p:nvPicPr>
              <p:blipFill>
                <a:blip r:embed="rId139"/>
                <a:stretch>
                  <a:fillRect/>
                </a:stretch>
              </p:blipFill>
              <p:spPr>
                <a:xfrm>
                  <a:off x="8438655" y="2313117"/>
                  <a:ext cx="323640" cy="152640"/>
                </a:xfrm>
                <a:prstGeom prst="rect">
                  <a:avLst/>
                </a:prstGeom>
              </p:spPr>
            </p:pic>
          </mc:Fallback>
        </mc:AlternateContent>
      </p:grpSp>
      <p:grpSp>
        <p:nvGrpSpPr>
          <p:cNvPr id="231" name="Group 230">
            <a:extLst>
              <a:ext uri="{FF2B5EF4-FFF2-40B4-BE49-F238E27FC236}">
                <a16:creationId xmlns:a16="http://schemas.microsoft.com/office/drawing/2014/main" id="{D8FCAD34-E26B-E1CC-7BB6-608C24B29677}"/>
              </a:ext>
            </a:extLst>
          </p:cNvPr>
          <p:cNvGrpSpPr/>
          <p:nvPr/>
        </p:nvGrpSpPr>
        <p:grpSpPr>
          <a:xfrm>
            <a:off x="9395535" y="2245077"/>
            <a:ext cx="2198520" cy="2117160"/>
            <a:chOff x="9395535" y="2245077"/>
            <a:chExt cx="2198520" cy="2117160"/>
          </a:xfrm>
        </p:grpSpPr>
        <mc:AlternateContent xmlns:mc="http://schemas.openxmlformats.org/markup-compatibility/2006">
          <mc:Choice xmlns:p14="http://schemas.microsoft.com/office/powerpoint/2010/main" Requires="p14">
            <p:contentPart p14:bwMode="auto" r:id="rId140">
              <p14:nvContentPartPr>
                <p14:cNvPr id="124" name="Ink 123">
                  <a:extLst>
                    <a:ext uri="{FF2B5EF4-FFF2-40B4-BE49-F238E27FC236}">
                      <a16:creationId xmlns:a16="http://schemas.microsoft.com/office/drawing/2014/main" id="{0A587A01-DC9E-94A8-2428-B80D0C0CBF5E}"/>
                    </a:ext>
                  </a:extLst>
                </p14:cNvPr>
                <p14:cNvContentPartPr/>
                <p14:nvPr/>
              </p14:nvContentPartPr>
              <p14:xfrm>
                <a:off x="11070255" y="2702997"/>
                <a:ext cx="523800" cy="312840"/>
              </p14:xfrm>
            </p:contentPart>
          </mc:Choice>
          <mc:Fallback>
            <p:pic>
              <p:nvPicPr>
                <p:cNvPr id="124" name="Ink 123">
                  <a:extLst>
                    <a:ext uri="{FF2B5EF4-FFF2-40B4-BE49-F238E27FC236}">
                      <a16:creationId xmlns:a16="http://schemas.microsoft.com/office/drawing/2014/main" id="{0A587A01-DC9E-94A8-2428-B80D0C0CBF5E}"/>
                    </a:ext>
                  </a:extLst>
                </p:cNvPr>
                <p:cNvPicPr/>
                <p:nvPr/>
              </p:nvPicPr>
              <p:blipFill>
                <a:blip r:embed="rId141"/>
                <a:stretch>
                  <a:fillRect/>
                </a:stretch>
              </p:blipFill>
              <p:spPr>
                <a:xfrm>
                  <a:off x="11061255" y="2694357"/>
                  <a:ext cx="54144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52" name="Ink 151">
                  <a:extLst>
                    <a:ext uri="{FF2B5EF4-FFF2-40B4-BE49-F238E27FC236}">
                      <a16:creationId xmlns:a16="http://schemas.microsoft.com/office/drawing/2014/main" id="{C7D63AFD-2991-5135-B83C-590CFFDCFC6B}"/>
                    </a:ext>
                  </a:extLst>
                </p14:cNvPr>
                <p14:cNvContentPartPr/>
                <p14:nvPr/>
              </p14:nvContentPartPr>
              <p14:xfrm>
                <a:off x="10980975" y="3150117"/>
                <a:ext cx="595440" cy="391320"/>
              </p14:xfrm>
            </p:contentPart>
          </mc:Choice>
          <mc:Fallback>
            <p:pic>
              <p:nvPicPr>
                <p:cNvPr id="152" name="Ink 151">
                  <a:extLst>
                    <a:ext uri="{FF2B5EF4-FFF2-40B4-BE49-F238E27FC236}">
                      <a16:creationId xmlns:a16="http://schemas.microsoft.com/office/drawing/2014/main" id="{C7D63AFD-2991-5135-B83C-590CFFDCFC6B}"/>
                    </a:ext>
                  </a:extLst>
                </p:cNvPr>
                <p:cNvPicPr/>
                <p:nvPr/>
              </p:nvPicPr>
              <p:blipFill>
                <a:blip r:embed="rId143"/>
                <a:stretch>
                  <a:fillRect/>
                </a:stretch>
              </p:blipFill>
              <p:spPr>
                <a:xfrm>
                  <a:off x="10971975" y="3141117"/>
                  <a:ext cx="613080" cy="4089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60" name="Ink 159">
                  <a:extLst>
                    <a:ext uri="{FF2B5EF4-FFF2-40B4-BE49-F238E27FC236}">
                      <a16:creationId xmlns:a16="http://schemas.microsoft.com/office/drawing/2014/main" id="{F536D9CF-097E-CA14-5527-E85F66F77663}"/>
                    </a:ext>
                  </a:extLst>
                </p14:cNvPr>
                <p14:cNvContentPartPr/>
                <p14:nvPr/>
              </p14:nvContentPartPr>
              <p14:xfrm>
                <a:off x="11070255" y="3783717"/>
                <a:ext cx="500040" cy="363240"/>
              </p14:xfrm>
            </p:contentPart>
          </mc:Choice>
          <mc:Fallback>
            <p:pic>
              <p:nvPicPr>
                <p:cNvPr id="160" name="Ink 159">
                  <a:extLst>
                    <a:ext uri="{FF2B5EF4-FFF2-40B4-BE49-F238E27FC236}">
                      <a16:creationId xmlns:a16="http://schemas.microsoft.com/office/drawing/2014/main" id="{F536D9CF-097E-CA14-5527-E85F66F77663}"/>
                    </a:ext>
                  </a:extLst>
                </p:cNvPr>
                <p:cNvPicPr/>
                <p:nvPr/>
              </p:nvPicPr>
              <p:blipFill>
                <a:blip r:embed="rId145"/>
                <a:stretch>
                  <a:fillRect/>
                </a:stretch>
              </p:blipFill>
              <p:spPr>
                <a:xfrm>
                  <a:off x="11061255" y="3774717"/>
                  <a:ext cx="51768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208" name="Ink 207">
                  <a:extLst>
                    <a:ext uri="{FF2B5EF4-FFF2-40B4-BE49-F238E27FC236}">
                      <a16:creationId xmlns:a16="http://schemas.microsoft.com/office/drawing/2014/main" id="{59D24329-6F4A-F6A7-B084-AEBAC0989D19}"/>
                    </a:ext>
                  </a:extLst>
                </p14:cNvPr>
                <p14:cNvContentPartPr/>
                <p14:nvPr/>
              </p14:nvContentPartPr>
              <p14:xfrm>
                <a:off x="9395535" y="3231837"/>
                <a:ext cx="1377360" cy="1130400"/>
              </p14:xfrm>
            </p:contentPart>
          </mc:Choice>
          <mc:Fallback>
            <p:pic>
              <p:nvPicPr>
                <p:cNvPr id="208" name="Ink 207">
                  <a:extLst>
                    <a:ext uri="{FF2B5EF4-FFF2-40B4-BE49-F238E27FC236}">
                      <a16:creationId xmlns:a16="http://schemas.microsoft.com/office/drawing/2014/main" id="{59D24329-6F4A-F6A7-B084-AEBAC0989D19}"/>
                    </a:ext>
                  </a:extLst>
                </p:cNvPr>
                <p:cNvPicPr/>
                <p:nvPr/>
              </p:nvPicPr>
              <p:blipFill>
                <a:blip r:embed="rId147"/>
                <a:stretch>
                  <a:fillRect/>
                </a:stretch>
              </p:blipFill>
              <p:spPr>
                <a:xfrm>
                  <a:off x="9386895" y="3222837"/>
                  <a:ext cx="1395000" cy="11480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209" name="Ink 208">
                  <a:extLst>
                    <a:ext uri="{FF2B5EF4-FFF2-40B4-BE49-F238E27FC236}">
                      <a16:creationId xmlns:a16="http://schemas.microsoft.com/office/drawing/2014/main" id="{536F32AF-C68D-C7FE-86A9-57817DE351B2}"/>
                    </a:ext>
                  </a:extLst>
                </p14:cNvPr>
                <p14:cNvContentPartPr/>
                <p14:nvPr/>
              </p14:nvContentPartPr>
              <p14:xfrm>
                <a:off x="10366815" y="2881197"/>
                <a:ext cx="128160" cy="225000"/>
              </p14:xfrm>
            </p:contentPart>
          </mc:Choice>
          <mc:Fallback>
            <p:pic>
              <p:nvPicPr>
                <p:cNvPr id="209" name="Ink 208">
                  <a:extLst>
                    <a:ext uri="{FF2B5EF4-FFF2-40B4-BE49-F238E27FC236}">
                      <a16:creationId xmlns:a16="http://schemas.microsoft.com/office/drawing/2014/main" id="{536F32AF-C68D-C7FE-86A9-57817DE351B2}"/>
                    </a:ext>
                  </a:extLst>
                </p:cNvPr>
                <p:cNvPicPr/>
                <p:nvPr/>
              </p:nvPicPr>
              <p:blipFill>
                <a:blip r:embed="rId149"/>
                <a:stretch>
                  <a:fillRect/>
                </a:stretch>
              </p:blipFill>
              <p:spPr>
                <a:xfrm>
                  <a:off x="10358175" y="2872557"/>
                  <a:ext cx="14580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210" name="Ink 209">
                  <a:extLst>
                    <a:ext uri="{FF2B5EF4-FFF2-40B4-BE49-F238E27FC236}">
                      <a16:creationId xmlns:a16="http://schemas.microsoft.com/office/drawing/2014/main" id="{653E9C96-0F12-E2A9-7F32-FACCDF3844AC}"/>
                    </a:ext>
                  </a:extLst>
                </p14:cNvPr>
                <p14:cNvContentPartPr/>
                <p14:nvPr/>
              </p14:nvContentPartPr>
              <p14:xfrm>
                <a:off x="10505415" y="2917917"/>
                <a:ext cx="32040" cy="140760"/>
              </p14:xfrm>
            </p:contentPart>
          </mc:Choice>
          <mc:Fallback>
            <p:pic>
              <p:nvPicPr>
                <p:cNvPr id="210" name="Ink 209">
                  <a:extLst>
                    <a:ext uri="{FF2B5EF4-FFF2-40B4-BE49-F238E27FC236}">
                      <a16:creationId xmlns:a16="http://schemas.microsoft.com/office/drawing/2014/main" id="{653E9C96-0F12-E2A9-7F32-FACCDF3844AC}"/>
                    </a:ext>
                  </a:extLst>
                </p:cNvPr>
                <p:cNvPicPr/>
                <p:nvPr/>
              </p:nvPicPr>
              <p:blipFill>
                <a:blip r:embed="rId151"/>
                <a:stretch>
                  <a:fillRect/>
                </a:stretch>
              </p:blipFill>
              <p:spPr>
                <a:xfrm>
                  <a:off x="10496415" y="2909277"/>
                  <a:ext cx="4968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211" name="Ink 210">
                  <a:extLst>
                    <a:ext uri="{FF2B5EF4-FFF2-40B4-BE49-F238E27FC236}">
                      <a16:creationId xmlns:a16="http://schemas.microsoft.com/office/drawing/2014/main" id="{5A7EF898-B373-A94E-3822-8E0D5B61E85F}"/>
                    </a:ext>
                  </a:extLst>
                </p14:cNvPr>
                <p14:cNvContentPartPr/>
                <p14:nvPr/>
              </p14:nvContentPartPr>
              <p14:xfrm>
                <a:off x="10566975" y="2895957"/>
                <a:ext cx="77040" cy="99720"/>
              </p14:xfrm>
            </p:contentPart>
          </mc:Choice>
          <mc:Fallback>
            <p:pic>
              <p:nvPicPr>
                <p:cNvPr id="211" name="Ink 210">
                  <a:extLst>
                    <a:ext uri="{FF2B5EF4-FFF2-40B4-BE49-F238E27FC236}">
                      <a16:creationId xmlns:a16="http://schemas.microsoft.com/office/drawing/2014/main" id="{5A7EF898-B373-A94E-3822-8E0D5B61E85F}"/>
                    </a:ext>
                  </a:extLst>
                </p:cNvPr>
                <p:cNvPicPr/>
                <p:nvPr/>
              </p:nvPicPr>
              <p:blipFill>
                <a:blip r:embed="rId153"/>
                <a:stretch>
                  <a:fillRect/>
                </a:stretch>
              </p:blipFill>
              <p:spPr>
                <a:xfrm>
                  <a:off x="10557975" y="2886957"/>
                  <a:ext cx="9468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212" name="Ink 211">
                  <a:extLst>
                    <a:ext uri="{FF2B5EF4-FFF2-40B4-BE49-F238E27FC236}">
                      <a16:creationId xmlns:a16="http://schemas.microsoft.com/office/drawing/2014/main" id="{C124A092-17BA-FE1F-29C2-1B6170163F75}"/>
                    </a:ext>
                  </a:extLst>
                </p14:cNvPr>
                <p14:cNvContentPartPr/>
                <p14:nvPr/>
              </p14:nvContentPartPr>
              <p14:xfrm>
                <a:off x="10566975" y="2987757"/>
                <a:ext cx="81000" cy="28080"/>
              </p14:xfrm>
            </p:contentPart>
          </mc:Choice>
          <mc:Fallback>
            <p:pic>
              <p:nvPicPr>
                <p:cNvPr id="212" name="Ink 211">
                  <a:extLst>
                    <a:ext uri="{FF2B5EF4-FFF2-40B4-BE49-F238E27FC236}">
                      <a16:creationId xmlns:a16="http://schemas.microsoft.com/office/drawing/2014/main" id="{C124A092-17BA-FE1F-29C2-1B6170163F75}"/>
                    </a:ext>
                  </a:extLst>
                </p:cNvPr>
                <p:cNvPicPr/>
                <p:nvPr/>
              </p:nvPicPr>
              <p:blipFill>
                <a:blip r:embed="rId155"/>
                <a:stretch>
                  <a:fillRect/>
                </a:stretch>
              </p:blipFill>
              <p:spPr>
                <a:xfrm>
                  <a:off x="10557975" y="2978757"/>
                  <a:ext cx="986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213" name="Ink 212">
                  <a:extLst>
                    <a:ext uri="{FF2B5EF4-FFF2-40B4-BE49-F238E27FC236}">
                      <a16:creationId xmlns:a16="http://schemas.microsoft.com/office/drawing/2014/main" id="{D0C8B3DF-C406-AC26-7DF9-DD5333EC5766}"/>
                    </a:ext>
                  </a:extLst>
                </p14:cNvPr>
                <p14:cNvContentPartPr/>
                <p14:nvPr/>
              </p14:nvContentPartPr>
              <p14:xfrm>
                <a:off x="10732935" y="2887677"/>
                <a:ext cx="120960" cy="181080"/>
              </p14:xfrm>
            </p:contentPart>
          </mc:Choice>
          <mc:Fallback>
            <p:pic>
              <p:nvPicPr>
                <p:cNvPr id="213" name="Ink 212">
                  <a:extLst>
                    <a:ext uri="{FF2B5EF4-FFF2-40B4-BE49-F238E27FC236}">
                      <a16:creationId xmlns:a16="http://schemas.microsoft.com/office/drawing/2014/main" id="{D0C8B3DF-C406-AC26-7DF9-DD5333EC5766}"/>
                    </a:ext>
                  </a:extLst>
                </p:cNvPr>
                <p:cNvPicPr/>
                <p:nvPr/>
              </p:nvPicPr>
              <p:blipFill>
                <a:blip r:embed="rId157"/>
                <a:stretch>
                  <a:fillRect/>
                </a:stretch>
              </p:blipFill>
              <p:spPr>
                <a:xfrm>
                  <a:off x="10724295" y="2879037"/>
                  <a:ext cx="1386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215" name="Ink 214">
                  <a:extLst>
                    <a:ext uri="{FF2B5EF4-FFF2-40B4-BE49-F238E27FC236}">
                      <a16:creationId xmlns:a16="http://schemas.microsoft.com/office/drawing/2014/main" id="{A8BD75FE-065E-3DC2-6983-EC1656C3964B}"/>
                    </a:ext>
                  </a:extLst>
                </p14:cNvPr>
                <p14:cNvContentPartPr/>
                <p14:nvPr/>
              </p14:nvContentPartPr>
              <p14:xfrm>
                <a:off x="10567695" y="3080997"/>
                <a:ext cx="90720" cy="265320"/>
              </p14:xfrm>
            </p:contentPart>
          </mc:Choice>
          <mc:Fallback>
            <p:pic>
              <p:nvPicPr>
                <p:cNvPr id="215" name="Ink 214">
                  <a:extLst>
                    <a:ext uri="{FF2B5EF4-FFF2-40B4-BE49-F238E27FC236}">
                      <a16:creationId xmlns:a16="http://schemas.microsoft.com/office/drawing/2014/main" id="{A8BD75FE-065E-3DC2-6983-EC1656C3964B}"/>
                    </a:ext>
                  </a:extLst>
                </p:cNvPr>
                <p:cNvPicPr/>
                <p:nvPr/>
              </p:nvPicPr>
              <p:blipFill>
                <a:blip r:embed="rId159"/>
                <a:stretch>
                  <a:fillRect/>
                </a:stretch>
              </p:blipFill>
              <p:spPr>
                <a:xfrm>
                  <a:off x="10559055" y="3072357"/>
                  <a:ext cx="1083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216" name="Ink 215">
                  <a:extLst>
                    <a:ext uri="{FF2B5EF4-FFF2-40B4-BE49-F238E27FC236}">
                      <a16:creationId xmlns:a16="http://schemas.microsoft.com/office/drawing/2014/main" id="{CFCFADDB-0A1B-3DD5-746C-C4AAC45EB837}"/>
                    </a:ext>
                  </a:extLst>
                </p14:cNvPr>
                <p14:cNvContentPartPr/>
                <p14:nvPr/>
              </p14:nvContentPartPr>
              <p14:xfrm>
                <a:off x="10696935" y="3168837"/>
                <a:ext cx="57960" cy="165240"/>
              </p14:xfrm>
            </p:contentPart>
          </mc:Choice>
          <mc:Fallback>
            <p:pic>
              <p:nvPicPr>
                <p:cNvPr id="216" name="Ink 215">
                  <a:extLst>
                    <a:ext uri="{FF2B5EF4-FFF2-40B4-BE49-F238E27FC236}">
                      <a16:creationId xmlns:a16="http://schemas.microsoft.com/office/drawing/2014/main" id="{CFCFADDB-0A1B-3DD5-746C-C4AAC45EB837}"/>
                    </a:ext>
                  </a:extLst>
                </p:cNvPr>
                <p:cNvPicPr/>
                <p:nvPr/>
              </p:nvPicPr>
              <p:blipFill>
                <a:blip r:embed="rId161"/>
                <a:stretch>
                  <a:fillRect/>
                </a:stretch>
              </p:blipFill>
              <p:spPr>
                <a:xfrm>
                  <a:off x="10687935" y="3159837"/>
                  <a:ext cx="756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17" name="Ink 216">
                  <a:extLst>
                    <a:ext uri="{FF2B5EF4-FFF2-40B4-BE49-F238E27FC236}">
                      <a16:creationId xmlns:a16="http://schemas.microsoft.com/office/drawing/2014/main" id="{B52DA01E-81E7-FC0E-01B7-6A95CD727273}"/>
                    </a:ext>
                  </a:extLst>
                </p14:cNvPr>
                <p14:cNvContentPartPr/>
                <p14:nvPr/>
              </p14:nvContentPartPr>
              <p14:xfrm>
                <a:off x="10820775" y="3198717"/>
                <a:ext cx="73800" cy="203400"/>
              </p14:xfrm>
            </p:contentPart>
          </mc:Choice>
          <mc:Fallback>
            <p:pic>
              <p:nvPicPr>
                <p:cNvPr id="217" name="Ink 216">
                  <a:extLst>
                    <a:ext uri="{FF2B5EF4-FFF2-40B4-BE49-F238E27FC236}">
                      <a16:creationId xmlns:a16="http://schemas.microsoft.com/office/drawing/2014/main" id="{B52DA01E-81E7-FC0E-01B7-6A95CD727273}"/>
                    </a:ext>
                  </a:extLst>
                </p:cNvPr>
                <p:cNvPicPr/>
                <p:nvPr/>
              </p:nvPicPr>
              <p:blipFill>
                <a:blip r:embed="rId163"/>
                <a:stretch>
                  <a:fillRect/>
                </a:stretch>
              </p:blipFill>
              <p:spPr>
                <a:xfrm>
                  <a:off x="10811775" y="3189717"/>
                  <a:ext cx="9144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218" name="Ink 217">
                  <a:extLst>
                    <a:ext uri="{FF2B5EF4-FFF2-40B4-BE49-F238E27FC236}">
                      <a16:creationId xmlns:a16="http://schemas.microsoft.com/office/drawing/2014/main" id="{29B968FD-3788-8E89-56FE-55996CE4D008}"/>
                    </a:ext>
                  </a:extLst>
                </p14:cNvPr>
                <p14:cNvContentPartPr/>
                <p14:nvPr/>
              </p14:nvContentPartPr>
              <p14:xfrm>
                <a:off x="10922295" y="3181797"/>
                <a:ext cx="67320" cy="100800"/>
              </p14:xfrm>
            </p:contentPart>
          </mc:Choice>
          <mc:Fallback>
            <p:pic>
              <p:nvPicPr>
                <p:cNvPr id="218" name="Ink 217">
                  <a:extLst>
                    <a:ext uri="{FF2B5EF4-FFF2-40B4-BE49-F238E27FC236}">
                      <a16:creationId xmlns:a16="http://schemas.microsoft.com/office/drawing/2014/main" id="{29B968FD-3788-8E89-56FE-55996CE4D008}"/>
                    </a:ext>
                  </a:extLst>
                </p:cNvPr>
                <p:cNvPicPr/>
                <p:nvPr/>
              </p:nvPicPr>
              <p:blipFill>
                <a:blip r:embed="rId165"/>
                <a:stretch>
                  <a:fillRect/>
                </a:stretch>
              </p:blipFill>
              <p:spPr>
                <a:xfrm>
                  <a:off x="10913655" y="3173157"/>
                  <a:ext cx="8496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20" name="Ink 219">
                  <a:extLst>
                    <a:ext uri="{FF2B5EF4-FFF2-40B4-BE49-F238E27FC236}">
                      <a16:creationId xmlns:a16="http://schemas.microsoft.com/office/drawing/2014/main" id="{FEAE912E-6727-EBE3-91F6-1D6262335372}"/>
                    </a:ext>
                  </a:extLst>
                </p14:cNvPr>
                <p14:cNvContentPartPr/>
                <p14:nvPr/>
              </p14:nvContentPartPr>
              <p14:xfrm>
                <a:off x="9876135" y="2245077"/>
                <a:ext cx="158400" cy="1098360"/>
              </p14:xfrm>
            </p:contentPart>
          </mc:Choice>
          <mc:Fallback>
            <p:pic>
              <p:nvPicPr>
                <p:cNvPr id="220" name="Ink 219">
                  <a:extLst>
                    <a:ext uri="{FF2B5EF4-FFF2-40B4-BE49-F238E27FC236}">
                      <a16:creationId xmlns:a16="http://schemas.microsoft.com/office/drawing/2014/main" id="{FEAE912E-6727-EBE3-91F6-1D6262335372}"/>
                    </a:ext>
                  </a:extLst>
                </p:cNvPr>
                <p:cNvPicPr/>
                <p:nvPr/>
              </p:nvPicPr>
              <p:blipFill>
                <a:blip r:embed="rId167"/>
                <a:stretch>
                  <a:fillRect/>
                </a:stretch>
              </p:blipFill>
              <p:spPr>
                <a:xfrm>
                  <a:off x="9867135" y="2236437"/>
                  <a:ext cx="176040" cy="1116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21" name="Ink 220">
                  <a:extLst>
                    <a:ext uri="{FF2B5EF4-FFF2-40B4-BE49-F238E27FC236}">
                      <a16:creationId xmlns:a16="http://schemas.microsoft.com/office/drawing/2014/main" id="{9C8B087F-F8D6-7DE8-342D-5DE68C1345FB}"/>
                    </a:ext>
                  </a:extLst>
                </p14:cNvPr>
                <p14:cNvContentPartPr/>
                <p14:nvPr/>
              </p14:nvContentPartPr>
              <p14:xfrm>
                <a:off x="9785415" y="3281877"/>
                <a:ext cx="186840" cy="91080"/>
              </p14:xfrm>
            </p:contentPart>
          </mc:Choice>
          <mc:Fallback>
            <p:pic>
              <p:nvPicPr>
                <p:cNvPr id="221" name="Ink 220">
                  <a:extLst>
                    <a:ext uri="{FF2B5EF4-FFF2-40B4-BE49-F238E27FC236}">
                      <a16:creationId xmlns:a16="http://schemas.microsoft.com/office/drawing/2014/main" id="{9C8B087F-F8D6-7DE8-342D-5DE68C1345FB}"/>
                    </a:ext>
                  </a:extLst>
                </p:cNvPr>
                <p:cNvPicPr/>
                <p:nvPr/>
              </p:nvPicPr>
              <p:blipFill>
                <a:blip r:embed="rId169"/>
                <a:stretch>
                  <a:fillRect/>
                </a:stretch>
              </p:blipFill>
              <p:spPr>
                <a:xfrm>
                  <a:off x="9776775" y="3272877"/>
                  <a:ext cx="20448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222" name="Ink 221">
                  <a:extLst>
                    <a:ext uri="{FF2B5EF4-FFF2-40B4-BE49-F238E27FC236}">
                      <a16:creationId xmlns:a16="http://schemas.microsoft.com/office/drawing/2014/main" id="{1630D1ED-89CA-2519-EAF7-B032629706D8}"/>
                    </a:ext>
                  </a:extLst>
                </p14:cNvPr>
                <p14:cNvContentPartPr/>
                <p14:nvPr/>
              </p14:nvContentPartPr>
              <p14:xfrm>
                <a:off x="10159815" y="2414277"/>
                <a:ext cx="156960" cy="275760"/>
              </p14:xfrm>
            </p:contentPart>
          </mc:Choice>
          <mc:Fallback>
            <p:pic>
              <p:nvPicPr>
                <p:cNvPr id="222" name="Ink 221">
                  <a:extLst>
                    <a:ext uri="{FF2B5EF4-FFF2-40B4-BE49-F238E27FC236}">
                      <a16:creationId xmlns:a16="http://schemas.microsoft.com/office/drawing/2014/main" id="{1630D1ED-89CA-2519-EAF7-B032629706D8}"/>
                    </a:ext>
                  </a:extLst>
                </p:cNvPr>
                <p:cNvPicPr/>
                <p:nvPr/>
              </p:nvPicPr>
              <p:blipFill>
                <a:blip r:embed="rId171"/>
                <a:stretch>
                  <a:fillRect/>
                </a:stretch>
              </p:blipFill>
              <p:spPr>
                <a:xfrm>
                  <a:off x="10150815" y="2405637"/>
                  <a:ext cx="17460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223" name="Ink 222">
                  <a:extLst>
                    <a:ext uri="{FF2B5EF4-FFF2-40B4-BE49-F238E27FC236}">
                      <a16:creationId xmlns:a16="http://schemas.microsoft.com/office/drawing/2014/main" id="{6CDD34C9-04AB-6CB3-5771-FE7652754D0C}"/>
                    </a:ext>
                  </a:extLst>
                </p14:cNvPr>
                <p14:cNvContentPartPr/>
                <p14:nvPr/>
              </p14:nvContentPartPr>
              <p14:xfrm>
                <a:off x="10330815" y="2500317"/>
                <a:ext cx="6480" cy="84600"/>
              </p14:xfrm>
            </p:contentPart>
          </mc:Choice>
          <mc:Fallback>
            <p:pic>
              <p:nvPicPr>
                <p:cNvPr id="223" name="Ink 222">
                  <a:extLst>
                    <a:ext uri="{FF2B5EF4-FFF2-40B4-BE49-F238E27FC236}">
                      <a16:creationId xmlns:a16="http://schemas.microsoft.com/office/drawing/2014/main" id="{6CDD34C9-04AB-6CB3-5771-FE7652754D0C}"/>
                    </a:ext>
                  </a:extLst>
                </p:cNvPr>
                <p:cNvPicPr/>
                <p:nvPr/>
              </p:nvPicPr>
              <p:blipFill>
                <a:blip r:embed="rId173"/>
                <a:stretch>
                  <a:fillRect/>
                </a:stretch>
              </p:blipFill>
              <p:spPr>
                <a:xfrm>
                  <a:off x="10321815" y="2491677"/>
                  <a:ext cx="2412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24" name="Ink 223">
                  <a:extLst>
                    <a:ext uri="{FF2B5EF4-FFF2-40B4-BE49-F238E27FC236}">
                      <a16:creationId xmlns:a16="http://schemas.microsoft.com/office/drawing/2014/main" id="{FEC6DADE-ED17-43EE-E7D7-06F5B8941C9C}"/>
                    </a:ext>
                  </a:extLst>
                </p14:cNvPr>
                <p14:cNvContentPartPr/>
                <p14:nvPr/>
              </p14:nvContentPartPr>
              <p14:xfrm>
                <a:off x="10363575" y="2361357"/>
                <a:ext cx="9720" cy="3960"/>
              </p14:xfrm>
            </p:contentPart>
          </mc:Choice>
          <mc:Fallback>
            <p:pic>
              <p:nvPicPr>
                <p:cNvPr id="224" name="Ink 223">
                  <a:extLst>
                    <a:ext uri="{FF2B5EF4-FFF2-40B4-BE49-F238E27FC236}">
                      <a16:creationId xmlns:a16="http://schemas.microsoft.com/office/drawing/2014/main" id="{FEC6DADE-ED17-43EE-E7D7-06F5B8941C9C}"/>
                    </a:ext>
                  </a:extLst>
                </p:cNvPr>
                <p:cNvPicPr/>
                <p:nvPr/>
              </p:nvPicPr>
              <p:blipFill>
                <a:blip r:embed="rId175"/>
                <a:stretch>
                  <a:fillRect/>
                </a:stretch>
              </p:blipFill>
              <p:spPr>
                <a:xfrm>
                  <a:off x="10354935" y="2352717"/>
                  <a:ext cx="2736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25" name="Ink 224">
                  <a:extLst>
                    <a:ext uri="{FF2B5EF4-FFF2-40B4-BE49-F238E27FC236}">
                      <a16:creationId xmlns:a16="http://schemas.microsoft.com/office/drawing/2014/main" id="{C44A7F18-7E7C-57CC-66C4-3C9106FA8137}"/>
                    </a:ext>
                  </a:extLst>
                </p14:cNvPr>
                <p14:cNvContentPartPr/>
                <p14:nvPr/>
              </p14:nvContentPartPr>
              <p14:xfrm>
                <a:off x="10425135" y="2403837"/>
                <a:ext cx="2880" cy="158400"/>
              </p14:xfrm>
            </p:contentPart>
          </mc:Choice>
          <mc:Fallback>
            <p:pic>
              <p:nvPicPr>
                <p:cNvPr id="225" name="Ink 224">
                  <a:extLst>
                    <a:ext uri="{FF2B5EF4-FFF2-40B4-BE49-F238E27FC236}">
                      <a16:creationId xmlns:a16="http://schemas.microsoft.com/office/drawing/2014/main" id="{C44A7F18-7E7C-57CC-66C4-3C9106FA8137}"/>
                    </a:ext>
                  </a:extLst>
                </p:cNvPr>
                <p:cNvPicPr/>
                <p:nvPr/>
              </p:nvPicPr>
              <p:blipFill>
                <a:blip r:embed="rId177"/>
                <a:stretch>
                  <a:fillRect/>
                </a:stretch>
              </p:blipFill>
              <p:spPr>
                <a:xfrm>
                  <a:off x="10416495" y="2395197"/>
                  <a:ext cx="205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26" name="Ink 225">
                  <a:extLst>
                    <a:ext uri="{FF2B5EF4-FFF2-40B4-BE49-F238E27FC236}">
                      <a16:creationId xmlns:a16="http://schemas.microsoft.com/office/drawing/2014/main" id="{F11ABDB9-0574-1AA3-E52E-F2FD8D3DBC10}"/>
                    </a:ext>
                  </a:extLst>
                </p14:cNvPr>
                <p14:cNvContentPartPr/>
                <p14:nvPr/>
              </p14:nvContentPartPr>
              <p14:xfrm>
                <a:off x="10391295" y="2471157"/>
                <a:ext cx="82440" cy="11880"/>
              </p14:xfrm>
            </p:contentPart>
          </mc:Choice>
          <mc:Fallback>
            <p:pic>
              <p:nvPicPr>
                <p:cNvPr id="226" name="Ink 225">
                  <a:extLst>
                    <a:ext uri="{FF2B5EF4-FFF2-40B4-BE49-F238E27FC236}">
                      <a16:creationId xmlns:a16="http://schemas.microsoft.com/office/drawing/2014/main" id="{F11ABDB9-0574-1AA3-E52E-F2FD8D3DBC10}"/>
                    </a:ext>
                  </a:extLst>
                </p:cNvPr>
                <p:cNvPicPr/>
                <p:nvPr/>
              </p:nvPicPr>
              <p:blipFill>
                <a:blip r:embed="rId179"/>
                <a:stretch>
                  <a:fillRect/>
                </a:stretch>
              </p:blipFill>
              <p:spPr>
                <a:xfrm>
                  <a:off x="10382295" y="2462517"/>
                  <a:ext cx="10008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27" name="Ink 226">
                  <a:extLst>
                    <a:ext uri="{FF2B5EF4-FFF2-40B4-BE49-F238E27FC236}">
                      <a16:creationId xmlns:a16="http://schemas.microsoft.com/office/drawing/2014/main" id="{9EE22096-B3B4-0EBE-7549-386FB64D7933}"/>
                    </a:ext>
                  </a:extLst>
                </p14:cNvPr>
                <p14:cNvContentPartPr/>
                <p14:nvPr/>
              </p14:nvContentPartPr>
              <p14:xfrm>
                <a:off x="10566255" y="2404197"/>
                <a:ext cx="96480" cy="207720"/>
              </p14:xfrm>
            </p:contentPart>
          </mc:Choice>
          <mc:Fallback>
            <p:pic>
              <p:nvPicPr>
                <p:cNvPr id="227" name="Ink 226">
                  <a:extLst>
                    <a:ext uri="{FF2B5EF4-FFF2-40B4-BE49-F238E27FC236}">
                      <a16:creationId xmlns:a16="http://schemas.microsoft.com/office/drawing/2014/main" id="{9EE22096-B3B4-0EBE-7549-386FB64D7933}"/>
                    </a:ext>
                  </a:extLst>
                </p:cNvPr>
                <p:cNvPicPr/>
                <p:nvPr/>
              </p:nvPicPr>
              <p:blipFill>
                <a:blip r:embed="rId181"/>
                <a:stretch>
                  <a:fillRect/>
                </a:stretch>
              </p:blipFill>
              <p:spPr>
                <a:xfrm>
                  <a:off x="10557255" y="2395197"/>
                  <a:ext cx="1141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28" name="Ink 227">
                  <a:extLst>
                    <a:ext uri="{FF2B5EF4-FFF2-40B4-BE49-F238E27FC236}">
                      <a16:creationId xmlns:a16="http://schemas.microsoft.com/office/drawing/2014/main" id="{0B1DF50D-990F-7AEB-FCC1-CE197766D0FF}"/>
                    </a:ext>
                  </a:extLst>
                </p14:cNvPr>
                <p14:cNvContentPartPr/>
                <p14:nvPr/>
              </p14:nvContentPartPr>
              <p14:xfrm>
                <a:off x="10688295" y="2428317"/>
                <a:ext cx="91440" cy="113760"/>
              </p14:xfrm>
            </p:contentPart>
          </mc:Choice>
          <mc:Fallback>
            <p:pic>
              <p:nvPicPr>
                <p:cNvPr id="228" name="Ink 227">
                  <a:extLst>
                    <a:ext uri="{FF2B5EF4-FFF2-40B4-BE49-F238E27FC236}">
                      <a16:creationId xmlns:a16="http://schemas.microsoft.com/office/drawing/2014/main" id="{0B1DF50D-990F-7AEB-FCC1-CE197766D0FF}"/>
                    </a:ext>
                  </a:extLst>
                </p:cNvPr>
                <p:cNvPicPr/>
                <p:nvPr/>
              </p:nvPicPr>
              <p:blipFill>
                <a:blip r:embed="rId183"/>
                <a:stretch>
                  <a:fillRect/>
                </a:stretch>
              </p:blipFill>
              <p:spPr>
                <a:xfrm>
                  <a:off x="10679295" y="2419317"/>
                  <a:ext cx="10908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29" name="Ink 228">
                  <a:extLst>
                    <a:ext uri="{FF2B5EF4-FFF2-40B4-BE49-F238E27FC236}">
                      <a16:creationId xmlns:a16="http://schemas.microsoft.com/office/drawing/2014/main" id="{A197C4CB-6780-830C-741F-71801F48861E}"/>
                    </a:ext>
                  </a:extLst>
                </p14:cNvPr>
                <p14:cNvContentPartPr/>
                <p14:nvPr/>
              </p14:nvContentPartPr>
              <p14:xfrm>
                <a:off x="10833735" y="2427957"/>
                <a:ext cx="46800" cy="105120"/>
              </p14:xfrm>
            </p:contentPart>
          </mc:Choice>
          <mc:Fallback>
            <p:pic>
              <p:nvPicPr>
                <p:cNvPr id="229" name="Ink 228">
                  <a:extLst>
                    <a:ext uri="{FF2B5EF4-FFF2-40B4-BE49-F238E27FC236}">
                      <a16:creationId xmlns:a16="http://schemas.microsoft.com/office/drawing/2014/main" id="{A197C4CB-6780-830C-741F-71801F48861E}"/>
                    </a:ext>
                  </a:extLst>
                </p:cNvPr>
                <p:cNvPicPr/>
                <p:nvPr/>
              </p:nvPicPr>
              <p:blipFill>
                <a:blip r:embed="rId185"/>
                <a:stretch>
                  <a:fillRect/>
                </a:stretch>
              </p:blipFill>
              <p:spPr>
                <a:xfrm>
                  <a:off x="10825095" y="2418957"/>
                  <a:ext cx="644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30" name="Ink 229">
                  <a:extLst>
                    <a:ext uri="{FF2B5EF4-FFF2-40B4-BE49-F238E27FC236}">
                      <a16:creationId xmlns:a16="http://schemas.microsoft.com/office/drawing/2014/main" id="{F5368003-60F0-7133-06C4-45EE33C91C4B}"/>
                    </a:ext>
                  </a:extLst>
                </p14:cNvPr>
                <p14:cNvContentPartPr/>
                <p14:nvPr/>
              </p14:nvContentPartPr>
              <p14:xfrm>
                <a:off x="10888095" y="2381517"/>
                <a:ext cx="174600" cy="151920"/>
              </p14:xfrm>
            </p:contentPart>
          </mc:Choice>
          <mc:Fallback>
            <p:pic>
              <p:nvPicPr>
                <p:cNvPr id="230" name="Ink 229">
                  <a:extLst>
                    <a:ext uri="{FF2B5EF4-FFF2-40B4-BE49-F238E27FC236}">
                      <a16:creationId xmlns:a16="http://schemas.microsoft.com/office/drawing/2014/main" id="{F5368003-60F0-7133-06C4-45EE33C91C4B}"/>
                    </a:ext>
                  </a:extLst>
                </p:cNvPr>
                <p:cNvPicPr/>
                <p:nvPr/>
              </p:nvPicPr>
              <p:blipFill>
                <a:blip r:embed="rId187"/>
                <a:stretch>
                  <a:fillRect/>
                </a:stretch>
              </p:blipFill>
              <p:spPr>
                <a:xfrm>
                  <a:off x="10879095" y="2372877"/>
                  <a:ext cx="192240" cy="169560"/>
                </a:xfrm>
                <a:prstGeom prst="rect">
                  <a:avLst/>
                </a:prstGeom>
              </p:spPr>
            </p:pic>
          </mc:Fallback>
        </mc:AlternateContent>
      </p:grpSp>
      <p:grpSp>
        <p:nvGrpSpPr>
          <p:cNvPr id="234" name="Group 233">
            <a:extLst>
              <a:ext uri="{FF2B5EF4-FFF2-40B4-BE49-F238E27FC236}">
                <a16:creationId xmlns:a16="http://schemas.microsoft.com/office/drawing/2014/main" id="{92179597-19B0-45D8-D4FD-AD920C29242C}"/>
              </a:ext>
            </a:extLst>
          </p:cNvPr>
          <p:cNvGrpSpPr/>
          <p:nvPr/>
        </p:nvGrpSpPr>
        <p:grpSpPr>
          <a:xfrm>
            <a:off x="2076735" y="3124917"/>
            <a:ext cx="300240" cy="461520"/>
            <a:chOff x="2076735" y="3124917"/>
            <a:chExt cx="300240" cy="461520"/>
          </a:xfrm>
        </p:grpSpPr>
        <mc:AlternateContent xmlns:mc="http://schemas.openxmlformats.org/markup-compatibility/2006">
          <mc:Choice xmlns:p14="http://schemas.microsoft.com/office/powerpoint/2010/main" Requires="p14">
            <p:contentPart p14:bwMode="auto" r:id="rId188">
              <p14:nvContentPartPr>
                <p14:cNvPr id="232" name="Ink 231">
                  <a:extLst>
                    <a:ext uri="{FF2B5EF4-FFF2-40B4-BE49-F238E27FC236}">
                      <a16:creationId xmlns:a16="http://schemas.microsoft.com/office/drawing/2014/main" id="{A8EE2645-AA55-0B8B-CE8A-6F6C83A8271C}"/>
                    </a:ext>
                  </a:extLst>
                </p14:cNvPr>
                <p14:cNvContentPartPr/>
                <p14:nvPr/>
              </p14:nvContentPartPr>
              <p14:xfrm>
                <a:off x="2076735" y="3124917"/>
                <a:ext cx="300240" cy="207360"/>
              </p14:xfrm>
            </p:contentPart>
          </mc:Choice>
          <mc:Fallback>
            <p:pic>
              <p:nvPicPr>
                <p:cNvPr id="232" name="Ink 231">
                  <a:extLst>
                    <a:ext uri="{FF2B5EF4-FFF2-40B4-BE49-F238E27FC236}">
                      <a16:creationId xmlns:a16="http://schemas.microsoft.com/office/drawing/2014/main" id="{A8EE2645-AA55-0B8B-CE8A-6F6C83A8271C}"/>
                    </a:ext>
                  </a:extLst>
                </p:cNvPr>
                <p:cNvPicPr/>
                <p:nvPr/>
              </p:nvPicPr>
              <p:blipFill>
                <a:blip r:embed="rId189"/>
                <a:stretch>
                  <a:fillRect/>
                </a:stretch>
              </p:blipFill>
              <p:spPr>
                <a:xfrm>
                  <a:off x="2068095" y="3116277"/>
                  <a:ext cx="3178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233" name="Ink 232">
                  <a:extLst>
                    <a:ext uri="{FF2B5EF4-FFF2-40B4-BE49-F238E27FC236}">
                      <a16:creationId xmlns:a16="http://schemas.microsoft.com/office/drawing/2014/main" id="{09AA8C0A-5AC8-01B4-8DCA-6B30E28DDFD7}"/>
                    </a:ext>
                  </a:extLst>
                </p14:cNvPr>
                <p14:cNvContentPartPr/>
                <p14:nvPr/>
              </p14:nvContentPartPr>
              <p14:xfrm>
                <a:off x="2088975" y="3428757"/>
                <a:ext cx="188280" cy="157680"/>
              </p14:xfrm>
            </p:contentPart>
          </mc:Choice>
          <mc:Fallback>
            <p:pic>
              <p:nvPicPr>
                <p:cNvPr id="233" name="Ink 232">
                  <a:extLst>
                    <a:ext uri="{FF2B5EF4-FFF2-40B4-BE49-F238E27FC236}">
                      <a16:creationId xmlns:a16="http://schemas.microsoft.com/office/drawing/2014/main" id="{09AA8C0A-5AC8-01B4-8DCA-6B30E28DDFD7}"/>
                    </a:ext>
                  </a:extLst>
                </p:cNvPr>
                <p:cNvPicPr/>
                <p:nvPr/>
              </p:nvPicPr>
              <p:blipFill>
                <a:blip r:embed="rId191"/>
                <a:stretch>
                  <a:fillRect/>
                </a:stretch>
              </p:blipFill>
              <p:spPr>
                <a:xfrm>
                  <a:off x="2080335" y="3419757"/>
                  <a:ext cx="205920" cy="175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2">
            <p14:nvContentPartPr>
              <p14:cNvPr id="235" name="Ink 234">
                <a:extLst>
                  <a:ext uri="{FF2B5EF4-FFF2-40B4-BE49-F238E27FC236}">
                    <a16:creationId xmlns:a16="http://schemas.microsoft.com/office/drawing/2014/main" id="{79C75A21-E668-15C6-CF5F-E64B6FCFE886}"/>
                  </a:ext>
                </a:extLst>
              </p14:cNvPr>
              <p14:cNvContentPartPr/>
              <p14:nvPr/>
            </p14:nvContentPartPr>
            <p14:xfrm>
              <a:off x="2088975" y="3695877"/>
              <a:ext cx="168840" cy="145080"/>
            </p14:xfrm>
          </p:contentPart>
        </mc:Choice>
        <mc:Fallback>
          <p:pic>
            <p:nvPicPr>
              <p:cNvPr id="235" name="Ink 234">
                <a:extLst>
                  <a:ext uri="{FF2B5EF4-FFF2-40B4-BE49-F238E27FC236}">
                    <a16:creationId xmlns:a16="http://schemas.microsoft.com/office/drawing/2014/main" id="{79C75A21-E668-15C6-CF5F-E64B6FCFE886}"/>
                  </a:ext>
                </a:extLst>
              </p:cNvPr>
              <p:cNvPicPr/>
              <p:nvPr/>
            </p:nvPicPr>
            <p:blipFill>
              <a:blip r:embed="rId193"/>
              <a:stretch>
                <a:fillRect/>
              </a:stretch>
            </p:blipFill>
            <p:spPr>
              <a:xfrm>
                <a:off x="2080335" y="3686877"/>
                <a:ext cx="18648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236" name="Ink 235">
                <a:extLst>
                  <a:ext uri="{FF2B5EF4-FFF2-40B4-BE49-F238E27FC236}">
                    <a16:creationId xmlns:a16="http://schemas.microsoft.com/office/drawing/2014/main" id="{5AFDC96A-31F0-FAC3-88D6-474D8382D5F8}"/>
                  </a:ext>
                </a:extLst>
              </p14:cNvPr>
              <p14:cNvContentPartPr/>
              <p14:nvPr/>
            </p14:nvContentPartPr>
            <p14:xfrm>
              <a:off x="7212135" y="1731717"/>
              <a:ext cx="730440" cy="42480"/>
            </p14:xfrm>
          </p:contentPart>
        </mc:Choice>
        <mc:Fallback>
          <p:pic>
            <p:nvPicPr>
              <p:cNvPr id="236" name="Ink 235">
                <a:extLst>
                  <a:ext uri="{FF2B5EF4-FFF2-40B4-BE49-F238E27FC236}">
                    <a16:creationId xmlns:a16="http://schemas.microsoft.com/office/drawing/2014/main" id="{5AFDC96A-31F0-FAC3-88D6-474D8382D5F8}"/>
                  </a:ext>
                </a:extLst>
              </p:cNvPr>
              <p:cNvPicPr/>
              <p:nvPr/>
            </p:nvPicPr>
            <p:blipFill>
              <a:blip r:embed="rId195"/>
              <a:stretch>
                <a:fillRect/>
              </a:stretch>
            </p:blipFill>
            <p:spPr>
              <a:xfrm>
                <a:off x="7203135" y="1723077"/>
                <a:ext cx="74808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237" name="Ink 236">
                <a:extLst>
                  <a:ext uri="{FF2B5EF4-FFF2-40B4-BE49-F238E27FC236}">
                    <a16:creationId xmlns:a16="http://schemas.microsoft.com/office/drawing/2014/main" id="{0B222027-94B2-AEEE-4D09-BFFEB56B66EB}"/>
                  </a:ext>
                </a:extLst>
              </p14:cNvPr>
              <p14:cNvContentPartPr/>
              <p14:nvPr/>
            </p14:nvContentPartPr>
            <p14:xfrm>
              <a:off x="7260375" y="1943757"/>
              <a:ext cx="698760" cy="6480"/>
            </p14:xfrm>
          </p:contentPart>
        </mc:Choice>
        <mc:Fallback>
          <p:pic>
            <p:nvPicPr>
              <p:cNvPr id="237" name="Ink 236">
                <a:extLst>
                  <a:ext uri="{FF2B5EF4-FFF2-40B4-BE49-F238E27FC236}">
                    <a16:creationId xmlns:a16="http://schemas.microsoft.com/office/drawing/2014/main" id="{0B222027-94B2-AEEE-4D09-BFFEB56B66EB}"/>
                  </a:ext>
                </a:extLst>
              </p:cNvPr>
              <p:cNvPicPr/>
              <p:nvPr/>
            </p:nvPicPr>
            <p:blipFill>
              <a:blip r:embed="rId197"/>
              <a:stretch>
                <a:fillRect/>
              </a:stretch>
            </p:blipFill>
            <p:spPr>
              <a:xfrm>
                <a:off x="7251735" y="1934757"/>
                <a:ext cx="7164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238" name="Ink 237">
                <a:extLst>
                  <a:ext uri="{FF2B5EF4-FFF2-40B4-BE49-F238E27FC236}">
                    <a16:creationId xmlns:a16="http://schemas.microsoft.com/office/drawing/2014/main" id="{F7E35F53-4926-CFC1-C408-ABCE514E09E0}"/>
                  </a:ext>
                </a:extLst>
              </p14:cNvPr>
              <p14:cNvContentPartPr/>
              <p14:nvPr/>
            </p14:nvContentPartPr>
            <p14:xfrm>
              <a:off x="2264655" y="3883437"/>
              <a:ext cx="618480" cy="15480"/>
            </p14:xfrm>
          </p:contentPart>
        </mc:Choice>
        <mc:Fallback>
          <p:pic>
            <p:nvPicPr>
              <p:cNvPr id="238" name="Ink 237">
                <a:extLst>
                  <a:ext uri="{FF2B5EF4-FFF2-40B4-BE49-F238E27FC236}">
                    <a16:creationId xmlns:a16="http://schemas.microsoft.com/office/drawing/2014/main" id="{F7E35F53-4926-CFC1-C408-ABCE514E09E0}"/>
                  </a:ext>
                </a:extLst>
              </p:cNvPr>
              <p:cNvPicPr/>
              <p:nvPr/>
            </p:nvPicPr>
            <p:blipFill>
              <a:blip r:embed="rId199"/>
              <a:stretch>
                <a:fillRect/>
              </a:stretch>
            </p:blipFill>
            <p:spPr>
              <a:xfrm>
                <a:off x="2255655" y="3874797"/>
                <a:ext cx="636120" cy="33120"/>
              </a:xfrm>
              <a:prstGeom prst="rect">
                <a:avLst/>
              </a:prstGeom>
            </p:spPr>
          </p:pic>
        </mc:Fallback>
      </mc:AlternateContent>
      <p:grpSp>
        <p:nvGrpSpPr>
          <p:cNvPr id="241" name="Group 240">
            <a:extLst>
              <a:ext uri="{FF2B5EF4-FFF2-40B4-BE49-F238E27FC236}">
                <a16:creationId xmlns:a16="http://schemas.microsoft.com/office/drawing/2014/main" id="{2ED79A5B-0B20-C52A-97C4-85673EB5AF51}"/>
              </a:ext>
            </a:extLst>
          </p:cNvPr>
          <p:cNvGrpSpPr/>
          <p:nvPr/>
        </p:nvGrpSpPr>
        <p:grpSpPr>
          <a:xfrm>
            <a:off x="884055" y="4306437"/>
            <a:ext cx="511200" cy="421920"/>
            <a:chOff x="884055" y="4306437"/>
            <a:chExt cx="511200" cy="421920"/>
          </a:xfrm>
        </p:grpSpPr>
        <mc:AlternateContent xmlns:mc="http://schemas.openxmlformats.org/markup-compatibility/2006">
          <mc:Choice xmlns:p14="http://schemas.microsoft.com/office/powerpoint/2010/main" Requires="p14">
            <p:contentPart p14:bwMode="auto" r:id="rId200">
              <p14:nvContentPartPr>
                <p14:cNvPr id="239" name="Ink 238">
                  <a:extLst>
                    <a:ext uri="{FF2B5EF4-FFF2-40B4-BE49-F238E27FC236}">
                      <a16:creationId xmlns:a16="http://schemas.microsoft.com/office/drawing/2014/main" id="{ED34C010-3BBA-B719-D40E-F29C02D2C5B0}"/>
                    </a:ext>
                  </a:extLst>
                </p14:cNvPr>
                <p14:cNvContentPartPr/>
                <p14:nvPr/>
              </p14:nvContentPartPr>
              <p14:xfrm>
                <a:off x="884055" y="4306437"/>
                <a:ext cx="321120" cy="421920"/>
              </p14:xfrm>
            </p:contentPart>
          </mc:Choice>
          <mc:Fallback>
            <p:pic>
              <p:nvPicPr>
                <p:cNvPr id="239" name="Ink 238">
                  <a:extLst>
                    <a:ext uri="{FF2B5EF4-FFF2-40B4-BE49-F238E27FC236}">
                      <a16:creationId xmlns:a16="http://schemas.microsoft.com/office/drawing/2014/main" id="{ED34C010-3BBA-B719-D40E-F29C02D2C5B0}"/>
                    </a:ext>
                  </a:extLst>
                </p:cNvPr>
                <p:cNvPicPr/>
                <p:nvPr/>
              </p:nvPicPr>
              <p:blipFill>
                <a:blip r:embed="rId201"/>
                <a:stretch>
                  <a:fillRect/>
                </a:stretch>
              </p:blipFill>
              <p:spPr>
                <a:xfrm>
                  <a:off x="875415" y="4297437"/>
                  <a:ext cx="33876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240" name="Ink 239">
                  <a:extLst>
                    <a:ext uri="{FF2B5EF4-FFF2-40B4-BE49-F238E27FC236}">
                      <a16:creationId xmlns:a16="http://schemas.microsoft.com/office/drawing/2014/main" id="{5766791C-E866-B465-AAF8-5A5B4438B29D}"/>
                    </a:ext>
                  </a:extLst>
                </p14:cNvPr>
                <p14:cNvContentPartPr/>
                <p14:nvPr/>
              </p14:nvContentPartPr>
              <p14:xfrm>
                <a:off x="1217055" y="4436757"/>
                <a:ext cx="178200" cy="268920"/>
              </p14:xfrm>
            </p:contentPart>
          </mc:Choice>
          <mc:Fallback>
            <p:pic>
              <p:nvPicPr>
                <p:cNvPr id="240" name="Ink 239">
                  <a:extLst>
                    <a:ext uri="{FF2B5EF4-FFF2-40B4-BE49-F238E27FC236}">
                      <a16:creationId xmlns:a16="http://schemas.microsoft.com/office/drawing/2014/main" id="{5766791C-E866-B465-AAF8-5A5B4438B29D}"/>
                    </a:ext>
                  </a:extLst>
                </p:cNvPr>
                <p:cNvPicPr/>
                <p:nvPr/>
              </p:nvPicPr>
              <p:blipFill>
                <a:blip r:embed="rId203"/>
                <a:stretch>
                  <a:fillRect/>
                </a:stretch>
              </p:blipFill>
              <p:spPr>
                <a:xfrm>
                  <a:off x="1208415" y="4428117"/>
                  <a:ext cx="195840" cy="286560"/>
                </a:xfrm>
                <a:prstGeom prst="rect">
                  <a:avLst/>
                </a:prstGeom>
              </p:spPr>
            </p:pic>
          </mc:Fallback>
        </mc:AlternateContent>
      </p:grpSp>
      <p:grpSp>
        <p:nvGrpSpPr>
          <p:cNvPr id="249" name="Group 248">
            <a:extLst>
              <a:ext uri="{FF2B5EF4-FFF2-40B4-BE49-F238E27FC236}">
                <a16:creationId xmlns:a16="http://schemas.microsoft.com/office/drawing/2014/main" id="{2E9198AA-6B80-7A7D-7A69-3D22F6CBFBCF}"/>
              </a:ext>
            </a:extLst>
          </p:cNvPr>
          <p:cNvGrpSpPr/>
          <p:nvPr/>
        </p:nvGrpSpPr>
        <p:grpSpPr>
          <a:xfrm>
            <a:off x="5371095" y="5201757"/>
            <a:ext cx="1115640" cy="645840"/>
            <a:chOff x="5371095" y="5201757"/>
            <a:chExt cx="1115640" cy="645840"/>
          </a:xfrm>
        </p:grpSpPr>
        <mc:AlternateContent xmlns:mc="http://schemas.openxmlformats.org/markup-compatibility/2006">
          <mc:Choice xmlns:p14="http://schemas.microsoft.com/office/powerpoint/2010/main" Requires="p14">
            <p:contentPart p14:bwMode="auto" r:id="rId204">
              <p14:nvContentPartPr>
                <p14:cNvPr id="242" name="Ink 241">
                  <a:extLst>
                    <a:ext uri="{FF2B5EF4-FFF2-40B4-BE49-F238E27FC236}">
                      <a16:creationId xmlns:a16="http://schemas.microsoft.com/office/drawing/2014/main" id="{F9E35EEA-4F09-E599-2798-9D5CD0B78D3B}"/>
                    </a:ext>
                  </a:extLst>
                </p14:cNvPr>
                <p14:cNvContentPartPr/>
                <p14:nvPr/>
              </p14:nvContentPartPr>
              <p14:xfrm>
                <a:off x="5371095" y="5516397"/>
                <a:ext cx="423360" cy="186120"/>
              </p14:xfrm>
            </p:contentPart>
          </mc:Choice>
          <mc:Fallback>
            <p:pic>
              <p:nvPicPr>
                <p:cNvPr id="242" name="Ink 241">
                  <a:extLst>
                    <a:ext uri="{FF2B5EF4-FFF2-40B4-BE49-F238E27FC236}">
                      <a16:creationId xmlns:a16="http://schemas.microsoft.com/office/drawing/2014/main" id="{F9E35EEA-4F09-E599-2798-9D5CD0B78D3B}"/>
                    </a:ext>
                  </a:extLst>
                </p:cNvPr>
                <p:cNvPicPr/>
                <p:nvPr/>
              </p:nvPicPr>
              <p:blipFill>
                <a:blip r:embed="rId205"/>
                <a:stretch>
                  <a:fillRect/>
                </a:stretch>
              </p:blipFill>
              <p:spPr>
                <a:xfrm>
                  <a:off x="5362455" y="5507757"/>
                  <a:ext cx="4410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243" name="Ink 242">
                  <a:extLst>
                    <a:ext uri="{FF2B5EF4-FFF2-40B4-BE49-F238E27FC236}">
                      <a16:creationId xmlns:a16="http://schemas.microsoft.com/office/drawing/2014/main" id="{ADDF3ED7-5000-A896-DEB2-034BA4204927}"/>
                    </a:ext>
                  </a:extLst>
                </p14:cNvPr>
                <p14:cNvContentPartPr/>
                <p14:nvPr/>
              </p14:nvContentPartPr>
              <p14:xfrm>
                <a:off x="5407815" y="5413437"/>
                <a:ext cx="326880" cy="434160"/>
              </p14:xfrm>
            </p:contentPart>
          </mc:Choice>
          <mc:Fallback>
            <p:pic>
              <p:nvPicPr>
                <p:cNvPr id="243" name="Ink 242">
                  <a:extLst>
                    <a:ext uri="{FF2B5EF4-FFF2-40B4-BE49-F238E27FC236}">
                      <a16:creationId xmlns:a16="http://schemas.microsoft.com/office/drawing/2014/main" id="{ADDF3ED7-5000-A896-DEB2-034BA4204927}"/>
                    </a:ext>
                  </a:extLst>
                </p:cNvPr>
                <p:cNvPicPr/>
                <p:nvPr/>
              </p:nvPicPr>
              <p:blipFill>
                <a:blip r:embed="rId207"/>
                <a:stretch>
                  <a:fillRect/>
                </a:stretch>
              </p:blipFill>
              <p:spPr>
                <a:xfrm>
                  <a:off x="5399175" y="5404797"/>
                  <a:ext cx="34452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244" name="Ink 243">
                  <a:extLst>
                    <a:ext uri="{FF2B5EF4-FFF2-40B4-BE49-F238E27FC236}">
                      <a16:creationId xmlns:a16="http://schemas.microsoft.com/office/drawing/2014/main" id="{92868071-C198-786A-E35B-14DE218C4AD0}"/>
                    </a:ext>
                  </a:extLst>
                </p14:cNvPr>
                <p14:cNvContentPartPr/>
                <p14:nvPr/>
              </p14:nvContentPartPr>
              <p14:xfrm>
                <a:off x="5962215" y="5251797"/>
                <a:ext cx="195480" cy="223200"/>
              </p14:xfrm>
            </p:contentPart>
          </mc:Choice>
          <mc:Fallback>
            <p:pic>
              <p:nvPicPr>
                <p:cNvPr id="244" name="Ink 243">
                  <a:extLst>
                    <a:ext uri="{FF2B5EF4-FFF2-40B4-BE49-F238E27FC236}">
                      <a16:creationId xmlns:a16="http://schemas.microsoft.com/office/drawing/2014/main" id="{92868071-C198-786A-E35B-14DE218C4AD0}"/>
                    </a:ext>
                  </a:extLst>
                </p:cNvPr>
                <p:cNvPicPr/>
                <p:nvPr/>
              </p:nvPicPr>
              <p:blipFill>
                <a:blip r:embed="rId209"/>
                <a:stretch>
                  <a:fillRect/>
                </a:stretch>
              </p:blipFill>
              <p:spPr>
                <a:xfrm>
                  <a:off x="5953215" y="5242797"/>
                  <a:ext cx="21312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245" name="Ink 244">
                  <a:extLst>
                    <a:ext uri="{FF2B5EF4-FFF2-40B4-BE49-F238E27FC236}">
                      <a16:creationId xmlns:a16="http://schemas.microsoft.com/office/drawing/2014/main" id="{1D6086E4-A973-31C6-FC96-389D46BF8949}"/>
                    </a:ext>
                  </a:extLst>
                </p14:cNvPr>
                <p14:cNvContentPartPr/>
                <p14:nvPr/>
              </p14:nvContentPartPr>
              <p14:xfrm>
                <a:off x="6206655" y="5255397"/>
                <a:ext cx="125280" cy="219600"/>
              </p14:xfrm>
            </p:contentPart>
          </mc:Choice>
          <mc:Fallback>
            <p:pic>
              <p:nvPicPr>
                <p:cNvPr id="245" name="Ink 244">
                  <a:extLst>
                    <a:ext uri="{FF2B5EF4-FFF2-40B4-BE49-F238E27FC236}">
                      <a16:creationId xmlns:a16="http://schemas.microsoft.com/office/drawing/2014/main" id="{1D6086E4-A973-31C6-FC96-389D46BF8949}"/>
                    </a:ext>
                  </a:extLst>
                </p:cNvPr>
                <p:cNvPicPr/>
                <p:nvPr/>
              </p:nvPicPr>
              <p:blipFill>
                <a:blip r:embed="rId211"/>
                <a:stretch>
                  <a:fillRect/>
                </a:stretch>
              </p:blipFill>
              <p:spPr>
                <a:xfrm>
                  <a:off x="6197655" y="5246397"/>
                  <a:ext cx="1429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247" name="Ink 246">
                  <a:extLst>
                    <a:ext uri="{FF2B5EF4-FFF2-40B4-BE49-F238E27FC236}">
                      <a16:creationId xmlns:a16="http://schemas.microsoft.com/office/drawing/2014/main" id="{CAD2C195-0F19-029D-5407-4109E8B257C4}"/>
                    </a:ext>
                  </a:extLst>
                </p14:cNvPr>
                <p14:cNvContentPartPr/>
                <p14:nvPr/>
              </p14:nvContentPartPr>
              <p14:xfrm>
                <a:off x="5822175" y="5239917"/>
                <a:ext cx="151920" cy="342000"/>
              </p14:xfrm>
            </p:contentPart>
          </mc:Choice>
          <mc:Fallback>
            <p:pic>
              <p:nvPicPr>
                <p:cNvPr id="247" name="Ink 246">
                  <a:extLst>
                    <a:ext uri="{FF2B5EF4-FFF2-40B4-BE49-F238E27FC236}">
                      <a16:creationId xmlns:a16="http://schemas.microsoft.com/office/drawing/2014/main" id="{CAD2C195-0F19-029D-5407-4109E8B257C4}"/>
                    </a:ext>
                  </a:extLst>
                </p:cNvPr>
                <p:cNvPicPr/>
                <p:nvPr/>
              </p:nvPicPr>
              <p:blipFill>
                <a:blip r:embed="rId213"/>
                <a:stretch>
                  <a:fillRect/>
                </a:stretch>
              </p:blipFill>
              <p:spPr>
                <a:xfrm>
                  <a:off x="5813535" y="5231277"/>
                  <a:ext cx="16956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248" name="Ink 247">
                  <a:extLst>
                    <a:ext uri="{FF2B5EF4-FFF2-40B4-BE49-F238E27FC236}">
                      <a16:creationId xmlns:a16="http://schemas.microsoft.com/office/drawing/2014/main" id="{A062D88E-0EA8-2DED-7FE1-47385ABC1731}"/>
                    </a:ext>
                  </a:extLst>
                </p14:cNvPr>
                <p14:cNvContentPartPr/>
                <p14:nvPr/>
              </p14:nvContentPartPr>
              <p14:xfrm>
                <a:off x="6266775" y="5201757"/>
                <a:ext cx="219960" cy="477000"/>
              </p14:xfrm>
            </p:contentPart>
          </mc:Choice>
          <mc:Fallback>
            <p:pic>
              <p:nvPicPr>
                <p:cNvPr id="248" name="Ink 247">
                  <a:extLst>
                    <a:ext uri="{FF2B5EF4-FFF2-40B4-BE49-F238E27FC236}">
                      <a16:creationId xmlns:a16="http://schemas.microsoft.com/office/drawing/2014/main" id="{A062D88E-0EA8-2DED-7FE1-47385ABC1731}"/>
                    </a:ext>
                  </a:extLst>
                </p:cNvPr>
                <p:cNvPicPr/>
                <p:nvPr/>
              </p:nvPicPr>
              <p:blipFill>
                <a:blip r:embed="rId215"/>
                <a:stretch>
                  <a:fillRect/>
                </a:stretch>
              </p:blipFill>
              <p:spPr>
                <a:xfrm>
                  <a:off x="6258135" y="5192757"/>
                  <a:ext cx="237600" cy="494640"/>
                </a:xfrm>
                <a:prstGeom prst="rect">
                  <a:avLst/>
                </a:prstGeom>
              </p:spPr>
            </p:pic>
          </mc:Fallback>
        </mc:AlternateContent>
      </p:grpSp>
    </p:spTree>
    <p:extLst>
      <p:ext uri="{BB962C8B-B14F-4D97-AF65-F5344CB8AC3E}">
        <p14:creationId xmlns:p14="http://schemas.microsoft.com/office/powerpoint/2010/main" val="3740633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5C1FA-C06E-D06F-9298-3D35B8EE5B3C}"/>
              </a:ext>
            </a:extLst>
          </p:cNvPr>
          <p:cNvSpPr>
            <a:spLocks noGrp="1"/>
          </p:cNvSpPr>
          <p:nvPr>
            <p:ph type="title"/>
          </p:nvPr>
        </p:nvSpPr>
        <p:spPr/>
        <p:txBody>
          <a:bodyPr/>
          <a:lstStyle/>
          <a:p>
            <a:r>
              <a:rPr lang="en-IN" dirty="0"/>
              <a:t>Git</a:t>
            </a:r>
          </a:p>
        </p:txBody>
      </p:sp>
      <p:sp>
        <p:nvSpPr>
          <p:cNvPr id="3" name="TextBox 2">
            <a:extLst>
              <a:ext uri="{FF2B5EF4-FFF2-40B4-BE49-F238E27FC236}">
                <a16:creationId xmlns:a16="http://schemas.microsoft.com/office/drawing/2014/main" id="{B109F338-FE0A-1344-9F21-B90F61C8217C}"/>
              </a:ext>
            </a:extLst>
          </p:cNvPr>
          <p:cNvSpPr txBox="1"/>
          <p:nvPr/>
        </p:nvSpPr>
        <p:spPr>
          <a:xfrm>
            <a:off x="261764" y="980728"/>
            <a:ext cx="11737304" cy="1938992"/>
          </a:xfrm>
          <a:prstGeom prst="rect">
            <a:avLst/>
          </a:prstGeom>
          <a:noFill/>
        </p:spPr>
        <p:txBody>
          <a:bodyPr wrap="square" rtlCol="0">
            <a:spAutoFit/>
          </a:bodyPr>
          <a:lstStyle/>
          <a:p>
            <a:r>
              <a:rPr lang="en-IN" dirty="0">
                <a:solidFill>
                  <a:schemeClr val="bg1"/>
                </a:solidFill>
              </a:rPr>
              <a:t>Distributed source code management system for developers to manage any kind of source code. Its open source and free, already integrated with BAS tool. You need to install git in local machine if you using VS code.</a:t>
            </a:r>
          </a:p>
          <a:p>
            <a:r>
              <a:rPr lang="en-IN" dirty="0">
                <a:solidFill>
                  <a:schemeClr val="bg1"/>
                </a:solidFill>
                <a:hlinkClick r:id="rId2"/>
              </a:rPr>
              <a:t>https://git-scm.com/</a:t>
            </a:r>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2999762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HANA Cloud</a:t>
            </a:r>
          </a:p>
        </p:txBody>
      </p:sp>
      <p:sp>
        <p:nvSpPr>
          <p:cNvPr id="4" name="TextBox 3">
            <a:extLst>
              <a:ext uri="{FF2B5EF4-FFF2-40B4-BE49-F238E27FC236}">
                <a16:creationId xmlns:a16="http://schemas.microsoft.com/office/drawing/2014/main" id="{4CD1B822-FD1F-30ED-76E7-5E494D6E61DA}"/>
              </a:ext>
            </a:extLst>
          </p:cNvPr>
          <p:cNvSpPr txBox="1"/>
          <p:nvPr/>
        </p:nvSpPr>
        <p:spPr>
          <a:xfrm>
            <a:off x="405781" y="974164"/>
            <a:ext cx="11161643" cy="1477328"/>
          </a:xfrm>
          <a:prstGeom prst="rect">
            <a:avLst/>
          </a:prstGeom>
          <a:noFill/>
        </p:spPr>
        <p:txBody>
          <a:bodyPr wrap="square" rtlCol="0">
            <a:spAutoFit/>
          </a:bodyPr>
          <a:lstStyle/>
          <a:p>
            <a:pPr algn="just" defTabSz="914400"/>
            <a:r>
              <a:rPr lang="en-US" sz="1800" dirty="0">
                <a:solidFill>
                  <a:schemeClr val="bg1"/>
                </a:solidFill>
                <a:latin typeface="Calibri" panose="020F0502020204030204"/>
              </a:rPr>
              <a:t>SAP HANA Cloud is a fully managed, in-memory, cloud database as a service (DBaaS). It is the cloud-based data foundation for SAP Business Technology Platform. With SAP HANA Cloud you can create, run, and extend new and existing applications.</a:t>
            </a:r>
          </a:p>
          <a:p>
            <a:pPr algn="just" defTabSz="914400"/>
            <a:r>
              <a:rPr lang="en-US" sz="1800" dirty="0">
                <a:solidFill>
                  <a:schemeClr val="bg1"/>
                </a:solidFill>
                <a:latin typeface="Calibri" panose="020F0502020204030204"/>
              </a:rPr>
              <a:t>SAP HANA Cloud includes a number of software components. The core component is SAP HANA Database, but other components can be added at any time, such as a data lake.</a:t>
            </a:r>
          </a:p>
        </p:txBody>
      </p:sp>
      <p:sp>
        <p:nvSpPr>
          <p:cNvPr id="5" name="TextBox 4">
            <a:extLst>
              <a:ext uri="{FF2B5EF4-FFF2-40B4-BE49-F238E27FC236}">
                <a16:creationId xmlns:a16="http://schemas.microsoft.com/office/drawing/2014/main" id="{2C22E0C3-2785-33E1-C2AE-1D0F297AB256}"/>
              </a:ext>
            </a:extLst>
          </p:cNvPr>
          <p:cNvSpPr txBox="1"/>
          <p:nvPr/>
        </p:nvSpPr>
        <p:spPr>
          <a:xfrm>
            <a:off x="405780" y="2451492"/>
            <a:ext cx="5834237" cy="3693319"/>
          </a:xfrm>
          <a:prstGeom prst="rect">
            <a:avLst/>
          </a:prstGeom>
          <a:noFill/>
        </p:spPr>
        <p:txBody>
          <a:bodyPr wrap="square">
            <a:spAutoFit/>
          </a:bodyPr>
          <a:lstStyle/>
          <a:p>
            <a:pPr algn="just" defTabSz="914400"/>
            <a:r>
              <a:rPr lang="en-US" sz="1800" b="1" dirty="0">
                <a:solidFill>
                  <a:schemeClr val="bg1"/>
                </a:solidFill>
                <a:latin typeface="Calibri" panose="020F0502020204030204"/>
              </a:rPr>
              <a:t>Key Components of SAP HANA Cloud</a:t>
            </a:r>
          </a:p>
          <a:p>
            <a:pPr algn="just" defTabSz="914400"/>
            <a:r>
              <a:rPr lang="en-US" sz="1800" dirty="0">
                <a:solidFill>
                  <a:schemeClr val="bg1"/>
                </a:solidFill>
                <a:latin typeface="Calibri" panose="020F0502020204030204"/>
              </a:rPr>
              <a:t>There are four key components of SAP HANA Cloud:</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SAP HANA Database</a:t>
            </a:r>
          </a:p>
          <a:p>
            <a:pPr marL="457200" lvl="1" algn="just" defTabSz="914400"/>
            <a:r>
              <a:rPr lang="en-US" sz="1800" dirty="0">
                <a:solidFill>
                  <a:schemeClr val="bg1"/>
                </a:solidFill>
                <a:latin typeface="Calibri" panose="020F0502020204030204"/>
              </a:rPr>
              <a:t>In-memory database with built-in advanced analytics (spatial, graph, text, etc.)</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data lake</a:t>
            </a:r>
          </a:p>
          <a:p>
            <a:pPr marL="457200" lvl="1" algn="just" defTabSz="914400"/>
            <a:r>
              <a:rPr lang="en-US" sz="1800" dirty="0">
                <a:solidFill>
                  <a:schemeClr val="bg1"/>
                </a:solidFill>
                <a:latin typeface="Calibri" panose="020F0502020204030204"/>
              </a:rPr>
              <a:t>Store and query large data sets and most file types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a:t>
            </a:r>
          </a:p>
          <a:p>
            <a:pPr marL="457200" lvl="1" algn="just" defTabSz="914400"/>
            <a:r>
              <a:rPr lang="en-US" sz="1800" dirty="0">
                <a:solidFill>
                  <a:schemeClr val="bg1"/>
                </a:solidFill>
                <a:latin typeface="Calibri" panose="020F0502020204030204"/>
              </a:rPr>
              <a:t>Support for extreme –performance transactional applications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 replication</a:t>
            </a:r>
          </a:p>
          <a:p>
            <a:pPr marL="457200" lvl="1" algn="just" defTabSz="914400"/>
            <a:r>
              <a:rPr lang="en-US" sz="1800" dirty="0">
                <a:solidFill>
                  <a:schemeClr val="bg1"/>
                </a:solidFill>
                <a:latin typeface="Calibri" panose="020F0502020204030204"/>
              </a:rPr>
              <a:t>Bi-directional real time data replication across databases</a:t>
            </a:r>
          </a:p>
        </p:txBody>
      </p:sp>
      <p:pic>
        <p:nvPicPr>
          <p:cNvPr id="6" name="Picture 6">
            <a:extLst>
              <a:ext uri="{FF2B5EF4-FFF2-40B4-BE49-F238E27FC236}">
                <a16:creationId xmlns:a16="http://schemas.microsoft.com/office/drawing/2014/main" id="{5E110644-46D4-5748-42EC-748B8BEACA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36" r="15934"/>
          <a:stretch/>
        </p:blipFill>
        <p:spPr bwMode="auto">
          <a:xfrm>
            <a:off x="6454452" y="2252115"/>
            <a:ext cx="5212531" cy="4308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237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01A0C-49FC-7BA3-CF59-A7C15038F9D2}"/>
              </a:ext>
            </a:extLst>
          </p:cNvPr>
          <p:cNvSpPr>
            <a:spLocks noGrp="1"/>
          </p:cNvSpPr>
          <p:nvPr>
            <p:ph type="title"/>
          </p:nvPr>
        </p:nvSpPr>
        <p:spPr/>
        <p:txBody>
          <a:bodyPr/>
          <a:lstStyle/>
          <a:p>
            <a:r>
              <a:rPr lang="en-US" dirty="0"/>
              <a:t>HANA Cloud v/s On-premise</a:t>
            </a:r>
          </a:p>
        </p:txBody>
      </p:sp>
      <p:pic>
        <p:nvPicPr>
          <p:cNvPr id="5" name="Picture 2">
            <a:extLst>
              <a:ext uri="{FF2B5EF4-FFF2-40B4-BE49-F238E27FC236}">
                <a16:creationId xmlns:a16="http://schemas.microsoft.com/office/drawing/2014/main" id="{4EC22E48-21CE-5727-AE45-AAC559F4DE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51" r="4389"/>
          <a:stretch/>
        </p:blipFill>
        <p:spPr bwMode="auto">
          <a:xfrm>
            <a:off x="163242" y="2276872"/>
            <a:ext cx="6278151" cy="36021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DD2028-068C-7296-D417-1CF7F3B9981E}"/>
              </a:ext>
            </a:extLst>
          </p:cNvPr>
          <p:cNvSpPr txBox="1"/>
          <p:nvPr/>
        </p:nvSpPr>
        <p:spPr>
          <a:xfrm>
            <a:off x="6653380" y="1076543"/>
            <a:ext cx="5390323" cy="1200329"/>
          </a:xfrm>
          <a:prstGeom prst="rect">
            <a:avLst/>
          </a:prstGeom>
          <a:noFill/>
        </p:spPr>
        <p:txBody>
          <a:bodyPr wrap="square">
            <a:spAutoFit/>
          </a:bodyPr>
          <a:lstStyle/>
          <a:p>
            <a:pPr defTabSz="914400"/>
            <a:r>
              <a:rPr lang="en-US" sz="1800" b="1" dirty="0">
                <a:solidFill>
                  <a:schemeClr val="bg1"/>
                </a:solidFill>
                <a:latin typeface="Calibri" panose="020F0502020204030204"/>
              </a:rPr>
              <a:t>Feature Differences</a:t>
            </a:r>
          </a:p>
          <a:p>
            <a:pPr defTabSz="914400"/>
            <a:r>
              <a:rPr lang="en-US" sz="1800" dirty="0">
                <a:solidFill>
                  <a:schemeClr val="bg1"/>
                </a:solidFill>
                <a:latin typeface="Calibri" panose="020F0502020204030204"/>
              </a:rPr>
              <a:t>SAP HANA Cloud compares very closely with SAP HANA on-premise in terms of features but there are some differences.</a:t>
            </a:r>
            <a:endParaRPr lang="en-US" sz="1800" b="1" dirty="0">
              <a:solidFill>
                <a:schemeClr val="bg1"/>
              </a:solidFill>
              <a:latin typeface="Calibri" panose="020F0502020204030204"/>
            </a:endParaRPr>
          </a:p>
        </p:txBody>
      </p:sp>
      <p:pic>
        <p:nvPicPr>
          <p:cNvPr id="7" name="Picture 4">
            <a:extLst>
              <a:ext uri="{FF2B5EF4-FFF2-40B4-BE49-F238E27FC236}">
                <a16:creationId xmlns:a16="http://schemas.microsoft.com/office/drawing/2014/main" id="{C2A828B7-B381-42D5-A741-CD7079B2ED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38" r="2147"/>
          <a:stretch/>
        </p:blipFill>
        <p:spPr bwMode="auto">
          <a:xfrm>
            <a:off x="6753498" y="2276872"/>
            <a:ext cx="5190086" cy="383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51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ACD8-99C5-715D-47B1-B722AF07636E}"/>
              </a:ext>
            </a:extLst>
          </p:cNvPr>
          <p:cNvSpPr>
            <a:spLocks noGrp="1"/>
          </p:cNvSpPr>
          <p:nvPr>
            <p:ph type="title"/>
          </p:nvPr>
        </p:nvSpPr>
        <p:spPr/>
        <p:txBody>
          <a:bodyPr/>
          <a:lstStyle/>
          <a:p>
            <a:r>
              <a:rPr lang="en-US" dirty="0"/>
              <a:t>What is Schema in HANA</a:t>
            </a:r>
          </a:p>
        </p:txBody>
      </p:sp>
      <p:sp>
        <p:nvSpPr>
          <p:cNvPr id="3" name="TextBox 2">
            <a:extLst>
              <a:ext uri="{FF2B5EF4-FFF2-40B4-BE49-F238E27FC236}">
                <a16:creationId xmlns:a16="http://schemas.microsoft.com/office/drawing/2014/main" id="{5F163BFF-9905-49BA-CDA8-491A130A9728}"/>
              </a:ext>
            </a:extLst>
          </p:cNvPr>
          <p:cNvSpPr txBox="1"/>
          <p:nvPr/>
        </p:nvSpPr>
        <p:spPr>
          <a:xfrm>
            <a:off x="338571" y="884478"/>
            <a:ext cx="11850254" cy="1754326"/>
          </a:xfrm>
          <a:prstGeom prst="rect">
            <a:avLst/>
          </a:prstGeom>
          <a:noFill/>
        </p:spPr>
        <p:txBody>
          <a:bodyPr wrap="square" rtlCol="0">
            <a:spAutoFit/>
          </a:bodyPr>
          <a:lstStyle/>
          <a:p>
            <a:pPr defTabSz="914400"/>
            <a:r>
              <a:rPr lang="en-US" sz="1800" dirty="0">
                <a:solidFill>
                  <a:schemeClr val="bg1"/>
                </a:solidFill>
                <a:latin typeface="Calibri" panose="020F0502020204030204"/>
              </a:rPr>
              <a:t>Schema – Is a mandatory database object of database which stores other database objects. </a:t>
            </a:r>
          </a:p>
          <a:p>
            <a:pPr marL="285750" indent="-285750" defTabSz="914400">
              <a:buFontTx/>
              <a:buChar char="-"/>
            </a:pPr>
            <a:r>
              <a:rPr lang="en-US" sz="1800" dirty="0">
                <a:solidFill>
                  <a:schemeClr val="bg1"/>
                </a:solidFill>
                <a:latin typeface="Calibri" panose="020F0502020204030204"/>
              </a:rPr>
              <a:t>It’s a logical separation of database objects.</a:t>
            </a:r>
          </a:p>
          <a:p>
            <a:pPr marL="285750" indent="-285750" defTabSz="914400">
              <a:buFontTx/>
              <a:buChar char="-"/>
            </a:pPr>
            <a:r>
              <a:rPr lang="en-US" sz="1800" dirty="0">
                <a:solidFill>
                  <a:schemeClr val="bg1"/>
                </a:solidFill>
                <a:latin typeface="Calibri" panose="020F0502020204030204"/>
              </a:rPr>
              <a:t>It is home of all the runtime object</a:t>
            </a:r>
          </a:p>
          <a:p>
            <a:pPr marL="285750" indent="-285750" defTabSz="914400">
              <a:buFontTx/>
              <a:buChar char="-"/>
            </a:pPr>
            <a:r>
              <a:rPr lang="en-US" sz="1800" dirty="0">
                <a:solidFill>
                  <a:schemeClr val="bg1"/>
                </a:solidFill>
                <a:latin typeface="Calibri" panose="020F0502020204030204"/>
              </a:rPr>
              <a:t>Security</a:t>
            </a:r>
          </a:p>
          <a:p>
            <a:pPr marL="285750" indent="-285750" defTabSz="914400">
              <a:buFontTx/>
              <a:buChar char="-"/>
            </a:pPr>
            <a:endParaRPr lang="en-US" sz="1800" dirty="0">
              <a:solidFill>
                <a:schemeClr val="bg1"/>
              </a:solidFill>
              <a:latin typeface="Calibri" panose="020F0502020204030204"/>
            </a:endParaRPr>
          </a:p>
          <a:p>
            <a:pPr marL="285750" indent="-285750" defTabSz="914400">
              <a:buFontTx/>
              <a:buChar char="-"/>
            </a:pPr>
            <a:endParaRPr lang="en-US" sz="1800" dirty="0">
              <a:solidFill>
                <a:schemeClr val="bg1"/>
              </a:solidFill>
              <a:latin typeface="Calibri" panose="020F0502020204030204"/>
            </a:endParaRPr>
          </a:p>
        </p:txBody>
      </p:sp>
      <p:sp>
        <p:nvSpPr>
          <p:cNvPr id="4" name="Flowchart: Magnetic Disk 3">
            <a:extLst>
              <a:ext uri="{FF2B5EF4-FFF2-40B4-BE49-F238E27FC236}">
                <a16:creationId xmlns:a16="http://schemas.microsoft.com/office/drawing/2014/main" id="{2DF3AC68-4734-9C09-3F5B-A68E318F20A5}"/>
              </a:ext>
            </a:extLst>
          </p:cNvPr>
          <p:cNvSpPr/>
          <p:nvPr/>
        </p:nvSpPr>
        <p:spPr>
          <a:xfrm>
            <a:off x="3251200" y="4572000"/>
            <a:ext cx="8432800" cy="1985818"/>
          </a:xfrm>
          <a:prstGeom prst="flowChartMagneticDisk">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 HANA  600GB</a:t>
            </a:r>
          </a:p>
        </p:txBody>
      </p:sp>
      <p:sp>
        <p:nvSpPr>
          <p:cNvPr id="5" name="Rectangle 4">
            <a:extLst>
              <a:ext uri="{FF2B5EF4-FFF2-40B4-BE49-F238E27FC236}">
                <a16:creationId xmlns:a16="http://schemas.microsoft.com/office/drawing/2014/main" id="{B358302C-9592-6298-CC80-D07CD85A71B4}"/>
              </a:ext>
            </a:extLst>
          </p:cNvPr>
          <p:cNvSpPr/>
          <p:nvPr/>
        </p:nvSpPr>
        <p:spPr>
          <a:xfrm>
            <a:off x="3860800"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FED573D-9479-5606-E379-F344204ADF77}"/>
              </a:ext>
            </a:extLst>
          </p:cNvPr>
          <p:cNvSpPr/>
          <p:nvPr/>
        </p:nvSpPr>
        <p:spPr>
          <a:xfrm>
            <a:off x="6400799" y="3224645"/>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9B5E973-27E9-815C-F666-ABA22AE46148}"/>
              </a:ext>
            </a:extLst>
          </p:cNvPr>
          <p:cNvSpPr/>
          <p:nvPr/>
        </p:nvSpPr>
        <p:spPr>
          <a:xfrm>
            <a:off x="8811491"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S/4HANA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717456D9-F5B2-364F-8358-081A37CF0A32}"/>
              </a:ext>
            </a:extLst>
          </p:cNvPr>
          <p:cNvCxnSpPr>
            <a:stCxn id="5" idx="2"/>
          </p:cNvCxnSpPr>
          <p:nvPr/>
        </p:nvCxnSpPr>
        <p:spPr>
          <a:xfrm flipH="1">
            <a:off x="4793673" y="3971636"/>
            <a:ext cx="4618" cy="692728"/>
          </a:xfrm>
          <a:prstGeom prst="straightConnector1">
            <a:avLst/>
          </a:prstGeom>
          <a:noFill/>
          <a:ln w="6350" cap="flat" cmpd="sng" algn="ctr">
            <a:solidFill>
              <a:srgbClr val="4E67C8"/>
            </a:solidFill>
            <a:prstDash val="solid"/>
            <a:miter lim="800000"/>
            <a:tailEnd type="triangle"/>
          </a:ln>
          <a:effectLst/>
        </p:spPr>
      </p:cxnSp>
      <p:cxnSp>
        <p:nvCxnSpPr>
          <p:cNvPr id="9" name="Connector: Elbow 8">
            <a:extLst>
              <a:ext uri="{FF2B5EF4-FFF2-40B4-BE49-F238E27FC236}">
                <a16:creationId xmlns:a16="http://schemas.microsoft.com/office/drawing/2014/main" id="{5C2FA129-2D8A-4A91-6B3B-CC328101A3FE}"/>
              </a:ext>
            </a:extLst>
          </p:cNvPr>
          <p:cNvCxnSpPr>
            <a:cxnSpLocks/>
          </p:cNvCxnSpPr>
          <p:nvPr/>
        </p:nvCxnSpPr>
        <p:spPr>
          <a:xfrm>
            <a:off x="2004292" y="4828309"/>
            <a:ext cx="1246908" cy="510309"/>
          </a:xfrm>
          <a:prstGeom prst="bentConnector3">
            <a:avLst/>
          </a:prstGeom>
          <a:noFill/>
          <a:ln w="6350" cap="flat" cmpd="sng" algn="ctr">
            <a:solidFill>
              <a:srgbClr val="4E67C8"/>
            </a:solidFill>
            <a:prstDash val="solid"/>
            <a:miter lim="800000"/>
            <a:tailEnd type="triangle"/>
          </a:ln>
          <a:effectLst/>
        </p:spPr>
      </p:cxnSp>
      <p:sp>
        <p:nvSpPr>
          <p:cNvPr id="10" name="Rectangle 9">
            <a:extLst>
              <a:ext uri="{FF2B5EF4-FFF2-40B4-BE49-F238E27FC236}">
                <a16:creationId xmlns:a16="http://schemas.microsoft.com/office/drawing/2014/main" id="{5E5E059E-EB61-7991-66E4-B76378D45CC9}"/>
              </a:ext>
            </a:extLst>
          </p:cNvPr>
          <p:cNvSpPr/>
          <p:nvPr/>
        </p:nvSpPr>
        <p:spPr>
          <a:xfrm>
            <a:off x="4544291"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SCBW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C72A8368-9E25-7960-31FA-777489354C47}"/>
              </a:ext>
            </a:extLst>
          </p:cNvPr>
          <p:cNvSpPr/>
          <p:nvPr/>
        </p:nvSpPr>
        <p:spPr>
          <a:xfrm>
            <a:off x="6638636" y="4846781"/>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38A8DE3-3559-C1BD-D746-6D5AF1FBAE8C}"/>
              </a:ext>
            </a:extLst>
          </p:cNvPr>
          <p:cNvSpPr/>
          <p:nvPr/>
        </p:nvSpPr>
        <p:spPr>
          <a:xfrm>
            <a:off x="9172863"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SAPS4C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13" name="Connector: Elbow 12">
            <a:extLst>
              <a:ext uri="{FF2B5EF4-FFF2-40B4-BE49-F238E27FC236}">
                <a16:creationId xmlns:a16="http://schemas.microsoft.com/office/drawing/2014/main" id="{38CA6B91-6F24-F3A1-5739-8970D1C15756}"/>
              </a:ext>
            </a:extLst>
          </p:cNvPr>
          <p:cNvCxnSpPr>
            <a:stCxn id="6" idx="2"/>
            <a:endCxn id="11" idx="0"/>
          </p:cNvCxnSpPr>
          <p:nvPr/>
        </p:nvCxnSpPr>
        <p:spPr>
          <a:xfrm rot="16200000" flipH="1">
            <a:off x="6892058" y="4400548"/>
            <a:ext cx="892464" cy="1"/>
          </a:xfrm>
          <a:prstGeom prst="bentConnector3">
            <a:avLst/>
          </a:prstGeom>
          <a:noFill/>
          <a:ln w="6350" cap="flat" cmpd="sng" algn="ctr">
            <a:solidFill>
              <a:srgbClr val="4E67C8"/>
            </a:solidFill>
            <a:prstDash val="solid"/>
            <a:miter lim="800000"/>
            <a:tailEnd type="triangle"/>
          </a:ln>
          <a:effectLst/>
        </p:spPr>
      </p:cxnSp>
      <p:cxnSp>
        <p:nvCxnSpPr>
          <p:cNvPr id="14" name="Connector: Elbow 13">
            <a:extLst>
              <a:ext uri="{FF2B5EF4-FFF2-40B4-BE49-F238E27FC236}">
                <a16:creationId xmlns:a16="http://schemas.microsoft.com/office/drawing/2014/main" id="{A729AECB-71DB-3B69-271E-9D8C01DDF96F}"/>
              </a:ext>
            </a:extLst>
          </p:cNvPr>
          <p:cNvCxnSpPr>
            <a:stCxn id="7" idx="2"/>
            <a:endCxn id="12" idx="0"/>
          </p:cNvCxnSpPr>
          <p:nvPr/>
        </p:nvCxnSpPr>
        <p:spPr>
          <a:xfrm rot="16200000" flipH="1">
            <a:off x="9382414" y="4338204"/>
            <a:ext cx="856673" cy="123536"/>
          </a:xfrm>
          <a:prstGeom prst="bentConnector3">
            <a:avLst/>
          </a:prstGeom>
          <a:noFill/>
          <a:ln w="6350" cap="flat" cmpd="sng" algn="ctr">
            <a:solidFill>
              <a:srgbClr val="4E67C8"/>
            </a:solidFill>
            <a:prstDash val="solid"/>
            <a:miter lim="800000"/>
            <a:tailEnd type="triangle"/>
          </a:ln>
          <a:effectLst/>
        </p:spPr>
      </p:cxnSp>
      <p:sp>
        <p:nvSpPr>
          <p:cNvPr id="15" name="Rectangle 14">
            <a:extLst>
              <a:ext uri="{FF2B5EF4-FFF2-40B4-BE49-F238E27FC236}">
                <a16:creationId xmlns:a16="http://schemas.microsoft.com/office/drawing/2014/main" id="{8137D824-B767-6D55-ACC8-B8B9FE76895A}"/>
              </a:ext>
            </a:extLst>
          </p:cNvPr>
          <p:cNvSpPr/>
          <p:nvPr/>
        </p:nvSpPr>
        <p:spPr>
          <a:xfrm>
            <a:off x="4544290" y="5837382"/>
            <a:ext cx="1399309" cy="517451"/>
          </a:xfrm>
          <a:prstGeom prst="rect">
            <a:avLst/>
          </a:prstGeom>
          <a:solidFill>
            <a:srgbClr val="F14124">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SYS</a:t>
            </a:r>
          </a:p>
        </p:txBody>
      </p:sp>
      <p:sp>
        <p:nvSpPr>
          <p:cNvPr id="16" name="Rectangle 15">
            <a:extLst>
              <a:ext uri="{FF2B5EF4-FFF2-40B4-BE49-F238E27FC236}">
                <a16:creationId xmlns:a16="http://schemas.microsoft.com/office/drawing/2014/main" id="{EF516C57-7745-1FE5-9227-E054E963BBC9}"/>
              </a:ext>
            </a:extLst>
          </p:cNvPr>
          <p:cNvSpPr/>
          <p:nvPr/>
        </p:nvSpPr>
        <p:spPr>
          <a:xfrm>
            <a:off x="3251200" y="5082309"/>
            <a:ext cx="997527" cy="68118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MIG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1A9A7B03-0E45-C520-605C-FF4A229EC65B}"/>
              </a:ext>
            </a:extLst>
          </p:cNvPr>
          <p:cNvGrpSpPr/>
          <p:nvPr/>
        </p:nvGrpSpPr>
        <p:grpSpPr>
          <a:xfrm>
            <a:off x="7134383" y="5573524"/>
            <a:ext cx="284400" cy="60480"/>
            <a:chOff x="7134383" y="5573524"/>
            <a:chExt cx="284400" cy="60480"/>
          </a:xfrm>
        </p:grpSpPr>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818FDB6C-5815-0A00-C001-BB777DFA20C5}"/>
                    </a:ext>
                  </a:extLst>
                </p14:cNvPr>
                <p14:cNvContentPartPr/>
                <p14:nvPr/>
              </p14:nvContentPartPr>
              <p14:xfrm>
                <a:off x="7134383" y="5573524"/>
                <a:ext cx="284400" cy="11880"/>
              </p14:xfrm>
            </p:contentPart>
          </mc:Choice>
          <mc:Fallback xmlns="">
            <p:pic>
              <p:nvPicPr>
                <p:cNvPr id="34" name="Ink 33">
                  <a:extLst>
                    <a:ext uri="{FF2B5EF4-FFF2-40B4-BE49-F238E27FC236}">
                      <a16:creationId xmlns:a16="http://schemas.microsoft.com/office/drawing/2014/main" id="{D2F3F907-6AC8-9E5B-18A3-032277223210}"/>
                    </a:ext>
                  </a:extLst>
                </p:cNvPr>
                <p:cNvPicPr/>
                <p:nvPr/>
              </p:nvPicPr>
              <p:blipFill>
                <a:blip r:embed="rId31"/>
                <a:stretch>
                  <a:fillRect/>
                </a:stretch>
              </p:blipFill>
              <p:spPr>
                <a:xfrm>
                  <a:off x="7125383" y="5564524"/>
                  <a:ext cx="3020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A4E8E2BB-AF00-7485-B4FF-D8C379630C01}"/>
                    </a:ext>
                  </a:extLst>
                </p14:cNvPr>
                <p14:cNvContentPartPr/>
                <p14:nvPr/>
              </p14:nvContentPartPr>
              <p14:xfrm>
                <a:off x="7157423" y="5623564"/>
                <a:ext cx="229680" cy="10440"/>
              </p14:xfrm>
            </p:contentPart>
          </mc:Choice>
          <mc:Fallback xmlns="">
            <p:pic>
              <p:nvPicPr>
                <p:cNvPr id="35" name="Ink 34">
                  <a:extLst>
                    <a:ext uri="{FF2B5EF4-FFF2-40B4-BE49-F238E27FC236}">
                      <a16:creationId xmlns:a16="http://schemas.microsoft.com/office/drawing/2014/main" id="{BD9170FC-C85B-7048-08A3-6118F66FD4D9}"/>
                    </a:ext>
                  </a:extLst>
                </p:cNvPr>
                <p:cNvPicPr/>
                <p:nvPr/>
              </p:nvPicPr>
              <p:blipFill>
                <a:blip r:embed="rId33"/>
                <a:stretch>
                  <a:fillRect/>
                </a:stretch>
              </p:blipFill>
              <p:spPr>
                <a:xfrm>
                  <a:off x="7148783" y="5614564"/>
                  <a:ext cx="247320" cy="28080"/>
                </a:xfrm>
                <a:prstGeom prst="rect">
                  <a:avLst/>
                </a:prstGeom>
              </p:spPr>
            </p:pic>
          </mc:Fallback>
        </mc:AlternateContent>
      </p:grpSp>
      <p:sp>
        <p:nvSpPr>
          <p:cNvPr id="26" name="Rectangle 25">
            <a:extLst>
              <a:ext uri="{FF2B5EF4-FFF2-40B4-BE49-F238E27FC236}">
                <a16:creationId xmlns:a16="http://schemas.microsoft.com/office/drawing/2014/main" id="{42AC1E59-BF40-61BD-2778-D1F7EEACDEDE}"/>
              </a:ext>
            </a:extLst>
          </p:cNvPr>
          <p:cNvSpPr/>
          <p:nvPr/>
        </p:nvSpPr>
        <p:spPr>
          <a:xfrm>
            <a:off x="693812" y="4365104"/>
            <a:ext cx="1422470" cy="71720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Non-SAP</a:t>
            </a:r>
          </a:p>
        </p:txBody>
      </p:sp>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88F7F230-C806-6E21-22EE-26497A2D3C3A}"/>
                  </a:ext>
                </a:extLst>
              </p14:cNvPr>
              <p14:cNvContentPartPr/>
              <p14:nvPr/>
            </p14:nvContentPartPr>
            <p14:xfrm>
              <a:off x="7890015" y="2687710"/>
              <a:ext cx="1440" cy="1440"/>
            </p14:xfrm>
          </p:contentPart>
        </mc:Choice>
        <mc:Fallback xmlns="">
          <p:pic>
            <p:nvPicPr>
              <p:cNvPr id="17" name="Ink 16">
                <a:extLst>
                  <a:ext uri="{FF2B5EF4-FFF2-40B4-BE49-F238E27FC236}">
                    <a16:creationId xmlns:a16="http://schemas.microsoft.com/office/drawing/2014/main" id="{88F7F230-C806-6E21-22EE-26497A2D3C3A}"/>
                  </a:ext>
                </a:extLst>
              </p:cNvPr>
              <p:cNvPicPr/>
              <p:nvPr/>
            </p:nvPicPr>
            <p:blipFill>
              <a:blip r:embed="rId35"/>
              <a:stretch>
                <a:fillRect/>
              </a:stretch>
            </p:blipFill>
            <p:spPr>
              <a:xfrm>
                <a:off x="7881375" y="2678710"/>
                <a:ext cx="19080" cy="19080"/>
              </a:xfrm>
              <a:prstGeom prst="rect">
                <a:avLst/>
              </a:prstGeom>
            </p:spPr>
          </p:pic>
        </mc:Fallback>
      </mc:AlternateContent>
    </p:spTree>
    <p:extLst>
      <p:ext uri="{BB962C8B-B14F-4D97-AF65-F5344CB8AC3E}">
        <p14:creationId xmlns:p14="http://schemas.microsoft.com/office/powerpoint/2010/main" val="198813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Tree>
    <p:extLst>
      <p:ext uri="{BB962C8B-B14F-4D97-AF65-F5344CB8AC3E}">
        <p14:creationId xmlns:p14="http://schemas.microsoft.com/office/powerpoint/2010/main" val="3636112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235868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Tree>
    <p:extLst>
      <p:ext uri="{BB962C8B-B14F-4D97-AF65-F5344CB8AC3E}">
        <p14:creationId xmlns:p14="http://schemas.microsoft.com/office/powerpoint/2010/main" val="129555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84817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E4252-E59E-2616-DB9E-2A7DA5CED63B}"/>
              </a:ext>
            </a:extLst>
          </p:cNvPr>
          <p:cNvSpPr>
            <a:spLocks noGrp="1"/>
          </p:cNvSpPr>
          <p:nvPr>
            <p:ph type="title"/>
          </p:nvPr>
        </p:nvSpPr>
        <p:spPr/>
        <p:txBody>
          <a:bodyPr/>
          <a:lstStyle/>
          <a:p>
            <a:r>
              <a:rPr lang="en-IN" dirty="0"/>
              <a:t>Design time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DF35E9F-7EF7-7074-E2BD-AA9EC22414DE}"/>
                  </a:ext>
                </a:extLst>
              </p14:cNvPr>
              <p14:cNvContentPartPr/>
              <p14:nvPr/>
            </p14:nvContentPartPr>
            <p14:xfrm>
              <a:off x="5892015" y="2119270"/>
              <a:ext cx="360" cy="4320"/>
            </p14:xfrm>
          </p:contentPart>
        </mc:Choice>
        <mc:Fallback>
          <p:pic>
            <p:nvPicPr>
              <p:cNvPr id="3" name="Ink 2">
                <a:extLst>
                  <a:ext uri="{FF2B5EF4-FFF2-40B4-BE49-F238E27FC236}">
                    <a16:creationId xmlns:a16="http://schemas.microsoft.com/office/drawing/2014/main" id="{1DF35E9F-7EF7-7074-E2BD-AA9EC22414DE}"/>
                  </a:ext>
                </a:extLst>
              </p:cNvPr>
              <p:cNvPicPr/>
              <p:nvPr/>
            </p:nvPicPr>
            <p:blipFill>
              <a:blip r:embed="rId3"/>
              <a:stretch>
                <a:fillRect/>
              </a:stretch>
            </p:blipFill>
            <p:spPr>
              <a:xfrm>
                <a:off x="5883375" y="2110630"/>
                <a:ext cx="18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9" name="Ink 28">
                <a:extLst>
                  <a:ext uri="{FF2B5EF4-FFF2-40B4-BE49-F238E27FC236}">
                    <a16:creationId xmlns:a16="http://schemas.microsoft.com/office/drawing/2014/main" id="{7EF04229-5D83-6C0C-DFCB-872BD3015E6F}"/>
                  </a:ext>
                </a:extLst>
              </p14:cNvPr>
              <p14:cNvContentPartPr/>
              <p14:nvPr/>
            </p14:nvContentPartPr>
            <p14:xfrm>
              <a:off x="7515615" y="3043750"/>
              <a:ext cx="1337040" cy="515880"/>
            </p14:xfrm>
          </p:contentPart>
        </mc:Choice>
        <mc:Fallback>
          <p:pic>
            <p:nvPicPr>
              <p:cNvPr id="29" name="Ink 28">
                <a:extLst>
                  <a:ext uri="{FF2B5EF4-FFF2-40B4-BE49-F238E27FC236}">
                    <a16:creationId xmlns:a16="http://schemas.microsoft.com/office/drawing/2014/main" id="{7EF04229-5D83-6C0C-DFCB-872BD3015E6F}"/>
                  </a:ext>
                </a:extLst>
              </p:cNvPr>
              <p:cNvPicPr/>
              <p:nvPr/>
            </p:nvPicPr>
            <p:blipFill>
              <a:blip r:embed="rId5"/>
              <a:stretch>
                <a:fillRect/>
              </a:stretch>
            </p:blipFill>
            <p:spPr>
              <a:xfrm>
                <a:off x="7506615" y="3034750"/>
                <a:ext cx="1354680" cy="533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2" name="Ink 131">
                <a:extLst>
                  <a:ext uri="{FF2B5EF4-FFF2-40B4-BE49-F238E27FC236}">
                    <a16:creationId xmlns:a16="http://schemas.microsoft.com/office/drawing/2014/main" id="{3D99F340-8690-2727-C6A9-3EF3AC2C56FF}"/>
                  </a:ext>
                </a:extLst>
              </p14:cNvPr>
              <p14:cNvContentPartPr/>
              <p14:nvPr/>
            </p14:nvContentPartPr>
            <p14:xfrm>
              <a:off x="3168975" y="1384150"/>
              <a:ext cx="1136160" cy="503640"/>
            </p14:xfrm>
          </p:contentPart>
        </mc:Choice>
        <mc:Fallback>
          <p:pic>
            <p:nvPicPr>
              <p:cNvPr id="132" name="Ink 131">
                <a:extLst>
                  <a:ext uri="{FF2B5EF4-FFF2-40B4-BE49-F238E27FC236}">
                    <a16:creationId xmlns:a16="http://schemas.microsoft.com/office/drawing/2014/main" id="{3D99F340-8690-2727-C6A9-3EF3AC2C56FF}"/>
                  </a:ext>
                </a:extLst>
              </p:cNvPr>
              <p:cNvPicPr/>
              <p:nvPr/>
            </p:nvPicPr>
            <p:blipFill>
              <a:blip r:embed="rId7"/>
              <a:stretch>
                <a:fillRect/>
              </a:stretch>
            </p:blipFill>
            <p:spPr>
              <a:xfrm>
                <a:off x="3159975" y="1375150"/>
                <a:ext cx="1153800" cy="521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8" name="Ink 177">
                <a:extLst>
                  <a:ext uri="{FF2B5EF4-FFF2-40B4-BE49-F238E27FC236}">
                    <a16:creationId xmlns:a16="http://schemas.microsoft.com/office/drawing/2014/main" id="{59EC6552-7272-FCAB-2C50-1B604AF60E96}"/>
                  </a:ext>
                </a:extLst>
              </p14:cNvPr>
              <p14:cNvContentPartPr/>
              <p14:nvPr/>
            </p14:nvContentPartPr>
            <p14:xfrm>
              <a:off x="7629735" y="5782990"/>
              <a:ext cx="360" cy="360"/>
            </p14:xfrm>
          </p:contentPart>
        </mc:Choice>
        <mc:Fallback>
          <p:pic>
            <p:nvPicPr>
              <p:cNvPr id="178" name="Ink 177">
                <a:extLst>
                  <a:ext uri="{FF2B5EF4-FFF2-40B4-BE49-F238E27FC236}">
                    <a16:creationId xmlns:a16="http://schemas.microsoft.com/office/drawing/2014/main" id="{59EC6552-7272-FCAB-2C50-1B604AF60E96}"/>
                  </a:ext>
                </a:extLst>
              </p:cNvPr>
              <p:cNvPicPr/>
              <p:nvPr/>
            </p:nvPicPr>
            <p:blipFill>
              <a:blip r:embed="rId9"/>
              <a:stretch>
                <a:fillRect/>
              </a:stretch>
            </p:blipFill>
            <p:spPr>
              <a:xfrm>
                <a:off x="7621095" y="5773990"/>
                <a:ext cx="18000" cy="18000"/>
              </a:xfrm>
              <a:prstGeom prst="rect">
                <a:avLst/>
              </a:prstGeom>
            </p:spPr>
          </p:pic>
        </mc:Fallback>
      </mc:AlternateContent>
      <p:pic>
        <p:nvPicPr>
          <p:cNvPr id="179" name="Picture 178" descr="Donald Duck Head SVG | Cartoon Portrait, Bold Colors, Orange Circle | Duck  Face Clipart | Digital Download Cricut Silhouette">
            <a:extLst>
              <a:ext uri="{FF2B5EF4-FFF2-40B4-BE49-F238E27FC236}">
                <a16:creationId xmlns:a16="http://schemas.microsoft.com/office/drawing/2014/main" id="{639EBEF6-1FEF-C61E-49D0-08E2CB35DC4C}"/>
              </a:ext>
            </a:extLst>
          </p:cNvPr>
          <p:cNvPicPr>
            <a:picLocks noChangeAspect="1"/>
          </p:cNvPicPr>
          <p:nvPr/>
        </p:nvPicPr>
        <p:blipFill>
          <a:blip r:embed="rId10"/>
          <a:stretch>
            <a:fillRect/>
          </a:stretch>
        </p:blipFill>
        <p:spPr>
          <a:xfrm>
            <a:off x="7894612" y="5011440"/>
            <a:ext cx="496979" cy="373170"/>
          </a:xfrm>
          <a:prstGeom prst="rect">
            <a:avLst/>
          </a:prstGeom>
        </p:spPr>
      </p:pic>
      <p:pic>
        <p:nvPicPr>
          <p:cNvPr id="180" name="Picture 179" descr="CN YES! Now/Then Icon Mickey Mouse by oonaturner15 on DeviantArt">
            <a:extLst>
              <a:ext uri="{FF2B5EF4-FFF2-40B4-BE49-F238E27FC236}">
                <a16:creationId xmlns:a16="http://schemas.microsoft.com/office/drawing/2014/main" id="{06391694-6580-18B3-89B1-012E724B8BF3}"/>
              </a:ext>
            </a:extLst>
          </p:cNvPr>
          <p:cNvPicPr>
            <a:picLocks noChangeAspect="1"/>
          </p:cNvPicPr>
          <p:nvPr/>
        </p:nvPicPr>
        <p:blipFill>
          <a:blip r:embed="rId11"/>
          <a:stretch>
            <a:fillRect/>
          </a:stretch>
        </p:blipFill>
        <p:spPr>
          <a:xfrm>
            <a:off x="7706116" y="4027595"/>
            <a:ext cx="507148" cy="515880"/>
          </a:xfrm>
          <a:prstGeom prst="rect">
            <a:avLst/>
          </a:prstGeom>
        </p:spPr>
      </p:pic>
      <p:sp>
        <p:nvSpPr>
          <p:cNvPr id="181" name="Flowchart: Magnetic Disk 180">
            <a:extLst>
              <a:ext uri="{FF2B5EF4-FFF2-40B4-BE49-F238E27FC236}">
                <a16:creationId xmlns:a16="http://schemas.microsoft.com/office/drawing/2014/main" id="{2BE9467E-74D0-8A5B-D308-91F1B9BD5E5D}"/>
              </a:ext>
            </a:extLst>
          </p:cNvPr>
          <p:cNvSpPr/>
          <p:nvPr/>
        </p:nvSpPr>
        <p:spPr>
          <a:xfrm>
            <a:off x="9717310" y="2373060"/>
            <a:ext cx="1440160" cy="936104"/>
          </a:xfrm>
          <a:prstGeom prst="flowChartMagneticDisk">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prod</a:t>
            </a:r>
          </a:p>
        </p:txBody>
      </p:sp>
      <p:grpSp>
        <p:nvGrpSpPr>
          <p:cNvPr id="206" name="Group 205">
            <a:extLst>
              <a:ext uri="{FF2B5EF4-FFF2-40B4-BE49-F238E27FC236}">
                <a16:creationId xmlns:a16="http://schemas.microsoft.com/office/drawing/2014/main" id="{6CF3A870-C3DD-CDF5-0E31-CD09070AA3EE}"/>
              </a:ext>
            </a:extLst>
          </p:cNvPr>
          <p:cNvGrpSpPr/>
          <p:nvPr/>
        </p:nvGrpSpPr>
        <p:grpSpPr>
          <a:xfrm>
            <a:off x="303375" y="328270"/>
            <a:ext cx="11525040" cy="5643000"/>
            <a:chOff x="303375" y="328270"/>
            <a:chExt cx="11525040" cy="5643000"/>
          </a:xfrm>
        </p:grpSpPr>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C50E193E-578E-73A0-3ACA-3AA302B4A2B4}"/>
                    </a:ext>
                  </a:extLst>
                </p14:cNvPr>
                <p14:cNvContentPartPr/>
                <p14:nvPr/>
              </p14:nvContentPartPr>
              <p14:xfrm>
                <a:off x="6248415" y="1622830"/>
                <a:ext cx="5095440" cy="831240"/>
              </p14:xfrm>
            </p:contentPart>
          </mc:Choice>
          <mc:Fallback>
            <p:pic>
              <p:nvPicPr>
                <p:cNvPr id="4" name="Ink 3">
                  <a:extLst>
                    <a:ext uri="{FF2B5EF4-FFF2-40B4-BE49-F238E27FC236}">
                      <a16:creationId xmlns:a16="http://schemas.microsoft.com/office/drawing/2014/main" id="{C50E193E-578E-73A0-3ACA-3AA302B4A2B4}"/>
                    </a:ext>
                  </a:extLst>
                </p:cNvPr>
                <p:cNvPicPr/>
                <p:nvPr/>
              </p:nvPicPr>
              <p:blipFill>
                <a:blip r:embed="rId13"/>
                <a:stretch>
                  <a:fillRect/>
                </a:stretch>
              </p:blipFill>
              <p:spPr>
                <a:xfrm>
                  <a:off x="6239775" y="1613830"/>
                  <a:ext cx="5113080" cy="848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65BE3B43-D8B0-BA2E-7E31-4B4BC64C2450}"/>
                    </a:ext>
                  </a:extLst>
                </p14:cNvPr>
                <p14:cNvContentPartPr/>
                <p14:nvPr/>
              </p14:nvContentPartPr>
              <p14:xfrm>
                <a:off x="6026655" y="2058430"/>
                <a:ext cx="5801760" cy="3912840"/>
              </p14:xfrm>
            </p:contentPart>
          </mc:Choice>
          <mc:Fallback>
            <p:pic>
              <p:nvPicPr>
                <p:cNvPr id="5" name="Ink 4">
                  <a:extLst>
                    <a:ext uri="{FF2B5EF4-FFF2-40B4-BE49-F238E27FC236}">
                      <a16:creationId xmlns:a16="http://schemas.microsoft.com/office/drawing/2014/main" id="{65BE3B43-D8B0-BA2E-7E31-4B4BC64C2450}"/>
                    </a:ext>
                  </a:extLst>
                </p:cNvPr>
                <p:cNvPicPr/>
                <p:nvPr/>
              </p:nvPicPr>
              <p:blipFill>
                <a:blip r:embed="rId15"/>
                <a:stretch>
                  <a:fillRect/>
                </a:stretch>
              </p:blipFill>
              <p:spPr>
                <a:xfrm>
                  <a:off x="6017655" y="2049790"/>
                  <a:ext cx="5819400" cy="3930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8ADFCCC4-6854-D0DA-A2D2-E9DC0E5D4350}"/>
                    </a:ext>
                  </a:extLst>
                </p14:cNvPr>
                <p14:cNvContentPartPr/>
                <p14:nvPr/>
              </p14:nvContentPartPr>
              <p14:xfrm>
                <a:off x="690375" y="1534630"/>
                <a:ext cx="568080" cy="529200"/>
              </p14:xfrm>
            </p:contentPart>
          </mc:Choice>
          <mc:Fallback>
            <p:pic>
              <p:nvPicPr>
                <p:cNvPr id="7" name="Ink 6">
                  <a:extLst>
                    <a:ext uri="{FF2B5EF4-FFF2-40B4-BE49-F238E27FC236}">
                      <a16:creationId xmlns:a16="http://schemas.microsoft.com/office/drawing/2014/main" id="{8ADFCCC4-6854-D0DA-A2D2-E9DC0E5D4350}"/>
                    </a:ext>
                  </a:extLst>
                </p:cNvPr>
                <p:cNvPicPr/>
                <p:nvPr/>
              </p:nvPicPr>
              <p:blipFill>
                <a:blip r:embed="rId17"/>
                <a:stretch>
                  <a:fillRect/>
                </a:stretch>
              </p:blipFill>
              <p:spPr>
                <a:xfrm>
                  <a:off x="681735" y="1525990"/>
                  <a:ext cx="585720" cy="546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 name="Ink 7">
                  <a:extLst>
                    <a:ext uri="{FF2B5EF4-FFF2-40B4-BE49-F238E27FC236}">
                      <a16:creationId xmlns:a16="http://schemas.microsoft.com/office/drawing/2014/main" id="{17F64706-F553-F833-24DD-C9EACFEB58AE}"/>
                    </a:ext>
                  </a:extLst>
                </p14:cNvPr>
                <p14:cNvContentPartPr/>
                <p14:nvPr/>
              </p14:nvContentPartPr>
              <p14:xfrm>
                <a:off x="764175" y="2096950"/>
                <a:ext cx="369360" cy="277560"/>
              </p14:xfrm>
            </p:contentPart>
          </mc:Choice>
          <mc:Fallback>
            <p:pic>
              <p:nvPicPr>
                <p:cNvPr id="8" name="Ink 7">
                  <a:extLst>
                    <a:ext uri="{FF2B5EF4-FFF2-40B4-BE49-F238E27FC236}">
                      <a16:creationId xmlns:a16="http://schemas.microsoft.com/office/drawing/2014/main" id="{17F64706-F553-F833-24DD-C9EACFEB58AE}"/>
                    </a:ext>
                  </a:extLst>
                </p:cNvPr>
                <p:cNvPicPr/>
                <p:nvPr/>
              </p:nvPicPr>
              <p:blipFill>
                <a:blip r:embed="rId19"/>
                <a:stretch>
                  <a:fillRect/>
                </a:stretch>
              </p:blipFill>
              <p:spPr>
                <a:xfrm>
                  <a:off x="755535" y="2087950"/>
                  <a:ext cx="38700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 name="Ink 8">
                  <a:extLst>
                    <a:ext uri="{FF2B5EF4-FFF2-40B4-BE49-F238E27FC236}">
                      <a16:creationId xmlns:a16="http://schemas.microsoft.com/office/drawing/2014/main" id="{02AB6D47-F71D-B9EB-C44D-5AB8D2DA1C34}"/>
                    </a:ext>
                  </a:extLst>
                </p14:cNvPr>
                <p14:cNvContentPartPr/>
                <p14:nvPr/>
              </p14:nvContentPartPr>
              <p14:xfrm>
                <a:off x="815655" y="1898590"/>
                <a:ext cx="194760" cy="51840"/>
              </p14:xfrm>
            </p:contentPart>
          </mc:Choice>
          <mc:Fallback>
            <p:pic>
              <p:nvPicPr>
                <p:cNvPr id="9" name="Ink 8">
                  <a:extLst>
                    <a:ext uri="{FF2B5EF4-FFF2-40B4-BE49-F238E27FC236}">
                      <a16:creationId xmlns:a16="http://schemas.microsoft.com/office/drawing/2014/main" id="{02AB6D47-F71D-B9EB-C44D-5AB8D2DA1C34}"/>
                    </a:ext>
                  </a:extLst>
                </p:cNvPr>
                <p:cNvPicPr/>
                <p:nvPr/>
              </p:nvPicPr>
              <p:blipFill>
                <a:blip r:embed="rId21"/>
                <a:stretch>
                  <a:fillRect/>
                </a:stretch>
              </p:blipFill>
              <p:spPr>
                <a:xfrm>
                  <a:off x="806655" y="1889590"/>
                  <a:ext cx="2124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 name="Ink 9">
                  <a:extLst>
                    <a:ext uri="{FF2B5EF4-FFF2-40B4-BE49-F238E27FC236}">
                      <a16:creationId xmlns:a16="http://schemas.microsoft.com/office/drawing/2014/main" id="{DB6CE5A5-C007-66E3-E24F-B9DD74DB80A4}"/>
                    </a:ext>
                  </a:extLst>
                </p14:cNvPr>
                <p14:cNvContentPartPr/>
                <p14:nvPr/>
              </p14:nvContentPartPr>
              <p14:xfrm>
                <a:off x="849495" y="1774030"/>
                <a:ext cx="16920" cy="360"/>
              </p14:xfrm>
            </p:contentPart>
          </mc:Choice>
          <mc:Fallback>
            <p:pic>
              <p:nvPicPr>
                <p:cNvPr id="10" name="Ink 9">
                  <a:extLst>
                    <a:ext uri="{FF2B5EF4-FFF2-40B4-BE49-F238E27FC236}">
                      <a16:creationId xmlns:a16="http://schemas.microsoft.com/office/drawing/2014/main" id="{DB6CE5A5-C007-66E3-E24F-B9DD74DB80A4}"/>
                    </a:ext>
                  </a:extLst>
                </p:cNvPr>
                <p:cNvPicPr/>
                <p:nvPr/>
              </p:nvPicPr>
              <p:blipFill>
                <a:blip r:embed="rId23"/>
                <a:stretch>
                  <a:fillRect/>
                </a:stretch>
              </p:blipFill>
              <p:spPr>
                <a:xfrm>
                  <a:off x="840495" y="1765030"/>
                  <a:ext cx="345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 name="Ink 10">
                  <a:extLst>
                    <a:ext uri="{FF2B5EF4-FFF2-40B4-BE49-F238E27FC236}">
                      <a16:creationId xmlns:a16="http://schemas.microsoft.com/office/drawing/2014/main" id="{5DC7B59C-6986-4287-8CB6-B428EAF8D50E}"/>
                    </a:ext>
                  </a:extLst>
                </p14:cNvPr>
                <p14:cNvContentPartPr/>
                <p14:nvPr/>
              </p14:nvContentPartPr>
              <p14:xfrm>
                <a:off x="1017255" y="1762150"/>
                <a:ext cx="360" cy="1440"/>
              </p14:xfrm>
            </p:contentPart>
          </mc:Choice>
          <mc:Fallback>
            <p:pic>
              <p:nvPicPr>
                <p:cNvPr id="11" name="Ink 10">
                  <a:extLst>
                    <a:ext uri="{FF2B5EF4-FFF2-40B4-BE49-F238E27FC236}">
                      <a16:creationId xmlns:a16="http://schemas.microsoft.com/office/drawing/2014/main" id="{5DC7B59C-6986-4287-8CB6-B428EAF8D50E}"/>
                    </a:ext>
                  </a:extLst>
                </p:cNvPr>
                <p:cNvPicPr/>
                <p:nvPr/>
              </p:nvPicPr>
              <p:blipFill>
                <a:blip r:embed="rId25"/>
                <a:stretch>
                  <a:fillRect/>
                </a:stretch>
              </p:blipFill>
              <p:spPr>
                <a:xfrm>
                  <a:off x="1008615" y="1753150"/>
                  <a:ext cx="18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 name="Ink 11">
                  <a:extLst>
                    <a:ext uri="{FF2B5EF4-FFF2-40B4-BE49-F238E27FC236}">
                      <a16:creationId xmlns:a16="http://schemas.microsoft.com/office/drawing/2014/main" id="{96B3D25B-F841-772B-A11A-53872ED31294}"/>
                    </a:ext>
                  </a:extLst>
                </p14:cNvPr>
                <p14:cNvContentPartPr/>
                <p14:nvPr/>
              </p14:nvContentPartPr>
              <p14:xfrm>
                <a:off x="519735" y="1254550"/>
                <a:ext cx="173160" cy="335520"/>
              </p14:xfrm>
            </p:contentPart>
          </mc:Choice>
          <mc:Fallback>
            <p:pic>
              <p:nvPicPr>
                <p:cNvPr id="12" name="Ink 11">
                  <a:extLst>
                    <a:ext uri="{FF2B5EF4-FFF2-40B4-BE49-F238E27FC236}">
                      <a16:creationId xmlns:a16="http://schemas.microsoft.com/office/drawing/2014/main" id="{96B3D25B-F841-772B-A11A-53872ED31294}"/>
                    </a:ext>
                  </a:extLst>
                </p:cNvPr>
                <p:cNvPicPr/>
                <p:nvPr/>
              </p:nvPicPr>
              <p:blipFill>
                <a:blip r:embed="rId27"/>
                <a:stretch>
                  <a:fillRect/>
                </a:stretch>
              </p:blipFill>
              <p:spPr>
                <a:xfrm>
                  <a:off x="511095" y="1245550"/>
                  <a:ext cx="19080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3" name="Ink 12">
                  <a:extLst>
                    <a:ext uri="{FF2B5EF4-FFF2-40B4-BE49-F238E27FC236}">
                      <a16:creationId xmlns:a16="http://schemas.microsoft.com/office/drawing/2014/main" id="{D1C25428-FBFE-B768-E434-41E85E357F2E}"/>
                    </a:ext>
                  </a:extLst>
                </p14:cNvPr>
                <p14:cNvContentPartPr/>
                <p14:nvPr/>
              </p14:nvContentPartPr>
              <p14:xfrm>
                <a:off x="547095" y="1233670"/>
                <a:ext cx="368640" cy="225720"/>
              </p14:xfrm>
            </p:contentPart>
          </mc:Choice>
          <mc:Fallback>
            <p:pic>
              <p:nvPicPr>
                <p:cNvPr id="13" name="Ink 12">
                  <a:extLst>
                    <a:ext uri="{FF2B5EF4-FFF2-40B4-BE49-F238E27FC236}">
                      <a16:creationId xmlns:a16="http://schemas.microsoft.com/office/drawing/2014/main" id="{D1C25428-FBFE-B768-E434-41E85E357F2E}"/>
                    </a:ext>
                  </a:extLst>
                </p:cNvPr>
                <p:cNvPicPr/>
                <p:nvPr/>
              </p:nvPicPr>
              <p:blipFill>
                <a:blip r:embed="rId29"/>
                <a:stretch>
                  <a:fillRect/>
                </a:stretch>
              </p:blipFill>
              <p:spPr>
                <a:xfrm>
                  <a:off x="538095" y="1225030"/>
                  <a:ext cx="38628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4" name="Ink 13">
                  <a:extLst>
                    <a:ext uri="{FF2B5EF4-FFF2-40B4-BE49-F238E27FC236}">
                      <a16:creationId xmlns:a16="http://schemas.microsoft.com/office/drawing/2014/main" id="{B8C38EA3-D929-197A-FB26-507E7881713A}"/>
                    </a:ext>
                  </a:extLst>
                </p14:cNvPr>
                <p14:cNvContentPartPr/>
                <p14:nvPr/>
              </p14:nvContentPartPr>
              <p14:xfrm>
                <a:off x="933735" y="1172470"/>
                <a:ext cx="17640" cy="14400"/>
              </p14:xfrm>
            </p:contentPart>
          </mc:Choice>
          <mc:Fallback>
            <p:pic>
              <p:nvPicPr>
                <p:cNvPr id="14" name="Ink 13">
                  <a:extLst>
                    <a:ext uri="{FF2B5EF4-FFF2-40B4-BE49-F238E27FC236}">
                      <a16:creationId xmlns:a16="http://schemas.microsoft.com/office/drawing/2014/main" id="{B8C38EA3-D929-197A-FB26-507E7881713A}"/>
                    </a:ext>
                  </a:extLst>
                </p:cNvPr>
                <p:cNvPicPr/>
                <p:nvPr/>
              </p:nvPicPr>
              <p:blipFill>
                <a:blip r:embed="rId31"/>
                <a:stretch>
                  <a:fillRect/>
                </a:stretch>
              </p:blipFill>
              <p:spPr>
                <a:xfrm>
                  <a:off x="924735" y="1163830"/>
                  <a:ext cx="3528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5" name="Ink 14">
                  <a:extLst>
                    <a:ext uri="{FF2B5EF4-FFF2-40B4-BE49-F238E27FC236}">
                      <a16:creationId xmlns:a16="http://schemas.microsoft.com/office/drawing/2014/main" id="{4C977922-3A3A-5091-E15E-75FD0DBCE572}"/>
                    </a:ext>
                  </a:extLst>
                </p14:cNvPr>
                <p14:cNvContentPartPr/>
                <p14:nvPr/>
              </p14:nvContentPartPr>
              <p14:xfrm>
                <a:off x="926175" y="1192630"/>
                <a:ext cx="110160" cy="143640"/>
              </p14:xfrm>
            </p:contentPart>
          </mc:Choice>
          <mc:Fallback>
            <p:pic>
              <p:nvPicPr>
                <p:cNvPr id="15" name="Ink 14">
                  <a:extLst>
                    <a:ext uri="{FF2B5EF4-FFF2-40B4-BE49-F238E27FC236}">
                      <a16:creationId xmlns:a16="http://schemas.microsoft.com/office/drawing/2014/main" id="{4C977922-3A3A-5091-E15E-75FD0DBCE572}"/>
                    </a:ext>
                  </a:extLst>
                </p:cNvPr>
                <p:cNvPicPr/>
                <p:nvPr/>
              </p:nvPicPr>
              <p:blipFill>
                <a:blip r:embed="rId33"/>
                <a:stretch>
                  <a:fillRect/>
                </a:stretch>
              </p:blipFill>
              <p:spPr>
                <a:xfrm>
                  <a:off x="917175" y="1183990"/>
                  <a:ext cx="1278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6" name="Ink 15">
                  <a:extLst>
                    <a:ext uri="{FF2B5EF4-FFF2-40B4-BE49-F238E27FC236}">
                      <a16:creationId xmlns:a16="http://schemas.microsoft.com/office/drawing/2014/main" id="{F5F1E1ED-6893-78B4-E104-5B347FD833B9}"/>
                    </a:ext>
                  </a:extLst>
                </p14:cNvPr>
                <p14:cNvContentPartPr/>
                <p14:nvPr/>
              </p14:nvContentPartPr>
              <p14:xfrm>
                <a:off x="1039215" y="1121710"/>
                <a:ext cx="171720" cy="188640"/>
              </p14:xfrm>
            </p:contentPart>
          </mc:Choice>
          <mc:Fallback>
            <p:pic>
              <p:nvPicPr>
                <p:cNvPr id="16" name="Ink 15">
                  <a:extLst>
                    <a:ext uri="{FF2B5EF4-FFF2-40B4-BE49-F238E27FC236}">
                      <a16:creationId xmlns:a16="http://schemas.microsoft.com/office/drawing/2014/main" id="{F5F1E1ED-6893-78B4-E104-5B347FD833B9}"/>
                    </a:ext>
                  </a:extLst>
                </p:cNvPr>
                <p:cNvPicPr/>
                <p:nvPr/>
              </p:nvPicPr>
              <p:blipFill>
                <a:blip r:embed="rId35"/>
                <a:stretch>
                  <a:fillRect/>
                </a:stretch>
              </p:blipFill>
              <p:spPr>
                <a:xfrm>
                  <a:off x="1030215" y="1113070"/>
                  <a:ext cx="1893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 name="Ink 16">
                  <a:extLst>
                    <a:ext uri="{FF2B5EF4-FFF2-40B4-BE49-F238E27FC236}">
                      <a16:creationId xmlns:a16="http://schemas.microsoft.com/office/drawing/2014/main" id="{AAFB07D2-5124-76FC-5316-74A10B1FFED2}"/>
                    </a:ext>
                  </a:extLst>
                </p14:cNvPr>
                <p14:cNvContentPartPr/>
                <p14:nvPr/>
              </p14:nvContentPartPr>
              <p14:xfrm>
                <a:off x="1192575" y="1077790"/>
                <a:ext cx="171720" cy="171000"/>
              </p14:xfrm>
            </p:contentPart>
          </mc:Choice>
          <mc:Fallback>
            <p:pic>
              <p:nvPicPr>
                <p:cNvPr id="17" name="Ink 16">
                  <a:extLst>
                    <a:ext uri="{FF2B5EF4-FFF2-40B4-BE49-F238E27FC236}">
                      <a16:creationId xmlns:a16="http://schemas.microsoft.com/office/drawing/2014/main" id="{AAFB07D2-5124-76FC-5316-74A10B1FFED2}"/>
                    </a:ext>
                  </a:extLst>
                </p:cNvPr>
                <p:cNvPicPr/>
                <p:nvPr/>
              </p:nvPicPr>
              <p:blipFill>
                <a:blip r:embed="rId37"/>
                <a:stretch>
                  <a:fillRect/>
                </a:stretch>
              </p:blipFill>
              <p:spPr>
                <a:xfrm>
                  <a:off x="1183935" y="1068790"/>
                  <a:ext cx="1893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8" name="Ink 17">
                  <a:extLst>
                    <a:ext uri="{FF2B5EF4-FFF2-40B4-BE49-F238E27FC236}">
                      <a16:creationId xmlns:a16="http://schemas.microsoft.com/office/drawing/2014/main" id="{EFF34045-DB7A-59B8-E872-BC468B9FAF8E}"/>
                    </a:ext>
                  </a:extLst>
                </p14:cNvPr>
                <p14:cNvContentPartPr/>
                <p14:nvPr/>
              </p14:nvContentPartPr>
              <p14:xfrm>
                <a:off x="1386615" y="1091470"/>
                <a:ext cx="96120" cy="115200"/>
              </p14:xfrm>
            </p:contentPart>
          </mc:Choice>
          <mc:Fallback>
            <p:pic>
              <p:nvPicPr>
                <p:cNvPr id="18" name="Ink 17">
                  <a:extLst>
                    <a:ext uri="{FF2B5EF4-FFF2-40B4-BE49-F238E27FC236}">
                      <a16:creationId xmlns:a16="http://schemas.microsoft.com/office/drawing/2014/main" id="{EFF34045-DB7A-59B8-E872-BC468B9FAF8E}"/>
                    </a:ext>
                  </a:extLst>
                </p:cNvPr>
                <p:cNvPicPr/>
                <p:nvPr/>
              </p:nvPicPr>
              <p:blipFill>
                <a:blip r:embed="rId39"/>
                <a:stretch>
                  <a:fillRect/>
                </a:stretch>
              </p:blipFill>
              <p:spPr>
                <a:xfrm>
                  <a:off x="1377975" y="1082470"/>
                  <a:ext cx="1137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9" name="Ink 18">
                  <a:extLst>
                    <a:ext uri="{FF2B5EF4-FFF2-40B4-BE49-F238E27FC236}">
                      <a16:creationId xmlns:a16="http://schemas.microsoft.com/office/drawing/2014/main" id="{1B873C87-8622-DDC0-4E31-C9A3E64E5927}"/>
                    </a:ext>
                  </a:extLst>
                </p14:cNvPr>
                <p14:cNvContentPartPr/>
                <p14:nvPr/>
              </p14:nvContentPartPr>
              <p14:xfrm>
                <a:off x="1501815" y="1033150"/>
                <a:ext cx="170640" cy="144000"/>
              </p14:xfrm>
            </p:contentPart>
          </mc:Choice>
          <mc:Fallback>
            <p:pic>
              <p:nvPicPr>
                <p:cNvPr id="19" name="Ink 18">
                  <a:extLst>
                    <a:ext uri="{FF2B5EF4-FFF2-40B4-BE49-F238E27FC236}">
                      <a16:creationId xmlns:a16="http://schemas.microsoft.com/office/drawing/2014/main" id="{1B873C87-8622-DDC0-4E31-C9A3E64E5927}"/>
                    </a:ext>
                  </a:extLst>
                </p:cNvPr>
                <p:cNvPicPr/>
                <p:nvPr/>
              </p:nvPicPr>
              <p:blipFill>
                <a:blip r:embed="rId41"/>
                <a:stretch>
                  <a:fillRect/>
                </a:stretch>
              </p:blipFill>
              <p:spPr>
                <a:xfrm>
                  <a:off x="1492815" y="1024510"/>
                  <a:ext cx="18828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1" name="Ink 20">
                  <a:extLst>
                    <a:ext uri="{FF2B5EF4-FFF2-40B4-BE49-F238E27FC236}">
                      <a16:creationId xmlns:a16="http://schemas.microsoft.com/office/drawing/2014/main" id="{DD9E91A8-82C4-3440-5C85-1E4E603A31BE}"/>
                    </a:ext>
                  </a:extLst>
                </p14:cNvPr>
                <p14:cNvContentPartPr/>
                <p14:nvPr/>
              </p14:nvContentPartPr>
              <p14:xfrm>
                <a:off x="1336575" y="1784830"/>
                <a:ext cx="5865120" cy="1497960"/>
              </p14:xfrm>
            </p:contentPart>
          </mc:Choice>
          <mc:Fallback>
            <p:pic>
              <p:nvPicPr>
                <p:cNvPr id="21" name="Ink 20">
                  <a:extLst>
                    <a:ext uri="{FF2B5EF4-FFF2-40B4-BE49-F238E27FC236}">
                      <a16:creationId xmlns:a16="http://schemas.microsoft.com/office/drawing/2014/main" id="{DD9E91A8-82C4-3440-5C85-1E4E603A31BE}"/>
                    </a:ext>
                  </a:extLst>
                </p:cNvPr>
                <p:cNvPicPr/>
                <p:nvPr/>
              </p:nvPicPr>
              <p:blipFill>
                <a:blip r:embed="rId43"/>
                <a:stretch>
                  <a:fillRect/>
                </a:stretch>
              </p:blipFill>
              <p:spPr>
                <a:xfrm>
                  <a:off x="1327935" y="1776190"/>
                  <a:ext cx="5882760" cy="15156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2" name="Ink 21">
                  <a:extLst>
                    <a:ext uri="{FF2B5EF4-FFF2-40B4-BE49-F238E27FC236}">
                      <a16:creationId xmlns:a16="http://schemas.microsoft.com/office/drawing/2014/main" id="{21E58D9F-0978-C117-7D0E-C816A38F36A6}"/>
                    </a:ext>
                  </a:extLst>
                </p14:cNvPr>
                <p14:cNvContentPartPr/>
                <p14:nvPr/>
              </p14:nvContentPartPr>
              <p14:xfrm>
                <a:off x="7145535" y="3096310"/>
                <a:ext cx="126360" cy="194760"/>
              </p14:xfrm>
            </p:contentPart>
          </mc:Choice>
          <mc:Fallback>
            <p:pic>
              <p:nvPicPr>
                <p:cNvPr id="22" name="Ink 21">
                  <a:extLst>
                    <a:ext uri="{FF2B5EF4-FFF2-40B4-BE49-F238E27FC236}">
                      <a16:creationId xmlns:a16="http://schemas.microsoft.com/office/drawing/2014/main" id="{21E58D9F-0978-C117-7D0E-C816A38F36A6}"/>
                    </a:ext>
                  </a:extLst>
                </p:cNvPr>
                <p:cNvPicPr/>
                <p:nvPr/>
              </p:nvPicPr>
              <p:blipFill>
                <a:blip r:embed="rId45"/>
                <a:stretch>
                  <a:fillRect/>
                </a:stretch>
              </p:blipFill>
              <p:spPr>
                <a:xfrm>
                  <a:off x="7136535" y="3087310"/>
                  <a:ext cx="14400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4" name="Ink 23">
                  <a:extLst>
                    <a:ext uri="{FF2B5EF4-FFF2-40B4-BE49-F238E27FC236}">
                      <a16:creationId xmlns:a16="http://schemas.microsoft.com/office/drawing/2014/main" id="{069973DB-A58E-1A63-2F18-66CC731B748B}"/>
                    </a:ext>
                  </a:extLst>
                </p14:cNvPr>
                <p14:cNvContentPartPr/>
                <p14:nvPr/>
              </p14:nvContentPartPr>
              <p14:xfrm>
                <a:off x="3464175" y="1581430"/>
                <a:ext cx="156600" cy="223200"/>
              </p14:xfrm>
            </p:contentPart>
          </mc:Choice>
          <mc:Fallback>
            <p:pic>
              <p:nvPicPr>
                <p:cNvPr id="24" name="Ink 23">
                  <a:extLst>
                    <a:ext uri="{FF2B5EF4-FFF2-40B4-BE49-F238E27FC236}">
                      <a16:creationId xmlns:a16="http://schemas.microsoft.com/office/drawing/2014/main" id="{069973DB-A58E-1A63-2F18-66CC731B748B}"/>
                    </a:ext>
                  </a:extLst>
                </p:cNvPr>
                <p:cNvPicPr/>
                <p:nvPr/>
              </p:nvPicPr>
              <p:blipFill>
                <a:blip r:embed="rId47"/>
                <a:stretch>
                  <a:fillRect/>
                </a:stretch>
              </p:blipFill>
              <p:spPr>
                <a:xfrm>
                  <a:off x="3455535" y="1572430"/>
                  <a:ext cx="17424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5" name="Ink 24">
                  <a:extLst>
                    <a:ext uri="{FF2B5EF4-FFF2-40B4-BE49-F238E27FC236}">
                      <a16:creationId xmlns:a16="http://schemas.microsoft.com/office/drawing/2014/main" id="{E9F69A12-6A56-3C97-4F17-7936937550F9}"/>
                    </a:ext>
                  </a:extLst>
                </p14:cNvPr>
                <p14:cNvContentPartPr/>
                <p14:nvPr/>
              </p14:nvContentPartPr>
              <p14:xfrm>
                <a:off x="3524655" y="1580350"/>
                <a:ext cx="264600" cy="194400"/>
              </p14:xfrm>
            </p:contentPart>
          </mc:Choice>
          <mc:Fallback>
            <p:pic>
              <p:nvPicPr>
                <p:cNvPr id="25" name="Ink 24">
                  <a:extLst>
                    <a:ext uri="{FF2B5EF4-FFF2-40B4-BE49-F238E27FC236}">
                      <a16:creationId xmlns:a16="http://schemas.microsoft.com/office/drawing/2014/main" id="{E9F69A12-6A56-3C97-4F17-7936937550F9}"/>
                    </a:ext>
                  </a:extLst>
                </p:cNvPr>
                <p:cNvPicPr/>
                <p:nvPr/>
              </p:nvPicPr>
              <p:blipFill>
                <a:blip r:embed="rId49"/>
                <a:stretch>
                  <a:fillRect/>
                </a:stretch>
              </p:blipFill>
              <p:spPr>
                <a:xfrm>
                  <a:off x="3516015" y="1571710"/>
                  <a:ext cx="28224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E2E59F71-6525-851E-8DDF-70B07E1939F5}"/>
                    </a:ext>
                  </a:extLst>
                </p14:cNvPr>
                <p14:cNvContentPartPr/>
                <p14:nvPr/>
              </p14:nvContentPartPr>
              <p14:xfrm>
                <a:off x="3845055" y="1576030"/>
                <a:ext cx="102960" cy="196560"/>
              </p14:xfrm>
            </p:contentPart>
          </mc:Choice>
          <mc:Fallback>
            <p:pic>
              <p:nvPicPr>
                <p:cNvPr id="26" name="Ink 25">
                  <a:extLst>
                    <a:ext uri="{FF2B5EF4-FFF2-40B4-BE49-F238E27FC236}">
                      <a16:creationId xmlns:a16="http://schemas.microsoft.com/office/drawing/2014/main" id="{E2E59F71-6525-851E-8DDF-70B07E1939F5}"/>
                    </a:ext>
                  </a:extLst>
                </p:cNvPr>
                <p:cNvPicPr/>
                <p:nvPr/>
              </p:nvPicPr>
              <p:blipFill>
                <a:blip r:embed="rId51"/>
                <a:stretch>
                  <a:fillRect/>
                </a:stretch>
              </p:blipFill>
              <p:spPr>
                <a:xfrm>
                  <a:off x="3836415" y="1567390"/>
                  <a:ext cx="1206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BF3FF4BA-ED62-ECC7-DFCD-6C73B2A9DD5E}"/>
                    </a:ext>
                  </a:extLst>
                </p14:cNvPr>
                <p14:cNvContentPartPr/>
                <p14:nvPr/>
              </p14:nvContentPartPr>
              <p14:xfrm>
                <a:off x="3877815" y="1561990"/>
                <a:ext cx="232560" cy="226440"/>
              </p14:xfrm>
            </p:contentPart>
          </mc:Choice>
          <mc:Fallback>
            <p:pic>
              <p:nvPicPr>
                <p:cNvPr id="27" name="Ink 26">
                  <a:extLst>
                    <a:ext uri="{FF2B5EF4-FFF2-40B4-BE49-F238E27FC236}">
                      <a16:creationId xmlns:a16="http://schemas.microsoft.com/office/drawing/2014/main" id="{BF3FF4BA-ED62-ECC7-DFCD-6C73B2A9DD5E}"/>
                    </a:ext>
                  </a:extLst>
                </p:cNvPr>
                <p:cNvPicPr/>
                <p:nvPr/>
              </p:nvPicPr>
              <p:blipFill>
                <a:blip r:embed="rId53"/>
                <a:stretch>
                  <a:fillRect/>
                </a:stretch>
              </p:blipFill>
              <p:spPr>
                <a:xfrm>
                  <a:off x="3869175" y="1553350"/>
                  <a:ext cx="25020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303FE0EF-CD49-2DD7-2EAC-80C7910B8FDA}"/>
                    </a:ext>
                  </a:extLst>
                </p14:cNvPr>
                <p14:cNvContentPartPr/>
                <p14:nvPr/>
              </p14:nvContentPartPr>
              <p14:xfrm>
                <a:off x="7715775" y="3143470"/>
                <a:ext cx="208080" cy="263160"/>
              </p14:xfrm>
            </p:contentPart>
          </mc:Choice>
          <mc:Fallback>
            <p:pic>
              <p:nvPicPr>
                <p:cNvPr id="30" name="Ink 29">
                  <a:extLst>
                    <a:ext uri="{FF2B5EF4-FFF2-40B4-BE49-F238E27FC236}">
                      <a16:creationId xmlns:a16="http://schemas.microsoft.com/office/drawing/2014/main" id="{303FE0EF-CD49-2DD7-2EAC-80C7910B8FDA}"/>
                    </a:ext>
                  </a:extLst>
                </p:cNvPr>
                <p:cNvPicPr/>
                <p:nvPr/>
              </p:nvPicPr>
              <p:blipFill>
                <a:blip r:embed="rId55"/>
                <a:stretch>
                  <a:fillRect/>
                </a:stretch>
              </p:blipFill>
              <p:spPr>
                <a:xfrm>
                  <a:off x="7707135" y="3134830"/>
                  <a:ext cx="22572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12FB8DD3-0391-9E8A-7AAD-6FAE206B7E62}"/>
                    </a:ext>
                  </a:extLst>
                </p14:cNvPr>
                <p14:cNvContentPartPr/>
                <p14:nvPr/>
              </p14:nvContentPartPr>
              <p14:xfrm>
                <a:off x="7992975" y="3149950"/>
                <a:ext cx="128520" cy="274680"/>
              </p14:xfrm>
            </p:contentPart>
          </mc:Choice>
          <mc:Fallback>
            <p:pic>
              <p:nvPicPr>
                <p:cNvPr id="31" name="Ink 30">
                  <a:extLst>
                    <a:ext uri="{FF2B5EF4-FFF2-40B4-BE49-F238E27FC236}">
                      <a16:creationId xmlns:a16="http://schemas.microsoft.com/office/drawing/2014/main" id="{12FB8DD3-0391-9E8A-7AAD-6FAE206B7E62}"/>
                    </a:ext>
                  </a:extLst>
                </p:cNvPr>
                <p:cNvPicPr/>
                <p:nvPr/>
              </p:nvPicPr>
              <p:blipFill>
                <a:blip r:embed="rId57"/>
                <a:stretch>
                  <a:fillRect/>
                </a:stretch>
              </p:blipFill>
              <p:spPr>
                <a:xfrm>
                  <a:off x="7983975" y="3141310"/>
                  <a:ext cx="1461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6D3C6A93-22B3-7D5A-DE17-C5E3C11BAC09}"/>
                    </a:ext>
                  </a:extLst>
                </p14:cNvPr>
                <p14:cNvContentPartPr/>
                <p14:nvPr/>
              </p14:nvContentPartPr>
              <p14:xfrm>
                <a:off x="8011335" y="3176590"/>
                <a:ext cx="352440" cy="257400"/>
              </p14:xfrm>
            </p:contentPart>
          </mc:Choice>
          <mc:Fallback>
            <p:pic>
              <p:nvPicPr>
                <p:cNvPr id="32" name="Ink 31">
                  <a:extLst>
                    <a:ext uri="{FF2B5EF4-FFF2-40B4-BE49-F238E27FC236}">
                      <a16:creationId xmlns:a16="http://schemas.microsoft.com/office/drawing/2014/main" id="{6D3C6A93-22B3-7D5A-DE17-C5E3C11BAC09}"/>
                    </a:ext>
                  </a:extLst>
                </p:cNvPr>
                <p:cNvPicPr/>
                <p:nvPr/>
              </p:nvPicPr>
              <p:blipFill>
                <a:blip r:embed="rId59"/>
                <a:stretch>
                  <a:fillRect/>
                </a:stretch>
              </p:blipFill>
              <p:spPr>
                <a:xfrm>
                  <a:off x="8002335" y="3167590"/>
                  <a:ext cx="37008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FD37DFDC-B941-E66C-595D-D0BDE7D0A975}"/>
                    </a:ext>
                  </a:extLst>
                </p14:cNvPr>
                <p14:cNvContentPartPr/>
                <p14:nvPr/>
              </p14:nvContentPartPr>
              <p14:xfrm>
                <a:off x="8440815" y="3169750"/>
                <a:ext cx="128160" cy="251280"/>
              </p14:xfrm>
            </p:contentPart>
          </mc:Choice>
          <mc:Fallback>
            <p:pic>
              <p:nvPicPr>
                <p:cNvPr id="33" name="Ink 32">
                  <a:extLst>
                    <a:ext uri="{FF2B5EF4-FFF2-40B4-BE49-F238E27FC236}">
                      <a16:creationId xmlns:a16="http://schemas.microsoft.com/office/drawing/2014/main" id="{FD37DFDC-B941-E66C-595D-D0BDE7D0A975}"/>
                    </a:ext>
                  </a:extLst>
                </p:cNvPr>
                <p:cNvPicPr/>
                <p:nvPr/>
              </p:nvPicPr>
              <p:blipFill>
                <a:blip r:embed="rId61"/>
                <a:stretch>
                  <a:fillRect/>
                </a:stretch>
              </p:blipFill>
              <p:spPr>
                <a:xfrm>
                  <a:off x="8432175" y="3160750"/>
                  <a:ext cx="1458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A3048CEF-B837-93A3-2AB0-7FD4D975408C}"/>
                    </a:ext>
                  </a:extLst>
                </p14:cNvPr>
                <p14:cNvContentPartPr/>
                <p14:nvPr/>
              </p14:nvContentPartPr>
              <p14:xfrm>
                <a:off x="8459535" y="3287470"/>
                <a:ext cx="197280" cy="25200"/>
              </p14:xfrm>
            </p:contentPart>
          </mc:Choice>
          <mc:Fallback>
            <p:pic>
              <p:nvPicPr>
                <p:cNvPr id="34" name="Ink 33">
                  <a:extLst>
                    <a:ext uri="{FF2B5EF4-FFF2-40B4-BE49-F238E27FC236}">
                      <a16:creationId xmlns:a16="http://schemas.microsoft.com/office/drawing/2014/main" id="{A3048CEF-B837-93A3-2AB0-7FD4D975408C}"/>
                    </a:ext>
                  </a:extLst>
                </p:cNvPr>
                <p:cNvPicPr/>
                <p:nvPr/>
              </p:nvPicPr>
              <p:blipFill>
                <a:blip r:embed="rId63"/>
                <a:stretch>
                  <a:fillRect/>
                </a:stretch>
              </p:blipFill>
              <p:spPr>
                <a:xfrm>
                  <a:off x="8450895" y="3278470"/>
                  <a:ext cx="21492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5" name="Ink 44">
                  <a:extLst>
                    <a:ext uri="{FF2B5EF4-FFF2-40B4-BE49-F238E27FC236}">
                      <a16:creationId xmlns:a16="http://schemas.microsoft.com/office/drawing/2014/main" id="{E958637B-C549-0B10-3142-5955F6F3C092}"/>
                    </a:ext>
                  </a:extLst>
                </p14:cNvPr>
                <p14:cNvContentPartPr/>
                <p14:nvPr/>
              </p14:nvContentPartPr>
              <p14:xfrm>
                <a:off x="708015" y="4292230"/>
                <a:ext cx="495720" cy="479520"/>
              </p14:xfrm>
            </p:contentPart>
          </mc:Choice>
          <mc:Fallback>
            <p:pic>
              <p:nvPicPr>
                <p:cNvPr id="45" name="Ink 44">
                  <a:extLst>
                    <a:ext uri="{FF2B5EF4-FFF2-40B4-BE49-F238E27FC236}">
                      <a16:creationId xmlns:a16="http://schemas.microsoft.com/office/drawing/2014/main" id="{E958637B-C549-0B10-3142-5955F6F3C092}"/>
                    </a:ext>
                  </a:extLst>
                </p:cNvPr>
                <p:cNvPicPr/>
                <p:nvPr/>
              </p:nvPicPr>
              <p:blipFill>
                <a:blip r:embed="rId65"/>
                <a:stretch>
                  <a:fillRect/>
                </a:stretch>
              </p:blipFill>
              <p:spPr>
                <a:xfrm>
                  <a:off x="699375" y="4283230"/>
                  <a:ext cx="513360" cy="497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6" name="Ink 45">
                  <a:extLst>
                    <a:ext uri="{FF2B5EF4-FFF2-40B4-BE49-F238E27FC236}">
                      <a16:creationId xmlns:a16="http://schemas.microsoft.com/office/drawing/2014/main" id="{3B3010D4-C9B9-85BC-3471-B5E8E7B55380}"/>
                    </a:ext>
                  </a:extLst>
                </p14:cNvPr>
                <p14:cNvContentPartPr/>
                <p14:nvPr/>
              </p14:nvContentPartPr>
              <p14:xfrm>
                <a:off x="738615" y="4852750"/>
                <a:ext cx="473760" cy="363960"/>
              </p14:xfrm>
            </p:contentPart>
          </mc:Choice>
          <mc:Fallback>
            <p:pic>
              <p:nvPicPr>
                <p:cNvPr id="46" name="Ink 45">
                  <a:extLst>
                    <a:ext uri="{FF2B5EF4-FFF2-40B4-BE49-F238E27FC236}">
                      <a16:creationId xmlns:a16="http://schemas.microsoft.com/office/drawing/2014/main" id="{3B3010D4-C9B9-85BC-3471-B5E8E7B55380}"/>
                    </a:ext>
                  </a:extLst>
                </p:cNvPr>
                <p:cNvPicPr/>
                <p:nvPr/>
              </p:nvPicPr>
              <p:blipFill>
                <a:blip r:embed="rId67"/>
                <a:stretch>
                  <a:fillRect/>
                </a:stretch>
              </p:blipFill>
              <p:spPr>
                <a:xfrm>
                  <a:off x="729615" y="4844110"/>
                  <a:ext cx="49140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8" name="Ink 47">
                  <a:extLst>
                    <a:ext uri="{FF2B5EF4-FFF2-40B4-BE49-F238E27FC236}">
                      <a16:creationId xmlns:a16="http://schemas.microsoft.com/office/drawing/2014/main" id="{B2A3068E-3900-8A0C-4634-17ADD25C13D9}"/>
                    </a:ext>
                  </a:extLst>
                </p14:cNvPr>
                <p14:cNvContentPartPr/>
                <p14:nvPr/>
              </p14:nvContentPartPr>
              <p14:xfrm>
                <a:off x="829695" y="4593190"/>
                <a:ext cx="172440" cy="57960"/>
              </p14:xfrm>
            </p:contentPart>
          </mc:Choice>
          <mc:Fallback>
            <p:pic>
              <p:nvPicPr>
                <p:cNvPr id="48" name="Ink 47">
                  <a:extLst>
                    <a:ext uri="{FF2B5EF4-FFF2-40B4-BE49-F238E27FC236}">
                      <a16:creationId xmlns:a16="http://schemas.microsoft.com/office/drawing/2014/main" id="{B2A3068E-3900-8A0C-4634-17ADD25C13D9}"/>
                    </a:ext>
                  </a:extLst>
                </p:cNvPr>
                <p:cNvPicPr/>
                <p:nvPr/>
              </p:nvPicPr>
              <p:blipFill>
                <a:blip r:embed="rId69"/>
                <a:stretch>
                  <a:fillRect/>
                </a:stretch>
              </p:blipFill>
              <p:spPr>
                <a:xfrm>
                  <a:off x="820695" y="4584190"/>
                  <a:ext cx="19008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9" name="Ink 48">
                  <a:extLst>
                    <a:ext uri="{FF2B5EF4-FFF2-40B4-BE49-F238E27FC236}">
                      <a16:creationId xmlns:a16="http://schemas.microsoft.com/office/drawing/2014/main" id="{EBF4E7A6-7269-65B2-4649-108BB2FEFD25}"/>
                    </a:ext>
                  </a:extLst>
                </p14:cNvPr>
                <p14:cNvContentPartPr/>
                <p14:nvPr/>
              </p14:nvContentPartPr>
              <p14:xfrm>
                <a:off x="856335" y="4500670"/>
                <a:ext cx="15480" cy="5040"/>
              </p14:xfrm>
            </p:contentPart>
          </mc:Choice>
          <mc:Fallback>
            <p:pic>
              <p:nvPicPr>
                <p:cNvPr id="49" name="Ink 48">
                  <a:extLst>
                    <a:ext uri="{FF2B5EF4-FFF2-40B4-BE49-F238E27FC236}">
                      <a16:creationId xmlns:a16="http://schemas.microsoft.com/office/drawing/2014/main" id="{EBF4E7A6-7269-65B2-4649-108BB2FEFD25}"/>
                    </a:ext>
                  </a:extLst>
                </p:cNvPr>
                <p:cNvPicPr/>
                <p:nvPr/>
              </p:nvPicPr>
              <p:blipFill>
                <a:blip r:embed="rId71"/>
                <a:stretch>
                  <a:fillRect/>
                </a:stretch>
              </p:blipFill>
              <p:spPr>
                <a:xfrm>
                  <a:off x="847695" y="4491670"/>
                  <a:ext cx="331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0" name="Ink 49">
                  <a:extLst>
                    <a:ext uri="{FF2B5EF4-FFF2-40B4-BE49-F238E27FC236}">
                      <a16:creationId xmlns:a16="http://schemas.microsoft.com/office/drawing/2014/main" id="{799DCEEE-81C0-65BA-DB5E-84C669BE9199}"/>
                    </a:ext>
                  </a:extLst>
                </p14:cNvPr>
                <p14:cNvContentPartPr/>
                <p14:nvPr/>
              </p14:nvContentPartPr>
              <p14:xfrm>
                <a:off x="1029495" y="4479430"/>
                <a:ext cx="27360" cy="38160"/>
              </p14:xfrm>
            </p:contentPart>
          </mc:Choice>
          <mc:Fallback>
            <p:pic>
              <p:nvPicPr>
                <p:cNvPr id="50" name="Ink 49">
                  <a:extLst>
                    <a:ext uri="{FF2B5EF4-FFF2-40B4-BE49-F238E27FC236}">
                      <a16:creationId xmlns:a16="http://schemas.microsoft.com/office/drawing/2014/main" id="{799DCEEE-81C0-65BA-DB5E-84C669BE9199}"/>
                    </a:ext>
                  </a:extLst>
                </p:cNvPr>
                <p:cNvPicPr/>
                <p:nvPr/>
              </p:nvPicPr>
              <p:blipFill>
                <a:blip r:embed="rId73"/>
                <a:stretch>
                  <a:fillRect/>
                </a:stretch>
              </p:blipFill>
              <p:spPr>
                <a:xfrm>
                  <a:off x="1020495" y="4470790"/>
                  <a:ext cx="4500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E0E4D06C-29D9-6D71-88CE-B8C9CBC2B8CC}"/>
                    </a:ext>
                  </a:extLst>
                </p14:cNvPr>
                <p14:cNvContentPartPr/>
                <p14:nvPr/>
              </p14:nvContentPartPr>
              <p14:xfrm>
                <a:off x="398775" y="3895870"/>
                <a:ext cx="252720" cy="379440"/>
              </p14:xfrm>
            </p:contentPart>
          </mc:Choice>
          <mc:Fallback>
            <p:pic>
              <p:nvPicPr>
                <p:cNvPr id="52" name="Ink 51">
                  <a:extLst>
                    <a:ext uri="{FF2B5EF4-FFF2-40B4-BE49-F238E27FC236}">
                      <a16:creationId xmlns:a16="http://schemas.microsoft.com/office/drawing/2014/main" id="{E0E4D06C-29D9-6D71-88CE-B8C9CBC2B8CC}"/>
                    </a:ext>
                  </a:extLst>
                </p:cNvPr>
                <p:cNvPicPr/>
                <p:nvPr/>
              </p:nvPicPr>
              <p:blipFill>
                <a:blip r:embed="rId75"/>
                <a:stretch>
                  <a:fillRect/>
                </a:stretch>
              </p:blipFill>
              <p:spPr>
                <a:xfrm>
                  <a:off x="390135" y="3887230"/>
                  <a:ext cx="27036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849B3A44-441A-FBAE-C54C-5BEC195E88C7}"/>
                    </a:ext>
                  </a:extLst>
                </p14:cNvPr>
                <p14:cNvContentPartPr/>
                <p14:nvPr/>
              </p14:nvContentPartPr>
              <p14:xfrm>
                <a:off x="472215" y="3999190"/>
                <a:ext cx="344880" cy="147960"/>
              </p14:xfrm>
            </p:contentPart>
          </mc:Choice>
          <mc:Fallback>
            <p:pic>
              <p:nvPicPr>
                <p:cNvPr id="53" name="Ink 52">
                  <a:extLst>
                    <a:ext uri="{FF2B5EF4-FFF2-40B4-BE49-F238E27FC236}">
                      <a16:creationId xmlns:a16="http://schemas.microsoft.com/office/drawing/2014/main" id="{849B3A44-441A-FBAE-C54C-5BEC195E88C7}"/>
                    </a:ext>
                  </a:extLst>
                </p:cNvPr>
                <p:cNvPicPr/>
                <p:nvPr/>
              </p:nvPicPr>
              <p:blipFill>
                <a:blip r:embed="rId77"/>
                <a:stretch>
                  <a:fillRect/>
                </a:stretch>
              </p:blipFill>
              <p:spPr>
                <a:xfrm>
                  <a:off x="463215" y="3990550"/>
                  <a:ext cx="3625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C832E00D-4BFE-6104-710F-D0EACB0437DA}"/>
                    </a:ext>
                  </a:extLst>
                </p14:cNvPr>
                <p14:cNvContentPartPr/>
                <p14:nvPr/>
              </p14:nvContentPartPr>
              <p14:xfrm>
                <a:off x="822135" y="3949870"/>
                <a:ext cx="140760" cy="154800"/>
              </p14:xfrm>
            </p:contentPart>
          </mc:Choice>
          <mc:Fallback>
            <p:pic>
              <p:nvPicPr>
                <p:cNvPr id="54" name="Ink 53">
                  <a:extLst>
                    <a:ext uri="{FF2B5EF4-FFF2-40B4-BE49-F238E27FC236}">
                      <a16:creationId xmlns:a16="http://schemas.microsoft.com/office/drawing/2014/main" id="{C832E00D-4BFE-6104-710F-D0EACB0437DA}"/>
                    </a:ext>
                  </a:extLst>
                </p:cNvPr>
                <p:cNvPicPr/>
                <p:nvPr/>
              </p:nvPicPr>
              <p:blipFill>
                <a:blip r:embed="rId79"/>
                <a:stretch>
                  <a:fillRect/>
                </a:stretch>
              </p:blipFill>
              <p:spPr>
                <a:xfrm>
                  <a:off x="813495" y="3941230"/>
                  <a:ext cx="15840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D9D897ED-CC28-E627-1E2C-C20BFD86241F}"/>
                    </a:ext>
                  </a:extLst>
                </p14:cNvPr>
                <p14:cNvContentPartPr/>
                <p14:nvPr/>
              </p14:nvContentPartPr>
              <p14:xfrm>
                <a:off x="992775" y="3925750"/>
                <a:ext cx="146160" cy="266040"/>
              </p14:xfrm>
            </p:contentPart>
          </mc:Choice>
          <mc:Fallback>
            <p:pic>
              <p:nvPicPr>
                <p:cNvPr id="55" name="Ink 54">
                  <a:extLst>
                    <a:ext uri="{FF2B5EF4-FFF2-40B4-BE49-F238E27FC236}">
                      <a16:creationId xmlns:a16="http://schemas.microsoft.com/office/drawing/2014/main" id="{D9D897ED-CC28-E627-1E2C-C20BFD86241F}"/>
                    </a:ext>
                  </a:extLst>
                </p:cNvPr>
                <p:cNvPicPr/>
                <p:nvPr/>
              </p:nvPicPr>
              <p:blipFill>
                <a:blip r:embed="rId81"/>
                <a:stretch>
                  <a:fillRect/>
                </a:stretch>
              </p:blipFill>
              <p:spPr>
                <a:xfrm>
                  <a:off x="984135" y="3916750"/>
                  <a:ext cx="1638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F1E34568-E4AC-2B50-E376-0393D4AF2CDF}"/>
                    </a:ext>
                  </a:extLst>
                </p14:cNvPr>
                <p14:cNvContentPartPr/>
                <p14:nvPr/>
              </p14:nvContentPartPr>
              <p14:xfrm>
                <a:off x="1193655" y="3871390"/>
                <a:ext cx="113760" cy="131040"/>
              </p14:xfrm>
            </p:contentPart>
          </mc:Choice>
          <mc:Fallback>
            <p:pic>
              <p:nvPicPr>
                <p:cNvPr id="56" name="Ink 55">
                  <a:extLst>
                    <a:ext uri="{FF2B5EF4-FFF2-40B4-BE49-F238E27FC236}">
                      <a16:creationId xmlns:a16="http://schemas.microsoft.com/office/drawing/2014/main" id="{F1E34568-E4AC-2B50-E376-0393D4AF2CDF}"/>
                    </a:ext>
                  </a:extLst>
                </p:cNvPr>
                <p:cNvPicPr/>
                <p:nvPr/>
              </p:nvPicPr>
              <p:blipFill>
                <a:blip r:embed="rId83"/>
                <a:stretch>
                  <a:fillRect/>
                </a:stretch>
              </p:blipFill>
              <p:spPr>
                <a:xfrm>
                  <a:off x="1185015" y="3862390"/>
                  <a:ext cx="1314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8" name="Ink 57">
                  <a:extLst>
                    <a:ext uri="{FF2B5EF4-FFF2-40B4-BE49-F238E27FC236}">
                      <a16:creationId xmlns:a16="http://schemas.microsoft.com/office/drawing/2014/main" id="{90DF8C8B-12CF-3756-F8CE-7536A31FC600}"/>
                    </a:ext>
                  </a:extLst>
                </p14:cNvPr>
                <p14:cNvContentPartPr/>
                <p14:nvPr/>
              </p14:nvContentPartPr>
              <p14:xfrm>
                <a:off x="1626015" y="3591310"/>
                <a:ext cx="5642640" cy="1229400"/>
              </p14:xfrm>
            </p:contentPart>
          </mc:Choice>
          <mc:Fallback>
            <p:pic>
              <p:nvPicPr>
                <p:cNvPr id="58" name="Ink 57">
                  <a:extLst>
                    <a:ext uri="{FF2B5EF4-FFF2-40B4-BE49-F238E27FC236}">
                      <a16:creationId xmlns:a16="http://schemas.microsoft.com/office/drawing/2014/main" id="{90DF8C8B-12CF-3756-F8CE-7536A31FC600}"/>
                    </a:ext>
                  </a:extLst>
                </p:cNvPr>
                <p:cNvPicPr/>
                <p:nvPr/>
              </p:nvPicPr>
              <p:blipFill>
                <a:blip r:embed="rId85"/>
                <a:stretch>
                  <a:fillRect/>
                </a:stretch>
              </p:blipFill>
              <p:spPr>
                <a:xfrm>
                  <a:off x="1617375" y="3582310"/>
                  <a:ext cx="5660280" cy="12470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B42B08A2-201B-CAB7-9B4A-C30A6DF3041B}"/>
                    </a:ext>
                  </a:extLst>
                </p14:cNvPr>
                <p14:cNvContentPartPr/>
                <p14:nvPr/>
              </p14:nvContentPartPr>
              <p14:xfrm>
                <a:off x="7192335" y="3498070"/>
                <a:ext cx="121320" cy="227160"/>
              </p14:xfrm>
            </p:contentPart>
          </mc:Choice>
          <mc:Fallback>
            <p:pic>
              <p:nvPicPr>
                <p:cNvPr id="59" name="Ink 58">
                  <a:extLst>
                    <a:ext uri="{FF2B5EF4-FFF2-40B4-BE49-F238E27FC236}">
                      <a16:creationId xmlns:a16="http://schemas.microsoft.com/office/drawing/2014/main" id="{B42B08A2-201B-CAB7-9B4A-C30A6DF3041B}"/>
                    </a:ext>
                  </a:extLst>
                </p:cNvPr>
                <p:cNvPicPr/>
                <p:nvPr/>
              </p:nvPicPr>
              <p:blipFill>
                <a:blip r:embed="rId87"/>
                <a:stretch>
                  <a:fillRect/>
                </a:stretch>
              </p:blipFill>
              <p:spPr>
                <a:xfrm>
                  <a:off x="7183695" y="3489070"/>
                  <a:ext cx="13896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39AD1D39-80A3-1BF6-61C3-DF844C030CF1}"/>
                    </a:ext>
                  </a:extLst>
                </p14:cNvPr>
                <p14:cNvContentPartPr/>
                <p14:nvPr/>
              </p14:nvContentPartPr>
              <p14:xfrm>
                <a:off x="3048015" y="4542790"/>
                <a:ext cx="149040" cy="189000"/>
              </p14:xfrm>
            </p:contentPart>
          </mc:Choice>
          <mc:Fallback>
            <p:pic>
              <p:nvPicPr>
                <p:cNvPr id="60" name="Ink 59">
                  <a:extLst>
                    <a:ext uri="{FF2B5EF4-FFF2-40B4-BE49-F238E27FC236}">
                      <a16:creationId xmlns:a16="http://schemas.microsoft.com/office/drawing/2014/main" id="{39AD1D39-80A3-1BF6-61C3-DF844C030CF1}"/>
                    </a:ext>
                  </a:extLst>
                </p:cNvPr>
                <p:cNvPicPr/>
                <p:nvPr/>
              </p:nvPicPr>
              <p:blipFill>
                <a:blip r:embed="rId89"/>
                <a:stretch>
                  <a:fillRect/>
                </a:stretch>
              </p:blipFill>
              <p:spPr>
                <a:xfrm>
                  <a:off x="3039015" y="4533790"/>
                  <a:ext cx="16668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8E9FE402-D464-3C60-274A-5325BBCFEA7D}"/>
                    </a:ext>
                  </a:extLst>
                </p14:cNvPr>
                <p14:cNvContentPartPr/>
                <p14:nvPr/>
              </p14:nvContentPartPr>
              <p14:xfrm>
                <a:off x="3110295" y="4528390"/>
                <a:ext cx="305640" cy="212040"/>
              </p14:xfrm>
            </p:contentPart>
          </mc:Choice>
          <mc:Fallback>
            <p:pic>
              <p:nvPicPr>
                <p:cNvPr id="61" name="Ink 60">
                  <a:extLst>
                    <a:ext uri="{FF2B5EF4-FFF2-40B4-BE49-F238E27FC236}">
                      <a16:creationId xmlns:a16="http://schemas.microsoft.com/office/drawing/2014/main" id="{8E9FE402-D464-3C60-274A-5325BBCFEA7D}"/>
                    </a:ext>
                  </a:extLst>
                </p:cNvPr>
                <p:cNvPicPr/>
                <p:nvPr/>
              </p:nvPicPr>
              <p:blipFill>
                <a:blip r:embed="rId91"/>
                <a:stretch>
                  <a:fillRect/>
                </a:stretch>
              </p:blipFill>
              <p:spPr>
                <a:xfrm>
                  <a:off x="3101295" y="4519750"/>
                  <a:ext cx="3232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B924859F-4F06-CBCE-1461-33825A6956D9}"/>
                    </a:ext>
                  </a:extLst>
                </p14:cNvPr>
                <p14:cNvContentPartPr/>
                <p14:nvPr/>
              </p14:nvContentPartPr>
              <p14:xfrm>
                <a:off x="3457695" y="4550350"/>
                <a:ext cx="125640" cy="168120"/>
              </p14:xfrm>
            </p:contentPart>
          </mc:Choice>
          <mc:Fallback>
            <p:pic>
              <p:nvPicPr>
                <p:cNvPr id="62" name="Ink 61">
                  <a:extLst>
                    <a:ext uri="{FF2B5EF4-FFF2-40B4-BE49-F238E27FC236}">
                      <a16:creationId xmlns:a16="http://schemas.microsoft.com/office/drawing/2014/main" id="{B924859F-4F06-CBCE-1461-33825A6956D9}"/>
                    </a:ext>
                  </a:extLst>
                </p:cNvPr>
                <p:cNvPicPr/>
                <p:nvPr/>
              </p:nvPicPr>
              <p:blipFill>
                <a:blip r:embed="rId93"/>
                <a:stretch>
                  <a:fillRect/>
                </a:stretch>
              </p:blipFill>
              <p:spPr>
                <a:xfrm>
                  <a:off x="3448695" y="4541710"/>
                  <a:ext cx="1432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4B11BD35-88E1-34BC-A966-11A0947FC40C}"/>
                    </a:ext>
                  </a:extLst>
                </p14:cNvPr>
                <p14:cNvContentPartPr/>
                <p14:nvPr/>
              </p14:nvContentPartPr>
              <p14:xfrm>
                <a:off x="3494055" y="4533430"/>
                <a:ext cx="258840" cy="201600"/>
              </p14:xfrm>
            </p:contentPart>
          </mc:Choice>
          <mc:Fallback>
            <p:pic>
              <p:nvPicPr>
                <p:cNvPr id="63" name="Ink 62">
                  <a:extLst>
                    <a:ext uri="{FF2B5EF4-FFF2-40B4-BE49-F238E27FC236}">
                      <a16:creationId xmlns:a16="http://schemas.microsoft.com/office/drawing/2014/main" id="{4B11BD35-88E1-34BC-A966-11A0947FC40C}"/>
                    </a:ext>
                  </a:extLst>
                </p:cNvPr>
                <p:cNvPicPr/>
                <p:nvPr/>
              </p:nvPicPr>
              <p:blipFill>
                <a:blip r:embed="rId95"/>
                <a:stretch>
                  <a:fillRect/>
                </a:stretch>
              </p:blipFill>
              <p:spPr>
                <a:xfrm>
                  <a:off x="3485055" y="4524430"/>
                  <a:ext cx="27648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3" name="Ink 72">
                  <a:extLst>
                    <a:ext uri="{FF2B5EF4-FFF2-40B4-BE49-F238E27FC236}">
                      <a16:creationId xmlns:a16="http://schemas.microsoft.com/office/drawing/2014/main" id="{2DEAED2F-1250-8160-1E06-35BFF0A00170}"/>
                    </a:ext>
                  </a:extLst>
                </p14:cNvPr>
                <p14:cNvContentPartPr/>
                <p14:nvPr/>
              </p14:nvContentPartPr>
              <p14:xfrm>
                <a:off x="2014815" y="1703470"/>
                <a:ext cx="13680" cy="124200"/>
              </p14:xfrm>
            </p:contentPart>
          </mc:Choice>
          <mc:Fallback>
            <p:pic>
              <p:nvPicPr>
                <p:cNvPr id="73" name="Ink 72">
                  <a:extLst>
                    <a:ext uri="{FF2B5EF4-FFF2-40B4-BE49-F238E27FC236}">
                      <a16:creationId xmlns:a16="http://schemas.microsoft.com/office/drawing/2014/main" id="{2DEAED2F-1250-8160-1E06-35BFF0A00170}"/>
                    </a:ext>
                  </a:extLst>
                </p:cNvPr>
                <p:cNvPicPr/>
                <p:nvPr/>
              </p:nvPicPr>
              <p:blipFill>
                <a:blip r:embed="rId97"/>
                <a:stretch>
                  <a:fillRect/>
                </a:stretch>
              </p:blipFill>
              <p:spPr>
                <a:xfrm>
                  <a:off x="2006175" y="1694470"/>
                  <a:ext cx="3132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4" name="Ink 73">
                  <a:extLst>
                    <a:ext uri="{FF2B5EF4-FFF2-40B4-BE49-F238E27FC236}">
                      <a16:creationId xmlns:a16="http://schemas.microsoft.com/office/drawing/2014/main" id="{5C731745-E1B8-B6F0-18E7-8F4F961E45B1}"/>
                    </a:ext>
                  </a:extLst>
                </p14:cNvPr>
                <p14:cNvContentPartPr/>
                <p14:nvPr/>
              </p14:nvContentPartPr>
              <p14:xfrm>
                <a:off x="2094735" y="1726870"/>
                <a:ext cx="83160" cy="90720"/>
              </p14:xfrm>
            </p:contentPart>
          </mc:Choice>
          <mc:Fallback>
            <p:pic>
              <p:nvPicPr>
                <p:cNvPr id="74" name="Ink 73">
                  <a:extLst>
                    <a:ext uri="{FF2B5EF4-FFF2-40B4-BE49-F238E27FC236}">
                      <a16:creationId xmlns:a16="http://schemas.microsoft.com/office/drawing/2014/main" id="{5C731745-E1B8-B6F0-18E7-8F4F961E45B1}"/>
                    </a:ext>
                  </a:extLst>
                </p:cNvPr>
                <p:cNvPicPr/>
                <p:nvPr/>
              </p:nvPicPr>
              <p:blipFill>
                <a:blip r:embed="rId99"/>
                <a:stretch>
                  <a:fillRect/>
                </a:stretch>
              </p:blipFill>
              <p:spPr>
                <a:xfrm>
                  <a:off x="2086095" y="1717870"/>
                  <a:ext cx="1008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5" name="Ink 74">
                  <a:extLst>
                    <a:ext uri="{FF2B5EF4-FFF2-40B4-BE49-F238E27FC236}">
                      <a16:creationId xmlns:a16="http://schemas.microsoft.com/office/drawing/2014/main" id="{5E1E506F-7371-502E-27F0-63D2F0EC0323}"/>
                    </a:ext>
                  </a:extLst>
                </p14:cNvPr>
                <p14:cNvContentPartPr/>
                <p14:nvPr/>
              </p14:nvContentPartPr>
              <p14:xfrm>
                <a:off x="2226855" y="1682230"/>
                <a:ext cx="111240" cy="148680"/>
              </p14:xfrm>
            </p:contentPart>
          </mc:Choice>
          <mc:Fallback>
            <p:pic>
              <p:nvPicPr>
                <p:cNvPr id="75" name="Ink 74">
                  <a:extLst>
                    <a:ext uri="{FF2B5EF4-FFF2-40B4-BE49-F238E27FC236}">
                      <a16:creationId xmlns:a16="http://schemas.microsoft.com/office/drawing/2014/main" id="{5E1E506F-7371-502E-27F0-63D2F0EC0323}"/>
                    </a:ext>
                  </a:extLst>
                </p:cNvPr>
                <p:cNvPicPr/>
                <p:nvPr/>
              </p:nvPicPr>
              <p:blipFill>
                <a:blip r:embed="rId101"/>
                <a:stretch>
                  <a:fillRect/>
                </a:stretch>
              </p:blipFill>
              <p:spPr>
                <a:xfrm>
                  <a:off x="2217855" y="1673230"/>
                  <a:ext cx="1288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6" name="Ink 75">
                  <a:extLst>
                    <a:ext uri="{FF2B5EF4-FFF2-40B4-BE49-F238E27FC236}">
                      <a16:creationId xmlns:a16="http://schemas.microsoft.com/office/drawing/2014/main" id="{F2828EA5-46CB-E39C-52E4-DAC5AE63415A}"/>
                    </a:ext>
                  </a:extLst>
                </p14:cNvPr>
                <p14:cNvContentPartPr/>
                <p14:nvPr/>
              </p14:nvContentPartPr>
              <p14:xfrm>
                <a:off x="2252415" y="1672510"/>
                <a:ext cx="304200" cy="124200"/>
              </p14:xfrm>
            </p:contentPart>
          </mc:Choice>
          <mc:Fallback>
            <p:pic>
              <p:nvPicPr>
                <p:cNvPr id="76" name="Ink 75">
                  <a:extLst>
                    <a:ext uri="{FF2B5EF4-FFF2-40B4-BE49-F238E27FC236}">
                      <a16:creationId xmlns:a16="http://schemas.microsoft.com/office/drawing/2014/main" id="{F2828EA5-46CB-E39C-52E4-DAC5AE63415A}"/>
                    </a:ext>
                  </a:extLst>
                </p:cNvPr>
                <p:cNvPicPr/>
                <p:nvPr/>
              </p:nvPicPr>
              <p:blipFill>
                <a:blip r:embed="rId103"/>
                <a:stretch>
                  <a:fillRect/>
                </a:stretch>
              </p:blipFill>
              <p:spPr>
                <a:xfrm>
                  <a:off x="2243415" y="1663510"/>
                  <a:ext cx="3218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7" name="Ink 76">
                  <a:extLst>
                    <a:ext uri="{FF2B5EF4-FFF2-40B4-BE49-F238E27FC236}">
                      <a16:creationId xmlns:a16="http://schemas.microsoft.com/office/drawing/2014/main" id="{F3A788B9-BD5D-42BA-A3A8-A376131579DE}"/>
                    </a:ext>
                  </a:extLst>
                </p14:cNvPr>
                <p14:cNvContentPartPr/>
                <p14:nvPr/>
              </p14:nvContentPartPr>
              <p14:xfrm>
                <a:off x="1956495" y="1827670"/>
                <a:ext cx="610200" cy="73800"/>
              </p14:xfrm>
            </p:contentPart>
          </mc:Choice>
          <mc:Fallback>
            <p:pic>
              <p:nvPicPr>
                <p:cNvPr id="77" name="Ink 76">
                  <a:extLst>
                    <a:ext uri="{FF2B5EF4-FFF2-40B4-BE49-F238E27FC236}">
                      <a16:creationId xmlns:a16="http://schemas.microsoft.com/office/drawing/2014/main" id="{F3A788B9-BD5D-42BA-A3A8-A376131579DE}"/>
                    </a:ext>
                  </a:extLst>
                </p:cNvPr>
                <p:cNvPicPr/>
                <p:nvPr/>
              </p:nvPicPr>
              <p:blipFill>
                <a:blip r:embed="rId105"/>
                <a:stretch>
                  <a:fillRect/>
                </a:stretch>
              </p:blipFill>
              <p:spPr>
                <a:xfrm>
                  <a:off x="1947495" y="1818670"/>
                  <a:ext cx="62784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6" name="Ink 35">
                  <a:extLst>
                    <a:ext uri="{FF2B5EF4-FFF2-40B4-BE49-F238E27FC236}">
                      <a16:creationId xmlns:a16="http://schemas.microsoft.com/office/drawing/2014/main" id="{68EE8A5E-5EAC-00DB-4FBB-9BE8F19DB35B}"/>
                    </a:ext>
                  </a:extLst>
                </p14:cNvPr>
                <p14:cNvContentPartPr/>
                <p14:nvPr/>
              </p14:nvContentPartPr>
              <p14:xfrm>
                <a:off x="3346455" y="2026030"/>
                <a:ext cx="116280" cy="9360"/>
              </p14:xfrm>
            </p:contentPart>
          </mc:Choice>
          <mc:Fallback>
            <p:pic>
              <p:nvPicPr>
                <p:cNvPr id="36" name="Ink 35">
                  <a:extLst>
                    <a:ext uri="{FF2B5EF4-FFF2-40B4-BE49-F238E27FC236}">
                      <a16:creationId xmlns:a16="http://schemas.microsoft.com/office/drawing/2014/main" id="{68EE8A5E-5EAC-00DB-4FBB-9BE8F19DB35B}"/>
                    </a:ext>
                  </a:extLst>
                </p:cNvPr>
                <p:cNvPicPr/>
                <p:nvPr/>
              </p:nvPicPr>
              <p:blipFill>
                <a:blip r:embed="rId107"/>
                <a:stretch>
                  <a:fillRect/>
                </a:stretch>
              </p:blipFill>
              <p:spPr>
                <a:xfrm>
                  <a:off x="3337815" y="2017390"/>
                  <a:ext cx="1339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7" name="Ink 36">
                  <a:extLst>
                    <a:ext uri="{FF2B5EF4-FFF2-40B4-BE49-F238E27FC236}">
                      <a16:creationId xmlns:a16="http://schemas.microsoft.com/office/drawing/2014/main" id="{2693BACF-E22D-6851-99BC-8901BA7B0FD0}"/>
                    </a:ext>
                  </a:extLst>
                </p14:cNvPr>
                <p14:cNvContentPartPr/>
                <p14:nvPr/>
              </p14:nvContentPartPr>
              <p14:xfrm>
                <a:off x="3382095" y="1966630"/>
                <a:ext cx="18720" cy="190800"/>
              </p14:xfrm>
            </p:contentPart>
          </mc:Choice>
          <mc:Fallback>
            <p:pic>
              <p:nvPicPr>
                <p:cNvPr id="37" name="Ink 36">
                  <a:extLst>
                    <a:ext uri="{FF2B5EF4-FFF2-40B4-BE49-F238E27FC236}">
                      <a16:creationId xmlns:a16="http://schemas.microsoft.com/office/drawing/2014/main" id="{2693BACF-E22D-6851-99BC-8901BA7B0FD0}"/>
                    </a:ext>
                  </a:extLst>
                </p:cNvPr>
                <p:cNvPicPr/>
                <p:nvPr/>
              </p:nvPicPr>
              <p:blipFill>
                <a:blip r:embed="rId109"/>
                <a:stretch>
                  <a:fillRect/>
                </a:stretch>
              </p:blipFill>
              <p:spPr>
                <a:xfrm>
                  <a:off x="3373455" y="1957630"/>
                  <a:ext cx="3636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8" name="Ink 37">
                  <a:extLst>
                    <a:ext uri="{FF2B5EF4-FFF2-40B4-BE49-F238E27FC236}">
                      <a16:creationId xmlns:a16="http://schemas.microsoft.com/office/drawing/2014/main" id="{B798495A-9C4B-E9C0-93ED-B16A9AE1151F}"/>
                    </a:ext>
                  </a:extLst>
                </p14:cNvPr>
                <p14:cNvContentPartPr/>
                <p14:nvPr/>
              </p14:nvContentPartPr>
              <p14:xfrm>
                <a:off x="3548415" y="1981030"/>
                <a:ext cx="3960" cy="162360"/>
              </p14:xfrm>
            </p:contentPart>
          </mc:Choice>
          <mc:Fallback>
            <p:pic>
              <p:nvPicPr>
                <p:cNvPr id="38" name="Ink 37">
                  <a:extLst>
                    <a:ext uri="{FF2B5EF4-FFF2-40B4-BE49-F238E27FC236}">
                      <a16:creationId xmlns:a16="http://schemas.microsoft.com/office/drawing/2014/main" id="{B798495A-9C4B-E9C0-93ED-B16A9AE1151F}"/>
                    </a:ext>
                  </a:extLst>
                </p:cNvPr>
                <p:cNvPicPr/>
                <p:nvPr/>
              </p:nvPicPr>
              <p:blipFill>
                <a:blip r:embed="rId111"/>
                <a:stretch>
                  <a:fillRect/>
                </a:stretch>
              </p:blipFill>
              <p:spPr>
                <a:xfrm>
                  <a:off x="3539775" y="1972030"/>
                  <a:ext cx="2160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9" name="Ink 38">
                  <a:extLst>
                    <a:ext uri="{FF2B5EF4-FFF2-40B4-BE49-F238E27FC236}">
                      <a16:creationId xmlns:a16="http://schemas.microsoft.com/office/drawing/2014/main" id="{15A22530-D2A4-314D-18BB-7196BA4021CB}"/>
                    </a:ext>
                  </a:extLst>
                </p14:cNvPr>
                <p14:cNvContentPartPr/>
                <p14:nvPr/>
              </p14:nvContentPartPr>
              <p14:xfrm>
                <a:off x="3618975" y="1996150"/>
                <a:ext cx="81360" cy="135000"/>
              </p14:xfrm>
            </p:contentPart>
          </mc:Choice>
          <mc:Fallback>
            <p:pic>
              <p:nvPicPr>
                <p:cNvPr id="39" name="Ink 38">
                  <a:extLst>
                    <a:ext uri="{FF2B5EF4-FFF2-40B4-BE49-F238E27FC236}">
                      <a16:creationId xmlns:a16="http://schemas.microsoft.com/office/drawing/2014/main" id="{15A22530-D2A4-314D-18BB-7196BA4021CB}"/>
                    </a:ext>
                  </a:extLst>
                </p:cNvPr>
                <p:cNvPicPr/>
                <p:nvPr/>
              </p:nvPicPr>
              <p:blipFill>
                <a:blip r:embed="rId113"/>
                <a:stretch>
                  <a:fillRect/>
                </a:stretch>
              </p:blipFill>
              <p:spPr>
                <a:xfrm>
                  <a:off x="3610335" y="1987150"/>
                  <a:ext cx="990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0" name="Ink 39">
                  <a:extLst>
                    <a:ext uri="{FF2B5EF4-FFF2-40B4-BE49-F238E27FC236}">
                      <a16:creationId xmlns:a16="http://schemas.microsoft.com/office/drawing/2014/main" id="{91388FF6-1A62-B3CB-86F8-62E32C4A8900}"/>
                    </a:ext>
                  </a:extLst>
                </p14:cNvPr>
                <p14:cNvContentPartPr/>
                <p14:nvPr/>
              </p14:nvContentPartPr>
              <p14:xfrm>
                <a:off x="3766215" y="1926310"/>
                <a:ext cx="90720" cy="167760"/>
              </p14:xfrm>
            </p:contentPart>
          </mc:Choice>
          <mc:Fallback>
            <p:pic>
              <p:nvPicPr>
                <p:cNvPr id="40" name="Ink 39">
                  <a:extLst>
                    <a:ext uri="{FF2B5EF4-FFF2-40B4-BE49-F238E27FC236}">
                      <a16:creationId xmlns:a16="http://schemas.microsoft.com/office/drawing/2014/main" id="{91388FF6-1A62-B3CB-86F8-62E32C4A8900}"/>
                    </a:ext>
                  </a:extLst>
                </p:cNvPr>
                <p:cNvPicPr/>
                <p:nvPr/>
              </p:nvPicPr>
              <p:blipFill>
                <a:blip r:embed="rId115"/>
                <a:stretch>
                  <a:fillRect/>
                </a:stretch>
              </p:blipFill>
              <p:spPr>
                <a:xfrm>
                  <a:off x="3757215" y="1917310"/>
                  <a:ext cx="10836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1" name="Ink 40">
                  <a:extLst>
                    <a:ext uri="{FF2B5EF4-FFF2-40B4-BE49-F238E27FC236}">
                      <a16:creationId xmlns:a16="http://schemas.microsoft.com/office/drawing/2014/main" id="{75F931B3-1BD0-7925-864C-92A3DD31C977}"/>
                    </a:ext>
                  </a:extLst>
                </p14:cNvPr>
                <p14:cNvContentPartPr/>
                <p14:nvPr/>
              </p14:nvContentPartPr>
              <p14:xfrm>
                <a:off x="3880695" y="1943950"/>
                <a:ext cx="73080" cy="164880"/>
              </p14:xfrm>
            </p:contentPart>
          </mc:Choice>
          <mc:Fallback>
            <p:pic>
              <p:nvPicPr>
                <p:cNvPr id="41" name="Ink 40">
                  <a:extLst>
                    <a:ext uri="{FF2B5EF4-FFF2-40B4-BE49-F238E27FC236}">
                      <a16:creationId xmlns:a16="http://schemas.microsoft.com/office/drawing/2014/main" id="{75F931B3-1BD0-7925-864C-92A3DD31C977}"/>
                    </a:ext>
                  </a:extLst>
                </p:cNvPr>
                <p:cNvPicPr/>
                <p:nvPr/>
              </p:nvPicPr>
              <p:blipFill>
                <a:blip r:embed="rId117"/>
                <a:stretch>
                  <a:fillRect/>
                </a:stretch>
              </p:blipFill>
              <p:spPr>
                <a:xfrm>
                  <a:off x="3872055" y="1934950"/>
                  <a:ext cx="9072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2" name="Ink 41">
                  <a:extLst>
                    <a:ext uri="{FF2B5EF4-FFF2-40B4-BE49-F238E27FC236}">
                      <a16:creationId xmlns:a16="http://schemas.microsoft.com/office/drawing/2014/main" id="{8EF856C3-0BA1-0C85-305E-6576B749C8A6}"/>
                    </a:ext>
                  </a:extLst>
                </p14:cNvPr>
                <p14:cNvContentPartPr/>
                <p14:nvPr/>
              </p14:nvContentPartPr>
              <p14:xfrm>
                <a:off x="4056735" y="1983550"/>
                <a:ext cx="19080" cy="109080"/>
              </p14:xfrm>
            </p:contentPart>
          </mc:Choice>
          <mc:Fallback>
            <p:pic>
              <p:nvPicPr>
                <p:cNvPr id="42" name="Ink 41">
                  <a:extLst>
                    <a:ext uri="{FF2B5EF4-FFF2-40B4-BE49-F238E27FC236}">
                      <a16:creationId xmlns:a16="http://schemas.microsoft.com/office/drawing/2014/main" id="{8EF856C3-0BA1-0C85-305E-6576B749C8A6}"/>
                    </a:ext>
                  </a:extLst>
                </p:cNvPr>
                <p:cNvPicPr/>
                <p:nvPr/>
              </p:nvPicPr>
              <p:blipFill>
                <a:blip r:embed="rId119"/>
                <a:stretch>
                  <a:fillRect/>
                </a:stretch>
              </p:blipFill>
              <p:spPr>
                <a:xfrm>
                  <a:off x="4047735" y="1974550"/>
                  <a:ext cx="367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3" name="Ink 42">
                  <a:extLst>
                    <a:ext uri="{FF2B5EF4-FFF2-40B4-BE49-F238E27FC236}">
                      <a16:creationId xmlns:a16="http://schemas.microsoft.com/office/drawing/2014/main" id="{14D1BF9F-A97F-0AE7-4676-AD27EE342F19}"/>
                    </a:ext>
                  </a:extLst>
                </p14:cNvPr>
                <p14:cNvContentPartPr/>
                <p14:nvPr/>
              </p14:nvContentPartPr>
              <p14:xfrm>
                <a:off x="4178055" y="2046550"/>
                <a:ext cx="1440" cy="2880"/>
              </p14:xfrm>
            </p:contentPart>
          </mc:Choice>
          <mc:Fallback>
            <p:pic>
              <p:nvPicPr>
                <p:cNvPr id="43" name="Ink 42">
                  <a:extLst>
                    <a:ext uri="{FF2B5EF4-FFF2-40B4-BE49-F238E27FC236}">
                      <a16:creationId xmlns:a16="http://schemas.microsoft.com/office/drawing/2014/main" id="{14D1BF9F-A97F-0AE7-4676-AD27EE342F19}"/>
                    </a:ext>
                  </a:extLst>
                </p:cNvPr>
                <p:cNvPicPr/>
                <p:nvPr/>
              </p:nvPicPr>
              <p:blipFill>
                <a:blip r:embed="rId121"/>
                <a:stretch>
                  <a:fillRect/>
                </a:stretch>
              </p:blipFill>
              <p:spPr>
                <a:xfrm>
                  <a:off x="4169415" y="2037910"/>
                  <a:ext cx="190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8" name="Ink 77">
                  <a:extLst>
                    <a:ext uri="{FF2B5EF4-FFF2-40B4-BE49-F238E27FC236}">
                      <a16:creationId xmlns:a16="http://schemas.microsoft.com/office/drawing/2014/main" id="{5C360BC4-823A-4A7F-A567-8630F00F992C}"/>
                    </a:ext>
                  </a:extLst>
                </p14:cNvPr>
                <p14:cNvContentPartPr/>
                <p14:nvPr/>
              </p14:nvContentPartPr>
              <p14:xfrm>
                <a:off x="3466335" y="2230150"/>
                <a:ext cx="507600" cy="46800"/>
              </p14:xfrm>
            </p:contentPart>
          </mc:Choice>
          <mc:Fallback>
            <p:pic>
              <p:nvPicPr>
                <p:cNvPr id="78" name="Ink 77">
                  <a:extLst>
                    <a:ext uri="{FF2B5EF4-FFF2-40B4-BE49-F238E27FC236}">
                      <a16:creationId xmlns:a16="http://schemas.microsoft.com/office/drawing/2014/main" id="{5C360BC4-823A-4A7F-A567-8630F00F992C}"/>
                    </a:ext>
                  </a:extLst>
                </p:cNvPr>
                <p:cNvPicPr/>
                <p:nvPr/>
              </p:nvPicPr>
              <p:blipFill>
                <a:blip r:embed="rId123"/>
                <a:stretch>
                  <a:fillRect/>
                </a:stretch>
              </p:blipFill>
              <p:spPr>
                <a:xfrm>
                  <a:off x="3457335" y="2221510"/>
                  <a:ext cx="5252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1" name="Ink 80">
                  <a:extLst>
                    <a:ext uri="{FF2B5EF4-FFF2-40B4-BE49-F238E27FC236}">
                      <a16:creationId xmlns:a16="http://schemas.microsoft.com/office/drawing/2014/main" id="{93975A2B-07CF-D523-DC4E-6C021A37B3DA}"/>
                    </a:ext>
                  </a:extLst>
                </p14:cNvPr>
                <p14:cNvContentPartPr/>
                <p14:nvPr/>
              </p14:nvContentPartPr>
              <p14:xfrm>
                <a:off x="1912935" y="4582750"/>
                <a:ext cx="6840" cy="176760"/>
              </p14:xfrm>
            </p:contentPart>
          </mc:Choice>
          <mc:Fallback>
            <p:pic>
              <p:nvPicPr>
                <p:cNvPr id="81" name="Ink 80">
                  <a:extLst>
                    <a:ext uri="{FF2B5EF4-FFF2-40B4-BE49-F238E27FC236}">
                      <a16:creationId xmlns:a16="http://schemas.microsoft.com/office/drawing/2014/main" id="{93975A2B-07CF-D523-DC4E-6C021A37B3DA}"/>
                    </a:ext>
                  </a:extLst>
                </p:cNvPr>
                <p:cNvPicPr/>
                <p:nvPr/>
              </p:nvPicPr>
              <p:blipFill>
                <a:blip r:embed="rId125"/>
                <a:stretch>
                  <a:fillRect/>
                </a:stretch>
              </p:blipFill>
              <p:spPr>
                <a:xfrm>
                  <a:off x="1904295" y="4573750"/>
                  <a:ext cx="2448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2" name="Ink 81">
                  <a:extLst>
                    <a:ext uri="{FF2B5EF4-FFF2-40B4-BE49-F238E27FC236}">
                      <a16:creationId xmlns:a16="http://schemas.microsoft.com/office/drawing/2014/main" id="{B1C98519-EE51-E72B-C5CE-8FCBFD7D11F7}"/>
                    </a:ext>
                  </a:extLst>
                </p14:cNvPr>
                <p14:cNvContentPartPr/>
                <p14:nvPr/>
              </p14:nvContentPartPr>
              <p14:xfrm>
                <a:off x="1984935" y="4607950"/>
                <a:ext cx="90720" cy="151560"/>
              </p14:xfrm>
            </p:contentPart>
          </mc:Choice>
          <mc:Fallback>
            <p:pic>
              <p:nvPicPr>
                <p:cNvPr id="82" name="Ink 81">
                  <a:extLst>
                    <a:ext uri="{FF2B5EF4-FFF2-40B4-BE49-F238E27FC236}">
                      <a16:creationId xmlns:a16="http://schemas.microsoft.com/office/drawing/2014/main" id="{B1C98519-EE51-E72B-C5CE-8FCBFD7D11F7}"/>
                    </a:ext>
                  </a:extLst>
                </p:cNvPr>
                <p:cNvPicPr/>
                <p:nvPr/>
              </p:nvPicPr>
              <p:blipFill>
                <a:blip r:embed="rId127"/>
                <a:stretch>
                  <a:fillRect/>
                </a:stretch>
              </p:blipFill>
              <p:spPr>
                <a:xfrm>
                  <a:off x="1975935" y="4598950"/>
                  <a:ext cx="1083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3" name="Ink 82">
                  <a:extLst>
                    <a:ext uri="{FF2B5EF4-FFF2-40B4-BE49-F238E27FC236}">
                      <a16:creationId xmlns:a16="http://schemas.microsoft.com/office/drawing/2014/main" id="{127E3AD9-E9CE-6FAB-666A-4FB67133702F}"/>
                    </a:ext>
                  </a:extLst>
                </p14:cNvPr>
                <p14:cNvContentPartPr/>
                <p14:nvPr/>
              </p14:nvContentPartPr>
              <p14:xfrm>
                <a:off x="2149455" y="4638190"/>
                <a:ext cx="31680" cy="24840"/>
              </p14:xfrm>
            </p:contentPart>
          </mc:Choice>
          <mc:Fallback>
            <p:pic>
              <p:nvPicPr>
                <p:cNvPr id="83" name="Ink 82">
                  <a:extLst>
                    <a:ext uri="{FF2B5EF4-FFF2-40B4-BE49-F238E27FC236}">
                      <a16:creationId xmlns:a16="http://schemas.microsoft.com/office/drawing/2014/main" id="{127E3AD9-E9CE-6FAB-666A-4FB67133702F}"/>
                    </a:ext>
                  </a:extLst>
                </p:cNvPr>
                <p:cNvPicPr/>
                <p:nvPr/>
              </p:nvPicPr>
              <p:blipFill>
                <a:blip r:embed="rId129"/>
                <a:stretch>
                  <a:fillRect/>
                </a:stretch>
              </p:blipFill>
              <p:spPr>
                <a:xfrm>
                  <a:off x="2140815" y="4629550"/>
                  <a:ext cx="493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4" name="Ink 83">
                  <a:extLst>
                    <a:ext uri="{FF2B5EF4-FFF2-40B4-BE49-F238E27FC236}">
                      <a16:creationId xmlns:a16="http://schemas.microsoft.com/office/drawing/2014/main" id="{A0902F08-A3A8-B077-1BE3-BD5C0452C110}"/>
                    </a:ext>
                  </a:extLst>
                </p14:cNvPr>
                <p14:cNvContentPartPr/>
                <p14:nvPr/>
              </p14:nvContentPartPr>
              <p14:xfrm>
                <a:off x="2171055" y="4722430"/>
                <a:ext cx="23040" cy="39960"/>
              </p14:xfrm>
            </p:contentPart>
          </mc:Choice>
          <mc:Fallback>
            <p:pic>
              <p:nvPicPr>
                <p:cNvPr id="84" name="Ink 83">
                  <a:extLst>
                    <a:ext uri="{FF2B5EF4-FFF2-40B4-BE49-F238E27FC236}">
                      <a16:creationId xmlns:a16="http://schemas.microsoft.com/office/drawing/2014/main" id="{A0902F08-A3A8-B077-1BE3-BD5C0452C110}"/>
                    </a:ext>
                  </a:extLst>
                </p:cNvPr>
                <p:cNvPicPr/>
                <p:nvPr/>
              </p:nvPicPr>
              <p:blipFill>
                <a:blip r:embed="rId131"/>
                <a:stretch>
                  <a:fillRect/>
                </a:stretch>
              </p:blipFill>
              <p:spPr>
                <a:xfrm>
                  <a:off x="2162055" y="4713430"/>
                  <a:ext cx="406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5" name="Ink 84">
                  <a:extLst>
                    <a:ext uri="{FF2B5EF4-FFF2-40B4-BE49-F238E27FC236}">
                      <a16:creationId xmlns:a16="http://schemas.microsoft.com/office/drawing/2014/main" id="{A8669E6F-9CFA-38BE-0C33-64173120379C}"/>
                    </a:ext>
                  </a:extLst>
                </p14:cNvPr>
                <p14:cNvContentPartPr/>
                <p14:nvPr/>
              </p14:nvContentPartPr>
              <p14:xfrm>
                <a:off x="2283735" y="4593910"/>
                <a:ext cx="24480" cy="139680"/>
              </p14:xfrm>
            </p:contentPart>
          </mc:Choice>
          <mc:Fallback>
            <p:pic>
              <p:nvPicPr>
                <p:cNvPr id="85" name="Ink 84">
                  <a:extLst>
                    <a:ext uri="{FF2B5EF4-FFF2-40B4-BE49-F238E27FC236}">
                      <a16:creationId xmlns:a16="http://schemas.microsoft.com/office/drawing/2014/main" id="{A8669E6F-9CFA-38BE-0C33-64173120379C}"/>
                    </a:ext>
                  </a:extLst>
                </p:cNvPr>
                <p:cNvPicPr/>
                <p:nvPr/>
              </p:nvPicPr>
              <p:blipFill>
                <a:blip r:embed="rId133"/>
                <a:stretch>
                  <a:fillRect/>
                </a:stretch>
              </p:blipFill>
              <p:spPr>
                <a:xfrm>
                  <a:off x="2274735" y="4585270"/>
                  <a:ext cx="4212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6" name="Ink 85">
                  <a:extLst>
                    <a:ext uri="{FF2B5EF4-FFF2-40B4-BE49-F238E27FC236}">
                      <a16:creationId xmlns:a16="http://schemas.microsoft.com/office/drawing/2014/main" id="{63327E41-A35E-83CE-FB0B-19EF2ECCDF2F}"/>
                    </a:ext>
                  </a:extLst>
                </p14:cNvPr>
                <p14:cNvContentPartPr/>
                <p14:nvPr/>
              </p14:nvContentPartPr>
              <p14:xfrm>
                <a:off x="2385975" y="4616590"/>
                <a:ext cx="112680" cy="131040"/>
              </p14:xfrm>
            </p:contentPart>
          </mc:Choice>
          <mc:Fallback>
            <p:pic>
              <p:nvPicPr>
                <p:cNvPr id="86" name="Ink 85">
                  <a:extLst>
                    <a:ext uri="{FF2B5EF4-FFF2-40B4-BE49-F238E27FC236}">
                      <a16:creationId xmlns:a16="http://schemas.microsoft.com/office/drawing/2014/main" id="{63327E41-A35E-83CE-FB0B-19EF2ECCDF2F}"/>
                    </a:ext>
                  </a:extLst>
                </p:cNvPr>
                <p:cNvPicPr/>
                <p:nvPr/>
              </p:nvPicPr>
              <p:blipFill>
                <a:blip r:embed="rId135"/>
                <a:stretch>
                  <a:fillRect/>
                </a:stretch>
              </p:blipFill>
              <p:spPr>
                <a:xfrm>
                  <a:off x="2376975" y="4607950"/>
                  <a:ext cx="1303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4" name="Ink 63">
                  <a:extLst>
                    <a:ext uri="{FF2B5EF4-FFF2-40B4-BE49-F238E27FC236}">
                      <a16:creationId xmlns:a16="http://schemas.microsoft.com/office/drawing/2014/main" id="{DEEA9555-45D9-5F75-8B55-0B021B6DCA55}"/>
                    </a:ext>
                  </a:extLst>
                </p14:cNvPr>
                <p14:cNvContentPartPr/>
                <p14:nvPr/>
              </p14:nvContentPartPr>
              <p14:xfrm>
                <a:off x="3100215" y="4983070"/>
                <a:ext cx="120960" cy="24840"/>
              </p14:xfrm>
            </p:contentPart>
          </mc:Choice>
          <mc:Fallback>
            <p:pic>
              <p:nvPicPr>
                <p:cNvPr id="64" name="Ink 63">
                  <a:extLst>
                    <a:ext uri="{FF2B5EF4-FFF2-40B4-BE49-F238E27FC236}">
                      <a16:creationId xmlns:a16="http://schemas.microsoft.com/office/drawing/2014/main" id="{DEEA9555-45D9-5F75-8B55-0B021B6DCA55}"/>
                    </a:ext>
                  </a:extLst>
                </p:cNvPr>
                <p:cNvPicPr/>
                <p:nvPr/>
              </p:nvPicPr>
              <p:blipFill>
                <a:blip r:embed="rId137"/>
                <a:stretch>
                  <a:fillRect/>
                </a:stretch>
              </p:blipFill>
              <p:spPr>
                <a:xfrm>
                  <a:off x="3091215" y="4974430"/>
                  <a:ext cx="1386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5" name="Ink 64">
                  <a:extLst>
                    <a:ext uri="{FF2B5EF4-FFF2-40B4-BE49-F238E27FC236}">
                      <a16:creationId xmlns:a16="http://schemas.microsoft.com/office/drawing/2014/main" id="{A8418B83-2C76-42CA-88CF-0238E4A3F2FD}"/>
                    </a:ext>
                  </a:extLst>
                </p14:cNvPr>
                <p14:cNvContentPartPr/>
                <p14:nvPr/>
              </p14:nvContentPartPr>
              <p14:xfrm>
                <a:off x="3348255" y="4945990"/>
                <a:ext cx="102240" cy="199800"/>
              </p14:xfrm>
            </p:contentPart>
          </mc:Choice>
          <mc:Fallback>
            <p:pic>
              <p:nvPicPr>
                <p:cNvPr id="65" name="Ink 64">
                  <a:extLst>
                    <a:ext uri="{FF2B5EF4-FFF2-40B4-BE49-F238E27FC236}">
                      <a16:creationId xmlns:a16="http://schemas.microsoft.com/office/drawing/2014/main" id="{A8418B83-2C76-42CA-88CF-0238E4A3F2FD}"/>
                    </a:ext>
                  </a:extLst>
                </p:cNvPr>
                <p:cNvPicPr/>
                <p:nvPr/>
              </p:nvPicPr>
              <p:blipFill>
                <a:blip r:embed="rId139"/>
                <a:stretch>
                  <a:fillRect/>
                </a:stretch>
              </p:blipFill>
              <p:spPr>
                <a:xfrm>
                  <a:off x="3339255" y="4937350"/>
                  <a:ext cx="1198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6" name="Ink 65">
                  <a:extLst>
                    <a:ext uri="{FF2B5EF4-FFF2-40B4-BE49-F238E27FC236}">
                      <a16:creationId xmlns:a16="http://schemas.microsoft.com/office/drawing/2014/main" id="{AA594982-2986-1730-E2B0-6C8AFD0313C2}"/>
                    </a:ext>
                  </a:extLst>
                </p14:cNvPr>
                <p14:cNvContentPartPr/>
                <p14:nvPr/>
              </p14:nvContentPartPr>
              <p14:xfrm>
                <a:off x="3354735" y="4941670"/>
                <a:ext cx="74520" cy="30240"/>
              </p14:xfrm>
            </p:contentPart>
          </mc:Choice>
          <mc:Fallback>
            <p:pic>
              <p:nvPicPr>
                <p:cNvPr id="66" name="Ink 65">
                  <a:extLst>
                    <a:ext uri="{FF2B5EF4-FFF2-40B4-BE49-F238E27FC236}">
                      <a16:creationId xmlns:a16="http://schemas.microsoft.com/office/drawing/2014/main" id="{AA594982-2986-1730-E2B0-6C8AFD0313C2}"/>
                    </a:ext>
                  </a:extLst>
                </p:cNvPr>
                <p:cNvPicPr/>
                <p:nvPr/>
              </p:nvPicPr>
              <p:blipFill>
                <a:blip r:embed="rId141"/>
                <a:stretch>
                  <a:fillRect/>
                </a:stretch>
              </p:blipFill>
              <p:spPr>
                <a:xfrm>
                  <a:off x="3345735" y="4932670"/>
                  <a:ext cx="921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7" name="Ink 66">
                  <a:extLst>
                    <a:ext uri="{FF2B5EF4-FFF2-40B4-BE49-F238E27FC236}">
                      <a16:creationId xmlns:a16="http://schemas.microsoft.com/office/drawing/2014/main" id="{3C8AFCAF-52C1-DC76-7545-06B676B3FB69}"/>
                    </a:ext>
                  </a:extLst>
                </p14:cNvPr>
                <p14:cNvContentPartPr/>
                <p14:nvPr/>
              </p14:nvContentPartPr>
              <p14:xfrm>
                <a:off x="3518175" y="4960030"/>
                <a:ext cx="122400" cy="142560"/>
              </p14:xfrm>
            </p:contentPart>
          </mc:Choice>
          <mc:Fallback>
            <p:pic>
              <p:nvPicPr>
                <p:cNvPr id="67" name="Ink 66">
                  <a:extLst>
                    <a:ext uri="{FF2B5EF4-FFF2-40B4-BE49-F238E27FC236}">
                      <a16:creationId xmlns:a16="http://schemas.microsoft.com/office/drawing/2014/main" id="{3C8AFCAF-52C1-DC76-7545-06B676B3FB69}"/>
                    </a:ext>
                  </a:extLst>
                </p:cNvPr>
                <p:cNvPicPr/>
                <p:nvPr/>
              </p:nvPicPr>
              <p:blipFill>
                <a:blip r:embed="rId143"/>
                <a:stretch>
                  <a:fillRect/>
                </a:stretch>
              </p:blipFill>
              <p:spPr>
                <a:xfrm>
                  <a:off x="3509175" y="4951390"/>
                  <a:ext cx="1400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8" name="Ink 67">
                  <a:extLst>
                    <a:ext uri="{FF2B5EF4-FFF2-40B4-BE49-F238E27FC236}">
                      <a16:creationId xmlns:a16="http://schemas.microsoft.com/office/drawing/2014/main" id="{64EB4A56-C5EA-EDB0-5049-E20B7D2ACA7E}"/>
                    </a:ext>
                  </a:extLst>
                </p14:cNvPr>
                <p14:cNvContentPartPr/>
                <p14:nvPr/>
              </p14:nvContentPartPr>
              <p14:xfrm>
                <a:off x="3644895" y="4985230"/>
                <a:ext cx="110520" cy="126720"/>
              </p14:xfrm>
            </p:contentPart>
          </mc:Choice>
          <mc:Fallback>
            <p:pic>
              <p:nvPicPr>
                <p:cNvPr id="68" name="Ink 67">
                  <a:extLst>
                    <a:ext uri="{FF2B5EF4-FFF2-40B4-BE49-F238E27FC236}">
                      <a16:creationId xmlns:a16="http://schemas.microsoft.com/office/drawing/2014/main" id="{64EB4A56-C5EA-EDB0-5049-E20B7D2ACA7E}"/>
                    </a:ext>
                  </a:extLst>
                </p:cNvPr>
                <p:cNvPicPr/>
                <p:nvPr/>
              </p:nvPicPr>
              <p:blipFill>
                <a:blip r:embed="rId145"/>
                <a:stretch>
                  <a:fillRect/>
                </a:stretch>
              </p:blipFill>
              <p:spPr>
                <a:xfrm>
                  <a:off x="3636255" y="4976230"/>
                  <a:ext cx="1281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9" name="Ink 68">
                  <a:extLst>
                    <a:ext uri="{FF2B5EF4-FFF2-40B4-BE49-F238E27FC236}">
                      <a16:creationId xmlns:a16="http://schemas.microsoft.com/office/drawing/2014/main" id="{0ED3FF71-0A9F-F958-A2F6-81CD7AC2E293}"/>
                    </a:ext>
                  </a:extLst>
                </p14:cNvPr>
                <p14:cNvContentPartPr/>
                <p14:nvPr/>
              </p14:nvContentPartPr>
              <p14:xfrm>
                <a:off x="3809775" y="4971550"/>
                <a:ext cx="84240" cy="116640"/>
              </p14:xfrm>
            </p:contentPart>
          </mc:Choice>
          <mc:Fallback>
            <p:pic>
              <p:nvPicPr>
                <p:cNvPr id="69" name="Ink 68">
                  <a:extLst>
                    <a:ext uri="{FF2B5EF4-FFF2-40B4-BE49-F238E27FC236}">
                      <a16:creationId xmlns:a16="http://schemas.microsoft.com/office/drawing/2014/main" id="{0ED3FF71-0A9F-F958-A2F6-81CD7AC2E293}"/>
                    </a:ext>
                  </a:extLst>
                </p:cNvPr>
                <p:cNvPicPr/>
                <p:nvPr/>
              </p:nvPicPr>
              <p:blipFill>
                <a:blip r:embed="rId147"/>
                <a:stretch>
                  <a:fillRect/>
                </a:stretch>
              </p:blipFill>
              <p:spPr>
                <a:xfrm>
                  <a:off x="3800775" y="4962910"/>
                  <a:ext cx="1018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70" name="Ink 69">
                  <a:extLst>
                    <a:ext uri="{FF2B5EF4-FFF2-40B4-BE49-F238E27FC236}">
                      <a16:creationId xmlns:a16="http://schemas.microsoft.com/office/drawing/2014/main" id="{E9E249A2-D2B1-EBB1-219E-EDC54661E109}"/>
                    </a:ext>
                  </a:extLst>
                </p14:cNvPr>
                <p14:cNvContentPartPr/>
                <p14:nvPr/>
              </p14:nvContentPartPr>
              <p14:xfrm>
                <a:off x="3990495" y="5025910"/>
                <a:ext cx="1440" cy="360"/>
              </p14:xfrm>
            </p:contentPart>
          </mc:Choice>
          <mc:Fallback>
            <p:pic>
              <p:nvPicPr>
                <p:cNvPr id="70" name="Ink 69">
                  <a:extLst>
                    <a:ext uri="{FF2B5EF4-FFF2-40B4-BE49-F238E27FC236}">
                      <a16:creationId xmlns:a16="http://schemas.microsoft.com/office/drawing/2014/main" id="{E9E249A2-D2B1-EBB1-219E-EDC54661E109}"/>
                    </a:ext>
                  </a:extLst>
                </p:cNvPr>
                <p:cNvPicPr/>
                <p:nvPr/>
              </p:nvPicPr>
              <p:blipFill>
                <a:blip r:embed="rId149"/>
                <a:stretch>
                  <a:fillRect/>
                </a:stretch>
              </p:blipFill>
              <p:spPr>
                <a:xfrm>
                  <a:off x="3981495" y="5016910"/>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8" name="Ink 87">
                  <a:extLst>
                    <a:ext uri="{FF2B5EF4-FFF2-40B4-BE49-F238E27FC236}">
                      <a16:creationId xmlns:a16="http://schemas.microsoft.com/office/drawing/2014/main" id="{65510ECD-0104-8C54-519C-EB8AF55C2132}"/>
                    </a:ext>
                  </a:extLst>
                </p14:cNvPr>
                <p14:cNvContentPartPr/>
                <p14:nvPr/>
              </p14:nvContentPartPr>
              <p14:xfrm>
                <a:off x="3233055" y="5167030"/>
                <a:ext cx="618840" cy="95760"/>
              </p14:xfrm>
            </p:contentPart>
          </mc:Choice>
          <mc:Fallback>
            <p:pic>
              <p:nvPicPr>
                <p:cNvPr id="88" name="Ink 87">
                  <a:extLst>
                    <a:ext uri="{FF2B5EF4-FFF2-40B4-BE49-F238E27FC236}">
                      <a16:creationId xmlns:a16="http://schemas.microsoft.com/office/drawing/2014/main" id="{65510ECD-0104-8C54-519C-EB8AF55C2132}"/>
                    </a:ext>
                  </a:extLst>
                </p:cNvPr>
                <p:cNvPicPr/>
                <p:nvPr/>
              </p:nvPicPr>
              <p:blipFill>
                <a:blip r:embed="rId151"/>
                <a:stretch>
                  <a:fillRect/>
                </a:stretch>
              </p:blipFill>
              <p:spPr>
                <a:xfrm>
                  <a:off x="3224055" y="5158030"/>
                  <a:ext cx="63648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0" name="Ink 89">
                  <a:extLst>
                    <a:ext uri="{FF2B5EF4-FFF2-40B4-BE49-F238E27FC236}">
                      <a16:creationId xmlns:a16="http://schemas.microsoft.com/office/drawing/2014/main" id="{1746BC0F-FAD6-D3BD-F4BC-B3A6F85EF316}"/>
                    </a:ext>
                  </a:extLst>
                </p14:cNvPr>
                <p14:cNvContentPartPr/>
                <p14:nvPr/>
              </p14:nvContentPartPr>
              <p14:xfrm>
                <a:off x="9103215" y="3215470"/>
                <a:ext cx="99360" cy="12600"/>
              </p14:xfrm>
            </p:contentPart>
          </mc:Choice>
          <mc:Fallback>
            <p:pic>
              <p:nvPicPr>
                <p:cNvPr id="90" name="Ink 89">
                  <a:extLst>
                    <a:ext uri="{FF2B5EF4-FFF2-40B4-BE49-F238E27FC236}">
                      <a16:creationId xmlns:a16="http://schemas.microsoft.com/office/drawing/2014/main" id="{1746BC0F-FAD6-D3BD-F4BC-B3A6F85EF316}"/>
                    </a:ext>
                  </a:extLst>
                </p:cNvPr>
                <p:cNvPicPr/>
                <p:nvPr/>
              </p:nvPicPr>
              <p:blipFill>
                <a:blip r:embed="rId153"/>
                <a:stretch>
                  <a:fillRect/>
                </a:stretch>
              </p:blipFill>
              <p:spPr>
                <a:xfrm>
                  <a:off x="9094575" y="3206830"/>
                  <a:ext cx="1170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1" name="Ink 90">
                  <a:extLst>
                    <a:ext uri="{FF2B5EF4-FFF2-40B4-BE49-F238E27FC236}">
                      <a16:creationId xmlns:a16="http://schemas.microsoft.com/office/drawing/2014/main" id="{63CBFBEE-3925-AB53-A650-202360360EF3}"/>
                    </a:ext>
                  </a:extLst>
                </p14:cNvPr>
                <p14:cNvContentPartPr/>
                <p14:nvPr/>
              </p14:nvContentPartPr>
              <p14:xfrm>
                <a:off x="9132015" y="3127990"/>
                <a:ext cx="6120" cy="159840"/>
              </p14:xfrm>
            </p:contentPart>
          </mc:Choice>
          <mc:Fallback>
            <p:pic>
              <p:nvPicPr>
                <p:cNvPr id="91" name="Ink 90">
                  <a:extLst>
                    <a:ext uri="{FF2B5EF4-FFF2-40B4-BE49-F238E27FC236}">
                      <a16:creationId xmlns:a16="http://schemas.microsoft.com/office/drawing/2014/main" id="{63CBFBEE-3925-AB53-A650-202360360EF3}"/>
                    </a:ext>
                  </a:extLst>
                </p:cNvPr>
                <p:cNvPicPr/>
                <p:nvPr/>
              </p:nvPicPr>
              <p:blipFill>
                <a:blip r:embed="rId155"/>
                <a:stretch>
                  <a:fillRect/>
                </a:stretch>
              </p:blipFill>
              <p:spPr>
                <a:xfrm>
                  <a:off x="9123375" y="3118990"/>
                  <a:ext cx="237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2" name="Ink 91">
                  <a:extLst>
                    <a:ext uri="{FF2B5EF4-FFF2-40B4-BE49-F238E27FC236}">
                      <a16:creationId xmlns:a16="http://schemas.microsoft.com/office/drawing/2014/main" id="{7775EED3-9646-4828-A6BF-3AA787C0A3F1}"/>
                    </a:ext>
                  </a:extLst>
                </p14:cNvPr>
                <p14:cNvContentPartPr/>
                <p14:nvPr/>
              </p14:nvContentPartPr>
              <p14:xfrm>
                <a:off x="9307335" y="3132670"/>
                <a:ext cx="6840" cy="98280"/>
              </p14:xfrm>
            </p:contentPart>
          </mc:Choice>
          <mc:Fallback>
            <p:pic>
              <p:nvPicPr>
                <p:cNvPr id="92" name="Ink 91">
                  <a:extLst>
                    <a:ext uri="{FF2B5EF4-FFF2-40B4-BE49-F238E27FC236}">
                      <a16:creationId xmlns:a16="http://schemas.microsoft.com/office/drawing/2014/main" id="{7775EED3-9646-4828-A6BF-3AA787C0A3F1}"/>
                    </a:ext>
                  </a:extLst>
                </p:cNvPr>
                <p:cNvPicPr/>
                <p:nvPr/>
              </p:nvPicPr>
              <p:blipFill>
                <a:blip r:embed="rId157"/>
                <a:stretch>
                  <a:fillRect/>
                </a:stretch>
              </p:blipFill>
              <p:spPr>
                <a:xfrm>
                  <a:off x="9298695" y="3124030"/>
                  <a:ext cx="2448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3" name="Ink 92">
                  <a:extLst>
                    <a:ext uri="{FF2B5EF4-FFF2-40B4-BE49-F238E27FC236}">
                      <a16:creationId xmlns:a16="http://schemas.microsoft.com/office/drawing/2014/main" id="{68BAD972-0DC4-2736-D8B1-971C80F5D41A}"/>
                    </a:ext>
                  </a:extLst>
                </p14:cNvPr>
                <p14:cNvContentPartPr/>
                <p14:nvPr/>
              </p14:nvContentPartPr>
              <p14:xfrm>
                <a:off x="9426855" y="3137350"/>
                <a:ext cx="89640" cy="110880"/>
              </p14:xfrm>
            </p:contentPart>
          </mc:Choice>
          <mc:Fallback>
            <p:pic>
              <p:nvPicPr>
                <p:cNvPr id="93" name="Ink 92">
                  <a:extLst>
                    <a:ext uri="{FF2B5EF4-FFF2-40B4-BE49-F238E27FC236}">
                      <a16:creationId xmlns:a16="http://schemas.microsoft.com/office/drawing/2014/main" id="{68BAD972-0DC4-2736-D8B1-971C80F5D41A}"/>
                    </a:ext>
                  </a:extLst>
                </p:cNvPr>
                <p:cNvPicPr/>
                <p:nvPr/>
              </p:nvPicPr>
              <p:blipFill>
                <a:blip r:embed="rId159"/>
                <a:stretch>
                  <a:fillRect/>
                </a:stretch>
              </p:blipFill>
              <p:spPr>
                <a:xfrm>
                  <a:off x="9418215" y="3128350"/>
                  <a:ext cx="10728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4" name="Ink 93">
                  <a:extLst>
                    <a:ext uri="{FF2B5EF4-FFF2-40B4-BE49-F238E27FC236}">
                      <a16:creationId xmlns:a16="http://schemas.microsoft.com/office/drawing/2014/main" id="{E717390F-680B-61C1-EB3C-6609ED42D3C1}"/>
                    </a:ext>
                  </a:extLst>
                </p14:cNvPr>
                <p14:cNvContentPartPr/>
                <p14:nvPr/>
              </p14:nvContentPartPr>
              <p14:xfrm>
                <a:off x="9054615" y="3490150"/>
                <a:ext cx="106200" cy="10080"/>
              </p14:xfrm>
            </p:contentPart>
          </mc:Choice>
          <mc:Fallback>
            <p:pic>
              <p:nvPicPr>
                <p:cNvPr id="94" name="Ink 93">
                  <a:extLst>
                    <a:ext uri="{FF2B5EF4-FFF2-40B4-BE49-F238E27FC236}">
                      <a16:creationId xmlns:a16="http://schemas.microsoft.com/office/drawing/2014/main" id="{E717390F-680B-61C1-EB3C-6609ED42D3C1}"/>
                    </a:ext>
                  </a:extLst>
                </p:cNvPr>
                <p:cNvPicPr/>
                <p:nvPr/>
              </p:nvPicPr>
              <p:blipFill>
                <a:blip r:embed="rId161"/>
                <a:stretch>
                  <a:fillRect/>
                </a:stretch>
              </p:blipFill>
              <p:spPr>
                <a:xfrm>
                  <a:off x="9045615" y="3481150"/>
                  <a:ext cx="12384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5" name="Ink 94">
                  <a:extLst>
                    <a:ext uri="{FF2B5EF4-FFF2-40B4-BE49-F238E27FC236}">
                      <a16:creationId xmlns:a16="http://schemas.microsoft.com/office/drawing/2014/main" id="{F88995E9-4414-BF8F-3F9F-900278DF1108}"/>
                    </a:ext>
                  </a:extLst>
                </p14:cNvPr>
                <p14:cNvContentPartPr/>
                <p14:nvPr/>
              </p14:nvContentPartPr>
              <p14:xfrm>
                <a:off x="9233535" y="3440110"/>
                <a:ext cx="87480" cy="120240"/>
              </p14:xfrm>
            </p:contentPart>
          </mc:Choice>
          <mc:Fallback>
            <p:pic>
              <p:nvPicPr>
                <p:cNvPr id="95" name="Ink 94">
                  <a:extLst>
                    <a:ext uri="{FF2B5EF4-FFF2-40B4-BE49-F238E27FC236}">
                      <a16:creationId xmlns:a16="http://schemas.microsoft.com/office/drawing/2014/main" id="{F88995E9-4414-BF8F-3F9F-900278DF1108}"/>
                    </a:ext>
                  </a:extLst>
                </p:cNvPr>
                <p:cNvPicPr/>
                <p:nvPr/>
              </p:nvPicPr>
              <p:blipFill>
                <a:blip r:embed="rId163"/>
                <a:stretch>
                  <a:fillRect/>
                </a:stretch>
              </p:blipFill>
              <p:spPr>
                <a:xfrm>
                  <a:off x="9224895" y="3431470"/>
                  <a:ext cx="1051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6" name="Ink 95">
                  <a:extLst>
                    <a:ext uri="{FF2B5EF4-FFF2-40B4-BE49-F238E27FC236}">
                      <a16:creationId xmlns:a16="http://schemas.microsoft.com/office/drawing/2014/main" id="{BB6199A9-8E8A-056D-CCE6-422BE09C9D06}"/>
                    </a:ext>
                  </a:extLst>
                </p14:cNvPr>
                <p14:cNvContentPartPr/>
                <p14:nvPr/>
              </p14:nvContentPartPr>
              <p14:xfrm>
                <a:off x="9259095" y="3433630"/>
                <a:ext cx="103680" cy="30240"/>
              </p14:xfrm>
            </p:contentPart>
          </mc:Choice>
          <mc:Fallback>
            <p:pic>
              <p:nvPicPr>
                <p:cNvPr id="96" name="Ink 95">
                  <a:extLst>
                    <a:ext uri="{FF2B5EF4-FFF2-40B4-BE49-F238E27FC236}">
                      <a16:creationId xmlns:a16="http://schemas.microsoft.com/office/drawing/2014/main" id="{BB6199A9-8E8A-056D-CCE6-422BE09C9D06}"/>
                    </a:ext>
                  </a:extLst>
                </p:cNvPr>
                <p:cNvPicPr/>
                <p:nvPr/>
              </p:nvPicPr>
              <p:blipFill>
                <a:blip r:embed="rId165"/>
                <a:stretch>
                  <a:fillRect/>
                </a:stretch>
              </p:blipFill>
              <p:spPr>
                <a:xfrm>
                  <a:off x="9250095" y="3424990"/>
                  <a:ext cx="12132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7" name="Ink 96">
                  <a:extLst>
                    <a:ext uri="{FF2B5EF4-FFF2-40B4-BE49-F238E27FC236}">
                      <a16:creationId xmlns:a16="http://schemas.microsoft.com/office/drawing/2014/main" id="{478EFAFC-3665-1C66-49A6-1538F2418A21}"/>
                    </a:ext>
                  </a:extLst>
                </p14:cNvPr>
                <p14:cNvContentPartPr/>
                <p14:nvPr/>
              </p14:nvContentPartPr>
              <p14:xfrm>
                <a:off x="8992695" y="3618670"/>
                <a:ext cx="631800" cy="27000"/>
              </p14:xfrm>
            </p:contentPart>
          </mc:Choice>
          <mc:Fallback>
            <p:pic>
              <p:nvPicPr>
                <p:cNvPr id="97" name="Ink 96">
                  <a:extLst>
                    <a:ext uri="{FF2B5EF4-FFF2-40B4-BE49-F238E27FC236}">
                      <a16:creationId xmlns:a16="http://schemas.microsoft.com/office/drawing/2014/main" id="{478EFAFC-3665-1C66-49A6-1538F2418A21}"/>
                    </a:ext>
                  </a:extLst>
                </p:cNvPr>
                <p:cNvPicPr/>
                <p:nvPr/>
              </p:nvPicPr>
              <p:blipFill>
                <a:blip r:embed="rId167"/>
                <a:stretch>
                  <a:fillRect/>
                </a:stretch>
              </p:blipFill>
              <p:spPr>
                <a:xfrm>
                  <a:off x="8983695" y="3609670"/>
                  <a:ext cx="64944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9" name="Ink 98">
                  <a:extLst>
                    <a:ext uri="{FF2B5EF4-FFF2-40B4-BE49-F238E27FC236}">
                      <a16:creationId xmlns:a16="http://schemas.microsoft.com/office/drawing/2014/main" id="{4E3B9347-954D-AB5A-5F28-98E9EC6FDF48}"/>
                    </a:ext>
                  </a:extLst>
                </p14:cNvPr>
                <p14:cNvContentPartPr/>
                <p14:nvPr/>
              </p14:nvContentPartPr>
              <p14:xfrm>
                <a:off x="9062535" y="3812350"/>
                <a:ext cx="123120" cy="3240"/>
              </p14:xfrm>
            </p:contentPart>
          </mc:Choice>
          <mc:Fallback>
            <p:pic>
              <p:nvPicPr>
                <p:cNvPr id="99" name="Ink 98">
                  <a:extLst>
                    <a:ext uri="{FF2B5EF4-FFF2-40B4-BE49-F238E27FC236}">
                      <a16:creationId xmlns:a16="http://schemas.microsoft.com/office/drawing/2014/main" id="{4E3B9347-954D-AB5A-5F28-98E9EC6FDF48}"/>
                    </a:ext>
                  </a:extLst>
                </p:cNvPr>
                <p:cNvPicPr/>
                <p:nvPr/>
              </p:nvPicPr>
              <p:blipFill>
                <a:blip r:embed="rId169"/>
                <a:stretch>
                  <a:fillRect/>
                </a:stretch>
              </p:blipFill>
              <p:spPr>
                <a:xfrm>
                  <a:off x="9053895" y="3803350"/>
                  <a:ext cx="1407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0" name="Ink 99">
                  <a:extLst>
                    <a:ext uri="{FF2B5EF4-FFF2-40B4-BE49-F238E27FC236}">
                      <a16:creationId xmlns:a16="http://schemas.microsoft.com/office/drawing/2014/main" id="{493A4D6F-2746-3E86-FB26-1ABFC89FD2DB}"/>
                    </a:ext>
                  </a:extLst>
                </p14:cNvPr>
                <p14:cNvContentPartPr/>
                <p14:nvPr/>
              </p14:nvContentPartPr>
              <p14:xfrm>
                <a:off x="9110775" y="3742150"/>
                <a:ext cx="18000" cy="135360"/>
              </p14:xfrm>
            </p:contentPart>
          </mc:Choice>
          <mc:Fallback>
            <p:pic>
              <p:nvPicPr>
                <p:cNvPr id="100" name="Ink 99">
                  <a:extLst>
                    <a:ext uri="{FF2B5EF4-FFF2-40B4-BE49-F238E27FC236}">
                      <a16:creationId xmlns:a16="http://schemas.microsoft.com/office/drawing/2014/main" id="{493A4D6F-2746-3E86-FB26-1ABFC89FD2DB}"/>
                    </a:ext>
                  </a:extLst>
                </p:cNvPr>
                <p:cNvPicPr/>
                <p:nvPr/>
              </p:nvPicPr>
              <p:blipFill>
                <a:blip r:embed="rId171"/>
                <a:stretch>
                  <a:fillRect/>
                </a:stretch>
              </p:blipFill>
              <p:spPr>
                <a:xfrm>
                  <a:off x="9102135" y="3733510"/>
                  <a:ext cx="3564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1" name="Ink 100">
                  <a:extLst>
                    <a:ext uri="{FF2B5EF4-FFF2-40B4-BE49-F238E27FC236}">
                      <a16:creationId xmlns:a16="http://schemas.microsoft.com/office/drawing/2014/main" id="{D7067832-69CA-997F-65F2-602707FE0661}"/>
                    </a:ext>
                  </a:extLst>
                </p14:cNvPr>
                <p14:cNvContentPartPr/>
                <p14:nvPr/>
              </p14:nvContentPartPr>
              <p14:xfrm>
                <a:off x="9310215" y="3757990"/>
                <a:ext cx="106920" cy="128880"/>
              </p14:xfrm>
            </p:contentPart>
          </mc:Choice>
          <mc:Fallback>
            <p:pic>
              <p:nvPicPr>
                <p:cNvPr id="101" name="Ink 100">
                  <a:extLst>
                    <a:ext uri="{FF2B5EF4-FFF2-40B4-BE49-F238E27FC236}">
                      <a16:creationId xmlns:a16="http://schemas.microsoft.com/office/drawing/2014/main" id="{D7067832-69CA-997F-65F2-602707FE0661}"/>
                    </a:ext>
                  </a:extLst>
                </p:cNvPr>
                <p:cNvPicPr/>
                <p:nvPr/>
              </p:nvPicPr>
              <p:blipFill>
                <a:blip r:embed="rId173"/>
                <a:stretch>
                  <a:fillRect/>
                </a:stretch>
              </p:blipFill>
              <p:spPr>
                <a:xfrm>
                  <a:off x="9301215" y="3749350"/>
                  <a:ext cx="1245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2" name="Ink 101">
                  <a:extLst>
                    <a:ext uri="{FF2B5EF4-FFF2-40B4-BE49-F238E27FC236}">
                      <a16:creationId xmlns:a16="http://schemas.microsoft.com/office/drawing/2014/main" id="{C3453A93-B9A2-44A2-7648-E26B174B5CD2}"/>
                    </a:ext>
                  </a:extLst>
                </p14:cNvPr>
                <p14:cNvContentPartPr/>
                <p14:nvPr/>
              </p14:nvContentPartPr>
              <p14:xfrm>
                <a:off x="9331455" y="3731350"/>
                <a:ext cx="99360" cy="23040"/>
              </p14:xfrm>
            </p:contentPart>
          </mc:Choice>
          <mc:Fallback>
            <p:pic>
              <p:nvPicPr>
                <p:cNvPr id="102" name="Ink 101">
                  <a:extLst>
                    <a:ext uri="{FF2B5EF4-FFF2-40B4-BE49-F238E27FC236}">
                      <a16:creationId xmlns:a16="http://schemas.microsoft.com/office/drawing/2014/main" id="{C3453A93-B9A2-44A2-7648-E26B174B5CD2}"/>
                    </a:ext>
                  </a:extLst>
                </p:cNvPr>
                <p:cNvPicPr/>
                <p:nvPr/>
              </p:nvPicPr>
              <p:blipFill>
                <a:blip r:embed="rId175"/>
                <a:stretch>
                  <a:fillRect/>
                </a:stretch>
              </p:blipFill>
              <p:spPr>
                <a:xfrm>
                  <a:off x="9322455" y="3722710"/>
                  <a:ext cx="1170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3" name="Ink 102">
                  <a:extLst>
                    <a:ext uri="{FF2B5EF4-FFF2-40B4-BE49-F238E27FC236}">
                      <a16:creationId xmlns:a16="http://schemas.microsoft.com/office/drawing/2014/main" id="{DC1907E0-2FB0-4815-6797-CB92185BCAF0}"/>
                    </a:ext>
                  </a:extLst>
                </p14:cNvPr>
                <p14:cNvContentPartPr/>
                <p14:nvPr/>
              </p14:nvContentPartPr>
              <p14:xfrm>
                <a:off x="8883615" y="3990550"/>
                <a:ext cx="740520" cy="42120"/>
              </p14:xfrm>
            </p:contentPart>
          </mc:Choice>
          <mc:Fallback>
            <p:pic>
              <p:nvPicPr>
                <p:cNvPr id="103" name="Ink 102">
                  <a:extLst>
                    <a:ext uri="{FF2B5EF4-FFF2-40B4-BE49-F238E27FC236}">
                      <a16:creationId xmlns:a16="http://schemas.microsoft.com/office/drawing/2014/main" id="{DC1907E0-2FB0-4815-6797-CB92185BCAF0}"/>
                    </a:ext>
                  </a:extLst>
                </p:cNvPr>
                <p:cNvPicPr/>
                <p:nvPr/>
              </p:nvPicPr>
              <p:blipFill>
                <a:blip r:embed="rId177"/>
                <a:stretch>
                  <a:fillRect/>
                </a:stretch>
              </p:blipFill>
              <p:spPr>
                <a:xfrm>
                  <a:off x="8874615" y="3981550"/>
                  <a:ext cx="7581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5" name="Ink 104">
                  <a:extLst>
                    <a:ext uri="{FF2B5EF4-FFF2-40B4-BE49-F238E27FC236}">
                      <a16:creationId xmlns:a16="http://schemas.microsoft.com/office/drawing/2014/main" id="{FB071BED-35FB-6DF9-56F5-5E5D08DFCEB4}"/>
                    </a:ext>
                  </a:extLst>
                </p14:cNvPr>
                <p14:cNvContentPartPr/>
                <p14:nvPr/>
              </p14:nvContentPartPr>
              <p14:xfrm>
                <a:off x="1962615" y="1242310"/>
                <a:ext cx="5529600" cy="1839960"/>
              </p14:xfrm>
            </p:contentPart>
          </mc:Choice>
          <mc:Fallback>
            <p:pic>
              <p:nvPicPr>
                <p:cNvPr id="105" name="Ink 104">
                  <a:extLst>
                    <a:ext uri="{FF2B5EF4-FFF2-40B4-BE49-F238E27FC236}">
                      <a16:creationId xmlns:a16="http://schemas.microsoft.com/office/drawing/2014/main" id="{FB071BED-35FB-6DF9-56F5-5E5D08DFCEB4}"/>
                    </a:ext>
                  </a:extLst>
                </p:cNvPr>
                <p:cNvPicPr/>
                <p:nvPr/>
              </p:nvPicPr>
              <p:blipFill>
                <a:blip r:embed="rId179"/>
                <a:stretch>
                  <a:fillRect/>
                </a:stretch>
              </p:blipFill>
              <p:spPr>
                <a:xfrm>
                  <a:off x="1953615" y="1233670"/>
                  <a:ext cx="5547240" cy="18576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6" name="Ink 105">
                  <a:extLst>
                    <a:ext uri="{FF2B5EF4-FFF2-40B4-BE49-F238E27FC236}">
                      <a16:creationId xmlns:a16="http://schemas.microsoft.com/office/drawing/2014/main" id="{AC737259-5AD3-493F-C15E-CBCF10B3281B}"/>
                    </a:ext>
                  </a:extLst>
                </p14:cNvPr>
                <p14:cNvContentPartPr/>
                <p14:nvPr/>
              </p14:nvContentPartPr>
              <p14:xfrm>
                <a:off x="1934175" y="1238350"/>
                <a:ext cx="175680" cy="226800"/>
              </p14:xfrm>
            </p:contentPart>
          </mc:Choice>
          <mc:Fallback>
            <p:pic>
              <p:nvPicPr>
                <p:cNvPr id="106" name="Ink 105">
                  <a:extLst>
                    <a:ext uri="{FF2B5EF4-FFF2-40B4-BE49-F238E27FC236}">
                      <a16:creationId xmlns:a16="http://schemas.microsoft.com/office/drawing/2014/main" id="{AC737259-5AD3-493F-C15E-CBCF10B3281B}"/>
                    </a:ext>
                  </a:extLst>
                </p:cNvPr>
                <p:cNvPicPr/>
                <p:nvPr/>
              </p:nvPicPr>
              <p:blipFill>
                <a:blip r:embed="rId181"/>
                <a:stretch>
                  <a:fillRect/>
                </a:stretch>
              </p:blipFill>
              <p:spPr>
                <a:xfrm>
                  <a:off x="1925175" y="1229710"/>
                  <a:ext cx="1933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7" name="Ink 106">
                  <a:extLst>
                    <a:ext uri="{FF2B5EF4-FFF2-40B4-BE49-F238E27FC236}">
                      <a16:creationId xmlns:a16="http://schemas.microsoft.com/office/drawing/2014/main" id="{50E4A984-0241-7A2F-13F9-CFB2537B7976}"/>
                    </a:ext>
                  </a:extLst>
                </p14:cNvPr>
                <p14:cNvContentPartPr/>
                <p14:nvPr/>
              </p14:nvContentPartPr>
              <p14:xfrm>
                <a:off x="2889255" y="1118470"/>
                <a:ext cx="29520" cy="139680"/>
              </p14:xfrm>
            </p:contentPart>
          </mc:Choice>
          <mc:Fallback>
            <p:pic>
              <p:nvPicPr>
                <p:cNvPr id="107" name="Ink 106">
                  <a:extLst>
                    <a:ext uri="{FF2B5EF4-FFF2-40B4-BE49-F238E27FC236}">
                      <a16:creationId xmlns:a16="http://schemas.microsoft.com/office/drawing/2014/main" id="{50E4A984-0241-7A2F-13F9-CFB2537B7976}"/>
                    </a:ext>
                  </a:extLst>
                </p:cNvPr>
                <p:cNvPicPr/>
                <p:nvPr/>
              </p:nvPicPr>
              <p:blipFill>
                <a:blip r:embed="rId183"/>
                <a:stretch>
                  <a:fillRect/>
                </a:stretch>
              </p:blipFill>
              <p:spPr>
                <a:xfrm>
                  <a:off x="2880615" y="1109470"/>
                  <a:ext cx="4716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8" name="Ink 107">
                  <a:extLst>
                    <a:ext uri="{FF2B5EF4-FFF2-40B4-BE49-F238E27FC236}">
                      <a16:creationId xmlns:a16="http://schemas.microsoft.com/office/drawing/2014/main" id="{872ABE13-A0C3-AB40-1D04-F9E2DBB20D93}"/>
                    </a:ext>
                  </a:extLst>
                </p14:cNvPr>
                <p14:cNvContentPartPr/>
                <p14:nvPr/>
              </p14:nvContentPartPr>
              <p14:xfrm>
                <a:off x="3003015" y="1105510"/>
                <a:ext cx="99000" cy="131760"/>
              </p14:xfrm>
            </p:contentPart>
          </mc:Choice>
          <mc:Fallback>
            <p:pic>
              <p:nvPicPr>
                <p:cNvPr id="108" name="Ink 107">
                  <a:extLst>
                    <a:ext uri="{FF2B5EF4-FFF2-40B4-BE49-F238E27FC236}">
                      <a16:creationId xmlns:a16="http://schemas.microsoft.com/office/drawing/2014/main" id="{872ABE13-A0C3-AB40-1D04-F9E2DBB20D93}"/>
                    </a:ext>
                  </a:extLst>
                </p:cNvPr>
                <p:cNvPicPr/>
                <p:nvPr/>
              </p:nvPicPr>
              <p:blipFill>
                <a:blip r:embed="rId185"/>
                <a:stretch>
                  <a:fillRect/>
                </a:stretch>
              </p:blipFill>
              <p:spPr>
                <a:xfrm>
                  <a:off x="2994375" y="1096870"/>
                  <a:ext cx="1166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9" name="Ink 108">
                  <a:extLst>
                    <a:ext uri="{FF2B5EF4-FFF2-40B4-BE49-F238E27FC236}">
                      <a16:creationId xmlns:a16="http://schemas.microsoft.com/office/drawing/2014/main" id="{77885BDB-BC92-B988-794E-D71C684B2712}"/>
                    </a:ext>
                  </a:extLst>
                </p14:cNvPr>
                <p14:cNvContentPartPr/>
                <p14:nvPr/>
              </p14:nvContentPartPr>
              <p14:xfrm>
                <a:off x="3179055" y="1108030"/>
                <a:ext cx="26280" cy="2880"/>
              </p14:xfrm>
            </p:contentPart>
          </mc:Choice>
          <mc:Fallback>
            <p:pic>
              <p:nvPicPr>
                <p:cNvPr id="109" name="Ink 108">
                  <a:extLst>
                    <a:ext uri="{FF2B5EF4-FFF2-40B4-BE49-F238E27FC236}">
                      <a16:creationId xmlns:a16="http://schemas.microsoft.com/office/drawing/2014/main" id="{77885BDB-BC92-B988-794E-D71C684B2712}"/>
                    </a:ext>
                  </a:extLst>
                </p:cNvPr>
                <p:cNvPicPr/>
                <p:nvPr/>
              </p:nvPicPr>
              <p:blipFill>
                <a:blip r:embed="rId187"/>
                <a:stretch>
                  <a:fillRect/>
                </a:stretch>
              </p:blipFill>
              <p:spPr>
                <a:xfrm>
                  <a:off x="3170415" y="1099030"/>
                  <a:ext cx="439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0" name="Ink 109">
                  <a:extLst>
                    <a:ext uri="{FF2B5EF4-FFF2-40B4-BE49-F238E27FC236}">
                      <a16:creationId xmlns:a16="http://schemas.microsoft.com/office/drawing/2014/main" id="{423ACAFA-1F67-E976-9FE2-2EE5CE2C1648}"/>
                    </a:ext>
                  </a:extLst>
                </p14:cNvPr>
                <p14:cNvContentPartPr/>
                <p14:nvPr/>
              </p14:nvContentPartPr>
              <p14:xfrm>
                <a:off x="3221535" y="1199110"/>
                <a:ext cx="11880" cy="10440"/>
              </p14:xfrm>
            </p:contentPart>
          </mc:Choice>
          <mc:Fallback>
            <p:pic>
              <p:nvPicPr>
                <p:cNvPr id="110" name="Ink 109">
                  <a:extLst>
                    <a:ext uri="{FF2B5EF4-FFF2-40B4-BE49-F238E27FC236}">
                      <a16:creationId xmlns:a16="http://schemas.microsoft.com/office/drawing/2014/main" id="{423ACAFA-1F67-E976-9FE2-2EE5CE2C1648}"/>
                    </a:ext>
                  </a:extLst>
                </p:cNvPr>
                <p:cNvPicPr/>
                <p:nvPr/>
              </p:nvPicPr>
              <p:blipFill>
                <a:blip r:embed="rId189"/>
                <a:stretch>
                  <a:fillRect/>
                </a:stretch>
              </p:blipFill>
              <p:spPr>
                <a:xfrm>
                  <a:off x="3212535" y="1190110"/>
                  <a:ext cx="2952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4" name="Ink 113">
                  <a:extLst>
                    <a:ext uri="{FF2B5EF4-FFF2-40B4-BE49-F238E27FC236}">
                      <a16:creationId xmlns:a16="http://schemas.microsoft.com/office/drawing/2014/main" id="{5D478324-D874-94C8-4FBB-5F5B00AACAF6}"/>
                    </a:ext>
                  </a:extLst>
                </p14:cNvPr>
                <p14:cNvContentPartPr/>
                <p14:nvPr/>
              </p14:nvContentPartPr>
              <p14:xfrm>
                <a:off x="3329895" y="1104790"/>
                <a:ext cx="29880" cy="160560"/>
              </p14:xfrm>
            </p:contentPart>
          </mc:Choice>
          <mc:Fallback>
            <p:pic>
              <p:nvPicPr>
                <p:cNvPr id="114" name="Ink 113">
                  <a:extLst>
                    <a:ext uri="{FF2B5EF4-FFF2-40B4-BE49-F238E27FC236}">
                      <a16:creationId xmlns:a16="http://schemas.microsoft.com/office/drawing/2014/main" id="{5D478324-D874-94C8-4FBB-5F5B00AACAF6}"/>
                    </a:ext>
                  </a:extLst>
                </p:cNvPr>
                <p:cNvPicPr/>
                <p:nvPr/>
              </p:nvPicPr>
              <p:blipFill>
                <a:blip r:embed="rId191"/>
                <a:stretch>
                  <a:fillRect/>
                </a:stretch>
              </p:blipFill>
              <p:spPr>
                <a:xfrm>
                  <a:off x="3321255" y="1095790"/>
                  <a:ext cx="4752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5" name="Ink 114">
                  <a:extLst>
                    <a:ext uri="{FF2B5EF4-FFF2-40B4-BE49-F238E27FC236}">
                      <a16:creationId xmlns:a16="http://schemas.microsoft.com/office/drawing/2014/main" id="{9C9D216E-B61F-6E2C-E18A-4CC7E56B5A3B}"/>
                    </a:ext>
                  </a:extLst>
                </p14:cNvPr>
                <p14:cNvContentPartPr/>
                <p14:nvPr/>
              </p14:nvContentPartPr>
              <p14:xfrm>
                <a:off x="3469575" y="1114150"/>
                <a:ext cx="54000" cy="87840"/>
              </p14:xfrm>
            </p:contentPart>
          </mc:Choice>
          <mc:Fallback>
            <p:pic>
              <p:nvPicPr>
                <p:cNvPr id="115" name="Ink 114">
                  <a:extLst>
                    <a:ext uri="{FF2B5EF4-FFF2-40B4-BE49-F238E27FC236}">
                      <a16:creationId xmlns:a16="http://schemas.microsoft.com/office/drawing/2014/main" id="{9C9D216E-B61F-6E2C-E18A-4CC7E56B5A3B}"/>
                    </a:ext>
                  </a:extLst>
                </p:cNvPr>
                <p:cNvPicPr/>
                <p:nvPr/>
              </p:nvPicPr>
              <p:blipFill>
                <a:blip r:embed="rId193"/>
                <a:stretch>
                  <a:fillRect/>
                </a:stretch>
              </p:blipFill>
              <p:spPr>
                <a:xfrm>
                  <a:off x="3460935" y="1105150"/>
                  <a:ext cx="716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7" name="Ink 116">
                  <a:extLst>
                    <a:ext uri="{FF2B5EF4-FFF2-40B4-BE49-F238E27FC236}">
                      <a16:creationId xmlns:a16="http://schemas.microsoft.com/office/drawing/2014/main" id="{0AA365C3-830B-ED88-7ED3-DDD5D6337B7C}"/>
                    </a:ext>
                  </a:extLst>
                </p14:cNvPr>
                <p14:cNvContentPartPr/>
                <p14:nvPr/>
              </p14:nvContentPartPr>
              <p14:xfrm>
                <a:off x="3973935" y="970150"/>
                <a:ext cx="101160" cy="203760"/>
              </p14:xfrm>
            </p:contentPart>
          </mc:Choice>
          <mc:Fallback>
            <p:pic>
              <p:nvPicPr>
                <p:cNvPr id="117" name="Ink 116">
                  <a:extLst>
                    <a:ext uri="{FF2B5EF4-FFF2-40B4-BE49-F238E27FC236}">
                      <a16:creationId xmlns:a16="http://schemas.microsoft.com/office/drawing/2014/main" id="{0AA365C3-830B-ED88-7ED3-DDD5D6337B7C}"/>
                    </a:ext>
                  </a:extLst>
                </p:cNvPr>
                <p:cNvPicPr/>
                <p:nvPr/>
              </p:nvPicPr>
              <p:blipFill>
                <a:blip r:embed="rId195"/>
                <a:stretch>
                  <a:fillRect/>
                </a:stretch>
              </p:blipFill>
              <p:spPr>
                <a:xfrm>
                  <a:off x="3964935" y="961150"/>
                  <a:ext cx="1188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8" name="Ink 117">
                  <a:extLst>
                    <a:ext uri="{FF2B5EF4-FFF2-40B4-BE49-F238E27FC236}">
                      <a16:creationId xmlns:a16="http://schemas.microsoft.com/office/drawing/2014/main" id="{7DB03EEA-00B5-6CBC-54FA-4F3A84A49B0B}"/>
                    </a:ext>
                  </a:extLst>
                </p14:cNvPr>
                <p14:cNvContentPartPr/>
                <p14:nvPr/>
              </p14:nvContentPartPr>
              <p14:xfrm>
                <a:off x="3978255" y="938470"/>
                <a:ext cx="103320" cy="96840"/>
              </p14:xfrm>
            </p:contentPart>
          </mc:Choice>
          <mc:Fallback>
            <p:pic>
              <p:nvPicPr>
                <p:cNvPr id="118" name="Ink 117">
                  <a:extLst>
                    <a:ext uri="{FF2B5EF4-FFF2-40B4-BE49-F238E27FC236}">
                      <a16:creationId xmlns:a16="http://schemas.microsoft.com/office/drawing/2014/main" id="{7DB03EEA-00B5-6CBC-54FA-4F3A84A49B0B}"/>
                    </a:ext>
                  </a:extLst>
                </p:cNvPr>
                <p:cNvPicPr/>
                <p:nvPr/>
              </p:nvPicPr>
              <p:blipFill>
                <a:blip r:embed="rId197"/>
                <a:stretch>
                  <a:fillRect/>
                </a:stretch>
              </p:blipFill>
              <p:spPr>
                <a:xfrm>
                  <a:off x="3969615" y="929830"/>
                  <a:ext cx="12096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9" name="Ink 118">
                  <a:extLst>
                    <a:ext uri="{FF2B5EF4-FFF2-40B4-BE49-F238E27FC236}">
                      <a16:creationId xmlns:a16="http://schemas.microsoft.com/office/drawing/2014/main" id="{67CDC803-CFA5-E7C7-7160-B77BBEA1B595}"/>
                    </a:ext>
                  </a:extLst>
                </p14:cNvPr>
                <p14:cNvContentPartPr/>
                <p14:nvPr/>
              </p14:nvContentPartPr>
              <p14:xfrm>
                <a:off x="4103175" y="1028470"/>
                <a:ext cx="132840" cy="121680"/>
              </p14:xfrm>
            </p:contentPart>
          </mc:Choice>
          <mc:Fallback>
            <p:pic>
              <p:nvPicPr>
                <p:cNvPr id="119" name="Ink 118">
                  <a:extLst>
                    <a:ext uri="{FF2B5EF4-FFF2-40B4-BE49-F238E27FC236}">
                      <a16:creationId xmlns:a16="http://schemas.microsoft.com/office/drawing/2014/main" id="{67CDC803-CFA5-E7C7-7160-B77BBEA1B595}"/>
                    </a:ext>
                  </a:extLst>
                </p:cNvPr>
                <p:cNvPicPr/>
                <p:nvPr/>
              </p:nvPicPr>
              <p:blipFill>
                <a:blip r:embed="rId199"/>
                <a:stretch>
                  <a:fillRect/>
                </a:stretch>
              </p:blipFill>
              <p:spPr>
                <a:xfrm>
                  <a:off x="4094535" y="1019830"/>
                  <a:ext cx="1504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0" name="Ink 119">
                  <a:extLst>
                    <a:ext uri="{FF2B5EF4-FFF2-40B4-BE49-F238E27FC236}">
                      <a16:creationId xmlns:a16="http://schemas.microsoft.com/office/drawing/2014/main" id="{E6354429-06C5-A693-923C-5DFB71DD1723}"/>
                    </a:ext>
                  </a:extLst>
                </p14:cNvPr>
                <p14:cNvContentPartPr/>
                <p14:nvPr/>
              </p14:nvContentPartPr>
              <p14:xfrm>
                <a:off x="4252575" y="1024510"/>
                <a:ext cx="147960" cy="133560"/>
              </p14:xfrm>
            </p:contentPart>
          </mc:Choice>
          <mc:Fallback>
            <p:pic>
              <p:nvPicPr>
                <p:cNvPr id="120" name="Ink 119">
                  <a:extLst>
                    <a:ext uri="{FF2B5EF4-FFF2-40B4-BE49-F238E27FC236}">
                      <a16:creationId xmlns:a16="http://schemas.microsoft.com/office/drawing/2014/main" id="{E6354429-06C5-A693-923C-5DFB71DD1723}"/>
                    </a:ext>
                  </a:extLst>
                </p:cNvPr>
                <p:cNvPicPr/>
                <p:nvPr/>
              </p:nvPicPr>
              <p:blipFill>
                <a:blip r:embed="rId201"/>
                <a:stretch>
                  <a:fillRect/>
                </a:stretch>
              </p:blipFill>
              <p:spPr>
                <a:xfrm>
                  <a:off x="4243935" y="1015510"/>
                  <a:ext cx="1656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1" name="Ink 120">
                  <a:extLst>
                    <a:ext uri="{FF2B5EF4-FFF2-40B4-BE49-F238E27FC236}">
                      <a16:creationId xmlns:a16="http://schemas.microsoft.com/office/drawing/2014/main" id="{15FAF7D8-1B72-05C8-6965-6D19F5C7F069}"/>
                    </a:ext>
                  </a:extLst>
                </p14:cNvPr>
                <p14:cNvContentPartPr/>
                <p14:nvPr/>
              </p14:nvContentPartPr>
              <p14:xfrm>
                <a:off x="4477935" y="1053670"/>
                <a:ext cx="57960" cy="24840"/>
              </p14:xfrm>
            </p:contentPart>
          </mc:Choice>
          <mc:Fallback>
            <p:pic>
              <p:nvPicPr>
                <p:cNvPr id="121" name="Ink 120">
                  <a:extLst>
                    <a:ext uri="{FF2B5EF4-FFF2-40B4-BE49-F238E27FC236}">
                      <a16:creationId xmlns:a16="http://schemas.microsoft.com/office/drawing/2014/main" id="{15FAF7D8-1B72-05C8-6965-6D19F5C7F069}"/>
                    </a:ext>
                  </a:extLst>
                </p:cNvPr>
                <p:cNvPicPr/>
                <p:nvPr/>
              </p:nvPicPr>
              <p:blipFill>
                <a:blip r:embed="rId203"/>
                <a:stretch>
                  <a:fillRect/>
                </a:stretch>
              </p:blipFill>
              <p:spPr>
                <a:xfrm>
                  <a:off x="4468935" y="1045030"/>
                  <a:ext cx="756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3" name="Ink 122">
                  <a:extLst>
                    <a:ext uri="{FF2B5EF4-FFF2-40B4-BE49-F238E27FC236}">
                      <a16:creationId xmlns:a16="http://schemas.microsoft.com/office/drawing/2014/main" id="{C31E75F5-3BBC-C076-247D-0C687FBF275E}"/>
                    </a:ext>
                  </a:extLst>
                </p14:cNvPr>
                <p14:cNvContentPartPr/>
                <p14:nvPr/>
              </p14:nvContentPartPr>
              <p14:xfrm>
                <a:off x="4949175" y="627070"/>
                <a:ext cx="122040" cy="263520"/>
              </p14:xfrm>
            </p:contentPart>
          </mc:Choice>
          <mc:Fallback>
            <p:pic>
              <p:nvPicPr>
                <p:cNvPr id="123" name="Ink 122">
                  <a:extLst>
                    <a:ext uri="{FF2B5EF4-FFF2-40B4-BE49-F238E27FC236}">
                      <a16:creationId xmlns:a16="http://schemas.microsoft.com/office/drawing/2014/main" id="{C31E75F5-3BBC-C076-247D-0C687FBF275E}"/>
                    </a:ext>
                  </a:extLst>
                </p:cNvPr>
                <p:cNvPicPr/>
                <p:nvPr/>
              </p:nvPicPr>
              <p:blipFill>
                <a:blip r:embed="rId205"/>
                <a:stretch>
                  <a:fillRect/>
                </a:stretch>
              </p:blipFill>
              <p:spPr>
                <a:xfrm>
                  <a:off x="4940535" y="618070"/>
                  <a:ext cx="13968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4" name="Ink 123">
                  <a:extLst>
                    <a:ext uri="{FF2B5EF4-FFF2-40B4-BE49-F238E27FC236}">
                      <a16:creationId xmlns:a16="http://schemas.microsoft.com/office/drawing/2014/main" id="{7F4F3A93-8431-7925-E9D0-3B3420F26B3A}"/>
                    </a:ext>
                  </a:extLst>
                </p14:cNvPr>
                <p14:cNvContentPartPr/>
                <p14:nvPr/>
              </p14:nvContentPartPr>
              <p14:xfrm>
                <a:off x="5092455" y="956470"/>
                <a:ext cx="5040" cy="10080"/>
              </p14:xfrm>
            </p:contentPart>
          </mc:Choice>
          <mc:Fallback>
            <p:pic>
              <p:nvPicPr>
                <p:cNvPr id="124" name="Ink 123">
                  <a:extLst>
                    <a:ext uri="{FF2B5EF4-FFF2-40B4-BE49-F238E27FC236}">
                      <a16:creationId xmlns:a16="http://schemas.microsoft.com/office/drawing/2014/main" id="{7F4F3A93-8431-7925-E9D0-3B3420F26B3A}"/>
                    </a:ext>
                  </a:extLst>
                </p:cNvPr>
                <p:cNvPicPr/>
                <p:nvPr/>
              </p:nvPicPr>
              <p:blipFill>
                <a:blip r:embed="rId207"/>
                <a:stretch>
                  <a:fillRect/>
                </a:stretch>
              </p:blipFill>
              <p:spPr>
                <a:xfrm>
                  <a:off x="5083815" y="947830"/>
                  <a:ext cx="226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5" name="Ink 124">
                  <a:extLst>
                    <a:ext uri="{FF2B5EF4-FFF2-40B4-BE49-F238E27FC236}">
                      <a16:creationId xmlns:a16="http://schemas.microsoft.com/office/drawing/2014/main" id="{2C8DB13B-2542-307E-7110-594A7EB2027F}"/>
                    </a:ext>
                  </a:extLst>
                </p14:cNvPr>
                <p14:cNvContentPartPr/>
                <p14:nvPr/>
              </p14:nvContentPartPr>
              <p14:xfrm>
                <a:off x="5185695" y="634990"/>
                <a:ext cx="102600" cy="197280"/>
              </p14:xfrm>
            </p:contentPart>
          </mc:Choice>
          <mc:Fallback>
            <p:pic>
              <p:nvPicPr>
                <p:cNvPr id="125" name="Ink 124">
                  <a:extLst>
                    <a:ext uri="{FF2B5EF4-FFF2-40B4-BE49-F238E27FC236}">
                      <a16:creationId xmlns:a16="http://schemas.microsoft.com/office/drawing/2014/main" id="{2C8DB13B-2542-307E-7110-594A7EB2027F}"/>
                    </a:ext>
                  </a:extLst>
                </p:cNvPr>
                <p:cNvPicPr/>
                <p:nvPr/>
              </p:nvPicPr>
              <p:blipFill>
                <a:blip r:embed="rId209"/>
                <a:stretch>
                  <a:fillRect/>
                </a:stretch>
              </p:blipFill>
              <p:spPr>
                <a:xfrm>
                  <a:off x="5177055" y="626350"/>
                  <a:ext cx="12024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6" name="Ink 125">
                  <a:extLst>
                    <a:ext uri="{FF2B5EF4-FFF2-40B4-BE49-F238E27FC236}">
                      <a16:creationId xmlns:a16="http://schemas.microsoft.com/office/drawing/2014/main" id="{E86260B8-B7CB-454F-07F5-9BBA9BB83BB6}"/>
                    </a:ext>
                  </a:extLst>
                </p14:cNvPr>
                <p14:cNvContentPartPr/>
                <p14:nvPr/>
              </p14:nvContentPartPr>
              <p14:xfrm>
                <a:off x="5286495" y="920110"/>
                <a:ext cx="11160" cy="14400"/>
              </p14:xfrm>
            </p:contentPart>
          </mc:Choice>
          <mc:Fallback>
            <p:pic>
              <p:nvPicPr>
                <p:cNvPr id="126" name="Ink 125">
                  <a:extLst>
                    <a:ext uri="{FF2B5EF4-FFF2-40B4-BE49-F238E27FC236}">
                      <a16:creationId xmlns:a16="http://schemas.microsoft.com/office/drawing/2014/main" id="{E86260B8-B7CB-454F-07F5-9BBA9BB83BB6}"/>
                    </a:ext>
                  </a:extLst>
                </p:cNvPr>
                <p:cNvPicPr/>
                <p:nvPr/>
              </p:nvPicPr>
              <p:blipFill>
                <a:blip r:embed="rId211"/>
                <a:stretch>
                  <a:fillRect/>
                </a:stretch>
              </p:blipFill>
              <p:spPr>
                <a:xfrm>
                  <a:off x="5277495" y="911470"/>
                  <a:ext cx="288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7" name="Ink 126">
                  <a:extLst>
                    <a:ext uri="{FF2B5EF4-FFF2-40B4-BE49-F238E27FC236}">
                      <a16:creationId xmlns:a16="http://schemas.microsoft.com/office/drawing/2014/main" id="{913E0C3B-4C4C-D17A-26E6-EC14530935F8}"/>
                    </a:ext>
                  </a:extLst>
                </p14:cNvPr>
                <p14:cNvContentPartPr/>
                <p14:nvPr/>
              </p14:nvContentPartPr>
              <p14:xfrm>
                <a:off x="5447055" y="766030"/>
                <a:ext cx="548280" cy="537840"/>
              </p14:xfrm>
            </p:contentPart>
          </mc:Choice>
          <mc:Fallback>
            <p:pic>
              <p:nvPicPr>
                <p:cNvPr id="127" name="Ink 126">
                  <a:extLst>
                    <a:ext uri="{FF2B5EF4-FFF2-40B4-BE49-F238E27FC236}">
                      <a16:creationId xmlns:a16="http://schemas.microsoft.com/office/drawing/2014/main" id="{913E0C3B-4C4C-D17A-26E6-EC14530935F8}"/>
                    </a:ext>
                  </a:extLst>
                </p:cNvPr>
                <p:cNvPicPr/>
                <p:nvPr/>
              </p:nvPicPr>
              <p:blipFill>
                <a:blip r:embed="rId213"/>
                <a:stretch>
                  <a:fillRect/>
                </a:stretch>
              </p:blipFill>
              <p:spPr>
                <a:xfrm>
                  <a:off x="5438055" y="757030"/>
                  <a:ext cx="565920" cy="5554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8" name="Ink 127">
                  <a:extLst>
                    <a:ext uri="{FF2B5EF4-FFF2-40B4-BE49-F238E27FC236}">
                      <a16:creationId xmlns:a16="http://schemas.microsoft.com/office/drawing/2014/main" id="{B701CA27-E885-8C88-BD39-891ECA724273}"/>
                    </a:ext>
                  </a:extLst>
                </p14:cNvPr>
                <p14:cNvContentPartPr/>
                <p14:nvPr/>
              </p14:nvContentPartPr>
              <p14:xfrm>
                <a:off x="5619135" y="1126390"/>
                <a:ext cx="208440" cy="78480"/>
              </p14:xfrm>
            </p:contentPart>
          </mc:Choice>
          <mc:Fallback>
            <p:pic>
              <p:nvPicPr>
                <p:cNvPr id="128" name="Ink 127">
                  <a:extLst>
                    <a:ext uri="{FF2B5EF4-FFF2-40B4-BE49-F238E27FC236}">
                      <a16:creationId xmlns:a16="http://schemas.microsoft.com/office/drawing/2014/main" id="{B701CA27-E885-8C88-BD39-891ECA724273}"/>
                    </a:ext>
                  </a:extLst>
                </p:cNvPr>
                <p:cNvPicPr/>
                <p:nvPr/>
              </p:nvPicPr>
              <p:blipFill>
                <a:blip r:embed="rId215"/>
                <a:stretch>
                  <a:fillRect/>
                </a:stretch>
              </p:blipFill>
              <p:spPr>
                <a:xfrm>
                  <a:off x="5610495" y="1117750"/>
                  <a:ext cx="22608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9" name="Ink 128">
                  <a:extLst>
                    <a:ext uri="{FF2B5EF4-FFF2-40B4-BE49-F238E27FC236}">
                      <a16:creationId xmlns:a16="http://schemas.microsoft.com/office/drawing/2014/main" id="{DEA028C0-4A0E-A482-42DE-FC826248D342}"/>
                    </a:ext>
                  </a:extLst>
                </p14:cNvPr>
                <p14:cNvContentPartPr/>
                <p14:nvPr/>
              </p14:nvContentPartPr>
              <p14:xfrm>
                <a:off x="5608335" y="1005790"/>
                <a:ext cx="58320" cy="28800"/>
              </p14:xfrm>
            </p:contentPart>
          </mc:Choice>
          <mc:Fallback>
            <p:pic>
              <p:nvPicPr>
                <p:cNvPr id="129" name="Ink 128">
                  <a:extLst>
                    <a:ext uri="{FF2B5EF4-FFF2-40B4-BE49-F238E27FC236}">
                      <a16:creationId xmlns:a16="http://schemas.microsoft.com/office/drawing/2014/main" id="{DEA028C0-4A0E-A482-42DE-FC826248D342}"/>
                    </a:ext>
                  </a:extLst>
                </p:cNvPr>
                <p:cNvPicPr/>
                <p:nvPr/>
              </p:nvPicPr>
              <p:blipFill>
                <a:blip r:embed="rId217"/>
                <a:stretch>
                  <a:fillRect/>
                </a:stretch>
              </p:blipFill>
              <p:spPr>
                <a:xfrm>
                  <a:off x="5599335" y="996790"/>
                  <a:ext cx="759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0" name="Ink 129">
                  <a:extLst>
                    <a:ext uri="{FF2B5EF4-FFF2-40B4-BE49-F238E27FC236}">
                      <a16:creationId xmlns:a16="http://schemas.microsoft.com/office/drawing/2014/main" id="{CFA96D66-4E5A-F7E2-0707-A8C42D972474}"/>
                    </a:ext>
                  </a:extLst>
                </p14:cNvPr>
                <p14:cNvContentPartPr/>
                <p14:nvPr/>
              </p14:nvContentPartPr>
              <p14:xfrm>
                <a:off x="5784375" y="1008670"/>
                <a:ext cx="19800" cy="25560"/>
              </p14:xfrm>
            </p:contentPart>
          </mc:Choice>
          <mc:Fallback>
            <p:pic>
              <p:nvPicPr>
                <p:cNvPr id="130" name="Ink 129">
                  <a:extLst>
                    <a:ext uri="{FF2B5EF4-FFF2-40B4-BE49-F238E27FC236}">
                      <a16:creationId xmlns:a16="http://schemas.microsoft.com/office/drawing/2014/main" id="{CFA96D66-4E5A-F7E2-0707-A8C42D972474}"/>
                    </a:ext>
                  </a:extLst>
                </p:cNvPr>
                <p:cNvPicPr/>
                <p:nvPr/>
              </p:nvPicPr>
              <p:blipFill>
                <a:blip r:embed="rId219"/>
                <a:stretch>
                  <a:fillRect/>
                </a:stretch>
              </p:blipFill>
              <p:spPr>
                <a:xfrm>
                  <a:off x="5775375" y="1000030"/>
                  <a:ext cx="3744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4" name="Ink 133">
                  <a:extLst>
                    <a:ext uri="{FF2B5EF4-FFF2-40B4-BE49-F238E27FC236}">
                      <a16:creationId xmlns:a16="http://schemas.microsoft.com/office/drawing/2014/main" id="{0E48B623-E542-EB5E-72A0-A80899579E8D}"/>
                    </a:ext>
                  </a:extLst>
                </p14:cNvPr>
                <p14:cNvContentPartPr/>
                <p14:nvPr/>
              </p14:nvContentPartPr>
              <p14:xfrm>
                <a:off x="303375" y="763510"/>
                <a:ext cx="1111320" cy="52200"/>
              </p14:xfrm>
            </p:contentPart>
          </mc:Choice>
          <mc:Fallback>
            <p:pic>
              <p:nvPicPr>
                <p:cNvPr id="134" name="Ink 133">
                  <a:extLst>
                    <a:ext uri="{FF2B5EF4-FFF2-40B4-BE49-F238E27FC236}">
                      <a16:creationId xmlns:a16="http://schemas.microsoft.com/office/drawing/2014/main" id="{0E48B623-E542-EB5E-72A0-A80899579E8D}"/>
                    </a:ext>
                  </a:extLst>
                </p:cNvPr>
                <p:cNvPicPr/>
                <p:nvPr/>
              </p:nvPicPr>
              <p:blipFill>
                <a:blip r:embed="rId221"/>
                <a:stretch>
                  <a:fillRect/>
                </a:stretch>
              </p:blipFill>
              <p:spPr>
                <a:xfrm>
                  <a:off x="294375" y="754510"/>
                  <a:ext cx="112896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5" name="Ink 134">
                  <a:extLst>
                    <a:ext uri="{FF2B5EF4-FFF2-40B4-BE49-F238E27FC236}">
                      <a16:creationId xmlns:a16="http://schemas.microsoft.com/office/drawing/2014/main" id="{6E855B49-5CAE-B911-274A-444E28628C9F}"/>
                    </a:ext>
                  </a:extLst>
                </p14:cNvPr>
                <p14:cNvContentPartPr/>
                <p14:nvPr/>
              </p14:nvContentPartPr>
              <p14:xfrm>
                <a:off x="463935" y="943870"/>
                <a:ext cx="954000" cy="75960"/>
              </p14:xfrm>
            </p:contentPart>
          </mc:Choice>
          <mc:Fallback>
            <p:pic>
              <p:nvPicPr>
                <p:cNvPr id="135" name="Ink 134">
                  <a:extLst>
                    <a:ext uri="{FF2B5EF4-FFF2-40B4-BE49-F238E27FC236}">
                      <a16:creationId xmlns:a16="http://schemas.microsoft.com/office/drawing/2014/main" id="{6E855B49-5CAE-B911-274A-444E28628C9F}"/>
                    </a:ext>
                  </a:extLst>
                </p:cNvPr>
                <p:cNvPicPr/>
                <p:nvPr/>
              </p:nvPicPr>
              <p:blipFill>
                <a:blip r:embed="rId223"/>
                <a:stretch>
                  <a:fillRect/>
                </a:stretch>
              </p:blipFill>
              <p:spPr>
                <a:xfrm>
                  <a:off x="454935" y="934870"/>
                  <a:ext cx="97164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7" name="Ink 136">
                  <a:extLst>
                    <a:ext uri="{FF2B5EF4-FFF2-40B4-BE49-F238E27FC236}">
                      <a16:creationId xmlns:a16="http://schemas.microsoft.com/office/drawing/2014/main" id="{79577B39-4EFB-A330-3E8E-28ECFB36E472}"/>
                    </a:ext>
                  </a:extLst>
                </p14:cNvPr>
                <p14:cNvContentPartPr/>
                <p14:nvPr/>
              </p14:nvContentPartPr>
              <p14:xfrm>
                <a:off x="1182495" y="3107470"/>
                <a:ext cx="378360" cy="256680"/>
              </p14:xfrm>
            </p:contentPart>
          </mc:Choice>
          <mc:Fallback>
            <p:pic>
              <p:nvPicPr>
                <p:cNvPr id="137" name="Ink 136">
                  <a:extLst>
                    <a:ext uri="{FF2B5EF4-FFF2-40B4-BE49-F238E27FC236}">
                      <a16:creationId xmlns:a16="http://schemas.microsoft.com/office/drawing/2014/main" id="{79577B39-4EFB-A330-3E8E-28ECFB36E472}"/>
                    </a:ext>
                  </a:extLst>
                </p:cNvPr>
                <p:cNvPicPr/>
                <p:nvPr/>
              </p:nvPicPr>
              <p:blipFill>
                <a:blip r:embed="rId225"/>
                <a:stretch>
                  <a:fillRect/>
                </a:stretch>
              </p:blipFill>
              <p:spPr>
                <a:xfrm>
                  <a:off x="1173855" y="3098470"/>
                  <a:ext cx="39600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8" name="Ink 137">
                  <a:extLst>
                    <a:ext uri="{FF2B5EF4-FFF2-40B4-BE49-F238E27FC236}">
                      <a16:creationId xmlns:a16="http://schemas.microsoft.com/office/drawing/2014/main" id="{109F9FE0-677D-3B91-302F-A64B5BD5F4F7}"/>
                    </a:ext>
                  </a:extLst>
                </p14:cNvPr>
                <p14:cNvContentPartPr/>
                <p14:nvPr/>
              </p14:nvContentPartPr>
              <p14:xfrm>
                <a:off x="1658055" y="3129070"/>
                <a:ext cx="104760" cy="379080"/>
              </p14:xfrm>
            </p:contentPart>
          </mc:Choice>
          <mc:Fallback>
            <p:pic>
              <p:nvPicPr>
                <p:cNvPr id="138" name="Ink 137">
                  <a:extLst>
                    <a:ext uri="{FF2B5EF4-FFF2-40B4-BE49-F238E27FC236}">
                      <a16:creationId xmlns:a16="http://schemas.microsoft.com/office/drawing/2014/main" id="{109F9FE0-677D-3B91-302F-A64B5BD5F4F7}"/>
                    </a:ext>
                  </a:extLst>
                </p:cNvPr>
                <p:cNvPicPr/>
                <p:nvPr/>
              </p:nvPicPr>
              <p:blipFill>
                <a:blip r:embed="rId227"/>
                <a:stretch>
                  <a:fillRect/>
                </a:stretch>
              </p:blipFill>
              <p:spPr>
                <a:xfrm>
                  <a:off x="1649415" y="3120430"/>
                  <a:ext cx="12240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9" name="Ink 138">
                  <a:extLst>
                    <a:ext uri="{FF2B5EF4-FFF2-40B4-BE49-F238E27FC236}">
                      <a16:creationId xmlns:a16="http://schemas.microsoft.com/office/drawing/2014/main" id="{5298F618-7418-20B7-1A4D-FC102E4C4C85}"/>
                    </a:ext>
                  </a:extLst>
                </p14:cNvPr>
                <p14:cNvContentPartPr/>
                <p14:nvPr/>
              </p14:nvContentPartPr>
              <p14:xfrm>
                <a:off x="1863255" y="3125470"/>
                <a:ext cx="115560" cy="235080"/>
              </p14:xfrm>
            </p:contentPart>
          </mc:Choice>
          <mc:Fallback>
            <p:pic>
              <p:nvPicPr>
                <p:cNvPr id="139" name="Ink 138">
                  <a:extLst>
                    <a:ext uri="{FF2B5EF4-FFF2-40B4-BE49-F238E27FC236}">
                      <a16:creationId xmlns:a16="http://schemas.microsoft.com/office/drawing/2014/main" id="{5298F618-7418-20B7-1A4D-FC102E4C4C85}"/>
                    </a:ext>
                  </a:extLst>
                </p:cNvPr>
                <p:cNvPicPr/>
                <p:nvPr/>
              </p:nvPicPr>
              <p:blipFill>
                <a:blip r:embed="rId229"/>
                <a:stretch>
                  <a:fillRect/>
                </a:stretch>
              </p:blipFill>
              <p:spPr>
                <a:xfrm>
                  <a:off x="1854615" y="3116830"/>
                  <a:ext cx="1332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0" name="Ink 139">
                  <a:extLst>
                    <a:ext uri="{FF2B5EF4-FFF2-40B4-BE49-F238E27FC236}">
                      <a16:creationId xmlns:a16="http://schemas.microsoft.com/office/drawing/2014/main" id="{CC1F1704-D4D5-B765-4480-B865400CA1FF}"/>
                    </a:ext>
                  </a:extLst>
                </p14:cNvPr>
                <p14:cNvContentPartPr/>
                <p14:nvPr/>
              </p14:nvContentPartPr>
              <p14:xfrm>
                <a:off x="2046135" y="3098110"/>
                <a:ext cx="288720" cy="324000"/>
              </p14:xfrm>
            </p:contentPart>
          </mc:Choice>
          <mc:Fallback>
            <p:pic>
              <p:nvPicPr>
                <p:cNvPr id="140" name="Ink 139">
                  <a:extLst>
                    <a:ext uri="{FF2B5EF4-FFF2-40B4-BE49-F238E27FC236}">
                      <a16:creationId xmlns:a16="http://schemas.microsoft.com/office/drawing/2014/main" id="{CC1F1704-D4D5-B765-4480-B865400CA1FF}"/>
                    </a:ext>
                  </a:extLst>
                </p:cNvPr>
                <p:cNvPicPr/>
                <p:nvPr/>
              </p:nvPicPr>
              <p:blipFill>
                <a:blip r:embed="rId231"/>
                <a:stretch>
                  <a:fillRect/>
                </a:stretch>
              </p:blipFill>
              <p:spPr>
                <a:xfrm>
                  <a:off x="2037135" y="3089110"/>
                  <a:ext cx="30636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1" name="Ink 140">
                  <a:extLst>
                    <a:ext uri="{FF2B5EF4-FFF2-40B4-BE49-F238E27FC236}">
                      <a16:creationId xmlns:a16="http://schemas.microsoft.com/office/drawing/2014/main" id="{0BAFFC21-4878-05E3-91C4-B532296150C1}"/>
                    </a:ext>
                  </a:extLst>
                </p14:cNvPr>
                <p14:cNvContentPartPr/>
                <p14:nvPr/>
              </p14:nvContentPartPr>
              <p14:xfrm>
                <a:off x="2414775" y="3108550"/>
                <a:ext cx="352800" cy="338400"/>
              </p14:xfrm>
            </p:contentPart>
          </mc:Choice>
          <mc:Fallback>
            <p:pic>
              <p:nvPicPr>
                <p:cNvPr id="141" name="Ink 140">
                  <a:extLst>
                    <a:ext uri="{FF2B5EF4-FFF2-40B4-BE49-F238E27FC236}">
                      <a16:creationId xmlns:a16="http://schemas.microsoft.com/office/drawing/2014/main" id="{0BAFFC21-4878-05E3-91C4-B532296150C1}"/>
                    </a:ext>
                  </a:extLst>
                </p:cNvPr>
                <p:cNvPicPr/>
                <p:nvPr/>
              </p:nvPicPr>
              <p:blipFill>
                <a:blip r:embed="rId233"/>
                <a:stretch>
                  <a:fillRect/>
                </a:stretch>
              </p:blipFill>
              <p:spPr>
                <a:xfrm>
                  <a:off x="2406135" y="3099910"/>
                  <a:ext cx="37044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2" name="Ink 141">
                  <a:extLst>
                    <a:ext uri="{FF2B5EF4-FFF2-40B4-BE49-F238E27FC236}">
                      <a16:creationId xmlns:a16="http://schemas.microsoft.com/office/drawing/2014/main" id="{4CC772C2-0223-5F47-B764-2010989E87E0}"/>
                    </a:ext>
                  </a:extLst>
                </p14:cNvPr>
                <p14:cNvContentPartPr/>
                <p14:nvPr/>
              </p14:nvContentPartPr>
              <p14:xfrm>
                <a:off x="2809695" y="3098110"/>
                <a:ext cx="104400" cy="252360"/>
              </p14:xfrm>
            </p:contentPart>
          </mc:Choice>
          <mc:Fallback>
            <p:pic>
              <p:nvPicPr>
                <p:cNvPr id="142" name="Ink 141">
                  <a:extLst>
                    <a:ext uri="{FF2B5EF4-FFF2-40B4-BE49-F238E27FC236}">
                      <a16:creationId xmlns:a16="http://schemas.microsoft.com/office/drawing/2014/main" id="{4CC772C2-0223-5F47-B764-2010989E87E0}"/>
                    </a:ext>
                  </a:extLst>
                </p:cNvPr>
                <p:cNvPicPr/>
                <p:nvPr/>
              </p:nvPicPr>
              <p:blipFill>
                <a:blip r:embed="rId235"/>
                <a:stretch>
                  <a:fillRect/>
                </a:stretch>
              </p:blipFill>
              <p:spPr>
                <a:xfrm>
                  <a:off x="2801055" y="3089110"/>
                  <a:ext cx="12204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3" name="Ink 142">
                  <a:extLst>
                    <a:ext uri="{FF2B5EF4-FFF2-40B4-BE49-F238E27FC236}">
                      <a16:creationId xmlns:a16="http://schemas.microsoft.com/office/drawing/2014/main" id="{19C4CD9F-A33A-DDBB-8174-F57C8F6D01F4}"/>
                    </a:ext>
                  </a:extLst>
                </p14:cNvPr>
                <p14:cNvContentPartPr/>
                <p14:nvPr/>
              </p14:nvContentPartPr>
              <p14:xfrm>
                <a:off x="1101855" y="2867710"/>
                <a:ext cx="2052360" cy="832680"/>
              </p14:xfrm>
            </p:contentPart>
          </mc:Choice>
          <mc:Fallback>
            <p:pic>
              <p:nvPicPr>
                <p:cNvPr id="143" name="Ink 142">
                  <a:extLst>
                    <a:ext uri="{FF2B5EF4-FFF2-40B4-BE49-F238E27FC236}">
                      <a16:creationId xmlns:a16="http://schemas.microsoft.com/office/drawing/2014/main" id="{19C4CD9F-A33A-DDBB-8174-F57C8F6D01F4}"/>
                    </a:ext>
                  </a:extLst>
                </p:cNvPr>
                <p:cNvPicPr/>
                <p:nvPr/>
              </p:nvPicPr>
              <p:blipFill>
                <a:blip r:embed="rId237"/>
                <a:stretch>
                  <a:fillRect/>
                </a:stretch>
              </p:blipFill>
              <p:spPr>
                <a:xfrm>
                  <a:off x="1092855" y="2859070"/>
                  <a:ext cx="2070000" cy="850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4" name="Ink 143">
                  <a:extLst>
                    <a:ext uri="{FF2B5EF4-FFF2-40B4-BE49-F238E27FC236}">
                      <a16:creationId xmlns:a16="http://schemas.microsoft.com/office/drawing/2014/main" id="{7BBD1BB0-5FA8-AD9E-F424-96A45C6D41E0}"/>
                    </a:ext>
                  </a:extLst>
                </p14:cNvPr>
                <p14:cNvContentPartPr/>
                <p14:nvPr/>
              </p14:nvContentPartPr>
              <p14:xfrm>
                <a:off x="1717815" y="3476470"/>
                <a:ext cx="1026360" cy="145800"/>
              </p14:xfrm>
            </p:contentPart>
          </mc:Choice>
          <mc:Fallback>
            <p:pic>
              <p:nvPicPr>
                <p:cNvPr id="144" name="Ink 143">
                  <a:extLst>
                    <a:ext uri="{FF2B5EF4-FFF2-40B4-BE49-F238E27FC236}">
                      <a16:creationId xmlns:a16="http://schemas.microsoft.com/office/drawing/2014/main" id="{7BBD1BB0-5FA8-AD9E-F424-96A45C6D41E0}"/>
                    </a:ext>
                  </a:extLst>
                </p:cNvPr>
                <p:cNvPicPr/>
                <p:nvPr/>
              </p:nvPicPr>
              <p:blipFill>
                <a:blip r:embed="rId239"/>
                <a:stretch>
                  <a:fillRect/>
                </a:stretch>
              </p:blipFill>
              <p:spPr>
                <a:xfrm>
                  <a:off x="1709175" y="3467470"/>
                  <a:ext cx="10440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5" name="Ink 144">
                  <a:extLst>
                    <a:ext uri="{FF2B5EF4-FFF2-40B4-BE49-F238E27FC236}">
                      <a16:creationId xmlns:a16="http://schemas.microsoft.com/office/drawing/2014/main" id="{A4197944-EA3D-F964-EE26-09228D34FE77}"/>
                    </a:ext>
                  </a:extLst>
                </p14:cNvPr>
                <p14:cNvContentPartPr/>
                <p14:nvPr/>
              </p14:nvContentPartPr>
              <p14:xfrm>
                <a:off x="1731855" y="3532630"/>
                <a:ext cx="871200" cy="189360"/>
              </p14:xfrm>
            </p:contentPart>
          </mc:Choice>
          <mc:Fallback>
            <p:pic>
              <p:nvPicPr>
                <p:cNvPr id="145" name="Ink 144">
                  <a:extLst>
                    <a:ext uri="{FF2B5EF4-FFF2-40B4-BE49-F238E27FC236}">
                      <a16:creationId xmlns:a16="http://schemas.microsoft.com/office/drawing/2014/main" id="{A4197944-EA3D-F964-EE26-09228D34FE77}"/>
                    </a:ext>
                  </a:extLst>
                </p:cNvPr>
                <p:cNvPicPr/>
                <p:nvPr/>
              </p:nvPicPr>
              <p:blipFill>
                <a:blip r:embed="rId241"/>
                <a:stretch>
                  <a:fillRect/>
                </a:stretch>
              </p:blipFill>
              <p:spPr>
                <a:xfrm>
                  <a:off x="1722855" y="3523630"/>
                  <a:ext cx="88884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7" name="Ink 146">
                  <a:extLst>
                    <a:ext uri="{FF2B5EF4-FFF2-40B4-BE49-F238E27FC236}">
                      <a16:creationId xmlns:a16="http://schemas.microsoft.com/office/drawing/2014/main" id="{7DE9CEF3-5CC0-D41D-AD57-5C8FF4270B0F}"/>
                    </a:ext>
                  </a:extLst>
                </p14:cNvPr>
                <p14:cNvContentPartPr/>
                <p14:nvPr/>
              </p14:nvContentPartPr>
              <p14:xfrm>
                <a:off x="7505175" y="4008190"/>
                <a:ext cx="866160" cy="206640"/>
              </p14:xfrm>
            </p:contentPart>
          </mc:Choice>
          <mc:Fallback>
            <p:pic>
              <p:nvPicPr>
                <p:cNvPr id="147" name="Ink 146">
                  <a:extLst>
                    <a:ext uri="{FF2B5EF4-FFF2-40B4-BE49-F238E27FC236}">
                      <a16:creationId xmlns:a16="http://schemas.microsoft.com/office/drawing/2014/main" id="{7DE9CEF3-5CC0-D41D-AD57-5C8FF4270B0F}"/>
                    </a:ext>
                  </a:extLst>
                </p:cNvPr>
                <p:cNvPicPr/>
                <p:nvPr/>
              </p:nvPicPr>
              <p:blipFill>
                <a:blip r:embed="rId243"/>
                <a:stretch>
                  <a:fillRect/>
                </a:stretch>
              </p:blipFill>
              <p:spPr>
                <a:xfrm>
                  <a:off x="7496175" y="3999190"/>
                  <a:ext cx="88380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8" name="Ink 147">
                  <a:extLst>
                    <a:ext uri="{FF2B5EF4-FFF2-40B4-BE49-F238E27FC236}">
                      <a16:creationId xmlns:a16="http://schemas.microsoft.com/office/drawing/2014/main" id="{79D11D83-A03D-41B2-AC19-3A986D9DA8C8}"/>
                    </a:ext>
                  </a:extLst>
                </p14:cNvPr>
                <p14:cNvContentPartPr/>
                <p14:nvPr/>
              </p14:nvContentPartPr>
              <p14:xfrm>
                <a:off x="7556655" y="4117630"/>
                <a:ext cx="31320" cy="508680"/>
              </p14:xfrm>
            </p:contentPart>
          </mc:Choice>
          <mc:Fallback>
            <p:pic>
              <p:nvPicPr>
                <p:cNvPr id="148" name="Ink 147">
                  <a:extLst>
                    <a:ext uri="{FF2B5EF4-FFF2-40B4-BE49-F238E27FC236}">
                      <a16:creationId xmlns:a16="http://schemas.microsoft.com/office/drawing/2014/main" id="{79D11D83-A03D-41B2-AC19-3A986D9DA8C8}"/>
                    </a:ext>
                  </a:extLst>
                </p:cNvPr>
                <p:cNvPicPr/>
                <p:nvPr/>
              </p:nvPicPr>
              <p:blipFill>
                <a:blip r:embed="rId245"/>
                <a:stretch>
                  <a:fillRect/>
                </a:stretch>
              </p:blipFill>
              <p:spPr>
                <a:xfrm>
                  <a:off x="7547655" y="4108630"/>
                  <a:ext cx="48960" cy="5263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9" name="Ink 148">
                  <a:extLst>
                    <a:ext uri="{FF2B5EF4-FFF2-40B4-BE49-F238E27FC236}">
                      <a16:creationId xmlns:a16="http://schemas.microsoft.com/office/drawing/2014/main" id="{C35DA64D-55BE-FB78-5412-05C3DF76F7A7}"/>
                    </a:ext>
                  </a:extLst>
                </p14:cNvPr>
                <p14:cNvContentPartPr/>
                <p14:nvPr/>
              </p14:nvContentPartPr>
              <p14:xfrm>
                <a:off x="7607775" y="4614430"/>
                <a:ext cx="787320" cy="29880"/>
              </p14:xfrm>
            </p:contentPart>
          </mc:Choice>
          <mc:Fallback>
            <p:pic>
              <p:nvPicPr>
                <p:cNvPr id="149" name="Ink 148">
                  <a:extLst>
                    <a:ext uri="{FF2B5EF4-FFF2-40B4-BE49-F238E27FC236}">
                      <a16:creationId xmlns:a16="http://schemas.microsoft.com/office/drawing/2014/main" id="{C35DA64D-55BE-FB78-5412-05C3DF76F7A7}"/>
                    </a:ext>
                  </a:extLst>
                </p:cNvPr>
                <p:cNvPicPr/>
                <p:nvPr/>
              </p:nvPicPr>
              <p:blipFill>
                <a:blip r:embed="rId247"/>
                <a:stretch>
                  <a:fillRect/>
                </a:stretch>
              </p:blipFill>
              <p:spPr>
                <a:xfrm>
                  <a:off x="7598775" y="4605430"/>
                  <a:ext cx="8049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0" name="Ink 149">
                  <a:extLst>
                    <a:ext uri="{FF2B5EF4-FFF2-40B4-BE49-F238E27FC236}">
                      <a16:creationId xmlns:a16="http://schemas.microsoft.com/office/drawing/2014/main" id="{ACDB1BA6-06B2-AD2C-7FD5-0B6A4C4604ED}"/>
                    </a:ext>
                  </a:extLst>
                </p14:cNvPr>
                <p14:cNvContentPartPr/>
                <p14:nvPr/>
              </p14:nvContentPartPr>
              <p14:xfrm>
                <a:off x="8398695" y="4183870"/>
                <a:ext cx="43200" cy="450360"/>
              </p14:xfrm>
            </p:contentPart>
          </mc:Choice>
          <mc:Fallback>
            <p:pic>
              <p:nvPicPr>
                <p:cNvPr id="150" name="Ink 149">
                  <a:extLst>
                    <a:ext uri="{FF2B5EF4-FFF2-40B4-BE49-F238E27FC236}">
                      <a16:creationId xmlns:a16="http://schemas.microsoft.com/office/drawing/2014/main" id="{ACDB1BA6-06B2-AD2C-7FD5-0B6A4C4604ED}"/>
                    </a:ext>
                  </a:extLst>
                </p:cNvPr>
                <p:cNvPicPr/>
                <p:nvPr/>
              </p:nvPicPr>
              <p:blipFill>
                <a:blip r:embed="rId249"/>
                <a:stretch>
                  <a:fillRect/>
                </a:stretch>
              </p:blipFill>
              <p:spPr>
                <a:xfrm>
                  <a:off x="8390055" y="4174870"/>
                  <a:ext cx="60840" cy="4680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C6C9ADC9-E455-F4E7-128D-F38A674F231F}"/>
                    </a:ext>
                  </a:extLst>
                </p14:cNvPr>
                <p14:cNvContentPartPr/>
                <p14:nvPr/>
              </p14:nvContentPartPr>
              <p14:xfrm>
                <a:off x="7503015" y="4611190"/>
                <a:ext cx="216720" cy="19440"/>
              </p14:xfrm>
            </p:contentPart>
          </mc:Choice>
          <mc:Fallback>
            <p:pic>
              <p:nvPicPr>
                <p:cNvPr id="152" name="Ink 151">
                  <a:extLst>
                    <a:ext uri="{FF2B5EF4-FFF2-40B4-BE49-F238E27FC236}">
                      <a16:creationId xmlns:a16="http://schemas.microsoft.com/office/drawing/2014/main" id="{C6C9ADC9-E455-F4E7-128D-F38A674F231F}"/>
                    </a:ext>
                  </a:extLst>
                </p:cNvPr>
                <p:cNvPicPr/>
                <p:nvPr/>
              </p:nvPicPr>
              <p:blipFill>
                <a:blip r:embed="rId251"/>
                <a:stretch>
                  <a:fillRect/>
                </a:stretch>
              </p:blipFill>
              <p:spPr>
                <a:xfrm>
                  <a:off x="7494015" y="4602550"/>
                  <a:ext cx="2343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03950681-34F6-59F1-9D53-9D8CF239844A}"/>
                    </a:ext>
                  </a:extLst>
                </p14:cNvPr>
                <p14:cNvContentPartPr/>
                <p14:nvPr/>
              </p14:nvContentPartPr>
              <p14:xfrm>
                <a:off x="8562135" y="4390870"/>
                <a:ext cx="267840" cy="174960"/>
              </p14:xfrm>
            </p:contentPart>
          </mc:Choice>
          <mc:Fallback>
            <p:pic>
              <p:nvPicPr>
                <p:cNvPr id="153" name="Ink 152">
                  <a:extLst>
                    <a:ext uri="{FF2B5EF4-FFF2-40B4-BE49-F238E27FC236}">
                      <a16:creationId xmlns:a16="http://schemas.microsoft.com/office/drawing/2014/main" id="{03950681-34F6-59F1-9D53-9D8CF239844A}"/>
                    </a:ext>
                  </a:extLst>
                </p:cNvPr>
                <p:cNvPicPr/>
                <p:nvPr/>
              </p:nvPicPr>
              <p:blipFill>
                <a:blip r:embed="rId253"/>
                <a:stretch>
                  <a:fillRect/>
                </a:stretch>
              </p:blipFill>
              <p:spPr>
                <a:xfrm>
                  <a:off x="8553135" y="4381870"/>
                  <a:ext cx="28548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4" name="Ink 153">
                  <a:extLst>
                    <a:ext uri="{FF2B5EF4-FFF2-40B4-BE49-F238E27FC236}">
                      <a16:creationId xmlns:a16="http://schemas.microsoft.com/office/drawing/2014/main" id="{F1EC03BB-58D0-89BC-2DCE-B1A3B3D49E4F}"/>
                    </a:ext>
                  </a:extLst>
                </p14:cNvPr>
                <p14:cNvContentPartPr/>
                <p14:nvPr/>
              </p14:nvContentPartPr>
              <p14:xfrm>
                <a:off x="8907735" y="4425070"/>
                <a:ext cx="3960" cy="140040"/>
              </p14:xfrm>
            </p:contentPart>
          </mc:Choice>
          <mc:Fallback>
            <p:pic>
              <p:nvPicPr>
                <p:cNvPr id="154" name="Ink 153">
                  <a:extLst>
                    <a:ext uri="{FF2B5EF4-FFF2-40B4-BE49-F238E27FC236}">
                      <a16:creationId xmlns:a16="http://schemas.microsoft.com/office/drawing/2014/main" id="{F1EC03BB-58D0-89BC-2DCE-B1A3B3D49E4F}"/>
                    </a:ext>
                  </a:extLst>
                </p:cNvPr>
                <p:cNvPicPr/>
                <p:nvPr/>
              </p:nvPicPr>
              <p:blipFill>
                <a:blip r:embed="rId255"/>
                <a:stretch>
                  <a:fillRect/>
                </a:stretch>
              </p:blipFill>
              <p:spPr>
                <a:xfrm>
                  <a:off x="8898735" y="4416070"/>
                  <a:ext cx="216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5" name="Ink 154">
                  <a:extLst>
                    <a:ext uri="{FF2B5EF4-FFF2-40B4-BE49-F238E27FC236}">
                      <a16:creationId xmlns:a16="http://schemas.microsoft.com/office/drawing/2014/main" id="{4F570847-4DBF-A256-AEFF-1613F8987C9D}"/>
                    </a:ext>
                  </a:extLst>
                </p14:cNvPr>
                <p14:cNvContentPartPr/>
                <p14:nvPr/>
              </p14:nvContentPartPr>
              <p14:xfrm>
                <a:off x="8866695" y="4292950"/>
                <a:ext cx="41400" cy="18720"/>
              </p14:xfrm>
            </p:contentPart>
          </mc:Choice>
          <mc:Fallback>
            <p:pic>
              <p:nvPicPr>
                <p:cNvPr id="155" name="Ink 154">
                  <a:extLst>
                    <a:ext uri="{FF2B5EF4-FFF2-40B4-BE49-F238E27FC236}">
                      <a16:creationId xmlns:a16="http://schemas.microsoft.com/office/drawing/2014/main" id="{4F570847-4DBF-A256-AEFF-1613F8987C9D}"/>
                    </a:ext>
                  </a:extLst>
                </p:cNvPr>
                <p:cNvPicPr/>
                <p:nvPr/>
              </p:nvPicPr>
              <p:blipFill>
                <a:blip r:embed="rId257"/>
                <a:stretch>
                  <a:fillRect/>
                </a:stretch>
              </p:blipFill>
              <p:spPr>
                <a:xfrm>
                  <a:off x="8857695" y="4283950"/>
                  <a:ext cx="590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6" name="Ink 155">
                  <a:extLst>
                    <a:ext uri="{FF2B5EF4-FFF2-40B4-BE49-F238E27FC236}">
                      <a16:creationId xmlns:a16="http://schemas.microsoft.com/office/drawing/2014/main" id="{962F3A01-4BBA-9766-802D-CFA3C560170C}"/>
                    </a:ext>
                  </a:extLst>
                </p14:cNvPr>
                <p14:cNvContentPartPr/>
                <p14:nvPr/>
              </p14:nvContentPartPr>
              <p14:xfrm>
                <a:off x="8949495" y="4323550"/>
                <a:ext cx="13320" cy="228240"/>
              </p14:xfrm>
            </p:contentPart>
          </mc:Choice>
          <mc:Fallback>
            <p:pic>
              <p:nvPicPr>
                <p:cNvPr id="156" name="Ink 155">
                  <a:extLst>
                    <a:ext uri="{FF2B5EF4-FFF2-40B4-BE49-F238E27FC236}">
                      <a16:creationId xmlns:a16="http://schemas.microsoft.com/office/drawing/2014/main" id="{962F3A01-4BBA-9766-802D-CFA3C560170C}"/>
                    </a:ext>
                  </a:extLst>
                </p:cNvPr>
                <p:cNvPicPr/>
                <p:nvPr/>
              </p:nvPicPr>
              <p:blipFill>
                <a:blip r:embed="rId259"/>
                <a:stretch>
                  <a:fillRect/>
                </a:stretch>
              </p:blipFill>
              <p:spPr>
                <a:xfrm>
                  <a:off x="8940495" y="4314550"/>
                  <a:ext cx="3096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7" name="Ink 156">
                  <a:extLst>
                    <a:ext uri="{FF2B5EF4-FFF2-40B4-BE49-F238E27FC236}">
                      <a16:creationId xmlns:a16="http://schemas.microsoft.com/office/drawing/2014/main" id="{FE59363E-4062-E9CE-D96C-0C3083933ED9}"/>
                    </a:ext>
                  </a:extLst>
                </p14:cNvPr>
                <p14:cNvContentPartPr/>
                <p14:nvPr/>
              </p14:nvContentPartPr>
              <p14:xfrm>
                <a:off x="8985135" y="4422550"/>
                <a:ext cx="86760" cy="139320"/>
              </p14:xfrm>
            </p:contentPart>
          </mc:Choice>
          <mc:Fallback>
            <p:pic>
              <p:nvPicPr>
                <p:cNvPr id="157" name="Ink 156">
                  <a:extLst>
                    <a:ext uri="{FF2B5EF4-FFF2-40B4-BE49-F238E27FC236}">
                      <a16:creationId xmlns:a16="http://schemas.microsoft.com/office/drawing/2014/main" id="{FE59363E-4062-E9CE-D96C-0C3083933ED9}"/>
                    </a:ext>
                  </a:extLst>
                </p:cNvPr>
                <p:cNvPicPr/>
                <p:nvPr/>
              </p:nvPicPr>
              <p:blipFill>
                <a:blip r:embed="rId261"/>
                <a:stretch>
                  <a:fillRect/>
                </a:stretch>
              </p:blipFill>
              <p:spPr>
                <a:xfrm>
                  <a:off x="8976135" y="4413910"/>
                  <a:ext cx="1044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8" name="Ink 157">
                  <a:extLst>
                    <a:ext uri="{FF2B5EF4-FFF2-40B4-BE49-F238E27FC236}">
                      <a16:creationId xmlns:a16="http://schemas.microsoft.com/office/drawing/2014/main" id="{48AE1907-F31A-8CCB-A154-264B9B4CBC7F}"/>
                    </a:ext>
                  </a:extLst>
                </p14:cNvPr>
                <p14:cNvContentPartPr/>
                <p14:nvPr/>
              </p14:nvContentPartPr>
              <p14:xfrm>
                <a:off x="9119775" y="4399510"/>
                <a:ext cx="314640" cy="331560"/>
              </p14:xfrm>
            </p:contentPart>
          </mc:Choice>
          <mc:Fallback>
            <p:pic>
              <p:nvPicPr>
                <p:cNvPr id="158" name="Ink 157">
                  <a:extLst>
                    <a:ext uri="{FF2B5EF4-FFF2-40B4-BE49-F238E27FC236}">
                      <a16:creationId xmlns:a16="http://schemas.microsoft.com/office/drawing/2014/main" id="{48AE1907-F31A-8CCB-A154-264B9B4CBC7F}"/>
                    </a:ext>
                  </a:extLst>
                </p:cNvPr>
                <p:cNvPicPr/>
                <p:nvPr/>
              </p:nvPicPr>
              <p:blipFill>
                <a:blip r:embed="rId263"/>
                <a:stretch>
                  <a:fillRect/>
                </a:stretch>
              </p:blipFill>
              <p:spPr>
                <a:xfrm>
                  <a:off x="9110775" y="4390870"/>
                  <a:ext cx="33228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0" name="Ink 159">
                  <a:extLst>
                    <a:ext uri="{FF2B5EF4-FFF2-40B4-BE49-F238E27FC236}">
                      <a16:creationId xmlns:a16="http://schemas.microsoft.com/office/drawing/2014/main" id="{2D8A15C0-41CE-E31F-7ED6-69CB052E83C1}"/>
                    </a:ext>
                  </a:extLst>
                </p14:cNvPr>
                <p14:cNvContentPartPr/>
                <p14:nvPr/>
              </p14:nvContentPartPr>
              <p14:xfrm>
                <a:off x="1604775" y="2415910"/>
                <a:ext cx="417600" cy="497880"/>
              </p14:xfrm>
            </p:contentPart>
          </mc:Choice>
          <mc:Fallback>
            <p:pic>
              <p:nvPicPr>
                <p:cNvPr id="160" name="Ink 159">
                  <a:extLst>
                    <a:ext uri="{FF2B5EF4-FFF2-40B4-BE49-F238E27FC236}">
                      <a16:creationId xmlns:a16="http://schemas.microsoft.com/office/drawing/2014/main" id="{2D8A15C0-41CE-E31F-7ED6-69CB052E83C1}"/>
                    </a:ext>
                  </a:extLst>
                </p:cNvPr>
                <p:cNvPicPr/>
                <p:nvPr/>
              </p:nvPicPr>
              <p:blipFill>
                <a:blip r:embed="rId265"/>
                <a:stretch>
                  <a:fillRect/>
                </a:stretch>
              </p:blipFill>
              <p:spPr>
                <a:xfrm>
                  <a:off x="1595775" y="2407270"/>
                  <a:ext cx="435240" cy="5155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1" name="Ink 160">
                  <a:extLst>
                    <a:ext uri="{FF2B5EF4-FFF2-40B4-BE49-F238E27FC236}">
                      <a16:creationId xmlns:a16="http://schemas.microsoft.com/office/drawing/2014/main" id="{3A395B07-5048-7A90-473F-FE0D5D4FBC5F}"/>
                    </a:ext>
                  </a:extLst>
                </p14:cNvPr>
                <p14:cNvContentPartPr/>
                <p14:nvPr/>
              </p14:nvContentPartPr>
              <p14:xfrm>
                <a:off x="1876935" y="2812630"/>
                <a:ext cx="190080" cy="118800"/>
              </p14:xfrm>
            </p:contentPart>
          </mc:Choice>
          <mc:Fallback>
            <p:pic>
              <p:nvPicPr>
                <p:cNvPr id="161" name="Ink 160">
                  <a:extLst>
                    <a:ext uri="{FF2B5EF4-FFF2-40B4-BE49-F238E27FC236}">
                      <a16:creationId xmlns:a16="http://schemas.microsoft.com/office/drawing/2014/main" id="{3A395B07-5048-7A90-473F-FE0D5D4FBC5F}"/>
                    </a:ext>
                  </a:extLst>
                </p:cNvPr>
                <p:cNvPicPr/>
                <p:nvPr/>
              </p:nvPicPr>
              <p:blipFill>
                <a:blip r:embed="rId267"/>
                <a:stretch>
                  <a:fillRect/>
                </a:stretch>
              </p:blipFill>
              <p:spPr>
                <a:xfrm>
                  <a:off x="1868295" y="2803990"/>
                  <a:ext cx="2077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2" name="Ink 161">
                  <a:extLst>
                    <a:ext uri="{FF2B5EF4-FFF2-40B4-BE49-F238E27FC236}">
                      <a16:creationId xmlns:a16="http://schemas.microsoft.com/office/drawing/2014/main" id="{FE2FF6D3-DD75-04EC-103A-1505B6116B4B}"/>
                    </a:ext>
                  </a:extLst>
                </p14:cNvPr>
                <p14:cNvContentPartPr/>
                <p14:nvPr/>
              </p14:nvContentPartPr>
              <p14:xfrm>
                <a:off x="3114975" y="3014590"/>
                <a:ext cx="4100040" cy="1044360"/>
              </p14:xfrm>
            </p:contentPart>
          </mc:Choice>
          <mc:Fallback>
            <p:pic>
              <p:nvPicPr>
                <p:cNvPr id="162" name="Ink 161">
                  <a:extLst>
                    <a:ext uri="{FF2B5EF4-FFF2-40B4-BE49-F238E27FC236}">
                      <a16:creationId xmlns:a16="http://schemas.microsoft.com/office/drawing/2014/main" id="{FE2FF6D3-DD75-04EC-103A-1505B6116B4B}"/>
                    </a:ext>
                  </a:extLst>
                </p:cNvPr>
                <p:cNvPicPr/>
                <p:nvPr/>
              </p:nvPicPr>
              <p:blipFill>
                <a:blip r:embed="rId269"/>
                <a:stretch>
                  <a:fillRect/>
                </a:stretch>
              </p:blipFill>
              <p:spPr>
                <a:xfrm>
                  <a:off x="3106335" y="3005950"/>
                  <a:ext cx="4117680" cy="10620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3" name="Ink 162">
                  <a:extLst>
                    <a:ext uri="{FF2B5EF4-FFF2-40B4-BE49-F238E27FC236}">
                      <a16:creationId xmlns:a16="http://schemas.microsoft.com/office/drawing/2014/main" id="{A2F8BA5E-8401-C945-B8EA-9AD33365841B}"/>
                    </a:ext>
                  </a:extLst>
                </p14:cNvPr>
                <p14:cNvContentPartPr/>
                <p14:nvPr/>
              </p14:nvContentPartPr>
              <p14:xfrm>
                <a:off x="7139775" y="3949150"/>
                <a:ext cx="151920" cy="199800"/>
              </p14:xfrm>
            </p:contentPart>
          </mc:Choice>
          <mc:Fallback>
            <p:pic>
              <p:nvPicPr>
                <p:cNvPr id="163" name="Ink 162">
                  <a:extLst>
                    <a:ext uri="{FF2B5EF4-FFF2-40B4-BE49-F238E27FC236}">
                      <a16:creationId xmlns:a16="http://schemas.microsoft.com/office/drawing/2014/main" id="{A2F8BA5E-8401-C945-B8EA-9AD33365841B}"/>
                    </a:ext>
                  </a:extLst>
                </p:cNvPr>
                <p:cNvPicPr/>
                <p:nvPr/>
              </p:nvPicPr>
              <p:blipFill>
                <a:blip r:embed="rId271"/>
                <a:stretch>
                  <a:fillRect/>
                </a:stretch>
              </p:blipFill>
              <p:spPr>
                <a:xfrm>
                  <a:off x="7130775" y="3940150"/>
                  <a:ext cx="1695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5" name="Ink 164">
                  <a:extLst>
                    <a:ext uri="{FF2B5EF4-FFF2-40B4-BE49-F238E27FC236}">
                      <a16:creationId xmlns:a16="http://schemas.microsoft.com/office/drawing/2014/main" id="{25FD8D39-C7EA-DE2A-2A7F-FD9A8CE5F094}"/>
                    </a:ext>
                  </a:extLst>
                </p14:cNvPr>
                <p14:cNvContentPartPr/>
                <p14:nvPr/>
              </p14:nvContentPartPr>
              <p14:xfrm>
                <a:off x="1557615" y="4917910"/>
                <a:ext cx="5634000" cy="496440"/>
              </p14:xfrm>
            </p:contentPart>
          </mc:Choice>
          <mc:Fallback>
            <p:pic>
              <p:nvPicPr>
                <p:cNvPr id="165" name="Ink 164">
                  <a:extLst>
                    <a:ext uri="{FF2B5EF4-FFF2-40B4-BE49-F238E27FC236}">
                      <a16:creationId xmlns:a16="http://schemas.microsoft.com/office/drawing/2014/main" id="{25FD8D39-C7EA-DE2A-2A7F-FD9A8CE5F094}"/>
                    </a:ext>
                  </a:extLst>
                </p:cNvPr>
                <p:cNvPicPr/>
                <p:nvPr/>
              </p:nvPicPr>
              <p:blipFill>
                <a:blip r:embed="rId273"/>
                <a:stretch>
                  <a:fillRect/>
                </a:stretch>
              </p:blipFill>
              <p:spPr>
                <a:xfrm>
                  <a:off x="1548615" y="4908910"/>
                  <a:ext cx="5651640" cy="5140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6" name="Ink 165">
                  <a:extLst>
                    <a:ext uri="{FF2B5EF4-FFF2-40B4-BE49-F238E27FC236}">
                      <a16:creationId xmlns:a16="http://schemas.microsoft.com/office/drawing/2014/main" id="{351AA402-7C0B-0F37-9D10-376A08AFBEBA}"/>
                    </a:ext>
                  </a:extLst>
                </p14:cNvPr>
                <p14:cNvContentPartPr/>
                <p14:nvPr/>
              </p14:nvContentPartPr>
              <p14:xfrm>
                <a:off x="7138335" y="4843030"/>
                <a:ext cx="117360" cy="169920"/>
              </p14:xfrm>
            </p:contentPart>
          </mc:Choice>
          <mc:Fallback>
            <p:pic>
              <p:nvPicPr>
                <p:cNvPr id="166" name="Ink 165">
                  <a:extLst>
                    <a:ext uri="{FF2B5EF4-FFF2-40B4-BE49-F238E27FC236}">
                      <a16:creationId xmlns:a16="http://schemas.microsoft.com/office/drawing/2014/main" id="{351AA402-7C0B-0F37-9D10-376A08AFBEBA}"/>
                    </a:ext>
                  </a:extLst>
                </p:cNvPr>
                <p:cNvPicPr/>
                <p:nvPr/>
              </p:nvPicPr>
              <p:blipFill>
                <a:blip r:embed="rId275"/>
                <a:stretch>
                  <a:fillRect/>
                </a:stretch>
              </p:blipFill>
              <p:spPr>
                <a:xfrm>
                  <a:off x="7129335" y="4834390"/>
                  <a:ext cx="1350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8537406C-9B91-D6A9-7C0A-47991D762E5E}"/>
                    </a:ext>
                  </a:extLst>
                </p14:cNvPr>
                <p14:cNvContentPartPr/>
                <p14:nvPr/>
              </p14:nvContentPartPr>
              <p14:xfrm>
                <a:off x="7654215" y="4860670"/>
                <a:ext cx="917640" cy="139680"/>
              </p14:xfrm>
            </p:contentPart>
          </mc:Choice>
          <mc:Fallback>
            <p:pic>
              <p:nvPicPr>
                <p:cNvPr id="167" name="Ink 166">
                  <a:extLst>
                    <a:ext uri="{FF2B5EF4-FFF2-40B4-BE49-F238E27FC236}">
                      <a16:creationId xmlns:a16="http://schemas.microsoft.com/office/drawing/2014/main" id="{8537406C-9B91-D6A9-7C0A-47991D762E5E}"/>
                    </a:ext>
                  </a:extLst>
                </p:cNvPr>
                <p:cNvPicPr/>
                <p:nvPr/>
              </p:nvPicPr>
              <p:blipFill>
                <a:blip r:embed="rId277"/>
                <a:stretch>
                  <a:fillRect/>
                </a:stretch>
              </p:blipFill>
              <p:spPr>
                <a:xfrm>
                  <a:off x="7645215" y="4852030"/>
                  <a:ext cx="93528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6D06F4AB-6A27-C891-0FF6-27E2FC0698E4}"/>
                    </a:ext>
                  </a:extLst>
                </p14:cNvPr>
                <p14:cNvContentPartPr/>
                <p14:nvPr/>
              </p14:nvContentPartPr>
              <p14:xfrm>
                <a:off x="7766535" y="4983790"/>
                <a:ext cx="733320" cy="491760"/>
              </p14:xfrm>
            </p:contentPart>
          </mc:Choice>
          <mc:Fallback>
            <p:pic>
              <p:nvPicPr>
                <p:cNvPr id="168" name="Ink 167">
                  <a:extLst>
                    <a:ext uri="{FF2B5EF4-FFF2-40B4-BE49-F238E27FC236}">
                      <a16:creationId xmlns:a16="http://schemas.microsoft.com/office/drawing/2014/main" id="{6D06F4AB-6A27-C891-0FF6-27E2FC0698E4}"/>
                    </a:ext>
                  </a:extLst>
                </p:cNvPr>
                <p:cNvPicPr/>
                <p:nvPr/>
              </p:nvPicPr>
              <p:blipFill>
                <a:blip r:embed="rId279"/>
                <a:stretch>
                  <a:fillRect/>
                </a:stretch>
              </p:blipFill>
              <p:spPr>
                <a:xfrm>
                  <a:off x="7757895" y="4974790"/>
                  <a:ext cx="750960" cy="5094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A09657CA-C044-4D6B-E295-F0D4AE801655}"/>
                    </a:ext>
                  </a:extLst>
                </p14:cNvPr>
                <p14:cNvContentPartPr/>
                <p14:nvPr/>
              </p14:nvContentPartPr>
              <p14:xfrm>
                <a:off x="8538015" y="5011870"/>
                <a:ext cx="12960" cy="457920"/>
              </p14:xfrm>
            </p:contentPart>
          </mc:Choice>
          <mc:Fallback>
            <p:pic>
              <p:nvPicPr>
                <p:cNvPr id="169" name="Ink 168">
                  <a:extLst>
                    <a:ext uri="{FF2B5EF4-FFF2-40B4-BE49-F238E27FC236}">
                      <a16:creationId xmlns:a16="http://schemas.microsoft.com/office/drawing/2014/main" id="{A09657CA-C044-4D6B-E295-F0D4AE801655}"/>
                    </a:ext>
                  </a:extLst>
                </p:cNvPr>
                <p:cNvPicPr/>
                <p:nvPr/>
              </p:nvPicPr>
              <p:blipFill>
                <a:blip r:embed="rId281"/>
                <a:stretch>
                  <a:fillRect/>
                </a:stretch>
              </p:blipFill>
              <p:spPr>
                <a:xfrm>
                  <a:off x="8529015" y="5002870"/>
                  <a:ext cx="3060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1" name="Ink 170">
                  <a:extLst>
                    <a:ext uri="{FF2B5EF4-FFF2-40B4-BE49-F238E27FC236}">
                      <a16:creationId xmlns:a16="http://schemas.microsoft.com/office/drawing/2014/main" id="{0636C1BC-3811-3ED2-4BBC-8B0F770B6605}"/>
                    </a:ext>
                  </a:extLst>
                </p14:cNvPr>
                <p14:cNvContentPartPr/>
                <p14:nvPr/>
              </p14:nvContentPartPr>
              <p14:xfrm>
                <a:off x="8750055" y="5052550"/>
                <a:ext cx="190080" cy="330840"/>
              </p14:xfrm>
            </p:contentPart>
          </mc:Choice>
          <mc:Fallback>
            <p:pic>
              <p:nvPicPr>
                <p:cNvPr id="171" name="Ink 170">
                  <a:extLst>
                    <a:ext uri="{FF2B5EF4-FFF2-40B4-BE49-F238E27FC236}">
                      <a16:creationId xmlns:a16="http://schemas.microsoft.com/office/drawing/2014/main" id="{0636C1BC-3811-3ED2-4BBC-8B0F770B6605}"/>
                    </a:ext>
                  </a:extLst>
                </p:cNvPr>
                <p:cNvPicPr/>
                <p:nvPr/>
              </p:nvPicPr>
              <p:blipFill>
                <a:blip r:embed="rId283"/>
                <a:stretch>
                  <a:fillRect/>
                </a:stretch>
              </p:blipFill>
              <p:spPr>
                <a:xfrm>
                  <a:off x="8741055" y="5043910"/>
                  <a:ext cx="20772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2" name="Ink 171">
                  <a:extLst>
                    <a:ext uri="{FF2B5EF4-FFF2-40B4-BE49-F238E27FC236}">
                      <a16:creationId xmlns:a16="http://schemas.microsoft.com/office/drawing/2014/main" id="{ABBE768B-92AB-2C45-292C-61F0DCB5F3A2}"/>
                    </a:ext>
                  </a:extLst>
                </p14:cNvPr>
                <p14:cNvContentPartPr/>
                <p14:nvPr/>
              </p14:nvContentPartPr>
              <p14:xfrm>
                <a:off x="8985495" y="5226790"/>
                <a:ext cx="109800" cy="138240"/>
              </p14:xfrm>
            </p:contentPart>
          </mc:Choice>
          <mc:Fallback>
            <p:pic>
              <p:nvPicPr>
                <p:cNvPr id="172" name="Ink 171">
                  <a:extLst>
                    <a:ext uri="{FF2B5EF4-FFF2-40B4-BE49-F238E27FC236}">
                      <a16:creationId xmlns:a16="http://schemas.microsoft.com/office/drawing/2014/main" id="{ABBE768B-92AB-2C45-292C-61F0DCB5F3A2}"/>
                    </a:ext>
                  </a:extLst>
                </p:cNvPr>
                <p:cNvPicPr/>
                <p:nvPr/>
              </p:nvPicPr>
              <p:blipFill>
                <a:blip r:embed="rId285"/>
                <a:stretch>
                  <a:fillRect/>
                </a:stretch>
              </p:blipFill>
              <p:spPr>
                <a:xfrm>
                  <a:off x="8976855" y="5217790"/>
                  <a:ext cx="12744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3" name="Ink 172">
                  <a:extLst>
                    <a:ext uri="{FF2B5EF4-FFF2-40B4-BE49-F238E27FC236}">
                      <a16:creationId xmlns:a16="http://schemas.microsoft.com/office/drawing/2014/main" id="{4CA3A214-9E74-29FF-856D-BC21917F6D0F}"/>
                    </a:ext>
                  </a:extLst>
                </p14:cNvPr>
                <p14:cNvContentPartPr/>
                <p14:nvPr/>
              </p14:nvContentPartPr>
              <p14:xfrm>
                <a:off x="9098175" y="5219590"/>
                <a:ext cx="150120" cy="160920"/>
              </p14:xfrm>
            </p:contentPart>
          </mc:Choice>
          <mc:Fallback>
            <p:pic>
              <p:nvPicPr>
                <p:cNvPr id="173" name="Ink 172">
                  <a:extLst>
                    <a:ext uri="{FF2B5EF4-FFF2-40B4-BE49-F238E27FC236}">
                      <a16:creationId xmlns:a16="http://schemas.microsoft.com/office/drawing/2014/main" id="{4CA3A214-9E74-29FF-856D-BC21917F6D0F}"/>
                    </a:ext>
                  </a:extLst>
                </p:cNvPr>
                <p:cNvPicPr/>
                <p:nvPr/>
              </p:nvPicPr>
              <p:blipFill>
                <a:blip r:embed="rId287"/>
                <a:stretch>
                  <a:fillRect/>
                </a:stretch>
              </p:blipFill>
              <p:spPr>
                <a:xfrm>
                  <a:off x="9089175" y="5210950"/>
                  <a:ext cx="1677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4" name="Ink 173">
                  <a:extLst>
                    <a:ext uri="{FF2B5EF4-FFF2-40B4-BE49-F238E27FC236}">
                      <a16:creationId xmlns:a16="http://schemas.microsoft.com/office/drawing/2014/main" id="{186D6656-02EC-5C16-0B04-314367D89B4D}"/>
                    </a:ext>
                  </a:extLst>
                </p14:cNvPr>
                <p14:cNvContentPartPr/>
                <p14:nvPr/>
              </p14:nvContentPartPr>
              <p14:xfrm>
                <a:off x="9265575" y="5231830"/>
                <a:ext cx="171000" cy="158760"/>
              </p14:xfrm>
            </p:contentPart>
          </mc:Choice>
          <mc:Fallback>
            <p:pic>
              <p:nvPicPr>
                <p:cNvPr id="174" name="Ink 173">
                  <a:extLst>
                    <a:ext uri="{FF2B5EF4-FFF2-40B4-BE49-F238E27FC236}">
                      <a16:creationId xmlns:a16="http://schemas.microsoft.com/office/drawing/2014/main" id="{186D6656-02EC-5C16-0B04-314367D89B4D}"/>
                    </a:ext>
                  </a:extLst>
                </p:cNvPr>
                <p:cNvPicPr/>
                <p:nvPr/>
              </p:nvPicPr>
              <p:blipFill>
                <a:blip r:embed="rId289"/>
                <a:stretch>
                  <a:fillRect/>
                </a:stretch>
              </p:blipFill>
              <p:spPr>
                <a:xfrm>
                  <a:off x="9256575" y="5223190"/>
                  <a:ext cx="1886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5" name="Ink 174">
                  <a:extLst>
                    <a:ext uri="{FF2B5EF4-FFF2-40B4-BE49-F238E27FC236}">
                      <a16:creationId xmlns:a16="http://schemas.microsoft.com/office/drawing/2014/main" id="{1ABAC733-5DBE-462C-E250-5DFFCA048C25}"/>
                    </a:ext>
                  </a:extLst>
                </p14:cNvPr>
                <p14:cNvContentPartPr/>
                <p14:nvPr/>
              </p14:nvContentPartPr>
              <p14:xfrm>
                <a:off x="9448455" y="5150110"/>
                <a:ext cx="52200" cy="234360"/>
              </p14:xfrm>
            </p:contentPart>
          </mc:Choice>
          <mc:Fallback>
            <p:pic>
              <p:nvPicPr>
                <p:cNvPr id="175" name="Ink 174">
                  <a:extLst>
                    <a:ext uri="{FF2B5EF4-FFF2-40B4-BE49-F238E27FC236}">
                      <a16:creationId xmlns:a16="http://schemas.microsoft.com/office/drawing/2014/main" id="{1ABAC733-5DBE-462C-E250-5DFFCA048C25}"/>
                    </a:ext>
                  </a:extLst>
                </p:cNvPr>
                <p:cNvPicPr/>
                <p:nvPr/>
              </p:nvPicPr>
              <p:blipFill>
                <a:blip r:embed="rId291"/>
                <a:stretch>
                  <a:fillRect/>
                </a:stretch>
              </p:blipFill>
              <p:spPr>
                <a:xfrm>
                  <a:off x="9439455" y="5141110"/>
                  <a:ext cx="698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6" name="Ink 175">
                  <a:extLst>
                    <a:ext uri="{FF2B5EF4-FFF2-40B4-BE49-F238E27FC236}">
                      <a16:creationId xmlns:a16="http://schemas.microsoft.com/office/drawing/2014/main" id="{2F7B6983-D901-DD8A-F415-91DE3443CCBC}"/>
                    </a:ext>
                  </a:extLst>
                </p14:cNvPr>
                <p14:cNvContentPartPr/>
                <p14:nvPr/>
              </p14:nvContentPartPr>
              <p14:xfrm>
                <a:off x="9531975" y="5123830"/>
                <a:ext cx="181440" cy="285120"/>
              </p14:xfrm>
            </p:contentPart>
          </mc:Choice>
          <mc:Fallback>
            <p:pic>
              <p:nvPicPr>
                <p:cNvPr id="176" name="Ink 175">
                  <a:extLst>
                    <a:ext uri="{FF2B5EF4-FFF2-40B4-BE49-F238E27FC236}">
                      <a16:creationId xmlns:a16="http://schemas.microsoft.com/office/drawing/2014/main" id="{2F7B6983-D901-DD8A-F415-91DE3443CCBC}"/>
                    </a:ext>
                  </a:extLst>
                </p:cNvPr>
                <p:cNvPicPr/>
                <p:nvPr/>
              </p:nvPicPr>
              <p:blipFill>
                <a:blip r:embed="rId293"/>
                <a:stretch>
                  <a:fillRect/>
                </a:stretch>
              </p:blipFill>
              <p:spPr>
                <a:xfrm>
                  <a:off x="9523335" y="5115190"/>
                  <a:ext cx="19908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2" name="Ink 181">
                  <a:extLst>
                    <a:ext uri="{FF2B5EF4-FFF2-40B4-BE49-F238E27FC236}">
                      <a16:creationId xmlns:a16="http://schemas.microsoft.com/office/drawing/2014/main" id="{E3814FE3-44B3-3E57-81D0-E48A479A8FE8}"/>
                    </a:ext>
                  </a:extLst>
                </p14:cNvPr>
                <p14:cNvContentPartPr/>
                <p14:nvPr/>
              </p14:nvContentPartPr>
              <p14:xfrm>
                <a:off x="8310855" y="415030"/>
                <a:ext cx="446400" cy="330480"/>
              </p14:xfrm>
            </p:contentPart>
          </mc:Choice>
          <mc:Fallback>
            <p:pic>
              <p:nvPicPr>
                <p:cNvPr id="182" name="Ink 181">
                  <a:extLst>
                    <a:ext uri="{FF2B5EF4-FFF2-40B4-BE49-F238E27FC236}">
                      <a16:creationId xmlns:a16="http://schemas.microsoft.com/office/drawing/2014/main" id="{E3814FE3-44B3-3E57-81D0-E48A479A8FE8}"/>
                    </a:ext>
                  </a:extLst>
                </p:cNvPr>
                <p:cNvPicPr/>
                <p:nvPr/>
              </p:nvPicPr>
              <p:blipFill>
                <a:blip r:embed="rId295"/>
                <a:stretch>
                  <a:fillRect/>
                </a:stretch>
              </p:blipFill>
              <p:spPr>
                <a:xfrm>
                  <a:off x="8301855" y="406390"/>
                  <a:ext cx="46404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3" name="Ink 182">
                  <a:extLst>
                    <a:ext uri="{FF2B5EF4-FFF2-40B4-BE49-F238E27FC236}">
                      <a16:creationId xmlns:a16="http://schemas.microsoft.com/office/drawing/2014/main" id="{34573CFF-DF1D-ADAC-8390-95A2E5E35CF3}"/>
                    </a:ext>
                  </a:extLst>
                </p14:cNvPr>
                <p14:cNvContentPartPr/>
                <p14:nvPr/>
              </p14:nvContentPartPr>
              <p14:xfrm>
                <a:off x="8460615" y="765310"/>
                <a:ext cx="302400" cy="248040"/>
              </p14:xfrm>
            </p:contentPart>
          </mc:Choice>
          <mc:Fallback>
            <p:pic>
              <p:nvPicPr>
                <p:cNvPr id="183" name="Ink 182">
                  <a:extLst>
                    <a:ext uri="{FF2B5EF4-FFF2-40B4-BE49-F238E27FC236}">
                      <a16:creationId xmlns:a16="http://schemas.microsoft.com/office/drawing/2014/main" id="{34573CFF-DF1D-ADAC-8390-95A2E5E35CF3}"/>
                    </a:ext>
                  </a:extLst>
                </p:cNvPr>
                <p:cNvPicPr/>
                <p:nvPr/>
              </p:nvPicPr>
              <p:blipFill>
                <a:blip r:embed="rId297"/>
                <a:stretch>
                  <a:fillRect/>
                </a:stretch>
              </p:blipFill>
              <p:spPr>
                <a:xfrm>
                  <a:off x="8451975" y="756310"/>
                  <a:ext cx="32004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4" name="Ink 183">
                  <a:extLst>
                    <a:ext uri="{FF2B5EF4-FFF2-40B4-BE49-F238E27FC236}">
                      <a16:creationId xmlns:a16="http://schemas.microsoft.com/office/drawing/2014/main" id="{6B9D6385-8ED4-CFAB-EEEC-E750D0351849}"/>
                    </a:ext>
                  </a:extLst>
                </p14:cNvPr>
                <p14:cNvContentPartPr/>
                <p14:nvPr/>
              </p14:nvContentPartPr>
              <p14:xfrm>
                <a:off x="8970735" y="384430"/>
                <a:ext cx="300600" cy="312480"/>
              </p14:xfrm>
            </p:contentPart>
          </mc:Choice>
          <mc:Fallback>
            <p:pic>
              <p:nvPicPr>
                <p:cNvPr id="184" name="Ink 183">
                  <a:extLst>
                    <a:ext uri="{FF2B5EF4-FFF2-40B4-BE49-F238E27FC236}">
                      <a16:creationId xmlns:a16="http://schemas.microsoft.com/office/drawing/2014/main" id="{6B9D6385-8ED4-CFAB-EEEC-E750D0351849}"/>
                    </a:ext>
                  </a:extLst>
                </p:cNvPr>
                <p:cNvPicPr/>
                <p:nvPr/>
              </p:nvPicPr>
              <p:blipFill>
                <a:blip r:embed="rId299"/>
                <a:stretch>
                  <a:fillRect/>
                </a:stretch>
              </p:blipFill>
              <p:spPr>
                <a:xfrm>
                  <a:off x="8961735" y="375790"/>
                  <a:ext cx="31824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5" name="Ink 184">
                  <a:extLst>
                    <a:ext uri="{FF2B5EF4-FFF2-40B4-BE49-F238E27FC236}">
                      <a16:creationId xmlns:a16="http://schemas.microsoft.com/office/drawing/2014/main" id="{727A2EE1-7E33-FC5A-A8D5-191C06839375}"/>
                    </a:ext>
                  </a:extLst>
                </p14:cNvPr>
                <p14:cNvContentPartPr/>
                <p14:nvPr/>
              </p14:nvContentPartPr>
              <p14:xfrm>
                <a:off x="8940855" y="663070"/>
                <a:ext cx="405000" cy="325080"/>
              </p14:xfrm>
            </p:contentPart>
          </mc:Choice>
          <mc:Fallback>
            <p:pic>
              <p:nvPicPr>
                <p:cNvPr id="185" name="Ink 184">
                  <a:extLst>
                    <a:ext uri="{FF2B5EF4-FFF2-40B4-BE49-F238E27FC236}">
                      <a16:creationId xmlns:a16="http://schemas.microsoft.com/office/drawing/2014/main" id="{727A2EE1-7E33-FC5A-A8D5-191C06839375}"/>
                    </a:ext>
                  </a:extLst>
                </p:cNvPr>
                <p:cNvPicPr/>
                <p:nvPr/>
              </p:nvPicPr>
              <p:blipFill>
                <a:blip r:embed="rId301"/>
                <a:stretch>
                  <a:fillRect/>
                </a:stretch>
              </p:blipFill>
              <p:spPr>
                <a:xfrm>
                  <a:off x="8932215" y="654430"/>
                  <a:ext cx="42264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6" name="Ink 185">
                  <a:extLst>
                    <a:ext uri="{FF2B5EF4-FFF2-40B4-BE49-F238E27FC236}">
                      <a16:creationId xmlns:a16="http://schemas.microsoft.com/office/drawing/2014/main" id="{60714065-F07E-BE28-04FC-146B7FA33964}"/>
                    </a:ext>
                  </a:extLst>
                </p14:cNvPr>
                <p14:cNvContentPartPr/>
                <p14:nvPr/>
              </p14:nvContentPartPr>
              <p14:xfrm>
                <a:off x="9556455" y="376870"/>
                <a:ext cx="307080" cy="318960"/>
              </p14:xfrm>
            </p:contentPart>
          </mc:Choice>
          <mc:Fallback>
            <p:pic>
              <p:nvPicPr>
                <p:cNvPr id="186" name="Ink 185">
                  <a:extLst>
                    <a:ext uri="{FF2B5EF4-FFF2-40B4-BE49-F238E27FC236}">
                      <a16:creationId xmlns:a16="http://schemas.microsoft.com/office/drawing/2014/main" id="{60714065-F07E-BE28-04FC-146B7FA33964}"/>
                    </a:ext>
                  </a:extLst>
                </p:cNvPr>
                <p:cNvPicPr/>
                <p:nvPr/>
              </p:nvPicPr>
              <p:blipFill>
                <a:blip r:embed="rId303"/>
                <a:stretch>
                  <a:fillRect/>
                </a:stretch>
              </p:blipFill>
              <p:spPr>
                <a:xfrm>
                  <a:off x="9547455" y="367870"/>
                  <a:ext cx="3247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7" name="Ink 186">
                  <a:extLst>
                    <a:ext uri="{FF2B5EF4-FFF2-40B4-BE49-F238E27FC236}">
                      <a16:creationId xmlns:a16="http://schemas.microsoft.com/office/drawing/2014/main" id="{1F1CC2A3-1C09-4F1D-067A-9CE556A907F6}"/>
                    </a:ext>
                  </a:extLst>
                </p14:cNvPr>
                <p14:cNvContentPartPr/>
                <p14:nvPr/>
              </p14:nvContentPartPr>
              <p14:xfrm>
                <a:off x="9482655" y="730390"/>
                <a:ext cx="378720" cy="251280"/>
              </p14:xfrm>
            </p:contentPart>
          </mc:Choice>
          <mc:Fallback>
            <p:pic>
              <p:nvPicPr>
                <p:cNvPr id="187" name="Ink 186">
                  <a:extLst>
                    <a:ext uri="{FF2B5EF4-FFF2-40B4-BE49-F238E27FC236}">
                      <a16:creationId xmlns:a16="http://schemas.microsoft.com/office/drawing/2014/main" id="{1F1CC2A3-1C09-4F1D-067A-9CE556A907F6}"/>
                    </a:ext>
                  </a:extLst>
                </p:cNvPr>
                <p:cNvPicPr/>
                <p:nvPr/>
              </p:nvPicPr>
              <p:blipFill>
                <a:blip r:embed="rId305"/>
                <a:stretch>
                  <a:fillRect/>
                </a:stretch>
              </p:blipFill>
              <p:spPr>
                <a:xfrm>
                  <a:off x="9473655" y="721390"/>
                  <a:ext cx="39636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8" name="Ink 187">
                  <a:extLst>
                    <a:ext uri="{FF2B5EF4-FFF2-40B4-BE49-F238E27FC236}">
                      <a16:creationId xmlns:a16="http://schemas.microsoft.com/office/drawing/2014/main" id="{0701FE6E-9B6F-70A8-8163-1DED7740C0BE}"/>
                    </a:ext>
                  </a:extLst>
                </p14:cNvPr>
                <p14:cNvContentPartPr/>
                <p14:nvPr/>
              </p14:nvContentPartPr>
              <p14:xfrm>
                <a:off x="10002855" y="328270"/>
                <a:ext cx="334080" cy="348480"/>
              </p14:xfrm>
            </p:contentPart>
          </mc:Choice>
          <mc:Fallback>
            <p:pic>
              <p:nvPicPr>
                <p:cNvPr id="188" name="Ink 187">
                  <a:extLst>
                    <a:ext uri="{FF2B5EF4-FFF2-40B4-BE49-F238E27FC236}">
                      <a16:creationId xmlns:a16="http://schemas.microsoft.com/office/drawing/2014/main" id="{0701FE6E-9B6F-70A8-8163-1DED7740C0BE}"/>
                    </a:ext>
                  </a:extLst>
                </p:cNvPr>
                <p:cNvPicPr/>
                <p:nvPr/>
              </p:nvPicPr>
              <p:blipFill>
                <a:blip r:embed="rId307"/>
                <a:stretch>
                  <a:fillRect/>
                </a:stretch>
              </p:blipFill>
              <p:spPr>
                <a:xfrm>
                  <a:off x="9994215" y="319270"/>
                  <a:ext cx="35172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9" name="Ink 188">
                  <a:extLst>
                    <a:ext uri="{FF2B5EF4-FFF2-40B4-BE49-F238E27FC236}">
                      <a16:creationId xmlns:a16="http://schemas.microsoft.com/office/drawing/2014/main" id="{46EB283A-1C0B-FB25-6CD0-1F448490F405}"/>
                    </a:ext>
                  </a:extLst>
                </p14:cNvPr>
                <p14:cNvContentPartPr/>
                <p14:nvPr/>
              </p14:nvContentPartPr>
              <p14:xfrm>
                <a:off x="9992055" y="714550"/>
                <a:ext cx="268920" cy="248760"/>
              </p14:xfrm>
            </p:contentPart>
          </mc:Choice>
          <mc:Fallback>
            <p:pic>
              <p:nvPicPr>
                <p:cNvPr id="189" name="Ink 188">
                  <a:extLst>
                    <a:ext uri="{FF2B5EF4-FFF2-40B4-BE49-F238E27FC236}">
                      <a16:creationId xmlns:a16="http://schemas.microsoft.com/office/drawing/2014/main" id="{46EB283A-1C0B-FB25-6CD0-1F448490F405}"/>
                    </a:ext>
                  </a:extLst>
                </p:cNvPr>
                <p:cNvPicPr/>
                <p:nvPr/>
              </p:nvPicPr>
              <p:blipFill>
                <a:blip r:embed="rId309"/>
                <a:stretch>
                  <a:fillRect/>
                </a:stretch>
              </p:blipFill>
              <p:spPr>
                <a:xfrm>
                  <a:off x="9983415" y="705910"/>
                  <a:ext cx="28656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0" name="Ink 189">
                  <a:extLst>
                    <a:ext uri="{FF2B5EF4-FFF2-40B4-BE49-F238E27FC236}">
                      <a16:creationId xmlns:a16="http://schemas.microsoft.com/office/drawing/2014/main" id="{782B0437-4FBC-5D3B-CE55-0D7047DFCEA2}"/>
                    </a:ext>
                  </a:extLst>
                </p14:cNvPr>
                <p14:cNvContentPartPr/>
                <p14:nvPr/>
              </p14:nvContentPartPr>
              <p14:xfrm>
                <a:off x="10522335" y="344470"/>
                <a:ext cx="334440" cy="347400"/>
              </p14:xfrm>
            </p:contentPart>
          </mc:Choice>
          <mc:Fallback>
            <p:pic>
              <p:nvPicPr>
                <p:cNvPr id="190" name="Ink 189">
                  <a:extLst>
                    <a:ext uri="{FF2B5EF4-FFF2-40B4-BE49-F238E27FC236}">
                      <a16:creationId xmlns:a16="http://schemas.microsoft.com/office/drawing/2014/main" id="{782B0437-4FBC-5D3B-CE55-0D7047DFCEA2}"/>
                    </a:ext>
                  </a:extLst>
                </p:cNvPr>
                <p:cNvPicPr/>
                <p:nvPr/>
              </p:nvPicPr>
              <p:blipFill>
                <a:blip r:embed="rId311"/>
                <a:stretch>
                  <a:fillRect/>
                </a:stretch>
              </p:blipFill>
              <p:spPr>
                <a:xfrm>
                  <a:off x="10513695" y="335470"/>
                  <a:ext cx="35208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1" name="Ink 190">
                  <a:extLst>
                    <a:ext uri="{FF2B5EF4-FFF2-40B4-BE49-F238E27FC236}">
                      <a16:creationId xmlns:a16="http://schemas.microsoft.com/office/drawing/2014/main" id="{7D47E5A1-4EDF-4559-1978-7E6536B9ED4A}"/>
                    </a:ext>
                  </a:extLst>
                </p14:cNvPr>
                <p14:cNvContentPartPr/>
                <p14:nvPr/>
              </p14:nvContentPartPr>
              <p14:xfrm>
                <a:off x="10440615" y="777910"/>
                <a:ext cx="424440" cy="277560"/>
              </p14:xfrm>
            </p:contentPart>
          </mc:Choice>
          <mc:Fallback>
            <p:pic>
              <p:nvPicPr>
                <p:cNvPr id="191" name="Ink 190">
                  <a:extLst>
                    <a:ext uri="{FF2B5EF4-FFF2-40B4-BE49-F238E27FC236}">
                      <a16:creationId xmlns:a16="http://schemas.microsoft.com/office/drawing/2014/main" id="{7D47E5A1-4EDF-4559-1978-7E6536B9ED4A}"/>
                    </a:ext>
                  </a:extLst>
                </p:cNvPr>
                <p:cNvPicPr/>
                <p:nvPr/>
              </p:nvPicPr>
              <p:blipFill>
                <a:blip r:embed="rId313"/>
                <a:stretch>
                  <a:fillRect/>
                </a:stretch>
              </p:blipFill>
              <p:spPr>
                <a:xfrm>
                  <a:off x="10431615" y="769270"/>
                  <a:ext cx="44208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3" name="Ink 192">
                  <a:extLst>
                    <a:ext uri="{FF2B5EF4-FFF2-40B4-BE49-F238E27FC236}">
                      <a16:creationId xmlns:a16="http://schemas.microsoft.com/office/drawing/2014/main" id="{FD2D7A20-C370-6434-4601-240EC950BD66}"/>
                    </a:ext>
                  </a:extLst>
                </p14:cNvPr>
                <p14:cNvContentPartPr/>
                <p14:nvPr/>
              </p14:nvContentPartPr>
              <p14:xfrm>
                <a:off x="7798935" y="458230"/>
                <a:ext cx="371520" cy="327600"/>
              </p14:xfrm>
            </p:contentPart>
          </mc:Choice>
          <mc:Fallback>
            <p:pic>
              <p:nvPicPr>
                <p:cNvPr id="193" name="Ink 192">
                  <a:extLst>
                    <a:ext uri="{FF2B5EF4-FFF2-40B4-BE49-F238E27FC236}">
                      <a16:creationId xmlns:a16="http://schemas.microsoft.com/office/drawing/2014/main" id="{FD2D7A20-C370-6434-4601-240EC950BD66}"/>
                    </a:ext>
                  </a:extLst>
                </p:cNvPr>
                <p:cNvPicPr/>
                <p:nvPr/>
              </p:nvPicPr>
              <p:blipFill>
                <a:blip r:embed="rId315"/>
                <a:stretch>
                  <a:fillRect/>
                </a:stretch>
              </p:blipFill>
              <p:spPr>
                <a:xfrm>
                  <a:off x="7790295" y="449230"/>
                  <a:ext cx="38916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4" name="Ink 193">
                  <a:extLst>
                    <a:ext uri="{FF2B5EF4-FFF2-40B4-BE49-F238E27FC236}">
                      <a16:creationId xmlns:a16="http://schemas.microsoft.com/office/drawing/2014/main" id="{8F39F564-6992-B870-FD0C-9B8328408A70}"/>
                    </a:ext>
                  </a:extLst>
                </p14:cNvPr>
                <p14:cNvContentPartPr/>
                <p14:nvPr/>
              </p14:nvContentPartPr>
              <p14:xfrm>
                <a:off x="7890375" y="895990"/>
                <a:ext cx="431640" cy="257400"/>
              </p14:xfrm>
            </p:contentPart>
          </mc:Choice>
          <mc:Fallback>
            <p:pic>
              <p:nvPicPr>
                <p:cNvPr id="194" name="Ink 193">
                  <a:extLst>
                    <a:ext uri="{FF2B5EF4-FFF2-40B4-BE49-F238E27FC236}">
                      <a16:creationId xmlns:a16="http://schemas.microsoft.com/office/drawing/2014/main" id="{8F39F564-6992-B870-FD0C-9B8328408A70}"/>
                    </a:ext>
                  </a:extLst>
                </p:cNvPr>
                <p:cNvPicPr/>
                <p:nvPr/>
              </p:nvPicPr>
              <p:blipFill>
                <a:blip r:embed="rId317"/>
                <a:stretch>
                  <a:fillRect/>
                </a:stretch>
              </p:blipFill>
              <p:spPr>
                <a:xfrm>
                  <a:off x="7881735" y="887350"/>
                  <a:ext cx="44928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5" name="Ink 194">
                  <a:extLst>
                    <a:ext uri="{FF2B5EF4-FFF2-40B4-BE49-F238E27FC236}">
                      <a16:creationId xmlns:a16="http://schemas.microsoft.com/office/drawing/2014/main" id="{CE9F896E-777C-0B4F-2AD7-E444DFBBFC4D}"/>
                    </a:ext>
                  </a:extLst>
                </p14:cNvPr>
                <p14:cNvContentPartPr/>
                <p14:nvPr/>
              </p14:nvContentPartPr>
              <p14:xfrm>
                <a:off x="8380335" y="1319710"/>
                <a:ext cx="1227600" cy="1164960"/>
              </p14:xfrm>
            </p:contentPart>
          </mc:Choice>
          <mc:Fallback>
            <p:pic>
              <p:nvPicPr>
                <p:cNvPr id="195" name="Ink 194">
                  <a:extLst>
                    <a:ext uri="{FF2B5EF4-FFF2-40B4-BE49-F238E27FC236}">
                      <a16:creationId xmlns:a16="http://schemas.microsoft.com/office/drawing/2014/main" id="{CE9F896E-777C-0B4F-2AD7-E444DFBBFC4D}"/>
                    </a:ext>
                  </a:extLst>
                </p:cNvPr>
                <p:cNvPicPr/>
                <p:nvPr/>
              </p:nvPicPr>
              <p:blipFill>
                <a:blip r:embed="rId319"/>
                <a:stretch>
                  <a:fillRect/>
                </a:stretch>
              </p:blipFill>
              <p:spPr>
                <a:xfrm>
                  <a:off x="8371695" y="1311070"/>
                  <a:ext cx="1245240" cy="11826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6" name="Ink 195">
                  <a:extLst>
                    <a:ext uri="{FF2B5EF4-FFF2-40B4-BE49-F238E27FC236}">
                      <a16:creationId xmlns:a16="http://schemas.microsoft.com/office/drawing/2014/main" id="{D9D72E69-B8D7-FAB3-5662-65E7AF132F4C}"/>
                    </a:ext>
                  </a:extLst>
                </p14:cNvPr>
                <p14:cNvContentPartPr/>
                <p14:nvPr/>
              </p14:nvContentPartPr>
              <p14:xfrm>
                <a:off x="9577335" y="2362270"/>
                <a:ext cx="111600" cy="174240"/>
              </p14:xfrm>
            </p:contentPart>
          </mc:Choice>
          <mc:Fallback>
            <p:pic>
              <p:nvPicPr>
                <p:cNvPr id="196" name="Ink 195">
                  <a:extLst>
                    <a:ext uri="{FF2B5EF4-FFF2-40B4-BE49-F238E27FC236}">
                      <a16:creationId xmlns:a16="http://schemas.microsoft.com/office/drawing/2014/main" id="{D9D72E69-B8D7-FAB3-5662-65E7AF132F4C}"/>
                    </a:ext>
                  </a:extLst>
                </p:cNvPr>
                <p:cNvPicPr/>
                <p:nvPr/>
              </p:nvPicPr>
              <p:blipFill>
                <a:blip r:embed="rId321"/>
                <a:stretch>
                  <a:fillRect/>
                </a:stretch>
              </p:blipFill>
              <p:spPr>
                <a:xfrm>
                  <a:off x="9568335" y="2353630"/>
                  <a:ext cx="12924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7" name="Ink 196">
                  <a:extLst>
                    <a:ext uri="{FF2B5EF4-FFF2-40B4-BE49-F238E27FC236}">
                      <a16:creationId xmlns:a16="http://schemas.microsoft.com/office/drawing/2014/main" id="{D326BCCF-FB53-7C60-8665-D212346A9055}"/>
                    </a:ext>
                  </a:extLst>
                </p14:cNvPr>
                <p14:cNvContentPartPr/>
                <p14:nvPr/>
              </p14:nvContentPartPr>
              <p14:xfrm>
                <a:off x="9186015" y="1199110"/>
                <a:ext cx="838080" cy="1334520"/>
              </p14:xfrm>
            </p:contentPart>
          </mc:Choice>
          <mc:Fallback>
            <p:pic>
              <p:nvPicPr>
                <p:cNvPr id="197" name="Ink 196">
                  <a:extLst>
                    <a:ext uri="{FF2B5EF4-FFF2-40B4-BE49-F238E27FC236}">
                      <a16:creationId xmlns:a16="http://schemas.microsoft.com/office/drawing/2014/main" id="{D326BCCF-FB53-7C60-8665-D212346A9055}"/>
                    </a:ext>
                  </a:extLst>
                </p:cNvPr>
                <p:cNvPicPr/>
                <p:nvPr/>
              </p:nvPicPr>
              <p:blipFill>
                <a:blip r:embed="rId323"/>
                <a:stretch>
                  <a:fillRect/>
                </a:stretch>
              </p:blipFill>
              <p:spPr>
                <a:xfrm>
                  <a:off x="9177375" y="1190470"/>
                  <a:ext cx="855720" cy="135216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8" name="Ink 197">
                  <a:extLst>
                    <a:ext uri="{FF2B5EF4-FFF2-40B4-BE49-F238E27FC236}">
                      <a16:creationId xmlns:a16="http://schemas.microsoft.com/office/drawing/2014/main" id="{39D92692-424A-E741-F5D2-1ABABFAFEBEB}"/>
                    </a:ext>
                  </a:extLst>
                </p14:cNvPr>
                <p14:cNvContentPartPr/>
                <p14:nvPr/>
              </p14:nvContentPartPr>
              <p14:xfrm>
                <a:off x="9931935" y="2407630"/>
                <a:ext cx="95040" cy="83160"/>
              </p14:xfrm>
            </p:contentPart>
          </mc:Choice>
          <mc:Fallback>
            <p:pic>
              <p:nvPicPr>
                <p:cNvPr id="198" name="Ink 197">
                  <a:extLst>
                    <a:ext uri="{FF2B5EF4-FFF2-40B4-BE49-F238E27FC236}">
                      <a16:creationId xmlns:a16="http://schemas.microsoft.com/office/drawing/2014/main" id="{39D92692-424A-E741-F5D2-1ABABFAFEBEB}"/>
                    </a:ext>
                  </a:extLst>
                </p:cNvPr>
                <p:cNvPicPr/>
                <p:nvPr/>
              </p:nvPicPr>
              <p:blipFill>
                <a:blip r:embed="rId325"/>
                <a:stretch>
                  <a:fillRect/>
                </a:stretch>
              </p:blipFill>
              <p:spPr>
                <a:xfrm>
                  <a:off x="9922935" y="2398990"/>
                  <a:ext cx="11268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99" name="Ink 198">
                  <a:extLst>
                    <a:ext uri="{FF2B5EF4-FFF2-40B4-BE49-F238E27FC236}">
                      <a16:creationId xmlns:a16="http://schemas.microsoft.com/office/drawing/2014/main" id="{F4A82FA6-966C-F2FE-E9F4-19E2F6D8D7D5}"/>
                    </a:ext>
                  </a:extLst>
                </p14:cNvPr>
                <p14:cNvContentPartPr/>
                <p14:nvPr/>
              </p14:nvContentPartPr>
              <p14:xfrm>
                <a:off x="10113015" y="1230070"/>
                <a:ext cx="222120" cy="1139760"/>
              </p14:xfrm>
            </p:contentPart>
          </mc:Choice>
          <mc:Fallback>
            <p:pic>
              <p:nvPicPr>
                <p:cNvPr id="199" name="Ink 198">
                  <a:extLst>
                    <a:ext uri="{FF2B5EF4-FFF2-40B4-BE49-F238E27FC236}">
                      <a16:creationId xmlns:a16="http://schemas.microsoft.com/office/drawing/2014/main" id="{F4A82FA6-966C-F2FE-E9F4-19E2F6D8D7D5}"/>
                    </a:ext>
                  </a:extLst>
                </p:cNvPr>
                <p:cNvPicPr/>
                <p:nvPr/>
              </p:nvPicPr>
              <p:blipFill>
                <a:blip r:embed="rId327"/>
                <a:stretch>
                  <a:fillRect/>
                </a:stretch>
              </p:blipFill>
              <p:spPr>
                <a:xfrm>
                  <a:off x="10104015" y="1221070"/>
                  <a:ext cx="239760" cy="115740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0" name="Ink 199">
                  <a:extLst>
                    <a:ext uri="{FF2B5EF4-FFF2-40B4-BE49-F238E27FC236}">
                      <a16:creationId xmlns:a16="http://schemas.microsoft.com/office/drawing/2014/main" id="{9B788944-8310-1605-6246-07F6AB8DE032}"/>
                    </a:ext>
                  </a:extLst>
                </p14:cNvPr>
                <p14:cNvContentPartPr/>
                <p14:nvPr/>
              </p14:nvContentPartPr>
              <p14:xfrm>
                <a:off x="10229295" y="2317270"/>
                <a:ext cx="114480" cy="55440"/>
              </p14:xfrm>
            </p:contentPart>
          </mc:Choice>
          <mc:Fallback>
            <p:pic>
              <p:nvPicPr>
                <p:cNvPr id="200" name="Ink 199">
                  <a:extLst>
                    <a:ext uri="{FF2B5EF4-FFF2-40B4-BE49-F238E27FC236}">
                      <a16:creationId xmlns:a16="http://schemas.microsoft.com/office/drawing/2014/main" id="{9B788944-8310-1605-6246-07F6AB8DE032}"/>
                    </a:ext>
                  </a:extLst>
                </p:cNvPr>
                <p:cNvPicPr/>
                <p:nvPr/>
              </p:nvPicPr>
              <p:blipFill>
                <a:blip r:embed="rId329"/>
                <a:stretch>
                  <a:fillRect/>
                </a:stretch>
              </p:blipFill>
              <p:spPr>
                <a:xfrm>
                  <a:off x="10220655" y="2308270"/>
                  <a:ext cx="13212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1" name="Ink 200">
                  <a:extLst>
                    <a:ext uri="{FF2B5EF4-FFF2-40B4-BE49-F238E27FC236}">
                      <a16:creationId xmlns:a16="http://schemas.microsoft.com/office/drawing/2014/main" id="{D2B0B11A-932D-1DF3-0785-BAA98004FE7B}"/>
                    </a:ext>
                  </a:extLst>
                </p14:cNvPr>
                <p14:cNvContentPartPr/>
                <p14:nvPr/>
              </p14:nvContentPartPr>
              <p14:xfrm>
                <a:off x="10578495" y="1326910"/>
                <a:ext cx="79200" cy="928080"/>
              </p14:xfrm>
            </p:contentPart>
          </mc:Choice>
          <mc:Fallback>
            <p:pic>
              <p:nvPicPr>
                <p:cNvPr id="201" name="Ink 200">
                  <a:extLst>
                    <a:ext uri="{FF2B5EF4-FFF2-40B4-BE49-F238E27FC236}">
                      <a16:creationId xmlns:a16="http://schemas.microsoft.com/office/drawing/2014/main" id="{D2B0B11A-932D-1DF3-0785-BAA98004FE7B}"/>
                    </a:ext>
                  </a:extLst>
                </p:cNvPr>
                <p:cNvPicPr/>
                <p:nvPr/>
              </p:nvPicPr>
              <p:blipFill>
                <a:blip r:embed="rId331"/>
                <a:stretch>
                  <a:fillRect/>
                </a:stretch>
              </p:blipFill>
              <p:spPr>
                <a:xfrm>
                  <a:off x="10569855" y="1317910"/>
                  <a:ext cx="96840" cy="94572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2" name="Ink 201">
                  <a:extLst>
                    <a:ext uri="{FF2B5EF4-FFF2-40B4-BE49-F238E27FC236}">
                      <a16:creationId xmlns:a16="http://schemas.microsoft.com/office/drawing/2014/main" id="{BB813A22-DFD5-8F1D-CA57-684C4747ED57}"/>
                    </a:ext>
                  </a:extLst>
                </p14:cNvPr>
                <p14:cNvContentPartPr/>
                <p14:nvPr/>
              </p14:nvContentPartPr>
              <p14:xfrm>
                <a:off x="10585335" y="2322670"/>
                <a:ext cx="113760" cy="89280"/>
              </p14:xfrm>
            </p:contentPart>
          </mc:Choice>
          <mc:Fallback>
            <p:pic>
              <p:nvPicPr>
                <p:cNvPr id="202" name="Ink 201">
                  <a:extLst>
                    <a:ext uri="{FF2B5EF4-FFF2-40B4-BE49-F238E27FC236}">
                      <a16:creationId xmlns:a16="http://schemas.microsoft.com/office/drawing/2014/main" id="{BB813A22-DFD5-8F1D-CA57-684C4747ED57}"/>
                    </a:ext>
                  </a:extLst>
                </p:cNvPr>
                <p:cNvPicPr/>
                <p:nvPr/>
              </p:nvPicPr>
              <p:blipFill>
                <a:blip r:embed="rId333"/>
                <a:stretch>
                  <a:fillRect/>
                </a:stretch>
              </p:blipFill>
              <p:spPr>
                <a:xfrm>
                  <a:off x="10576695" y="2314030"/>
                  <a:ext cx="13140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3" name="Ink 202">
                  <a:extLst>
                    <a:ext uri="{FF2B5EF4-FFF2-40B4-BE49-F238E27FC236}">
                      <a16:creationId xmlns:a16="http://schemas.microsoft.com/office/drawing/2014/main" id="{98AB5738-F64B-56C7-DDFD-A2DF9C78BAAE}"/>
                    </a:ext>
                  </a:extLst>
                </p14:cNvPr>
                <p14:cNvContentPartPr/>
                <p14:nvPr/>
              </p14:nvContentPartPr>
              <p14:xfrm>
                <a:off x="10911855" y="1236910"/>
                <a:ext cx="85320" cy="1084680"/>
              </p14:xfrm>
            </p:contentPart>
          </mc:Choice>
          <mc:Fallback>
            <p:pic>
              <p:nvPicPr>
                <p:cNvPr id="203" name="Ink 202">
                  <a:extLst>
                    <a:ext uri="{FF2B5EF4-FFF2-40B4-BE49-F238E27FC236}">
                      <a16:creationId xmlns:a16="http://schemas.microsoft.com/office/drawing/2014/main" id="{98AB5738-F64B-56C7-DDFD-A2DF9C78BAAE}"/>
                    </a:ext>
                  </a:extLst>
                </p:cNvPr>
                <p:cNvPicPr/>
                <p:nvPr/>
              </p:nvPicPr>
              <p:blipFill>
                <a:blip r:embed="rId335"/>
                <a:stretch>
                  <a:fillRect/>
                </a:stretch>
              </p:blipFill>
              <p:spPr>
                <a:xfrm>
                  <a:off x="10903215" y="1228270"/>
                  <a:ext cx="102960" cy="11023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4" name="Ink 203">
                  <a:extLst>
                    <a:ext uri="{FF2B5EF4-FFF2-40B4-BE49-F238E27FC236}">
                      <a16:creationId xmlns:a16="http://schemas.microsoft.com/office/drawing/2014/main" id="{E8FAC9F3-C6A4-1617-77F1-F48367BF6995}"/>
                    </a:ext>
                  </a:extLst>
                </p14:cNvPr>
                <p14:cNvContentPartPr/>
                <p14:nvPr/>
              </p14:nvContentPartPr>
              <p14:xfrm>
                <a:off x="10809615" y="2248870"/>
                <a:ext cx="105120" cy="111240"/>
              </p14:xfrm>
            </p:contentPart>
          </mc:Choice>
          <mc:Fallback>
            <p:pic>
              <p:nvPicPr>
                <p:cNvPr id="204" name="Ink 203">
                  <a:extLst>
                    <a:ext uri="{FF2B5EF4-FFF2-40B4-BE49-F238E27FC236}">
                      <a16:creationId xmlns:a16="http://schemas.microsoft.com/office/drawing/2014/main" id="{E8FAC9F3-C6A4-1617-77F1-F48367BF6995}"/>
                    </a:ext>
                  </a:extLst>
                </p:cNvPr>
                <p:cNvPicPr/>
                <p:nvPr/>
              </p:nvPicPr>
              <p:blipFill>
                <a:blip r:embed="rId337"/>
                <a:stretch>
                  <a:fillRect/>
                </a:stretch>
              </p:blipFill>
              <p:spPr>
                <a:xfrm>
                  <a:off x="10800615" y="2240230"/>
                  <a:ext cx="12276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5" name="Ink 204">
                  <a:extLst>
                    <a:ext uri="{FF2B5EF4-FFF2-40B4-BE49-F238E27FC236}">
                      <a16:creationId xmlns:a16="http://schemas.microsoft.com/office/drawing/2014/main" id="{4193411A-07D8-EE7D-D9CE-AF6E0DC3EAFD}"/>
                    </a:ext>
                  </a:extLst>
                </p14:cNvPr>
                <p14:cNvContentPartPr/>
                <p14:nvPr/>
              </p14:nvContentPartPr>
              <p14:xfrm>
                <a:off x="9952455" y="3106390"/>
                <a:ext cx="601920" cy="41400"/>
              </p14:xfrm>
            </p:contentPart>
          </mc:Choice>
          <mc:Fallback>
            <p:pic>
              <p:nvPicPr>
                <p:cNvPr id="205" name="Ink 204">
                  <a:extLst>
                    <a:ext uri="{FF2B5EF4-FFF2-40B4-BE49-F238E27FC236}">
                      <a16:creationId xmlns:a16="http://schemas.microsoft.com/office/drawing/2014/main" id="{4193411A-07D8-EE7D-D9CE-AF6E0DC3EAFD}"/>
                    </a:ext>
                  </a:extLst>
                </p:cNvPr>
                <p:cNvPicPr/>
                <p:nvPr/>
              </p:nvPicPr>
              <p:blipFill>
                <a:blip r:embed="rId339"/>
                <a:stretch>
                  <a:fillRect/>
                </a:stretch>
              </p:blipFill>
              <p:spPr>
                <a:xfrm>
                  <a:off x="9943815" y="3097750"/>
                  <a:ext cx="619560" cy="59040"/>
                </a:xfrm>
                <a:prstGeom prst="rect">
                  <a:avLst/>
                </a:prstGeom>
              </p:spPr>
            </p:pic>
          </mc:Fallback>
        </mc:AlternateContent>
      </p:grpSp>
      <p:grpSp>
        <p:nvGrpSpPr>
          <p:cNvPr id="212" name="Group 211">
            <a:extLst>
              <a:ext uri="{FF2B5EF4-FFF2-40B4-BE49-F238E27FC236}">
                <a16:creationId xmlns:a16="http://schemas.microsoft.com/office/drawing/2014/main" id="{5DA8E8BF-92E6-B5C7-8FDB-6B8838299ECC}"/>
              </a:ext>
            </a:extLst>
          </p:cNvPr>
          <p:cNvGrpSpPr/>
          <p:nvPr/>
        </p:nvGrpSpPr>
        <p:grpSpPr>
          <a:xfrm>
            <a:off x="4372095" y="3442990"/>
            <a:ext cx="3075840" cy="821520"/>
            <a:chOff x="4372095" y="3442990"/>
            <a:chExt cx="3075840" cy="821520"/>
          </a:xfrm>
        </p:grpSpPr>
        <mc:AlternateContent xmlns:mc="http://schemas.openxmlformats.org/markup-compatibility/2006">
          <mc:Choice xmlns:p14="http://schemas.microsoft.com/office/powerpoint/2010/main" Requires="p14">
            <p:contentPart p14:bwMode="auto" r:id="rId340">
              <p14:nvContentPartPr>
                <p14:cNvPr id="207" name="Ink 206">
                  <a:extLst>
                    <a:ext uri="{FF2B5EF4-FFF2-40B4-BE49-F238E27FC236}">
                      <a16:creationId xmlns:a16="http://schemas.microsoft.com/office/drawing/2014/main" id="{2F98EA35-6E35-4DAE-8CCD-43E0C67263BA}"/>
                    </a:ext>
                  </a:extLst>
                </p14:cNvPr>
                <p14:cNvContentPartPr/>
                <p14:nvPr/>
              </p14:nvContentPartPr>
              <p14:xfrm>
                <a:off x="4372095" y="3442990"/>
                <a:ext cx="1406880" cy="766800"/>
              </p14:xfrm>
            </p:contentPart>
          </mc:Choice>
          <mc:Fallback>
            <p:pic>
              <p:nvPicPr>
                <p:cNvPr id="207" name="Ink 206">
                  <a:extLst>
                    <a:ext uri="{FF2B5EF4-FFF2-40B4-BE49-F238E27FC236}">
                      <a16:creationId xmlns:a16="http://schemas.microsoft.com/office/drawing/2014/main" id="{2F98EA35-6E35-4DAE-8CCD-43E0C67263BA}"/>
                    </a:ext>
                  </a:extLst>
                </p:cNvPr>
                <p:cNvPicPr/>
                <p:nvPr/>
              </p:nvPicPr>
              <p:blipFill>
                <a:blip r:embed="rId341"/>
                <a:stretch>
                  <a:fillRect/>
                </a:stretch>
              </p:blipFill>
              <p:spPr>
                <a:xfrm>
                  <a:off x="4363095" y="3433990"/>
                  <a:ext cx="1424520" cy="78444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08" name="Ink 207">
                  <a:extLst>
                    <a:ext uri="{FF2B5EF4-FFF2-40B4-BE49-F238E27FC236}">
                      <a16:creationId xmlns:a16="http://schemas.microsoft.com/office/drawing/2014/main" id="{126A729B-045F-E3A6-729E-2311665A98AE}"/>
                    </a:ext>
                  </a:extLst>
                </p14:cNvPr>
                <p14:cNvContentPartPr/>
                <p14:nvPr/>
              </p14:nvContentPartPr>
              <p14:xfrm>
                <a:off x="4784295" y="3591670"/>
                <a:ext cx="234000" cy="362520"/>
              </p14:xfrm>
            </p:contentPart>
          </mc:Choice>
          <mc:Fallback>
            <p:pic>
              <p:nvPicPr>
                <p:cNvPr id="208" name="Ink 207">
                  <a:extLst>
                    <a:ext uri="{FF2B5EF4-FFF2-40B4-BE49-F238E27FC236}">
                      <a16:creationId xmlns:a16="http://schemas.microsoft.com/office/drawing/2014/main" id="{126A729B-045F-E3A6-729E-2311665A98AE}"/>
                    </a:ext>
                  </a:extLst>
                </p:cNvPr>
                <p:cNvPicPr/>
                <p:nvPr/>
              </p:nvPicPr>
              <p:blipFill>
                <a:blip r:embed="rId343"/>
                <a:stretch>
                  <a:fillRect/>
                </a:stretch>
              </p:blipFill>
              <p:spPr>
                <a:xfrm>
                  <a:off x="4775295" y="3582670"/>
                  <a:ext cx="251640" cy="38016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09" name="Ink 208">
                  <a:extLst>
                    <a:ext uri="{FF2B5EF4-FFF2-40B4-BE49-F238E27FC236}">
                      <a16:creationId xmlns:a16="http://schemas.microsoft.com/office/drawing/2014/main" id="{C037398B-CD1B-2AD9-2A45-C2C2EE132D26}"/>
                    </a:ext>
                  </a:extLst>
                </p14:cNvPr>
                <p14:cNvContentPartPr/>
                <p14:nvPr/>
              </p14:nvContentPartPr>
              <p14:xfrm>
                <a:off x="5003535" y="3717310"/>
                <a:ext cx="165600" cy="298080"/>
              </p14:xfrm>
            </p:contentPart>
          </mc:Choice>
          <mc:Fallback>
            <p:pic>
              <p:nvPicPr>
                <p:cNvPr id="209" name="Ink 208">
                  <a:extLst>
                    <a:ext uri="{FF2B5EF4-FFF2-40B4-BE49-F238E27FC236}">
                      <a16:creationId xmlns:a16="http://schemas.microsoft.com/office/drawing/2014/main" id="{C037398B-CD1B-2AD9-2A45-C2C2EE132D26}"/>
                    </a:ext>
                  </a:extLst>
                </p:cNvPr>
                <p:cNvPicPr/>
                <p:nvPr/>
              </p:nvPicPr>
              <p:blipFill>
                <a:blip r:embed="rId345"/>
                <a:stretch>
                  <a:fillRect/>
                </a:stretch>
              </p:blipFill>
              <p:spPr>
                <a:xfrm>
                  <a:off x="4994895" y="3708670"/>
                  <a:ext cx="18324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0" name="Ink 209">
                  <a:extLst>
                    <a:ext uri="{FF2B5EF4-FFF2-40B4-BE49-F238E27FC236}">
                      <a16:creationId xmlns:a16="http://schemas.microsoft.com/office/drawing/2014/main" id="{D2429FDE-CD63-EC97-8E6F-92406065C10D}"/>
                    </a:ext>
                  </a:extLst>
                </p14:cNvPr>
                <p14:cNvContentPartPr/>
                <p14:nvPr/>
              </p14:nvContentPartPr>
              <p14:xfrm>
                <a:off x="5480175" y="3905590"/>
                <a:ext cx="1967760" cy="268920"/>
              </p14:xfrm>
            </p:contentPart>
          </mc:Choice>
          <mc:Fallback>
            <p:pic>
              <p:nvPicPr>
                <p:cNvPr id="210" name="Ink 209">
                  <a:extLst>
                    <a:ext uri="{FF2B5EF4-FFF2-40B4-BE49-F238E27FC236}">
                      <a16:creationId xmlns:a16="http://schemas.microsoft.com/office/drawing/2014/main" id="{D2429FDE-CD63-EC97-8E6F-92406065C10D}"/>
                    </a:ext>
                  </a:extLst>
                </p:cNvPr>
                <p:cNvPicPr/>
                <p:nvPr/>
              </p:nvPicPr>
              <p:blipFill>
                <a:blip r:embed="rId347"/>
                <a:stretch>
                  <a:fillRect/>
                </a:stretch>
              </p:blipFill>
              <p:spPr>
                <a:xfrm>
                  <a:off x="5471175" y="3896950"/>
                  <a:ext cx="198540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1" name="Ink 210">
                  <a:extLst>
                    <a:ext uri="{FF2B5EF4-FFF2-40B4-BE49-F238E27FC236}">
                      <a16:creationId xmlns:a16="http://schemas.microsoft.com/office/drawing/2014/main" id="{C1C8198D-06C6-60FC-00BB-DB50DED6EE5F}"/>
                    </a:ext>
                  </a:extLst>
                </p14:cNvPr>
                <p14:cNvContentPartPr/>
                <p14:nvPr/>
              </p14:nvContentPartPr>
              <p14:xfrm>
                <a:off x="7255335" y="4095670"/>
                <a:ext cx="133920" cy="168840"/>
              </p14:xfrm>
            </p:contentPart>
          </mc:Choice>
          <mc:Fallback>
            <p:pic>
              <p:nvPicPr>
                <p:cNvPr id="211" name="Ink 210">
                  <a:extLst>
                    <a:ext uri="{FF2B5EF4-FFF2-40B4-BE49-F238E27FC236}">
                      <a16:creationId xmlns:a16="http://schemas.microsoft.com/office/drawing/2014/main" id="{C1C8198D-06C6-60FC-00BB-DB50DED6EE5F}"/>
                    </a:ext>
                  </a:extLst>
                </p:cNvPr>
                <p:cNvPicPr/>
                <p:nvPr/>
              </p:nvPicPr>
              <p:blipFill>
                <a:blip r:embed="rId349"/>
                <a:stretch>
                  <a:fillRect/>
                </a:stretch>
              </p:blipFill>
              <p:spPr>
                <a:xfrm>
                  <a:off x="7246695" y="4087030"/>
                  <a:ext cx="151560" cy="186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50">
            <p14:nvContentPartPr>
              <p14:cNvPr id="213" name="Ink 212">
                <a:extLst>
                  <a:ext uri="{FF2B5EF4-FFF2-40B4-BE49-F238E27FC236}">
                    <a16:creationId xmlns:a16="http://schemas.microsoft.com/office/drawing/2014/main" id="{34F16B03-E5B9-4338-B7C6-A0BDB5F12514}"/>
                  </a:ext>
                </a:extLst>
              </p14:cNvPr>
              <p14:cNvContentPartPr/>
              <p14:nvPr/>
            </p14:nvContentPartPr>
            <p14:xfrm>
              <a:off x="3172935" y="3385030"/>
              <a:ext cx="1249920" cy="295920"/>
            </p14:xfrm>
          </p:contentPart>
        </mc:Choice>
        <mc:Fallback>
          <p:pic>
            <p:nvPicPr>
              <p:cNvPr id="213" name="Ink 212">
                <a:extLst>
                  <a:ext uri="{FF2B5EF4-FFF2-40B4-BE49-F238E27FC236}">
                    <a16:creationId xmlns:a16="http://schemas.microsoft.com/office/drawing/2014/main" id="{34F16B03-E5B9-4338-B7C6-A0BDB5F12514}"/>
                  </a:ext>
                </a:extLst>
              </p:cNvPr>
              <p:cNvPicPr/>
              <p:nvPr/>
            </p:nvPicPr>
            <p:blipFill>
              <a:blip r:embed="rId351"/>
              <a:stretch>
                <a:fillRect/>
              </a:stretch>
            </p:blipFill>
            <p:spPr>
              <a:xfrm>
                <a:off x="3164295" y="3376030"/>
                <a:ext cx="1267560" cy="313560"/>
              </a:xfrm>
              <a:prstGeom prst="rect">
                <a:avLst/>
              </a:prstGeom>
            </p:spPr>
          </p:pic>
        </mc:Fallback>
      </mc:AlternateContent>
      <p:grpSp>
        <p:nvGrpSpPr>
          <p:cNvPr id="222" name="Group 221">
            <a:extLst>
              <a:ext uri="{FF2B5EF4-FFF2-40B4-BE49-F238E27FC236}">
                <a16:creationId xmlns:a16="http://schemas.microsoft.com/office/drawing/2014/main" id="{979B82B4-41EE-C686-E2C1-CF01B6254293}"/>
              </a:ext>
            </a:extLst>
          </p:cNvPr>
          <p:cNvGrpSpPr/>
          <p:nvPr/>
        </p:nvGrpSpPr>
        <p:grpSpPr>
          <a:xfrm>
            <a:off x="2252415" y="2589430"/>
            <a:ext cx="557640" cy="228240"/>
            <a:chOff x="2252415" y="2589430"/>
            <a:chExt cx="557640" cy="228240"/>
          </a:xfrm>
        </p:grpSpPr>
        <mc:AlternateContent xmlns:mc="http://schemas.openxmlformats.org/markup-compatibility/2006">
          <mc:Choice xmlns:p14="http://schemas.microsoft.com/office/powerpoint/2010/main" Requires="p14">
            <p:contentPart p14:bwMode="auto" r:id="rId352">
              <p14:nvContentPartPr>
                <p14:cNvPr id="217" name="Ink 216">
                  <a:extLst>
                    <a:ext uri="{FF2B5EF4-FFF2-40B4-BE49-F238E27FC236}">
                      <a16:creationId xmlns:a16="http://schemas.microsoft.com/office/drawing/2014/main" id="{BA7C10C7-DACA-71FF-B494-3DDC24B37397}"/>
                    </a:ext>
                  </a:extLst>
                </p14:cNvPr>
                <p14:cNvContentPartPr/>
                <p14:nvPr/>
              </p14:nvContentPartPr>
              <p14:xfrm>
                <a:off x="2252415" y="2760070"/>
                <a:ext cx="65520" cy="43920"/>
              </p14:xfrm>
            </p:contentPart>
          </mc:Choice>
          <mc:Fallback>
            <p:pic>
              <p:nvPicPr>
                <p:cNvPr id="217" name="Ink 216">
                  <a:extLst>
                    <a:ext uri="{FF2B5EF4-FFF2-40B4-BE49-F238E27FC236}">
                      <a16:creationId xmlns:a16="http://schemas.microsoft.com/office/drawing/2014/main" id="{BA7C10C7-DACA-71FF-B494-3DDC24B37397}"/>
                    </a:ext>
                  </a:extLst>
                </p:cNvPr>
                <p:cNvPicPr/>
                <p:nvPr/>
              </p:nvPicPr>
              <p:blipFill>
                <a:blip r:embed="rId353"/>
                <a:stretch>
                  <a:fillRect/>
                </a:stretch>
              </p:blipFill>
              <p:spPr>
                <a:xfrm>
                  <a:off x="2243775" y="2751070"/>
                  <a:ext cx="831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8" name="Ink 217">
                  <a:extLst>
                    <a:ext uri="{FF2B5EF4-FFF2-40B4-BE49-F238E27FC236}">
                      <a16:creationId xmlns:a16="http://schemas.microsoft.com/office/drawing/2014/main" id="{496772AA-8130-7261-571C-4A452657EE4F}"/>
                    </a:ext>
                  </a:extLst>
                </p14:cNvPr>
                <p14:cNvContentPartPr/>
                <p14:nvPr/>
              </p14:nvContentPartPr>
              <p14:xfrm>
                <a:off x="2397495" y="2675470"/>
                <a:ext cx="136080" cy="142200"/>
              </p14:xfrm>
            </p:contentPart>
          </mc:Choice>
          <mc:Fallback>
            <p:pic>
              <p:nvPicPr>
                <p:cNvPr id="218" name="Ink 217">
                  <a:extLst>
                    <a:ext uri="{FF2B5EF4-FFF2-40B4-BE49-F238E27FC236}">
                      <a16:creationId xmlns:a16="http://schemas.microsoft.com/office/drawing/2014/main" id="{496772AA-8130-7261-571C-4A452657EE4F}"/>
                    </a:ext>
                  </a:extLst>
                </p:cNvPr>
                <p:cNvPicPr/>
                <p:nvPr/>
              </p:nvPicPr>
              <p:blipFill>
                <a:blip r:embed="rId355"/>
                <a:stretch>
                  <a:fillRect/>
                </a:stretch>
              </p:blipFill>
              <p:spPr>
                <a:xfrm>
                  <a:off x="2388495" y="2666470"/>
                  <a:ext cx="1537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20" name="Ink 219">
                  <a:extLst>
                    <a:ext uri="{FF2B5EF4-FFF2-40B4-BE49-F238E27FC236}">
                      <a16:creationId xmlns:a16="http://schemas.microsoft.com/office/drawing/2014/main" id="{759599B5-6295-9813-4410-F284F0A091DE}"/>
                    </a:ext>
                  </a:extLst>
                </p14:cNvPr>
                <p14:cNvContentPartPr/>
                <p14:nvPr/>
              </p14:nvContentPartPr>
              <p14:xfrm>
                <a:off x="2596935" y="2589430"/>
                <a:ext cx="104040" cy="224280"/>
              </p14:xfrm>
            </p:contentPart>
          </mc:Choice>
          <mc:Fallback>
            <p:pic>
              <p:nvPicPr>
                <p:cNvPr id="220" name="Ink 219">
                  <a:extLst>
                    <a:ext uri="{FF2B5EF4-FFF2-40B4-BE49-F238E27FC236}">
                      <a16:creationId xmlns:a16="http://schemas.microsoft.com/office/drawing/2014/main" id="{759599B5-6295-9813-4410-F284F0A091DE}"/>
                    </a:ext>
                  </a:extLst>
                </p:cNvPr>
                <p:cNvPicPr/>
                <p:nvPr/>
              </p:nvPicPr>
              <p:blipFill>
                <a:blip r:embed="rId357"/>
                <a:stretch>
                  <a:fillRect/>
                </a:stretch>
              </p:blipFill>
              <p:spPr>
                <a:xfrm>
                  <a:off x="2588295" y="2580790"/>
                  <a:ext cx="1216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21" name="Ink 220">
                  <a:extLst>
                    <a:ext uri="{FF2B5EF4-FFF2-40B4-BE49-F238E27FC236}">
                      <a16:creationId xmlns:a16="http://schemas.microsoft.com/office/drawing/2014/main" id="{9DF666A9-AA85-CEB7-75A8-E8878E05F0A9}"/>
                    </a:ext>
                  </a:extLst>
                </p14:cNvPr>
                <p14:cNvContentPartPr/>
                <p14:nvPr/>
              </p14:nvContentPartPr>
              <p14:xfrm>
                <a:off x="2720775" y="2653870"/>
                <a:ext cx="89280" cy="144360"/>
              </p14:xfrm>
            </p:contentPart>
          </mc:Choice>
          <mc:Fallback>
            <p:pic>
              <p:nvPicPr>
                <p:cNvPr id="221" name="Ink 220">
                  <a:extLst>
                    <a:ext uri="{FF2B5EF4-FFF2-40B4-BE49-F238E27FC236}">
                      <a16:creationId xmlns:a16="http://schemas.microsoft.com/office/drawing/2014/main" id="{9DF666A9-AA85-CEB7-75A8-E8878E05F0A9}"/>
                    </a:ext>
                  </a:extLst>
                </p:cNvPr>
                <p:cNvPicPr/>
                <p:nvPr/>
              </p:nvPicPr>
              <p:blipFill>
                <a:blip r:embed="rId359"/>
                <a:stretch>
                  <a:fillRect/>
                </a:stretch>
              </p:blipFill>
              <p:spPr>
                <a:xfrm>
                  <a:off x="2711775" y="2644870"/>
                  <a:ext cx="106920" cy="162000"/>
                </a:xfrm>
                <a:prstGeom prst="rect">
                  <a:avLst/>
                </a:prstGeom>
              </p:spPr>
            </p:pic>
          </mc:Fallback>
        </mc:AlternateContent>
      </p:grpSp>
      <p:grpSp>
        <p:nvGrpSpPr>
          <p:cNvPr id="244" name="Group 243">
            <a:extLst>
              <a:ext uri="{FF2B5EF4-FFF2-40B4-BE49-F238E27FC236}">
                <a16:creationId xmlns:a16="http://schemas.microsoft.com/office/drawing/2014/main" id="{2A36B895-458A-DB69-BB37-C64D4F71BE62}"/>
              </a:ext>
            </a:extLst>
          </p:cNvPr>
          <p:cNvGrpSpPr/>
          <p:nvPr/>
        </p:nvGrpSpPr>
        <p:grpSpPr>
          <a:xfrm>
            <a:off x="9686415" y="4094950"/>
            <a:ext cx="1672200" cy="668880"/>
            <a:chOff x="9686415" y="4094950"/>
            <a:chExt cx="1672200" cy="668880"/>
          </a:xfrm>
        </p:grpSpPr>
        <mc:AlternateContent xmlns:mc="http://schemas.openxmlformats.org/markup-compatibility/2006">
          <mc:Choice xmlns:p14="http://schemas.microsoft.com/office/powerpoint/2010/main" Requires="p14">
            <p:contentPart p14:bwMode="auto" r:id="rId360">
              <p14:nvContentPartPr>
                <p14:cNvPr id="223" name="Ink 222">
                  <a:extLst>
                    <a:ext uri="{FF2B5EF4-FFF2-40B4-BE49-F238E27FC236}">
                      <a16:creationId xmlns:a16="http://schemas.microsoft.com/office/drawing/2014/main" id="{76928E23-9270-616F-8E5A-4E9F366D02DB}"/>
                    </a:ext>
                  </a:extLst>
                </p14:cNvPr>
                <p14:cNvContentPartPr/>
                <p14:nvPr/>
              </p14:nvContentPartPr>
              <p14:xfrm>
                <a:off x="9842295" y="4235350"/>
                <a:ext cx="43560" cy="39960"/>
              </p14:xfrm>
            </p:contentPart>
          </mc:Choice>
          <mc:Fallback>
            <p:pic>
              <p:nvPicPr>
                <p:cNvPr id="223" name="Ink 222">
                  <a:extLst>
                    <a:ext uri="{FF2B5EF4-FFF2-40B4-BE49-F238E27FC236}">
                      <a16:creationId xmlns:a16="http://schemas.microsoft.com/office/drawing/2014/main" id="{76928E23-9270-616F-8E5A-4E9F366D02DB}"/>
                    </a:ext>
                  </a:extLst>
                </p:cNvPr>
                <p:cNvPicPr/>
                <p:nvPr/>
              </p:nvPicPr>
              <p:blipFill>
                <a:blip r:embed="rId361"/>
                <a:stretch>
                  <a:fillRect/>
                </a:stretch>
              </p:blipFill>
              <p:spPr>
                <a:xfrm>
                  <a:off x="9833655" y="4226350"/>
                  <a:ext cx="6120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24" name="Ink 223">
                  <a:extLst>
                    <a:ext uri="{FF2B5EF4-FFF2-40B4-BE49-F238E27FC236}">
                      <a16:creationId xmlns:a16="http://schemas.microsoft.com/office/drawing/2014/main" id="{EC178048-2DF2-AEE2-5CF3-47F315C7983D}"/>
                    </a:ext>
                  </a:extLst>
                </p14:cNvPr>
                <p14:cNvContentPartPr/>
                <p14:nvPr/>
              </p14:nvContentPartPr>
              <p14:xfrm>
                <a:off x="9984855" y="4110790"/>
                <a:ext cx="177120" cy="201240"/>
              </p14:xfrm>
            </p:contentPart>
          </mc:Choice>
          <mc:Fallback>
            <p:pic>
              <p:nvPicPr>
                <p:cNvPr id="224" name="Ink 223">
                  <a:extLst>
                    <a:ext uri="{FF2B5EF4-FFF2-40B4-BE49-F238E27FC236}">
                      <a16:creationId xmlns:a16="http://schemas.microsoft.com/office/drawing/2014/main" id="{EC178048-2DF2-AEE2-5CF3-47F315C7983D}"/>
                    </a:ext>
                  </a:extLst>
                </p:cNvPr>
                <p:cNvPicPr/>
                <p:nvPr/>
              </p:nvPicPr>
              <p:blipFill>
                <a:blip r:embed="rId363"/>
                <a:stretch>
                  <a:fillRect/>
                </a:stretch>
              </p:blipFill>
              <p:spPr>
                <a:xfrm>
                  <a:off x="9976215" y="4102150"/>
                  <a:ext cx="19476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25" name="Ink 224">
                  <a:extLst>
                    <a:ext uri="{FF2B5EF4-FFF2-40B4-BE49-F238E27FC236}">
                      <a16:creationId xmlns:a16="http://schemas.microsoft.com/office/drawing/2014/main" id="{230CDEEC-A3FA-1ED9-7AF9-FB329B836E1D}"/>
                    </a:ext>
                  </a:extLst>
                </p14:cNvPr>
                <p14:cNvContentPartPr/>
                <p14:nvPr/>
              </p14:nvContentPartPr>
              <p14:xfrm>
                <a:off x="10204455" y="4094950"/>
                <a:ext cx="132480" cy="223920"/>
              </p14:xfrm>
            </p:contentPart>
          </mc:Choice>
          <mc:Fallback>
            <p:pic>
              <p:nvPicPr>
                <p:cNvPr id="225" name="Ink 224">
                  <a:extLst>
                    <a:ext uri="{FF2B5EF4-FFF2-40B4-BE49-F238E27FC236}">
                      <a16:creationId xmlns:a16="http://schemas.microsoft.com/office/drawing/2014/main" id="{230CDEEC-A3FA-1ED9-7AF9-FB329B836E1D}"/>
                    </a:ext>
                  </a:extLst>
                </p:cNvPr>
                <p:cNvPicPr/>
                <p:nvPr/>
              </p:nvPicPr>
              <p:blipFill>
                <a:blip r:embed="rId365"/>
                <a:stretch>
                  <a:fillRect/>
                </a:stretch>
              </p:blipFill>
              <p:spPr>
                <a:xfrm>
                  <a:off x="10195815" y="4086310"/>
                  <a:ext cx="15012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26" name="Ink 225">
                  <a:extLst>
                    <a:ext uri="{FF2B5EF4-FFF2-40B4-BE49-F238E27FC236}">
                      <a16:creationId xmlns:a16="http://schemas.microsoft.com/office/drawing/2014/main" id="{0D6C1FC8-99A7-B32D-796F-85D9676F9075}"/>
                    </a:ext>
                  </a:extLst>
                </p14:cNvPr>
                <p14:cNvContentPartPr/>
                <p14:nvPr/>
              </p14:nvContentPartPr>
              <p14:xfrm>
                <a:off x="10385895" y="4153630"/>
                <a:ext cx="114120" cy="145440"/>
              </p14:xfrm>
            </p:contentPart>
          </mc:Choice>
          <mc:Fallback>
            <p:pic>
              <p:nvPicPr>
                <p:cNvPr id="226" name="Ink 225">
                  <a:extLst>
                    <a:ext uri="{FF2B5EF4-FFF2-40B4-BE49-F238E27FC236}">
                      <a16:creationId xmlns:a16="http://schemas.microsoft.com/office/drawing/2014/main" id="{0D6C1FC8-99A7-B32D-796F-85D9676F9075}"/>
                    </a:ext>
                  </a:extLst>
                </p:cNvPr>
                <p:cNvPicPr/>
                <p:nvPr/>
              </p:nvPicPr>
              <p:blipFill>
                <a:blip r:embed="rId367"/>
                <a:stretch>
                  <a:fillRect/>
                </a:stretch>
              </p:blipFill>
              <p:spPr>
                <a:xfrm>
                  <a:off x="10376895" y="4144630"/>
                  <a:ext cx="1317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27" name="Ink 226">
                  <a:extLst>
                    <a:ext uri="{FF2B5EF4-FFF2-40B4-BE49-F238E27FC236}">
                      <a16:creationId xmlns:a16="http://schemas.microsoft.com/office/drawing/2014/main" id="{2505262B-69C5-49F7-542C-081B6C693358}"/>
                    </a:ext>
                  </a:extLst>
                </p14:cNvPr>
                <p14:cNvContentPartPr/>
                <p14:nvPr/>
              </p14:nvContentPartPr>
              <p14:xfrm>
                <a:off x="10542495" y="4123750"/>
                <a:ext cx="65520" cy="140760"/>
              </p14:xfrm>
            </p:contentPart>
          </mc:Choice>
          <mc:Fallback>
            <p:pic>
              <p:nvPicPr>
                <p:cNvPr id="227" name="Ink 226">
                  <a:extLst>
                    <a:ext uri="{FF2B5EF4-FFF2-40B4-BE49-F238E27FC236}">
                      <a16:creationId xmlns:a16="http://schemas.microsoft.com/office/drawing/2014/main" id="{2505262B-69C5-49F7-542C-081B6C693358}"/>
                    </a:ext>
                  </a:extLst>
                </p:cNvPr>
                <p:cNvPicPr/>
                <p:nvPr/>
              </p:nvPicPr>
              <p:blipFill>
                <a:blip r:embed="rId369"/>
                <a:stretch>
                  <a:fillRect/>
                </a:stretch>
              </p:blipFill>
              <p:spPr>
                <a:xfrm>
                  <a:off x="10533855" y="4114750"/>
                  <a:ext cx="8316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28" name="Ink 227">
                  <a:extLst>
                    <a:ext uri="{FF2B5EF4-FFF2-40B4-BE49-F238E27FC236}">
                      <a16:creationId xmlns:a16="http://schemas.microsoft.com/office/drawing/2014/main" id="{E8F3FC95-2BA7-4F6B-E5C5-3109C5D5DEFC}"/>
                    </a:ext>
                  </a:extLst>
                </p14:cNvPr>
                <p14:cNvContentPartPr/>
                <p14:nvPr/>
              </p14:nvContentPartPr>
              <p14:xfrm>
                <a:off x="10560855" y="4161550"/>
                <a:ext cx="200520" cy="87840"/>
              </p14:xfrm>
            </p:contentPart>
          </mc:Choice>
          <mc:Fallback>
            <p:pic>
              <p:nvPicPr>
                <p:cNvPr id="228" name="Ink 227">
                  <a:extLst>
                    <a:ext uri="{FF2B5EF4-FFF2-40B4-BE49-F238E27FC236}">
                      <a16:creationId xmlns:a16="http://schemas.microsoft.com/office/drawing/2014/main" id="{E8F3FC95-2BA7-4F6B-E5C5-3109C5D5DEFC}"/>
                    </a:ext>
                  </a:extLst>
                </p:cNvPr>
                <p:cNvPicPr/>
                <p:nvPr/>
              </p:nvPicPr>
              <p:blipFill>
                <a:blip r:embed="rId371"/>
                <a:stretch>
                  <a:fillRect/>
                </a:stretch>
              </p:blipFill>
              <p:spPr>
                <a:xfrm>
                  <a:off x="10551855" y="4152550"/>
                  <a:ext cx="21816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29" name="Ink 228">
                  <a:extLst>
                    <a:ext uri="{FF2B5EF4-FFF2-40B4-BE49-F238E27FC236}">
                      <a16:creationId xmlns:a16="http://schemas.microsoft.com/office/drawing/2014/main" id="{6526B26B-5AD0-FF58-33B7-E34971CD6A5E}"/>
                    </a:ext>
                  </a:extLst>
                </p14:cNvPr>
                <p14:cNvContentPartPr/>
                <p14:nvPr/>
              </p14:nvContentPartPr>
              <p14:xfrm>
                <a:off x="10773975" y="4103950"/>
                <a:ext cx="119160" cy="160920"/>
              </p14:xfrm>
            </p:contentPart>
          </mc:Choice>
          <mc:Fallback>
            <p:pic>
              <p:nvPicPr>
                <p:cNvPr id="229" name="Ink 228">
                  <a:extLst>
                    <a:ext uri="{FF2B5EF4-FFF2-40B4-BE49-F238E27FC236}">
                      <a16:creationId xmlns:a16="http://schemas.microsoft.com/office/drawing/2014/main" id="{6526B26B-5AD0-FF58-33B7-E34971CD6A5E}"/>
                    </a:ext>
                  </a:extLst>
                </p:cNvPr>
                <p:cNvPicPr/>
                <p:nvPr/>
              </p:nvPicPr>
              <p:blipFill>
                <a:blip r:embed="rId373"/>
                <a:stretch>
                  <a:fillRect/>
                </a:stretch>
              </p:blipFill>
              <p:spPr>
                <a:xfrm>
                  <a:off x="10765335" y="4095310"/>
                  <a:ext cx="13680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30" name="Ink 229">
                  <a:extLst>
                    <a:ext uri="{FF2B5EF4-FFF2-40B4-BE49-F238E27FC236}">
                      <a16:creationId xmlns:a16="http://schemas.microsoft.com/office/drawing/2014/main" id="{EC8CCB75-AD8F-40A8-EAAD-519ED12AC6AE}"/>
                    </a:ext>
                  </a:extLst>
                </p14:cNvPr>
                <p14:cNvContentPartPr/>
                <p14:nvPr/>
              </p14:nvContentPartPr>
              <p14:xfrm>
                <a:off x="10930215" y="4119790"/>
                <a:ext cx="42840" cy="126360"/>
              </p14:xfrm>
            </p:contentPart>
          </mc:Choice>
          <mc:Fallback>
            <p:pic>
              <p:nvPicPr>
                <p:cNvPr id="230" name="Ink 229">
                  <a:extLst>
                    <a:ext uri="{FF2B5EF4-FFF2-40B4-BE49-F238E27FC236}">
                      <a16:creationId xmlns:a16="http://schemas.microsoft.com/office/drawing/2014/main" id="{EC8CCB75-AD8F-40A8-EAAD-519ED12AC6AE}"/>
                    </a:ext>
                  </a:extLst>
                </p:cNvPr>
                <p:cNvPicPr/>
                <p:nvPr/>
              </p:nvPicPr>
              <p:blipFill>
                <a:blip r:embed="rId375"/>
                <a:stretch>
                  <a:fillRect/>
                </a:stretch>
              </p:blipFill>
              <p:spPr>
                <a:xfrm>
                  <a:off x="10921215" y="4111150"/>
                  <a:ext cx="604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31" name="Ink 230">
                  <a:extLst>
                    <a:ext uri="{FF2B5EF4-FFF2-40B4-BE49-F238E27FC236}">
                      <a16:creationId xmlns:a16="http://schemas.microsoft.com/office/drawing/2014/main" id="{4215F1B1-3CCE-22CA-1A7E-835F7AAF27A7}"/>
                    </a:ext>
                  </a:extLst>
                </p14:cNvPr>
                <p14:cNvContentPartPr/>
                <p14:nvPr/>
              </p14:nvContentPartPr>
              <p14:xfrm>
                <a:off x="11021295" y="4141390"/>
                <a:ext cx="150840" cy="126360"/>
              </p14:xfrm>
            </p:contentPart>
          </mc:Choice>
          <mc:Fallback>
            <p:pic>
              <p:nvPicPr>
                <p:cNvPr id="231" name="Ink 230">
                  <a:extLst>
                    <a:ext uri="{FF2B5EF4-FFF2-40B4-BE49-F238E27FC236}">
                      <a16:creationId xmlns:a16="http://schemas.microsoft.com/office/drawing/2014/main" id="{4215F1B1-3CCE-22CA-1A7E-835F7AAF27A7}"/>
                    </a:ext>
                  </a:extLst>
                </p:cNvPr>
                <p:cNvPicPr/>
                <p:nvPr/>
              </p:nvPicPr>
              <p:blipFill>
                <a:blip r:embed="rId377"/>
                <a:stretch>
                  <a:fillRect/>
                </a:stretch>
              </p:blipFill>
              <p:spPr>
                <a:xfrm>
                  <a:off x="11012295" y="4132390"/>
                  <a:ext cx="1684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33" name="Ink 232">
                  <a:extLst>
                    <a:ext uri="{FF2B5EF4-FFF2-40B4-BE49-F238E27FC236}">
                      <a16:creationId xmlns:a16="http://schemas.microsoft.com/office/drawing/2014/main" id="{0B0661C0-AFDC-578E-0A98-88343F86CE03}"/>
                    </a:ext>
                  </a:extLst>
                </p14:cNvPr>
                <p14:cNvContentPartPr/>
                <p14:nvPr/>
              </p14:nvContentPartPr>
              <p14:xfrm>
                <a:off x="9879375" y="4534150"/>
                <a:ext cx="33480" cy="46800"/>
              </p14:xfrm>
            </p:contentPart>
          </mc:Choice>
          <mc:Fallback>
            <p:pic>
              <p:nvPicPr>
                <p:cNvPr id="233" name="Ink 232">
                  <a:extLst>
                    <a:ext uri="{FF2B5EF4-FFF2-40B4-BE49-F238E27FC236}">
                      <a16:creationId xmlns:a16="http://schemas.microsoft.com/office/drawing/2014/main" id="{0B0661C0-AFDC-578E-0A98-88343F86CE03}"/>
                    </a:ext>
                  </a:extLst>
                </p:cNvPr>
                <p:cNvPicPr/>
                <p:nvPr/>
              </p:nvPicPr>
              <p:blipFill>
                <a:blip r:embed="rId379"/>
                <a:stretch>
                  <a:fillRect/>
                </a:stretch>
              </p:blipFill>
              <p:spPr>
                <a:xfrm>
                  <a:off x="9870375" y="4525150"/>
                  <a:ext cx="511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34" name="Ink 233">
                  <a:extLst>
                    <a:ext uri="{FF2B5EF4-FFF2-40B4-BE49-F238E27FC236}">
                      <a16:creationId xmlns:a16="http://schemas.microsoft.com/office/drawing/2014/main" id="{EB94C525-1AF4-7D3B-F031-4C24139FBD10}"/>
                    </a:ext>
                  </a:extLst>
                </p14:cNvPr>
                <p14:cNvContentPartPr/>
                <p14:nvPr/>
              </p14:nvContentPartPr>
              <p14:xfrm>
                <a:off x="10021935" y="4440190"/>
                <a:ext cx="122040" cy="168120"/>
              </p14:xfrm>
            </p:contentPart>
          </mc:Choice>
          <mc:Fallback>
            <p:pic>
              <p:nvPicPr>
                <p:cNvPr id="234" name="Ink 233">
                  <a:extLst>
                    <a:ext uri="{FF2B5EF4-FFF2-40B4-BE49-F238E27FC236}">
                      <a16:creationId xmlns:a16="http://schemas.microsoft.com/office/drawing/2014/main" id="{EB94C525-1AF4-7D3B-F031-4C24139FBD10}"/>
                    </a:ext>
                  </a:extLst>
                </p:cNvPr>
                <p:cNvPicPr/>
                <p:nvPr/>
              </p:nvPicPr>
              <p:blipFill>
                <a:blip r:embed="rId381"/>
                <a:stretch>
                  <a:fillRect/>
                </a:stretch>
              </p:blipFill>
              <p:spPr>
                <a:xfrm>
                  <a:off x="10012935" y="4431550"/>
                  <a:ext cx="1396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35" name="Ink 234">
                  <a:extLst>
                    <a:ext uri="{FF2B5EF4-FFF2-40B4-BE49-F238E27FC236}">
                      <a16:creationId xmlns:a16="http://schemas.microsoft.com/office/drawing/2014/main" id="{C00AEB7A-6372-3327-B2F0-3BDE579B3BB4}"/>
                    </a:ext>
                  </a:extLst>
                </p14:cNvPr>
                <p14:cNvContentPartPr/>
                <p14:nvPr/>
              </p14:nvContentPartPr>
              <p14:xfrm>
                <a:off x="10199055" y="4423990"/>
                <a:ext cx="113760" cy="172440"/>
              </p14:xfrm>
            </p:contentPart>
          </mc:Choice>
          <mc:Fallback>
            <p:pic>
              <p:nvPicPr>
                <p:cNvPr id="235" name="Ink 234">
                  <a:extLst>
                    <a:ext uri="{FF2B5EF4-FFF2-40B4-BE49-F238E27FC236}">
                      <a16:creationId xmlns:a16="http://schemas.microsoft.com/office/drawing/2014/main" id="{C00AEB7A-6372-3327-B2F0-3BDE579B3BB4}"/>
                    </a:ext>
                  </a:extLst>
                </p:cNvPr>
                <p:cNvPicPr/>
                <p:nvPr/>
              </p:nvPicPr>
              <p:blipFill>
                <a:blip r:embed="rId383"/>
                <a:stretch>
                  <a:fillRect/>
                </a:stretch>
              </p:blipFill>
              <p:spPr>
                <a:xfrm>
                  <a:off x="10190055" y="4415350"/>
                  <a:ext cx="13140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36" name="Ink 235">
                  <a:extLst>
                    <a:ext uri="{FF2B5EF4-FFF2-40B4-BE49-F238E27FC236}">
                      <a16:creationId xmlns:a16="http://schemas.microsoft.com/office/drawing/2014/main" id="{E9762B5D-4720-88A4-EF9D-7D95CAE5686D}"/>
                    </a:ext>
                  </a:extLst>
                </p14:cNvPr>
                <p14:cNvContentPartPr/>
                <p14:nvPr/>
              </p14:nvContentPartPr>
              <p14:xfrm>
                <a:off x="10367175" y="4431910"/>
                <a:ext cx="109080" cy="183600"/>
              </p14:xfrm>
            </p:contentPart>
          </mc:Choice>
          <mc:Fallback>
            <p:pic>
              <p:nvPicPr>
                <p:cNvPr id="236" name="Ink 235">
                  <a:extLst>
                    <a:ext uri="{FF2B5EF4-FFF2-40B4-BE49-F238E27FC236}">
                      <a16:creationId xmlns:a16="http://schemas.microsoft.com/office/drawing/2014/main" id="{E9762B5D-4720-88A4-EF9D-7D95CAE5686D}"/>
                    </a:ext>
                  </a:extLst>
                </p:cNvPr>
                <p:cNvPicPr/>
                <p:nvPr/>
              </p:nvPicPr>
              <p:blipFill>
                <a:blip r:embed="rId385"/>
                <a:stretch>
                  <a:fillRect/>
                </a:stretch>
              </p:blipFill>
              <p:spPr>
                <a:xfrm>
                  <a:off x="10358175" y="4423270"/>
                  <a:ext cx="1267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37" name="Ink 236">
                  <a:extLst>
                    <a:ext uri="{FF2B5EF4-FFF2-40B4-BE49-F238E27FC236}">
                      <a16:creationId xmlns:a16="http://schemas.microsoft.com/office/drawing/2014/main" id="{D9F3FD64-1963-98DF-A57A-3CAA2F99BE3E}"/>
                    </a:ext>
                  </a:extLst>
                </p14:cNvPr>
                <p14:cNvContentPartPr/>
                <p14:nvPr/>
              </p14:nvContentPartPr>
              <p14:xfrm>
                <a:off x="10526655" y="4489150"/>
                <a:ext cx="112680" cy="117720"/>
              </p14:xfrm>
            </p:contentPart>
          </mc:Choice>
          <mc:Fallback>
            <p:pic>
              <p:nvPicPr>
                <p:cNvPr id="237" name="Ink 236">
                  <a:extLst>
                    <a:ext uri="{FF2B5EF4-FFF2-40B4-BE49-F238E27FC236}">
                      <a16:creationId xmlns:a16="http://schemas.microsoft.com/office/drawing/2014/main" id="{D9F3FD64-1963-98DF-A57A-3CAA2F99BE3E}"/>
                    </a:ext>
                  </a:extLst>
                </p:cNvPr>
                <p:cNvPicPr/>
                <p:nvPr/>
              </p:nvPicPr>
              <p:blipFill>
                <a:blip r:embed="rId387"/>
                <a:stretch>
                  <a:fillRect/>
                </a:stretch>
              </p:blipFill>
              <p:spPr>
                <a:xfrm>
                  <a:off x="10518015" y="4480150"/>
                  <a:ext cx="13032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8" name="Ink 237">
                  <a:extLst>
                    <a:ext uri="{FF2B5EF4-FFF2-40B4-BE49-F238E27FC236}">
                      <a16:creationId xmlns:a16="http://schemas.microsoft.com/office/drawing/2014/main" id="{5DE24413-FA25-82D5-7E29-83DFFAC63363}"/>
                    </a:ext>
                  </a:extLst>
                </p14:cNvPr>
                <p14:cNvContentPartPr/>
                <p14:nvPr/>
              </p14:nvContentPartPr>
              <p14:xfrm>
                <a:off x="10700175" y="4503910"/>
                <a:ext cx="11160" cy="86040"/>
              </p14:xfrm>
            </p:contentPart>
          </mc:Choice>
          <mc:Fallback>
            <p:pic>
              <p:nvPicPr>
                <p:cNvPr id="238" name="Ink 237">
                  <a:extLst>
                    <a:ext uri="{FF2B5EF4-FFF2-40B4-BE49-F238E27FC236}">
                      <a16:creationId xmlns:a16="http://schemas.microsoft.com/office/drawing/2014/main" id="{5DE24413-FA25-82D5-7E29-83DFFAC63363}"/>
                    </a:ext>
                  </a:extLst>
                </p:cNvPr>
                <p:cNvPicPr/>
                <p:nvPr/>
              </p:nvPicPr>
              <p:blipFill>
                <a:blip r:embed="rId389"/>
                <a:stretch>
                  <a:fillRect/>
                </a:stretch>
              </p:blipFill>
              <p:spPr>
                <a:xfrm>
                  <a:off x="10691535" y="4494910"/>
                  <a:ext cx="2880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39" name="Ink 238">
                  <a:extLst>
                    <a:ext uri="{FF2B5EF4-FFF2-40B4-BE49-F238E27FC236}">
                      <a16:creationId xmlns:a16="http://schemas.microsoft.com/office/drawing/2014/main" id="{EC631646-402B-B4B4-D2DC-96A553520F99}"/>
                    </a:ext>
                  </a:extLst>
                </p14:cNvPr>
                <p14:cNvContentPartPr/>
                <p14:nvPr/>
              </p14:nvContentPartPr>
              <p14:xfrm>
                <a:off x="10730415" y="4416430"/>
                <a:ext cx="360" cy="16560"/>
              </p14:xfrm>
            </p:contentPart>
          </mc:Choice>
          <mc:Fallback>
            <p:pic>
              <p:nvPicPr>
                <p:cNvPr id="239" name="Ink 238">
                  <a:extLst>
                    <a:ext uri="{FF2B5EF4-FFF2-40B4-BE49-F238E27FC236}">
                      <a16:creationId xmlns:a16="http://schemas.microsoft.com/office/drawing/2014/main" id="{EC631646-402B-B4B4-D2DC-96A553520F99}"/>
                    </a:ext>
                  </a:extLst>
                </p:cNvPr>
                <p:cNvPicPr/>
                <p:nvPr/>
              </p:nvPicPr>
              <p:blipFill>
                <a:blip r:embed="rId391"/>
                <a:stretch>
                  <a:fillRect/>
                </a:stretch>
              </p:blipFill>
              <p:spPr>
                <a:xfrm>
                  <a:off x="10721415" y="4407790"/>
                  <a:ext cx="180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40" name="Ink 239">
                  <a:extLst>
                    <a:ext uri="{FF2B5EF4-FFF2-40B4-BE49-F238E27FC236}">
                      <a16:creationId xmlns:a16="http://schemas.microsoft.com/office/drawing/2014/main" id="{D23655E2-05AC-49DF-A18B-17F3786CC108}"/>
                    </a:ext>
                  </a:extLst>
                </p14:cNvPr>
                <p14:cNvContentPartPr/>
                <p14:nvPr/>
              </p14:nvContentPartPr>
              <p14:xfrm>
                <a:off x="10778655" y="4461070"/>
                <a:ext cx="363240" cy="147960"/>
              </p14:xfrm>
            </p:contentPart>
          </mc:Choice>
          <mc:Fallback>
            <p:pic>
              <p:nvPicPr>
                <p:cNvPr id="240" name="Ink 239">
                  <a:extLst>
                    <a:ext uri="{FF2B5EF4-FFF2-40B4-BE49-F238E27FC236}">
                      <a16:creationId xmlns:a16="http://schemas.microsoft.com/office/drawing/2014/main" id="{D23655E2-05AC-49DF-A18B-17F3786CC108}"/>
                    </a:ext>
                  </a:extLst>
                </p:cNvPr>
                <p:cNvPicPr/>
                <p:nvPr/>
              </p:nvPicPr>
              <p:blipFill>
                <a:blip r:embed="rId393"/>
                <a:stretch>
                  <a:fillRect/>
                </a:stretch>
              </p:blipFill>
              <p:spPr>
                <a:xfrm>
                  <a:off x="10770015" y="4452070"/>
                  <a:ext cx="38088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42" name="Ink 241">
                  <a:extLst>
                    <a:ext uri="{FF2B5EF4-FFF2-40B4-BE49-F238E27FC236}">
                      <a16:creationId xmlns:a16="http://schemas.microsoft.com/office/drawing/2014/main" id="{5240DEC3-C7C5-0C30-9D89-6F933B630838}"/>
                    </a:ext>
                  </a:extLst>
                </p14:cNvPr>
                <p14:cNvContentPartPr/>
                <p14:nvPr/>
              </p14:nvContentPartPr>
              <p14:xfrm>
                <a:off x="9686415" y="4128790"/>
                <a:ext cx="246240" cy="635040"/>
              </p14:xfrm>
            </p:contentPart>
          </mc:Choice>
          <mc:Fallback>
            <p:pic>
              <p:nvPicPr>
                <p:cNvPr id="242" name="Ink 241">
                  <a:extLst>
                    <a:ext uri="{FF2B5EF4-FFF2-40B4-BE49-F238E27FC236}">
                      <a16:creationId xmlns:a16="http://schemas.microsoft.com/office/drawing/2014/main" id="{5240DEC3-C7C5-0C30-9D89-6F933B630838}"/>
                    </a:ext>
                  </a:extLst>
                </p:cNvPr>
                <p:cNvPicPr/>
                <p:nvPr/>
              </p:nvPicPr>
              <p:blipFill>
                <a:blip r:embed="rId395"/>
                <a:stretch>
                  <a:fillRect/>
                </a:stretch>
              </p:blipFill>
              <p:spPr>
                <a:xfrm>
                  <a:off x="9677775" y="4119790"/>
                  <a:ext cx="263880" cy="65268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43" name="Ink 242">
                  <a:extLst>
                    <a:ext uri="{FF2B5EF4-FFF2-40B4-BE49-F238E27FC236}">
                      <a16:creationId xmlns:a16="http://schemas.microsoft.com/office/drawing/2014/main" id="{19E3BC04-9281-B33A-669B-DDA232A57B91}"/>
                    </a:ext>
                  </a:extLst>
                </p14:cNvPr>
                <p14:cNvContentPartPr/>
                <p14:nvPr/>
              </p14:nvContentPartPr>
              <p14:xfrm>
                <a:off x="11239095" y="4118710"/>
                <a:ext cx="119520" cy="528120"/>
              </p14:xfrm>
            </p:contentPart>
          </mc:Choice>
          <mc:Fallback>
            <p:pic>
              <p:nvPicPr>
                <p:cNvPr id="243" name="Ink 242">
                  <a:extLst>
                    <a:ext uri="{FF2B5EF4-FFF2-40B4-BE49-F238E27FC236}">
                      <a16:creationId xmlns:a16="http://schemas.microsoft.com/office/drawing/2014/main" id="{19E3BC04-9281-B33A-669B-DDA232A57B91}"/>
                    </a:ext>
                  </a:extLst>
                </p:cNvPr>
                <p:cNvPicPr/>
                <p:nvPr/>
              </p:nvPicPr>
              <p:blipFill>
                <a:blip r:embed="rId397"/>
                <a:stretch>
                  <a:fillRect/>
                </a:stretch>
              </p:blipFill>
              <p:spPr>
                <a:xfrm>
                  <a:off x="11230455" y="4109710"/>
                  <a:ext cx="137160" cy="545760"/>
                </a:xfrm>
                <a:prstGeom prst="rect">
                  <a:avLst/>
                </a:prstGeom>
              </p:spPr>
            </p:pic>
          </mc:Fallback>
        </mc:AlternateContent>
      </p:grpSp>
    </p:spTree>
    <p:extLst>
      <p:ext uri="{BB962C8B-B14F-4D97-AF65-F5344CB8AC3E}">
        <p14:creationId xmlns:p14="http://schemas.microsoft.com/office/powerpoint/2010/main" val="1688674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8451</TotalTime>
  <Words>1344</Words>
  <Application>Microsoft Office PowerPoint</Application>
  <PresentationFormat>Custom</PresentationFormat>
  <Paragraphs>132</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Amasis MT Pro Black</vt:lpstr>
      <vt:lpstr>Arial</vt:lpstr>
      <vt:lpstr>Arial Black</vt:lpstr>
      <vt:lpstr>Calibri</vt:lpstr>
      <vt:lpstr>Cooper Black</vt:lpstr>
      <vt:lpstr>Segoe UI</vt:lpstr>
      <vt:lpstr>Segoe UI Light</vt:lpstr>
      <vt:lpstr>Wingdings</vt:lpstr>
      <vt:lpstr>Office Theme</vt:lpstr>
      <vt:lpstr>SAP BTP Extension Suite Training</vt:lpstr>
      <vt:lpstr>PowerPoint Presentation</vt:lpstr>
      <vt:lpstr>Agenda – Day 11</vt:lpstr>
      <vt:lpstr>Source Code Management</vt:lpstr>
      <vt:lpstr>Git and Git HUB</vt:lpstr>
      <vt:lpstr>Git</vt:lpstr>
      <vt:lpstr>Introduction to HANA Cloud</vt:lpstr>
      <vt:lpstr>HANA Cloud v/s On-premise</vt:lpstr>
      <vt:lpstr>What is Schema in HANA</vt:lpstr>
      <vt:lpstr>HDI Container</vt:lpstr>
      <vt:lpstr>Hands on - Create HANA Cloud Instance</vt:lpstr>
      <vt:lpstr>HDI Container</vt:lpstr>
      <vt:lpstr>Hands on - Create HANA Cloud Instance</vt:lpstr>
      <vt:lpstr>Design time</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289</cp:revision>
  <dcterms:created xsi:type="dcterms:W3CDTF">2013-09-12T13:05:01Z</dcterms:created>
  <dcterms:modified xsi:type="dcterms:W3CDTF">2026-07-22T09:38:22Z</dcterms:modified>
</cp:coreProperties>
</file>
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76" r:id="rId2"/>
    <p:sldId id="4122" r:id="rId3"/>
    <p:sldId id="277" r:id="rId4"/>
    <p:sldId id="4813" r:id="rId5"/>
    <p:sldId id="4814" r:id="rId6"/>
    <p:sldId id="4805" r:id="rId7"/>
    <p:sldId id="4815" r:id="rId8"/>
    <p:sldId id="4802" r:id="rId9"/>
    <p:sldId id="4773" r:id="rId10"/>
    <p:sldId id="4774" r:id="rId11"/>
    <p:sldId id="4811" r:id="rId12"/>
    <p:sldId id="4812" r:id="rId13"/>
    <p:sldId id="4775" r:id="rId14"/>
    <p:sldId id="4776" r:id="rId15"/>
    <p:sldId id="282" r:id="rId16"/>
    <p:sldId id="280" r:id="rId17"/>
    <p:sldId id="4711" r:id="rId18"/>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40" autoAdjust="0"/>
    <p:restoredTop sz="95250" autoAdjust="0"/>
  </p:normalViewPr>
  <p:slideViewPr>
    <p:cSldViewPr>
      <p:cViewPr varScale="1">
        <p:scale>
          <a:sx n="97" d="100"/>
          <a:sy n="97" d="100"/>
        </p:scale>
        <p:origin x="828"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3.551"/>
    </inkml:context>
    <inkml:brush xml:id="br0">
      <inkml:brushProperty name="width" value="0.05" units="cm"/>
      <inkml:brushProperty name="height" value="0.05" units="cm"/>
      <inkml:brushProperty name="color" value="#FFFFFF"/>
    </inkml:brush>
  </inkml:definitions>
  <inkml:trace contextRef="#ctx0" brushRef="#br0">268 444 24575,'0'-2'0,"-1"0"0,1 0 0,-1 1 0,1-1 0,-1 0 0,0 0 0,0 1 0,0-1 0,0 0 0,0 1 0,0-1 0,0 1 0,0-1 0,-1 1 0,1 0 0,0-1 0,-1 1 0,1 0 0,-1 0 0,0 0 0,1 0 0,-1 0 0,0 0 0,1 1 0,-1-1 0,0 1 0,0-1 0,0 1 0,0-1 0,0 1 0,1 0 0,-1 0 0,0 0 0,0 0 0,0 0 0,0 1 0,0-1 0,0 0 0,1 1 0,-1 0 0,0-1 0,0 1 0,1 0 0,-3 1 0,-1 2 0,1 0 0,0 0 0,1 0 0,-1 0 0,1 1 0,-1 0 0,1-1 0,1 1 0,-4 7 0,-17 51 0,15-38 0,-86 212 0,91-232 0,1 0 0,-1 1 0,0-2 0,0 1 0,0 0 0,-6 6 0,9-11 0,0 0 0,0 0 0,0-1 0,0 1 0,0 0 0,0 0 0,0-1 0,0 1 0,0 0 0,0 0 0,0-1 0,0 1 0,0 0 0,0 0 0,0-1 0,0 1 0,-1 0 0,1 0 0,0-1 0,0 1 0,0 0 0,0 0 0,0 0 0,-1-1 0,1 1 0,0 0 0,0 0 0,0 0 0,-1-1 0,1 1 0,0 0 0,0 0 0,0 0 0,-1 0 0,1 0 0,0 0 0,0 0 0,-1-1 0,1 1 0,0 0 0,0 0 0,-1 0 0,1 0 0,0 0 0,0 0 0,-1 0 0,1 0 0,0 0 0,0 0 0,-1 1 0,1-1 0,0 0 0,0 0 0,-1 0 0,1 0 0,0 0 0,0 0 0,-1 0 0,1 1 0,0-1 0,0 0 0,0 0 0,-1 0 0,1 1 0,0-1 0,0 0 0,3-23 0,11-29 0,3 1 0,31-70 0,60-92 0,-15 52 0,-70 126 0,1 1 0,40-44 0,-57 71 0,0 0 0,0 0 0,1 1 0,-1 0 0,18-9 0,-23 14 0,0 0 0,0 0 0,0 0 0,0 0 0,0 0 0,0 1 0,1-1 0,-1 1 0,0-1 0,0 1 0,0 0 0,1 0 0,-1 0 0,0 0 0,0 0 0,0 0 0,1 1 0,-1-1 0,0 1 0,0 0 0,0-1 0,0 1 0,0 0 0,0 0 0,0 0 0,0 1 0,0-1 0,-1 0 0,1 1 0,0-1 0,-1 1 0,2 2 0,2 2 0,-1 1 0,0 1 0,0-1 0,-1 0 0,0 1 0,-1 0 0,4 13 0,6 61 0,-10-72 0,10 383-455,-13-331-455,0-15-5916</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4.078"/>
    </inkml:context>
    <inkml:brush xml:id="br0">
      <inkml:brushProperty name="width" value="0.05" units="cm"/>
      <inkml:brushProperty name="height" value="0.05" units="cm"/>
      <inkml:brushProperty name="color" value="#FFFFFF"/>
    </inkml:brush>
  </inkml:definitions>
  <inkml:trace contextRef="#ctx0" brushRef="#br0">1 350 24575,'0'0'0,"-1"-19"0,6-37 0,-4 49 0,1 0 0,-1 1 0,2-1 0,-1 1 0,1-1 0,0 1 0,0 0 0,8-10 0,2-1 0,1 2 0,0 0 0,1 0 0,1 2 0,0 0 0,1 0 0,31-16 0,-23 15 0,2 2 0,0 1 0,0 0 0,55-11 0,-72 20 0,-1 0 0,1 1 0,-1 0 0,1 0 0,-1 1 0,1 1 0,-1-1 0,1 2 0,16 3 0,-22-3 0,0-1 0,0 1 0,1 0 0,-1 1 0,-1-1 0,1 1 0,0-1 0,-1 1 0,1 0 0,-1 0 0,0 1 0,0-1 0,0 1 0,0 0 0,-1-1 0,1 1 0,-1 0 0,0 1 0,0-1 0,-1 0 0,1 0 0,0 6 0,2 7 0,-2 1 0,0-1 0,-1 0 0,-1 1 0,0-1 0,-2 1 0,0-1 0,-6 26 0,-5 9 0,-30 72 0,39-113 0,-1 0 0,-10 17 0,14-27 0,2-4 0,4-11 0,11-21 0,18-27 0,3 2 0,2 1 0,79-91 0,-110 142 0,0 0 0,0 0 0,1 1 0,0 1 0,13-9 0,-20 14 0,0 0 0,-1 0 0,1 0 0,-1 1 0,1-1 0,0 0 0,0 1 0,0-1 0,-1 1 0,1-1 0,0 1 0,0 0 0,0 0 0,0 0 0,0 0 0,-1 0 0,1 0 0,0 1 0,0-1 0,0 1 0,0-1 0,-1 1 0,1-1 0,0 1 0,-1 0 0,1 0 0,0 0 0,-1 0 0,1 0 0,-1 0 0,1 1 0,-1-1 0,0 0 0,0 1 0,1-1 0,-1 1 0,0-1 0,0 1 0,-1 0 0,2 1 0,5 16 0,-1 0 0,-1 0 0,-1 0 0,-1 1 0,0 0 0,-1 26 0,2 5 0,-2-35 45,-2-3-202,1 0 0,1 0 1,0 0-1,1-1 0,0 1 1,1-1-1,0 1 1,9 17-1,-2-16-6669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4.406"/>
    </inkml:context>
    <inkml:brush xml:id="br0">
      <inkml:brushProperty name="width" value="0.05" units="cm"/>
      <inkml:brushProperty name="height" value="0.05" units="cm"/>
      <inkml:brushProperty name="color" value="#FFFFFF"/>
    </inkml:brush>
  </inkml:definitions>
  <inkml:trace contextRef="#ctx0" brushRef="#br0">70 83 24575,'-1'-1'0,"1"0"0,0 1 0,-1-1 0,1 0 0,-1 0 0,1 1 0,0-1 0,-1 0 0,0 0 0,1 1 0,-1-1 0,1 1 0,-1-1 0,0 0 0,1 1 0,-1-1 0,0 1 0,0-1 0,0 1 0,1 0 0,-1-1 0,0 1 0,0 0 0,0 0 0,0 0 0,1-1 0,-1 1 0,0 0 0,-1 0 0,-1 0 0,0-1 0,0 1 0,0 0 0,0 0 0,0 0 0,0 1 0,-4 0 0,6-1 0,-1 1 0,1 0 0,0 0 0,0-1 0,-1 1 0,1 0 0,0 0 0,0 0 0,0 0 0,0 0 0,0 1 0,0-1 0,1 0 0,-1 0 0,0 1 0,1-1 0,-1 0 0,0 1 0,1-1 0,0 0 0,-1 1 0,1-1 0,0 1 0,0-1 0,0 1 0,0-1 0,0 1 0,0-1 0,0 1 0,0-1 0,1 3 0,1 7 0,1-1 0,0 1 0,6 12 0,-5-12 0,7 18 0,25 63 0,-32-83 0,1 0 0,0 0 0,1 0 0,0 0 0,0-1 0,1 0 0,9 8 0,-14-15 0,-1 1 0,1-1 0,0 1 0,0-1 0,-1 0 0,1 0 0,0 0 0,0 0 0,0 0 0,0-1 0,1 1 0,-1-1 0,0 1 0,0-1 0,0 0 0,0 1 0,1-1 0,-1 0 0,0-1 0,4 0 0,-2 0 0,0 0 0,-1-1 0,1 1 0,-1-1 0,0 0 0,1 0 0,-1-1 0,0 1 0,0 0 0,-1-1 0,4-3 0,5-8 0,-1 0 0,0 0 0,-1-1 0,8-18 0,-4 8 0,-1-1 0,-1-1 0,-2 1 0,0-1 0,-2-1 0,5-34 0,-12 59-85,1 0 0,-1 0-1,0 0 1,0 0 0,0 1-1,-1-1 1,1 0 0,-1 0-1,1 0 1,-1 1 0,0-1-1,0 0 1,0 1 0,-1-1-1,-2-3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4.852"/>
    </inkml:context>
    <inkml:brush xml:id="br0">
      <inkml:brushProperty name="width" value="0.05" units="cm"/>
      <inkml:brushProperty name="height" value="0.05" units="cm"/>
      <inkml:brushProperty name="color" value="#FFFFFF"/>
    </inkml:brush>
  </inkml:definitions>
  <inkml:trace contextRef="#ctx0" brushRef="#br0">14 78 24575,'0'-77'0,"7"90"0,1 17 0,2 27 0,4 109 0,-14 59 0,-1-178 0,-2 0 0,-16 82 0,18-125 0,0 0 0,0-1 0,-1 1 0,1-1 0,-1 0 0,1 1 0,-1-1 0,-3 3 0,5-6 0,0 1 0,0-1 0,0 0 0,0 0 0,0 0 0,-1 1 0,1-1 0,0 0 0,0 0 0,0 0 0,-1 0 0,1 0 0,0 0 0,0 1 0,0-1 0,-1 0 0,1 0 0,0 0 0,0 0 0,0 0 0,-1 0 0,1 0 0,0 0 0,0 0 0,-1 0 0,1 0 0,0 0 0,0 0 0,-1 0 0,1 0 0,0 0 0,0 0 0,0 0 0,-1 0 0,1-1 0,0 1 0,0 0 0,0 0 0,-1 0 0,1 0 0,-5-20 0,4 3 0,1-1 0,1 1 0,1 0 0,7-33 0,1 12 0,16-40 0,-21 65 0,0 1 0,1 0 0,0 0 0,1 1 0,0 0 0,1 0 0,12-12 0,-18 20 0,1 0 0,1 0 0,-1 0 0,0 0 0,1 1 0,-1-1 0,1 1 0,0 0 0,0 0 0,-1 1 0,1-1 0,1 1 0,-1 0 0,0 0 0,0 0 0,0 0 0,1 1 0,-1 0 0,0 0 0,0 0 0,1 0 0,-1 0 0,0 1 0,0 0 0,9 3 0,-6-1 0,1 1 0,-1 1 0,0-1 0,0 1 0,0 0 0,0 1 0,-1 0 0,0 0 0,0 0 0,-1 0 0,9 14 0,-1 0 0,-2 1 0,0 0 0,8 23 0,-17-38 0,0 0 0,0 0 0,0 0 0,-1 0 0,0 1 0,0-1 0,-1 0 0,1 1 0,-2 11 0,0-16 0,1 0 0,-1 0 0,1 0 0,-1 0 0,0 0 0,1 0 0,-1 0 0,0 0 0,0-1 0,-1 1 0,1 0 0,0-1 0,0 1 0,-1-1 0,1 1 0,-1-1 0,1 1 0,-1-1 0,0 0 0,0 0 0,1 0 0,-1 0 0,0 0 0,0-1 0,0 1 0,0 0 0,0-1 0,0 1 0,0-1 0,0 0 0,0 0 0,0 0 0,-4 0 0,-2-1 31,0 1 0,1-1 0,-1-1 0,1 0 0,-1 0 0,1 0 0,0-1 0,0 0 1,0 0-1,-7-5 0,1-1-373,1 1 1,0-1 0,0-1-1,-11-13 1,-3-6-6485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5.224"/>
    </inkml:context>
    <inkml:brush xml:id="br0">
      <inkml:brushProperty name="width" value="0.05" units="cm"/>
      <inkml:brushProperty name="height" value="0.05" units="cm"/>
      <inkml:brushProperty name="color" value="#FFFFFF"/>
    </inkml:brush>
  </inkml:definitions>
  <inkml:trace contextRef="#ctx0" brushRef="#br0">1 130 24575,'4'-5'0,"-1"0"0,1 0 0,-1-1 0,0 1 0,-1-1 0,1 0 0,-1 0 0,-1 0 0,3-8 0,3-11 0,-5 20 0,0-1 0,0 1 0,1 0 0,5-8 0,-8 13 0,0-1 0,0 1 0,1-1 0,-1 1 0,1 0 0,-1-1 0,0 1 0,1 0 0,-1-1 0,1 1 0,-1 0 0,1-1 0,-1 1 0,1 0 0,-1 0 0,1-1 0,-1 1 0,1 0 0,-1 0 0,1 0 0,-1 0 0,1 0 0,0 0 0,0 0 0,0 1 0,0-1 0,0 1 0,-1-1 0,1 1 0,0 0 0,0-1 0,-1 1 0,1 0 0,-1-1 0,1 1 0,0 0 0,-1 0 0,1 0 0,-1 0 0,0-1 0,1 1 0,-1 0 0,1 1 0,2 9 0,1 1 0,-1-1 0,-1 1 0,0-1 0,0 15 0,-2 62 0,0-44 0,0-10 0,-3 153 0,0-148 0,-1 0 0,-16 66 0,32-136 0,2 2 0,24-40 0,-30 56 0,0 1 0,1 0 0,1 0 0,0 1 0,0 0 0,1 1 0,12-9 0,-20 16 0,1 1 0,0 0 0,-1 0 0,1 0 0,0 0 0,0 1 0,0-1 0,0 1 0,0 0 0,0 0 0,0 1 0,8-1 0,-9 1 0,0 1 0,0-1 0,0 1 0,0 0 0,0 0 0,0 0 0,0 1 0,0-1 0,0 1 0,-1-1 0,1 1 0,0 0 0,-1 0 0,1 0 0,-1 0 0,0 1 0,0-1 0,0 0 0,2 4 0,3 4 43,-1 1 0,-1 0-1,1 0 1,-2 0 0,1 1-1,-2-1 1,5 24 0,-2-1-897,1 53 1,-6-56-5973</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5.897"/>
    </inkml:context>
    <inkml:brush xml:id="br0">
      <inkml:brushProperty name="width" value="0.05" units="cm"/>
      <inkml:brushProperty name="height" value="0.05" units="cm"/>
      <inkml:brushProperty name="color" value="#FFFFFF"/>
    </inkml:brush>
  </inkml:definitions>
  <inkml:trace contextRef="#ctx0" brushRef="#br0">227 149 24575,'3'-6'0,"0"0"0,0 0 0,-1 0 0,0 0 0,0-1 0,-1 1 0,1-1 0,0-11 0,-2 15 0,0 0 0,-1 0 0,1 0 0,-1 1 0,0-1 0,1 0 0,-1 0 0,0 0 0,-1 1 0,1-1 0,0 1 0,-1-1 0,0 1 0,1-1 0,-1 1 0,0 0 0,0 0 0,0 0 0,-1 0 0,1 0 0,0 1 0,-5-3 0,2 0 0,-1 1 0,0 0 0,0 1 0,0 0 0,0 0 0,0 0 0,0 0 0,-1 1 0,1 0 0,-1 0 0,1 1 0,0 0 0,-1 0 0,1 1 0,-10 1 0,11-1 0,1 0 0,-1 1 0,1-1 0,0 1 0,-1 0 0,1 0 0,0 1 0,0-1 0,0 1 0,1 0 0,-1 0 0,1 0 0,-1 1 0,1-1 0,0 1 0,0-1 0,1 1 0,-1 0 0,1 0 0,0 0 0,-3 8 0,-1 11 0,0 0 0,2 1 0,1 0 0,1-1 0,1 1 0,1 0 0,1 0 0,5 34 0,-4-48 0,0 1 0,1-1 0,0 0 0,0 0 0,1 0 0,0 0 0,7 9 0,-10-16 0,0-1 0,0 0 0,1 0 0,-1 0 0,1 0 0,-1 0 0,1 0 0,0 0 0,0-1 0,0 1 0,0-1 0,0 1 0,0-1 0,1 0 0,-1 1 0,0-1 0,1-1 0,-1 1 0,1 0 0,-1 0 0,0-1 0,1 0 0,0 1 0,-1-1 0,1 0 0,-1 0 0,1 0 0,-1-1 0,1 1 0,-1-1 0,1 1 0,-1-1 0,1 0 0,3-2 0,1-1 0,0 0 0,0-1 0,0 0 0,-1 0 0,0-1 0,0 0 0,0 0 0,-1 0 0,0-1 0,0 1 0,4-10 0,7-12 0,17-43 0,-31 65 0,39-95 0,-41 100 0,0 1 0,0-1 0,0 1 0,0-1 0,0 1 0,1-1 0,-1 1 0,0-1 0,0 1 0,1-1 0,-1 1 0,0-1 0,1 1 0,-1 0 0,1-1 0,-1 1 0,0-1 0,1 1 0,-1 0 0,1-1 0,-1 1 0,1 0 0,-1 0 0,1-1 0,0 1 0,3 12 0,-5 23 0,-5 19 0,0-8 0,1 64 0,5-108 0,0 0 0,0 0 0,0 0 0,1 0 0,-1 0 0,0 0 0,1 0 0,0 0 0,-1 0 0,1 0 0,0 0 0,0-1 0,0 1 0,0 0 0,2 2 0,-2-4 0,0 1 0,-1-1 0,1 0 0,0 1 0,0-1 0,0 0 0,0 0 0,0 0 0,0 1 0,0-1 0,-1 0 0,1 0 0,0 0 0,0 0 0,0-1 0,0 1 0,0 0 0,0 0 0,0 0 0,0-1 0,-1 1 0,1-1 0,0 1 0,0 0 0,0-1 0,-1 1 0,1-1 0,0 0 0,0 1 0,-1-1 0,1 0 0,-1 1 0,1-1 0,0 0 0,0-1 0,12-14 0,0-1 0,-1-1 0,-1 1 0,0-2 0,10-25 0,-10 20 0,1 0 0,26-36 0,-35 57 0,-1 0 0,1-1 0,0 1 0,1 0 0,-1 1 0,0-1 0,6-3 0,-8 6 0,0-1 0,0 1 0,-1 0 0,1-1 0,0 1 0,0-1 0,0 1 0,0 0 0,0 0 0,0 0 0,0 0 0,0 0 0,0 0 0,0 0 0,0 0 0,-1 0 0,1 0 0,0 0 0,0 0 0,0 1 0,0-1 0,0 0 0,0 1 0,0-1 0,0 1 0,-1-1 0,1 1 0,0-1 0,0 1 0,-1-1 0,1 1 0,0 0 0,-1 0 0,1-1 0,-1 1 0,1 0 0,-1 0 0,2 1 0,2 9 0,0 1 0,0 0 0,-1 0 0,0 0 0,-1 0 0,1 17 0,1 5 0,1-2 0,7 46 0,-10-70 0,0 0 0,1 0 0,-1 0 0,2-1 0,-1 1 0,9 12 0,-11-18 0,0-1 0,0 1 0,0-1 0,0 1 0,0-1 0,1 0 0,-1 1 0,0-1 0,1 0 0,-1 0 0,1 0 0,0 0 0,-1 0 0,1-1 0,0 1 0,-1 0 0,1-1 0,0 1 0,0-1 0,-1 0 0,1 1 0,0-1 0,3 0 0,-3-1 0,1 0 0,0 0 0,0 0 0,0 0 0,0 0 0,-1 0 0,1-1 0,-1 0 0,1 1 0,-1-1 0,1 0 0,3-4 0,4-5 0,-1-1 0,-1 0 0,1 0 0,9-21 0,0-3 0,-2 0 0,-1-1 0,-2 0 0,-2-1 0,12-75 0,-22 83 0,-1 29 0,0 1 0,0-1 0,-1 0 0,1 1 0,0 0 0,0-1 0,0 1 0,0-1 0,0 1 0,0-1 0,-1 1 0,1-1 0,0 1 0,0-1 0,-1 1 0,1 0 0,0-1 0,-1 1 0,1-1 0,0 1 0,-1 0 0,1-1 0,-1 1 0,1 0 0,0 0 0,-1-1 0,1 1 0,-1 0 0,1 0 0,-1 0 0,1 0 0,-1-1 0,1 1 0,-1 0 0,1 0 0,-1 0 0,1 0 0,-1 0 0,1 0 0,-1 0 0,1 0 0,-1 1 0,1-1 0,-1 0 0,1 0 0,-1 0 0,1 0 0,-1 1 0,1-1 0,0 0 0,-1 0 0,0 1 0,-17 14-1365,0 4-5461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42.863"/>
    </inkml:context>
    <inkml:brush xml:id="br0">
      <inkml:brushProperty name="width" value="0.05" units="cm"/>
      <inkml:brushProperty name="height" value="0.05" units="cm"/>
      <inkml:brushProperty name="color" value="#FFFFFF"/>
    </inkml:brush>
  </inkml:definitions>
  <inkml:trace contextRef="#ctx0" brushRef="#br0">20 0 24575,'-3'0'0,"-4"0"0,-1 3 0,7 4 0,3 4 0,6 7 0,3 6 0,1 8 0,0 8 0,-1 10 0,-2 9 0,-3 7 0,-3 4 0,-1 0 0,-2-3 0,-3-7 0,-2-6 0,1-14-8191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43.311"/>
    </inkml:context>
    <inkml:brush xml:id="br0">
      <inkml:brushProperty name="width" value="0.05" units="cm"/>
      <inkml:brushProperty name="height" value="0.05" units="cm"/>
      <inkml:brushProperty name="color" value="#FFFFFF"/>
    </inkml:brush>
  </inkml:definitions>
  <inkml:trace contextRef="#ctx0" brushRef="#br0">726 146 24575,'-9'-5'0,"1"0"0,-1-1 0,-9-9 0,10 8 0,0 1 0,0 1 0,-15-9 0,13 9 0,-1 1 0,0 0 0,0 1 0,0 0 0,0 1 0,-1 0 0,1 1 0,0 0 0,-1 0 0,-20 3 0,17 0 0,0 1 0,0 1 0,1 0 0,0 1 0,0 0 0,0 2 0,-19 10 0,7 0 0,1 1 0,1 1 0,1 1 0,1 1 0,1 1 0,0 0 0,-27 41 0,28-32 0,2 1 0,0 0 0,2 1 0,2 0 0,1 2 0,-15 63 0,21-65 0,2-1 0,1 1 0,1 1 0,2-1 0,1 0 0,2 0 0,10 56 0,-9-73 0,1 0 0,1 0 0,0 0 0,1-1 0,1 0 0,0 0 0,1 0 0,1-1 0,0 0 0,1-1 0,0 0 0,1-1 0,1 0 0,0 0 0,0-1 0,1-1 0,1 0 0,-1-1 0,2-1 0,-1 0 0,1 0 0,0-2 0,17 6 0,-7-6 0,0 0 0,0-1 0,1-2 0,0-1 0,-1-1 0,1-1 0,0-1 0,28-5 0,-22 0 0,0-1 0,0-2 0,0-1 0,-1-1 0,56-30 0,-52 21 0,-2-1 0,0-2 0,-2-1 0,0-1 0,-2-2 0,0-1 0,-3-1 0,0-1 0,-2-1 0,-1-2 0,23-42 0,-32 48 0,-2-2 0,0 1 0,-2-2 0,-1 1 0,-1-2 0,-2 1 0,-1-1 0,-1 1 0,-2-1 0,-2-45 0,-1 58 0,-1 0 0,-1 0 0,0 0 0,-1 0 0,-1 1 0,-1-1 0,0 1 0,-2 0 0,0 1 0,0 0 0,-2 0 0,0 1 0,0 0 0,-2 1 0,0 0 0,0 1 0,-1 0 0,-1 1 0,-15-11 0,11 12 43,0 0 0,0 1-1,-1 1 1,-1 1 0,0 1-1,0 0 1,-38-6 0,29 9-385,-1 0 1,1 3 0,-1 0-1,-56 7 1,-3 8-6485</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44.197"/>
    </inkml:context>
    <inkml:brush xml:id="br0">
      <inkml:brushProperty name="width" value="0.05" units="cm"/>
      <inkml:brushProperty name="height" value="0.05" units="cm"/>
      <inkml:brushProperty name="color" value="#FFFFFF"/>
    </inkml:brush>
  </inkml:definitions>
  <inkml:trace contextRef="#ctx0" brushRef="#br0">4 1 24575,'-3'0'0,"2"0"0,4 0 0,5 0 0,11 0 0,11 0 0,9 0 0,15 0 0,0 0 0,4 0 0,7 3 0,9 1 0,7 3 0,2 0 0,-13-1-8191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44.634"/>
    </inkml:context>
    <inkml:brush xml:id="br0">
      <inkml:brushProperty name="width" value="0.05" units="cm"/>
      <inkml:brushProperty name="height" value="0.05" units="cm"/>
      <inkml:brushProperty name="color" value="#FFFFFF"/>
    </inkml:brush>
  </inkml:definitions>
  <inkml:trace contextRef="#ctx0" brushRef="#br0">23 26 24575,'-4'0'0,"-3"0"0,-1 3 0,4 1 0,9 0 0,10-4 0,11-2 0,15 0 0,15-4 0,16 0 0,16 1 0,13 1 0,10-2 0,-15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03.848"/>
    </inkml:context>
    <inkml:brush xml:id="br0">
      <inkml:brushProperty name="width" value="0.05" units="cm"/>
      <inkml:brushProperty name="height" value="0.05" units="cm"/>
      <inkml:brushProperty name="color" value="#FFFFFF"/>
    </inkml:brush>
  </inkml:definitions>
  <inkml:trace contextRef="#ctx0" brushRef="#br0">3576 401 24575,'2'-4'0,"0"1"0,1-1 0,-1 0 0,-1 0 0,1 0 0,-1 0 0,1 0 0,-1 0 0,0 0 0,-1 0 0,1 0 0,-1-1 0,1 1 0,-1 0 0,-1 0 0,1-1 0,-1 1 0,1 0 0,-1 0 0,0 0 0,-1 0 0,1-1 0,-1 2 0,1-1 0,-1 0 0,-1 0 0,1 1 0,-4-6 0,-6 1 0,0 0 0,-1 0 0,0 1 0,0 1 0,-1 0 0,1 0 0,-20-3 0,9 0 0,-294-77 39,-7 26-232,-198-1-283,368 55 109,-224 20 1,265-1 142,1 4 0,-180 53 0,208-43 151,1 4 0,2 4 0,-149 88-1,173-86 23,1 3-1,3 2 1,2 2 0,1 3-1,3 2 1,1 2-1,3 2 1,3 2-1,1 1 1,4 3-1,2 1 1,2 1-1,3 1 1,-23 75-1,40-97 41,2 0-1,1 1 0,2 0 1,2 0-1,1 58 1,4-75 4,2 0 1,0 0 0,2 0-1,1 0 1,1-1 0,0 0-1,2 0 1,1-1 0,0 0 0,23 36-1,-12-30 3,1-2-1,1 0 1,2-1 0,0-1-1,2-1 1,0-2-1,2-1 1,0 0 0,38 18-1,21 6-113,181 62-1,591 130-1084,20-88 125,-605-114 652,470-4 0,-586-38 133,191-33 1,-231 18 203,-2-4 0,140-53 1,-180 50 36,-1-2 0,-2-4 1,-1-3-1,127-91 0,-161 99 28,-1-2 1,-1-1-1,52-65 0,-66 70 109,-2-1 0,0-1 0,-3 0 0,0-2 1,20-55-1,-30 63-72,0 1 0,-1-1 0,-2-1 0,-1 1 0,0-1 0,-2 1 0,-1-1 0,-1 1 0,-9-50 0,4 46-16,-2 1 0,0 0 0,-2 1 1,-2 0-1,0 0 0,-1 1 0,-2 1 0,-26-36 0,8 21 73,-2 2-1,-1 1 1,-2 1 0,-2 2-1,-79-52 1,25 29 139,-173-77 0,-190-36-568,247 106-1066</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5.896"/>
    </inkml:context>
    <inkml:brush xml:id="br0">
      <inkml:brushProperty name="width" value="0.05" units="cm"/>
      <inkml:brushProperty name="height" value="0.05" units="cm"/>
      <inkml:brushProperty name="color" value="#FFFFFF"/>
    </inkml:brush>
  </inkml:definitions>
  <inkml:trace contextRef="#ctx0" brushRef="#br0">15 179 24575,'-14'-38'0,"14"34"0,0 0 0,0 0 0,0 0 0,1-1 0,-1 1 0,1 0 0,0 0 0,0 0 0,1 1 0,-1-1 0,1 0 0,0 0 0,0 1 0,0-1 0,0 1 0,1-1 0,-1 1 0,1 0 0,0 0 0,0 0 0,0 1 0,0-1 0,0 1 0,6-4 0,-3 3 0,0 0 0,0 1 0,0-1 0,0 1 0,0 0 0,0 1 0,1-1 0,-1 1 0,0 1 0,1-1 0,-1 1 0,1 0 0,-1 0 0,1 1 0,6 1 0,-11-1 0,1 0 0,0 1 0,0-1 0,-1 0 0,1 1 0,-1 0 0,1 0 0,-1 0 0,1 0 0,-1 0 0,0 0 0,0 0 0,0 0 0,-1 1 0,1-1 0,0 1 0,-1 0 0,0-1 0,1 1 0,-1 0 0,0 0 0,1 5 0,1 7 0,0 0 0,0 1 0,-1 16 0,-1-27 0,0 11 0,3 75 0,-4-78 0,-1 1 0,0-1 0,-1 0 0,-6 22 0,8-34 0,0 0 0,-1 0 0,1 0 0,0 0 0,-1 0 0,1 0 0,-1 0 0,1 0 0,-1 0 0,0-1 0,1 1 0,-1 0 0,0 0 0,1 0 0,-1-1 0,0 1 0,0 0 0,0-1 0,-1 1 0,-4-4 0,4-11 0,3-3 0,0 1 0,1 0 0,1 0 0,1 0 0,0 0 0,1 1 0,12-28 0,-3 15 0,1 1 0,2 0 0,21-28 0,-38 55 0,8-10 0,-1 1 0,1 0 0,1 0 0,16-14 0,-23 22 0,0-1 0,-1 1 0,1 0 0,0 0 0,0 0 0,1 0 0,-1 0 0,0 0 0,0 0 0,0 1 0,1-1 0,-1 1 0,0-1 0,1 1 0,-1 0 0,0 0 0,1 0 0,-1 1 0,0-1 0,1 0 0,-1 1 0,0-1 0,0 1 0,1 0 0,-1 0 0,0 0 0,0 0 0,0 0 0,0 0 0,0 1 0,0-1 0,1 2 0,4 4 0,-1 0 0,-1 0 0,1 0 0,-1 1 0,-1 0 0,1 0 0,-1 0 0,-1 1 0,0-1 0,0 1 0,0 0 0,1 10 0,1 13 0,0 1 0,-1 32 0,-4 5-1365,0-53-5461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6.268"/>
    </inkml:context>
    <inkml:brush xml:id="br0">
      <inkml:brushProperty name="width" value="0.05" units="cm"/>
      <inkml:brushProperty name="height" value="0.05" units="cm"/>
      <inkml:brushProperty name="color" value="#FFFFFF"/>
    </inkml:brush>
  </inkml:definitions>
  <inkml:trace contextRef="#ctx0" brushRef="#br0">92 86 24575,'0'-3'0,"0"-7"0,0 0 0,-1 1 0,-2-14 0,2 22 0,1-1 0,0 1 0,0 0 0,0-1 0,-1 1 0,1 0 0,-1-1 0,1 1 0,-1 0 0,0 0 0,1-1 0,-1 1 0,0 0 0,0 0 0,0 0 0,0 0 0,0 0 0,0 0 0,0 0 0,0 0 0,0 1 0,0-1 0,0 0 0,-1 0 0,1 1 0,0-1 0,0 1 0,-1 0 0,1-1 0,-1 1 0,1 0 0,-3-1 0,2 2 0,0 0 0,0 0 0,0 0 0,1 0 0,-1 0 0,0 0 0,0 0 0,0 0 0,1 1 0,-1-1 0,1 1 0,-1-1 0,1 1 0,-1 0 0,1 0 0,0-1 0,0 1 0,0 0 0,0 0 0,0 0 0,1 0 0,-2 2 0,-12 48 0,11-37 0,1 0 0,1 0 0,0 1 0,1-1 0,3 22 0,-2-28 0,0-1 0,1 0 0,0 0 0,0 0 0,1 0 0,0 0 0,1-1 0,0 1 0,0-1 0,0 0 0,9 10 0,-12-15 0,0 0 0,1 0 0,-1-1 0,1 1 0,-1-1 0,1 1 0,0-1 0,-1 0 0,1 0 0,0 0 0,0 0 0,0 0 0,0 0 0,0 0 0,0 0 0,0-1 0,0 1 0,1-1 0,-1 0 0,0 0 0,0 1 0,0-1 0,0-1 0,1 1 0,-1 0 0,0 0 0,0-1 0,0 1 0,0-1 0,0 0 0,0 0 0,0 0 0,0 0 0,0 0 0,0 0 0,2-2 0,0-1 0,0 1 0,0-1 0,-1 0 0,1 0 0,-1-1 0,0 1 0,-1-1 0,1 1 0,-1-1 0,0 0 0,0 0 0,0 0 0,2-10 0,-3 3 0,0 0 0,0 0 0,-1 0 0,-1 0 0,0 0 0,-1 0 0,0 0 0,-6-18 0,6 23 0,0 1 0,0 0 0,-1 0 0,0 0 0,0 0 0,0 0 0,-1 0 0,0 1 0,0 0 0,0 0 0,-1 0 0,0 0 0,0 1 0,0-1 0,0 1 0,-11-5 0,14 8-76,1 0 1,-1 1-1,1-1 0,-1 1 0,1-1 0,-1 1 0,1 0 0,-1 0 1,0 0-1,1 0 0,-1 0 0,1 0 0,-1 0 0,0 0 1,1 1-1,-1-1 0,-2 2 0,-8 4-6750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6.793"/>
    </inkml:context>
    <inkml:brush xml:id="br0">
      <inkml:brushProperty name="width" value="0.05" units="cm"/>
      <inkml:brushProperty name="height" value="0.05" units="cm"/>
      <inkml:brushProperty name="color" value="#FFFFFF"/>
    </inkml:brush>
  </inkml:definitions>
  <inkml:trace contextRef="#ctx0" brushRef="#br0">222 394 24575,'-5'-6'0,"1"1"0,0-1 0,0 0 0,0-1 0,-3-7 0,4 7 0,-1 0 0,0 0 0,0 0 0,0 1 0,-8-9 0,10 14 0,1-1 0,0 1 0,-1 0 0,1 0 0,-1 0 0,1 0 0,-1 0 0,0 1 0,1-1 0,-1 0 0,0 1 0,1-1 0,-1 1 0,0 0 0,0 0 0,0-1 0,1 1 0,-1 0 0,0 0 0,0 1 0,0-1 0,1 0 0,-1 1 0,0-1 0,0 1 0,1-1 0,-4 3 0,-3 1 0,0 0 0,1 1 0,-1 0 0,1 1 0,0 0 0,1 0 0,0 0 0,0 1 0,0 0 0,0 0 0,1 0 0,0 1 0,1 0 0,0 0 0,0 0 0,1 0 0,0 1 0,0-1 0,-3 18 0,6-24 0,0 0 0,0 0 0,0 0 0,0 0 0,0 0 0,0 0 0,0 0 0,1 0 0,-1 0 0,1 0 0,0 0 0,-1 0 0,1 0 0,0 0 0,0 0 0,0-1 0,0 1 0,1 0 0,-1-1 0,0 1 0,1-1 0,-1 1 0,1-1 0,-1 0 0,1 1 0,0-1 0,-1 0 0,1 0 0,0 0 0,0-1 0,0 1 0,0 0 0,0-1 0,0 1 0,0-1 0,0 1 0,0-1 0,0 0 0,0 0 0,2 0 0,4 0 0,0-1 0,0 0 0,0 0 0,-1 0 0,1-1 0,0 0 0,-1-1 0,0 1 0,9-6 0,-6 2 0,0-1 0,-1 0 0,0-1 0,0 1 0,-1-2 0,0 0 0,0 0 0,-1 0 0,0-1 0,-1 0 0,0 0 0,0 0 0,4-14 0,3-11 0,-1 0 0,13-69 0,5-68 0,-33 189 0,-29 199 0,30-190 0,1 1 0,1-1 0,2 0 0,0 1 0,2-1 0,12 47 0,-6-49-1365,-1-6-5461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7.169"/>
    </inkml:context>
    <inkml:brush xml:id="br0">
      <inkml:brushProperty name="width" value="0.05" units="cm"/>
      <inkml:brushProperty name="height" value="0.05" units="cm"/>
      <inkml:brushProperty name="color" value="#FFFFFF"/>
    </inkml:brush>
  </inkml:definitions>
  <inkml:trace contextRef="#ctx0" brushRef="#br0">42 235 24575,'19'-2'0,"0"-1"0,0-1 0,0-1 0,-1 0 0,1-1 0,30-16 0,-43 20 0,2-2 0,0 1 0,0-2 0,-1 1 0,0-1 0,1 0 0,-2 0 0,10-9 0,-15 13 0,1-1 0,-1 0 0,1 1 0,-1-1 0,0 0 0,0 0 0,0 0 0,0 0 0,0 0 0,0 0 0,-1 0 0,1 0 0,-1 0 0,1 0 0,-1 0 0,0 0 0,0 0 0,0-1 0,0 1 0,0 0 0,0 0 0,0 0 0,-1 0 0,1 0 0,-1 0 0,0 0 0,0-1 0,1 2 0,-1-1 0,-1 0 0,1 0 0,0 0 0,0 0 0,-3-2 0,-1-2 0,-1 0 0,0 0 0,0 0 0,-1 1 0,0 0 0,0 0 0,0 1 0,0 0 0,-1 0 0,1 1 0,-1 0 0,0 0 0,0 0 0,0 1 0,-10-1 0,12 2 0,1 1 0,0 0 0,-1 0 0,1 0 0,0 0 0,0 1 0,-1 0 0,1 0 0,0 0 0,0 1 0,0 0 0,0 0 0,0 0 0,1 0 0,-1 1 0,1 0 0,-1 0 0,1 0 0,0 0 0,0 1 0,0-1 0,1 1 0,-1 0 0,1 1 0,-3 4 0,0 1 0,2 1 0,-1 0 0,1 0 0,1 0 0,0 1 0,0-1 0,1 1 0,1 0 0,0-1 0,0 1 0,1 0 0,1 0 0,0 0 0,3 12 0,-3-20 19,0 0 0,0 0 0,1 0 0,-1 0 0,1 0 0,0 0 0,0 0 0,0-1 0,1 1 0,-1-1 0,1 1 0,0-1 0,0 0 0,0 0 0,0 0 0,1-1 0,6 5 0,-4-4-175,0 0 1,0-1 0,0 0 0,1 0 0,-1 0 0,1-1 0,-1 0-1,1 0 1,-1 0 0,13-2 0,14-1-6671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7.465"/>
    </inkml:context>
    <inkml:brush xml:id="br0">
      <inkml:brushProperty name="width" value="0.05" units="cm"/>
      <inkml:brushProperty name="height" value="0.05" units="cm"/>
      <inkml:brushProperty name="color" value="#FFFFFF"/>
    </inkml:brush>
  </inkml:definitions>
  <inkml:trace contextRef="#ctx0" brushRef="#br0">23 0 24575,'-3'0'0,"-4"0"0,-2 3 0,5 1 0,6 0 0,6-1 0,4 2 0,4 1 0,5-1 0,1-2 0,5 0 0,0-2 0,-2-1 0,-1 1 0,-3-2 0,-4-2 0,-5-1-8191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8.164"/>
    </inkml:context>
    <inkml:brush xml:id="br0">
      <inkml:brushProperty name="width" value="0.05" units="cm"/>
      <inkml:brushProperty name="height" value="0.05" units="cm"/>
      <inkml:brushProperty name="color" value="#FFFFFF"/>
    </inkml:brush>
  </inkml:definitions>
  <inkml:trace contextRef="#ctx0" brushRef="#br0">51 164 24575,'0'-3'0,"-1"0"0,0 0 0,0 0 0,-1 0 0,1 0 0,-1 1 0,1-1 0,-1 0 0,0 1 0,0-1 0,-4-3 0,-5-9 0,8 9 0,0 1 0,1-1 0,0 0 0,0 1 0,0-1 0,1 0 0,0 0 0,0 0 0,0 0 0,1-7 0,0 12 0,0-1 0,0 0 0,0 1 0,0-1 0,0 1 0,0-1 0,1 0 0,-1 1 0,1-1 0,-1 1 0,1-1 0,0 1 0,-1-1 0,1 1 0,0 0 0,0-1 0,0 1 0,0 0 0,0 0 0,1 0 0,-1 0 0,0-1 0,0 2 0,1-1 0,-1 0 0,0 0 0,1 0 0,-1 1 0,1-1 0,-1 1 0,1-1 0,-1 1 0,1-1 0,0 1 0,-1 0 0,1 0 0,0 0 0,-1 0 0,1 0 0,-1 0 0,1 0 0,2 1 0,0 0 0,0 0 0,0 1 0,0-1 0,0 1 0,-1 0 0,1 0 0,0 0 0,-1 1 0,0-1 0,1 1 0,-1 0 0,0 0 0,0 0 0,-1 0 0,1 0 0,0 1 0,-1-1 0,0 1 0,2 3 0,3 7 0,0 0 0,-2 1 0,9 27 0,-8-19 0,-1 1 0,-2-1 0,0 1 0,-1-1 0,-1 1 0,-1 0 0,-2 0 0,-8 46 0,9-67 0,0 0 0,0 0 0,-1 0 0,1-1 0,-1 1 0,0 0 0,0-1 0,0 1 0,-4 3 0,5-5 0,1-1 0,-1 1 0,1-1 0,-1 0 0,1 1 0,-1-1 0,1 0 0,-1 0 0,1 1 0,-1-1 0,1 0 0,-1 0 0,1 0 0,-1 0 0,0 0 0,1 1 0,-1-1 0,1 0 0,-1 0 0,0 0 0,1-1 0,-1 1 0,0 0 0,0-1 0,0 1 0,1-1 0,-1 0 0,0 1 0,1-1 0,-1 0 0,1 0 0,-1 1 0,1-1 0,-1 0 0,1 0 0,0 0 0,-1 1 0,1-1 0,0 0 0,0 0 0,-1 0 0,1-2 0,-1-4 0,1-1 0,-1 0 0,2 1 0,-1-1 0,1 0 0,0 1 0,4-14 0,20-55 0,-22 68 0,6-17 0,2 1 0,16-29 0,-23 45 0,1 1 0,0 0 0,0 0 0,0 1 0,1-1 0,0 1 0,0 0 0,1 1 0,0-1 0,-1 2 0,10-6 0,-14 9 0,0 0 0,1 0 0,-1 0 0,0 0 0,1 1 0,-1-1 0,1 1 0,-1-1 0,0 1 0,1 0 0,-1 0 0,1 0 0,-1 1 0,1-1 0,-1 0 0,1 1 0,-1-1 0,1 1 0,-1 0 0,4 2 0,-2-1 0,-1 1 0,1-1 0,-1 1 0,0 0 0,0 0 0,0 0 0,0 1 0,-1-1 0,1 1 0,-1-1 0,3 7 0,-2-3 0,0-1 0,0 1 0,-1 1 0,0-1 0,0 0 0,0 1 0,-1-1 0,0 1 0,-1-1 0,0 1 0,0-1 0,0 1 0,-3 13 0,1-18 0,1 1 0,-1-1 0,0 0 0,0 0 0,0 1 0,0-1 0,-1 0 0,-4 4 0,6-6 0,0 0 0,0 0 0,0 0 0,0 0 0,0 0 0,0 0 0,0-1 0,-1 1 0,1 0 0,0-1 0,0 1 0,-1-1 0,1 1 0,0-1 0,0 0 0,-1 0 0,1 1 0,-1-1 0,1 0 0,0 0 0,-1 0 0,1 0 0,0-1 0,-1 1 0,1 0 0,-2-1 0,3 1 0,-1-1 0,1 1 0,0 0 0,-1-1 0,1 1 0,0-1 0,-1 1 0,1-1 0,0 1 0,-1 0 0,1-1 0,0 1 0,0-1 0,0 1 0,-1-1 0,1 1 0,0-1 0,0 0 0,0 1 0,0-1 0,0 1 0,0-1 0,0 1 0,0-1 0,0 1 0,0-1 0,0 1 0,1-1 0,-1 1 0,0-1 0,0 1 0,0-1 0,1 0 0,9-17 0,-10 18 0,13-19 0,2 0 0,0 1 0,0 1 0,2 1 0,0 0 0,1 1 0,0 1 0,36-21 0,-50 33 0,1-1 0,-1 2 0,1-1 0,-1 0 0,1 1 0,-1 0 0,1 0 0,0 0 0,-1 0 0,1 1 0,9 0 0,-12 1 0,1-1 0,-1 1 0,1 0 0,0-1 0,-1 1 0,1 1 0,-1-1 0,0 0 0,1 0 0,-1 1 0,0 0 0,0-1 0,0 1 0,0 0 0,0 0 0,0 0 0,-1 0 0,1 0 0,-1 0 0,1 1 0,-1-1 0,2 4 0,0 2 37,0 0-1,0 1 1,-1-1-1,0 1 1,-1-1-1,0 1 1,0 0 0,-1 13-1,-2 7-489,-7 34 0,5-39-335,1-4-6038</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9.054"/>
    </inkml:context>
    <inkml:brush xml:id="br0">
      <inkml:brushProperty name="width" value="0.05" units="cm"/>
      <inkml:brushProperty name="height" value="0.05" units="cm"/>
      <inkml:brushProperty name="color" value="#FFFFFF"/>
    </inkml:brush>
  </inkml:definitions>
  <inkml:trace contextRef="#ctx0" brushRef="#br0">110 322 24575,'0'-1'0,"-1"0"0,0-1 0,1 1 0,-1 0 0,0 0 0,1 0 0,-1 0 0,0 0 0,0 0 0,0 0 0,0 0 0,0 0 0,0 1 0,0-1 0,0 0 0,0 1 0,-2-2 0,-22-9 0,23 10 0,1 0 0,-1 1 0,0-1 0,0 1 0,1 0 0,-1-1 0,0 1 0,0 0 0,1 0 0,-1 0 0,0 0 0,0 1 0,1-1 0,-1 0 0,0 1 0,0-1 0,1 1 0,-1 0 0,0-1 0,1 1 0,-2 1 0,1 0 0,0 0 0,0 0 0,0 0 0,0 0 0,0 0 0,1 1 0,-1-1 0,1 1 0,0-1 0,0 1 0,0-1 0,-1 4 0,-1 4 0,1 0 0,1 0 0,0 0 0,0 1 0,1-1 0,1 15 0,1-12 0,1 0 0,-1 0 0,2-1 0,8 23 0,-9-29 0,-1-1 0,1 1 0,1 0 0,-1-1 0,1 1 0,0-1 0,0 0 0,0 0 0,1-1 0,0 0 0,8 7 0,-11-10 0,0 0 0,0 0 0,0 0 0,0 0 0,0 0 0,0 0 0,1-1 0,-1 1 0,0-1 0,0 0 0,0 0 0,1 0 0,-1 0 0,0 0 0,0 0 0,0 0 0,1-1 0,3 0 0,-3-1 0,1 0 0,-1 1 0,1-1 0,-1 0 0,0-1 0,0 1 0,0-1 0,0 1 0,0-1 0,3-4 0,-2 1 0,1 0 0,-1 0 0,0-1 0,0 1 0,-1-1 0,0 0 0,0-1 0,-1 1 0,0 0 0,2-14 0,-3 9 0,-1 0 0,-1 0 0,0-1 0,-1 1 0,0 0 0,-1 0 0,-6-19 0,0 8 0,-2 0 0,-21-36 0,27 45 0,5 14 0,0 0 0,0 0 0,0 0 0,0-1 0,0 1 0,0 0 0,0 0 0,0 0 0,0 0 0,0 0 0,1 0 0,-1-1 0,0 1 0,0 0 0,0 0 0,0 0 0,0 0 0,0 0 0,1 0 0,-1 0 0,0 0 0,0 0 0,0 0 0,0-1 0,0 1 0,1 0 0,-1 0 0,0 0 0,0 0 0,0 0 0,0 0 0,0 0 0,1 0 0,-1 0 0,0 0 0,0 0 0,0 0 0,0 1 0,1-1 0,-1 0 0,0 0 0,24 11 0,-15-7 0,11 6 0,0-2 0,0 0 0,1-2 0,0 0 0,0-1 0,0-1 0,1-1 0,0-1 0,-1-1 0,1-1 0,42-6 0,-60 6 0,0-1 0,0-1 0,-1 1 0,1 0 0,-1-1 0,1 0 0,-1 0 0,1 0 0,-1 0 0,4-3 0,-6 4 0,-1 0 0,1 1 0,0-1 0,-1 0 0,1 0 0,-1 0 0,1 1 0,-1-1 0,1 0 0,-1 0 0,0 0 0,1 0 0,-1 0 0,0 0 0,0 0 0,1 1 0,-1-1 0,0 0 0,0 0 0,0 0 0,0 0 0,0 0 0,-1 0 0,1 0 0,0 0 0,0 0 0,-1 0 0,1 0 0,0 0 0,-1 0 0,1 1 0,-1-1 0,1 0 0,-1 0 0,1 0 0,-1 1 0,0-1 0,1 0 0,-1 1 0,0-1 0,0 1 0,1-1 0,-1 1 0,0-1 0,0 1 0,-1-1 0,-2-2 0,-1 0 0,1 0 0,-1 1 0,1-1 0,-1 1 0,0 0 0,0 1 0,0-1 0,0 1 0,0 0 0,-1 0 0,1 0 0,0 1 0,0 0 0,0 0 0,-1 0 0,1 1 0,0 0 0,0 0 0,0 0 0,-6 2 0,4 1 0,0-1 0,0 1 0,1 0 0,0 0 0,0 1 0,0 0 0,0 0 0,1 0 0,0 1 0,0 0 0,0 0 0,1 0 0,0 0 0,-4 8 0,1-1 0,1 1 0,1 0 0,0 0 0,1 0 0,1 0 0,0 1 0,1-1 0,0 1 0,1 16 0,1-22 0,1-1 0,-1 0 0,2 1 0,-1-1 0,1 0 0,1 0 0,5 14 0,-5-17 0,-1-1 0,1 1 0,0-1 0,0 0 0,0 0 0,1 0 0,-1 0 0,1 0 0,0-1 0,0 1 0,1-1 0,-1 0 0,6 2 0,-5-3 0,0 0 0,0-1 0,0 1 0,0-1 0,0-1 0,0 1 0,0-1 0,0 0 0,1 0 0,-1 0 0,0-1 0,0 1 0,0-1 0,0-1 0,0 1 0,0-1 0,0 0 0,-1 0 0,1 0 0,0 0 0,-1-1 0,4-3 0,5-3 0,-1 0 0,0-1 0,-1 0 0,0 0 0,0-2 0,11-15 0,-8 6 0,-1 0 0,-1-1 0,-1-1 0,-1 0 0,-1-1 0,-1 0 0,8-35 0,-10 27 0,-1-1 0,-2 0 0,-1 0 0,-1 0 0,-5-39 0,-3 48 0,0 20 0,-2 13 0,5 2 0,0-1 0,1 1 0,0 1 0,1-1 0,0 0 0,0 15 0,-1-5 0,-1 13 0,-8 52 0,4 0 0,3 99 0,5-180-170,1 0-1,-1 0 0,1 0 1,0 0-1,1 0 0,-1 0 1,3 6-1,5 2-6655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19.628"/>
    </inkml:context>
    <inkml:brush xml:id="br0">
      <inkml:brushProperty name="width" value="0.05" units="cm"/>
      <inkml:brushProperty name="height" value="0.05" units="cm"/>
      <inkml:brushProperty name="color" value="#FFFFFF"/>
    </inkml:brush>
  </inkml:definitions>
  <inkml:trace contextRef="#ctx0" brushRef="#br0">36 334 24575,'0'-2'0,"-1"-1"0,1 1 0,0 0 0,-1-1 0,0 1 0,1 0 0,-1 0 0,0 0 0,0-1 0,0 1 0,0 0 0,-1 0 0,1 0 0,-3-2 0,4 4 0,-1-1 0,1 1 0,0 0 0,0-1 0,-1 1 0,1 0 0,-1 0 0,1-1 0,0 1 0,-1 0 0,1 0 0,0 0 0,-1 0 0,1 0 0,-1-1 0,1 1 0,0 0 0,-1 0 0,1 0 0,-1 0 0,1 0 0,-1 0 0,1 0 0,0 0 0,-1 0 0,1 1 0,-1-1 0,0 0 0,1 1 0,-1 0 0,0 0 0,0-1 0,1 1 0,-1 0 0,0 0 0,1 0 0,-1 0 0,1 0 0,-1 0 0,1 1 0,0-1 0,-1 0 0,1 0 0,0 0 0,0 2 0,-1 4 0,1 0 0,0 0 0,0 0 0,1 0 0,0 0 0,0-1 0,1 1 0,3 11 0,0-5 0,1 1 0,0-1 0,9 15 0,-14-26 0,0 0 0,0-1 0,1 1 0,-1 0 0,0 0 0,1-1 0,-1 1 0,1-1 0,0 1 0,-1-1 0,1 1 0,0-1 0,0 0 0,0 0 0,0 0 0,0 0 0,0-1 0,0 1 0,0 0 0,0-1 0,0 1 0,1-1 0,-1 0 0,0 0 0,0 0 0,0 0 0,1 0 0,-1 0 0,0 0 0,0-1 0,0 1 0,0-1 0,0 0 0,0 0 0,0 0 0,0 0 0,3-1 0,0-1 0,0-1 0,0 1 0,-1-1 0,1 0 0,-1 0 0,0-1 0,0 1 0,0-1 0,-1 0 0,0 0 0,0 0 0,4-9 0,3-18 0,-10 30 0,0 1 0,1 0 0,-1-1 0,0 1 0,0-1 0,0 1 0,0 0 0,0-1 0,0 1 0,0-1 0,0 1 0,-1 0 0,1-1 0,0 1 0,-1-1 0,1 1 0,-1 0 0,0 0 0,1-1 0,-2 0 0,2 2 0,-1-1 0,0 1 0,1 0 0,-1 0 0,1 0 0,-1 0 0,1 0 0,-1 0 0,1 0 0,-1 0 0,1 0 0,-1 0 0,1 0 0,-1 0 0,1 1 0,-1-1 0,0 0 0,1 0 0,0 0 0,-1 1 0,1-1 0,-1 0 0,1 1 0,-1-1 0,1 0 0,0 1 0,-1-1 0,1 1 0,-1-1 0,1 0 0,0 1 0,0-1 0,-1 1 0,1-1 0,0 1 0,0-1 0,0 1 0,-1-1 0,1 1 0,0 0 0,-9 24 0,7-16 0,1 0 0,0 0 0,1 0 0,0 1 0,1-1 0,-1 0 0,2 0 0,-1 0 0,6 15 0,-6-21 0,0 0 0,0 0 0,1 0 0,-1 0 0,1 0 0,0 0 0,0-1 0,0 1 0,0-1 0,0 1 0,1-1 0,-1 0 0,3 3 0,-2-4 0,-1 0 0,0 0 0,1 0 0,-1 0 0,0-1 0,1 1 0,-1-1 0,1 1 0,-1-1 0,1 0 0,-1 0 0,1 0 0,-1 0 0,1 0 0,-1-1 0,1 1 0,-1-1 0,1 0 0,3-1 0,1-1 0,1-1 0,-1 0 0,0-1 0,1 1 0,-2-1 0,1-1 0,-1 1 0,0-1 0,0 0 0,0-1 0,5-7 0,-1-1 0,0-1 0,0 0 0,-2 0 0,8-20 0,-7 12 0,-1-1 0,-1 0 0,0 0 0,-2 0 0,-2-1 0,0 0 0,-1 0 0,-2 0 0,-2-26 0,1 45 0,-1 1 0,0 0 0,0 0 0,0-1 0,-1 1 0,1 0 0,-1 1 0,-7-11 0,9 15 0,0-1 0,0 1 0,0 0 0,0 0 0,0 0 0,0-1 0,0 1 0,0 0 0,-1 0 0,1 1 0,0-1 0,-1 0 0,1 0 0,0 1 0,-1-1 0,1 0 0,-1 1 0,1 0 0,-1-1 0,1 1 0,-1 0 0,1 0 0,-1-1 0,1 1 0,-1 1 0,0-1 0,1 0 0,-1 0 0,1 0 0,-1 1 0,1-1 0,-1 1 0,1-1 0,0 1 0,-1 0 0,1 0 0,-1-1 0,1 1 0,0 0 0,0 0 0,0 0 0,-2 2 0,-1 1 0,0 1 0,0 0 0,1 0 0,0 1 0,0-1 0,0 1 0,0-1 0,1 1 0,0 0 0,0 0 0,1 0 0,-1 7 0,-2 8 0,2 1 0,0 23 0,4-14-195,1 0 0,1 0 0,1-1 0,2 1 0,1-2 0,17 43 0,-15-46-6631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20.251"/>
    </inkml:context>
    <inkml:brush xml:id="br0">
      <inkml:brushProperty name="width" value="0.05" units="cm"/>
      <inkml:brushProperty name="height" value="0.05" units="cm"/>
      <inkml:brushProperty name="color" value="#FFFFFF"/>
    </inkml:brush>
  </inkml:definitions>
  <inkml:trace contextRef="#ctx0" brushRef="#br0">1 199 24575,'0'0'0,"0"-1"0,0 1 0,0 0 0,0 0 0,0-1 0,0 1 0,0 0 0,0 0 0,0 0 0,0-1 0,0 1 0,0 0 0,0 0 0,0-1 0,0 1 0,0 0 0,1 0 0,-1 0 0,0-1 0,0 1 0,0 0 0,0 0 0,0 0 0,1-1 0,-1 1 0,0 0 0,0 0 0,0 0 0,1 0 0,-1 0 0,0 0 0,0-1 0,0 1 0,1 0 0,-1 0 0,10 3 0,10 11 0,-19-13 0,4 3 0,1-1 0,0 1 0,0-1 0,0 0 0,0-1 0,0 0 0,1 0 0,-1 0 0,1-1 0,-1 1 0,1-2 0,-1 1 0,1-1 0,0 0 0,-1 0 0,1-1 0,0 1 0,-1-2 0,1 1 0,-1-1 0,1 0 0,-1 0 0,11-6 0,-13 6 0,0 0 0,0 0 0,-1-1 0,1 1 0,0-1 0,-1 0 0,1 0 0,-1 0 0,0 0 0,0-1 0,-1 1 0,1-1 0,-1 0 0,1 0 0,-1 0 0,0 0 0,-1 0 0,1 0 0,-1-1 0,1 1 0,-1 0 0,-1-1 0,1 1 0,-1-1 0,0 1 0,0-1 0,0 1 0,0-1 0,-1 1 0,1-1 0,-1 1 0,-1 0 0,1-1 0,0 1 0,-4-6 0,2 4 0,0 0 0,0 0 0,-1 0 0,0 1 0,0 0 0,0-1 0,0 2 0,-1-1 0,0 0 0,0 1 0,-9-6 0,12 8 0,-1 1 0,1 0 0,-1 0 0,0 0 0,1 0 0,-1 0 0,0 0 0,1 1 0,-1-1 0,0 1 0,0 0 0,0 0 0,0 0 0,1 0 0,-1 0 0,0 0 0,0 1 0,0 0 0,1-1 0,-1 1 0,0 0 0,1 0 0,-1 1 0,1-1 0,-1 0 0,1 1 0,0 0 0,-1-1 0,-1 3 0,-3 3 0,1 0 0,0 1 0,0-1 0,0 1 0,1 0 0,1 1 0,-1-1 0,1 1 0,1 0 0,-1 0 0,2 0 0,-1 0 0,1 1 0,1-1 0,-1 11 0,1-7 0,0 1 0,1 0 0,1-1 0,1 1 0,0-1 0,0 0 0,1 1 0,1-1 0,0 0 0,7 12 0,-9-19 0,1-1 0,0 0 0,0 0 0,1 0 0,-1 0 0,1-1 0,0 1 0,0-1 0,1 0 0,-1 0 0,1-1 0,0 1 0,0-1 0,0 0 0,7 2 0,-5-2 0,0-1 0,1 0 0,-1 0 0,1-1 0,-1 0 0,1 0 0,-1-1 0,1 0 0,0 0 0,12-3 0,-6 0 0,0-1 0,0 0 0,0-1 0,0 0 0,-1-1 0,0-1 0,0 0 0,-1 0 0,0-2 0,0 1 0,-1-2 0,10-10 0,-4 2 0,-2-1 0,0-1 0,-2 0 0,0-1 0,-1 0 0,-1-1 0,-1-1 0,-1 1 0,-1-2 0,7-32 0,-17 73 0,2 1 0,0 0 0,0-1 0,2 1 0,0-1 0,1 0 0,7 24 0,47 131 0,-56-169 0,1 1 0,-1 0 0,0-1 0,0 1 0,-1 0 0,1-1 0,-1 1 0,0 0 0,0 0 0,0-1 0,0 1 0,-2 5 0,1-6 0,1-1 0,-1 0 0,-1 0 0,1 0 0,0 0 0,0 0 0,-1 0 0,1 0 0,-1 0 0,0-1 0,1 1 0,-1 0 0,0-1 0,0 0 0,0 1 0,0-1 0,0 0 0,0 0 0,-1 0 0,-3 1 0,-4 1-170,0-1-1,-1 0 0,1-1 1,-1 0-1,1 0 0,-1-1 1,-15-2-1,-10-2-6655</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20.855"/>
    </inkml:context>
    <inkml:brush xml:id="br0">
      <inkml:brushProperty name="width" value="0.05" units="cm"/>
      <inkml:brushProperty name="height" value="0.05" units="cm"/>
      <inkml:brushProperty name="color" value="#FFFFFF"/>
    </inkml:brush>
  </inkml:definitions>
  <inkml:trace contextRef="#ctx0" brushRef="#br0">7 289 24575,'0'0'0,"0"0"0,0 0 0,0 0 0,-1 0 0,1 1 0,0-1 0,0 0 0,0 0 0,-1 0 0,1 0 0,0 0 0,0 0 0,0 0 0,-1 0 0,1 0 0,0 0 0,0 0 0,-1-1 0,1 1 0,0 0 0,0 0 0,0 0 0,0 0 0,-1 0 0,1 0 0,0 0 0,0-1 0,0 1 0,-1 0 0,1 0 0,0 0 0,0 0 0,0 0 0,0-1 0,0 1 0,0 0 0,0 0 0,-1 0 0,1-1 0,0 1 0,0 0 0,0 0 0,8-8 0,14-6 0,22 1 0,0 2 0,0 2 0,81-7 0,-57 9 0,2266-166-6824,-1407 179 6910,-2 27-1349,-831-29 880,-31-2 372,133 4 408,-146-7 670,88-13 0,-132 13-675,0 0 0,0-1 0,0 1-1,0-1 1,-1 0 0,11-6 0,-15 8-373,-1-1-1,1 1 1,0-1 0,0 0 0,-1 1 0,1-1 0,0 0 0,-1 1 0,1-1 0,0 0 0,-1 0 0,1 1 0,-1-1 0,0 0 0,1 0-1,-1 0 1,0 0 0,1 0 0,-1 0 0,0 0 0,0 0 0,0 0 0,0 0 0,0 0 0,0 0 0,0 0 0,0 0 0,0 1 0,0-1 0,0 0-1,-1 0 1,1 0 0,0 0 0,-1 0 0,1 0 0,-1 0 0,1 1 0,-1-1 0,1 0 0,-1 0 0,0 0 0,1 1 0,-1-1 0,0 0-1,-1 0 1,-14-14-5959</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29.756"/>
    </inkml:context>
    <inkml:brush xml:id="br0">
      <inkml:brushProperty name="width" value="0.05" units="cm"/>
      <inkml:brushProperty name="height" value="0.05" units="cm"/>
      <inkml:brushProperty name="color" value="#FFFFFF"/>
    </inkml:brush>
  </inkml:definitions>
  <inkml:trace contextRef="#ctx0" brushRef="#br0">2116 236 24575,'0'-1'0,"0"1"0,-1-1 0,1 0 0,-1 0 0,1 0 0,0 1 0,-1-1 0,1 0 0,-1 1 0,0-1 0,1 0 0,-1 1 0,0-1 0,1 1 0,-1-1 0,0 1 0,1-1 0,-1 1 0,0-1 0,0 1 0,0 0 0,1 0 0,-1-1 0,0 1 0,0 0 0,0 0 0,-1 0 0,-28-4 0,27 4 0,-85-2 0,0 5 0,0 3 0,-89 18 0,72-8 0,-573 96 0,613-98 0,1 3 0,1 2 0,-78 36 0,58-16 0,-140 89 0,202-114 0,0 1 0,1 1 0,0 0 0,1 2 0,2 0 0,-22 26 0,34-37 0,0 0 0,0 1 0,1-1 0,0 1 0,0 0 0,1 0 0,0 0 0,0 0 0,1 1 0,0-1 0,1 1 0,0-1 0,0 1 0,0-1 0,1 1 0,1 0 0,-1-1 0,2 1 0,-1 0 0,1-1 0,0 0 0,4 9 0,1-3 0,0 0 0,1 0 0,0-1 0,2 0 0,-1-1 0,2 0 0,-1-1 0,2 0 0,-1 0 0,1-1 0,24 14 0,-5-4 0,2-2 0,1-1 0,65 22 0,-10-12-74,2-4 0,144 18 0,191-5-341,-422-36 411,1799 58-1587,-859-104 1213,-752 23 252,-1-9 0,347-104 1,-528 133 128,45-15 450,-2-2 0,72-37 0,-109 47-266,1 0 1,-1-1 0,-1-1 0,20-19-1,-27 22-126,0 0 0,0 0-1,-1-1 1,-1 0-1,0 0 1,0-1 0,0 0-1,3-12 1,-5 11-45,-1 0-1,0 0 1,-1 0 0,0 0-1,-1 0 1,-1-1 0,0 1 0,-2-23-1,-2 17-9,0-1 0,0 1 0,-2 1 0,0-1 0,-11-22 0,1 11-11,-2 0-1,0 1 1,-2 0 0,-1 2 0,-1 1 0,-27-25 0,14 20 5,-1 2 0,0 2 0,-2 1 0,-1 2 0,-1 1 0,-75-28 0,26 20 0,-1 3 0,-117-20 0,-223-9-294,-4 25-327,393 29 560,-1709-37-1062,1363 64 980,304-14 95,0 4 1,-127 39-1,204-53 56,-87 35 1096,85-33-1170,0 1 1,0 0 0,1 1 0,0 0 0,0 0 0,0 1-1,1-1 1,-11 14 0,6-2-6266</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30.424"/>
    </inkml:context>
    <inkml:brush xml:id="br0">
      <inkml:brushProperty name="width" value="0.05" units="cm"/>
      <inkml:brushProperty name="height" value="0.05" units="cm"/>
      <inkml:brushProperty name="color" value="#FFFFFF"/>
    </inkml:brush>
  </inkml:definitions>
  <inkml:trace contextRef="#ctx0" brushRef="#br0">430 131 24575,'1'-3'0,"0"1"0,-1 0 0,1-1 0,0 1 0,0 0 0,1 0 0,-1 0 0,0 0 0,3-3 0,5-8 0,-8 11 0,0 0 0,0-1 0,0 1 0,-1 0 0,1 0 0,0 0 0,-1-1 0,1 1 0,-1 0 0,0 0 0,0-1 0,0 1 0,0 0 0,0-1 0,-1 1 0,1 0 0,-1 0 0,1-1 0,-1 1 0,0 0 0,-1-2 0,0 1 0,0 1 0,0-1 0,0 1 0,0 0 0,0 0 0,-1 0 0,1 0 0,-1 0 0,0 1 0,1-1 0,-1 1 0,0 0 0,-5-2 0,-6-1 0,0 1 0,0 1 0,0 0 0,-1 0 0,-22 2 0,17 1 0,0 1 0,0 1 0,0 1 0,1 0 0,-33 13 0,41-13 0,0 1 0,0 0 0,0 0 0,1 2 0,-1-1 0,1 1 0,1 1 0,0 0 0,0 0 0,-13 16 0,20-22 0,0 1 0,0 0 0,0-1 0,1 1 0,-1 0 0,1 0 0,0 0 0,0 0 0,0 0 0,0 0 0,0 0 0,1 0 0,0 0 0,-1 1 0,1-1 0,0 0 0,0 0 0,1 0 0,-1 1 0,1-1 0,1 4 0,-1-3 0,1 0 0,1 0 0,-1 0 0,1 0 0,-1-1 0,1 1 0,0-1 0,0 0 0,0 1 0,1-1 0,-1-1 0,1 1 0,0 0 0,6 2 0,7 4 0,1-1 0,0 0 0,0-2 0,20 5 0,80 12 0,19 5 0,-132-26 0,0-1 0,1 1 0,-1 1 0,0-1 0,0 1 0,8 6 0,-12-9 0,-1 1 0,1 0 0,0-1 0,-1 1 0,1 0 0,0-1 0,-1 1 0,1 0 0,-1 0 0,0-1 0,1 1 0,-1 0 0,1 0 0,-1 0 0,0 0 0,0 0 0,0-1 0,1 1 0,-1 2 0,-1-2 0,1 0 0,0 0 0,-1 1 0,1-1 0,-1 0 0,0 0 0,1 0 0,-1 0 0,0 0 0,0 0 0,0 0 0,1 0 0,-1 0 0,0 0 0,0-1 0,0 1 0,0 0 0,-2 0 0,-8 5 0,0-1 0,0 0 0,0 0 0,-1-1 0,0-1 0,-21 4 0,-75 4 0,104-11 0,-12 1 18,-20 2 141,-40-3 1,66 0-350,0-1 1,0-1 0,0 0 0,0 0 0,1-1 0,-1 0 0,1 0 0,-18-10 0,5-2-6637</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30.640"/>
    </inkml:context>
    <inkml:brush xml:id="br0">
      <inkml:brushProperty name="width" value="0.05" units="cm"/>
      <inkml:brushProperty name="height" value="0.05" units="cm"/>
      <inkml:brushProperty name="color" value="#FFFFFF"/>
    </inkml:brush>
  </inkml:definitions>
  <inkml:trace contextRef="#ctx0" brushRef="#br0">0 42 24575,'5'-5'0,"1"0"0,-1 0 0,1 0 0,0 1 0,0 0 0,12-6 0,-16 10 0,-1-1 0,1 0 0,-1 1 0,1 0 0,-1-1 0,1 1 0,-1 0 0,1-1 0,-1 1 0,1 0 0,-1 0 0,1 0 0,-1 1 0,1-1 0,0 0 0,-1 1 0,1-1 0,-1 1 0,0-1 0,1 1 0,-1-1 0,1 1 0,-1 0 0,0 0 0,0 0 0,1 0 0,-1 0 0,0 0 0,0 0 0,0 0 0,0 0 0,0 1 0,0-1 0,0 0 0,-1 1 0,1-1 0,0 0 0,0 3 0,8 22 0,-1 1 0,0 0 0,-3 1 0,4 33 0,0-1 0,23 134-1365,-25-159-5461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31.720"/>
    </inkml:context>
    <inkml:brush xml:id="br0">
      <inkml:brushProperty name="width" value="0.05" units="cm"/>
      <inkml:brushProperty name="height" value="0.05" units="cm"/>
      <inkml:brushProperty name="color" value="#FFFFFF"/>
    </inkml:brush>
  </inkml:definitions>
  <inkml:trace contextRef="#ctx0" brushRef="#br0">1 148 24575,'74'-2'0,"113"-18"0,68-30 0,-244 47 0,35-9 0,-44 12 0,-1-1 0,1 0 0,0 1 0,-1-1 0,1 0 0,-1 0 0,0 0 0,1 0 0,-1 0 0,1 0 0,-1 0 0,0 0 0,0-1 0,0 1 0,0 0 0,0-1 0,0 1 0,0-1 0,0 1 0,-1-1 0,2-2 0,-2 3 0,0 0 0,0-1 0,0 1 0,-1 0 0,1 0 0,0 0 0,-1 0 0,1 0 0,0 0 0,-1-1 0,0 1 0,1 0 0,-1 0 0,0 0 0,1 0 0,-1 1 0,0-1 0,0 0 0,0 0 0,0 0 0,1 1 0,-1-1 0,0 0 0,-1 1 0,1-1 0,0 1 0,0-1 0,0 1 0,0 0 0,0-1 0,-2 1 0,-3-2 0,0 1 0,1 0 0,-1 0 0,-12 0 0,12 1 0,-1 1 0,1 0 0,0 1 0,0 0 0,0 0 0,0 0 0,0 0 0,1 1 0,-1 0 0,1 1 0,0-1 0,-1 1 0,1 0 0,1 0 0,-1 0 0,1 1 0,0 0 0,-6 8 0,1-2 0,2 1 0,-1 0 0,2 0 0,-1 1 0,2 0 0,0 0 0,-5 19 0,8-25 0,1-1 0,0 1 0,0 0 0,0 0 0,1 0 0,0-1 0,1 1 0,2 13 0,-3-18 0,1 0 0,0 0 0,-1 0 0,1 0 0,0 0 0,0 0 0,0 0 0,1-1 0,-1 1 0,0 0 0,1-1 0,-1 1 0,1-1 0,-1 1 0,1-1 0,0 0 0,0 0 0,0 0 0,-1 0 0,1 0 0,0 0 0,0 0 0,0-1 0,0 1 0,0-1 0,0 1 0,1-1 0,-1 0 0,0 0 0,0 0 0,0 0 0,3-1 0,3 1 0,-1-1 0,1-1 0,0 0 0,-1 0 0,0 0 0,1-1 0,-1 0 0,0 0 0,0-1 0,-1 0 0,1 0 0,-1 0 0,10-10 0,-3 2 0,-1-1 0,-1 0 0,0-1 0,-1 0 0,9-16 0,-18 27 0,1 1 0,-1-1 0,1 1 0,0 0 0,0 0 0,0 0 0,0 0 0,2-2 0,-3 4 0,-1-1 0,0 1 0,0 0 0,0 0 0,1 0 0,-1 0 0,0 0 0,0 0 0,1 0 0,-1 0 0,0 0 0,0 0 0,1 0 0,-1 0 0,0 0 0,1 0 0,-1 0 0,0 0 0,0 0 0,1 0 0,-1 0 0,0 0 0,0 0 0,1 0 0,-1 0 0,0 0 0,0 0 0,1 1 0,-1-1 0,0 0 0,0 0 0,5 16 0,-4-6 0,0-1 0,1 1 0,0-1 0,0 1 0,1-1 0,5 11 0,-7-16 0,1-1 0,0 1 0,1-1 0,-1 0 0,1 0 0,-1 0 0,1 0 0,0 0 0,0 0 0,0-1 0,0 0 0,1 1 0,-1-1 0,1-1 0,-1 1 0,1 0 0,0-1 0,4 2 0,4-1 0,1 1 0,1-1 0,-1-1 0,0 0 0,0-1 0,1-1 0,-1 0 0,0-1 0,0 0 0,0-1 0,0 0 0,-1-1 0,1 0 0,-1-1 0,0-1 0,13-7 0,-12 5 0,1-1 0,-2 0 0,1-1 0,-1 0 0,-1 0 0,1-2 0,-2 1 0,0-1 0,0-1 0,-1 0 0,-1 0 0,0-1 0,7-18 0,-14 30 0,0 0 0,0 0 0,0 0 0,-1 0 0,1 0 0,-1 0 0,0 0 0,1-1 0,-1 1 0,0 0 0,0 0 0,0 0 0,-1 0 0,1 0 0,0-1 0,-1 1 0,0 0 0,0-2 0,0 3 0,0-1 0,0 1 0,-1 0 0,1 0 0,0 0 0,0 0 0,-1 0 0,1 0 0,-1 0 0,1 0 0,-1 0 0,1 1 0,-1-1 0,1 1 0,-1-1 0,0 1 0,1 0 0,-1-1 0,0 1 0,1 0 0,-1 0 0,0 0 0,1 0 0,-3 1 0,-6 0 0,0 0 0,0 1 0,1 1 0,-1 0 0,1 0 0,0 0 0,-1 1 0,1 1 0,1-1 0,-14 11 0,8-5 0,0 2 0,1-1 0,0 2 0,0 0 0,-11 16 0,23-28 0,0 1 0,0-1 0,0 0 0,0 1 0,0-1 0,0 1 0,0-1 0,1 1 0,-1-1 0,0 1 0,1 0 0,0-1 0,-1 1 0,1 0 0,0 0 0,0-1 0,-1 1 0,2 0 0,-1-1 0,0 1 0,1 3 0,0-4 0,0 1 0,0-1 0,0 0 0,0 0 0,0 0 0,0 0 0,1 0 0,-1 0 0,0 0 0,0-1 0,1 1 0,-1 0 0,1-1 0,-1 1 0,1-1 0,-1 1 0,1-1 0,-1 0 0,1 0 0,-1 0 0,1 0 0,0 0 0,-1 0 0,1 0 0,1 0 0,8-2 0,0 0 0,0 0 0,-1-1 0,1-1 0,-1 1 0,0-2 0,0 0 0,12-7 0,22-9 0,-43 20 0,0 1 0,0-1 0,0 1 0,0-1 0,0 1 0,-1-1 0,1 1 0,1 0 0,-1 0 0,0-1 0,0 1 0,0 0 0,0 0 0,0 0 0,0 0 0,0 0 0,0 0 0,0 0 0,0 1 0,0-1 0,0 0 0,0 1 0,0-1 0,0 0 0,0 1 0,0-1 0,0 1 0,0 0 0,-1-1 0,1 1 0,0 0 0,0-1 0,0 1 0,-1 0 0,1 0 0,-1 0 0,1-1 0,0 1 0,-1 0 0,1 0 0,-1 0 0,0 0 0,1 2 0,1 4 0,-1 0 0,0 0 0,-1 0 0,0 0 0,0 10 0,-1-6 0,4 45 0,3-1 0,1 0 0,26 93 0,-11-54 0,-18-80 0,-2 1 0,0-1 0,0 1 0,-1 21 0,-2-32 0,1-1 0,0 1 0,-1-1 0,0 1 0,0-1 0,0 0 0,0 0 0,-1 0 0,1 1 0,-1-1 0,-2 3 0,3-5 0,0 1 0,-1-1 0,0 1 0,1-1 0,-1 1 0,0-1 0,0 0 0,0 0 0,1 0 0,-1 0 0,0 0 0,0-1 0,-1 1 0,1 0 0,0-1 0,0 0 0,0 1 0,0-1 0,-3 0 0,-2-1 0,0 1 0,0-1 0,0-1 0,1 1 0,-1-1 0,0-1 0,1 1 0,0-1 0,-1 0 0,1 0 0,0-1 0,1 0 0,-1 0 0,1 0 0,-1-1 0,1 0 0,1 0 0,-9-10 0,4 3 0,1 1 0,1-1 0,0 0 0,1-1 0,0 1 0,0-1 0,2-1 0,-6-19 0,8 24 0,1 0 0,0 0 0,0 0 0,1 0 0,0 0 0,0 0 0,1 0 0,1 0 0,-1 0 0,1 0 0,1 0 0,0 1 0,0-1 0,0 1 0,1 0 0,0 0 0,1 0 0,0 0 0,0 1 0,1 0 0,0 0 0,0 0 0,0 1 0,1 0 0,0 0 0,0 1 0,1 0 0,-1 0 0,1 0 0,0 1 0,1 1 0,-1-1 0,12-2 0,-4 2-227,0 0-1,1 2 1,-1 0-1,1 0 1,16 2-1,-14 1-6598</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31.994"/>
    </inkml:context>
    <inkml:brush xml:id="br0">
      <inkml:brushProperty name="width" value="0.05" units="cm"/>
      <inkml:brushProperty name="height" value="0.05" units="cm"/>
      <inkml:brushProperty name="color" value="#FFFFFF"/>
    </inkml:brush>
  </inkml:definitions>
  <inkml:trace contextRef="#ctx0" brushRef="#br0">25 0 24575,'-3'0'0,"-5"0"0,0 3 0,4 2 0,3 2 0,4 3 0,5 3 0,5 3 0,-1 5 0,1 1 0,-1 4 0,-3 0 0,-3 2 0,-3 0 0,-1-6-8191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32.149"/>
    </inkml:context>
    <inkml:brush xml:id="br0">
      <inkml:brushProperty name="width" value="0.05" units="cm"/>
      <inkml:brushProperty name="height" value="0.05" units="cm"/>
      <inkml:brushProperty name="color" value="#FFFFFF"/>
    </inkml:brush>
  </inkml:definitions>
  <inkml:trace contextRef="#ctx0" brushRef="#br0">22 8 24575,'0'-3'0,"-3"-1"0,-1 4 0,-3 0 0,-1 5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6:33.024"/>
    </inkml:context>
    <inkml:brush xml:id="br0">
      <inkml:brushProperty name="width" value="0.05" units="cm"/>
      <inkml:brushProperty name="height" value="0.05" units="cm"/>
      <inkml:brushProperty name="color" value="#FFFFFF"/>
    </inkml:brush>
  </inkml:definitions>
  <inkml:trace contextRef="#ctx0" brushRef="#br0">13 77 24575,'-6'6'0,"0"2"0,13 6 0,7 10 0,-1 1 0,-1 0 0,14 40 0,-23-57 0,-2-5 0,0 0 0,0 0 0,1-1 0,-1 1 0,1 0 0,-1-1 0,4 4 0,-5-5 0,1-1 0,-1 0 0,1 1 0,-1-1 0,1 0 0,-1 0 0,1 1 0,0-1 0,-1 0 0,1 0 0,-1 0 0,1 1 0,0-1 0,-1 0 0,1 0 0,-1 0 0,1 0 0,0 0 0,-1 0 0,1 0 0,-1-1 0,1 1 0,-1 0 0,1 0 0,0 0 0,-1-1 0,1 1 0,-1 0 0,1 0 0,-1-1 0,1 1 0,-1-1 0,1 1 0,-1 0 0,0-1 0,1 1 0,-1-1 0,1 1 0,-1-1 0,0 1 0,0-1 0,1 1 0,-1-1 0,0 0 0,29-49 0,-25 41 0,1-1 0,0 1 0,1 0 0,0 0 0,1 1 0,11-13 0,-17 20 0,0 0 0,0 0 0,1 0 0,-1 1 0,0-1 0,0 0 0,1 1 0,-1-1 0,0 0 0,1 1 0,-1 0 0,1-1 0,-1 1 0,0 0 0,1 0 0,-1 0 0,1 0 0,-1 0 0,1 0 0,-1 0 0,0 0 0,1 1 0,-1-1 0,1 0 0,-1 1 0,0-1 0,2 2 0,3 1 0,0 1 0,-1 0 0,1 0 0,8 9 0,7 5 0,-15-14 0,0 0 0,-1 0 0,2-1 0,-1 0 0,0-1 0,0 1 0,1-1 0,0 0 0,-1-1 0,1 0 0,10 1 0,-11-2 0,0 0 0,-1-1 0,1 0 0,-1 0 0,1 0 0,-1-1 0,1 0 0,-1 0 0,0 0 0,0-1 0,0 1 0,0-1 0,0 0 0,6-6 0,-2 0 0,1 1 0,-1-2 0,-1 1 0,14-20 0,-19 25 0,0 0 0,-1-1 0,0 1 0,1-1 0,-1 1 0,-1-1 0,1 0 0,-1 1 0,0-1 0,0 0 0,0 0 0,-1 0 0,1 0 0,-1 0 0,-1-6 0,1 9 0,-1 0 0,1 0 0,-1 0 0,0 0 0,0 0 0,0 0 0,0 0 0,0 0 0,0 1 0,0-1 0,-1 0 0,1 1 0,-1-1 0,1 1 0,-1-1 0,1 1 0,-1 0 0,0 0 0,0 0 0,1 0 0,-1 0 0,0 0 0,0 0 0,0 1 0,0-1 0,0 1 0,0-1 0,0 1 0,0 0 0,0 0 0,0 0 0,-1 0 0,1 0 0,0 0 0,0 1 0,-4 0 0,-1 0 0,1 1 0,-1 0 0,0 0 0,1 1 0,-1 0 0,1 0 0,-1 0 0,1 1 0,-9 7 0,10-7 0,1 1 0,-1-1 0,1 1 0,1 0 0,-1 0 0,1 0 0,-4 6 0,7-9 0,-1-1 0,0 0 0,1 1 0,-1-1 0,1 0 0,-1 1 0,1-1 0,-1 1 0,1-1 0,0 1 0,0-1 0,0 1 0,0-1 0,0 1 0,0-1 0,0 1 0,1-1 0,-1 1 0,0-1 0,1 0 0,-1 1 0,1-1 0,0 1 0,-1-1 0,1 0 0,0 0 0,0 1 0,0-1 0,0 0 0,0 0 0,0 0 0,0 0 0,2 1 0,2 2 0,0 0 0,-1 0 0,1 1 0,-1-1 0,0 1 0,0 0 0,-1 0 0,0 0 0,1 0 0,-2 1 0,1 0 0,0-1 0,2 12 0,1 6 0,-2 0 0,3 33 0,-4-29 0,31 413 0,-33-422 0,0-11 0,-1 1 0,1 0 0,-1 0 0,-1-1 0,0 1 0,0 0 0,0-1 0,-1 1 0,-4 12 0,6-19 0,-1-1 0,1 1 0,0 0 0,-1-1 0,1 1 0,0 0 0,-1-1 0,1 1 0,-1-1 0,1 1 0,-1-1 0,1 1 0,-1-1 0,1 1 0,-1-1 0,1 1 0,-1-1 0,0 0 0,1 1 0,-1-1 0,0 0 0,1 0 0,-1 1 0,0-1 0,1 0 0,-1 0 0,0 0 0,1 0 0,-1 0 0,0 0 0,0 0 0,1 0 0,-1 0 0,0 0 0,1-1 0,-1 1 0,0 0 0,1 0 0,-1-1 0,0 1 0,1 0 0,-1-1 0,0 1 0,1 0 0,-1-1 0,1 1 0,-1-1 0,1 1 0,-1-1 0,1 1 0,-1-1 0,1 0 0,0 1 0,-1-1 0,1 0 0,-4-5 0,0 1 0,1-1 0,0 1 0,-5-13 0,2-2 0,0 0 0,2 0 0,0-1 0,2 1 0,0-1 0,1 0 0,1 0 0,1 1 0,5-30 0,-2 27 0,1 1 0,1-1 0,1 1 0,0 0 0,2 0 0,1 1 0,0 0 0,16-23 0,-17 33 0,-1 0 0,20-19 0,-26 27 0,1 1 0,-1 0 0,1 0 0,-1 0 0,1 0 0,0 0 0,0 0 0,0 1 0,0-1 0,0 1 0,0 0 0,0 0 0,1 0 0,-1 0 0,0 1 0,1-1 0,5 1 0,-9 0-31,1 0 0,0 0 0,0 1 0,-1-1 0,1 0 0,0 1 0,0-1 0,-1 0 0,1 1 0,0-1 0,-1 1 0,1-1 0,-1 1 0,1-1 0,0 1 0,-1-1 0,1 1 0,-1 0 0,0-1 0,1 1 0,-1 0 0,1 0 0,-1-1 0,0 1-1,0 0 1,1 0 0,-1-1 0,0 1 0,0 0 0,0 0 0,0-1 0,0 1 0,0 0 0,0 0 0,0 0 0,0-1 0,0 1 0,-1 0 0,1 0 0,0-1 0,0 1 0,-1 0 0,0 1 0,-5 9-6795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52.646"/>
    </inkml:context>
    <inkml:brush xml:id="br0">
      <inkml:brushProperty name="width" value="0.05" units="cm"/>
      <inkml:brushProperty name="height" value="0.05" units="cm"/>
      <inkml:brushProperty name="color" value="#FFFFFF"/>
    </inkml:brush>
  </inkml:definitions>
  <inkml:trace contextRef="#ctx0" brushRef="#br0">1 0 24575,'3'0'0,"4"0"0,8 0 0,7 0 0,5 0 0,6 0 0,5 0 0,3 0 0,4 0 0,4 0 0,2 0 0,-7 0-8191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52.971"/>
    </inkml:context>
    <inkml:brush xml:id="br0">
      <inkml:brushProperty name="width" value="0.05" units="cm"/>
      <inkml:brushProperty name="height" value="0.05" units="cm"/>
      <inkml:brushProperty name="color" value="#FFFFFF"/>
    </inkml:brush>
  </inkml:definitions>
  <inkml:trace contextRef="#ctx0" brushRef="#br0">0 15 24575,'38'-14'0,"-32"13"0,-1 1 0,1 0 0,0 0 0,-1 1 0,1 0 0,-1 0 0,1 0 0,-1 0 0,1 1 0,-1 0 0,0 0 0,0 1 0,9 5 0,7 5 0,33 28 0,-51-39 0,13 11 0,-1 0 0,-1 1 0,0 0 0,0 1 0,19 30 0,-29-39 0,0 0 0,-1 1 0,0-1 0,0 1 0,-1 0 0,1 0 0,-2 0 0,1 0 0,-1 0 0,0 0 0,0 1 0,-1-1 0,0 0 0,0 0 0,-1 1 0,0-1 0,0 0 0,-1 0 0,-3 10 0,1-7 38,-1 1 0,0-2 0,-1 1 0,0 0 0,-1-1 0,0-1 0,0 1 0,-12 10 0,1-3-607,-1 0 0,-37 21 0,6-7-6257</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06.773"/>
    </inkml:context>
    <inkml:brush xml:id="br0">
      <inkml:brushProperty name="width" value="0.05" units="cm"/>
      <inkml:brushProperty name="height" value="0.05" units="cm"/>
      <inkml:brushProperty name="color" value="#FFFFFF"/>
    </inkml:brush>
  </inkml:definitions>
  <inkml:trace contextRef="#ctx0" brushRef="#br0">1 44 24575,'3'0'0,"4"0"0,4 0 0,7 0 0,5 0 0,7 0 0,3 0 0,5 0 0,4 0 0,-1-3 0,0-2 0,-1 1 0,-4 1 0,-2-2 0,-4-1 0,-4 1 0,-6-1 0,-7-1-8191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07.054"/>
    </inkml:context>
    <inkml:brush xml:id="br0">
      <inkml:brushProperty name="width" value="0.05" units="cm"/>
      <inkml:brushProperty name="height" value="0.05" units="cm"/>
      <inkml:brushProperty name="color" value="#FFFFFF"/>
    </inkml:brush>
  </inkml:definitions>
  <inkml:trace contextRef="#ctx0" brushRef="#br0">1 13 24575,'30'-6'0,"-27"5"0,1-1 0,-1 1 0,1 0 0,-1 1 0,1-1 0,0 1 0,-1 0 0,6 0 0,-2 1 0,-1 1 0,0-1 0,1 2 0,-1-1 0,0 1 0,0 0 0,-1 0 0,1 0 0,-1 1 0,10 8 0,-6-4 0,0 0 0,-1 1 0,0 0 0,14 21 0,-20-27 10,-1 0-1,1 0 1,-1 0-1,1 0 1,-1 0-1,0 0 1,0 1-1,0-1 1,-1 1-1,1-1 1,-1 0-1,0 1 0,0-1 1,0 1-1,0-1 1,-1 0-1,-1 7 1,0-4 7,0-1 0,-1 1 0,1-1 0,-1 0 0,-1 0 0,1 0 0,-1-1 0,1 1 1,-9 6-1,-2 2-302,-1-2 1,0 0-1,-1-1 1,0 0-1,-27 11 1,6-6-6542</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24.730"/>
    </inkml:context>
    <inkml:brush xml:id="br0">
      <inkml:brushProperty name="width" value="0.05" units="cm"/>
      <inkml:brushProperty name="height" value="0.05" units="cm"/>
      <inkml:brushProperty name="color" value="#FFFFFF"/>
    </inkml:brush>
  </inkml:definitions>
  <inkml:trace contextRef="#ctx0" brushRef="#br0">1 58 24575,'16'-25'0,"-15"22"0,0 0 0,0 1 0,1 0 0,-1-1 0,1 1 0,-1 0 0,1-1 0,0 1 0,0 0 0,0 0 0,0 1 0,3-3 0,-5 4 0,0 0 0,0-1 0,1 1 0,-1 0 0,0 0 0,0 0 0,0 0 0,1 0 0,-1 0 0,0 0 0,0 0 0,1 0 0,-1 0 0,0 0 0,0 0 0,1 0 0,-1 0 0,0 0 0,0 0 0,1 0 0,-1 0 0,0 0 0,0 0 0,1 0 0,-1 0 0,0 0 0,0 0 0,1 1 0,-1-1 0,0 0 0,0 0 0,0 0 0,1 0 0,-1 1 0,0-1 0,0 0 0,0 0 0,0 0 0,1 1 0,1 13 0,-4 16 0,1-29 0,-26 237 342,25-201-684,2 0 1,2 0 0,1-1-1,12 55 1,-8-65-6485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8:25.164"/>
    </inkml:context>
    <inkml:brush xml:id="br0">
      <inkml:brushProperty name="width" value="0.05" units="cm"/>
      <inkml:brushProperty name="height" value="0.05" units="cm"/>
      <inkml:brushProperty name="color" value="#FFFFFF"/>
    </inkml:brush>
  </inkml:definitions>
  <inkml:trace contextRef="#ctx0" brushRef="#br0">266 49 24575,'0'-1'0,"-1"-1"0,1 1 0,-1 0 0,1 0 0,-1 0 0,1 0 0,-1 0 0,0 0 0,1 0 0,-1 0 0,0 0 0,0 0 0,0 0 0,0 0 0,0 0 0,0 1 0,0-1 0,0 0 0,0 1 0,0-1 0,0 1 0,0-1 0,-2 0 0,-1 0 0,1 0 0,0 0 0,0 0 0,-1 0 0,1 1 0,-1-1 0,-4 1 0,3 1 0,0 0 0,0 0 0,0 1 0,0 0 0,0 0 0,0 0 0,0 1 0,0-1 0,1 1 0,-1 0 0,1 1 0,0-1 0,-4 5 0,-8 8 0,-22 30 0,36-43 0,-84 121 0,127-195 0,12-18 0,-46 79 0,1 0 0,-1 1 0,2 0 0,-1 0 0,1 1 0,12-8 0,-18 14 0,-1 0 0,1 0 0,0 1 0,0-1 0,-1 1 0,1 0 0,0 0 0,0 0 0,0 0 0,1 1 0,-1-1 0,0 1 0,0 0 0,0 0 0,0 0 0,0 0 0,1 0 0,-1 1 0,0-1 0,0 1 0,0 0 0,0 0 0,0 0 0,0 1 0,0-1 0,-1 1 0,1-1 0,3 3 0,5 6 0,0-1 0,0 1 0,-2 1 0,18 22 0,-20-23 0,51 70-1365,-32-43-5461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19.170"/>
    </inkml:context>
    <inkml:brush xml:id="br0">
      <inkml:brushProperty name="width" value="0.05" units="cm"/>
      <inkml:brushProperty name="height" value="0.05" units="cm"/>
      <inkml:brushProperty name="color" value="#FFFFFF"/>
    </inkml:brush>
  </inkml:definitions>
  <inkml:trace contextRef="#ctx0" brushRef="#br0">221 87 24575,'0'-4'0,"-1"0"0,0 0 0,0 0 0,0 0 0,0 0 0,0 1 0,-1-1 0,0 0 0,0 0 0,0 1 0,0-1 0,-1 1 0,1 0 0,-1 0 0,0 0 0,0 0 0,0 0 0,0 1 0,0-1 0,0 1 0,-1 0 0,0 0 0,1 0 0,-1 0 0,0 1 0,0-1 0,0 1 0,0 0 0,0 0 0,0 0 0,0 1 0,0 0 0,0 0 0,0 0 0,0 0 0,-5 1 0,3 1 0,0 0 0,-1 0 0,1 0 0,0 1 0,1 0 0,-1 1 0,0-1 0,1 1 0,0 0 0,-1 0 0,2 1 0,-1 0 0,0-1 0,1 2 0,0-1 0,0 0 0,-4 10 0,5-10 0,1 0 0,1 0 0,-1 1 0,1-1 0,-1 0 0,2 1 0,-1-1 0,0 1 0,1-1 0,0 1 0,1-1 0,-1 1 0,1-1 0,0 0 0,0 1 0,1-1 0,-1 0 0,1 0 0,0 0 0,1 0 0,5 9 0,-4-8 0,1-1 0,0 1 0,0-1 0,0 0 0,1 0 0,0-1 0,0 1 0,0-1 0,0-1 0,1 1 0,0-1 0,-1 0 0,1-1 0,0 1 0,1-1 0,-1-1 0,0 1 0,0-1 0,1-1 0,-1 1 0,0-1 0,1-1 0,-1 1 0,0-1 0,9-2 0,-11 2 0,1-1 0,-1 0 0,1 1 0,-1-2 0,0 1 0,1 0 0,-2-1 0,1 0 0,0-1 0,0 1 0,-1-1 0,0 1 0,0-1 0,5-6 0,-6 5 0,0 1 0,-1 0 0,0-1 0,1 0 0,-2 1 0,1-1 0,-1 0 0,1 0 0,-1 0 0,-1 0 0,1 0 0,-1 0 0,0 0 0,0 0 0,0 0 0,0 0 0,-1 0 0,-2-7 0,-6-15 0,9 27 0,0 0 0,0 1 0,0-1 0,0 0 0,0 0 0,-1 0 0,1 0 0,0 0 0,0 0 0,0 0 0,0 0 0,0 0 0,0 0 0,0 0 0,0 0 0,0 0 0,0 0 0,0 0 0,0 0 0,0 0 0,0 0 0,0 0 0,0 1 0,0-1 0,0 0 0,0 0 0,0 0 0,-1 0 0,1 0 0,0 0 0,0 0 0,0 0 0,0 0 0,0 0 0,0 0 0,0 0 0,0 0 0,0 0 0,0 0 0,0 0 0,0 0 0,0-1 0,0 1 0,0 0 0,-1 0 0,1 0 0,0 0 0,0 0 0,0 0 0,0 0 0,0 0 0,0 0 0,0 0 0,0 0 0,0 0 0,0 0 0,2 17 0,49 176 0,2 5 0,-53-196 0,5 22 0,-1 0 0,-1 0 0,-2 1 0,-1 24 0,0-43 0,-1 1 0,0-1 0,-1 0 0,1 1 0,-1-1 0,0 0 0,-1 0 0,-6 11 0,7-14 0,0 0 0,-1 0 0,1 0 0,-1 0 0,0 0 0,0-1 0,0 1 0,0-1 0,0 0 0,-1 0 0,1 0 0,-1 0 0,1-1 0,-1 1 0,-7 1 0,5-2 0,1-1 0,-1 1 0,1-1 0,-1 0 0,1 0 0,-1 0 0,1-1 0,-1 0 0,1 0 0,-1-1 0,1 1 0,0-1 0,0 0 0,0-1 0,0 1 0,0-1 0,0 0 0,1 0 0,-1 0 0,1-1 0,0 0 0,0 1 0,0-1 0,1-1 0,-6-7 0,4 6 0,1-1 0,0 1 0,0-1 0,1 0 0,0 0 0,0-1 0,0 1 0,1-1 0,0 1 0,1-1 0,0 1 0,0-1 0,1 0 0,-1 0 0,2 0 0,-1 1 0,3-15 0,2 11-80,-1 0 0,2 0-1,-1 1 1,1-1 0,1 1-1,0 0 1,0 1 0,1 0-1,0 0 1,1 1 0,0 0 0,0 0-1,1 1 1,0 0 0,0 1-1,16-8 1,1 2-6746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19.389"/>
    </inkml:context>
    <inkml:brush xml:id="br0">
      <inkml:brushProperty name="width" value="0.05" units="cm"/>
      <inkml:brushProperty name="height" value="0.05" units="cm"/>
      <inkml:brushProperty name="color" value="#FFFFFF"/>
    </inkml:brush>
  </inkml:definitions>
  <inkml:trace contextRef="#ctx0" brushRef="#br0">1 5 24575,'0'-3'0,"0"2"0,3 4 0,1 5 0,3 4 0,0 7 0,2 2 0,0 5 0,1 3 0,-1 4 0,1 2 0,-1-2 0,-2-3 0,-2-7-8191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19.530"/>
    </inkml:context>
    <inkml:brush xml:id="br0">
      <inkml:brushProperty name="width" value="0.05" units="cm"/>
      <inkml:brushProperty name="height" value="0.05" units="cm"/>
      <inkml:brushProperty name="color" value="#FFFFFF"/>
    </inkml:brush>
  </inkml:definitions>
  <inkml:trace contextRef="#ctx0" brushRef="#br0">33 16 24575,'0'-3'0,"-3"-1"0,-4 1 0,-4 0 0,0 0-8191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19.735"/>
    </inkml:context>
    <inkml:brush xml:id="br0">
      <inkml:brushProperty name="width" value="0.05" units="cm"/>
      <inkml:brushProperty name="height" value="0.05" units="cm"/>
      <inkml:brushProperty name="color" value="#FFFFFF"/>
    </inkml:brush>
  </inkml:definitions>
  <inkml:trace contextRef="#ctx0" brushRef="#br0">1 0 24575,'1'14'0,"0"-1"0,5 20 0,2 19 0,1 45 0,26 110 0,-12-83 0,-18-92-1365,-2-6-5461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19.906"/>
    </inkml:context>
    <inkml:brush xml:id="br0">
      <inkml:brushProperty name="width" value="0.05" units="cm"/>
      <inkml:brushProperty name="height" value="0.05" units="cm"/>
      <inkml:brushProperty name="color" value="#FFFFFF"/>
    </inkml:brush>
  </inkml:definitions>
  <inkml:trace contextRef="#ctx0" brushRef="#br0">9 83 24575,'-3'-3'0,"-2"-5"0,5 0 0,3 1 0,6-2 0,4 1 0,6 2 0,6-1 0,5-3 0,4 1 0,-5 1-8191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0.387"/>
    </inkml:context>
    <inkml:brush xml:id="br0">
      <inkml:brushProperty name="width" value="0.05" units="cm"/>
      <inkml:brushProperty name="height" value="0.05" units="cm"/>
      <inkml:brushProperty name="color" value="#FFFFFF"/>
    </inkml:brush>
  </inkml:definitions>
  <inkml:trace contextRef="#ctx0" brushRef="#br0">200 205 24575,'-1'0'0,"1"0"0,-1 0 0,0-1 0,0 1 0,1 0 0,-1-1 0,0 1 0,1-1 0,-1 1 0,0-1 0,1 1 0,-1-1 0,1 1 0,-1-1 0,1 1 0,-1-1 0,1 0 0,0 1 0,-1-1 0,1 0 0,0 1 0,-1-1 0,1 0 0,0 1 0,0-1 0,-1 0 0,1-1 0,-4-26 0,3 19 0,-1-9 0,-2-7 0,-11-44 0,14 67 0,1 0 0,-1 0 0,0 0 0,0 0 0,0-1 0,0 2 0,0-1 0,0 0 0,0 0 0,-1 0 0,1 0 0,-1 1 0,1-1 0,-1 1 0,0-1 0,0 1 0,1 0 0,-1-1 0,0 1 0,0 0 0,0 0 0,-4-1 0,4 2 0,-1 0 0,1 0 0,-1 0 0,1 0 0,-1 1 0,1-1 0,0 1 0,-1-1 0,1 1 0,0 0 0,-1 0 0,1 0 0,0 0 0,0 0 0,0 1 0,0-1 0,0 1 0,0-1 0,0 1 0,1 0 0,-3 2 0,-4 5 0,0 1 0,1 0 0,0 1 0,1 0 0,0 0 0,1 0 0,0 0 0,1 1 0,-6 24 0,7-26 0,2 0 0,-1 0 0,1 0 0,1 0 0,-1 0 0,2 0 0,0 1 0,0-1 0,0 0 0,1 0 0,1 0 0,5 14 0,-6-20 0,0 0 0,0-1 0,0 1 0,0-1 0,0 0 0,1 0 0,-1 0 0,1 0 0,0 0 0,0 0 0,0-1 0,0 0 0,0 1 0,1-1 0,-1 0 0,1 0 0,-1-1 0,1 1 0,0-1 0,-1 0 0,1 0 0,0 0 0,0 0 0,0-1 0,0 0 0,0 0 0,0 0 0,0 0 0,0 0 0,0-1 0,0 0 0,5-1 0,-1 0 0,0-1 0,0 0 0,0-1 0,0 0 0,0 0 0,-1 0 0,1-1 0,-1 0 0,-1-1 0,1 1 0,-1-1 0,0-1 0,10-12 0,-8 5 0,-1 1 0,0-1 0,-1 0 0,0-1 0,-1 0 0,-1 0 0,0 0 0,-1 0 0,-1 0 0,-1-1 0,0 1 0,-1-20 0,9 83 0,22 63 0,8 3-1365,-28-88-5461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0.856"/>
    </inkml:context>
    <inkml:brush xml:id="br0">
      <inkml:brushProperty name="width" value="0.05" units="cm"/>
      <inkml:brushProperty name="height" value="0.05" units="cm"/>
      <inkml:brushProperty name="color" value="#FFFFFF"/>
    </inkml:brush>
  </inkml:definitions>
  <inkml:trace contextRef="#ctx0" brushRef="#br0">222 366 24575,'-8'-7'0,"-1"1"0,0 1 0,-1 0 0,1 0 0,-1 1 0,0 0 0,0 1 0,0 0 0,-14-2 0,21 5 0,0-1 0,-1 1 0,1 1 0,-1-1 0,1 0 0,-1 1 0,1 0 0,0 0 0,-1 0 0,1 0 0,0 0 0,0 1 0,0-1 0,0 1 0,0 0 0,0 0 0,0 0 0,1 0 0,-1 0 0,1 1 0,-1-1 0,1 1 0,0 0 0,0-1 0,0 1 0,-2 6 0,-1 0 0,0 1 0,1-1 0,0 1 0,1 0 0,0 1 0,0-1 0,-1 16 0,3-22 0,1 1 0,0-1 0,0 0 0,0 0 0,1 1 0,-1-1 0,1 0 0,0 0 0,0 1 0,0-1 0,1 0 0,0 0 0,2 5 0,-2-7 0,0 0 0,-1 0 0,1 0 0,0 0 0,0 0 0,1 0 0,-1 0 0,0-1 0,0 1 0,1-1 0,-1 0 0,1 0 0,-1 0 0,1 0 0,0 0 0,-1 0 0,1-1 0,0 1 0,0-1 0,-1 0 0,1 0 0,3 0 0,1-1 0,-1 0 0,1 0 0,0 0 0,-1-1 0,1 0 0,-1-1 0,0 1 0,0-1 0,0 0 0,0-1 0,0 1 0,0-1 0,-1-1 0,0 1 0,0-1 0,0 1 0,0-1 0,7-11 0,-4 3 0,0 1 0,0-1 0,-1 0 0,-1 0 0,0-1 0,-1 0 0,6-25 0,-6 14 0,-1 1 0,-2-1 0,0 0 0,-4-48 0,0 56 0,0 1 0,-2-1 0,1 0 0,-2 1 0,0 0 0,-1 0 0,-1 1 0,-10-18 0,17 32 0,-1 0 0,1 0 0,-1 0 0,1 0 0,-1 0 0,0 0 0,1 0 0,-1 0 0,0 0 0,0 1 0,1-1 0,-1 0 0,0 1 0,0-1 0,0 0 0,0 1 0,-2-1 0,3 1 0,0 0 0,-1 0 0,1 0 0,-1 1 0,1-1 0,0 0 0,-1 0 0,1 1 0,0-1 0,-1 0 0,1 1 0,0-1 0,-1 0 0,1 1 0,0-1 0,0 0 0,-1 1 0,1-1 0,0 1 0,0-1 0,0 0 0,0 1 0,-1-1 0,1 1 0,0-1 0,0 1 0,0 0 0,-1 6 0,0-1 0,1 1 0,0 0 0,1 7 0,9 57 44,30 108 1,-16-83-1499,-16-60-5372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1.327"/>
    </inkml:context>
    <inkml:brush xml:id="br0">
      <inkml:brushProperty name="width" value="0.05" units="cm"/>
      <inkml:brushProperty name="height" value="0.05" units="cm"/>
      <inkml:brushProperty name="color" value="#FFFFFF"/>
    </inkml:brush>
  </inkml:definitions>
  <inkml:trace contextRef="#ctx0" brushRef="#br0">116 370 24575,'1'-28'0,"0"19"0,-1 0 0,0 0 0,0 0 0,0 1 0,-1-1 0,-4-14 0,5 21 0,-1 1 0,1 0 0,0 0 0,-1 0 0,1 0 0,-1 0 0,0 0 0,1 0 0,-1 0 0,0 0 0,1 0 0,-1 0 0,0 0 0,0 0 0,0 0 0,0 0 0,0 1 0,0-1 0,0 0 0,0 1 0,0-1 0,0 1 0,0-1 0,-1 1 0,1 0 0,0-1 0,0 1 0,0 0 0,-1 0 0,1 0 0,0 0 0,0 0 0,0 0 0,-1 0 0,1 0 0,0 1 0,0-1 0,0 0 0,-1 1 0,1-1 0,0 1 0,0-1 0,0 1 0,0-1 0,0 1 0,0 0 0,0 0 0,-1 1 0,-3 1 0,0 1 0,1 0 0,-1 1 0,1-1 0,0 1 0,1-1 0,-1 1 0,-4 9 0,4-5 0,0 1 0,1 0 0,0 0 0,1 0 0,-2 12 0,4-18 0,-1 1 0,1-1 0,0 1 0,0-1 0,0 1 0,1-1 0,-1 0 0,1 1 0,0-1 0,0 0 0,1 1 0,-1-1 0,1 0 0,3 5 0,-4-7 0,0-1 0,0 0 0,0 0 0,0 0 0,0 0 0,0 0 0,0 0 0,0 0 0,0 0 0,0-1 0,1 1 0,-1 0 0,0-1 0,1 1 0,-1-1 0,0 1 0,1-1 0,-1 0 0,1 0 0,-1 1 0,0-1 0,3 0 0,-1-1 0,0 1 0,0-1 0,0 0 0,0 0 0,0 0 0,0-1 0,0 1 0,-1-1 0,1 1 0,3-3 0,3-5 0,1 1 0,-1-1 0,0-1 0,8-10 0,-10 9 0,0 1 0,-1-1 0,0 0 0,-1 0 0,0 0 0,-1-1 0,0 1 0,-1-1 0,0 0 0,-1-1 0,0 1 0,0-21 0,-3 6 0,-1 1 0,-1-1 0,-1 1 0,-14-48 0,7 46 0,3 20 0,8 8 0,-1 1 0,1-1 0,0 0 0,-1 1 0,1-1 0,-1 0 0,1 1 0,0-1 0,-1 1 0,1-1 0,0 1 0,-1-1 0,1 1 0,0-1 0,0 1 0,0-1 0,-1 1 0,1-1 0,0 1 0,0-1 0,0 1 0,0-1 0,0 1 0,0 0 0,-2 15 0,1 0 0,0 0 0,1 0 0,1 0 0,0 0 0,7 31 0,1-10 0,26 65 0,-25-78-682,23 38-1,-12-29-6143</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1.778"/>
    </inkml:context>
    <inkml:brush xml:id="br0">
      <inkml:brushProperty name="width" value="0.05" units="cm"/>
      <inkml:brushProperty name="height" value="0.05" units="cm"/>
      <inkml:brushProperty name="color" value="#FFFFFF"/>
    </inkml:brush>
  </inkml:definitions>
  <inkml:trace contextRef="#ctx0" brushRef="#br0">89 355 24575,'-1'-1'0,"0"1"0,-1 0 0,1-1 0,-1 1 0,1-1 0,0 1 0,0-1 0,-1 0 0,1 0 0,0 0 0,0 1 0,0-1 0,0 0 0,0 0 0,0 0 0,-1-2 0,1 2 0,0 0 0,1 0 0,-1 1 0,0-1 0,1 0 0,-1 0 0,1 0 0,0 0 0,-1 0 0,1 0 0,0 1 0,-1-1 0,1 0 0,0 0 0,0 0 0,0 0 0,0 0 0,0 0 0,0 0 0,0 0 0,0 0 0,0 0 0,0 0 0,1-1 0,-1 2 0,1-1 0,-1 1 0,0 0 0,0 0 0,0-1 0,1 1 0,-1 0 0,0 0 0,0 0 0,1 0 0,-1-1 0,0 1 0,1 0 0,-1 0 0,0 0 0,0 0 0,1 0 0,-1 0 0,0 0 0,1 0 0,-1 0 0,0 0 0,1 0 0,-1 0 0,0 0 0,0 0 0,1 0 0,-1 0 0,0 0 0,1 0 0,-1 1 0,0-1 0,0 0 0,1 0 0,-1 0 0,0 0 0,0 1 0,1-1 0,-1 0 0,0 0 0,0 0 0,1 1 0,-1-1 0,0 0 0,0 0 0,0 1 0,0-1 0,0 0 0,1 1 0,-1-1 0,0 0 0,0 1 0,8 16 0,-4-1 0,-2 1 0,0-1 0,0 0 0,-2 25 0,-10 65 0,8-90 0,4-18 0,1-27 0,-6-14 0,-2 1 0,-1-1 0,-23-72 0,16 67 0,1 0 0,-5-62 0,17 106 0,-1-1 0,1 1 0,0-1 0,1 1 0,-1-1 0,1 1 0,0-1 0,0 1 0,0 0 0,1-1 0,-1 1 0,4-6 0,-4 8 0,1 0 0,-1 1 0,1-1 0,-1 1 0,1-1 0,0 1 0,-1 0 0,1-1 0,0 1 0,0 0 0,0 0 0,0 1 0,0-1 0,0 0 0,0 0 0,0 1 0,0 0 0,0-1 0,0 1 0,1 0 0,-1 0 0,0 0 0,0 0 0,0 0 0,0 1 0,1-1 0,-1 1 0,2 0 0,7 2-227,0 1-1,-1 0 1,1 1-1,-1 0 1,16 10-1,-4 0-6598</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1.948"/>
    </inkml:context>
    <inkml:brush xml:id="br0">
      <inkml:brushProperty name="width" value="0.05" units="cm"/>
      <inkml:brushProperty name="height" value="0.05" units="cm"/>
      <inkml:brushProperty name="color" value="#FFFFFF"/>
    </inkml:brush>
  </inkml:definitions>
  <inkml:trace contextRef="#ctx0" brushRef="#br0">1 1 24575,'3'0'0,"4"3"0,5 1 0,2 0 0,6-1 0,5-1 0,5-1 0,3 0 0,3-1 0,-5 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2.165"/>
    </inkml:context>
    <inkml:brush xml:id="br0">
      <inkml:brushProperty name="width" value="0.05" units="cm"/>
      <inkml:brushProperty name="height" value="0.05" units="cm"/>
      <inkml:brushProperty name="color" value="#FFFFFF"/>
    </inkml:brush>
  </inkml:definitions>
  <inkml:trace contextRef="#ctx0" brushRef="#br0">18 1 24575,'-3'0'0,"-1"3"0,0 4 0,1 4 0,1 4 0,0 4 0,5 7 0,0 7 0,1 4 0,2 3 0,1 0 0,-1 3 0,1-3 0,-1-5 0,0-9-8191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2.555"/>
    </inkml:context>
    <inkml:brush xml:id="br0">
      <inkml:brushProperty name="width" value="0.05" units="cm"/>
      <inkml:brushProperty name="height" value="0.05" units="cm"/>
      <inkml:brushProperty name="color" value="#FFFFFF"/>
    </inkml:brush>
  </inkml:definitions>
  <inkml:trace contextRef="#ctx0" brushRef="#br0">121 200 24575,'12'-12'0,"-1"-1"0,0-1 0,14-21 0,-20 27 0,-1 0 0,0 0 0,0 0 0,-1-1 0,0 1 0,-1-1 0,1 0 0,0-12 0,-2 19 0,-1 1 0,0-1 0,0 1 0,0-1 0,0 1 0,0-1 0,0 1 0,0-1 0,0 1 0,-1-1 0,1 1 0,-1 0 0,1-1 0,-1 1 0,1-1 0,-1 1 0,0 0 0,0 0 0,0-1 0,1 1 0,-3-1 0,2 1 0,0 0 0,-1 1 0,1-1 0,0 1 0,-1-1 0,1 1 0,0 0 0,-1-1 0,1 1 0,-1 0 0,1 0 0,-1 0 0,1 0 0,0 0 0,-1 0 0,1 1 0,-3 0 0,-3 1 0,1 0 0,0 1 0,0 0 0,0 0 0,0 0 0,0 1 0,1 0 0,-6 4 0,0 3 0,0 0 0,1 1 0,0 0 0,1 1 0,0-1 0,1 2 0,1-1 0,0 1 0,1 0 0,0 1 0,1-1 0,1 1 0,0 0 0,-3 30 0,6-22 0,0 1 0,2-1 0,1 0 0,0 0 0,2 0 0,1 0 0,0-1 0,2 0 0,12 30 0,30 48 0,-33-71 0,-2 1 0,0 0 0,-2 1 0,11 49 0,-21-74-227,-1 0-1,0 1 1,-1-1-1,0 1 1,-1 11-1,-3-3-6598</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2.696"/>
    </inkml:context>
    <inkml:brush xml:id="br0">
      <inkml:brushProperty name="width" value="0.05" units="cm"/>
      <inkml:brushProperty name="height" value="0.05" units="cm"/>
      <inkml:brushProperty name="color" value="#FFFFFF"/>
    </inkml:brush>
  </inkml:definitions>
  <inkml:trace contextRef="#ctx0" brushRef="#br0">0 12 24575,'0'-3'0,"3"-1"0,4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3.069"/>
    </inkml:context>
    <inkml:brush xml:id="br0">
      <inkml:brushProperty name="width" value="0.05" units="cm"/>
      <inkml:brushProperty name="height" value="0.05" units="cm"/>
      <inkml:brushProperty name="color" value="#FFFFFF"/>
    </inkml:brush>
  </inkml:definitions>
  <inkml:trace contextRef="#ctx0" brushRef="#br0">0 61 24575,'3'-1'0,"0"0"0,-1 0 0,1 0 0,0 0 0,-1-1 0,1 1 0,-1-1 0,5-3 0,3-2 0,3 1 0,-1 0 0,1 1 0,0 0 0,0 1 0,0 1 0,24-4 0,-31 6 0,1 0 0,-1 1 0,1-1 0,-1 2 0,1-1 0,-1 1 0,1-1 0,-1 2 0,1-1 0,-1 1 0,0 0 0,0 0 0,0 1 0,0 0 0,0 0 0,6 4 0,-10-6 0,-1 1 0,1-1 0,0 1 0,-1 0 0,1-1 0,-1 1 0,1 0 0,-1 0 0,0 0 0,0 0 0,0 0 0,0 0 0,0 0 0,0 1 0,-1-1 0,1 0 0,-1 0 0,1 1 0,-1 4 0,0-4 0,-1 0 0,0 1 0,1-1 0,-1 1 0,-1-1 0,1 0 0,0 0 0,-1 0 0,0 1 0,1-1 0,-6 5 0,-4 4 0,-1 0 0,0 0 0,-1-1 0,-19 12 0,31-22 0,-51 32 0,49-28 0,11-4 0,13-5 0,-20 4 0,43-10-682,55-19-1,-72 18-6143</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3.475"/>
    </inkml:context>
    <inkml:brush xml:id="br0">
      <inkml:brushProperty name="width" value="0.05" units="cm"/>
      <inkml:brushProperty name="height" value="0.05" units="cm"/>
      <inkml:brushProperty name="color" value="#FFFFFF"/>
    </inkml:brush>
  </inkml:definitions>
  <inkml:trace contextRef="#ctx0" brushRef="#br0">263 57 24575,'0'-2'0,"0"1"0,-1-1 0,0 1 0,1-1 0,-1 1 0,0-1 0,1 1 0,-1-1 0,0 1 0,0 0 0,0-1 0,0 1 0,-1 0 0,1 0 0,0 0 0,0 0 0,-1 0 0,1 0 0,-1 0 0,1 1 0,0-1 0,-1 0 0,-2 0 0,-39-13 0,40 14 0,-17-5 0,0 2 0,-1 0 0,1 2 0,0 0 0,-24 2 0,42-1 0,0 1 0,0-1 0,0 1 0,0-1 0,0 1 0,0 0 0,0-1 0,1 1 0,-1 0 0,0 0 0,0 1 0,1-1 0,-1 0 0,1 0 0,-1 1 0,1-1 0,-1 1 0,1-1 0,0 1 0,0 0 0,0 0 0,0-1 0,0 1 0,0 0 0,0 0 0,1 0 0,-1 0 0,1 0 0,-1 0 0,1 4 0,-2 7 0,2 0 0,-1 0 0,4 25 0,-1-11 0,18 250 0,-2-46 0,-19-159-1365,-3-44-5461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3.644"/>
    </inkml:context>
    <inkml:brush xml:id="br0">
      <inkml:brushProperty name="width" value="0.05" units="cm"/>
      <inkml:brushProperty name="height" value="0.05" units="cm"/>
      <inkml:brushProperty name="color" value="#FFFFFF"/>
    </inkml:brush>
  </inkml:definitions>
  <inkml:trace contextRef="#ctx0" brushRef="#br0">1 56 24575,'3'0'0,"1"-3"0,3-1 0,3-3 0,3 0 0,3 0 0,5 0 0,4-4 0,-1 2-8191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4.067"/>
    </inkml:context>
    <inkml:brush xml:id="br0">
      <inkml:brushProperty name="width" value="0.05" units="cm"/>
      <inkml:brushProperty name="height" value="0.05" units="cm"/>
      <inkml:brushProperty name="color" value="#FFFFFF"/>
    </inkml:brush>
  </inkml:definitions>
  <inkml:trace contextRef="#ctx0" brushRef="#br0">28 20 24575,'-5'0'0,"-16"-1"0,20-1 0,12-3 0,-1 2 0,0 1 0,1-1 0,-1 2 0,1-1 0,-1 2 0,1-1 0,-1 1 0,1 1 0,15 2 0,-24-3 0,-1 1 0,0-1 0,0 0 0,0 0 0,0 1 0,0-1 0,0 1 0,0-1 0,0 1 0,0-1 0,0 1 0,0 0 0,-1-1 0,1 1 0,0 0 0,0 0 0,0 0 0,-1 0 0,1 0 0,-1-1 0,1 1 0,-1 0 0,1 0 0,-1 0 0,1 1 0,-1-1 0,0 0 0,1 0 0,-1 0 0,0 0 0,0 0 0,0 0 0,0 0 0,0 0 0,0 0 0,0 1 0,0-1 0,-1 0 0,1 0 0,0 0 0,-1 0 0,1 0 0,-1 0 0,0 2 0,-2 1 0,0 1 0,0-1 0,0 0 0,0 0 0,-1 0 0,0 0 0,-8 6 0,-28 15 0,31-21 0,0 2 0,0-1 0,0 1 0,-13 13 0,21-19 0,1 1 0,0-1 0,-1 0 0,1 0 0,0 0 0,-1 1 0,1-1 0,0 0 0,0 1 0,-1-1 0,1 0 0,0 1 0,0-1 0,0 0 0,-1 1 0,1-1 0,0 0 0,0 1 0,0-1 0,0 1 0,0-1 0,0 0 0,0 1 0,0-1 0,0 1 0,0-1 0,0 0 0,0 1 0,0-1 0,0 1 0,0-1 0,0 0 0,0 1 0,1-1 0,-1 0 0,0 1 0,0-1 0,0 0 0,1 1 0,-1-1 0,0 0 0,0 1 0,1-1 0,-1 0 0,0 0 0,1 1 0,-1-1 0,0 0 0,1 0 0,-1 0 0,0 1 0,1-1 0,-1 0 0,0 0 0,1 0 0,-1 0 0,1 0 0,-1 0 0,1 0 0,29 4 0,-24-4 0,2 1 0,0 0 0,0 0 0,0 1 0,11 4 0,-18-6 0,1 1 0,0-1 0,-1 1 0,1 0 0,-1-1 0,1 1 0,-1 0 0,1 0 0,-1 0 0,0 0 0,1 0 0,-1 0 0,0 0 0,0 1 0,0-1 0,0 0 0,0 1 0,0-1 0,0 0 0,0 1 0,-1 0 0,1-1 0,-1 1 0,1-1 0,-1 1 0,1 0 0,-1 2 0,0-2 14,-1 0 0,1 0-1,-1-1 1,0 1 0,0 0-1,0-1 1,0 1-1,0 0 1,0-1 0,0 0-1,0 1 1,0-1 0,-1 0-1,1 1 1,-1-1 0,1 0-1,-1 0 1,1 0 0,-1 0-1,0 0 1,1-1 0,-1 1-1,0-1 1,-2 2 0,-6 0-441,1 1 0,-1-1 1,-11 1-1,1-2-6399</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4.269"/>
    </inkml:context>
    <inkml:brush xml:id="br0">
      <inkml:brushProperty name="width" value="0.05" units="cm"/>
      <inkml:brushProperty name="height" value="0.05" units="cm"/>
      <inkml:brushProperty name="color" value="#FFFFFF"/>
    </inkml:brush>
  </inkml:definitions>
  <inkml:trace contextRef="#ctx0" brushRef="#br0">9 1 24575,'0'3'0,"-3"1"0,-1 3 0,3 1 0,5-2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4.423"/>
    </inkml:context>
    <inkml:brush xml:id="br0">
      <inkml:brushProperty name="width" value="0.05" units="cm"/>
      <inkml:brushProperty name="height" value="0.05" units="cm"/>
      <inkml:brushProperty name="color" value="#FFFFFF"/>
    </inkml:brush>
  </inkml:definitions>
  <inkml:trace contextRef="#ctx0" brushRef="#br0">5 1 24575,'-3'3'0,"2"-2"0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4.594"/>
    </inkml:context>
    <inkml:brush xml:id="br0">
      <inkml:brushProperty name="width" value="0.05" units="cm"/>
      <inkml:brushProperty name="height" value="0.05" units="cm"/>
      <inkml:brushProperty name="color" value="#FFFFFF"/>
    </inkml:brush>
  </inkml:definitions>
  <inkml:trace contextRef="#ctx0" brushRef="#br0">1 1 24575,'3'0'0,"4"0"0,4 0 0,1 0-8191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8.556"/>
    </inkml:context>
    <inkml:brush xml:id="br0">
      <inkml:brushProperty name="width" value="0.05" units="cm"/>
      <inkml:brushProperty name="height" value="0.05" units="cm"/>
      <inkml:brushProperty name="color" value="#FFFFFF"/>
    </inkml:brush>
  </inkml:definitions>
  <inkml:trace contextRef="#ctx0" brushRef="#br0">182 16 24575,'0'-1'0,"0"0"0,-1 0 0,1 1 0,-1-1 0,1 0 0,-1 0 0,1 0 0,-1 1 0,1-1 0,-1 0 0,1 1 0,-1-1 0,0 0 0,0 1 0,1-1 0,-1 1 0,0-1 0,0 1 0,1 0 0,-1-1 0,0 1 0,0 0 0,0-1 0,0 1 0,0 0 0,0 0 0,0 0 0,1 0 0,-1 0 0,-1 0 0,-28 0 0,24 3 0,1-1 0,0 0 0,0 1 0,0 0 0,0 0 0,1 0 0,-1 1 0,1 0 0,0 0 0,0 0 0,0 0 0,0 1 0,1-1 0,0 1 0,0 0 0,0 0 0,-3 9 0,-1 1 0,1 0 0,1 1 0,0 0 0,-4 32 0,-6 134 0,12-142 0,1 0 0,2 1 0,2-1 0,2 0 0,13 61 0,-17-101 0,32 166 0,-28-141-1365</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8.819"/>
    </inkml:context>
    <inkml:brush xml:id="br0">
      <inkml:brushProperty name="width" value="0.05" units="cm"/>
      <inkml:brushProperty name="height" value="0.05" units="cm"/>
      <inkml:brushProperty name="color" value="#FFFFFF"/>
    </inkml:brush>
  </inkml:definitions>
  <inkml:trace contextRef="#ctx0" brushRef="#br0">0 67 24575,'0'-3'0,"3"-1"0,5 1 0,3-1 0,0-1 0,1 0 0,2 0 0,5 1 0,2 2 0,1-2 0,-1-1 0,0 1 0,-1 0 0,-1 2 0,-3-2 0,-2 0 0,-3 0-8191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9.068"/>
    </inkml:context>
    <inkml:brush xml:id="br0">
      <inkml:brushProperty name="width" value="0.05" units="cm"/>
      <inkml:brushProperty name="height" value="0.05" units="cm"/>
      <inkml:brushProperty name="color" value="#FFFFFF"/>
    </inkml:brush>
  </inkml:definitions>
  <inkml:trace contextRef="#ctx0" brushRef="#br0">16 39 24575,'-3'0'0,"-5"0"0,4 0 0,4 0 0,5 0 0,9 0 0,8 0 0,6-4 0,5-3 0,3-1 0,-2-2 0,-6 0-8191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9.306"/>
    </inkml:context>
    <inkml:brush xml:id="br0">
      <inkml:brushProperty name="width" value="0.05" units="cm"/>
      <inkml:brushProperty name="height" value="0.05" units="cm"/>
      <inkml:brushProperty name="color" value="#FFFFFF"/>
    </inkml:brush>
  </inkml:definitions>
  <inkml:trace contextRef="#ctx0" brushRef="#br0">1 0 24575,'3'3'0,"1"5"0,3 6 0,1 4 0,1 6 0,0 8 0,-3 4 0,2 3 0,0 1 0,-3 2 0,-1 1 0,-2-4 0,-1-5 0,0-6 0,-1-7-8191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9.477"/>
    </inkml:context>
    <inkml:brush xml:id="br0">
      <inkml:brushProperty name="width" value="0.05" units="cm"/>
      <inkml:brushProperty name="height" value="0.05" units="cm"/>
      <inkml:brushProperty name="color" value="#FFFFFF"/>
    </inkml:brush>
  </inkml:definitions>
  <inkml:trace contextRef="#ctx0" brushRef="#br0">234 1 24575,'-3'0'0,"-5"0"0,-3 6 0,-3 5 0,-3 4 0,-4 6 0,-2 5 0,0 5 0,-2-1 0,0-1 0,3-3 0,4-3 0,4-2 0,4-4-8191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29.647"/>
    </inkml:context>
    <inkml:brush xml:id="br0">
      <inkml:brushProperty name="width" value="0.05" units="cm"/>
      <inkml:brushProperty name="height" value="0.05" units="cm"/>
      <inkml:brushProperty name="color" value="#FFFFFF"/>
    </inkml:brush>
  </inkml:definitions>
  <inkml:trace contextRef="#ctx0" brushRef="#br0">0 23 24575,'0'-3'0,"3"-4"0,5-1 0,0 4 0,2 5 0,6 7 0,6 4 0,6 4 0,4 4 0,6 6 0,6 5 0,4 0 0,-5-6-8191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4.697"/>
    </inkml:context>
    <inkml:brush xml:id="br0">
      <inkml:brushProperty name="width" value="0.05" units="cm"/>
      <inkml:brushProperty name="height" value="0.05" units="cm"/>
      <inkml:brushProperty name="color" value="#FFFFFF"/>
    </inkml:brush>
  </inkml:definitions>
  <inkml:trace contextRef="#ctx0" brushRef="#br0">4 41 24575,'-3'0'0,"2"0"0,4 0 0,8 0 0,6 0 0,2 0 0,4 0 0,5 0 0,1-3 0,-2-1 0,1 0 0,-2 1 0,-1-3 0,-2 1 0,-6-3 0,-4 0-8191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5.036"/>
    </inkml:context>
    <inkml:brush xml:id="br0">
      <inkml:brushProperty name="width" value="0.05" units="cm"/>
      <inkml:brushProperty name="height" value="0.05" units="cm"/>
      <inkml:brushProperty name="color" value="#FFFFFF"/>
    </inkml:brush>
  </inkml:definitions>
  <inkml:trace contextRef="#ctx0" brushRef="#br0">1 1 24575,'12'3'0,"1"0"0,-1 1 0,1 0 0,-1 1 0,-1 1 0,21 12 0,-27-15 0,-1 1 0,1 0 0,-1 0 0,0 0 0,0 0 0,-1 1 0,1-1 0,-1 1 0,0 0 0,0 0 0,-1 0 0,1 1 0,-1-1 0,0 1 0,-1-1 0,1 1 0,-1-1 0,0 1 0,-1 0 0,1 0 0,-1-1 0,0 1 0,-1 0 0,1 0 0,-1-1 0,0 1 0,-1 0 0,1-1 0,-1 1 0,0-1 0,-1 0 0,1 1 0,-1-1 0,-5 7 0,-2-1-195,-1-1 0,0 0 0,0-1 0,0 0 0,-1 0 0,-16 7 0,-8 4-6631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6.701"/>
    </inkml:context>
    <inkml:brush xml:id="br0">
      <inkml:brushProperty name="width" value="0.05" units="cm"/>
      <inkml:brushProperty name="height" value="0.05" units="cm"/>
      <inkml:brushProperty name="color" value="#FFFFFF"/>
    </inkml:brush>
  </inkml:definitions>
  <inkml:trace contextRef="#ctx0" brushRef="#br0">58 0 24575,'-43'0'0,"28"0"0,28 0 0,321 24 5,-215-12-243,320 30-1198,913 78-868,-1298-116 2020,345 12-617,-328-22 1062,-68 6-99,-1 0 0,0-1 0,0 1 0,1-1 0,-1 0 0,0 0 0,0 0 0,0 0 1,4-2-1,-6 3-54,0 0 0,0 0 0,0 0 1,0 0-1,0 0 0,0-1 0,1 1 1,-1 0-1,0 0 0,0 0 0,0 0 1,0-1-1,0 1 0,0 0 0,0 0 0,0 0 1,0 0-1,0-1 0,0 1 0,0 0 1,0 0-1,0 0 0,0-1 0,0 1 1,0 0-1,0 0 0,0 0 0,0 0 1,0-1-1,-1 1 0,1 0 0,0 0 1,0 0-1,0 0 0,0 0 0,0-1 1,-1 1-1,-12-7 381,-33-6 81,-13 1-5457</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6.981"/>
    </inkml:context>
    <inkml:brush xml:id="br0">
      <inkml:brushProperty name="width" value="0.05" units="cm"/>
      <inkml:brushProperty name="height" value="0.05" units="cm"/>
      <inkml:brushProperty name="color" value="#FFFFFF"/>
    </inkml:brush>
  </inkml:definitions>
  <inkml:trace contextRef="#ctx0" brushRef="#br0">355 111 24575,'-88'-16'0,"-152"-50"0,216 54 0,24 12 0,0 0 0,-1 0 0,1 0 0,0 0 0,0 0 0,0 0 0,0-1 0,-1 1 0,1 0 0,0 0 0,0 0 0,0 0 0,0 0 0,0-1 0,0 1 0,0 0 0,-1 0 0,1 0 0,0-1 0,0 1 0,0 0 0,0 0 0,0 0 0,0-1 0,0 1 0,0 0 0,0 0 0,0 0 0,0 0 0,0-1 0,0 1 0,0 0 0,0 0 0,0 0 0,0-1 0,1 1 0,-1 0 0,0 0 0,0 0 0,0-1 0,0 1 0,0 0 0,0 0 0,0 0 0,1 0 0,-1 0 0,0-1 0,0 1 0,0 0 0,0 0 0,1 0 0,-1 0 0,0 0 0,0 0 0,0 0 0,1 0 0,-1 0 0,0 0 0,0 0 0,7-2 0,0 0 0,0 0 0,0 1 0,0 0 0,1 1 0,-1 0 0,0 0 0,11 2 0,2-1 0,398 31-888,-249-16 363,327 31-579,750 50-962,-1123-94 1359,-35-4-2194</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7.153"/>
    </inkml:context>
    <inkml:brush xml:id="br0">
      <inkml:brushProperty name="width" value="0.05" units="cm"/>
      <inkml:brushProperty name="height" value="0.05" units="cm"/>
      <inkml:brushProperty name="color" value="#FFFFFF"/>
    </inkml:brush>
  </inkml:definitions>
  <inkml:trace contextRef="#ctx0" brushRef="#br0">428 0 24575,'-363'11'0,"350"-10"0,9-1 0,0 0 0,0 1 0,-1-1 0,1 1 0,0 0 0,0 0 0,-1 0 0,1 0 0,0 1 0,-5 2 0,9-4 0,0 0 0,0 1 0,0-1 0,0 0 0,0 0 0,-1 0 0,1 1 0,0-1 0,0 0 0,0 0 0,0 0 0,0 1 0,0-1 0,0 0 0,0 0 0,0 1 0,0-1 0,0 0 0,0 0 0,0 0 0,0 1 0,0-1 0,0 0 0,1 0 0,-1 0 0,0 1 0,0-1 0,0 0 0,0 0 0,0 0 0,0 0 0,0 1 0,1-1 0,-1 0 0,0 0 0,0 0 0,0 0 0,0 0 0,1 1 0,-1-1 0,0 0 0,0 0 0,0 0 0,1 0 0,-1 0 0,0 0 0,0 0 0,0 0 0,1 0 0,-1 0 0,8 3 0,1 0 0,-1 0 0,1-1 0,-1 0 0,13 1 0,-1-1 0,577 77-657,-254-36 374,-18 0-926,-193-24-4833</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7.881"/>
    </inkml:context>
    <inkml:brush xml:id="br0">
      <inkml:brushProperty name="width" value="0.05" units="cm"/>
      <inkml:brushProperty name="height" value="0.05" units="cm"/>
      <inkml:brushProperty name="color" value="#FFFFFF"/>
    </inkml:brush>
  </inkml:definitions>
  <inkml:trace contextRef="#ctx0" brushRef="#br0">177 188 24575,'-1'-1'0,"0"0"0,0 0 0,0 0 0,0 0 0,0 0 0,0 0 0,-1 1 0,1-1 0,0 0 0,0 1 0,-1-1 0,1 0 0,0 1 0,-1 0 0,1-1 0,-3 1 0,3 0 0,0 0 0,1 0 0,-1 0 0,0 0 0,0 1 0,0-1 0,0 0 0,0 1 0,0-1 0,0 0 0,1 1 0,-1-1 0,0 1 0,0 0 0,0-1 0,1 1 0,-1 0 0,-1 1 0,0 1 0,0 0 0,0 0 0,1 1 0,-1-1 0,1 1 0,-1 0 0,1-1 0,0 1 0,1 0 0,-2 6 0,-3 80 0,-12 98 0,15-170 0,1-12 0,0 0 0,0 0 0,0-1 0,0 1 0,-4 8 0,-1-50 0,-32-153 0,-2-22 0,39 204 0,0 0 0,1-1 0,0 1 0,0 0 0,1 0 0,0 0 0,0 0 0,1 0 0,3-10 0,-4 14 0,1 0 0,-1 0 0,1 0 0,0 0 0,0 0 0,0 1 0,0-1 0,1 1 0,-1-1 0,0 1 0,1 0 0,0 0 0,0 0 0,-1 0 0,1 0 0,0 1 0,0 0 0,1-1 0,-1 1 0,0 0 0,0 0 0,4 0 0,10-1 0,0 1 0,0 1 0,0 0 0,0 1 0,0 1 0,0 1 0,0 0 0,0 1 0,-1 1 0,0 0 0,0 1 0,0 1 0,-1 1 0,0 0 0,16 12 0,-26-17 0,-1 1 0,0-1 0,0 1 0,0 0 0,0 0 0,0 1 0,-1-1 0,0 1 0,0 0 0,3 7 0,-5-10 0,0 1 0,0-1 0,0 1 0,-1 0 0,1-1 0,-1 1 0,0 0 0,0-1 0,0 1 0,0 0 0,0 0 0,-1-1 0,1 1 0,-1-1 0,0 1 0,1 0 0,-1-1 0,0 1 0,-1-1 0,1 0 0,0 1 0,-1-1 0,-1 3 0,-4 3 0,-1-1 0,0 1 0,0-1 0,-12 7 0,13-9 0,0 1 0,0-1 0,0 1 0,1 1 0,-1-1 0,-6 10 0,13-15 0,-1 0 0,1 0 0,-1 0 0,1 0 0,0 0 0,-1 0 0,1 0 0,0 0 0,0 0 0,0 0 0,0 0 0,0 1 0,0-1 0,0 0 0,0 0 0,0 0 0,0 0 0,1 0 0,-1 0 0,0 0 0,1 0 0,-1 0 0,1 0 0,-1 0 0,1 0 0,-1 0 0,1 0 0,0 0 0,0 0 0,-1 0 0,1-1 0,0 1 0,1 1 0,5 3 0,1 0 0,-1 0 0,13 6 0,0 1 0,-16-10 0,-1 0 0,0 1 0,0 0 0,0 0 0,0 0 0,0 0 0,-1 0 0,1 0 0,-1 1 0,3 4 0,-5-7 0,1 1 0,-1-1 0,0 1 0,1-1 0,-1 0 0,0 1 0,0-1 0,0 1 0,0-1 0,0 0 0,0 1 0,-1-1 0,1 1 0,0-1 0,-1 0 0,1 1 0,-1-1 0,1 0 0,-1 1 0,0-1 0,1 0 0,-1 0 0,0 0 0,0 0 0,0 1 0,0-1 0,0 0 0,0-1 0,0 1 0,0 0 0,-1 0 0,0 0 0,-6 4 31,1-1 0,-1-1 0,0 1 0,0-1 0,0-1 0,0 1 0,0-2 0,-1 1 1,1-1-1,-11 0 0,8 0-245,1-1 1,-1-1 0,0 0-1,0 0 1,0-1 0,1 0-1,-16-6 1,8 0-6613</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8.272"/>
    </inkml:context>
    <inkml:brush xml:id="br0">
      <inkml:brushProperty name="width" value="0.05" units="cm"/>
      <inkml:brushProperty name="height" value="0.05" units="cm"/>
      <inkml:brushProperty name="color" value="#FFFFFF"/>
    </inkml:brush>
  </inkml:definitions>
  <inkml:trace contextRef="#ctx0" brushRef="#br0">0 216 24575,'5'0'0,"-1"0"0,1 0 0,-1 1 0,1-1 0,-1 1 0,0 0 0,1 0 0,-1 0 0,7 3 0,-9-2 0,0-1 0,-1 0 0,1 1 0,0 0 0,-1-1 0,1 1 0,-1 0 0,0 0 0,1 0 0,-1 0 0,0 0 0,0 0 0,0 0 0,-1 0 0,1 0 0,0 0 0,-1 1 0,1-1 0,-1 0 0,0 4 0,2 37 0,-4 50 0,1-53 0,1-56 0,2 0 0,0 1 0,1-1 0,1 0 0,9-26 0,38-74 0,-44 100 0,6-12 0,1 0 0,1 1 0,1 0 0,23-27 0,-36 51 0,-1 0 0,1 1 0,0-1 0,0 1 0,0-1 0,0 1 0,0 0 0,0 0 0,7-2 0,-9 3 0,0 1 0,0 0 0,1-1 0,-1 1 0,0 0 0,0 0 0,1 0 0,-1 0 0,0 0 0,0 0 0,1 1 0,-1-1 0,0 0 0,0 1 0,0-1 0,0 0 0,1 1 0,-1-1 0,0 1 0,0 0 0,0-1 0,0 1 0,0 0 0,0 0 0,-1 0 0,1 0 0,0 0 0,0 0 0,0 0 0,-1 0 0,1 0 0,0 2 0,3 5 0,0 0 0,-1 0 0,0 0 0,-1 1 0,0-1 0,1 12 0,3 57 0,-3-37 0,10 326-1365,-13-329-5461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47:38.645"/>
    </inkml:context>
    <inkml:brush xml:id="br0">
      <inkml:brushProperty name="width" value="0.05" units="cm"/>
      <inkml:brushProperty name="height" value="0.05" units="cm"/>
      <inkml:brushProperty name="color" value="#FFFFFF"/>
    </inkml:brush>
  </inkml:definitions>
  <inkml:trace contextRef="#ctx0" brushRef="#br0">0 278 24575,'0'-2'0,"0"-1"0,0 1 0,1 0 0,-1 0 0,0 0 0,1 0 0,-1 0 0,1 0 0,0 0 0,-1 0 0,1 0 0,0 1 0,0-1 0,0 0 0,1 0 0,-1 1 0,0-1 0,1 1 0,-1-1 0,1 1 0,-1-1 0,1 1 0,0 0 0,-1 0 0,1 0 0,0 0 0,0 0 0,2-1 0,5 0 0,0-1 0,0 1 0,0 1 0,1 0 0,10 0 0,4-1 0,23-2 0,-1-3 0,0-1 0,0-3 0,79-29 0,-115 36 0,1-1 0,-1-1 0,0 0 0,-1-1 0,18-14 0,-25 19 0,0 0 0,-1 0 0,1 0 0,0 0 0,-1 0 0,0 0 0,1 0 0,-1-1 0,0 1 0,0 0 0,0-1 0,-1 1 0,1-1 0,0-2 0,-1 3 0,0 0 0,0 0 0,-1 0 0,1 1 0,-1-1 0,1 0 0,-1 0 0,0 1 0,1-1 0,-1 0 0,0 1 0,0-1 0,0 0 0,0 1 0,-1 0 0,1-1 0,0 1 0,-1 0 0,1-1 0,-1 1 0,1 0 0,-2-1 0,-3-1 0,0-1 0,-1 1 0,1 0 0,-1 1 0,1 0 0,-1 0 0,0 0 0,0 1 0,1-1 0,-1 2 0,0-1 0,0 1 0,-10 1 0,8 0 0,1 0 0,-1 0 0,1 1 0,0 0 0,-1 0 0,1 1 0,0 1 0,0-1 0,1 1 0,-12 7 0,15-8 0,1 0 0,-1 0 0,0 1 0,1 0 0,0-1 0,0 1 0,0 0 0,0 0 0,0 1 0,1-1 0,0 0 0,0 1 0,-2 6 0,2-3 0,1-1 0,0 1 0,0-1 0,1 1 0,-1 0 0,2-1 0,-1 1 0,2 7 0,3 4 0,0 0 0,1 0 0,0 0 0,2-1 0,18 32 0,0-8 0,-16-26 0,0 0 0,-1 0 0,12 31 0,-20-45 0,0-1 0,-1 0 0,0 0 0,1 0 0,-1 0 0,0 1 0,0-1 0,1 0 0,-1 0 0,0 1 0,0-1 0,0 0 0,-1 0 0,1 1 0,0-1 0,0 0 0,-1 0 0,1 0 0,-1 1 0,1-1 0,-1 0 0,1 0 0,-1 0 0,0 0 0,1 0 0,-1 0 0,0 0 0,0 0 0,0 0 0,0-1 0,0 1 0,0 0 0,0 0 0,0-1 0,0 1 0,0-1 0,0 1 0,0-1 0,0 1 0,-2 0 0,-5 0 0,0 1 0,0-1 0,0-1 0,0 1 0,-9-2 0,16 1 0,-56-3-1365,0-1-5461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06.204"/>
    </inkml:context>
    <inkml:brush xml:id="br0">
      <inkml:brushProperty name="width" value="0.05" units="cm"/>
      <inkml:brushProperty name="height" value="0.05" units="cm"/>
      <inkml:brushProperty name="color" value="#FFFFFF"/>
    </inkml:brush>
  </inkml:definitions>
  <inkml:trace contextRef="#ctx0" brushRef="#br0">37 1 24575,'-15'39'0,"12"-14"0,-1 36 0,0 2 0,-5 65 0,7 145 0,7-202 0,3 0 0,2 0 0,4-1 0,3 0 0,28 74 0,5-16 0,111 207 0,-132-283 0,3-1 0,1-1 0,48 53 0,-57-77 0,0-1 0,2-1 0,1-2 0,0 0 0,2-2 0,57 30 0,-41-29 0,1-3 0,1-2 0,0-2 0,1-1 0,65 7 0,248 6 0,-360-26 0,47 4 0,-1 1 0,53 14 0,-73-16 0,-26-3 0,-1 0 0,1 0 0,-1 0 0,1 0 0,-1 0 0,1 0 0,-1 0 0,0 0 0,1 0 0,-1-1 0,1 1 0,-1 0 0,1 0 0,-1 0 0,0 0 0,1-1 0,-1 1 0,1 0 0,-1 0 0,0-1 0,1 1 0,-1 0 0,0-1 0,1 1 0,-1 0 0,0-1 0,0 1 0,1 0 0,-1-1 0,0 1 0,0-1 0,0 1 0,0-1 0,1 1 0,-1 0 0,0-1 0,0 1 0,0-1 0,0 1 0,0-1 0,0 1 0,0-1 0,0 1 0,0 0 0,0-1 0,0 1 0,-1-1 0,1 1 0,0-1 0,0 1 0,0 0 0,-1-1 0,1 1 0,0-1 0,-1 0 0,-18-34-1365,11 22-5461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06.889"/>
    </inkml:context>
    <inkml:brush xml:id="br0">
      <inkml:brushProperty name="width" value="0.05" units="cm"/>
      <inkml:brushProperty name="height" value="0.05" units="cm"/>
      <inkml:brushProperty name="color" value="#FFFFFF"/>
    </inkml:brush>
  </inkml:definitions>
  <inkml:trace contextRef="#ctx0" brushRef="#br0">145 1 24575,'-1'0'0,"0"0"0,0 0 0,0 0 0,-1 0 0,1 0 0,0 0 0,0 0 0,0 1 0,0-1 0,0 0 0,0 1 0,0-1 0,0 1 0,0-1 0,0 1 0,1 0 0,-1-1 0,0 1 0,0 0 0,0-1 0,1 1 0,-1 0 0,0 0 0,1 0 0,-1 0 0,0 1 0,0 0 0,1 0 0,-1 1 0,1-1 0,-1 0 0,1 1 0,0-1 0,0 1 0,0-1 0,0 0 0,0 1 0,1 3 0,1 2 0,0 0 0,1 0 0,0-1 0,0 1 0,1 0 0,5 8 0,2-3 0,0 0 0,1-1 0,1 0 0,0-1 0,0-1 0,1 0 0,19 9 0,-9-3 0,28 22 0,-23-17 0,-22-17 0,-1 0 0,0 1 0,0 0 0,0-1 0,-1 2 0,1-1 0,-1 1 0,5 7 0,-9-11 0,-1-1 0,1 0 0,0 1 0,-1-1 0,0 1 0,1 0 0,-1-1 0,0 1 0,0-1 0,0 1 0,0 0 0,0-1 0,0 1 0,0-1 0,-1 1 0,1-1 0,0 1 0,-2 2 0,0 0 0,0-1 0,0 1 0,0-1 0,0 0 0,-1 0 0,1 0 0,-5 4 0,-3 1 0,0 0 0,0-1 0,-22 12 0,-37 21 0,-76 58 0,33-21 0,112-77 6,-1 1-68,1-1 0,-1 1-1,0-1 1,1 1 0,-1-1-1,0 1 1,1-1 0,-1 0-1,0 0 1,0 1 0,1-1-1,-1 0 1,0 0 0,0 0-1,1 0 1,-1 1 0,0-1-1,0 0 1,1-1 0,-1 1-1,-1 0 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6.232"/>
    </inkml:context>
    <inkml:brush xml:id="br0">
      <inkml:brushProperty name="width" value="0.05" units="cm"/>
      <inkml:brushProperty name="height" value="0.05" units="cm"/>
      <inkml:brushProperty name="color" value="#FFFFFF"/>
    </inkml:brush>
  </inkml:definitions>
  <inkml:trace contextRef="#ctx0" brushRef="#br0">273 255 24575,'2'-53'0,"-1"27"0,-1-1 0,-6-51 0,6 74 0,-1 1 0,0-1 0,0 1 0,0 0 0,0-1 0,-1 1 0,1 0 0,-1 0 0,0 0 0,0 0 0,0 0 0,0 1 0,-1-1 0,1 0 0,-1 1 0,1 0 0,-5-3 0,3 2 0,0 1 0,-1 0 0,1 1 0,-1-1 0,1 1 0,-1 0 0,1 0 0,-1 0 0,0 0 0,0 1 0,-8 0 0,4 1 0,0 0 0,0 0 0,0 1 0,0 0 0,1 1 0,-1 0 0,0 0 0,1 1 0,0 0 0,0 1 0,0-1 0,1 1 0,-8 7 0,10-8 0,1 0 0,0 1 0,0-1 0,1 1 0,-1 0 0,1 0 0,0 0 0,0 0 0,1 1 0,0-1 0,0 1 0,0 0 0,0-1 0,1 1 0,0 0 0,0 0 0,1 0 0,0 6 0,0-5 0,1 1 0,0 0 0,1-1 0,0 1 0,0-1 0,0 0 0,1 1 0,0-1 0,1 0 0,0-1 0,0 1 0,8 10 0,-6-10 0,-1-1 0,1 0 0,0-1 0,0 1 0,1-1 0,0-1 0,0 1 0,0-1 0,0 0 0,0 0 0,17 4 0,-18-6 0,0-1 0,0 0 0,0 0 0,0 0 0,1-1 0,-1 0 0,0 0 0,0-1 0,0 0 0,1 0 0,-1 0 0,0-1 0,0 0 0,0 0 0,-1 0 0,1-1 0,5-3 0,-3 0 0,0 0 0,0-1 0,-1 0 0,0 0 0,0 0 0,-1-1 0,0 0 0,0-1 0,8-16 0,20-27 0,-34 52 0,0-1 0,1 1 0,-1-1 0,0 1 0,1-1 0,-1 1 0,1-1 0,-1 1 0,0 0 0,1-1 0,-1 1 0,1 0 0,-1-1 0,1 1 0,-1 0 0,1-1 0,-1 1 0,1 0 0,0 0 0,-1 0 0,1 0 0,-1-1 0,1 1 0,-1 0 0,1 0 0,0 0 0,-1 0 0,1 0 0,-1 1 0,2-1 0,-1 1 0,0 0 0,0-1 0,0 1 0,0 0 0,0 0 0,0 0 0,0 0 0,-1 0 0,1 1 0,0-1 0,-1 0 0,1 0 0,0 2 0,3 8 0,-1-1 0,3 18 0,-5-23 0,29 205 0,-20-124 0,-7-65 0,7 76 0,-10-83 0,0 0 0,0 1 0,-2-1 0,-4 23 0,6-36 0,0 1 0,-1-1 0,1 1 0,0-1 0,-1 1 0,1-1 0,-1 1 0,0-1 0,1 0 0,-1 1 0,0-1 0,0 0 0,0 0 0,0 1 0,0-1 0,0 0 0,0 0 0,0 0 0,0 0 0,-1 0 0,1-1 0,0 1 0,-1 0 0,1-1 0,-2 2 0,0-2 0,1 0 0,0 0 0,-1-1 0,1 1 0,0 0 0,0-1 0,-1 1 0,1-1 0,0 0 0,0 0 0,0 0 0,0 0 0,0 0 0,-4-3 0,-4-3 0,1-1 0,0-1 0,0 0 0,0 0 0,-7-11 0,6 5 0,1-1 0,0-1 0,1 0 0,1 0 0,0 0 0,2-1 0,0 0 0,1 0 0,0 0 0,2-1 0,0 1 0,1-36 0,1 50-45,0 1-1,0 0 1,1 0-1,-1-1 1,1 1-1,-1 0 1,1 0-1,0 0 1,0-1-1,1 1 1,-1 0-1,0 1 1,1-1-1,0 0 1,0 0-1,0 1 1,0-1-1,0 1 1,0-1-1,1 1 1,-1 0-1,1 0 1,0 0-1,-1 0 0,1 1 1,0-1-1,0 1 1,0 0-1,4-2 1,9-2-6781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6.479"/>
    </inkml:context>
    <inkml:brush xml:id="br0">
      <inkml:brushProperty name="width" value="0.05" units="cm"/>
      <inkml:brushProperty name="height" value="0.05" units="cm"/>
      <inkml:brushProperty name="color" value="#FFFFFF"/>
    </inkml:brush>
  </inkml:definitions>
  <inkml:trace contextRef="#ctx0" brushRef="#br0">19 15 24575,'-3'-3'0,"-2"-4"0,1 2 0,1 6 0,1 4 0,0 6 0,5 4 0,1 2 0,0 4 0,-1 2 0,0 1 0,-2 1 0,0 1 0,-1-5-8191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6.801"/>
    </inkml:context>
    <inkml:brush xml:id="br0">
      <inkml:brushProperty name="width" value="0.05" units="cm"/>
      <inkml:brushProperty name="height" value="0.05" units="cm"/>
      <inkml:brushProperty name="color" value="#FFFFFF"/>
    </inkml:brush>
  </inkml:definitions>
  <inkml:trace contextRef="#ctx0" brushRef="#br0">46 57 24575,'-7'-15'0,"6"12"0,0 0 0,0 0 0,0 1 0,-1-1 0,1 0 0,-1 1 0,1-1 0,-1 1 0,0 0 0,0-1 0,0 1 0,0 0 0,-1 0 0,-2-2 0,5 4 0,0 0 0,0 0 0,0-1 0,-1 1 0,1 0 0,0 0 0,0 0 0,0 0 0,-1 0 0,1-1 0,0 1 0,0 0 0,0 0 0,-1 0 0,1 0 0,0 0 0,0 0 0,-1 0 0,1 0 0,0 0 0,0 0 0,-1 0 0,1 0 0,0 0 0,0 0 0,-1 0 0,1 0 0,0 0 0,0 0 0,0 0 0,-1 0 0,1 0 0,0 0 0,0 0 0,-1 1 0,1-1 0,0 0 0,0 0 0,0 0 0,-1 0 0,1 0 0,0 1 0,0-1 0,0 0 0,0 0 0,0 0 0,-1 1 0,1-1 0,0 0 0,0 0 0,0 1 0,0-1 0,0 0 0,0 0 0,0 1 0,0-1 0,0 0 0,0 0 0,0 1 0,0-1 0,0 0 0,0 0 0,0 1 0,0-1 0,0 0 0,0 0 0,0 0 0,0 1 0,1-1 0,7 18 0,-4-14 0,0 0 0,1-1 0,0 0 0,0 0 0,0 0 0,0 0 0,0-1 0,1 1 0,-1-2 0,1 1 0,-1 0 0,1-1 0,0 0 0,10 0 0,-6 1 0,1 0 0,-1 0 0,16 6 0,-23-7 0,0 1 0,0-1 0,0 1 0,0 0 0,0 0 0,0 0 0,-1 0 0,1 1 0,-1-1 0,0 1 0,0-1 0,0 1 0,0 0 0,0 0 0,2 4 0,4 15 0,-1 0 0,-1 1 0,-1-1 0,-1 1 0,1 28 0,-1-12 0,23 148-1365,-25-163-5461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6.974"/>
    </inkml:context>
    <inkml:brush xml:id="br0">
      <inkml:brushProperty name="width" value="0.05" units="cm"/>
      <inkml:brushProperty name="height" value="0.05" units="cm"/>
      <inkml:brushProperty name="color" value="#FFFFFF"/>
    </inkml:brush>
  </inkml:definitions>
  <inkml:trace contextRef="#ctx0" brushRef="#br0">24 45 24575,'-3'-3'0,"-5"-1"0,0-3 0,4-1 0,6 2 0,8 2 0,7 1 0,6-2 0,-2 0-8191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7.426"/>
    </inkml:context>
    <inkml:brush xml:id="br0">
      <inkml:brushProperty name="width" value="0.05" units="cm"/>
      <inkml:brushProperty name="height" value="0.05" units="cm"/>
      <inkml:brushProperty name="color" value="#FFFFFF"/>
    </inkml:brush>
  </inkml:definitions>
  <inkml:trace contextRef="#ctx0" brushRef="#br0">277 182 24575,'2'0'0,"0"-1"0,-1 1 0,1-1 0,0 0 0,0 0 0,-1 0 0,1 0 0,0 0 0,-1 0 0,1 0 0,-1-1 0,1 1 0,-1 0 0,0-1 0,0 1 0,0-1 0,1 0 0,-1 1 0,-1-1 0,3-3 0,0-1 0,0-1 0,-1 0 0,1 1 0,1-11 0,-3 14 0,0-1 0,-1 0 0,0 0 0,0 1 0,0-1 0,0 0 0,-1 1 0,1-1 0,-1 0 0,0 1 0,0-1 0,0 0 0,-1 1 0,1 0 0,-1-1 0,0 1 0,0 0 0,0 0 0,0 0 0,0 0 0,-1 0 0,0 0 0,1 1 0,-1-1 0,0 1 0,0 0 0,0 0 0,-1 0 0,1 0 0,0 0 0,-1 1 0,1 0 0,-7-2 0,3 0 0,-1 1 0,0 1 0,0-1 0,0 1 0,0 1 0,0-1 0,0 2 0,0-1 0,0 1 0,0 0 0,0 0 0,0 1 0,0 0 0,-13 6 0,11-3 0,1 1 0,1 0 0,-1 1 0,1 0 0,0 0 0,0 1 0,1 0 0,0 0 0,0 0 0,1 1 0,-7 14 0,9-16 0,0 0 0,1 0 0,0 0 0,0 1 0,1-1 0,0 1 0,0-1 0,1 1 0,0 0 0,0 0 0,1 0 0,0 0 0,0 0 0,1 0 0,0-1 0,2 10 0,-2-14 0,0 0 0,0-1 0,0 1 0,0 0 0,0-1 0,1 1 0,-1-1 0,1 1 0,0-1 0,0 0 0,0 1 0,0-1 0,0 0 0,0 0 0,0-1 0,1 1 0,-1 0 0,1-1 0,-1 1 0,1-1 0,-1 0 0,1 0 0,0 0 0,0 0 0,0-1 0,-1 1 0,1-1 0,0 1 0,0-1 0,0 0 0,0 0 0,0-1 0,0 1 0,0 0 0,4-2 0,3-1 0,-1 0 0,1 0 0,-1-1 0,0 0 0,-1-1 0,1 0 0,-1 0 0,0-1 0,10-8 0,1-6 0,0-1 0,-2 0 0,30-47 0,-29 40 0,-16 25 0,0 1 0,0-1 0,0 0 0,0 1 0,0 0 0,6-4 0,-8 5 0,1 1 0,-1 0 0,1 0 0,-1-1 0,0 1 0,1 0 0,-1 0 0,1 0 0,0 0 0,-1 0 0,1-1 0,-1 1 0,1 0 0,-1 0 0,1 0 0,-1 1 0,1-1 0,-1 0 0,1 0 0,-1 0 0,1 0 0,-1 0 0,1 1 0,-1-1 0,1 0 0,-1 0 0,1 1 0,-1-1 0,0 0 0,1 1 0,-1-1 0,1 0 0,-1 1 0,0-1 0,1 1 0,-1-1 0,0 0 0,0 1 0,1-1 0,-1 1 0,0-1 0,0 1 0,0-1 0,0 1 0,0-1 0,1 1 0,-1-1 0,0 1 0,0 0 0,0-1 0,0 1 0,12 61 244,-10-48-445,0 0 0,1 0 0,0 0 0,1-1-1,1 1 1,0-1 0,11 19 0,-7-20-6625</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7.879"/>
    </inkml:context>
    <inkml:brush xml:id="br0">
      <inkml:brushProperty name="width" value="0.05" units="cm"/>
      <inkml:brushProperty name="height" value="0.05" units="cm"/>
      <inkml:brushProperty name="color" value="#FFFFFF"/>
    </inkml:brush>
  </inkml:definitions>
  <inkml:trace contextRef="#ctx0" brushRef="#br0">183 328 24575,'3'-3'0,"0"-1"0,0 1 0,-1-1 0,1 0 0,-1 1 0,0-1 0,0 0 0,0-1 0,-1 1 0,1 0 0,-1 0 0,0-1 0,1-7 0,-2 10 0,0-1 0,0 1 0,0 0 0,0-1 0,0 1 0,-1 0 0,1 0 0,-1-1 0,1 1 0,-1 0 0,0 0 0,0 0 0,0 0 0,0 0 0,0 0 0,0 0 0,-1 0 0,1 0 0,-1 1 0,1-1 0,-1 0 0,0 1 0,1-1 0,-1 1 0,0 0 0,0 0 0,0 0 0,-2-1 0,-2-1 0,1 1 0,-1 0 0,0 1 0,0-1 0,1 1 0,-1 0 0,0 1 0,0-1 0,0 1 0,0 0 0,0 1 0,0-1 0,0 1 0,-10 3 0,11-2 0,1 0 0,-1 0 0,1 1 0,0-1 0,-1 1 0,1 0 0,0 0 0,1 0 0,-1 1 0,1 0 0,-1-1 0,1 1 0,0 0 0,0 0 0,1 1 0,-1-1 0,-3 9 0,4-6 0,-1 1 0,1-1 0,1 0 0,-1 1 0,1-1 0,0 1 0,1-1 0,0 1 0,0-1 0,1 1 0,0-1 0,0 1 0,4 12 0,-4-16 0,1 0 0,-1-1 0,1 1 0,-1-1 0,1 1 0,0-1 0,0 0 0,1 0 0,-1 0 0,1 0 0,-1 0 0,1-1 0,0 1 0,0-1 0,0 0 0,1 1 0,-1-1 0,0-1 0,1 1 0,-1 0 0,1-1 0,0 0 0,-1 0 0,1 0 0,0 0 0,0-1 0,0 1 0,5-1 0,0-1 0,0 0 0,-1-1 0,1 1 0,-1-2 0,0 1 0,1-1 0,-1-1 0,-1 1 0,1-1 0,0-1 0,-1 1 0,0-1 0,0-1 0,0 1 0,-1-1 0,0 0 0,0-1 0,6-8 0,1-2 0,-1 0 0,-1 0 0,-1-1 0,-1 0 0,0-1 0,10-33 0,-13 29 0,-1 0 0,0 0 0,-2-1 0,-1 0 0,0 1 0,-3-27 0,1 48 0,0 1 0,0-1 0,0 1 0,0 0 0,-1-1 0,1 1 0,0 0 0,-1-1 0,1 1 0,-1 0 0,0-1 0,-1-1 0,2 3 0,0 0 0,0 0 0,-1-1 0,1 1 0,0 0 0,0 0 0,-1 0 0,1 0 0,0 0 0,0 0 0,-1 0 0,1 0 0,0 0 0,0 0 0,-1 0 0,1 0 0,0 0 0,-1 0 0,1 0 0,0 0 0,0 0 0,-1 0 0,1 0 0,0 1 0,0-1 0,-1 0 0,1 0 0,0 0 0,0 0 0,0 1 0,-1-1 0,1 0 0,0 0 0,0 0 0,0 1 0,-1-1 0,-1 3 0,0 0 0,0 0 0,1 0 0,-1 1 0,0-1 0,1 0 0,0 1 0,-1 4 0,-4 31 0,2 1 0,1 0 0,2-1 0,2 1 0,9 55 0,-8-79-455,2 1 0,8 26 0,-2-16-6371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8.326"/>
    </inkml:context>
    <inkml:brush xml:id="br0">
      <inkml:brushProperty name="width" value="0.05" units="cm"/>
      <inkml:brushProperty name="height" value="0.05" units="cm"/>
      <inkml:brushProperty name="color" value="#FFFFFF"/>
    </inkml:brush>
  </inkml:definitions>
  <inkml:trace contextRef="#ctx0" brushRef="#br0">222 336 24575,'-1'-5'0,"1"0"0,-1 0 0,-1 0 0,1 0 0,-1 0 0,1 0 0,-2 0 0,1 0 0,0 1 0,-1-1 0,0 1 0,0 0 0,0 0 0,-1 0 0,1 0 0,-1 0 0,0 1 0,0 0 0,0-1 0,0 2 0,-1-1 0,-8-4 0,9 5 0,1 1 0,0-1 0,0 1 0,-1 0 0,1 0 0,-1 0 0,1 0 0,-1 0 0,1 1 0,-1 0 0,0 0 0,1 0 0,-1 0 0,1 0 0,-1 1 0,1 0 0,-1-1 0,1 1 0,-1 1 0,1-1 0,0 0 0,-1 1 0,1 0 0,0-1 0,0 1 0,0 0 0,0 1 0,1-1 0,-1 1 0,0-1 0,1 1 0,0 0 0,-4 4 0,0 5 0,0-1 0,1 1 0,-8 22 0,11-29 0,1 0 0,0 0 0,0 1 0,0-1 0,0 0 0,1 0 0,0 0 0,0 1 0,1-1 0,-1 0 0,1 0 0,2 7 0,-2-10 0,0-1 0,0 1 0,0-1 0,0 1 0,1-1 0,-1 1 0,1-1 0,-1 0 0,1 1 0,-1-1 0,1 0 0,0 0 0,-1 0 0,1 0 0,0-1 0,0 1 0,0 0 0,0-1 0,0 1 0,0-1 0,0 0 0,-1 0 0,5 0 0,2 1 0,1-1 0,0 0 0,16-4 0,-14 2 0,-1-1 0,-1 0 0,1 0 0,0-1 0,-1-1 0,0 0 0,0 0 0,0-1 0,-1 0 0,0 0 0,0-1 0,0 0 0,-1 0 0,0-1 0,-1 0 0,11-16 0,-11 15 0,0-1 0,-1 0 0,-1 1 0,0-2 0,0 1 0,-1 0 0,0-1 0,-1 1 0,0-1 0,-1 0 0,0 0 0,0 0 0,-1 0 0,-1 1 0,-3-22 0,1 19 0,0 1 0,0 0 0,-2 0 0,1 0 0,-1 1 0,-1-1 0,0 1 0,-11-13 0,17 23 0,-1 0 0,1 0 0,-1 1 0,1-1 0,-1 0 0,0 1 0,1-1 0,-1 0 0,0 1 0,1-1 0,-1 1 0,0-1 0,0 1 0,1 0 0,-1-1 0,0 1 0,0 0 0,0 0 0,0-1 0,0 1 0,1 0 0,-1 0 0,0 0 0,-1 0 0,1 0 0,0 1 0,0-1 0,1 1 0,-1 0 0,0-1 0,1 1 0,-1 0 0,1-1 0,-1 1 0,0 0 0,1 0 0,-1-1 0,1 1 0,0 0 0,-1 0 0,1 0 0,0 0 0,-1 1 0,-1 7 0,1-1 0,-1 1 0,1 13 0,1-22 0,2 74 0,3 0 0,26 135 0,-24-176-1365,-2-7-5461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48.668"/>
    </inkml:context>
    <inkml:brush xml:id="br0">
      <inkml:brushProperty name="width" value="0.05" units="cm"/>
      <inkml:brushProperty name="height" value="0.05" units="cm"/>
      <inkml:brushProperty name="color" value="#FFFFFF"/>
    </inkml:brush>
  </inkml:definitions>
  <inkml:trace contextRef="#ctx0" brushRef="#br0">62 1 24575,'-3'0'0,"-4"0"0,-1 3 0,1 4 0,-2 1 0,-2-1 0,1-5 0,5-2 0,3-5 0,6-1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56.153"/>
    </inkml:context>
    <inkml:brush xml:id="br0">
      <inkml:brushProperty name="width" value="0.05" units="cm"/>
      <inkml:brushProperty name="height" value="0.05" units="cm"/>
      <inkml:brushProperty name="color" value="#FFFFFF"/>
    </inkml:brush>
  </inkml:definitions>
  <inkml:trace contextRef="#ctx0" brushRef="#br0">1 494 24575,'1'-14'0,"1"0"0,1 1 0,0-1 0,1 1 0,10-23 0,-5 13 0,-1 1 0,1 0 0,19-33 0,-23 46 0,1 1 0,0-1 0,1 1 0,0 1 0,0-1 0,0 1 0,1 0 0,12-8 0,15-6 0,1 3 0,0 0 0,1 3 0,47-14 0,160-26 0,-163 41 0,0 3 0,1 5 0,103 4 0,-155 4 0,-1 2 0,0 2 0,0 0 0,0 2 0,44 19 0,129 72 0,-149-70 0,-13-6 0,0 1 0,-2 2 0,-1 2 0,52 50 0,-81-70-195,-1 1 0,1 0 0,-2 0 0,1 0 0,-1 1 0,5 12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56.574"/>
    </inkml:context>
    <inkml:brush xml:id="br0">
      <inkml:brushProperty name="width" value="0.05" units="cm"/>
      <inkml:brushProperty name="height" value="0.05" units="cm"/>
      <inkml:brushProperty name="color" value="#FFFFFF"/>
    </inkml:brush>
  </inkml:definitions>
  <inkml:trace contextRef="#ctx0" brushRef="#br0">119 7 24575,'1'0'0,"-1"0"0,0-1 0,0 1 0,0 0 0,0 0 0,0 0 0,0 0 0,0-1 0,0 1 0,0 0 0,0 0 0,0 0 0,0-1 0,0 1 0,0 0 0,0 0 0,0 0 0,0-1 0,0 1 0,0 0 0,0 0 0,0 0 0,-1 0 0,1-1 0,0 1 0,0 0 0,0 0 0,0 0 0,0 0 0,0 0 0,-1-1 0,1 1 0,0 0 0,0 0 0,0 0 0,0 0 0,-1 0 0,1 0 0,0 0 0,0 0 0,0 0 0,0 0 0,-1 0 0,1-1 0,0 1 0,0 0 0,0 0 0,-1 0 0,1 1 0,-1-1 0,1 1 0,0-1 0,0 0 0,-1 1 0,1-1 0,0 1 0,0-1 0,0 1 0,0-1 0,-1 1 0,1-1 0,0 1 0,0-1 0,0 0 0,0 1 0,0-1 0,0 1 0,0-1 0,0 1 0,0-1 0,1 1 0,-1-1 0,0 2 0,7 15 0,0 0 0,0 0 0,2-1 0,0 0 0,15 20 0,-1-3 0,-23-32 0,56 98 0,-51-89 0,0 1 0,-1-1 0,0 1 0,-1 1 0,0-1 0,-1 0 0,1 21 0,-3-27 0,-1 1 0,0-1 0,0 0 0,-1 0 0,0 1 0,0-1 0,0 0 0,0-1 0,-1 1 0,0 0 0,0-1 0,0 1 0,0-1 0,-1 0 0,0 0 0,1-1 0,-2 1 0,1-1 0,0 1 0,-8 3 0,0 0 0,0 0 0,0-1 0,0 0 0,-1-1 0,0 0 0,0-2 0,-15 4 0,19-5-170,-1-1-1,1 0 0,0 0 1,-1-1-1,1 0 0,-1-1 1,-17-3-1,15-1-6655</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6.999"/>
    </inkml:context>
    <inkml:brush xml:id="br0">
      <inkml:brushProperty name="width" value="0.05" units="cm"/>
      <inkml:brushProperty name="height" value="0.05" units="cm"/>
      <inkml:brushProperty name="color" value="#FFFFFF"/>
    </inkml:brush>
  </inkml:definitions>
  <inkml:trace contextRef="#ctx0" brushRef="#br0">20 4 24575,'0'-3'0,"-3"2"0,-1 5 0,0 4 0,0 4 0,2 3 0,1 5 0,0 6 0,1 4 0,3 4 0,1 2 0,0-3 0,0 1 0,-2-1 0,0-1 0,2-5 0,0-2 0,0-7-8191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7.418"/>
    </inkml:context>
    <inkml:brush xml:id="br0">
      <inkml:brushProperty name="width" value="0.05" units="cm"/>
      <inkml:brushProperty name="height" value="0.05" units="cm"/>
      <inkml:brushProperty name="color" value="#FFFFFF"/>
    </inkml:brush>
  </inkml:definitions>
  <inkml:trace contextRef="#ctx0" brushRef="#br0">54 461 24575,'-1'-18'0,"-1"1"0,-1 0 0,-9-31 0,1 5 0,8 26 0,-4-14 0,1 0 0,-2-55 0,8 78 0,0 1 0,0 0 0,1-1 0,0 1 0,0 0 0,0 0 0,1 0 0,0 0 0,1 0 0,-1 0 0,1 0 0,1 1 0,-1-1 0,1 1 0,0 0 0,1 0 0,8-9 0,-9 13 0,0-1 0,0 1 0,0 0 0,0 0 0,0 0 0,1 0 0,-1 1 0,1 0 0,-1 0 0,1 0 0,0 0 0,-1 1 0,1-1 0,0 1 0,0 1 0,-1-1 0,1 1 0,-1-1 0,1 1 0,0 1 0,-1-1 0,1 1 0,-1-1 0,8 6 0,-6-5 0,0 1 0,0 1 0,0-1 0,-1 1 0,1 0 0,-1 0 0,0 1 0,0 0 0,-1 0 0,1 0 0,-1 0 0,0 0 0,-1 1 0,1 0 0,-1 0 0,4 12 0,-5-10 0,-1 0 0,0 0 0,0 0 0,-1 0 0,0 0 0,-1 0 0,0 0 0,0 0 0,-1 0 0,1 0 0,-2 0 0,1-1 0,-1 1 0,-1-1 0,1 1 0,-1-1 0,0 0 0,-9 10 0,0-1 0,0-1 0,-1 0 0,-1-2 0,0 1 0,0-2 0,-26 16 0,39-27 0,0 0 0,1 0 0,-1 0 0,1 0 0,-1 0 0,1 1 0,0-1 0,-1 0 0,1 1 0,0-1 0,0 1 0,0 0 0,0-1 0,-2 4 0,3-4 0,0-1 0,0 1 0,0-1 0,0 1 0,0-1 0,0 1 0,0-1 0,0 1 0,0-1 0,1 1 0,-1-1 0,0 1 0,0-1 0,0 1 0,1-1 0,-1 1 0,0-1 0,0 0 0,1 1 0,-1-1 0,0 0 0,1 1 0,17 8 0,48 4 0,32 9 0,-88-19 0,0 0 0,-1 1 0,1 1 0,-1-1 0,0 2 0,0-1 0,10 9 0,-17-13 0,-1 0 0,1 1 0,0-1 0,-1 0 0,1 1 0,-1 0 0,1-1 0,-1 1 0,0 0 0,0 0 0,0-1 0,0 1 0,0 0 0,0 0 0,-1 0 0,1 0 0,0 0 0,-1 1 0,0-1 0,1 0 0,-1 0 0,0 0 0,0 0 0,0 0 0,-1 0 0,1 1 0,0-1 0,-1 0 0,-1 3 0,0 0 0,-1 0 0,0-1 0,-1 1 0,1-1 0,-1 0 0,1 0 0,-1 0 0,0-1 0,-1 1 0,-7 4 0,-2 0-151,0 0-1,0-1 0,-1-1 0,0 0 1,-1-1-1,1 0 0,-1-2 1,-18 3-1,10-3-6674</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7.805"/>
    </inkml:context>
    <inkml:brush xml:id="br0">
      <inkml:brushProperty name="width" value="0.05" units="cm"/>
      <inkml:brushProperty name="height" value="0.05" units="cm"/>
      <inkml:brushProperty name="color" value="#FFFFFF"/>
    </inkml:brush>
  </inkml:definitions>
  <inkml:trace contextRef="#ctx0" brushRef="#br0">0 12 24575,'0'4'0,"1"0"0,0 0 0,-1-1 0,1 1 0,0 0 0,1-1 0,-1 1 0,0-1 0,1 1 0,0-1 0,3 5 0,30 34 0,-16-20 0,-9-9 0,7 6 0,27 45 0,-40-57 0,-1 0 0,1 0 0,-1 1 0,-1 0 0,1-1 0,-1 1 0,-1 0 0,1 0 0,-1 0 0,0 13 0,-1-19 0,0 0 0,-1 0 0,1 0 0,0 0 0,-1 0 0,1 0 0,-1 0 0,1-1 0,-1 1 0,0 0 0,-1 3 0,1-5 0,1 1 0,-1 0 0,0-1 0,1 1 0,-1 0 0,0-1 0,1 1 0,-1-1 0,0 1 0,1-1 0,-1 0 0,0 1 0,0-1 0,0 0 0,1 1 0,-1-1 0,0 0 0,0 0 0,-1 0 0,0 0 0,0 0 0,0-1 0,1 1 0,-1-1 0,0 1 0,0-1 0,1 0 0,-1 0 0,0 0 0,1 0 0,-1 0 0,1 0 0,-1 0 0,1 0 0,0-1 0,-1 1 0,1 0 0,0-1 0,0 1 0,0-1 0,0 0 0,-1-2 0,-2-6 0,0 0 0,1 0 0,0 0 0,0-1 0,1 1 0,1-1 0,0 1 0,0-1 0,1 1 0,1-1 0,1-12 0,0 7 0,1 0 0,1 1 0,0-1 0,1 1 0,0 0 0,14-25 0,-15 33-273,0 1 0,0-1 0,1 1 0,9-9 0,1 2-6553</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8.269"/>
    </inkml:context>
    <inkml:brush xml:id="br0">
      <inkml:brushProperty name="width" value="0.05" units="cm"/>
      <inkml:brushProperty name="height" value="0.05" units="cm"/>
      <inkml:brushProperty name="color" value="#FFFFFF"/>
    </inkml:brush>
  </inkml:definitions>
  <inkml:trace contextRef="#ctx0" brushRef="#br0">199 83 24575,'0'-8'0,"0"0"0,0 1 0,-1-1 0,0 0 0,-4-11 0,5 17 0,-1 1 0,1 0 0,-1-1 0,1 1 0,-1 0 0,0 0 0,1-1 0,-1 1 0,0 0 0,0 0 0,0 0 0,0 0 0,0 0 0,0 0 0,0 0 0,0 1 0,0-1 0,-1 0 0,1 0 0,0 1 0,0-1 0,-1 1 0,1-1 0,0 1 0,-1 0 0,1-1 0,-1 1 0,1 0 0,0 0 0,-1 0 0,1 0 0,-1 0 0,1 0 0,0 1 0,-1-1 0,1 0 0,0 1 0,-3 0 0,-2 2 0,1 0 0,-1 0 0,1 0 0,0 0 0,0 1 0,0 0 0,0 0 0,1 0 0,0 1 0,-1-1 0,2 1 0,-5 6 0,-4 8 0,1-1 0,-9 23 0,13-26 0,1 0 0,0 1 0,1-1 0,1 1 0,0 0 0,-2 27 0,6-38 0,0 0 0,0-1 0,1 1 0,-1 0 0,1-1 0,0 1 0,0-1 0,1 1 0,-1-1 0,1 1 0,0-1 0,3 4 0,-3-5 0,0 0 0,1 0 0,-1 0 0,1-1 0,0 1 0,0-1 0,0 0 0,0 0 0,0 0 0,1 0 0,-1 0 0,0-1 0,1 0 0,-1 1 0,1-1 0,0-1 0,4 2 0,-3-1 0,0-1 0,1 1 0,-1-1 0,1 0 0,-1-1 0,0 1 0,1-1 0,-1 0 0,0 0 0,0-1 0,0 0 0,9-4 0,-6 3 0,-2-2 0,1 1 0,0-1 0,-1 0 0,0-1 0,0 1 0,9-13 0,-5 5 0,-1 0 0,-1-1 0,0 0 0,-1-1 0,0 1 0,-1-1 0,7-32 0,-8 15 0,0 1 0,-3 25 0,0 9 0,2 13 0,6 32 0,31 89 0,-32-118-1365,-1-6-5461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8.934"/>
    </inkml:context>
    <inkml:brush xml:id="br0">
      <inkml:brushProperty name="width" value="0.05" units="cm"/>
      <inkml:brushProperty name="height" value="0.05" units="cm"/>
      <inkml:brushProperty name="color" value="#FFFFFF"/>
    </inkml:brush>
  </inkml:definitions>
  <inkml:trace contextRef="#ctx0" brushRef="#br0">130 407 24575,'0'-2'0,"-1"0"0,1 1 0,-1-1 0,0 0 0,1 0 0,-1 1 0,0-1 0,0 1 0,0-1 0,0 0 0,0 1 0,0 0 0,-1-1 0,1 1 0,0 0 0,-1-1 0,1 1 0,-1 0 0,1 0 0,-1 0 0,-2-1 0,2 1 0,-1 0 0,1 0 0,0 0 0,-1 0 0,1 0 0,0 1 0,-1-1 0,1 1 0,-1-1 0,1 1 0,-1 0 0,1 0 0,-1 0 0,1 0 0,-4 1 0,2 1 0,1 0 0,-1 0 0,1 0 0,0 1 0,-1 0 0,1-1 0,0 1 0,1 0 0,-1 0 0,0 1 0,1-1 0,0 0 0,0 1 0,0 0 0,0-1 0,0 1 0,1 0 0,0 0 0,0 0 0,-1 7 0,-2 9 0,1 0 0,0 36 0,3-56 0,0 8 0,0-1 0,1 0 0,0 0 0,0 0 0,0 0 0,1 0 0,0 0 0,0 0 0,1 0 0,6 11 0,-7-15 0,-1-1 0,1 1 0,0 0 0,1-1 0,-1 0 0,0 1 0,1-1 0,-1 0 0,1 0 0,0 0 0,0-1 0,-1 1 0,1 0 0,0-1 0,0 0 0,1 0 0,-1 0 0,0 0 0,0-1 0,0 1 0,1-1 0,-1 1 0,0-1 0,1 0 0,4-1 0,-1 0 0,0 0 0,-1-1 0,1 1 0,-1-1 0,1-1 0,-1 1 0,0-1 0,0 0 0,0 0 0,0-1 0,0 0 0,-1 0 0,0 0 0,6-6 0,-4 2 0,0 0 0,-1-1 0,0 0 0,-1 0 0,0 0 0,0-1 0,-1 0 0,4-12 0,1-12 0,-2 1 0,-1-1 0,-2 0 0,-1-52 0,-5-167 0,2 251 0,0-4 0,0 0 0,-1 0 0,1 0 0,-2 1 0,-2-11 0,2 18 0,-1 9 0,-1 12 0,3 300 0,15-171 0,-14-150 0,1 1 0,-1 0 0,1 0 0,0-1 0,0 1 0,0 0 0,0-1 0,4 5 0,-5-6 0,0-1 0,1 1 0,-1-1 0,1 0 0,-1 1 0,0-1 0,1 0 0,-1 1 0,1-1 0,-1 0 0,1 0 0,-1 0 0,1 1 0,-1-1 0,1 0 0,-1 0 0,1 0 0,0 0 0,-1 0 0,1 0 0,-1 0 0,1 0 0,-1 0 0,1 0 0,-1 0 0,1 0 0,-1-1 0,1 1 0,-1 0 0,1 0 0,-1 0 0,1-1 0,-1 1 0,1 0 0,-1-1 0,1 1 0,-1 0 0,0-1 0,1 1 0,-1-1 0,1 1 0,-1-1 0,0 1 0,0 0 0,1-1 0,-1 1 0,0-1 0,0 1 0,1-2 0,23-42 0,-17 30 0,1-1 0,14-18 0,-20 30 0,1 0 0,-1 0 0,1 0 0,0 0 0,0 1 0,0-1 0,0 1 0,0 0 0,0 0 0,1 0 0,-1 0 0,1 1 0,-1-1 0,1 1 0,5-1 0,-6 2 0,-1 0 0,1 0 0,0 0 0,-1 1 0,1-1 0,0 1 0,-1-1 0,1 1 0,-1 0 0,1 0 0,-1 0 0,1 1 0,-1-1 0,0 0 0,0 1 0,0 0 0,1-1 0,-2 1 0,1 0 0,0 0 0,0 0 0,2 4 0,4 5 0,0 2 0,12 23 0,-16-27 0,7 12 199,18 32-1763,-17-37-5262</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0.617"/>
    </inkml:context>
    <inkml:brush xml:id="br0">
      <inkml:brushProperty name="width" value="0.05" units="cm"/>
      <inkml:brushProperty name="height" value="0.05" units="cm"/>
      <inkml:brushProperty name="color" value="#FFFFFF"/>
    </inkml:brush>
  </inkml:definitions>
  <inkml:trace contextRef="#ctx0" brushRef="#br0">14 107 24575,'0'0'0,"-1"0"0,0-1 0,1 1 0,-1 0 0,0 0 0,0-1 0,1 1 0,-1 0 0,1-1 0,-1 1 0,0-1 0,1 1 0,-1 0 0,1-1 0,-1 0 0,1 1 0,-1-1 0,1 1 0,0-1 0,-1 1 0,1-1 0,0 0 0,-1 1 0,1-1 0,0 0 0,0 1 0,-1-1 0,1 0 0,0 0 0,0 1 0,0-1 0,0 0 0,0 0 0,0 1 0,0-1 0,1-1 0,-1-1 0,0 0 0,0 0 0,1 0 0,-1 1 0,1-1 0,0 0 0,0 0 0,1-2 0,1 0 0,1 0 0,-1 0 0,1 1 0,0 0 0,0-1 0,1 2 0,-1-1 0,1 0 0,0 1 0,0 0 0,5-3 0,-8 5 0,0 0 0,0 0 0,0 1 0,0-1 0,0 0 0,0 1 0,0 0 0,0-1 0,0 1 0,0 0 0,0 0 0,0 0 0,0 0 0,0 0 0,0 0 0,0 1 0,0-1 0,0 1 0,0 0 0,0-1 0,0 1 0,0 0 0,-1 0 0,1 0 0,0 0 0,0 0 0,-1 1 0,1-1 0,-1 0 0,1 1 0,-1-1 0,0 1 0,3 3 0,1 5 0,0 0 0,0 0 0,-1 0 0,-1 0 0,6 22 0,4 58 0,-11-75 0,2 28 0,-2 62 0,2-122 0,1 0 0,1 0 0,11-22 0,-12 27 0,3-8 0,48-101 0,-49 109 0,0-1 0,1 1 0,1 1 0,0 0 0,0 0 0,1 0 0,12-9 0,-20 19 0,-1-1 0,1 1 0,-1 0 0,1 0 0,0 0 0,0 0 0,-1 0 0,1 0 0,0 0 0,0 1 0,0-1 0,0 1 0,0-1 0,0 1 0,0 0 0,0 0 0,0 0 0,0 0 0,0 0 0,3 1 0,-2-1 0,-1 2 0,0-1 0,0 0 0,0 0 0,-1 0 0,1 1 0,0-1 0,0 1 0,-1 0 0,1-1 0,-1 1 0,0 0 0,1 0 0,-1 0 0,1 3 0,4 9 0,0 0 0,-2 0 0,0 1 0,4 21 0,-6-24 0,2 15 0,-1-1 0,0 30 0,-3-56 0,0 0 0,0 0 0,0 0 0,0 0 0,0 0 0,0 0 0,0 0 0,0 0 0,0 0 0,0 0 0,0 0 0,0 0 0,0 0 0,0 1 0,1-1 0,-1 0 0,0 0 0,0 0 0,0 0 0,0 0 0,0 0 0,0 0 0,0 0 0,0 0 0,0 0 0,0 0 0,0 0 0,0 0 0,0 0 0,0 0 0,0 0 0,1 0 0,-1 0 0,0 0 0,0 0 0,0 0 0,0 0 0,0 0 0,0 0 0,0 0 0,0 0 0,0 0 0,0 0 0,0 0 0,0 0 0,0 0 0,1 0 0,-1 0 0,0 0 0,0 0 0,0 0 0,0 0 0,0 0 0,0 0 0,0 0 0,0 0 0,0 0 0,0-1 0,0 1 0,0 0 0,0 0 0,0 0 0,0 0 0,0 0 0,0 0 0,0 0 0,0 0 0,8-8 0,11-18 0,-13 18 0,16-21 0,33-33 0,-47 53 0,1 1 0,1 0 0,-1 0 0,1 1 0,0 1 0,1 0 0,19-9 0,-28 14 0,0 0 0,0 1 0,0-1 0,0 0 0,1 1 0,-1 0 0,0-1 0,0 1 0,0 0 0,1 0 0,-1 0 0,0 1 0,0-1 0,0 0 0,0 1 0,1 0 0,-1-1 0,0 1 0,0 0 0,0 0 0,0 0 0,-1 0 0,1 0 0,0 1 0,0-1 0,-1 1 0,1-1 0,0 1 0,-1-1 0,0 1 0,1 0 0,-1 0 0,0 0 0,0 0 0,0 0 0,0 0 0,0 0 0,-1 0 0,2 3 0,1 6 0,0 1 0,0 0 0,-2 0 0,1 1 0,-1 21 0,-3 2 115,-7 36 0,2-16-1710,4-34-5231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1.355"/>
    </inkml:context>
    <inkml:brush xml:id="br0">
      <inkml:brushProperty name="width" value="0.05" units="cm"/>
      <inkml:brushProperty name="height" value="0.05" units="cm"/>
      <inkml:brushProperty name="color" value="#FFFFFF"/>
    </inkml:brush>
  </inkml:definitions>
  <inkml:trace contextRef="#ctx0" brushRef="#br0">132 214 24575,'1'-4'0,"0"1"0,0 0 0,0-1 0,1 1 0,-1 0 0,1 0 0,0 0 0,0 0 0,0 0 0,0 1 0,4-5 0,4-5 0,9-15 0,-12 19 0,0 0 0,-1-1 0,0 0 0,-1-1 0,1 1 0,-2-1 0,0 0 0,6-21 0,-9 31 0,-1-1 0,0 0 0,0 0 0,1 0 0,-1 0 0,0 0 0,0 0 0,0 0 0,0 0 0,0 0 0,0 1 0,0-1 0,0 0 0,0 0 0,-1 0 0,1 0 0,0 0 0,0 0 0,-1 0 0,1 1 0,-1-1 0,1 0 0,-1 0 0,1 0 0,-1 1 0,1-1 0,-1 0 0,0 1 0,0-1 0,1 1 0,-1-1 0,0 0 0,0 1 0,1 0 0,-1-1 0,0 1 0,0-1 0,0 1 0,0 0 0,0 0 0,0-1 0,1 1 0,-1 0 0,0 0 0,0 0 0,0 0 0,0 0 0,0 0 0,0 1 0,0-1 0,0 0 0,0 0 0,0 1 0,1-1 0,-3 1 0,-6 2 0,1 0 0,-1 1 0,1 0 0,-9 6 0,5-2 0,0 1 0,0 0 0,1 1 0,0 0 0,1 0 0,0 1 0,1 1 0,0 0 0,1 0 0,1 1 0,-1-1 0,2 2 0,0-1 0,0 1 0,2 0 0,0 0 0,0 0 0,1 1 0,1-1 0,0 1 0,1 25 0,1-38 0,0 1 0,0 0 0,1-1 0,-1 1 0,1-1 0,0 1 0,0-1 0,-1 0 0,1 1 0,1-1 0,-1 0 0,0 1 0,1-1 0,-1 0 0,1 0 0,-1 0 0,1 0 0,0-1 0,0 1 0,0 0 0,0-1 0,4 3 0,-3-3 0,0 0 0,0 0 0,-1 0 0,1-1 0,1 1 0,-1-1 0,0 1 0,0-1 0,0 0 0,0 0 0,0-1 0,0 1 0,0 0 0,0-1 0,0 0 0,0 0 0,0 0 0,5-3 0,2-1 0,0-1 0,-1 0 0,1 0 0,-1-1 0,0-1 0,-1 1 0,0-1 0,0-1 0,-1 0 0,9-13 0,-3 1 0,-2 0 0,0-1 0,14-41 0,-25 63 0,0 0 0,0 0 0,0 0 0,0 0 0,0 0 0,0 0 0,0 0 0,0 0 0,0 0 0,0 0 0,0 0 0,1 0 0,-1 0 0,0 0 0,0 0 0,0 0 0,0 0 0,0 0 0,0 1 0,0-1 0,0 0 0,0 0 0,0 0 0,0 0 0,0 0 0,0 0 0,0 0 0,0 0 0,1 0 0,-1 0 0,0 0 0,0 0 0,0 0 0,0 0 0,0 0 0,0 0 0,0 0 0,0 0 0,0 0 0,0 0 0,0-1 0,0 1 0,2 16 0,-3 19 0,1-18 0,-1-3 0,1 1 0,0-1 0,1 1 0,0 0 0,4 14 0,-4-26 0,0 0 0,0-1 0,0 1 0,0 0 0,0 0 0,1-1 0,-1 1 0,1-1 0,-1 1 0,1-1 0,0 0 0,0 0 0,0 1 0,0-1 0,1-1 0,-1 1 0,0 0 0,1-1 0,-1 1 0,1-1 0,0 1 0,-1-1 0,1 0 0,0 0 0,0-1 0,0 1 0,0-1 0,0 1 0,-1-1 0,1 0 0,4 0 0,2-1 0,1 0 0,-1-1 0,0 0 0,0 0 0,0-1 0,0 0 0,-1-1 0,1 0 0,-1 0 0,0-1 0,0 0 0,0 0 0,-1-1 0,1 0 0,-2 0 0,1-1 0,-1 1 0,0-2 0,9-12 0,-9 11 0,0-1 0,0 0 0,-1 0 0,0 0 0,-1 0 0,0-1 0,-1 0 0,0 0 0,0 0 0,-1 0 0,-1 0 0,0 0 0,-1 0 0,0-1 0,0 1 0,-3-13 0,2 19 0,-1-1 0,0 1 0,0 0 0,-1-1 0,0 1 0,-5-7 0,7 10 0,0 1 0,0 0 0,0 0 0,0 0 0,0-1 0,0 1 0,0 0 0,-1 1 0,1-1 0,0 0 0,-1 0 0,-2-1 0,3 2 0,0 0 0,0 0 0,0 0 0,0 0 0,0 0 0,1 0 0,-1 0 0,0 0 0,0 1 0,0-1 0,0 0 0,0 1 0,1-1 0,-1 0 0,0 1 0,0-1 0,1 1 0,-1-1 0,0 1 0,1-1 0,-1 1 0,0 0 0,1-1 0,-1 1 0,0 0 0,-1 3 0,0-1 0,0 1 0,0 0 0,0-1 0,1 1 0,0 0 0,-1 0 0,2 0 0,-1 0 0,0 0 0,0 5 0,1 51 0,0-42 0,0-6-136,0 1-1,1-1 1,0 1-1,1-1 1,0 0-1,1 1 1,1-1-1,0-1 0,7 16 1,-1-11-6690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1.512"/>
    </inkml:context>
    <inkml:brush xml:id="br0">
      <inkml:brushProperty name="width" value="0.05" units="cm"/>
      <inkml:brushProperty name="height" value="0.05" units="cm"/>
      <inkml:brushProperty name="color" value="#FFFFFF"/>
    </inkml:brush>
  </inkml:definitions>
  <inkml:trace contextRef="#ctx0" brushRef="#br0">15 33 24575,'-3'-3'0,"-1"-4"0,0-4 0,0-1-8191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1.963"/>
    </inkml:context>
    <inkml:brush xml:id="br0">
      <inkml:brushProperty name="width" value="0.05" units="cm"/>
      <inkml:brushProperty name="height" value="0.05" units="cm"/>
      <inkml:brushProperty name="color" value="#FFFFFF"/>
    </inkml:brush>
  </inkml:definitions>
  <inkml:trace contextRef="#ctx0" brushRef="#br0">1 90 24575,'0'-1'0,"0"0"0,0-1 0,1 1 0,-1 0 0,0 0 0,1-1 0,0 1 0,-1 0 0,1 0 0,-1-1 0,1 1 0,0 0 0,0 0 0,0 0 0,0 0 0,0 0 0,0 0 0,0 1 0,0-1 0,0 0 0,0 0 0,0 1 0,1-1 0,-1 1 0,0-1 0,0 1 0,2-1 0,0 0 0,-1 1 0,0-1 0,0 1 0,0-1 0,0 1 0,1 0 0,-1 0 0,0 0 0,0 0 0,1 0 0,-1 1 0,0-1 0,0 0 0,0 1 0,4 1 0,-2 1 0,0 1 0,0-1 0,-1 1 0,1-1 0,-1 1 0,0 0 0,0 0 0,0 1 0,-1-1 0,1 1 0,-1-1 0,0 1 0,0 0 0,-1-1 0,1 1 0,-1 0 0,0 0 0,-1 0 0,1 10 0,0 1 0,-1-1 0,-1 0 0,-1 1 0,0-1 0,-5 21 0,6-33 0,0 0 0,0 0 0,-1 0 0,1 0 0,-1 0 0,1 0 0,-4 4 0,5-7 0,0 0 0,0 0 0,-1 0 0,1 0 0,0 1 0,0-1 0,0 0 0,0 0 0,0 0 0,0 0 0,0 0 0,0 0 0,0 0 0,0 0 0,0 0 0,0 0 0,0 1 0,-1-1 0,1 0 0,0 0 0,0 0 0,0 0 0,0 0 0,0 0 0,0 0 0,0 0 0,-1 0 0,1 0 0,0 0 0,0 0 0,0 0 0,0 0 0,0 0 0,0 0 0,0 0 0,-1 0 0,1 0 0,0 0 0,0 0 0,0 0 0,0 0 0,0 0 0,0 0 0,0 0 0,0 0 0,0-1 0,-1 1 0,1 0 0,0 0 0,0 0 0,0 0 0,0 0 0,0 0 0,0 0 0,0 0 0,0 0 0,0-1 0,0 1 0,0 0 0,2-18 0,4-3 0,1 1 0,1 0 0,1 1 0,1 0 0,0 0 0,2 1 0,0 1 0,1-1 0,1 2 0,0 0 0,1 1 0,29-23 0,-40 35 0,1-1 0,-1 2 0,1-1 0,-1 0 0,1 1 0,0 0 0,0 0 0,0 1 0,0-1 0,0 1 0,7-1 0,-10 2 0,1 0 0,-1 0 0,0 1 0,0-1 0,1 1 0,-1-1 0,0 1 0,0 0 0,0-1 0,0 1 0,0 1 0,0-1 0,0 0 0,0 0 0,0 1 0,-1-1 0,1 1 0,0-1 0,-1 1 0,1 0 0,-1-1 0,0 1 0,1 0 0,-1 0 0,0 0 0,0 0 0,0 0 0,0 3 0,2 5 31,0-1 0,0 1 0,-1 1 0,-1-1 0,0 0 0,0 0 0,-1 0 0,0 1-1,-1-1 1,-3 15 0,-4 13-746,-17 50-1,23-80 442,-6 17-6552</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2.251"/>
    </inkml:context>
    <inkml:brush xml:id="br0">
      <inkml:brushProperty name="width" value="0.05" units="cm"/>
      <inkml:brushProperty name="height" value="0.05" units="cm"/>
      <inkml:brushProperty name="color" value="#FFFFFF"/>
    </inkml:brush>
  </inkml:definitions>
  <inkml:trace contextRef="#ctx0" brushRef="#br0">255 31 24575,'3'-23'0,"1"16"0,1 14 0,-4 3 0,0 0 0,-1-1 0,0 1 0,0 0 0,-1-1 0,0 1 0,-1 0 0,0-1 0,-4 12 0,1-2 0,-48 199 0,-109 283 0,142-454-1365,3-11-5461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3.012"/>
    </inkml:context>
    <inkml:brush xml:id="br0">
      <inkml:brushProperty name="width" value="0.05" units="cm"/>
      <inkml:brushProperty name="height" value="0.05" units="cm"/>
      <inkml:brushProperty name="color" value="#FFFFFF"/>
    </inkml:brush>
  </inkml:definitions>
  <inkml:trace contextRef="#ctx0" brushRef="#br0">1 103 24575,'0'-10'0,"1"-26"0,0 34 0,-1 0 0,0 1 0,1-1 0,-1 0 0,1 0 0,0 1 0,0-1 0,-1 0 0,1 1 0,0-1 0,1 1 0,-1-1 0,0 1 0,0 0 0,0-1 0,3-1 0,-3 3 0,0-1 0,0 1 0,0 0 0,0 0 0,0-1 0,-1 1 0,1 0 0,0 0 0,0 0 0,0 0 0,0 0 0,0 0 0,0 0 0,0 1 0,0-1 0,0 0 0,0 0 0,0 1 0,-1-1 0,1 0 0,0 1 0,0-1 0,0 1 0,-1-1 0,1 1 0,0 0 0,0-1 0,-1 1 0,1 0 0,0-1 0,-1 1 0,1 0 0,-1 0 0,1 0 0,-1-1 0,0 1 0,1 2 0,17 36 0,-16-35 0,4 14 0,-1 0 0,0 1 0,-2 0 0,0-1 0,-1 1 0,-1 0 0,0 1 0,-2-1 0,0 0 0,-1 0 0,-1 0 0,-1-1 0,-9 27 0,12-43 0,0 0 0,1 0 0,-1 0 0,0 0 0,0 0 0,-1 0 0,1-1 0,0 1 0,-1 0 0,1-1 0,-1 1 0,1-1 0,-3 2 0,3-3 0,1 1 0,0-1 0,-1 0 0,1 0 0,0 0 0,0 0 0,-1 0 0,1 0 0,0 0 0,-1 0 0,1 0 0,0 0 0,0 0 0,-1 0 0,1 0 0,0 0 0,-1 0 0,1 0 0,0 0 0,-1 0 0,1 0 0,0-1 0,0 1 0,-1 0 0,1 0 0,0 0 0,0 0 0,-1-1 0,1 1 0,0 0 0,0-1 0,-5-17 0,7 1 0,0 0 0,1 1 0,0-1 0,2 1 0,0-1 0,13-27 0,-14 34 0,5-13 0,31-68 0,-35 80 0,1 0 0,1 0 0,-1 1 0,2 0 0,14-15 0,-21 24 0,0 0 0,-1 0 0,1 0 0,0 0 0,0 1 0,0-1 0,0 0 0,0 1 0,0-1 0,0 0 0,0 1 0,0-1 0,0 1 0,0 0 0,1-1 0,-1 1 0,0 0 0,0 0 0,0 0 0,1-1 0,-1 1 0,0 0 0,0 1 0,0-1 0,2 0 0,-2 1 0,1 0 0,-1 0 0,0 0 0,0 0 0,0 0 0,1 0 0,-1 1 0,0-1 0,-1 0 0,1 1 0,0-1 0,0 0 0,0 1 0,-1-1 0,1 1 0,0 1 0,2 8 0,-1 0 0,0 0 0,0 0 0,-1 11 0,-1 98 0,0-120 0,0 1 0,0-1 0,0 1 0,0-1 0,0 1 0,0-1 0,0 1 0,0 0 0,0-1 0,0 1 0,0-1 0,1 1 0,-1-1 0,0 1 0,0-1 0,0 1 0,1-1 0,-1 1 0,0-1 0,1 0 0,-1 1 0,0-1 0,1 1 0,-1-1 0,1 0 0,-1 1 0,0-1 0,1 0 0,0 1 0,0-1 0,0 0 0,0-1 0,0 1 0,0 0 0,0-1 0,-1 1 0,1 0 0,0-1 0,0 1 0,0-1 0,-1 0 0,1 1 0,0-1 0,-1 1 0,2-2 0,26-37 0,-24 34 0,28-46 0,-21 32 0,1 0 0,1 0 0,0 1 0,2 1 0,18-19 0,-31 35 0,-1-1 0,0 1 0,1 0 0,-1 0 0,1 0 0,0 0 0,-1 0 0,1 0 0,0 0 0,-1 1 0,1-1 0,0 0 0,0 1 0,0 0 0,-1-1 0,1 1 0,0 0 0,0 0 0,0 0 0,0 0 0,0 0 0,0 1 0,2-1 0,-2 2 0,0-1 0,-1 0 0,1 0 0,0 1 0,0-1 0,-1 1 0,1 0 0,0 0 0,-1-1 0,0 1 0,1 0 0,-1 0 0,0 0 0,0 0 0,0 0 0,0 1 0,-1-1 0,2 4 0,4 21 82,0 0 0,-2 1 0,1 31-1,-4 85-939,-2-105 24,1-14-5992</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3.852"/>
    </inkml:context>
    <inkml:brush xml:id="br0">
      <inkml:brushProperty name="width" value="0.05" units="cm"/>
      <inkml:brushProperty name="height" value="0.05" units="cm"/>
      <inkml:brushProperty name="color" value="#FFFFFF"/>
    </inkml:brush>
  </inkml:definitions>
  <inkml:trace contextRef="#ctx0" brushRef="#br0">162 219 24575,'2'0'0,"0"-1"0,0 1 0,0-1 0,-1 0 0,1 0 0,0 0 0,0 0 0,-1 0 0,1 0 0,0 0 0,-1 0 0,1-1 0,-1 1 0,2-2 0,16-24 0,-17 20 0,0 0 0,0 0 0,-1 0 0,0 0 0,0 0 0,-1 0 0,0 0 0,0 0 0,0 0 0,-1 0 0,-3-11 0,4 15 0,-1 1 0,0-1 0,0 0 0,0 1 0,0-1 0,0 1 0,-1-1 0,1 1 0,-1 0 0,0 0 0,1-1 0,-1 1 0,-4-3 0,4 4 0,0 0 0,1 0 0,-1 1 0,0-1 0,0 0 0,1 1 0,-1 0 0,0-1 0,0 1 0,0 0 0,0 0 0,0 0 0,0 0 0,1 0 0,-1 0 0,0 1 0,0-1 0,0 1 0,0-1 0,1 1 0,-1 0 0,-3 1 0,-2 2 0,0 1 0,0-1 0,0 1 0,1 1 0,0-1 0,0 1 0,0 0 0,1 0 0,0 1 0,0 0 0,0 0 0,-3 8 0,-2 4 0,1 1 0,1 0 0,-9 30 0,11-32 0,-7 28 0,13-44 0,-1 0 0,1 0 0,0 0 0,-1 1 0,1-1 0,0 0 0,0 0 0,1 0 0,-1 0 0,0 0 0,1 0 0,-1 0 0,1 0 0,0 0 0,-1 0 0,1 0 0,2 2 0,-2-3 0,0 0 0,0 0 0,1 0 0,-1 0 0,0-1 0,0 1 0,1-1 0,-1 1 0,1-1 0,-1 1 0,0-1 0,1 0 0,-1 0 0,1 1 0,-1-1 0,1 0 0,-1 0 0,1-1 0,-1 1 0,1 0 0,-1 0 0,0-1 0,1 1 0,-1-1 0,1 1 0,-1-1 0,2-1 0,39-23 0,-39 22 0,13-9 0,-2-1 0,0 0 0,0-2 0,-1 1 0,20-31 0,-23 30 0,-9 14 0,-1 0 0,1 0 0,0 0 0,-1 0 0,1 0 0,0 0 0,0 0 0,0 0 0,0 0 0,0 0 0,0 0 0,0 0 0,0 1 0,0-1 0,1 1 0,-1-1 0,0 1 0,0-1 0,3 0 0,-3 2 0,-1-1 0,1 1 0,0 0 0,0-1 0,-1 1 0,1 0 0,-1 0 0,1 0 0,0-1 0,-1 1 0,1 0 0,-1 0 0,0 0 0,1 0 0,-1 0 0,0 0 0,0 0 0,1 0 0,-1 0 0,0 0 0,0 0 0,0 0 0,0 0 0,0 0 0,-1 1 0,-1 38 0,1-32 0,1 1 0,-1-1 0,1 1 0,1-1 0,0 1 0,3 13 0,-4-21 0,0 0 0,1 0 0,-1 1 0,1-1 0,-1 0 0,1 0 0,0 0 0,-1 0 0,1 0 0,0 0 0,0 0 0,0 0 0,0-1 0,0 1 0,0 0 0,0 0 0,0-1 0,0 1 0,0-1 0,0 1 0,0-1 0,1 1 0,0-1 0,1 1 0,0-1 0,0 0 0,0 0 0,0 0 0,0 0 0,0-1 0,0 1 0,0-1 0,4-1 0,6-3 0,-1 0 0,0-1 0,14-10 0,-26 16 0,21-13 0,0-2 0,-1 0 0,-1-1 0,23-25 0,-32 30 0,-1 0 0,1-1 0,-2-1 0,0 0 0,0 0 0,-1 0 0,-1-1 0,8-21 0,-14 33 0,1 0 0,0 0 0,-1 0 0,1 0 0,-1 0 0,0 0 0,0 0 0,0 0 0,0 0 0,0 0 0,0 0 0,0 0 0,0 0 0,-1 0 0,1 0 0,-1 0 0,0 0 0,0 0 0,1 0 0,-1 0 0,0 0 0,-3-2 0,3 2 0,-1 1 0,0 1 0,0-1 0,1 0 0,-1 0 0,0 0 0,0 1 0,0-1 0,0 1 0,0 0 0,0 0 0,0-1 0,0 1 0,1 0 0,-1 1 0,0-1 0,0 0 0,0 0 0,0 1 0,0-1 0,0 1 0,0 0 0,0 0 0,-1 0 0,-4 2 0,0 1 0,1-1 0,-1 1 0,1 0 0,0 1 0,0 0 0,0 0 0,1 0 0,-1 0 0,1 1 0,1 0 0,-1 0 0,1 0 0,0 1 0,0-1 0,1 1 0,0 0 0,0 0 0,-2 11 0,3-13 0,1 1 0,0 0 0,0-1 0,1 1 0,0 0 0,0 0 0,0-1 0,1 1 0,-1 0 0,1-1 0,1 1 0,-1 0 0,1-1 0,0 0 0,0 1 0,1-1 0,0 0 0,-1 0 0,2 0 0,-1-1 0,0 1 0,1-1 0,0 1 0,0-1 0,1-1 0,4 5 0,3 0 0,1-1 0,20 9 0,-22-11 0,0 0 0,-1 1 0,0 0 0,16 12 0,-25-17 0,0 0 0,1 0 0,-1 0 0,0 1 0,0-1 0,0 1 0,0-1 0,0 0 0,0 1 0,0 0 0,-1-1 0,1 1 0,-1-1 0,1 1 0,-1 0 0,1-1 0,-1 1 0,0 0 0,0 0 0,0-1 0,0 4 0,-1-2 0,1 0 0,-1 0 0,0 0 0,-1 0 0,1-1 0,0 1 0,-1 0 0,0-1 0,1 1 0,-1-1 0,-3 4 0,-2 1 0,0-1 0,0 0 0,-1 0 0,0 0 0,0-1 0,0 0 0,-9 3 0,-22 5 342,37-13-449,-1 1 0,1-1 1,0 0-1,0 0 0,-1 0 1,1 0-1,0 0 0,0 0 1,0-1-1,-1 1 0,1-1 1,0 1-1,0-1 0,0 0 1,-4-2-1,-3-5-6719</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4.087"/>
    </inkml:context>
    <inkml:brush xml:id="br0">
      <inkml:brushProperty name="width" value="0.05" units="cm"/>
      <inkml:brushProperty name="height" value="0.05" units="cm"/>
      <inkml:brushProperty name="color" value="#FFFFFF"/>
    </inkml:brush>
  </inkml:definitions>
  <inkml:trace contextRef="#ctx0" brushRef="#br0">36 1 24575,'-24'134'0,"17"-48"-341,3 1 0,4 0-1,12 89 1,-10-148-6485</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4.429"/>
    </inkml:context>
    <inkml:brush xml:id="br0">
      <inkml:brushProperty name="width" value="0.05" units="cm"/>
      <inkml:brushProperty name="height" value="0.05" units="cm"/>
      <inkml:brushProperty name="color" value="#FFFFFF"/>
    </inkml:brush>
  </inkml:definitions>
  <inkml:trace contextRef="#ctx0" brushRef="#br0">0 234 24575,'0'-2'0,"1"-1"0,-1 1 0,1-1 0,0 1 0,-1-1 0,1 1 0,0 0 0,0 0 0,1-1 0,-1 1 0,0 0 0,1 0 0,-1 0 0,1 0 0,0 0 0,-1 1 0,1-1 0,0 0 0,0 1 0,0-1 0,1 1 0,-1 0 0,0 0 0,0 0 0,1 0 0,-1 0 0,4-1 0,9-2 0,-1 0 0,1 1 0,20-1 0,-28 3 0,31-3 0,-12 2 0,0-1 0,0-1 0,0-1 0,42-15 0,-66 19 0,1 0 0,-1 0 0,1 0 0,-1 0 0,0 0 0,0-1 0,0 1 0,1-1 0,-1 0 0,-1 0 0,1 0 0,0 0 0,0 0 0,-1 0 0,1 0 0,-1 0 0,0-1 0,0 1 0,0 0 0,0-1 0,0 1 0,0-1 0,0 1 0,0-6 0,-1 6 0,-1-1 0,1 0 0,-1 0 0,1 0 0,-1 0 0,0 0 0,0 0 0,0 0 0,0 1 0,-1-1 0,1 0 0,-1 1 0,0-1 0,1 1 0,-1 0 0,0 0 0,0 0 0,-1 0 0,1 0 0,0 0 0,-5-2 0,4 1 0,0 1 0,0 0 0,-1 0 0,1 1 0,0-1 0,-1 1 0,0-1 0,1 1 0,-1 0 0,0 0 0,0 1 0,0-1 0,1 1 0,-1 0 0,0 0 0,0 0 0,0 1 0,0-1 0,1 1 0,-8 2 0,7-1 0,-1 1 0,1-1 0,0 1 0,0 0 0,0 0 0,0 0 0,1 0 0,-1 1 0,1-1 0,0 1 0,0 0 0,1 0 0,-1 1 0,1-1 0,-1 0 0,-1 6 0,0 2 0,0 0 0,1 1 0,0 0 0,1-1 0,0 1 0,1 0 0,1 0 0,0 0 0,0 0 0,2 0 0,-1 0 0,2 0 0,0 0 0,0-1 0,1 0 0,0 1 0,1-1 0,1-1 0,0 1 0,1-1 0,0 0 0,14 17 0,-16-23-97,0 0-1,1-1 1,-1 1-1,1-1 1,0-1-1,0 1 1,1-1-1,-1 0 1,1 0-1,0-1 1,-1 0-1,1 0 0,9 1 1,18 2-6729</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34.753"/>
    </inkml:context>
    <inkml:brush xml:id="br0">
      <inkml:brushProperty name="width" value="0.05" units="cm"/>
      <inkml:brushProperty name="height" value="0.05" units="cm"/>
      <inkml:brushProperty name="color" value="#FFFFFF"/>
    </inkml:brush>
  </inkml:definitions>
  <inkml:trace contextRef="#ctx0" brushRef="#br0">21 126 24575,'-9'-3'0,"-1"0"0,10 4 0,0-1 0,0 0 0,-1 1 0,1-1 0,0 1 0,0-1 0,0 0 0,0 1 0,0-1 0,0 0 0,0 1 0,0-1 0,0 0 0,0 1 0,0-1 0,0 1 0,0-1 0,0 0 0,0 1 0,0-1 0,0 0 0,0 1 0,1-1 0,-1 0 0,0 1 0,0-1 0,0 0 0,1 1 0,-1-1 0,1 1 0,6 14 0,2 0 0,11 15 0,-9-15 0,15 30 0,-21-35 0,-1-2 0,0-1 0,0 1 0,-1 0 0,0-1 0,-1 2 0,1-1 0,-2 0 0,1 0 0,-1 1 0,0 10 0,-1-19 0,0 1 0,0-1 0,0 0 0,0 0 0,0 1 0,0-1 0,0 0 0,1 1 0,-1-1 0,-1 0 0,1 1 0,0-1 0,0 0 0,0 0 0,0 1 0,0-1 0,0 0 0,0 0 0,0 1 0,0-1 0,0 0 0,-1 1 0,1-1 0,0 0 0,0 0 0,0 0 0,-1 1 0,1-1 0,0 0 0,0 0 0,0 0 0,-1 1 0,1-1 0,0 0 0,-1 0 0,1 0 0,0 0 0,0 0 0,-1 0 0,1 0 0,0 0 0,0 0 0,-1 0 0,1 1 0,0-1 0,-1-1 0,1 1 0,0 0 0,-1 0 0,1 0 0,0 0 0,0 0 0,-1 0 0,1 0 0,0 0 0,0 0 0,-1 0 0,1-1 0,0 1 0,0 0 0,-1 0 0,1 0 0,0-1 0,0 1 0,-1 0 0,-11-19 0,11 12 0,-1 0 0,1 0 0,0-1 0,0 1 0,1-1 0,0 1 0,1 0 0,-1-1 0,2 1 0,-1 0 0,5-14 0,1-1 0,1 0 0,17-31 0,-14 33 0,1 0 0,17-22 0,-23 35 0,0-1 0,1 1 0,-1 0 0,2 1 0,-1 0 0,1 0 0,15-9 0,-22 14-62,1 0 0,-1 1 0,0-1 0,0 0 0,0 1 0,0 0 0,0-1 0,1 1 0,-1 0 0,0-1 0,0 1 0,1 0-1,-1 0 1,0 0 0,1 0 0,-1 0 0,0 0 0,0 0 0,1 1 0,-1-1 0,2 1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48.506"/>
    </inkml:context>
    <inkml:brush xml:id="br0">
      <inkml:brushProperty name="width" value="0.05" units="cm"/>
      <inkml:brushProperty name="height" value="0.05" units="cm"/>
      <inkml:brushProperty name="color" value="#FFFFFF"/>
    </inkml:brush>
  </inkml:definitions>
  <inkml:trace contextRef="#ctx0" brushRef="#br0">16 38 24575,'0'-1'0,"0"0"0,0-1 0,-1 1 0,1 0 0,0 0 0,0-1 0,-1 1 0,1 0 0,-1 0 0,1 0 0,-1 0 0,1-1 0,-1 1 0,0 0 0,1 0 0,-2-1 0,-5-7 0,7 8 0,0 1 0,0 0 0,0 0 0,0 0 0,0-1 0,0 1 0,0 0 0,0 0 0,0 0 0,0-1 0,0 1 0,0 0 0,0 0 0,0 0 0,0-1 0,1 1 0,-1 0 0,0 0 0,0 0 0,0 0 0,0-1 0,0 1 0,0 0 0,1 0 0,-1 0 0,0 0 0,0 0 0,0-1 0,0 1 0,1 0 0,-1 0 0,0 0 0,0 0 0,0 0 0,1 0 0,-1 0 0,0 0 0,0 0 0,0 0 0,1 0 0,-1 0 0,0 0 0,0 0 0,0 0 0,1 0 0,12-1 0,-12 1 0,265 0 118,-186 1-1601,-92-1-5343</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48.786"/>
    </inkml:context>
    <inkml:brush xml:id="br0">
      <inkml:brushProperty name="width" value="0.05" units="cm"/>
      <inkml:brushProperty name="height" value="0.05" units="cm"/>
      <inkml:brushProperty name="color" value="#FFFFFF"/>
    </inkml:brush>
  </inkml:definitions>
  <inkml:trace contextRef="#ctx0" brushRef="#br0">0 11 24575,'1'-9'0,"2"7"0,8 13 0,-1 1 0,14 8 0,-13-11 0,0 0 0,-1 1 0,0 0 0,14 18 0,-22-25 0,0 0 0,-1 0 0,1 0 0,-1 0 0,1 0 0,-1 0 0,0 1 0,0-1 0,0 0 0,-1 1 0,1-1 0,-1 0 0,0 1 0,0-1 0,0 1 0,0-1 0,-1 0 0,1 1 0,-1-1 0,0 0 0,0 1 0,0-1 0,0 0 0,-3 4 0,-4 6-227,0-1-1,0-1 1,-1 1-1,-1-1 1,-17 14-1,14-13-6598</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3:59.166"/>
    </inkml:context>
    <inkml:brush xml:id="br0">
      <inkml:brushProperty name="width" value="0.05" units="cm"/>
      <inkml:brushProperty name="height" value="0.05" units="cm"/>
      <inkml:brushProperty name="color" value="#FFFFFF"/>
    </inkml:brush>
  </inkml:definitions>
  <inkml:trace contextRef="#ctx0" brushRef="#br0">2297 114 24575,'0'-4'0,"-1"0"0,1 1 0,-1-1 0,0 1 0,-1 0 0,1-1 0,-1 1 0,1 0 0,-1 0 0,0 0 0,0 0 0,0 0 0,-1 0 0,1 1 0,-1-1 0,1 1 0,-1-1 0,0 1 0,0 0 0,0 0 0,0 0 0,-4-1 0,-6-4 0,-1 1 0,1 0 0,-1 1 0,-16-3 0,5 3 0,0 1 0,0 1 0,0 1 0,0 1 0,-27 3 0,-128 21 0,134-16 0,-74 13 0,0 4 0,2 6 0,1 6 0,-184 81 0,255-94 0,2 2 0,1 2 0,2 2 0,0 1 0,2 3 0,2 1 0,0 1 0,3 2 0,1 2 0,2 1 0,1 1 0,3 1 0,-28 57 0,-98 262 0,31 12 0,64-191 0,45-141 0,-45 148 0,44-134 0,-11 83 0,23-114 0,1 0 0,0 0 0,2-1 0,1 1 0,1 0 0,1 0 0,1-1 0,2 0 0,0 0 0,10 22 0,-5-19 0,2 0 0,0-1 0,2 0 0,1-1 0,1-1 0,0-1 0,42 37 0,-23-26 0,2-2 0,1-1 0,2-3 0,65 34 0,-73-46 0,0-1 0,0-1 0,1-2 0,0-2 0,1-1 0,67 6 0,-22-11 0,0-4 0,126-18 0,159-46 0,-173 28 0,32-2 0,308-60 0,-431 75 0,-1-4 0,-1-4 0,-2-5 0,-1-4 0,-3-4 0,149-95 0,-187 101 0,-2-2 0,-2-3 0,-2-2 0,-2-1 0,-3-3 0,-1-2 0,68-106 0,-85 109 0,-2-1 0,-3 0 0,-1-2 0,-3-1 0,16-80 0,-18 50 0,-4-2 0,1-160 0,-13 201 0,-2 0 0,-2 0 0,-2 0 0,-17-65 0,16 87 0,0 1 0,-1 0 0,-1 1 0,-1 0 0,-1 0 0,-1 1 0,-1 1 0,0 0 0,-1 1 0,-31-30 0,13 21 0,-1 1 0,-62-36 0,-81-29 0,126 65 0,-320-138 0,301 139 0,-1 3 0,0 3 0,-113-14 0,15 20 0,-214 12 0,323 1 0,0 3 0,0 3 0,-111 27 0,154-29 0,-1 1 0,1 1 0,-23 12 0,32-15 0,0 1 0,1 0 0,0 0 0,0 0 0,0 0 0,0 1 0,1 0 0,0 0 0,1 1 0,-5 6 0,-5 7 261,12-18-423,-1 1-1,1 1 1,-1-1-1,1 0 0,0 1 1,1-1-1,-1 1 0,0-1 1,-1 8-1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4.490"/>
    </inkml:context>
    <inkml:brush xml:id="br0">
      <inkml:brushProperty name="width" value="0.05" units="cm"/>
      <inkml:brushProperty name="height" value="0.05" units="cm"/>
      <inkml:brushProperty name="color" value="#FFFFFF"/>
    </inkml:brush>
  </inkml:definitions>
  <inkml:trace contextRef="#ctx0" brushRef="#br0">12 1 24575,'-10'0'0,"9"3"0,14 5 0,9 8 0,-15-4 0,-1 1 0,0 0 0,-1 0 0,0 1 0,-1 0 0,-1 0 0,0 0 0,1 18 0,3 8 0,0 3-455,-1 1 0,-1 66 0,-5-93-6371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4.850"/>
    </inkml:context>
    <inkml:brush xml:id="br0">
      <inkml:brushProperty name="width" value="0.05" units="cm"/>
      <inkml:brushProperty name="height" value="0.05" units="cm"/>
      <inkml:brushProperty name="color" value="#FFFFFF"/>
    </inkml:brush>
  </inkml:definitions>
  <inkml:trace contextRef="#ctx0" brushRef="#br0">18 218 24575,'-2'-2'0,"0"0"0,1-1 0,-1 0 0,0 1 0,1-1 0,0 0 0,0 0 0,-1 0 0,2 0 0,-1 0 0,0 0 0,1 0 0,-1 0 0,1 0 0,0-5 0,0 3 0,0-1 0,0 1 0,1 0 0,0-1 0,0 1 0,1-1 0,3-9 0,-2 9 0,2 0 0,-1-1 0,1 1 0,0 1 0,0-1 0,0 1 0,1-1 0,0 2 0,0-1 0,0 1 0,0 0 0,13-6 0,-3 2 0,1 1 0,0 1 0,0 1 0,23-5 0,-34 9 0,0-1 0,1 2 0,-1-1 0,1 1 0,-1 0 0,0 0 0,1 1 0,-1 0 0,0 0 0,1 0 0,-1 1 0,0 0 0,7 3 0,-8-2 0,-1-1 0,1 1 0,-1 1 0,0-1 0,0 1 0,0-1 0,0 1 0,-1 0 0,0 1 0,0-1 0,0 1 0,0-1 0,0 1 0,-1 0 0,0 0 0,2 6 0,-2-4 0,1 1 0,-2 0 0,1-1 0,-1 1 0,0 0 0,-1 0 0,1 0 0,-2-1 0,1 1 0,-1 0 0,0 0 0,-1 0 0,0-1 0,0 1 0,0-1 0,-1 1 0,0-1 0,-8 12 0,5-11 0,0 0 0,0 0 0,0-1 0,-1 0 0,-1 0 0,1-1 0,-1 0 0,0 0 0,0-1 0,-1 0 0,1 0 0,-1-1 0,0 0 0,-17 4 0,11-4-341,0-1 0,-1-1-1,-27 1 1,21-3-6485</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5.364"/>
    </inkml:context>
    <inkml:brush xml:id="br0">
      <inkml:brushProperty name="width" value="0.05" units="cm"/>
      <inkml:brushProperty name="height" value="0.05" units="cm"/>
      <inkml:brushProperty name="color" value="#FFFFFF"/>
    </inkml:brush>
  </inkml:definitions>
  <inkml:trace contextRef="#ctx0" brushRef="#br0">21 143 24575,'-1'1'0,"0"-1"0,0 0 0,0 1 0,0-1 0,1 0 0,-1 1 0,0-1 0,1 1 0,-1 0 0,0-1 0,1 1 0,-1-1 0,0 1 0,1 0 0,-1 0 0,1-1 0,-1 1 0,1 0 0,0 0 0,-1-1 0,1 1 0,0 0 0,0 0 0,-1 0 0,1 0 0,0 0 0,0 1 0,-4 29 0,4-28 0,-1 182 0,2-100 0,2-66 0,4-28 0,5-29 0,25-110 0,-20 73 0,32-89 0,-48 160 0,1 0 0,0 0 0,0-1 0,0 1 0,0 1 0,1-1 0,0 0 0,-1 1 0,1-1 0,4-3 0,-6 7 0,0-1 0,0 0 0,0 1 0,0-1 0,0 1 0,0-1 0,0 1 0,0 0 0,1-1 0,-1 1 0,0 0 0,0 0 0,0 0 0,0 0 0,0 0 0,1 0 0,0 0 0,0 1 0,0-1 0,0 1 0,0 0 0,0 0 0,0 0 0,0 0 0,-1 0 0,1 0 0,0 1 0,-1-1 0,1 1 0,2 2 0,6 11 0,0 1 0,-1 0 0,0 0 0,-1 0 0,9 32 0,-5-17 0,10 28-682,23 108-1,-41-150-6143</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5.599"/>
    </inkml:context>
    <inkml:brush xml:id="br0">
      <inkml:brushProperty name="width" value="0.05" units="cm"/>
      <inkml:brushProperty name="height" value="0.05" units="cm"/>
      <inkml:brushProperty name="color" value="#FFFFFF"/>
    </inkml:brush>
  </inkml:definitions>
  <inkml:trace contextRef="#ctx0" brushRef="#br0">15 97 24575,'-3'0'0,"-4"0"0,2 0 0,5 0 0,6 0 0,8 0 0,8-3 0,6-4 0,7-1 0,8-3 0,3 2 0,-1-2 0,-1 1 0,-3 0 0,-4 1 0,-9-1 0,-9 1-8191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5.864"/>
    </inkml:context>
    <inkml:brush xml:id="br0">
      <inkml:brushProperty name="width" value="0.05" units="cm"/>
      <inkml:brushProperty name="height" value="0.05" units="cm"/>
      <inkml:brushProperty name="color" value="#FFFFFF"/>
    </inkml:brush>
  </inkml:definitions>
  <inkml:trace contextRef="#ctx0" brushRef="#br0">22 110 24575,'-3'-3'0,"-4"-1"0,-1-3 0,4-4 0,6 1 0,8-1 0,10 0 0,7 0 0,5 2 0,3 2 0,-1-1 0,0 1 0,-2 2 0,-5 1 0,-5 2-8191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6.048"/>
    </inkml:context>
    <inkml:brush xml:id="br0">
      <inkml:brushProperty name="width" value="0.05" units="cm"/>
      <inkml:brushProperty name="height" value="0.05" units="cm"/>
      <inkml:brushProperty name="color" value="#FFFFFF"/>
    </inkml:brush>
  </inkml:definitions>
  <inkml:trace contextRef="#ctx0" brushRef="#br0">0 1 24575,'0'3'0,"0"4"0,4 4 0,0 6 0,3 7 0,0 5 0,2 4 0,0 3 0,-2 1 0,-2 4 0,1 1 0,-1-1 0,0 0 0,-2-2 0,-1-3 0,-1-9-8191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6.397"/>
    </inkml:context>
    <inkml:brush xml:id="br0">
      <inkml:brushProperty name="width" value="0.05" units="cm"/>
      <inkml:brushProperty name="height" value="0.05" units="cm"/>
      <inkml:brushProperty name="color" value="#FFFFFF"/>
    </inkml:brush>
  </inkml:definitions>
  <inkml:trace contextRef="#ctx0" brushRef="#br0">1 7 24575,'3'0'0,"4"0"0,7 0 0,5 0 0,4 0 0,2 0 0,3 0 0,3 0 0,0-3 0,-7-1-8191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7.141"/>
    </inkml:context>
    <inkml:brush xml:id="br0">
      <inkml:brushProperty name="width" value="0.05" units="cm"/>
      <inkml:brushProperty name="height" value="0.05" units="cm"/>
      <inkml:brushProperty name="color" value="#FFFFFF"/>
    </inkml:brush>
  </inkml:definitions>
  <inkml:trace contextRef="#ctx0" brushRef="#br0">1 34 24575,'3'0'0,"4"0"0,4-3 0,4-2 0,1 1 0,5 1 0,2-2 0,3-1 0,1 2 0,-5 0-8191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27.482"/>
    </inkml:context>
    <inkml:brush xml:id="br0">
      <inkml:brushProperty name="width" value="0.05" units="cm"/>
      <inkml:brushProperty name="height" value="0.05" units="cm"/>
      <inkml:brushProperty name="color" value="#FFFFFF"/>
    </inkml:brush>
  </inkml:definitions>
  <inkml:trace contextRef="#ctx0" brushRef="#br0">0 37 24575,'4'0'0,"3"0"0,4-3 0,6-1 0,7 0 0,8-2 0,6-3 0,-5-1-8191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39.739"/>
    </inkml:context>
    <inkml:brush xml:id="br0">
      <inkml:brushProperty name="width" value="0.05" units="cm"/>
      <inkml:brushProperty name="height" value="0.05" units="cm"/>
      <inkml:brushProperty name="color" value="#FFFFFF"/>
    </inkml:brush>
  </inkml:definitions>
  <inkml:trace contextRef="#ctx0" brushRef="#br0">0 0 24498,'0'546'0,"546"-546"0,-546-546 0,-546 546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4.690"/>
    </inkml:context>
    <inkml:brush xml:id="br0">
      <inkml:brushProperty name="width" value="0.05" units="cm"/>
      <inkml:brushProperty name="height" value="0.05" units="cm"/>
      <inkml:brushProperty name="color" value="#FFFFFF"/>
    </inkml:brush>
  </inkml:definitions>
  <inkml:trace contextRef="#ctx0" brushRef="#br0">240 18 24575,'-1'-1'0,"1"0"0,0 0 0,-1 0 0,1 0 0,-1 0 0,0 1 0,1-1 0,-1 0 0,1 0 0,-1 1 0,0-1 0,0 1 0,0-1 0,1 0 0,-1 1 0,0-1 0,0 1 0,0 0 0,0-1 0,0 1 0,0 0 0,0 0 0,0-1 0,0 1 0,0 0 0,1 0 0,-3 0 0,-27-2 0,22 3 0,0 0 0,0 0 0,0 1 0,0 0 0,1 1 0,-1 0 0,1 0 0,-1 1 0,1-1 0,0 1 0,0 1 0,1 0 0,-1 0 0,1 0 0,0 1 0,1-1 0,-7 9 0,6-7 0,0 1 0,1-1 0,0 1 0,0 0 0,1 1 0,0-1 0,0 1 0,1 0 0,0 0 0,1 0 0,0 0 0,0 0 0,1 1 0,0 13 0,1-19 0,0-1 0,1 0 0,-1 0 0,1 1 0,0-1 0,0 0 0,0 0 0,1 0 0,-1 0 0,1 0 0,0 0 0,-1 0 0,1 0 0,0-1 0,5 5 0,-3-3 0,1 0 0,0-1 0,0 1 0,0-1 0,1 0 0,-1-1 0,1 1 0,6 1 0,2 0 0,1 0 0,0-1 0,-1-1 0,1-1 0,0 0 0,19-1 0,-20-2 0,-1 1 0,0-1 0,0-1 0,-1-1 0,1 1 0,-1-2 0,1 0 0,14-8 0,-27 13-28,0 0-1,1-1 1,-1 1-1,1 0 1,-1 0 0,1-1-1,-1 1 1,1 0-1,-1-1 1,0 1-1,1 0 1,-1-1-1,0 1 1,1 0 0,-1-1-1,0 1 1,0-1-1,1 1 1,-1-1-1,0 1 1,0-1-1,0 1 1,0 0 0,1-1-1,-1 1 1,0-1-1,0 1 1,0-1-1,0 1 1,0-1-1,0 1 1,0-1 0,0 1-1,-1-1 1,1 1-1,0-1 1,0 1-1,0-1 1,0 1-1,-1-1 1,1 1 0,0-1-1,0 1 1,-1 0-1,1-1 1,0 1-1,-1-1 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5.166"/>
    </inkml:context>
    <inkml:brush xml:id="br0">
      <inkml:brushProperty name="width" value="0.05" units="cm"/>
      <inkml:brushProperty name="height" value="0.05" units="cm"/>
      <inkml:brushProperty name="color" value="#FFFFFF"/>
    </inkml:brush>
  </inkml:definitions>
  <inkml:trace contextRef="#ctx0" brushRef="#br0">22 0 24575,'-1'1'0,"0"-1"0,0 0 0,0 1 0,1-1 0,-1 0 0,0 1 0,0-1 0,1 1 0,-1-1 0,0 1 0,1 0 0,-1-1 0,1 1 0,-1 0 0,1-1 0,-1 1 0,1 0 0,-1 0 0,1-1 0,-1 1 0,1 0 0,0 0 0,0 0 0,-1 0 0,1-1 0,0 1 0,0 2 0,-3 27 0,2-27 0,-1 47 0,4 68 0,1-99-455,0 1 0,11 32 0,-9-37-6371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7.534"/>
    </inkml:context>
    <inkml:brush xml:id="br0">
      <inkml:brushProperty name="width" value="0.05" units="cm"/>
      <inkml:brushProperty name="height" value="0.05" units="cm"/>
      <inkml:brushProperty name="color" value="#FFFFFF"/>
    </inkml:brush>
  </inkml:definitions>
  <inkml:trace contextRef="#ctx0" brushRef="#br0">1 29 24575,'66'-1'0,"0"-4"0,77-15 0,-140 19 0,1 1 0,-1-1 0,1 1 0,-1-1 0,0 1 0,1 0 0,-1 1 0,1-1 0,3 1 0,-6-1 0,0 1 0,1 0 0,-1-1 0,0 1 0,0 0 0,0 0 0,0 0 0,0-1 0,0 1 0,0 0 0,0 0 0,0 0 0,-1 1 0,1-1 0,0 0 0,-1 0 0,1 0 0,-1 0 0,1 1 0,-1-1 0,1 0 0,-1 1 0,0-1 0,0 0 0,0 1 0,0 1 0,3 40 0,-4 54 0,-1-67 0,1 0 0,2 0 0,1 0 0,10 53 0,0-41-1365,-8-26-5461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7.719"/>
    </inkml:context>
    <inkml:brush xml:id="br0">
      <inkml:brushProperty name="width" value="0.05" units="cm"/>
      <inkml:brushProperty name="height" value="0.05" units="cm"/>
      <inkml:brushProperty name="color" value="#FFFFFF"/>
    </inkml:brush>
  </inkml:definitions>
  <inkml:trace contextRef="#ctx0" brushRef="#br0">1 30 24575,'0'-3'0,"3"-1"0,4 0 0,5 1 0,2 1 0,3 0 0,1 2 0,0-1 0,5 1 0,0-3 0,0-1 0,-5 0-8191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7.966"/>
    </inkml:context>
    <inkml:brush xml:id="br0">
      <inkml:brushProperty name="width" value="0.05" units="cm"/>
      <inkml:brushProperty name="height" value="0.05" units="cm"/>
      <inkml:brushProperty name="color" value="#FFFFFF"/>
    </inkml:brush>
  </inkml:definitions>
  <inkml:trace contextRef="#ctx0" brushRef="#br0">34 1 24575,'0'3'0,"0"4"0,0 4 0,0 4 0,0 4 0,0 4 0,0 2 0,-3 2 0,-1 1 0,0 0 0,-2-2 0,-1-3 0,2-1 0,1-5-8191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8.243"/>
    </inkml:context>
    <inkml:brush xml:id="br0">
      <inkml:brushProperty name="width" value="0.05" units="cm"/>
      <inkml:brushProperty name="height" value="0.05" units="cm"/>
      <inkml:brushProperty name="color" value="#FFFFFF"/>
    </inkml:brush>
  </inkml:definitions>
  <inkml:trace contextRef="#ctx0" brushRef="#br0">26 127 24575,'-1'-7'0,"0"1"0,0-1 0,0 1 0,-1 0 0,0 0 0,-3-8 0,3 9 0,-1-1 0,2 0 0,-1 0 0,1 1 0,-1-1 0,1-12 0,1 17 0,0 0 0,0 0 0,0 0 0,0 1 0,0-1 0,0 0 0,0 0 0,1 0 0,-1 0 0,0 1 0,1-1 0,-1 0 0,0 0 0,1 0 0,-1 1 0,1-1 0,-1 0 0,1 1 0,0-1 0,-1 0 0,1 1 0,0-1 0,-1 1 0,1-1 0,0 1 0,0-1 0,-1 1 0,3-1 0,-1 1 0,1-1 0,-1 1 0,1 0 0,-1 0 0,1 0 0,-1 0 0,1 0 0,0 1 0,-1-1 0,3 1 0,7 3 0,0 0 0,-1 1 0,13 6 0,-16-6 0,-1 0 0,1 0 0,-1 1 0,0-1 0,0 2 0,-1-1 0,9 11 0,-13-14 0,0-1 0,0 1 0,-1 0 0,1 0 0,-1 0 0,1 0 0,-1 1 0,0-1 0,0 0 0,0 5 0,-1-7 0,0 1 0,0 0 0,0 0 0,0 0 0,0 0 0,-1-1 0,1 1 0,-1 0 0,1 0 0,-1 0 0,0-1 0,1 1 0,-1 0 0,0-1 0,0 1 0,0-1 0,-1 1 0,1-1 0,-2 3 0,-6 2-89,0 1 0,0-2 0,-1 1 0,0-1 0,0 0 0,0-1 0,0 0 0,-12 2 0,14-3-475,-9 2-6262</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08.988"/>
    </inkml:context>
    <inkml:brush xml:id="br0">
      <inkml:brushProperty name="width" value="0.05" units="cm"/>
      <inkml:brushProperty name="height" value="0.05" units="cm"/>
      <inkml:brushProperty name="color" value="#FFFFFF"/>
    </inkml:brush>
  </inkml:definitions>
  <inkml:trace contextRef="#ctx0" brushRef="#br0">72 205 24575,'0'0'0,"0"0"0,0 0 0,0-1 0,0 1 0,0 0 0,0 0 0,0 0 0,0 0 0,0-1 0,1 1 0,-1 0 0,0 0 0,0 0 0,0-1 0,0 1 0,0 0 0,-1 0 0,1 0 0,0-1 0,0 1 0,0 0 0,0 0 0,0 0 0,0 0 0,0-1 0,0 1 0,0 0 0,0 0 0,-1 0 0,1 0 0,0-1 0,0 1 0,0 0 0,0 0 0,0 0 0,-1 0 0,1 0 0,0 0 0,0-1 0,0 1 0,0 0 0,-1 0 0,1 0 0,0 0 0,0 0 0,0 0 0,-1 0 0,1 0 0,0 0 0,0 0 0,0 0 0,-1 0 0,1 0 0,0 0 0,0 0 0,0 0 0,-1 0 0,1 0 0,0 0 0,0 1 0,0-1 0,-1 0 0,-7 12 0,5 6 0,1 1 0,1 0 0,0 0 0,3 24 0,-1-9 0,-22-90 0,16 38 0,-2-9 0,0-1 0,-4-51 0,10 72 0,1-1 0,0 1 0,0 0 0,1 0 0,0-1 0,0 1 0,0 0 0,1 0 0,1 0 0,-1 0 0,1 1 0,0-1 0,0 1 0,1-1 0,0 1 0,6-8 0,-8 12 0,1-1 0,-1 1 0,1-1 0,0 1 0,0 0 0,0 0 0,0 0 0,0 0 0,0 1 0,0-1 0,0 1 0,1 0 0,-1 0 0,1 0 0,-1 0 0,1 1 0,4-1 0,-3 1 0,-1 0 0,1 1 0,0 0 0,-1 0 0,1 0 0,-1 0 0,1 1 0,-1 0 0,0 0 0,0 0 0,8 5 0,-5-2 0,-1 0 0,0 0 0,0 0 0,0 1 0,-1 0 0,0 0 0,0 1 0,0 0 0,-1-1 0,0 1 0,0 1 0,-1-1 0,0 0 0,4 16 0,-6-15 0,0 1 0,-1 0 0,0-1 0,-1 1 0,1 0 0,-2-1 0,-3 16 0,3-19 0,1 0 0,-1 1 0,0-1 0,0 0 0,-1 0 0,1-1 0,-1 1 0,0 0 0,0-1 0,-1 0 0,1 0 0,-1 0 0,-6 5 0,10-9 0,0 1 0,-1-1 0,1 0 0,-1 1 0,1-1 0,0 0 0,-1 0 0,1 0 0,-1 1 0,1-1 0,-1 0 0,1 0 0,-1 0 0,1 0 0,-1 0 0,1 0 0,-1 0 0,1 0 0,0 0 0,-1 0 0,1 0 0,-1 0 0,1 0 0,-1 0 0,1 0 0,-1 0 0,1-1 0,-1 1 0,1 0 0,-1 0 0,1 0 0,0-1 0,-1 1 0,0-2 0,0 1 0,1 0 0,-1 0 0,0-1 0,1 1 0,-1 0 0,1-1 0,-1 1 0,1 0 0,0-1 0,-1-1 0,0-4 0,1 0 0,0 1 0,1-15 0,19-67 0,-18 80 0,0 0 0,1 0 0,1 1 0,-1-1 0,1 1 0,1-1 0,-1 1 0,10-10 0,-12 15 0,-1 0 0,1 0 0,0 0 0,0 0 0,0 1 0,0-1 0,0 1 0,0 0 0,0-1 0,0 1 0,0 0 0,1 0 0,-1 0 0,0 1 0,1-1 0,-1 0 0,1 1 0,-1 0 0,1 0 0,-1-1 0,1 1 0,-1 1 0,1-1 0,-1 0 0,1 1 0,-1-1 0,1 1 0,-1 0 0,0-1 0,1 1 0,-1 1 0,0-1 0,0 0 0,0 0 0,0 1 0,3 2 0,0 0 0,0 1 0,-1 0 0,1 1 0,-1-1 0,-1 1 0,1-1 0,-1 1 0,0 1 0,0-1 0,0 0 0,-1 1 0,2 7 0,-1 2-85,0 1 0,-2-1-1,0 1 1,0 0 0,-2-1-1,0 1 1,-1-1 0,-1 1-1,0-1 1,-1 0 0,-1 0-1,0 0 1,-1-1 0,-1 1-1,-15 24 1,13-27-6741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5.388"/>
    </inkml:context>
    <inkml:brush xml:id="br0">
      <inkml:brushProperty name="width" value="0.05" units="cm"/>
      <inkml:brushProperty name="height" value="0.05" units="cm"/>
      <inkml:brushProperty name="color" value="#FFFFFF"/>
    </inkml:brush>
  </inkml:definitions>
  <inkml:trace contextRef="#ctx0" brushRef="#br0">168 259 24575,'0'-2'0,"0"-1"0,0 1 0,0 0 0,0-1 0,-1 1 0,1 0 0,-1-1 0,1 1 0,-1 0 0,0-1 0,0 1 0,0 0 0,0 0 0,0 0 0,-3-4 0,2 5 0,1 0 0,-1 0 0,1 0 0,-1 0 0,0 1 0,1-1 0,-1 0 0,0 1 0,1-1 0,-1 1 0,0-1 0,0 1 0,0 0 0,1 0 0,-1 0 0,0 0 0,0 0 0,0 0 0,0 0 0,1 1 0,-4 0 0,-2 1 0,0 1 0,1-1 0,-1 1 0,1 1 0,-1-1 0,1 1 0,0 0 0,1 0 0,-1 1 0,1 0 0,0 0 0,0 0 0,0 1 0,1-1 0,-8 13 0,10-15 0,0 0 0,0 1 0,0-1 0,1 0 0,0 1 0,-1-1 0,1 1 0,0-1 0,1 1 0,-1-1 0,1 1 0,-1 0 0,1-1 0,0 1 0,0 0 0,1-1 0,-1 1 0,1 0 0,0-1 0,0 1 0,0-1 0,0 1 0,1-1 0,-1 0 0,1 1 0,0-1 0,0 0 0,0 0 0,0 0 0,1 0 0,-1-1 0,4 4 0,3 0 0,0 0 0,0-1 0,0 0 0,1 0 0,-1-1 0,1 0 0,16 4 0,-10-4 0,1-1 0,-1 0 0,1-1 0,19-1 0,-35 0 0,1-1 0,0 0 0,0 0 0,-1 0 0,1-1 0,0 1 0,-1 0 0,1-1 0,0 1 0,-1-1 0,1 1 0,0-1 0,-1 0 0,1 1 0,-1-1 0,0 0 0,1 0 0,-1 0 0,1 0 0,-1-1 0,0 1 0,0 0 0,0 0 0,0-1 0,2-2 0,-3 2 0,0 0 0,1 1 0,-1-1 0,0 0 0,-1 0 0,1 0 0,0 1 0,0-1 0,-1 0 0,1 0 0,-1 1 0,1-1 0,-1 0 0,0 1 0,0-1 0,0 1 0,0-1 0,0 1 0,0-1 0,0 1 0,0 0 0,-1-1 0,1 1 0,0 0 0,-2-1 0,-20-16 0,-36-23 0,36 26 0,-37-31 0,53 40 0,0-1 0,0 0 0,1-1 0,0 1 0,1-1 0,-1 0 0,2-1 0,-8-17 0,9 19 0,0-1 0,1 0 0,0 0 0,0 0 0,1-1 0,0 1 0,1 0 0,0 0 0,0-1 0,0 1 0,1 0 0,3-10 0,-3 14 0,0 0 0,1 0 0,-1 0 0,1 0 0,0 0 0,0 1 0,1-1 0,-1 1 0,1-1 0,0 1 0,0 0 0,0 0 0,0 0 0,0 1 0,1-1 0,-1 1 0,1-1 0,-1 1 0,1 0 0,0 1 0,0-1 0,0 1 0,0-1 0,0 1 0,6 0 0,-4-1 0,1 1 0,-1 1 0,0-1 0,1 1 0,-1 0 0,1 0 0,-1 1 0,1 0 0,7 2 0,-12-2 0,1 0 0,-1 0 0,1 0 0,-1 1 0,0-1 0,0 1 0,0-1 0,0 1 0,0 0 0,0-1 0,0 1 0,-1 0 0,1 0 0,0 0 0,-1 1 0,0-1 0,0 0 0,1 1 0,-1-1 0,-1 0 0,1 1 0,0-1 0,0 1 0,-1 0 0,1 3 0,0 16 0,-1 1 0,0-1 0,-2 1 0,-6 30 0,-2 33 0,9-62-1365,1-5-5461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5.846"/>
    </inkml:context>
    <inkml:brush xml:id="br0">
      <inkml:brushProperty name="width" value="0.05" units="cm"/>
      <inkml:brushProperty name="height" value="0.05" units="cm"/>
      <inkml:brushProperty name="color" value="#FFFFFF"/>
    </inkml:brush>
  </inkml:definitions>
  <inkml:trace contextRef="#ctx0" brushRef="#br0">21 139 24575,'-7'-14'0,"7"14"0,0 0 0,0 0 0,0 0 0,0-1 0,0 1 0,-1 0 0,1 0 0,0 0 0,0 0 0,0 0 0,-1-1 0,1 1 0,0 0 0,0 0 0,0 0 0,-1 0 0,1 0 0,0 0 0,0 0 0,0 0 0,-1 0 0,1 0 0,0 0 0,0 0 0,-1 0 0,1 0 0,0 0 0,0 0 0,0 0 0,-1 0 0,1 0 0,0 0 0,0 0 0,0 1 0,-1-1 0,1 0 0,0 0 0,0 0 0,0 0 0,-1 0 0,1 0 0,0 1 0,0-1 0,0 0 0,0 0 0,0 0 0,0 1 0,-1-1 0,1 0 0,0 0 0,0 0 0,0 1 0,0-1 0,0 0 0,0 0 0,0 0 0,0 1 0,0-1 0,0 0 0,0 0 0,0 1 0,0-1 0,0 0 0,0 1 0,-3 35 0,2 1 0,3 42 0,-1-73 0,-1-39 0,3 1 0,0-1 0,2 1 0,2 0 0,1 0 0,12-33 0,-19 64 0,-1-1 0,0 1 0,1-1 0,-1 1 0,1-1 0,0 1 0,-1 0 0,1-1 0,0 1 0,0 0 0,0 0 0,0 0 0,0-1 0,0 1 0,0 0 0,0 0 0,1 0 0,-1 1 0,0-1 0,0 0 0,1 0 0,-1 1 0,1-1 0,-1 1 0,1-1 0,-1 1 0,3-1 0,-1 2 0,-1-1 0,0 1 0,0 0 0,1-1 0,-1 1 0,0 0 0,0 1 0,0-1 0,0 0 0,0 1 0,0-1 0,-1 1 0,1-1 0,0 1 0,-1 0 0,1 0 0,1 3 0,6 8 50,-1 0-1,0 1 1,-1 0 0,-1 0-1,8 26 1,14 78-433,-14-51-897,-9-47-5546</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6.597"/>
    </inkml:context>
    <inkml:brush xml:id="br0">
      <inkml:brushProperty name="width" value="0.05" units="cm"/>
      <inkml:brushProperty name="height" value="0.05" units="cm"/>
      <inkml:brushProperty name="color" value="#FFFFFF"/>
    </inkml:brush>
  </inkml:definitions>
  <inkml:trace contextRef="#ctx0" brushRef="#br0">1 216 24575,'5'-4'0,"1"1"0,-1 0 0,1 0 0,0 1 0,0-1 0,0 1 0,0 1 0,1-1 0,-1 1 0,7-1 0,7-2 0,179-42 0,-194 44 0,1 0 0,0 0 0,-1 0 0,1-1 0,-1 0 0,0 0 0,0 0 0,7-6 0,-11 9 0,-1 0 0,0 0 0,1 0 0,-1 0 0,0 0 0,0 0 0,1 0 0,-1 0 0,0 1 0,0-1 0,1 0 0,-1 0 0,0 0 0,0 1 0,0-1 0,1 0 0,-1 0 0,0 0 0,0 1 0,0-1 0,0 0 0,0 0 0,0 1 0,1-1 0,-1 0 0,0 1 0,0-1 0,0 0 0,0 0 0,0 1 0,0-1 0,0 0 0,0 0 0,0 1 0,0-1 0,0 0 0,0 1 0,0-1 0,-1 0 0,1 0 0,0 1 0,0-1 0,-1 19 0,1-18 0,-1 26 0,-2 1 0,-1-1 0,-11 38 0,15-64 0,0 0 0,0 0 0,0 0 0,-1 0 0,1 0 0,0 0 0,-1 0 0,1 0 0,-1-1 0,1 1 0,-1 0 0,1 0 0,-1 0 0,0-1 0,1 1 0,-1 0 0,0 0 0,0-1 0,-1 2 0,1-2 0,1 0 0,-1 0 0,1-1 0,-1 1 0,1 0 0,-1 0 0,1 0 0,-1-1 0,1 1 0,-1 0 0,1-1 0,-1 1 0,1 0 0,-1-1 0,1 1 0,0 0 0,-1-1 0,1 1 0,0-1 0,-1 1 0,1-1 0,0 1 0,0-1 0,-1 0 0,-1-4 0,0 0 0,0-1 0,0 1 0,0-1 0,0-7 0,1-4 0,1 0 0,1 0 0,0 0 0,1 1 0,1-1 0,0 1 0,2-1 0,0 1 0,0 1 0,2-1 0,0 1 0,13-22 0,-20 36 0,1-1 0,0 1 0,0 0 0,0-1 0,0 1 0,0 0 0,0-1 0,0 1 0,0 0 0,1 0 0,-1 0 0,0 0 0,1 0 0,-1 0 0,0 1 0,1-1 0,-1 0 0,1 1 0,0-1 0,-1 1 0,4-1 0,-3 1 0,-1 0 0,1 1 0,-1-1 0,1 1 0,0-1 0,-1 1 0,1 0 0,-1 0 0,1 0 0,-1-1 0,0 1 0,1 1 0,-1-1 0,0 0 0,0 0 0,1 0 0,0 3 0,4 4 0,-1 1 0,1 0 0,-2 0 0,1 0 0,4 17 0,-1-5 0,-5-13 0,0 0 0,0 0 0,-1 0 0,0 0 0,0 0 0,-1 1 0,0-1 0,0 12 0,-1-19 0,0 0 0,0 0 0,0 0 0,0 0 0,0 0 0,-1 0 0,1 0 0,0-1 0,-1 1 0,1 0 0,0 0 0,-1 0 0,1 0 0,-1-1 0,1 1 0,-1 0 0,0-1 0,1 1 0,-1 0 0,0-1 0,1 1 0,-1-1 0,0 1 0,0-1 0,1 1 0,-1-1 0,0 0 0,0 1 0,0-1 0,0 0 0,1 0 0,-1 1 0,0-1 0,0 0 0,0 0 0,0 0 0,0 0 0,0 0 0,0 0 0,0 0 0,0-1 0,1 1 0,-1 0 0,0 0 0,0-1 0,0 1 0,-1-1 0,0 0 0,0 0 0,0-1 0,-1 1 0,1-1 0,0 1 0,0-1 0,0 1 0,0-1 0,1 0 0,-1 0 0,0 0 0,1 0 0,0 0 0,-1-1 0,1 1 0,-1-4 0,1 0 0,0-1 0,1 0 0,0 0 0,0 1 0,0-1 0,1 0 0,0 1 0,1-1 0,-1 1 0,1-1 0,0 1 0,1 0 0,0 0 0,0 0 0,6-10 0,-6 11 0,1 0 0,-1 1 0,1 0 0,0-1 0,0 1 0,0 1 0,0-1 0,9-5 0,-10 8 0,-1-1 0,1 1 0,0 0 0,0 0 0,0 0 0,0 0 0,0 0 0,0 1 0,0-1 0,1 1 0,-1 0 0,0 0 0,0 0 0,0 0 0,0 1 0,4 0 0,-4 0 14,0 0-1,0 1 1,0-1-1,0 1 1,0 0-1,0 0 1,-1 0-1,1 0 1,-1 0-1,1 0 1,-1 1-1,0-1 1,0 1-1,0 0 1,0 0-1,0 0 1,-1 0 0,1 0-1,-1 0 1,0 0-1,0 0 1,0 0-1,0 1 1,0 3-1,2 10-328,-1 0-1,-1 0 1,-1 24-1,0-32-125,0 15-6385</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7.034"/>
    </inkml:context>
    <inkml:brush xml:id="br0">
      <inkml:brushProperty name="width" value="0.05" units="cm"/>
      <inkml:brushProperty name="height" value="0.05" units="cm"/>
      <inkml:brushProperty name="color" value="#FFFFFF"/>
    </inkml:brush>
  </inkml:definitions>
  <inkml:trace contextRef="#ctx0" brushRef="#br0">187 141 24575,'12'-14'0,"18"-25"0,-26 33 0,0 0 0,-1 0 0,0 0 0,0-1 0,0 1 0,-1-1 0,3-9 0,-5 15 0,0 0 0,0 0 0,1 0 0,-1 1 0,0-1 0,0 0 0,0 0 0,0 0 0,0 0 0,-1 0 0,1 0 0,0 0 0,0 0 0,-1 0 0,1 1 0,0-1 0,-1 0 0,1 0 0,-1 0 0,1 0 0,-1 1 0,1-1 0,-1 0 0,0 1 0,1-1 0,-2 0 0,1 0 0,-1 0 0,0 1 0,1-1 0,-1 1 0,0-1 0,1 1 0,-1 0 0,0-1 0,0 1 0,1 0 0,-1 0 0,-3 1 0,-3 0 0,0 1 0,0 0 0,1 0 0,-1 1 0,-8 3 0,0 3 0,0 0 0,1 0 0,0 2 0,1-1 0,-17 18 0,25-22 0,0 0 0,1 0 0,0 0 0,0 1 0,0 0 0,1 0 0,0 0 0,0 1 0,1-1 0,0 1 0,0 0 0,1 0 0,-3 14 0,5-19 0,-1-1 0,1 1 0,0-1 0,1 0 0,-1 1 0,0-1 0,1 1 0,-1-1 0,1 1 0,0-1 0,0 0 0,0 1 0,0-1 0,0 0 0,0 0 0,1 0 0,-1 0 0,3 3 0,0-2 0,-1 0 0,1-1 0,-1 1 0,1-1 0,0 1 0,0-1 0,0-1 0,0 1 0,7 2 0,6-1 0,-1 0 0,1 0 0,0-2 0,23 0 0,-15-2-341,0-1 0,0-2-1,43-10 1,-27 2-6485</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7.457"/>
    </inkml:context>
    <inkml:brush xml:id="br0">
      <inkml:brushProperty name="width" value="0.05" units="cm"/>
      <inkml:brushProperty name="height" value="0.05" units="cm"/>
      <inkml:brushProperty name="color" value="#FFFFFF"/>
    </inkml:brush>
  </inkml:definitions>
  <inkml:trace contextRef="#ctx0" brushRef="#br0">61 87 24575,'1'-3'0,"0"0"0,0 1 0,1-1 0,-1 0 0,1 1 0,-1-1 0,1 1 0,0-1 0,4-3 0,3-6 0,-7 8 0,0 1 0,1-1 0,-1 1 0,1 0 0,-1 0 0,1 0 0,0 0 0,1 0 0,-1 0 0,0 1 0,1 0 0,-1 0 0,6-3 0,-7 5 0,0-1 0,1 1 0,-1-1 0,0 1 0,0 0 0,0 0 0,0 0 0,1 0 0,-1 1 0,0-1 0,0 0 0,0 1 0,0 0 0,0-1 0,0 1 0,0 0 0,0 0 0,0 0 0,0 0 0,0 0 0,0 1 0,-1-1 0,1 1 0,-1-1 0,1 1 0,-1-1 0,2 4 0,-1-3 0,0 0 0,-1 0 0,1 0 0,-1 1 0,1-1 0,-1 0 0,0 1 0,0-1 0,0 1 0,-1-1 0,1 1 0,-1-1 0,1 1 0,-1 0 0,0-1 0,0 1 0,0 0 0,-1 3 0,0-1 0,0 0 0,0-1 0,-1 1 0,0 0 0,0-1 0,0 0 0,-1 1 0,0-1 0,-4 5 0,-4 4 0,0-1 0,-1-1 0,-1 0 0,-25 17 0,-50 24 0,88-52 0,-1 0 0,1 1 0,-1-1 0,1 0 0,-1 1 0,0-1 0,1 1 0,0-1 0,-1 1 0,1-1 0,-1 1 0,1-1 0,-1 1 0,1-1 0,0 1 0,0 0 0,-1-1 0,1 1 0,0-1 0,0 1 0,0 0 0,-1 1 0,2-2 0,-1 1 0,0-1 0,1 0 0,-1 1 0,0-1 0,1 1 0,-1-1 0,0 0 0,1 1 0,-1-1 0,1 0 0,-1 1 0,1-1 0,-1 0 0,1 0 0,-1 1 0,1-1 0,-1 0 0,1 0 0,-1 0 0,1 0 0,37 3 0,-34-3 0,45-1 165,49-8-1,22-2-1858,-102 11-5132</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9.104"/>
    </inkml:context>
    <inkml:brush xml:id="br0">
      <inkml:brushProperty name="width" value="0.05" units="cm"/>
      <inkml:brushProperty name="height" value="0.05" units="cm"/>
      <inkml:brushProperty name="color" value="#FFFFFF"/>
    </inkml:brush>
  </inkml:definitions>
  <inkml:trace contextRef="#ctx0" brushRef="#br0">277 179 24575,'1'-26'0,"-1"13"0,1 1 0,-2 0 0,0 0 0,-3-19 0,3 27 0,-1 1 0,1-1 0,0 0 0,-1 1 0,0-1 0,0 1 0,0 0 0,0 0 0,-1-1 0,1 2 0,-1-1 0,1 0 0,-1 0 0,0 1 0,0-1 0,-1 1 0,1 0 0,-6-3 0,4 3 0,-1 0 0,0 0 0,0 0 0,1 1 0,-1 0 0,-1 0 0,1 0 0,0 1 0,0 0 0,0 0 0,0 0 0,0 1 0,0 0 0,0 0 0,0 1 0,0-1 0,0 1 0,1 1 0,-1-1 0,1 1 0,-1 0 0,1 0 0,0 0 0,-8 8 0,7-6 0,0 0 0,1 0 0,-1 1 0,1 0 0,0 0 0,0 1 0,1 0 0,0-1 0,0 1 0,0 1 0,1-1 0,0 0 0,1 1 0,0-1 0,0 1 0,0 0 0,1 0 0,0 13 0,1-18 0,0 0 0,0 0 0,1 1 0,-1-1 0,1 0 0,0 0 0,-1 0 0,2 0 0,-1 0 0,0 0 0,0-1 0,1 1 0,0 0 0,-1-1 0,1 1 0,0-1 0,0 1 0,1-1 0,3 3 0,-2-2 0,0-1 0,0 0 0,0 0 0,0 0 0,1-1 0,-1 0 0,1 1 0,-1-2 0,0 1 0,1 0 0,0-1 0,6 0 0,-2 0 0,0-1 0,1 0 0,-1-1 0,0 0 0,0 0 0,0-1 0,0 0 0,0-1 0,-1 0 0,1 0 0,-1-1 0,14-10 0,-17 10 0,-2 2 0,-1 1 0,1-1 0,0 1 0,0 0 0,0 0 0,5-3 0,-8 5 0,1 0 0,0 0 0,-1 0 0,1 0 0,0 0 0,0 0 0,-1 0 0,1 0 0,0 0 0,-1 0 0,1 0 0,0 0 0,-1 0 0,1 0 0,0 1 0,-1-1 0,1 0 0,0 1 0,-1-1 0,1 0 0,-1 1 0,1-1 0,0 1 0,-1-1 0,1 1 0,-1-1 0,0 1 0,1-1 0,-1 1 0,1-1 0,-1 1 0,0 0 0,1-1 0,-1 1 0,0 0 0,0-1 0,1 1 0,-1 0 0,0-1 0,0 1 0,0 1 0,7 24 0,-1 0 0,-1 1 0,-1 0 0,-1 1 0,-2-1 0,-3 46 0,2-69 0,0-1 0,-1 0 0,0 0 0,1 0 0,-1 0 0,0 0 0,0 0 0,-1 0 0,1 0 0,-1 0 0,1 0 0,-1-1 0,0 1 0,0-1 0,0 1 0,0-1 0,-1 0 0,-2 3 0,1-3 0,-1 1 0,1-1 0,-1 0 0,1 0 0,-1 0 0,0 0 0,0-1 0,0 0 0,0 0 0,-8 0 0,1 0 0,-1-1 0,1-1 0,-1 0 0,1-1 0,0 0 0,0-1 0,0-1 0,-19-7 0,-2-7-1365,21 10-5461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19.869"/>
    </inkml:context>
    <inkml:brush xml:id="br0">
      <inkml:brushProperty name="width" value="0.05" units="cm"/>
      <inkml:brushProperty name="height" value="0.05" units="cm"/>
      <inkml:brushProperty name="color" value="#FFFFFF"/>
    </inkml:brush>
  </inkml:definitions>
  <inkml:trace contextRef="#ctx0" brushRef="#br0">63 83 24575,'0'0'0,"0"0"0,0 0 0,0 0 0,1-1 0,-1 1 0,0 0 0,0 0 0,0 0 0,0-1 0,0 1 0,0 0 0,0 0 0,0 0 0,0-1 0,0 1 0,0 0 0,0 0 0,0 0 0,0 0 0,0-1 0,0 1 0,0 0 0,0 0 0,-1 0 0,1-1 0,0 1 0,0 0 0,0 0 0,0 0 0,0 0 0,0 0 0,0-1 0,-1 1 0,1 0 0,0 0 0,0 0 0,0 0 0,0 0 0,-1 0 0,1 0 0,0-1 0,0 1 0,0 0 0,0 0 0,-1 0 0,1 0 0,0 0 0,0 0 0,0 0 0,-1 0 0,1 0 0,0 0 0,0 0 0,0 0 0,-1 0 0,1 0 0,0 0 0,0 0 0,0 1 0,0-1 0,-1 0 0,1 0 0,-8 11 0,6 4 0,0-1 0,1 0 0,1 1 0,1 20 0,1-24 0,-2 0 0,1 0 0,-2 0 0,1 0 0,-1 0 0,-1 0 0,0 0 0,-6 16 0,16-50 0,-1-1 0,-1 0 0,3-30 0,-4 23 0,1 1 0,16-47 0,-21 75 0,0-1 0,0 1 0,0 0 0,0 0 0,0 0 0,0 0 0,1 0 0,-1 0 0,1 0 0,-1 0 0,1 1 0,0-1 0,0 1 0,3-3 0,-5 4 0,1 0 0,-1-1 0,1 1 0,0 0 0,-1 0 0,1 0 0,-1 0 0,1 0 0,-1 0 0,1 0 0,0 0 0,-1 0 0,1 0 0,-1 0 0,1 0 0,-1 1 0,1-1 0,-1 0 0,1 0 0,-1 1 0,1-1 0,-1 0 0,1 1 0,1 0 0,-1 0 0,0 1 0,0-1 0,1 1 0,-1-1 0,0 1 0,-1-1 0,1 1 0,0 0 0,1 3 0,0 2 0,1 1 0,-1 0 0,-1 0 0,0 0 0,0 1 0,0-1 0,-1 0 0,0 0 0,-3 14 0,3-18 0,-1-1 0,0 1 0,0-1 0,0 1 0,0-1 0,0 0 0,-1 1 0,0-1 0,1 0 0,-1 0 0,0 0 0,-1-1 0,1 1 0,0 0 0,-1-1 0,0 1 0,1-1 0,-1 0 0,0 0 0,0 0 0,0 0 0,0-1 0,-1 1 0,-3 1 0,0-1-136,-1 0-1,1-1 1,0 0-1,-1 0 1,1 0-1,-1-1 1,1 0-1,0-1 0,-11-1 1,4-3-6690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0.543"/>
    </inkml:context>
    <inkml:brush xml:id="br0">
      <inkml:brushProperty name="width" value="0.05" units="cm"/>
      <inkml:brushProperty name="height" value="0.05" units="cm"/>
      <inkml:brushProperty name="color" value="#FFFFFF"/>
    </inkml:brush>
  </inkml:definitions>
  <inkml:trace contextRef="#ctx0" brushRef="#br0">70 87 24575,'-2'0'0,"1"0"0,-1 1 0,0-1 0,1 0 0,-1 1 0,1-1 0,0 0 0,-1 1 0,1 0 0,-1-1 0,1 1 0,0 0 0,-1 0 0,1 0 0,0 0 0,0 0 0,0 0 0,0 0 0,0 0 0,0 0 0,0 0 0,0 1 0,0-1 0,1 0 0,-1 1 0,0-1 0,1 1 0,-1-1 0,1 1 0,-1 1 0,-1 7 0,0 0 0,1 0 0,0 18 0,0 0 0,-13 95 0,14-122 0,0 0 0,0 0 0,-1 0 0,1 0 0,0 0 0,0 0 0,-1 1 0,1-1 0,0 0 0,-1 0 0,1 0 0,-1-1 0,1 1 0,-1 0 0,0 0 0,1 0 0,-1 0 0,-1 0 0,-2-4 0,4-11 0,8-28 0,2 0 0,24-65 0,-22 72 0,-10 26 0,2-1 0,0-1 0,7-16 0,-10 25 0,0 1 0,0-1 0,0 0 0,0 1 0,0-1 0,1 0 0,-1 1 0,0 0 0,1-1 0,-1 1 0,1 0 0,-1-1 0,1 1 0,-1 0 0,1 0 0,0 0 0,0 1 0,-1-1 0,1 0 0,0 1 0,4-1 0,-4 1 0,0 0 0,0 1 0,0 0 0,-1-1 0,1 1 0,0 0 0,0 0 0,-1 0 0,1 0 0,0 0 0,-1 1 0,1-1 0,-1 0 0,1 1 0,-1-1 0,0 1 0,0-1 0,0 1 0,0 0 0,0-1 0,0 1 0,0 0 0,1 3 0,2 6 0,0-1 0,4 20 0,-5-20 0,3 16 0,-5-25 0,-1 0 0,0 0 0,0 0 0,0 0 0,0 0 0,1 0 0,-1 0 0,-1-1 0,1 1 0,0 0 0,0 0 0,0 0 0,0 0 0,-1 0 0,1 0 0,0 0 0,-1 0 0,1-1 0,-1 2 0,0-1 0,1-1 0,0 0 0,-1 0 0,1 1 0,0-1 0,-1 0 0,1 0 0,-1 0 0,1 1 0,0-1 0,-1 0 0,1 0 0,-1 0 0,1 0 0,-1 0 0,1 0 0,-1 0 0,1 0 0,0 0 0,-1 0 0,1 0 0,-1 0 0,1-1 0,-1 1 0,1 0 0,0 0 0,-1 0 0,1 0 0,-1-1 0,1 1 0,-11-14 0,-1-19 0,11 29 0,1-1 0,0 1 0,0 0 0,0-1 0,0 1 0,1 0 0,0-1 0,0 1 0,0 0 0,0 0 0,0 0 0,1-1 0,0 2 0,0-1 0,0 0 0,4-4 0,-5 5 0,1 0 0,1 1 0,-1-1 0,0 1 0,1 0 0,-1-1 0,1 1 0,0 0 0,-1 1 0,1-1 0,0 0 0,0 1 0,0 0 0,1-1 0,-1 1 0,0 1 0,0-1 0,0 0 0,1 1 0,-1-1 0,6 1 0,-6 1 0,-1 0 0,1-1 0,0 1 0,-1 0 0,1 0 0,-1 1 0,0-1 0,1 0 0,-1 1 0,0-1 0,0 1 0,0 0 0,0 0 0,0 0 0,0 0 0,0 0 0,-1 0 0,1 1 0,-1-1 0,0 0 0,2 4 0,2 5 0,-1-1 0,0 0 0,4 21 0,-5-16-124,-1 0 0,-1 0 0,0 0 0,0 0 0,-2 0 0,0 0-1,-1 0 1,0 0 0,-1 0 0,-7 21 0,-2-4-6702</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0.927"/>
    </inkml:context>
    <inkml:brush xml:id="br0">
      <inkml:brushProperty name="width" value="0.05" units="cm"/>
      <inkml:brushProperty name="height" value="0.05" units="cm"/>
      <inkml:brushProperty name="color" value="#FFFFFF"/>
    </inkml:brush>
  </inkml:definitions>
  <inkml:trace contextRef="#ctx0" brushRef="#br0">157 60 24575,'0'-2'0,"0"1"0,1-1 0,-1 0 0,1 1 0,0-1 0,-1 1 0,1 0 0,0-1 0,0 1 0,0 0 0,0-1 0,0 1 0,0 0 0,0 0 0,1 0 0,-1 0 0,0 0 0,2-1 0,-2 1 0,1 1 0,-1-1 0,0 0 0,0 0 0,0 0 0,0 0 0,0 1 0,0-1 0,0-1 0,0 1 0,-1 0 0,1 0 0,0 0 0,-1 0 0,1-1 0,-1 1 0,1 0 0,-1 0 0,1-1 0,-1 1 0,0 0 0,1-3 0,-2 4 0,1-1 0,0 1 0,0-1 0,-1 1 0,1 0 0,0-1 0,-1 1 0,1 0 0,0-1 0,-1 1 0,1 0 0,0-1 0,-1 1 0,1 0 0,-1 0 0,1-1 0,-1 1 0,1 0 0,-1 0 0,1 0 0,0 0 0,-1-1 0,1 1 0,-1 0 0,1 0 0,-1 0 0,1 0 0,-1 0 0,1 0 0,-1 1 0,1-1 0,-1 0 0,1 0 0,-2 0 0,-17 6 0,4 1 0,0 0 0,0 2 0,1 0 0,0 0 0,1 1 0,0 1 0,0 0 0,-18 22 0,30-32 0,-1 1 0,1-1 0,0 1 0,0-1 0,0 1 0,-1 0 0,2 0 0,-1-1 0,0 1 0,0 0 0,1 0 0,-1 0 0,1 0 0,-1 0 0,1 0 0,0 0 0,0 0 0,0 0 0,0 0 0,0 0 0,0 0 0,0 0 0,1 0 0,0 3 0,1-3 0,-1 1 0,1-1 0,0 0 0,0 1 0,0-1 0,0 0 0,1 0 0,-1-1 0,0 1 0,1 0 0,-1-1 0,1 0 0,-1 1 0,1-1 0,0 0 0,4 1 0,14 3-245,0-1-1,0-1 1,1-1-1,39 0 1,-58-2 107,34 0-6688</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8:21.538"/>
    </inkml:context>
    <inkml:brush xml:id="br0">
      <inkml:brushProperty name="width" value="0.05" units="cm"/>
      <inkml:brushProperty name="height" value="0.05" units="cm"/>
      <inkml:brushProperty name="color" value="#FFFFFF"/>
    </inkml:brush>
  </inkml:definitions>
  <inkml:trace contextRef="#ctx0" brushRef="#br0">89 68 24575,'0'-3'0,"0"0"0,0 0 0,1 0 0,-1 0 0,1 0 0,-1 0 0,1 0 0,0 0 0,0 0 0,1 0 0,-1 1 0,1-1 0,-1 0 0,1 1 0,0-1 0,0 1 0,0 0 0,4-4 0,-4 4 0,0 1 0,0 0 0,1 0 0,-1 0 0,0 0 0,0 0 0,1 0 0,-1 0 0,0 1 0,1 0 0,-1-1 0,0 1 0,1 0 0,-1 0 0,1 0 0,-1 0 0,0 1 0,1-1 0,-1 0 0,1 1 0,-1 0 0,0 0 0,0 0 0,4 1 0,-3 0 0,-1-1 0,1 1 0,-1-1 0,0 1 0,1 0 0,-1 0 0,0 0 0,0 0 0,0 0 0,0 0 0,-1 1 0,1-1 0,0 1 0,-1-1 0,0 1 0,0-1 0,1 1 0,-2 0 0,1 0 0,0 0 0,0-1 0,-1 1 0,0 0 0,1 0 0,-1 0 0,0 0 0,-1 0 0,1 0 0,0 0 0,-1-1 0,0 1 0,0 0 0,1 0 0,-3 3 0,0 2 0,-1 1 0,0-1 0,0-1 0,-1 1 0,0-1 0,0 1 0,-1-2 0,0 1 0,0 0 0,-9 6 0,5-5 0,-1 0 0,-1-1 0,1-1 0,-1 1 0,-20 6 0,22-11 0,14-8 0,15-7 0,-11 9 0,0 1 0,0 0 0,0 1 0,0 0 0,0 0 0,1 1 0,-1 0 0,0 0 0,1 1 0,-1 0 0,1 0 0,13 3 0,-17-2 0,0 0 0,0 1 0,1-1 0,-1 1 0,-1 0 0,1 0 0,0 1 0,0-1 0,-1 1 0,0 0 0,1 0 0,-1 1 0,0-1 0,-1 1 0,1 0 0,-1 0 0,1 0 0,-1 1 0,0-1 0,-1 1 0,4 6 0,-5-8 0,0-1 0,0 1 0,-1-1 0,1 1 0,-1-1 0,1 1 0,-1-1 0,0 1 0,0-1 0,0 1 0,0 0 0,-1-1 0,1 1 0,-1-1 0,1 1 0,-1-1 0,0 1 0,-2 3 0,0-2 0,1 0 0,-1-1 0,0 1 0,0-1 0,0 0 0,0 0 0,-1 0 0,1 0 0,-1-1 0,-5 4 0,1-2 0,-1 0 0,0 0 0,0 0 0,0-1 0,-1-1 0,1 0 0,-1 0 0,1 0 0,-16-1 0,17-1 34,0-1 1,0 0-1,0-1 0,1 0 0,-1 0 0,0 0 0,1-1 0,0 0 0,-13-8 1,16 9-113,1-1 0,0 1 1,0 0-1,0-1 1,0 0-1,0 1 1,1-1-1,-1 0 0,1-1 1,0 1-1,-1 0 1,2-1-1,-1 1 1,0-1-1,1 1 0,-1-1 1,1 0-1,0 0 1,1 0-1,-1 0 1,0-6-1,2-6-6748</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03.177"/>
    </inkml:context>
    <inkml:brush xml:id="br0">
      <inkml:brushProperty name="width" value="0.05" units="cm"/>
      <inkml:brushProperty name="height" value="0.05" units="cm"/>
      <inkml:brushProperty name="color" value="#FFFFFF"/>
    </inkml:brush>
  </inkml:definitions>
  <inkml:trace contextRef="#ctx0" brushRef="#br0">22 259 24575,'2'-13'0,"3"17"0,2 21 0,-2 21 0,-3 0 0,-3 46 0,-1-26 0,3-47 0,-2 0 0,0 0 0,-2-1 0,0 1 0,-7 24 0,10-42 0,0-1 0,0 1 0,0 0 0,0-1 0,-1 1 0,1 0 0,0-1 0,0 1 0,-1-1 0,1 1 0,0 0 0,-1-1 0,1 1 0,-1-1 0,1 1 0,-1-1 0,1 1 0,-1-1 0,1 1 0,-1-1 0,1 1 0,-1-1 0,0 1 0,0-2 0,0 1 0,1-1 0,-1 1 0,1-1 0,0 1 0,-1-1 0,1 0 0,0 1 0,-1-1 0,1 1 0,0-1 0,-1 0 0,1 1 0,0-1 0,0 0 0,0 1 0,0-2 0,-5-39 0,2-71 0,15-152 0,-10 243 0,1-1 0,1 1 0,1 0 0,1 0 0,1 0 0,10-21 0,-14 36 0,1 0 0,-1 0 0,1 1 0,0 0 0,1-1 0,-1 1 0,1 1 0,0-1 0,0 1 0,8-5 0,-9 6 0,1 1 0,0 0 0,0 0 0,0 0 0,0 0 0,0 1 0,0 0 0,0 0 0,1 1 0,-1-1 0,0 1 0,0 0 0,1 1 0,8 1 0,-7-1 0,0 0 0,-1 1 0,1 0 0,-1 0 0,0 1 0,0 0 0,0 0 0,0 0 0,0 1 0,0-1 0,-1 2 0,0-1 0,0 0 0,0 1 0,0 0 0,-1 0 0,0 0 0,0 1 0,0 0 0,-1-1 0,0 1 0,0 0 0,0 1 0,-1-1 0,0 0 0,0 1 0,0-1 0,0 14 0,0-8 0,-2 0 0,0-1 0,0 1 0,-1 0 0,-1-1 0,0 1 0,0-1 0,-1 0 0,0 1 0,-1-1 0,-1-1 0,1 1 0,-2-1 0,0 1 0,0-1 0,-8 10 0,1-7 0,0 0 0,0 0 0,-1-1 0,-1-1 0,0 0 0,0-1 0,-1-1 0,0 0 0,-1-2 0,-23 9 0,18-13 0,12-4 0,10 1 0,0-1 0,-1 1 0,1 0 0,0 0 0,0 0 0,0 0 0,0 0 0,0 0 0,0 0 0,-1 0 0,1-1 0,0 1 0,0 0 0,0 0 0,0 0 0,0 0 0,0 0 0,0 0 0,0-1 0,0 1 0,0 0 0,0 0 0,0 0 0,0 0 0,0-1 0,0 1 0,0 0 0,0 0 0,0 0 0,0 0 0,0 0 0,0-1 0,0 1 0,0 0 0,0 0 0,0 0 0,0 0 0,0 0 0,0-1 0,0 1 0,0 0 0,0 0 0,1 0 0,-1 0 0,0 0 0,3-2 0,-1 0 0,1 0 0,0 0 0,0 1 0,0-1 0,1 1 0,-1 0 0,0 0 0,0 0 0,1 1 0,-1-1 0,0 1 0,7-1 0,-3 1 0,4-2 0,0 2 0,0 0 0,0 0 0,0 0 0,-1 2 0,1-1 0,0 2 0,-1-1 0,1 1 0,-1 1 0,0 0 0,18 9 0,-15-5 0,-1 1 0,0 0 0,0 0 0,-1 1 0,-1 1 0,1 0 0,-2 0 0,16 24 0,9 27 129,-21-36-1623,-6-13-5332</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03.551"/>
    </inkml:context>
    <inkml:brush xml:id="br0">
      <inkml:brushProperty name="width" value="0.05" units="cm"/>
      <inkml:brushProperty name="height" value="0.05" units="cm"/>
      <inkml:brushProperty name="color" value="#FFFFFF"/>
    </inkml:brush>
  </inkml:definitions>
  <inkml:trace contextRef="#ctx0" brushRef="#br0">78 181 24575,'0'0'0,"0"-1"0,-1 1 0,1-1 0,0 1 0,0-1 0,0 1 0,0-1 0,0 1 0,-1 0 0,1-1 0,0 1 0,0-1 0,-1 1 0,1-1 0,0 1 0,-1 0 0,1-1 0,0 1 0,-1 0 0,1-1 0,-1 1 0,1 0 0,0 0 0,-1 0 0,1-1 0,-1 1 0,1 0 0,-1 0 0,1 0 0,-1 0 0,1 0 0,-1-1 0,1 1 0,-1 0 0,1 0 0,-1 0 0,1 1 0,-1-1 0,1 0 0,-1 0 0,1 0 0,-1 0 0,0 0 0,1 1 0,0-1 0,0 0 0,-1 0 0,1 0 0,0 0 0,-1 0 0,1 0 0,0 1 0,0-1 0,-1 0 0,1 0 0,0 0 0,0 1 0,0-1 0,-1 0 0,1 0 0,0 0 0,0 1 0,0-1 0,0 0 0,0 0 0,-1 1 0,1-1 0,0 0 0,0 1 0,0-1 0,0 1 0,0 0 0,1-1 0,-1 1 0,0-1 0,1 1 0,-1-1 0,0 1 0,1-1 0,-1 1 0,0-1 0,1 1 0,-1-1 0,1 1 0,-1-1 0,1 0 0,-1 1 0,1-1 0,-1 1 0,1-1 0,0 0 0,4 3 0,0-1 0,0 0 0,0 0 0,0-1 0,0 1 0,1-1 0,-1 0 0,0-1 0,1 1 0,-1-1 0,1 0 0,-1-1 0,0 1 0,1-1 0,-1 0 0,0 0 0,1-1 0,-1 1 0,0-1 0,5-3 0,-7 4 0,0-1 0,0 0 0,0 0 0,0 1 0,-1-2 0,1 1 0,0 0 0,-1-1 0,0 1 0,1-1 0,-1 0 0,0 1 0,0-1 0,-1 0 0,1 0 0,-1 0 0,1-1 0,-1 1 0,0 0 0,0-1 0,0 1 0,-1 0 0,1-1 0,-1 1 0,0-1 0,0 1 0,0-1 0,0 1 0,-1-1 0,1 1 0,-3-6 0,2 3 0,-1 1 0,-1 0 0,1-1 0,-1 1 0,0 0 0,0 0 0,-1 1 0,1-1 0,-1 1 0,0 0 0,0 0 0,0 0 0,-1 0 0,1 1 0,-1-1 0,-6-2 0,8 4 0,-1 1 0,1-1 0,-1 1 0,1 0 0,-1 0 0,0 0 0,1 0 0,-1 0 0,0 1 0,0 0 0,0 0 0,1 0 0,-1 0 0,0 1 0,0-1 0,1 1 0,-1 0 0,0 0 0,1 0 0,-1 1 0,1-1 0,0 1 0,-1 0 0,1 0 0,-4 3 0,2-1 0,0 1 0,0 0 0,0 0 0,1 0 0,0 1 0,0 0 0,1-1 0,-1 1 0,1 0 0,0 1 0,1-1 0,-2 7 0,1-3 0,1 1 0,0-1 0,1 0 0,0 1 0,1-1 0,0 1 0,2 16 0,-1-17 0,1 0 0,0-1 0,0 1 0,1-1 0,0 1 0,1-1 0,0 0 0,1-1 0,-1 1 0,1-1 0,1 1 0,0-2 0,0 1 0,1-1 0,0 0 0,0 0 0,0 0 0,10 5 0,-12-9-114,1-1 1,-1 0-1,1 0 0,0 0 0,-1-1 1,1 1-1,0-1 0,0-1 0,0 1 1,0-1-1,11-1 0,8-2-6712</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03.988"/>
    </inkml:context>
    <inkml:brush xml:id="br0">
      <inkml:brushProperty name="width" value="0.05" units="cm"/>
      <inkml:brushProperty name="height" value="0.05" units="cm"/>
      <inkml:brushProperty name="color" value="#FFFFFF"/>
    </inkml:brush>
  </inkml:definitions>
  <inkml:trace contextRef="#ctx0" brushRef="#br0">1 124 24575,'0'-24'0,"0"20"0,0 16 0,2 17 0,1 0 0,2 0 0,13 49 0,-10-48 0,-1 0 0,-1 1 0,1 35 0,-9-83 0,-1 0 0,-6-19 0,-6-31 0,6 13 0,4 33 0,1-1 0,1-1 0,1 1 0,1 0 0,1-1 0,4-30 0,-3 50 0,-1 0 0,1 0 0,0 1 0,0-1 0,0 0 0,0 1 0,0-1 0,1 1 0,-1-1 0,1 1 0,-1 0 0,1 0 0,0-1 0,0 1 0,0 0 0,0 1 0,1-1 0,-1 0 0,0 1 0,5-3 0,-5 3 0,0 1 0,0 0 0,0-1 0,0 1 0,0 0 0,0 0 0,-1 0 0,1 0 0,0 0 0,0 1 0,0-1 0,0 1 0,0-1 0,-1 1 0,1-1 0,0 1 0,0 0 0,-1 0 0,1 0 0,-1 0 0,1 0 0,-1 1 0,1-1 0,-1 0 0,0 0 0,1 1 0,-1-1 0,0 1 0,0 0 0,0-1 0,1 4 0,1-1-40,-1 1 0,0 0 0,0-1 0,0 1-1,-1 0 1,0 0 0,1 0 0,-2 0 0,1 0 0,-1 0 0,0 1-1,0-1 1,0 0 0,0 0 0,-1 0 0,0 0 0,0 0-1,-1 0 1,1 0 0,-1 0 0,0-1 0,0 1 0,-1-1 0,1 1-1,-1-1 1,0 0 0,0 0 0,-1 0 0,1 0 0,-1-1-1,0 1 1,0-1 0,-6 4 0,-6 1-6786</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04.355"/>
    </inkml:context>
    <inkml:brush xml:id="br0">
      <inkml:brushProperty name="width" value="0.05" units="cm"/>
      <inkml:brushProperty name="height" value="0.05" units="cm"/>
      <inkml:brushProperty name="color" value="#FFFFFF"/>
    </inkml:brush>
  </inkml:definitions>
  <inkml:trace contextRef="#ctx0" brushRef="#br0">164 16 24575,'0'0'0,"0"-1"0,-1 0 0,1 0 0,0 0 0,-1 1 0,1-1 0,-1 0 0,1 0 0,-1 1 0,0-1 0,1 0 0,-1 1 0,0-1 0,1 1 0,-1-1 0,0 1 0,1-1 0,-1 1 0,0-1 0,0 1 0,0 0 0,0-1 0,1 1 0,-1 0 0,0 0 0,0 0 0,0 0 0,-2 0 0,0-1 0,0 1 0,0 0 0,0-1 0,0 1 0,0 1 0,-1-1 0,-2 1 0,4 0 0,0 0 0,1 0 0,-1 0 0,0 0 0,1 1 0,-1-1 0,1 0 0,-1 1 0,1-1 0,0 1 0,-1-1 0,1 1 0,0 0 0,0 0 0,0 0 0,0-1 0,1 1 0,-1 0 0,0 0 0,1 0 0,-1 0 0,1 0 0,0 0 0,0 0 0,0 0 0,0 0 0,0 0 0,0 0 0,0 0 0,2 4 0,-2 0 0,2 0 0,-1 0 0,1 0 0,0 0 0,0-1 0,0 1 0,1-1 0,0 1 0,4 6 0,-1-5 0,1-1 0,-1 0 0,1 0 0,0-1 0,1 0 0,-1 0 0,16 7 0,-20-11 0,-1 0 0,1 0 0,0 0 0,-1-1 0,1 1 0,0-1 0,0 1 0,-1-1 0,1 0 0,0 0 0,0 0 0,-1 0 0,4-1 0,-4 0 0,-1 0 0,1 1 0,-1-1 0,1 0 0,-1 0 0,1 0 0,-1 0 0,0 0 0,0 0 0,1-1 0,-1 1 0,0 0 0,0-1 0,0 1 0,0 0 0,0-1 0,0 0 0,-1 1 0,1-1 0,-1 1 0,1-1 0,0-3 0,0 2 0,-1 0 0,0 0 0,0 0 0,0 1 0,0-1 0,0 0 0,0 0 0,-1 0 0,0 0 0,1 0 0,-1 0 0,0 1 0,0-1 0,-1 0 0,1 1 0,0-1 0,-1 1 0,0-1 0,1 1 0,-1 0 0,0-1 0,0 1 0,-1 0 0,1 1 0,0-1 0,-1 0 0,1 0 0,-4-1 0,-7-4 0,0 0 0,-1 1 0,1 0 0,-18-4 0,18 6 0,0 0 0,0 1 0,-1 0 0,1 1 0,-1 0 0,-25 1 0,27 4-1365</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04.637"/>
    </inkml:context>
    <inkml:brush xml:id="br0">
      <inkml:brushProperty name="width" value="0.05" units="cm"/>
      <inkml:brushProperty name="height" value="0.05" units="cm"/>
      <inkml:brushProperty name="color" value="#FFFFFF"/>
    </inkml:brush>
  </inkml:definitions>
  <inkml:trace contextRef="#ctx0" brushRef="#br0">1 31 24575,'0'-1'0,"0"0"0,0 0 0,0 0 0,0-1 0,0 1 0,0 0 0,0 0 0,1 0 0,-1 0 0,0-1 0,1 1 0,-1 0 0,1 0 0,-1 0 0,1 0 0,0 0 0,-1 0 0,1 0 0,0 0 0,0 0 0,0 1 0,-1-1 0,1 0 0,0 0 0,0 1 0,0-1 0,0 0 0,0 1 0,1-1 0,-1 1 0,0-1 0,0 1 0,0 0 0,0 0 0,1-1 0,-1 1 0,0 0 0,0 0 0,0 0 0,1 0 0,-1 0 0,0 1 0,0-1 0,0 0 0,2 1 0,5 1 0,0 0 0,-1 0 0,1 1 0,-1 0 0,11 6 0,-2 2 0,0 0 0,0 0 0,-1 2 0,-1 0 0,0 0 0,-1 2 0,0-1 0,16 26 0,-20-27 0,-1 1 0,0 0 0,-1 1 0,0-1 0,-2 1 0,1 1 0,-2-1 0,0 1 0,-1-1 0,2 29 0,-5-36 27,0 0-1,-1-1 0,0 1 0,0 0 1,-1 0-1,0-1 0,0 1 0,-1-1 1,0 0-1,0 0 0,-1 0 0,-7 11 1,3-8-271,0 0 0,-1-1 0,0 0 0,0 0 1,-1-1-1,-20 13 0,-24 10-6582</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14:05.191"/>
    </inkml:context>
    <inkml:brush xml:id="br0">
      <inkml:brushProperty name="width" value="0.05" units="cm"/>
      <inkml:brushProperty name="height" value="0.05" units="cm"/>
      <inkml:brushProperty name="color" value="#FFFFFF"/>
    </inkml:brush>
  </inkml:definitions>
  <inkml:trace contextRef="#ctx0" brushRef="#br0">70 0 24575,'2'3'0,"-1"0"0,1-1 0,0 1 0,-1 0 0,0 0 0,1 1 0,-1-1 0,-1 0 0,1 0 0,0 0 0,-1 1 0,1-1 0,-1 0 0,0 1 0,0-1 0,-1 4 0,0 7 0,-2 0 0,-4 19 0,-21 56 0,17-60 0,2 0 0,1 0 0,-8 57 0,15-76 0,1-1 0,0 0 0,1 0 0,-1 0 0,2 0 0,-1 0 0,1 0 0,1 0 0,0 0 0,0 0 0,0-1 0,1 0 0,1 0 0,-1 0 0,1 0 0,0 0 0,9 8 0,-4-6-227,0-1-1,0 0 1,0-1-1,1 0 1,21 11-1,11 2-6598</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42.115"/>
    </inkml:context>
    <inkml:brush xml:id="br0">
      <inkml:brushProperty name="width" value="0.05" units="cm"/>
      <inkml:brushProperty name="height" value="0.05" units="cm"/>
      <inkml:brushProperty name="color" value="#FFFFFF"/>
    </inkml:brush>
  </inkml:definitions>
  <inkml:trace contextRef="#ctx0" brushRef="#br0">2622 0 24575,'3'5'0,"0"-1"0,-1 0 0,1 1 0,-1 0 0,0-1 0,-1 1 0,1 0 0,-1 0 0,0 0 0,1 7 0,2 9 0,22 71 0,-3-19 0,-4 1 0,17 141 0,-35-202 0,-1 1 0,0-1 0,-1 1 0,0-1 0,-1 0 0,-1 1 0,0-1 0,-1 0 0,0-1 0,-1 1 0,0-1 0,-1 0 0,-1 0 0,-8 12 0,-41 54 0,-114 121 0,148-177 0,-2 0 0,0-2 0,-1 0 0,-2-2 0,1-1 0,-2-1 0,0-2 0,-1-1 0,0 0 0,-40 9 0,-166 71 0,53-17 0,-138 20 0,82-27 0,180-50 0,-207 60 0,210-66 0,-1-2 0,-108 6 0,-38-4 0,167-8 0,-1 1 0,1 2 0,-55 19 0,84-25 0,0 1 0,0 0 0,0 0 0,0 0 0,1 1 0,-1 0 0,1 0 0,0 0 0,0 1 0,1-1 0,-1 1 0,1 0 0,0 1 0,0-1 0,1 1 0,0-1 0,0 1 0,0 0 0,0 0 0,1 1 0,0-1 0,1 0 0,-1 1 0,0 8 0,-6 60 0,3 0 0,7 119 0,1-100 0,-2-39 0,2 581 0,-8-564 0,-3-1 0,-23 89 0,24-126 0,1-7-1365,-1-7-5461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42.767"/>
    </inkml:context>
    <inkml:brush xml:id="br0">
      <inkml:brushProperty name="width" value="0.05" units="cm"/>
      <inkml:brushProperty name="height" value="0.05" units="cm"/>
      <inkml:brushProperty name="color" value="#FFFFFF"/>
    </inkml:brush>
  </inkml:definitions>
  <inkml:trace contextRef="#ctx0" brushRef="#br0">0 83 24575,'9'0'0,"-1"1"0,1-1 0,-1 2 0,1-1 0,-1 1 0,0 0 0,0 1 0,0 0 0,0 0 0,0 1 0,10 6 0,-6-1 0,-1 0 0,0 0 0,0 1 0,-1 0 0,17 23 0,10 17 0,34 41 0,-63-81 0,1-1 0,0 0 0,1-1 0,0 0 0,0-1 0,22 12 0,-29-18 0,0 1 0,0-1 0,0 1 0,0-1 0,0 0 0,0 0 0,1-1 0,-1 1 0,0-1 0,1 1 0,-1-1 0,1 0 0,-1 0 0,0-1 0,1 1 0,-1-1 0,0 1 0,1-1 0,-1 0 0,0 0 0,0-1 0,0 1 0,0-1 0,0 1 0,0-1 0,0 0 0,-1 0 0,1 0 0,-1-1 0,1 1 0,2-4 0,4-7 0,0 0 0,-1-1 0,-1 0 0,0 0 0,7-22 0,-6 15 0,15-31-455,2 1 0,42-64 0,-38 72-6371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44.457"/>
    </inkml:context>
    <inkml:brush xml:id="br0">
      <inkml:brushProperty name="width" value="0.05" units="cm"/>
      <inkml:brushProperty name="height" value="0.05" units="cm"/>
      <inkml:brushProperty name="color" value="#FFFFFF"/>
    </inkml:brush>
  </inkml:definitions>
  <inkml:trace contextRef="#ctx0" brushRef="#br0">593 1 24575,'-25'0'0,"0"1"0,-1 1 0,1 2 0,0 0 0,0 1 0,1 2 0,-33 13 0,15-3 0,0 2 0,2 2 0,1 1 0,0 2 0,2 2 0,-37 33 0,68-54 0,0 1 0,1-1 0,0 1 0,0 0 0,1 0 0,-1 1 0,2-1 0,-5 9 0,8-14 0,0 0 0,0 0 0,0 0 0,0 1 0,0-1 0,0 0 0,0 0 0,0 0 0,0 0 0,1 0 0,-1 1 0,0-1 0,1 0 0,-1 0 0,1 0 0,-1 0 0,1 0 0,0 0 0,-1 0 0,1 0 0,0 0 0,0-1 0,0 1 0,0 0 0,-1 0 0,1-1 0,2 2 0,32 18 0,-29-17 0,18 9 81,-12-4-262,1-2 0,0 0 1,0 0-1,0-1 0,1-1 0,-1 0 1,28 4-1,-25-7-6645</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45.068"/>
    </inkml:context>
    <inkml:brush xml:id="br0">
      <inkml:brushProperty name="width" value="0.05" units="cm"/>
      <inkml:brushProperty name="height" value="0.05" units="cm"/>
      <inkml:brushProperty name="color" value="#FFFFFF"/>
    </inkml:brush>
  </inkml:definitions>
  <inkml:trace contextRef="#ctx0" brushRef="#br0">0 133 24575,'0'-10'0,"13"-8"0,16-6 0,15 0 0,26 3 0,23 5 0,25 6 0,-3 4 0,-21 3-8191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54.387"/>
    </inkml:context>
    <inkml:brush xml:id="br0">
      <inkml:brushProperty name="width" value="0.05" units="cm"/>
      <inkml:brushProperty name="height" value="0.05" units="cm"/>
      <inkml:brushProperty name="color" value="#FFFFFF"/>
    </inkml:brush>
  </inkml:definitions>
  <inkml:trace contextRef="#ctx0" brushRef="#br0">509 1659 24575,'1'-1'0,"-1"1"0,1 0 0,0 0 0,-1-1 0,1 1 0,0 0 0,-1-1 0,1 1 0,0-1 0,-1 1 0,1-1 0,-1 1 0,1-1 0,-1 1 0,1-1 0,-1 1 0,1-1 0,-1 0 0,1 1 0,-1-1 0,0 0 0,1 1 0,-1-1 0,0 0 0,0 0 0,0 1 0,1-2 0,3-27 0,-3 21 0,8-57 0,1-106 0,-18-91 0,4 210 0,-4 1 0,-1-1 0,-17-51 0,-7 13 0,-53-104 0,-5-13 0,17 38 0,64 151 0,0 0 0,-2 0 0,0 1 0,-1 1 0,0 0 0,-29-25 0,33 34-195,0 1 0,-1 1 0,0 0 0,0 0 0,0 1 0,-12-4 0,7 3-6631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54.792"/>
    </inkml:context>
    <inkml:brush xml:id="br0">
      <inkml:brushProperty name="width" value="0.05" units="cm"/>
      <inkml:brushProperty name="height" value="0.05" units="cm"/>
      <inkml:brushProperty name="color" value="#FFFFFF"/>
    </inkml:brush>
  </inkml:definitions>
  <inkml:trace contextRef="#ctx0" brushRef="#br0">0 5 24575,'0'-3'0,"0"2"0,0 4 0,0 5 0,0 4 0,0 6 0,0 4 0,0 3 0,0 5 0,3 3 0,1 1 0,0 3 0,0 0 0,-2-3 0,-1-4 0,0-4 0,0-6-8191</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8:57:55.071"/>
    </inkml:context>
    <inkml:brush xml:id="br0">
      <inkml:brushProperty name="width" value="0.05" units="cm"/>
      <inkml:brushProperty name="height" value="0.05" units="cm"/>
      <inkml:brushProperty name="color" value="#FFFFFF"/>
    </inkml:brush>
  </inkml:definitions>
  <inkml:trace contextRef="#ctx0" brushRef="#br0">0 0 24575,'3'0'0,"5"0"0,3 0 0,3 0 0,6 0 0,5 0 0,5 0 0,3 0 0,3 0 0,1 0 0,-2 0 0,-5 3 0,-4 1 0,-3 0 0,-5 3 0,-7-1-8191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50.073"/>
    </inkml:context>
    <inkml:brush xml:id="br0">
      <inkml:brushProperty name="width" value="0.05" units="cm"/>
      <inkml:brushProperty name="height" value="0.05" units="cm"/>
      <inkml:brushProperty name="color" value="#FFFFFF"/>
    </inkml:brush>
  </inkml:definitions>
  <inkml:trace contextRef="#ctx0" brushRef="#br0">0 0 24575,'2'1'0,"0"-1"0,-1 0 0,1 1 0,-1-1 0,1 1 0,-1 0 0,1 0 0,-1-1 0,1 1 0,-1 0 0,0 0 0,2 2 0,8 4 0,9 3 0,0-1 0,1-1 0,0-1 0,24 5 0,-16-5 0,97 23-249,253 26 0,134-30-249,151-23 498,-640-3 0,-5-1 0,-1 1 0,1 1 0,-1 0 0,28 7 0,-44-8-55,1 1 1,-1-1-1,0 1 1,1 0-1,-1-1 1,0 1-1,0 1 1,0-1-1,0 0 1,0 0-1,0 1 1,0-1-1,0 1 1,0 0-1,0-1 1,-1 1-1,1 0 1,-1 0-1,0 0 1,1 0-1,0 3 1,0 12-5942</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4:53.715"/>
    </inkml:context>
    <inkml:brush xml:id="br0">
      <inkml:brushProperty name="width" value="0.05" units="cm"/>
      <inkml:brushProperty name="height" value="0.05" units="cm"/>
      <inkml:brushProperty name="color" value="#FFFFFF"/>
    </inkml:brush>
  </inkml:definitions>
  <inkml:trace contextRef="#ctx0" brushRef="#br0">0 19 23400,'2065'-19'0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5:03.635"/>
    </inkml:context>
    <inkml:brush xml:id="br0">
      <inkml:brushProperty name="width" value="0.05" units="cm"/>
      <inkml:brushProperty name="height" value="0.05" units="cm"/>
      <inkml:brushProperty name="color" value="#FFFFFF"/>
    </inkml:brush>
  </inkml:definitions>
  <inkml:trace contextRef="#ctx0" brushRef="#br0">0 0 24575,'848'50'-1203,"-839"-49"1188,798 81-1822,-509-49 1534,219 32 1,117 12-1100,-551-70-1727</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03.152"/>
    </inkml:context>
    <inkml:brush xml:id="br0">
      <inkml:brushProperty name="width" value="0.05" units="cm"/>
      <inkml:brushProperty name="height" value="0.05" units="cm"/>
      <inkml:brushProperty name="color" value="#FFFFFF"/>
    </inkml:brush>
  </inkml:definitions>
  <inkml:trace contextRef="#ctx0" brushRef="#br0">0 0 24575,'0'0'-8191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1.517"/>
    </inkml:context>
    <inkml:brush xml:id="br0">
      <inkml:brushProperty name="width" value="0.05" units="cm"/>
      <inkml:brushProperty name="height" value="0.05" units="cm"/>
      <inkml:brushProperty name="color" value="#FFFFFF"/>
    </inkml:brush>
  </inkml:definitions>
  <inkml:trace contextRef="#ctx0" brushRef="#br0">677 0 24575,'0'3'0,"0"0"0,0 0 0,-1 0 0,1 0 0,-1 0 0,0 0 0,1 0 0,-1-1 0,-1 1 0,1 0 0,0 0 0,-1-1 0,1 1 0,-1-1 0,0 0 0,0 1 0,0-1 0,-4 4 0,-7 9 0,8-9 0,1 0 0,1 1 0,-1-1 0,-2 8 0,-14 23 0,-28 26 0,14-20 0,-38 62 0,20-5 0,3 2 0,6 2 0,4 2 0,-39 168 0,-52 453 0,103-501-152,2 401-1,96 224-152,130 206 305,-183-986 39,88 314 532,-106-384-400,-4-8 0,-5-12-1878,2 3-5119</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1.935"/>
    </inkml:context>
    <inkml:brush xml:id="br0">
      <inkml:brushProperty name="width" value="0.05" units="cm"/>
      <inkml:brushProperty name="height" value="0.05" units="cm"/>
      <inkml:brushProperty name="color" value="#FFFFFF"/>
    </inkml:brush>
  </inkml:definitions>
  <inkml:trace contextRef="#ctx0" brushRef="#br0">0 101 24575,'1'5'0,"-1"-1"0,1 1 0,0-1 0,0 0 0,1 1 0,-1-1 0,1 0 0,0 0 0,0 0 0,0 0 0,1 0 0,-1-1 0,6 7 0,5 4 0,28 24 0,-24-23 0,-1-1 0,1-1 0,-1 0 0,2-1 0,0-1 0,0-1 0,1 0 0,1-2 0,-1 0 0,36 9 0,-46-15 0,1 0 0,-1-1 0,1 0 0,-1 0 0,1-1 0,-1-1 0,1 1 0,-1-1 0,1-1 0,-1 0 0,0 0 0,1-1 0,-1 0 0,0-1 0,-1 0 0,1 0 0,-1-1 0,0 0 0,0 0 0,0-1 0,-1 0 0,0-1 0,10-10 0,-5 2 0,0-1 0,0-1 0,-2 0 0,0-1 0,12-30 0,-8 9 0,16-68 0,-76 237 0,17-54-1365,15-42-5461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2.854"/>
    </inkml:context>
    <inkml:brush xml:id="br0">
      <inkml:brushProperty name="width" value="0.05" units="cm"/>
      <inkml:brushProperty name="height" value="0.05" units="cm"/>
      <inkml:brushProperty name="color" value="#FFFFFF"/>
    </inkml:brush>
  </inkml:definitions>
  <inkml:trace contextRef="#ctx0" brushRef="#br0">66 727 24575,'0'0'0,"0"0"0,0 0 0,0-1 0,0 1 0,0 0 0,0 0 0,0 0 0,0-1 0,0 1 0,0 0 0,0 0 0,0 0 0,0-1 0,0 1 0,0 0 0,0 0 0,0 0 0,0-1 0,0 1 0,0 0 0,0 0 0,0 0 0,0 0 0,0-1 0,0 1 0,0 0 0,0 0 0,1 0 0,-1 0 0,0-1 0,0 1 0,0 0 0,0 0 0,0 0 0,1 0 0,-1 0 0,0 0 0,0-1 0,0 1 0,0 0 0,1 0 0,-1 0 0,0 0 0,0 0 0,0 0 0,1 0 0,-1 0 0,0 0 0,0 0 0,0 0 0,1 0 0,-1 0 0,0 0 0,0 0 0,0 0 0,1 0 0,-1 0 0,0 0 0,0 0 0,0 0 0,0 1 0,1-1 0,7 12 0,-7-4 0,1 0 0,-2 1 0,1-1 0,-1 1 0,-1-1 0,1 1 0,-1-1 0,-1 0 0,0 1 0,-4 11 0,-4 10 0,-21 39 0,27-61 0,2-4 0,1-1 0,0-1 0,0 0 0,0 1 0,0-1 0,0 0 0,0 1 0,-1-1 0,1 0 0,-1 0 0,0 0 0,0 0 0,1 0 0,-1-1 0,-4 3 0,6-5 0,0 0 0,0 0 0,0 0 0,0 0 0,0 0 0,0 0 0,0 0 0,0 0 0,0 0 0,0 0 0,0 0 0,1 0 0,-1 0 0,0 0 0,1 1 0,-1-1 0,1-1 0,-1 2 0,110-273 0,-14 34 0,-52 119 0,61-149 0,-101 261 0,0 0 0,1 0 0,-1 0 0,11-11 0,-14 18 0,-1 0 0,1 0 0,0 0 0,0 0 0,0 1 0,0-1 0,0 0 0,0 1 0,0-1 0,1 0 0,-1 1 0,0 0 0,0-1 0,0 1 0,1 0 0,-1-1 0,2 1 0,-2 0 0,0 1 0,0-1 0,0 0 0,1 1 0,-1-1 0,0 1 0,0 0 0,0-1 0,0 1 0,0 0 0,0-1 0,0 1 0,-1 0 0,1 0 0,0 0 0,0 0 0,0 0 0,-1 0 0,1 0 0,-1 0 0,2 2 0,5 13 0,-1-1 0,0 1 0,-1 0 0,3 19 0,10 73 0,-14-75 0,49 532-1365,-50-496-5461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3.022"/>
    </inkml:context>
    <inkml:brush xml:id="br0">
      <inkml:brushProperty name="width" value="0.05" units="cm"/>
      <inkml:brushProperty name="height" value="0.05" units="cm"/>
      <inkml:brushProperty name="color" value="#FFFFFF"/>
    </inkml:brush>
  </inkml:definitions>
  <inkml:trace contextRef="#ctx0" brushRef="#br0">40 286 24575,'-3'-6'0,"-5"-5"0,-3-8 0,0-2 0,4-2 0,8 4 0,6 1 0,11 1 0,12 0 0,10 1 0,11-2 0,9 1 0,7-4 0,4-1 0,0 0 0,-13 3-8191</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3.209"/>
    </inkml:context>
    <inkml:brush xml:id="br0">
      <inkml:brushProperty name="width" value="0.05" units="cm"/>
      <inkml:brushProperty name="height" value="0.05" units="cm"/>
      <inkml:brushProperty name="color" value="#FFFFFF"/>
    </inkml:brush>
  </inkml:definitions>
  <inkml:trace contextRef="#ctx0" brushRef="#br0">54 159 24575,'-1'-10'0,"0"0"0,-1 1 0,0 0 0,-1-1 0,0 1 0,-1 0 0,-8-16 0,6 12 0,0-1 0,-4-14 0,6 15 0,9 35 0,10 82 171,0 109 0,-12 106-1878,-4-277-5119</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3.569"/>
    </inkml:context>
    <inkml:brush xml:id="br0">
      <inkml:brushProperty name="width" value="0.05" units="cm"/>
      <inkml:brushProperty name="height" value="0.05" units="cm"/>
      <inkml:brushProperty name="color" value="#FFFFFF"/>
    </inkml:brush>
  </inkml:definitions>
  <inkml:trace contextRef="#ctx0" brushRef="#br0">1 287 24575,'3'-4'0,"1"0"0,1 1 0,-1 0 0,0 0 0,1 0 0,0 1 0,-1-1 0,11-3 0,44-8 0,-7 1 0,-40 9 0,0 0 0,-1-1 0,0-1 0,0 0 0,0 0 0,13-12 0,-18 14 0,-1 0 0,-1-1 0,1 1 0,-1-1 0,0 0 0,0-1 0,0 1 0,-1-1 0,1 1 0,-2-1 0,1 0 0,0 0 0,-1-1 0,1-5 0,-2 9 0,-1 0 0,0 0 0,1 0 0,-1 0 0,-1 0 0,1 0 0,0 0 0,-1 0 0,1 0 0,-1 0 0,0 0 0,0 0 0,0 0 0,-1 1 0,1-1 0,0 0 0,-1 1 0,0-1 0,0 1 0,0 0 0,0-1 0,0 1 0,0 0 0,0 0 0,-1 0 0,1 1 0,-1-1 0,1 1 0,-1-1 0,-4-1 0,1 0 0,-1 1 0,0-1 0,0 1 0,-1 1 0,1-1 0,0 1 0,0 1 0,-1-1 0,1 1 0,-1 0 0,-10 2 0,11 0 0,-1 0 0,1 0 0,-1 0 0,1 1 0,0 0 0,0 0 0,0 1 0,0 0 0,1 0 0,-1 1 0,1 0 0,0 0 0,-9 10 0,9-7 0,0 1 0,0-1 0,1 1 0,0 1 0,0-1 0,1 1 0,0-1 0,1 1 0,-3 15 0,3-7 0,0 0 0,1 1 0,2-1 0,0 1 0,0-1 0,2 1 0,0-1 0,1 0 0,1 0 0,1 0 0,9 23 0,-10-31-72,1 1 1,0 0-1,1-1 0,0 0 0,1 0 0,0-1 0,0 1 0,1-2 1,0 1-1,1-1 0,-1 0 0,2-1 0,-1 0 0,1 0 0,0-1 1,0-1-1,1 0 0,21 8 0,9-3-6754</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3.757"/>
    </inkml:context>
    <inkml:brush xml:id="br0">
      <inkml:brushProperty name="width" value="0.05" units="cm"/>
      <inkml:brushProperty name="height" value="0.05" units="cm"/>
      <inkml:brushProperty name="color" value="#FFFFFF"/>
    </inkml:brush>
  </inkml:definitions>
  <inkml:trace contextRef="#ctx0" brushRef="#br0">1 39 24575,'-1'-23'0,"2"8"0,10 36 0,64 127 0,-66-133 0,1 1 0,1-2 0,0 1 0,1-2 0,1 1 0,0-2 0,16 13 0,-7-12-1365,-3-4-5461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3.882"/>
    </inkml:context>
    <inkml:brush xml:id="br0">
      <inkml:brushProperty name="width" value="0.05" units="cm"/>
      <inkml:brushProperty name="height" value="0.05" units="cm"/>
      <inkml:brushProperty name="color" value="#FFFFFF"/>
    </inkml:brush>
  </inkml:definitions>
  <inkml:trace contextRef="#ctx0" brushRef="#br0">455 142 24575,'-3'-7'0,"-1"-7"0,-3-9 0,0-5 0,1-2 0,-2 4 0,-2 13 0,-6 15 0,-7 16 0,-8 18 0,-14 15 0,-13 14 0,-14 12 0,-14 8 0,7-10-8191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6.627"/>
    </inkml:context>
    <inkml:brush xml:id="br0">
      <inkml:brushProperty name="width" value="0.05" units="cm"/>
      <inkml:brushProperty name="height" value="0.05" units="cm"/>
      <inkml:brushProperty name="color" value="#FFFFFF"/>
    </inkml:brush>
  </inkml:definitions>
  <inkml:trace contextRef="#ctx0" brushRef="#br0">98 1 24575,'-6'2'0,"1"1"0,-1 1 0,1-1 0,0 1 0,0 0 0,1 0 0,-1 0 0,1 1 0,0-1 0,0 1 0,0 0 0,0 0 0,1 1 0,0-1 0,0 1 0,1-1 0,-1 1 0,-1 9 0,-1-1 0,1 0 0,1 0 0,1 0 0,0 1 0,0-1 0,1 0 0,1 1 0,1-1 0,3 27 0,-2-32 0,1 0 0,0 0 0,0 0 0,1 0 0,0-1 0,0 1 0,1-1 0,0 0 0,0-1 0,1 1 0,0-1 0,1 0 0,-1 0 0,1-1 0,1 0 0,10 7 0,7 2 0,0-1 0,2-1 0,-1-1 0,57 15 0,121 19 0,-145-34 0,60 12 129,25 7-876,170 13 0,-282-42-6079</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6.848"/>
    </inkml:context>
    <inkml:brush xml:id="br0">
      <inkml:brushProperty name="width" value="0.05" units="cm"/>
      <inkml:brushProperty name="height" value="0.05" units="cm"/>
      <inkml:brushProperty name="color" value="#FFFFFF"/>
    </inkml:brush>
  </inkml:definitions>
  <inkml:trace contextRef="#ctx0" brushRef="#br0">926 46 24575,'0'-5'0,"0"1"0,0 1 0,0-1 0,0 1 0,0-1 0,-1 1 0,0-1 0,-1-5 0,2 9 0,-1-1 0,1 1 0,0-1 0,0 1 0,-1 0 0,1-1 0,0 1 0,-1-1 0,1 1 0,-1 0 0,1-1 0,0 1 0,-1 0 0,1 0 0,-1-1 0,1 1 0,-1 0 0,1 0 0,-1-1 0,1 1 0,-2 0 0,1 0 0,-1 0 0,1 0 0,-1 1 0,1-1 0,-1 0 0,1 1 0,-1-1 0,1 1 0,-1-1 0,1 1 0,-2 1 0,-21 13 0,1 2 0,1 1 0,0 0 0,-21 25 0,-1 0 0,-45 40 0,-408 411 0,426-414-1365,13-12-5461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7.314"/>
    </inkml:context>
    <inkml:brush xml:id="br0">
      <inkml:brushProperty name="width" value="0.05" units="cm"/>
      <inkml:brushProperty name="height" value="0.05" units="cm"/>
      <inkml:brushProperty name="color" value="#FFFFFF"/>
    </inkml:brush>
  </inkml:definitions>
  <inkml:trace contextRef="#ctx0" brushRef="#br0">0 84 24575,'1'-4'0,"-1"1"0,1 0 0,-1 0 0,1 0 0,0 0 0,1 1 0,-1-1 0,0 0 0,1 0 0,2-3 0,-4 6 0,0-1 0,1 1 0,-1-1 0,0 1 0,1-1 0,-1 1 0,0-1 0,1 1 0,-1-1 0,1 1 0,-1-1 0,0 1 0,1 0 0,0-1 0,-1 1 0,1 0 0,-1 0 0,1-1 0,-1 1 0,1 0 0,-1 0 0,1 0 0,0-1 0,-1 1 0,1 0 0,-1 0 0,1 0 0,0 0 0,-1 0 0,1 0 0,-1 1 0,1-1 0,0 0 0,-1 0 0,1 0 0,-1 0 0,1 1 0,-1-1 0,1 0 0,-1 1 0,1-1 0,-1 0 0,1 1 0,-1-1 0,1 1 0,-1-1 0,1 0 0,-1 1 0,0-1 0,1 1 0,-1-1 0,0 1 0,1 0 0,-1-1 0,0 1 0,0 0 0,14 30 0,-2 0 0,-1 0 0,9 47 0,-7-29 0,8 32 0,-7-20 0,4-1 0,40 96 0,-56-151 0,1 0 0,0 1 0,1-1 0,-1 0 0,1 0 0,0-1 0,7 8 0,-9-11 0,0 1 0,-1-1 0,1 0 0,0 0 0,0 0 0,-1 0 0,1-1 0,0 1 0,0 0 0,0-1 0,0 1 0,0-1 0,0 0 0,0 1 0,0-1 0,0 0 0,0 0 0,0-1 0,0 1 0,0 0 0,0-1 0,0 1 0,0-1 0,0 1 0,0-1 0,2-1 0,4-3 0,-1 0 0,1 0 0,-1-1 0,-1 0 0,1 0 0,-1-1 0,0 1 0,10-15 0,38-70 0,-42 70 0,34-66-455,-3-2 0,61-187 0,-90 227-6371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7.674"/>
    </inkml:context>
    <inkml:brush xml:id="br0">
      <inkml:brushProperty name="width" value="0.05" units="cm"/>
      <inkml:brushProperty name="height" value="0.05" units="cm"/>
      <inkml:brushProperty name="color" value="#FFFFFF"/>
    </inkml:brush>
  </inkml:definitions>
  <inkml:trace contextRef="#ctx0" brushRef="#br0">476 215 24575,'6'-7'0,"1"0"0,-1-1 0,0 0 0,-1 0 0,0 0 0,0-1 0,-1 0 0,0 0 0,0 0 0,-1 0 0,3-15 0,-5 21 0,-1 0 0,1-1 0,-1 1 0,0 0 0,0-1 0,0 1 0,0 0 0,-1-1 0,0 1 0,1 0 0,-1-1 0,0 1 0,0 0 0,-1 0 0,1 0 0,-1 0 0,1 0 0,-1 0 0,0 0 0,0 0 0,0 1 0,-1-1 0,1 1 0,-1 0 0,1 0 0,-1-1 0,0 2 0,0-1 0,0 0 0,0 0 0,0 1 0,0 0 0,0 0 0,0 0 0,-7-1 0,3 0 0,-1 1 0,1 0 0,-1 0 0,0 1 0,1 0 0,-1 0 0,0 1 0,1 0 0,-1 0 0,1 1 0,-1 0 0,1 0 0,0 1 0,0 0 0,0 0 0,0 1 0,0 0 0,-10 8 0,10-7 0,-1 1 0,2 1 0,-1-1 0,1 1 0,0 0 0,1 0 0,-1 1 0,1 0 0,1 0 0,0 0 0,0 0 0,0 1 0,1 0 0,0 0 0,-1 11 0,2-2 0,0-1 0,2 1 0,0-1 0,2 0 0,-1 1 0,2-1 0,1 0 0,0 0 0,1 0 0,0-1 0,10 20 0,11 16 0,64 97 0,-69-118 0,-19-28 0,4 6 0,0 0 0,-1 0 0,0 0 0,7 21 0,-11-28 0,-1 0 0,1 0 0,-1 0 0,1 1 0,-1-1 0,0 0 0,0 0 0,0 0 0,0 1 0,0-1 0,-1 0 0,1 0 0,-1 0 0,1 0 0,-1 1 0,0-1 0,0 0 0,0 0 0,0 0 0,0-1 0,0 1 0,-1 0 0,1 0 0,0 0 0,-1-1 0,0 1 0,1-1 0,-1 0 0,0 1 0,-2 0 0,-8 5 0,0-2 0,0 1 0,0-2 0,-1 0 0,1 0 0,-1-1 0,-24 3 0,-94-1 0,95-5-682,-50-9-1,37 1-6143</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7.939"/>
    </inkml:context>
    <inkml:brush xml:id="br0">
      <inkml:brushProperty name="width" value="0.05" units="cm"/>
      <inkml:brushProperty name="height" value="0.05" units="cm"/>
      <inkml:brushProperty name="color" value="#FFFFFF"/>
    </inkml:brush>
  </inkml:definitions>
  <inkml:trace contextRef="#ctx0" brushRef="#br0">215 159 24575,'2'-28'0,"-1"12"0,-1 1 0,-2-24 0,1 36 0,1 0 0,-1 0 0,1 0 0,-1 0 0,0 0 0,0 0 0,-1 0 0,1 0 0,0 0 0,-1 1 0,0-1 0,0 0 0,1 1 0,-2-1 0,1 1 0,0 0 0,-5-4 0,5 5 0,0 0 0,0 0 0,0 0 0,0 1 0,-1-1 0,1 0 0,0 1 0,-1-1 0,1 1 0,0 0 0,-1 0 0,1 0 0,-1 0 0,1 0 0,0 1 0,-1-1 0,1 1 0,0-1 0,-1 1 0,1 0 0,0 0 0,0 0 0,0 0 0,0 0 0,0 1 0,0-1 0,-2 3 0,-3 1 0,1 0 0,0 1 0,0 0 0,1 1 0,0-1 0,-8 13 0,2 2 0,0 1 0,1 1 0,2 0 0,0 0 0,1 1 0,2 0 0,0 0 0,1 0 0,0 31 0,4-25 0,1-1 0,1 1 0,1 0 0,2-1 0,1 0 0,1 0 0,14 37 0,-16-54-151,0 0-1,1-1 0,0 1 0,1-1 1,0 0-1,1-1 0,0 1 1,16 13-1,0-4-6674</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8.687"/>
    </inkml:context>
    <inkml:brush xml:id="br0">
      <inkml:brushProperty name="width" value="0.05" units="cm"/>
      <inkml:brushProperty name="height" value="0.05" units="cm"/>
      <inkml:brushProperty name="color" value="#FFFFFF"/>
    </inkml:brush>
  </inkml:definitions>
  <inkml:trace contextRef="#ctx0" brushRef="#br0">204 431 24575,'1'-2'0,"1"-1"0,-1 0 0,0 1 0,0-1 0,0 0 0,-1 1 0,1-1 0,-1 0 0,1 0 0,-1 0 0,0 1 0,0-1 0,0 0 0,0 0 0,-1 0 0,1 0 0,-1 1 0,0-1 0,0 0 0,0 1 0,0-1 0,0 0 0,0 1 0,-1-1 0,-2-3 0,2 4 0,0 0 0,-1 0 0,1 1 0,-1-1 0,1 0 0,-1 1 0,0-1 0,0 1 0,1 0 0,-1 0 0,0 0 0,0 0 0,0 1 0,0-1 0,0 1 0,0 0 0,0 0 0,0 0 0,0 0 0,0 0 0,0 1 0,0-1 0,-6 3 0,3-1 0,-1 1 0,1-1 0,0 1 0,0 1 0,1-1 0,-1 1 0,1 0 0,0 0 0,0 1 0,0 0 0,0 0 0,1 0 0,0 0 0,0 0 0,0 1 0,1 0 0,0 0 0,0 0 0,-3 8 0,0 2 0,1 1 0,1 0 0,0 0 0,1 1 0,0-1 0,1 21 0,2-26 0,0 0 0,1 0 0,1 0 0,-1 0 0,2 0 0,0-1 0,0 1 0,1-1 0,10 20 0,-12-27 0,1 1 0,-1-1 0,1 0 0,0 0 0,0 0 0,1 0 0,-1-1 0,1 1 0,0-1 0,0 0 0,0 0 0,0 0 0,1-1 0,-1 1 0,1-1 0,-1 0 0,1 0 0,0-1 0,0 1 0,0-1 0,0 0 0,0-1 0,0 1 0,0-1 0,8 0 0,-5-1 0,0 0 0,0-1 0,0 0 0,-1 0 0,1-1 0,0 1 0,-1-2 0,0 1 0,0-1 0,0 0 0,0-1 0,-1 1 0,8-8 0,-5 4 0,-1-1 0,0 0 0,-1-1 0,1 1 0,-2-1 0,0-1 0,0 1 0,6-18 0,-7 14 0,0 1 0,-2-1 0,1 0 0,-2 1 0,0-2 0,-1 1 0,0-16 0,-1 20 0,-1 0 0,0 0 0,-1 1 0,0-1 0,0 0 0,-1 1 0,0-1 0,-1 1 0,0 0 0,-6-10 0,4 10 0,-1 0 0,0 0 0,-1 1 0,0 0 0,-13-10 0,55 24 0,-16-3 0,40 6 0,0-2 0,66-2 0,-101-5 0,1-1 0,-1-2 0,1 0 0,-1-1 0,0-2 0,0 0 0,0-1 0,24-12 0,-41 15 0,1 0 0,-1 0 0,1-1 0,-1 0 0,8-8 0,-13 12 0,0 0 0,0-1 0,0 1 0,0 0 0,0-1 0,0 1 0,0 0 0,-1-1 0,1 1 0,0-1 0,-1 1 0,0-1 0,1 0 0,-1-1 0,0 2 0,0 0 0,0 0 0,0 0 0,-1 0 0,1 0 0,-1 0 0,1 0 0,0 0 0,-1 0 0,1 0 0,-1 1 0,0-1 0,1 0 0,-1 0 0,0 1 0,0-1 0,1 0 0,-1 1 0,0-1 0,0 0 0,0 1 0,0 0 0,1-1 0,-1 1 0,-2-1 0,-2-1 0,-1 1 0,0 0 0,1 0 0,-1 0 0,0 1 0,0-1 0,1 2 0,-1-1 0,0 0 0,0 1 0,1 0 0,-1 1 0,1-1 0,-1 1 0,-8 4 0,-6 3 0,0 1 0,-31 20 0,36-19 0,1 0 0,0 0 0,1 1 0,0 1 0,1 0 0,0 1 0,1 0 0,1 1 0,-11 21 0,16-28 0,2 1 0,-1 0 0,1 0 0,0 0 0,1 0 0,0 0 0,1 0 0,-1 15 0,2-17 0,0-1 0,1 1 0,0 0 0,0-1 0,0 1 0,1-1 0,0 1 0,1-1 0,-1 0 0,1 0 0,0 0 0,1 0 0,4 5 0,-2-3 0,1-1 0,1 0 0,-1 0 0,1 0 0,1-1 0,-1-1 0,1 1 0,0-1 0,0-1 0,0 0 0,1 0 0,-1-1 0,1 0 0,0 0 0,0-1 0,0 0 0,13 0 0,-4-1 0,-1-1 0,1 0 0,-1-1 0,1-1 0,-1-1 0,0-1 0,0 0 0,31-12 0,-38 11 0,1-1 0,-1 0 0,0-1 0,-1 0 0,0 0 0,0-1 0,0 0 0,-1-1 0,0 0 0,-1-1 0,0 0 0,0 0 0,-1-1 0,0 1 0,-1-2 0,6-15 0,-5 8 0,-1-1 0,0 0 0,-2-1 0,0 1 0,-2-1 0,0 1 0,-1-1 0,-1 0 0,-4-26 0,0 11 0,-1 1 0,-12-37 0,14 59 0,-1 0 0,-1 1 0,0-1 0,-1 1 0,0 1 0,-1-1 0,0 1 0,-16-18 0,22 27 0,-1 0 0,0 1 0,0-1 0,1 1 0,-1-1 0,0 1 0,0 0 0,-5-2 0,7 3 0,-1-1 0,0 1 0,0 0 0,1 0 0,-1 0 0,0 0 0,0 0 0,1 0 0,-1 0 0,0 0 0,0 0 0,1 0 0,-1 0 0,0 0 0,0 1 0,1-1 0,-1 0 0,0 1 0,-1 0 0,1 0 0,0 1 0,0-1 0,-1 1 0,1-1 0,0 1 0,0 0 0,0 0 0,0 0 0,1-1 0,-1 1 0,1 0 0,-1 0 0,1 0 0,-1 0 0,1 0 0,0 0 0,0 0 0,0 0 0,0 3 0,5 47 0,1-1 0,17 60 0,-8-38 0,30 173-1365,-38-201-5461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19.033"/>
    </inkml:context>
    <inkml:brush xml:id="br0">
      <inkml:brushProperty name="width" value="0.05" units="cm"/>
      <inkml:brushProperty name="height" value="0.05" units="cm"/>
      <inkml:brushProperty name="color" value="#FFFFFF"/>
    </inkml:brush>
  </inkml:definitions>
  <inkml:trace contextRef="#ctx0" brushRef="#br0">0 418 24575,'33'0'0,"0"-2"0,0-1 0,44-9 0,-61 8 0,0-1 0,0 0 0,-1-1 0,0-1 0,0 0 0,0-1 0,-1-1 0,21-16 0,-28 19 0,-1 0 0,0-1 0,-1 0 0,1 0 0,-2 0 0,1 0 0,-1-1 0,0 0 0,0 0 0,-1 0 0,0 0 0,0 0 0,-1-1 0,0 0 0,-1 1 0,0-1 0,0 0 0,-1 1 0,0-1 0,-1 0 0,-1-8 0,1 10 0,0 0 0,0 0 0,-1 1 0,0-1 0,0 1 0,-1-1 0,0 1 0,0 0 0,0 0 0,-1 0 0,0 0 0,0 1 0,0 0 0,-1-1 0,0 1 0,0 1 0,0-1 0,0 1 0,-1 0 0,0 0 0,0 1 0,0 0 0,0 0 0,0 0 0,-1 0 0,1 1 0,-8-1 0,7 2 0,0 0 0,1 0 0,-1 1 0,0 0 0,0 0 0,0 1 0,0 0 0,0 0 0,1 0 0,-1 1 0,1 0 0,-1 1 0,1-1 0,-1 1 0,1 0 0,0 1 0,1-1 0,-1 1 0,1 1 0,-1-1 0,1 1 0,0 0 0,1 0 0,-1 0 0,-4 8 0,-1 2 0,1 0 0,1 0 0,0 1 0,1 0 0,0 0 0,2 1 0,0 0 0,-5 32 0,7-29 0,1 0 0,1 0 0,1 0 0,1 0 0,1 0 0,0 0 0,1-1 0,12 37 0,-12-45 0,1-1 0,1 0 0,-1-1 0,2 1 0,-1-1 0,1 0 0,1 0 0,-1-1 0,2 0 0,-1 0 0,1 0 0,0-1 0,1 0 0,-1-1 0,1 0 0,1 0 0,-1-1 0,11 4 0,-6-4-227,0-1-1,1 0 1,-1-1-1,1-1 1,26 2-1,12-5-6598</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34.753"/>
    </inkml:context>
    <inkml:brush xml:id="br0">
      <inkml:brushProperty name="width" value="0.05" units="cm"/>
      <inkml:brushProperty name="height" value="0.05" units="cm"/>
      <inkml:brushProperty name="color" value="#FFFFFF"/>
    </inkml:brush>
  </inkml:definitions>
  <inkml:trace contextRef="#ctx0" brushRef="#br0">1 3312 24575,'0'0'0,"0"1"0,0 0 0,0-1 0,0 1 0,0-1 0,0 1 0,0-1 0,0 1 0,0 0 0,0-1 0,1 1 0,-1-1 0,0 1 0,0-1 0,0 1 0,1-1 0,-1 1 0,0-1 0,1 1 0,-1-1 0,0 1 0,1-1 0,0 1 0,-1-1 0,1 0 0,-1 0 0,1 0 0,-1 0 0,1 0 0,0 0 0,-1 0 0,1 0 0,-1 0 0,1 0 0,-1-1 0,1 1 0,-1 0 0,1 0 0,-1 0 0,1-1 0,-1 1 0,0 0 0,2-1 0,22-25 0,-19 22 0,42-53 0,-1-1 0,64-109 0,52-142 0,-89 144-88,-7-4-1,-7-2 0,-8-2 0,-7-3 1,-8-1-1,-8-1 0,8-266 0,-34 331 87,-4-1-1,-6 1 1,-4 1-1,-36-147 0,36 211 123,-2 0 1,-3 1-1,-2 0 0,-1 2 0,-28-44 0,48 88-114,0 0 0,-1 1-1,1-1 1,0 0 0,-1 0 0,1 1 0,-1-1-1,1 0 1,-1 1 0,0-1 0,1 1 0,-1-1 0,1 1-1,-1-1 1,0 1 0,0-1 0,1 1 0,-1-1-1,0 1 1,-1-1 0,1 2-89,0-1 1,0 1-1,1-1 1,-1 1-1,0-1 1,0 1-1,1 0 1,-1-1-1,1 1 1,-1 0-1,0-1 1,1 1-1,-1 0 1,1 0-1,0-1 1,-1 1-1,1 1 1,-5 7-6744</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34.951"/>
    </inkml:context>
    <inkml:brush xml:id="br0">
      <inkml:brushProperty name="width" value="0.05" units="cm"/>
      <inkml:brushProperty name="height" value="0.05" units="cm"/>
      <inkml:brushProperty name="color" value="#FFFFFF"/>
    </inkml:brush>
  </inkml:definitions>
  <inkml:trace contextRef="#ctx0" brushRef="#br0">1 1 24575,'3'0'0,"4"3"0,1 4 0,-1 7 0,-1 5 0,-3 4 0,-1 3 0,-1 2 0,0 3 0,-1 2 0,-1 2 0,-2-2 0,-1-6-8191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47:35.183"/>
    </inkml:context>
    <inkml:brush xml:id="br0">
      <inkml:brushProperty name="width" value="0.05" units="cm"/>
      <inkml:brushProperty name="height" value="0.05" units="cm"/>
      <inkml:brushProperty name="color" value="#FFFFFF"/>
    </inkml:brush>
  </inkml:definitions>
  <inkml:trace contextRef="#ctx0" brushRef="#br0">1 92 24575,'0'-3'0,"0"-4"0,0-4 0,0-3 0,0-3 0,3 2 0,4 4 0,4 3 0,4 3 0,1 6 0,6 2 0,1 8 0,3 4 0,3 6 0,3 3 0,-3-4-8191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09:52:19.331"/>
    </inkml:context>
    <inkml:brush xml:id="br0">
      <inkml:brushProperty name="width" value="0.05" units="cm"/>
      <inkml:brushProperty name="height" value="0.05" units="cm"/>
      <inkml:brushProperty name="color" value="#FFFFFF"/>
    </inkml:brush>
  </inkml:definitions>
  <inkml:trace contextRef="#ctx0" brushRef="#br0">3043 47 24575,'-1687'0'0,"1609"1"0,-1 3 0,-99 19 0,129-13 0,0 2 0,1 3 0,0 1 0,-75 38 0,69-24 0,1 3 0,2 1 0,-67 60 0,-122 144 0,207-201 0,-44 61 0,67-83 0,1 0 0,0 0 0,2 1 0,0 0 0,0 1 0,2-1 0,-7 34 0,4 21 0,4 0 0,8 105 0,-1-69 0,-3-19 0,-1-30 0,9 86 0,-6-127 0,1 0 0,1 1 0,0-1 0,2-1 0,0 1 0,0-1 0,2 0 0,0 0 0,13 19 0,-1-10 0,1-1 0,1-1 0,1-1 0,1-2 0,1 0 0,0-1 0,47 25 0,-9-11 0,1-2 0,94 29 0,249 47-462,7-41 0,-122-33 462,529-11 0,-715-27-7,-1-5 1,0-5-1,133-36 0,-162 29-1,-1-3 0,-1-4 0,-1-2 0,-2-4 0,72-47 0,256-200-7,-375 264-7,71-56 678,-79 61-565,-1-2 0,0 0 0,20-27 1,-29 33-91,-1-1 1,0 0-1,0 0 1,-1 0-1,-1 0 1,1 0-1,-2-1 1,1 0-1,-1 1 1,-1-1-1,0 0 1,-1-18-1,-1 8-1,-1 0-1,-1 0 0,-1 1 1,-1-1-1,-13-32 0,0 11 5,-2 0-1,-2 1 1,-2 1 0,-1 2-1,-3 0 1,-32-34-1,-206-193-128,-314-239-375,544 474 575,-2 2 0,-1 2 0,-75-38 0,92 54-45,0 1 0,-1 2 0,0 0 0,0 1 0,0 1 0,-1 2 0,0 0 0,1 2 0,-32 1 0,26 2-1395,7 1-5461</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01.934"/>
    </inkml:context>
    <inkml:brush xml:id="br0">
      <inkml:brushProperty name="width" value="0.05" units="cm"/>
      <inkml:brushProperty name="height" value="0.05" units="cm"/>
      <inkml:brushProperty name="color" value="#FFFFFF"/>
    </inkml:brush>
  </inkml:definitions>
  <inkml:trace contextRef="#ctx0" brushRef="#br0">1 0 24575,'0'0'-8191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07.293"/>
    </inkml:context>
    <inkml:brush xml:id="br0">
      <inkml:brushProperty name="width" value="0.05" units="cm"/>
      <inkml:brushProperty name="height" value="0.05" units="cm"/>
      <inkml:brushProperty name="color" value="#FFFFFF"/>
    </inkml:brush>
  </inkml:definitions>
  <inkml:trace contextRef="#ctx0" brushRef="#br0">811 1222 24575,'-4'1'0,"0"-1"0,0 0 0,0-1 0,0 1 0,0-1 0,0 0 0,0 0 0,0 0 0,0 0 0,1 0 0,-1-1 0,1 0 0,-1 0 0,1 0 0,-1 0 0,1-1 0,0 1 0,0-1 0,-5-5 0,0 0 0,0 0 0,-1 1 0,0 1 0,0 0 0,-1 0 0,1 0 0,-1 1 0,0 1 0,-1 0 0,1 0 0,-1 1 0,-15-3 0,17 5 0,-1 0 0,1 1 0,-1 0 0,1 1 0,-1 0 0,1 1 0,-1-1 0,1 2 0,0-1 0,0 1 0,0 1 0,0 0 0,1 0 0,-16 10 0,0 3 0,1 2 0,1 0 0,1 1 0,0 1 0,2 1 0,-28 40 0,8-2 0,-49 102 0,59-100 0,2 2 0,-22 81 0,40-113 0,2-1 0,1 1 0,2 1 0,1-1 0,1 1 0,6 60 0,-3-79 0,2 0 0,0-1 0,0 0 0,1 1 0,1-2 0,0 1 0,1 0 0,0-1 0,1 0 0,0-1 0,1 1 0,1-1 0,-1-1 0,2 0 0,-1 0 0,2-1 0,-1 0 0,1 0 0,0-1 0,1-1 0,0 0 0,0-1 0,18 7 0,0-3 0,1-1 0,0-2 0,0-1 0,0-1 0,1-2 0,0-1 0,0-1 0,34-5 0,-4-2 0,0-3 0,-1-3 0,70-23 0,-103 27 0,1-2 0,-1-1 0,-1-1 0,41-24 0,-56 27 0,-14 8 0,-24 16 0,8 0 0,-1 2 0,2 0 0,0 1 0,1 0 0,1 2 0,1-1 0,0 2 0,2 0 0,0 1 0,2 0 0,0 0 0,2 1 0,-11 42 0,15-44 0,0 0 0,1 0 0,2 1 0,0-1 0,1 1 0,1-1 0,1 1 0,1-1 0,0 0 0,2 0 0,1 0 0,0-1 0,2 0 0,0 0 0,1 0 0,12 18 0,-5-15-16,0-1 0,1-1-1,2 0 1,0-1-1,40 32 1,-28-29-48,1-2 0,1-1-1,59 27 1,-30-22-89,1-3 0,1-3 1,1-3-1,106 13 0,-69-19-24,0-5 0,0-5 0,1-3-1,120-21 1,-100 3 58,0-6 0,-3-5 0,127-52-1,-150 44 81,-3-4 0,-2-5 0,-2-3 0,-2-5 0,-3-3 0,-2-4 0,-3-3 0,-4-4 0,-2-3 0,-4-3 0,-3-3 0,-4-3 0,99-173 0,-150 234 81,-1-1 0,14-38-1,-24 60-11,-1 0 0,0 0-1,1 0 1,-1 1-1,0-1 1,1 0-1,-1 0 1,0 0-1,0 1 1,0-1 0,0 0-1,0 0 1,0 0-1,0 0 1,0 0-1,0 1 1,0-1-1,0 0 1,-1 0 0,1 0-1,0 0 1,-1 0-1,0 1 31,1 0 1,-1 1-1,0-1 0,1 1 0,-1-1 1,0 1-1,1-1 0,-1 1 1,1-1-1,-1 1 0,1-1 0,-1 1 1,1 0-1,-1-1 0,1 1 0,0 0 1,-1 0-1,1-1 0,0 1 0,0 0 1,-1 1-1,-1 3-37,1 0 0,-1 0 0,1 0 0,0 1 0,1-1 0,-1 0 0,1 1 0,0-1 0,0 0 0,0 1 0,1-1 0,0 0 0,0 1 0,1-1 0,-1 0 0,1 0 0,0 0 0,0 0 0,1 0 0,0-1 0,-1 1 0,2-1 0,-1 1 0,0-1 0,1 0 0,0 0 0,0-1 0,0 1 0,0-1 0,0 0 0,1 0 0,0 0 0,-1-1 0,1 0 0,0 0 0,0 0 0,0 0 0,7 1 0,2-1-23,1 0 0,0-1 0,-1 0 0,1-1 0,0-1 0,-1 0 0,1-1 0,17-4 0,8-5 0,65-26 0,-35 6-61,-2-2 0,-2-4 0,-1-2 0,-2-3 0,-2-3 0,-2-2 0,-2-3 0,-2-2 0,-3-3 0,62-83 0,-85 98 61,-2-1 0,-1-2 0,-3 0 0,28-71 0,-43 92 0,0-1 0,-2 0 0,-1 0 0,0 0 0,-2-1 0,-1 1 0,0-1 0,-2 1 0,-1-1 0,-1 0 0,-7-35 0,5 44 17,-2 0 0,1 0-1,-2 0 1,0 1 0,-1 0 0,0 0 0,-1 1 0,0 0-1,-1 0 1,-1 1 0,0 0 0,0 1 0,-1 1 0,-1 0 0,-25-16-1,-12-2 77,-1 2-1,-1 2 1,-61-18-1,34 12-60,57 21-32,-252-107 0,230 94 0,2-2 0,0-2 0,1-2 0,-38-34 0,-8-23 0,58 55 0,0 2 0,-1 1 0,-55-37 0,74 57 0,0 1 0,0 0 0,-1 1 0,1 0 0,-1 1 0,0 0 0,-1 1 0,1 1 0,0 0 0,-1 0 0,0 1 0,1 1 0,-1 0 0,0 1 0,-24 4 0,9 2 0,1 1 0,0 2 0,1 0 0,-43 24 0,-97 69 0,128-77 0,-265 197 0,297-218 0,0 0 0,0 1 0,1 0 0,-8 10 0,12-15 0,0 0 0,1 0 0,-1 0 0,1-1 0,-1 1 0,1 0 0,-1 0 0,1 0 0,-1 0 0,1 0 0,0 0 0,0 0 0,-1 0 0,1 0 0,0 0 0,0 0 0,0 0 0,0 0 0,0 0 0,0 0 0,1 0 0,-1 0 0,0 0 0,0 0 0,1 0 0,-1 0 0,0 0 0,1 0 0,-1 0 0,1 0 0,0 0 0,-1 0 0,1-1 0,0 1 0,-1 0 0,1 0 0,0-1 0,0 1 0,0-1 0,-1 1 0,1 0 0,0-1 0,0 0 0,2 1 0,4 2 0,0-1 0,1 0 0,-1 0 0,1-1 0,0 1 0,0-2 0,12 0 0,-2 0 0,0-2 0,21-4 0,-34 6 0,-1-1 0,1 0 0,-1-1 0,1 1 0,-1-1 0,0 0 0,1 0 0,-1 0 0,0-1 0,0 1 0,-1-1 0,1 0 0,-1 0 0,7-7 0,-9 8 0,1-1 0,-1 0 0,0 1 0,0-1 0,0 0 0,0 0 0,0 0 0,0 0 0,-1 0 0,0 0 0,1 0 0,-1 0 0,0 0 0,0 0 0,-1 0 0,1 0 0,-1 0 0,0 0 0,1 0 0,-1 1 0,0-1 0,-1 0 0,1 0 0,-2-2 0,-4-7 0,0 1 0,-1 0 0,0 0 0,-1 1 0,0 0 0,-1 1 0,0 0 0,0 0 0,-1 1 0,0 0 0,-1 1 0,1 0 0,-26-9 0,8 4 0,-1 2 0,0 1 0,-1 1 0,-60-6 0,31 10 0,0 3 0,0 2 0,1 3 0,-78 15 0,-231 70 0,291-66 0,1 3 0,1 4 0,-111 60 0,170-81 0,0 2 0,-20 15 0,33-23 0,-1 0 0,1 0 0,0 0 0,0 0 0,0 1 0,1-1 0,-1 1 0,1 0 0,0 0 0,0 0 0,0 0 0,0 0 0,1 0 0,-1 0 0,0 8 0,2-10 0,0 0 0,0-1 0,0 1 0,1 0 0,-1 0 0,1 0 0,-1-1 0,1 1 0,-1 0 0,1 0 0,0-1 0,0 1 0,0 0 0,0-1 0,2 2 0,-3-2 0,1 0 0,-1-1 0,1 1 0,0 0 0,-1-1 0,1 1 0,0-1 0,-1 1 0,1-1 0,0 0 0,0 1 0,-1-1 0,1 0 0,0 1 0,0-1 0,0 0 0,-1 0 0,1 0 0,0 1 0,0-1 0,0 0 0,0 0 0,0 0 0,-1-1 0,1 1 0,0 0 0,0 0 0,0 0 0,-1-1 0,1 1 0,0 0 0,0-1 0,0 1 0,0-1 0,0 1 0,-1-1 0,1 1 0,-1 0 0,0-1 0,1 1 0,-1-1 0,1 1 0,-1-1 0,0 1 0,1-1 0,-1 1 0,0-1 0,1 1 0,-1-1 0,0 1 0,0-1 0,0 1 0,0-1 0,1 0 0,-1 1 0,0-1 0,0 1 0,0-1 0,0 0 0,0 1 0,0-1 0,-1 0 0,-10-17 0,5 12 0,0 1 0,0 0 0,-10-6 0,3 3 0,0 2 0,0 0 0,0 0 0,-1 1 0,0 1 0,0 0 0,0 1 0,-15-1 0,8 2 0,0 2 0,-1 0 0,1 1 0,-40 7 0,18 3 0,0 1 0,1 3 0,0 1 0,-63 34 0,37-12 0,3 2 0,1 3 0,2 3 0,2 3 0,2 2 0,-73 84 0,105-105 0,3 1 0,-35 59 0,50-77 0,1 1 0,1 1 0,0-1 0,1 1 0,0 0 0,1 1 0,1-1 0,0 1 0,0 25 0,3-35 0,0 0 0,1 0 0,-1 0 0,1 0 0,1 0 0,-1 0 0,1-1 0,0 1 0,1 0 0,-1-1 0,1 1 0,0-1 0,0 0 0,1 0 0,-1 0 0,1-1 0,0 1 0,1-1 0,-1 0 0,1 0 0,-1 0 0,1-1 0,0 0 0,1 0 0,-1 0 0,7 2 0,-4-2 0,0 0 0,0-1 0,0-1 0,0 1 0,1-1 0,-1 0 0,0-1 0,1 0 0,-1-1 0,1 1 0,-1-2 0,0 1 0,0-1 0,1 0 0,-1-1 0,-1 0 0,1 0 0,9-6 0,-8 4 0,0-2 0,0 1 0,-1-1 0,0-1 0,0 1 0,-1-1 0,0 0 0,0-1 0,-1 0 0,0 0 0,7-15 0,-10 18 0,0-1 0,0 0 0,-1 0 0,0 0 0,0 0 0,0 0 0,-1 0 0,0-1 0,-1 1 0,1 0 0,-1-1 0,-1 1 0,0-1 0,0 1 0,0 0 0,-1 0 0,-4-12 0,5 16 0,0 0 0,0 0 0,-1 1 0,1-1 0,-1 1 0,0-1 0,0 1 0,0 0 0,0 0 0,0-1 0,0 1 0,-1 1 0,1-1 0,-1 0 0,1 1 0,-1-1 0,0 1 0,0 0 0,1 0 0,-1 0 0,0 0 0,0 0 0,0 1 0,0-1 0,0 1 0,0 0 0,0 0 0,-4 0 0,1 1 0,0 0 0,1 0 0,-1 1 0,1 0 0,-1 0 0,1 0 0,0 0 0,-1 1 0,1 0 0,0 0 0,1 1 0,-1-1 0,-7 9 0,-1 2 43,1 1 0,1 1-1,0 0 1,1 0 0,0 1-1,2 1 1,-10 27 0,9-17-385,0 0 1,3 0 0,0 1-1,-2 37 1,7-36-6485</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02.179"/>
    </inkml:context>
    <inkml:brush xml:id="br0">
      <inkml:brushProperty name="width" value="0.05" units="cm"/>
      <inkml:brushProperty name="height" value="0.05" units="cm"/>
      <inkml:brushProperty name="color" value="#FFFFFF"/>
    </inkml:brush>
  </inkml:definitions>
  <inkml:trace contextRef="#ctx0" brushRef="#br0">1153 135 24575,'2'-3'0,"0"0"0,0 1 0,0-1 0,-1 0 0,0 0 0,1 0 0,-1 0 0,0 0 0,0 0 0,0 0 0,-1-1 0,1 1 0,-1 0 0,0 0 0,0-1 0,0 1 0,0 0 0,0 0 0,-1-1 0,0 1 0,1 0 0,-1 0 0,0 0 0,0 0 0,-1 0 0,1 0 0,-1 0 0,0 0 0,1 0 0,-1 1 0,0-1 0,-1 1 0,1-1 0,0 1 0,-1 0 0,1 0 0,-1 0 0,0 0 0,1 1 0,-6-3 0,-4 0 0,0 0 0,0 1 0,-1 1 0,1 0 0,-1 1 0,-14 0 0,-76 7 0,61-1 0,0 1 0,1 3 0,0 1 0,0 3 0,-75 32 0,87-30 0,0 1 0,1 2 0,0 1 0,2 0 0,0 2 0,2 1 0,0 2 0,-24 30 0,16-11-36,2 1 0,1 2 0,3 1 0,2 1-1,2 1 1,-17 55 0,8 0-121,5 0 1,-14 112-1,22-81 117,5 2 1,7 0 0,18 218-1,-3-262 42,5-1 0,4 0 0,4-2 0,4 0 0,4-1-1,49 100 1,-54-140-2,2-1 0,2-2 1,2 0-1,2-3 0,2 0 0,2-2 0,1-2 0,2-2 0,72 52 0,-78-66-15,0-1-1,2-3 0,0 0 0,1-3 0,0-1 1,2-1-1,-1-3 0,2-1 0,-1-1 0,1-3 0,0-1 1,1-2-1,66-4 0,-85 0-116,0-2 1,0-1-1,0-1 1,0-1-1,-1 0 1,0-2-1,0 0 1,38-23-1,-9-2-5787</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1.280"/>
    </inkml:context>
    <inkml:brush xml:id="br0">
      <inkml:brushProperty name="width" value="0.05" units="cm"/>
      <inkml:brushProperty name="height" value="0.05" units="cm"/>
      <inkml:brushProperty name="color" value="#FFFFFF"/>
    </inkml:brush>
  </inkml:definitions>
  <inkml:trace contextRef="#ctx0" brushRef="#br0">34 41 24575,'0'0'0,"0"0"0,1 0 0,-1 0 0,0 1 0,1-1 0,-1 0 0,0 0 0,0 0 0,0 0 0,1 1 0,-1-1 0,0 0 0,0 0 0,0 1 0,1-1 0,-1 0 0,0 0 0,0 1 0,0-1 0,0 0 0,0 1 0,0-1 0,1 0 0,-1 1 0,0-1 0,0 0 0,0 0 0,0 1 0,0-1 0,0 0 0,0 1 0,0-1 0,-1 0 0,1 1 0,0-1 0,0 0 0,0 0 0,0 1 0,0-1 0,-5 15 0,5-15 0,-7 17 0,1 1 0,1-1 0,0 1 0,2 1 0,-4 30 0,8 12 0,3 0 0,15 80 0,-3-31 0,15 255 0,-40-636 0,2-241 0,8 487 0,-2 13 0,1 0 0,1 1 0,0 0 0,1-1 0,0 1 0,0 0 0,1-1 0,8-17 0,-11 28 0,0 0 0,1 1 0,-1-1 0,1 0 0,-1 0 0,1 1 0,-1-1 0,1 1 0,-1-1 0,1 0 0,0 1 0,-1-1 0,1 1 0,0-1 0,-1 1 0,1 0 0,0-1 0,0 1 0,0 0 0,-1-1 0,1 1 0,0 0 0,0 0 0,0 0 0,1 0 0,0 0 0,0 1 0,-1-1 0,1 1 0,0-1 0,-1 1 0,1 0 0,0 0 0,-1 0 0,1 0 0,-1 0 0,3 2 0,4 5 0,0 1 0,0-1 0,7 12 0,-11-13 0,175 264 0,-79-114 0,-32-47-1365,-44-65-5461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1.774"/>
    </inkml:context>
    <inkml:brush xml:id="br0">
      <inkml:brushProperty name="width" value="0.05" units="cm"/>
      <inkml:brushProperty name="height" value="0.05" units="cm"/>
      <inkml:brushProperty name="color" value="#FFFFFF"/>
    </inkml:brush>
  </inkml:definitions>
  <inkml:trace contextRef="#ctx0" brushRef="#br0">45 535 24575,'-8'-14'0,"1"-2"0,0 1 0,1-1 0,-8-31 0,13 42 0,1 0 0,-1 0 0,1 0 0,0 0 0,0 0 0,0 0 0,1 0 0,0 0 0,0 0 0,0 0 0,0 1 0,1-1 0,0 0 0,0 1 0,0-1 0,1 1 0,-1 0 0,1 0 0,0 0 0,0 0 0,5-4 0,2-2 0,1 1 0,1 1 0,0 0 0,0 0 0,1 1 0,-1 1 0,2 0 0,14-4 0,16-4 0,53-9 0,221-30 0,-315 52 0,5 0 0,1 0 0,0 0 0,0 1 0,-1 0 0,10 1 0,-16-1 0,0 1 0,0-1 0,0 1 0,0 0 0,0-1 0,0 1 0,0 0 0,0 0 0,-1 0 0,1 0 0,0 0 0,-1 1 0,1-1 0,0 1 0,-1-1 0,0 1 0,1-1 0,-1 1 0,0 0 0,0-1 0,0 1 0,0 0 0,0 0 0,0 0 0,-1 0 0,2 4 0,1 13 0,-1 0 0,-1 0 0,-1 0 0,-1 0 0,-3 20 0,1 13 0,2-31 0,0-33 0,2-33 0,1 25 0,1 1 0,0-1 0,2 0 0,0 1 0,1 0 0,1 0 0,1 1 0,0 0 0,2 0 0,0 1 0,1 0 0,0 0 0,2 2 0,0-1 0,26-23 0,-35 35 0,1 1 0,-1-1 0,0 1 0,1 0 0,0 1 0,0-1 0,0 1 0,0 0 0,0 0 0,1 0 0,-1 1 0,0 0 0,6-1 0,-7 2 0,0 0 0,0 1 0,0-1 0,-1 1 0,1 0 0,0 0 0,-1 0 0,1 0 0,-1 0 0,1 1 0,-1 0 0,1 0 0,-1 0 0,0 0 0,0 0 0,0 1 0,0-1 0,-1 1 0,5 5 0,1 2 0,-1 0 0,0 0 0,-1 1 0,0-1 0,8 23 0,14 61 0,-23-71 0,2 0 0,0 0 0,2 0 0,13 25 0,-21-45-97,1-1-1,-1 1 1,1-1-1,0 1 1,0-1-1,0 0 1,0 0-1,0 0 1,0 0-1,0 0 1,1 0-1,-1-1 0,4 2 1,9 1-6729</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2.084"/>
    </inkml:context>
    <inkml:brush xml:id="br0">
      <inkml:brushProperty name="width" value="0.05" units="cm"/>
      <inkml:brushProperty name="height" value="0.05" units="cm"/>
      <inkml:brushProperty name="color" value="#FFFFFF"/>
    </inkml:brush>
  </inkml:definitions>
  <inkml:trace contextRef="#ctx0" brushRef="#br0">0 112 24575,'2'-11'0,"2"27"0,1 3 0,8 20 0,3 0 0,1-1 0,2-1 0,33 49 0,-48-80 0,1 0 0,0 0 0,0-1 0,0 0 0,1 0 0,0 0 0,0 0 0,11 5 0,-15-8 0,0-1 0,0-1 0,1 1 0,-1 0 0,0 0 0,0-1 0,1 0 0,-1 1 0,1-1 0,-1 0 0,0 0 0,1 0 0,-1 0 0,1-1 0,-1 1 0,0-1 0,1 1 0,-1-1 0,0 0 0,0 0 0,0 0 0,1 0 0,-1 0 0,0 0 0,0-1 0,-1 1 0,1-1 0,0 0 0,0 1 0,2-4 0,4-6 0,0 0 0,0-1 0,-1 0 0,0-1 0,-1 0 0,-1 0 0,0 0 0,-1 0 0,0-1 0,-1 0 0,2-15 0,-1-8 0,-2-1 0,-4-72 0,-3 63-1365,5 35-5461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2.460"/>
    </inkml:context>
    <inkml:brush xml:id="br0">
      <inkml:brushProperty name="width" value="0.05" units="cm"/>
      <inkml:brushProperty name="height" value="0.05" units="cm"/>
      <inkml:brushProperty name="color" value="#FFFFFF"/>
    </inkml:brush>
  </inkml:definitions>
  <inkml:trace contextRef="#ctx0" brushRef="#br0">32 77 24575,'0'-9'0,"-2"-29"0,2 37 0,0-1 0,0 0 0,-1 1 0,1-1 0,-1 0 0,0 1 0,1-1 0,-1 1 0,0-1 0,0 1 0,0-1 0,0 1 0,0-1 0,0 1 0,0 0 0,-1 0 0,-2-2 0,4 3 0,0-1 0,-1 1 0,1 0 0,0 0 0,-1 0 0,1 0 0,0 0 0,-1 0 0,1 0 0,0 0 0,-1 0 0,1 0 0,-1 0 0,1 0 0,0 0 0,-1 0 0,1 0 0,0 0 0,-1 0 0,1 1 0,0-1 0,-1 0 0,1 0 0,0 0 0,-1 1 0,1-1 0,0 0 0,0 0 0,-1 1 0,1-1 0,0 0 0,0 1 0,0-1 0,-1 0 0,1 0 0,0 1 0,0-1 0,0 0 0,0 1 0,0-1 0,-1 1 0,1-1 0,0 0 0,0 1 0,0-1 0,0 0 0,0 1 0,0-1 0,0 0 0,1 1 0,-2 21 0,6 13 0,2-1 0,2 0 0,17 46 0,-9-30 0,95 289 0,-108-387 0,-3 29 0,1 1 0,0 0 0,2 0 0,8-28 0,-10 38 0,1 1 0,-1 0 0,1 1 0,1-1 0,-1 0 0,1 1 0,0 0 0,1 0 0,0 0 0,0 0 0,0 1 0,0 0 0,1 0 0,6-5 0,-9 9 0,-1-1 0,0 1 0,1 0 0,-1 0 0,1 0 0,-1 0 0,1 0 0,0 1 0,-1-1 0,1 1 0,0-1 0,-1 1 0,1 0 0,0 0 0,-1 1 0,1-1 0,0 0 0,-1 1 0,1-1 0,3 2 0,-3 0 0,0 0 0,0 0 0,0 0 0,0 0 0,0 1 0,0-1 0,-1 1 0,1 0 0,-1 0 0,0 0 0,0 0 0,4 7 0,-1 2 0,1 0 0,-2 0 0,0 1 0,-1 0 0,0 0 0,-1 0 0,1 16 0,-2-24 20,-1 1 0,0 0 0,0 0 1,-1 0-1,0 0 0,0 0 0,0 0 0,-1 0 0,1-1 0,-2 1 0,1 0 0,0-1 0,-1 0 0,0 0 0,-1 0 0,-5 7 1,4-6-143,0-2 0,-1 1 0,1-1 0,-1 0 0,0 0 0,-1 0 0,1-1 0,0 0 0,-1 0 1,0-1-1,0 0 0,0 0 0,-8 1 0,-26 3-6704</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2.770"/>
    </inkml:context>
    <inkml:brush xml:id="br0">
      <inkml:brushProperty name="width" value="0.05" units="cm"/>
      <inkml:brushProperty name="height" value="0.05" units="cm"/>
      <inkml:brushProperty name="color" value="#FFFFFF"/>
    </inkml:brush>
  </inkml:definitions>
  <inkml:trace contextRef="#ctx0" brushRef="#br0">0 0 24575,'0'0'-8191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6.023"/>
    </inkml:context>
    <inkml:brush xml:id="br0">
      <inkml:brushProperty name="width" value="0.05" units="cm"/>
      <inkml:brushProperty name="height" value="0.05" units="cm"/>
      <inkml:brushProperty name="color" value="#FFFFFF"/>
    </inkml:brush>
  </inkml:definitions>
  <inkml:trace contextRef="#ctx0" brushRef="#br0">987 72 24575,'0'-3'0,"0"-1"0,-1 1 0,1 0 0,-1-1 0,0 1 0,0 0 0,-1 0 0,1 0 0,0-1 0,-1 1 0,0 1 0,0-1 0,0 0 0,0 0 0,0 1 0,-5-5 0,5 5 0,1 1 0,-1-1 0,0 1 0,0 0 0,0 0 0,0 0 0,0 0 0,0 0 0,0 0 0,0 0 0,0 0 0,-1 1 0,1-1 0,0 1 0,0 0 0,-1 0 0,1 0 0,0 0 0,0 0 0,-1 0 0,1 1 0,0-1 0,0 1 0,0-1 0,-4 2 0,2 1 0,0-1 0,0 1 0,0 0 0,0 0 0,0 1 0,1-1 0,-1 1 0,1 0 0,0 0 0,0 0 0,1 0 0,-4 7 0,-2 6 0,-11 36 0,2 5 30,-12 80 0,2 68-145,17-120-90,-200 1453-3207,181-1344 3580,-80 673-1376,108-864 1190,-2 36 136,1 0 0,1 0 1,3 0-1,7 45 0,-7-75 16,0 0 0,0 0 0,2 0 0,-1 0 0,1 0 1,0-1-1,1 0 0,0 0 0,1 0 0,-1-1 0,2 1 0,-1-2 1,1 1-1,0-1 0,1 0 0,0 0 0,0 0 0,0-2 0,1 1 1,0-1-1,13 6 0,1-2 71,0-1 0,1-1 1,0-1-1,29 3 0,103 3-329,-115-10 41,912 9-3490,-694-12 3144,1208 8-2388,738-6-2376,-1710-14 5210,-7-29 1137,-477 41-1182,181-33 1364,-171 29-1010,-1-1-1,1-2 1,-1 0-1,0-1 1,-1 0-1,31-22 1,-42 26-218,-2-1 1,1 0-1,0 0 0,-1-1 1,-1 1-1,1-1 1,-1 0-1,0-1 1,0 1-1,-1-1 0,5-13 1,-5 10 114,-1 0 1,0 0 0,-1-1-1,0 0 1,-1 1-1,0-1 1,-2-21 0,-4-1 228,-1-1 1,-2 1 0,-1 1 0,-24-60-1,-246-502 260,210 457-638,-62-119-60,-128-264-44,40-15 216,90 56-153,124 457-32,-6-19 141,0-1 1,-27-59-1,31 86-62,0 1 0,-2 1 0,0-1 0,0 1 0,-2 1 0,1 0 0,-2 0 0,0 1 0,-20-17 1,12 16-71,0 0 0,-1 2 1,0 0-1,-1 1 0,0 1 1,-46-12-1,6 8-110,-93-9-1,-225 2-1339,-6 20 60,338 1 1355,-2117 96-5580,115 160 4510,1677-183 2991,302-57-2257</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6.777"/>
    </inkml:context>
    <inkml:brush xml:id="br0">
      <inkml:brushProperty name="width" value="0.05" units="cm"/>
      <inkml:brushProperty name="height" value="0.05" units="cm"/>
      <inkml:brushProperty name="color" value="#FFFFFF"/>
    </inkml:brush>
  </inkml:definitions>
  <inkml:trace contextRef="#ctx0" brushRef="#br0">2 609 24575,'-1'-26'0,"0"-23"0,1 46 0,0 0 0,1 0 0,-1 0 0,1 0 0,0 0 0,0 0 0,0 0 0,0 0 0,0 0 0,0 0 0,3-4 0,-3 7 0,-1 0 0,0-1 0,1 1 0,-1 0 0,0 0 0,0-1 0,1 1 0,-1 0 0,0-1 0,1 1 0,-1 0 0,1 0 0,-1 0 0,0 0 0,1-1 0,-1 1 0,1 0 0,-1 0 0,1 0 0,-1 0 0,0 0 0,1 0 0,-1 0 0,1 0 0,-1 0 0,1 0 0,-1 0 0,0 0 0,1 1 0,12 9 0,7 23 0,-19-31 0,21 46 0,-2 1 0,-3 1 0,20 91 0,-35-133 0,5 24 0,-7-30 0,0-1 0,0 0 0,1 1 0,-1-1 0,0 0 0,-1 1 0,1-1 0,0 1 0,0-1 0,-1 0 0,1 1 0,0-1 0,-1 0 0,1 0 0,-1 1 0,0-1 0,1 0 0,-2 2 0,1-3 0,0 0 0,1 1 0,-1-1 0,0 0 0,1 0 0,-1 0 0,0 0 0,0 1 0,1-1 0,-1 0 0,0 0 0,0 0 0,1-1 0,-1 1 0,0 0 0,1 0 0,-1 0 0,0 0 0,1-1 0,-1 1 0,0 0 0,1-1 0,-1 1 0,0 0 0,1-1 0,-1 1 0,1-1 0,-1 1 0,1-1 0,-1 1 0,1-1 0,-1 0 0,1 1 0,-1-2 0,-17-22 0,18 23 0,-15-24 0,2-2 0,0 0 0,2 0 0,1-1 0,-9-41 0,8 16 0,3-1 0,-3-56 0,10 74 0,0 0 0,3-1 0,10-64 0,-9 87 0,0 1 0,1-1 0,0 1 0,1 0 0,0 0 0,1 0 0,1 1 0,0 0 0,0 0 0,1 0 0,1 1 0,18-19 0,-20 25 0,0 0 0,0 0 0,0 1 0,1 0 0,0 0 0,0 1 0,0-1 0,0 2 0,0-1 0,0 1 0,1 1 0,-1-1 0,1 1 0,-1 1 0,1 0 0,-1 0 0,13 2 0,-14-1 0,-1 0 0,1 1 0,-1-1 0,1 1 0,-1 1 0,0-1 0,0 1 0,0 0 0,0 1 0,-1-1 0,1 1 0,-1 0 0,0 1 0,0-1 0,0 1 0,-1 0 0,1 0 0,-1 0 0,-1 1 0,1 0 0,-1-1 0,5 12 0,-5-8 0,0 0 0,-1 0 0,0 0 0,-1 1 0,1-1 0,-2 1 0,0 12 0,-2 6 0,-6 32 0,4-38 0,0 0 0,2 0 0,1 27 0,2-44 0,0 1 0,0-1 0,0 0 0,1 0 0,-1 0 0,1 0 0,0 0 0,1 0 0,-1 0 0,1-1 0,0 1 0,1-1 0,6 8 0,5 2 0,0 0 0,24 17 0,15 12 0,-48-37 0,-1-1 0,0 1 0,0 1 0,0-1 0,-1 1 0,1-1 0,3 10 0,-7-13 0,0 0 0,0 1 0,0-1 0,0 0 0,-1 1 0,0-1 0,1 0 0,-1 1 0,0-1 0,0 1 0,-1-1 0,1 0 0,-1 1 0,0-1 0,1 0 0,-1 1 0,-1-1 0,1 0 0,-3 4 0,-1 1 29,0-1-1,0 0 1,0-1-1,-1 1 0,0-1 1,-1 0-1,1-1 1,-1 1-1,0-1 1,-1-1-1,-12 7 1,4-4-371,0 0 1,0-1 0,0-1-1,-33 5 1,17-6-6485</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7.151"/>
    </inkml:context>
    <inkml:brush xml:id="br0">
      <inkml:brushProperty name="width" value="0.05" units="cm"/>
      <inkml:brushProperty name="height" value="0.05" units="cm"/>
      <inkml:brushProperty name="color" value="#FFFFFF"/>
    </inkml:brush>
  </inkml:definitions>
  <inkml:trace contextRef="#ctx0" brushRef="#br0">0 356 24575,'27'-14'0,"-17"8"0,0 0 0,0 1 0,1 1 0,16-6 0,-24 9 0,0 1 0,0-1 0,0 1 0,0 0 0,0 0 0,0 0 0,-1 0 0,1 0 0,0 1 0,0-1 0,0 1 0,0 0 0,0 0 0,-1 0 0,1 0 0,0 0 0,-1 1 0,1-1 0,-1 1 0,0-1 0,1 1 0,2 4 0,2 0 0,-1 2 0,-1-1 0,0 1 0,0 0 0,0 0 0,-1 0 0,5 12 0,17 66 0,-12-39 0,7 17 0,-7-25 0,13 56 0,-44-146 0,9-6 0,3-1 0,2 1 0,3-1 0,2 1 0,3-1 0,2 1 0,15-57 0,-22 113 0,3-17 0,2 0 0,0 0 0,1 1 0,0-1 0,1 1 0,13-21 0,-19 37 0,-1 0 0,1-1 0,0 1 0,0 0 0,0-1 0,0 1 0,0 0 0,0 0 0,0 0 0,0 0 0,1 0 0,-1 0 0,0 0 0,1 0 0,-1 0 0,1 1 0,-1-1 0,0 1 0,1-1 0,-1 1 0,1-1 0,0 1 0,-1 0 0,1 0 0,-1 0 0,1 0 0,-1 0 0,1 0 0,0 0 0,-1 0 0,1 1 0,-1-1 0,1 1 0,-1-1 0,1 1 0,-1-1 0,0 1 0,1 0 0,-1 0 0,0 0 0,1 0 0,-1 0 0,0 0 0,0 0 0,0 0 0,2 3 0,5 5 0,-1 0 0,0 1 0,0 0 0,9 20 0,29 71-212,51 174-1,-76-212-727,1 2-5886</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7.527"/>
    </inkml:context>
    <inkml:brush xml:id="br0">
      <inkml:brushProperty name="width" value="0.05" units="cm"/>
      <inkml:brushProperty name="height" value="0.05" units="cm"/>
      <inkml:brushProperty name="color" value="#FFFFFF"/>
    </inkml:brush>
  </inkml:definitions>
  <inkml:trace contextRef="#ctx0" brushRef="#br0">0 619 24575,'0'-4'0,"1"0"0,-1 0 0,1 0 0,0 0 0,0 0 0,0 0 0,0 0 0,1 0 0,0 1 0,0-1 0,0 0 0,0 1 0,0 0 0,1-1 0,-1 1 0,1 0 0,0 0 0,0 0 0,0 1 0,0-1 0,1 1 0,3-3 0,9-4 0,1 1 0,-1 1 0,33-9 0,-24 7 0,109-36 0,247-97 0,-366 135 0,-1 0 0,0-1 0,0 0 0,0-1 0,-1-1 0,0 0 0,13-15 0,-22 21 0,-1 0 0,0 0 0,0 0 0,0 0 0,0-1 0,-1 1 0,0-1 0,0 0 0,0 1 0,0-1 0,-1 0 0,0 0 0,0 0 0,0 0 0,-1-1 0,1 1 0,-1 0 0,-1 0 0,1 0 0,-1 0 0,0 0 0,0 0 0,0 0 0,0 0 0,-1 0 0,-4-7 0,3 6 0,0 0 0,0 1 0,-1 0 0,0 0 0,0 0 0,-1 0 0,1 0 0,-1 1 0,0 0 0,0 0 0,0 0 0,-1 1 0,1-1 0,-1 1 0,0 1 0,0-1 0,-11-2 0,13 4 0,1 0 0,-1 0 0,0 1 0,1 0 0,-1 0 0,1 0 0,-1 0 0,0 0 0,1 1 0,-1-1 0,1 1 0,-1 0 0,1 0 0,0 0 0,-1 1 0,1-1 0,0 1 0,0 0 0,0 0 0,0 0 0,0 0 0,0 1 0,0-1 0,1 1 0,0-1 0,-1 1 0,1 0 0,0 0 0,0 0 0,0 0 0,1 0 0,-1 1 0,-1 3 0,1 2 0,-1 0 0,2 0 0,-1 0 0,1 0 0,0 0 0,1 0 0,0 0 0,1 0 0,0 0 0,0 0 0,1 0 0,0 0 0,0-1 0,1 1 0,8 16 0,3 5 0,2-1 0,38 54 0,-9-25 0,-28-38 0,-1 1 0,-1 1 0,-1 0 0,16 34 0,-29-54 14,0 0 1,0 0-1,0 0 0,-1 0 0,1 0 1,-1 0-1,1 0 0,-1 0 0,0 1 0,0-1 1,0 0-1,0 0 0,-1 0 0,1 0 1,0 0-1,-1 1 0,0-1 0,1 0 0,-1 0 1,0 0-1,0 0 0,0 0 0,-2 2 1,0 0-171,-1-1 1,1 0 0,-1 0 0,1-1 0,-1 1 0,0-1 0,0 1-1,0-1 1,0-1 0,-5 3 0,-25 7-6671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34.635"/>
    </inkml:context>
    <inkml:brush xml:id="br0">
      <inkml:brushProperty name="width" value="0.05" units="cm"/>
      <inkml:brushProperty name="height" value="0.05" units="cm"/>
      <inkml:brushProperty name="color" value="#FFFFFF"/>
    </inkml:brush>
  </inkml:definitions>
  <inkml:trace contextRef="#ctx0" brushRef="#br0">0 136 24575,'2'0'0,"0"0"0,-1 0 0,1 1 0,0-1 0,-1 1 0,1-1 0,-1 1 0,1 0 0,-1 0 0,1 0 0,-1 0 0,1 0 0,-1 0 0,0 0 0,1 0 0,-1 0 0,0 0 0,0 1 0,0-1 0,0 1 0,0-1 0,0 1 0,-1-1 0,1 1 0,0-1 0,-1 1 0,1-1 0,-1 1 0,0 0 0,1 0 0,-1-1 0,0 3 0,2 9 0,-1 0 0,-1 0 0,-1 16 0,1-14 0,0-7 0,0 0 0,0 0 0,1-1 0,0 1 0,1 0 0,3 12 0,-4-18 0,-1-1 0,1 1 0,0 0 0,0-1 0,0 1 0,0-1 0,0 1 0,0-1 0,0 0 0,1 1 0,-1-1 0,0 0 0,1 0 0,-1 0 0,1 0 0,-1 0 0,1 0 0,0 0 0,-1-1 0,1 1 0,0-1 0,-1 1 0,1-1 0,0 1 0,0-1 0,-1 0 0,1 0 0,0 0 0,0 0 0,0 0 0,-1 0 0,1-1 0,0 1 0,0-1 0,1 0 0,18-6 0,-1-2 0,1 0 0,-2-1 0,0-1 0,27-20 0,-10 7 0,279-176-1365,-237 152-5461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35.255"/>
    </inkml:context>
    <inkml:brush xml:id="br0">
      <inkml:brushProperty name="width" value="0.05" units="cm"/>
      <inkml:brushProperty name="height" value="0.05" units="cm"/>
      <inkml:brushProperty name="color" value="#FFFFFF"/>
    </inkml:brush>
  </inkml:definitions>
  <inkml:trace contextRef="#ctx0" brushRef="#br0">0 131 24575,'1'-1'0,"-1"0"0,0 0 0,1 1 0,-1-1 0,0 0 0,1 0 0,-1 0 0,1 1 0,-1-1 0,1 0 0,0 1 0,-1-1 0,1 0 0,0 1 0,0-1 0,-1 1 0,1-1 0,0 1 0,1-1 0,19-8 0,-18 8 0,0-1 0,1 1 0,-1 0 0,1 0 0,-1 0 0,1 0 0,0 1 0,-1 0 0,1-1 0,0 1 0,0 1 0,-1-1 0,1 0 0,0 1 0,-1 0 0,1 0 0,-1 0 0,1 0 0,4 3 0,-4-2 0,0 1 0,0 0 0,0 0 0,-1 0 0,1 1 0,-1-1 0,0 1 0,0 0 0,0 0 0,-1 0 0,1 0 0,-1 1 0,3 7 0,11 39 0,-14-42 0,0 1 0,1 0 0,0-1 0,1 1 0,0-1 0,1 0 0,9 16 0,-12-24 0,-1 0 0,0 0 0,0 0 0,1 0 0,-1 0 0,1 0 0,-1 0 0,1-1 0,-1 1 0,1 0 0,-1-1 0,1 0 0,-1 1 0,1-1 0,0 0 0,-1 1 0,1-1 0,0 0 0,-1 0 0,1-1 0,0 1 0,-1 0 0,1 0 0,0-1 0,2 0 0,4-2 0,-1 0 0,1-1 0,12-8 0,101-68 0,68-39 0,-52 51-1365,-78 39-5461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4.053"/>
    </inkml:context>
    <inkml:brush xml:id="br0">
      <inkml:brushProperty name="width" value="0.05" units="cm"/>
      <inkml:brushProperty name="height" value="0.05" units="cm"/>
      <inkml:brushProperty name="color" value="#FFFFFF"/>
    </inkml:brush>
  </inkml:definitions>
  <inkml:trace contextRef="#ctx0" brushRef="#br0">0 19 24575,'4'-16'0,"-4"16"0,0 0 0,0-1 0,1 1 0,-1 0 0,0 0 0,0 0 0,1 0 0,-1-1 0,0 1 0,0 0 0,1 0 0,-1 0 0,0 0 0,0 0 0,1 0 0,-1 0 0,0 0 0,1 0 0,-1 0 0,0 0 0,0 0 0,1 0 0,-1 0 0,0 0 0,1 0 0,-1 0 0,0 0 0,0 0 0,1 0 0,-1 0 0,0 1 0,2 0 0,0 0 0,0 1 0,0-1 0,-1 1 0,1 0 0,0 0 0,-1-1 0,0 1 0,1 0 0,-1 0 0,2 4 0,12 32 0,-1 2 0,-2 0 0,13 77 0,-18-83 0,94 611-1635,-36 9-1,-27 173 274,-34 3 18,-5-366 836,11-10 465,-7-350-1620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4.395"/>
    </inkml:context>
    <inkml:brush xml:id="br0">
      <inkml:brushProperty name="width" value="0.05" units="cm"/>
      <inkml:brushProperty name="height" value="0.05" units="cm"/>
      <inkml:brushProperty name="color" value="#FFFFFF"/>
    </inkml:brush>
  </inkml:definitions>
  <inkml:trace contextRef="#ctx0" brushRef="#br0">1 1 24575,'0'25'0,"-1"-4"0,1 1 0,1-1 0,8 38 0,-8-54 0,0 1 0,1-1 0,0 0 0,0 0 0,0 0 0,1 0 0,0 0 0,0 0 0,0 0 0,0-1 0,1 1 0,0-1 0,0 0 0,0-1 0,0 1 0,1-1 0,-1 1 0,1-1 0,6 3 0,-1-2 0,0-1 0,-1 0 0,1-1 0,0 1 0,1-2 0,-1 0 0,0 0 0,0-1 0,1 0 0,-1 0 0,0-1 0,0-1 0,1 0 0,12-4 0,3-2 0,-1-2 0,-1 0 0,0-1 0,32-21 0,-38 20 0,-1-1 0,0 0 0,0-1 0,-2-1 0,26-30 0,-40 43 13,2-1 285,-4 4-630,-1 3-1012,-5 6-5482</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8.320"/>
    </inkml:context>
    <inkml:brush xml:id="br0">
      <inkml:brushProperty name="width" value="0.05" units="cm"/>
      <inkml:brushProperty name="height" value="0.05" units="cm"/>
      <inkml:brushProperty name="color" value="#FFFFFF"/>
    </inkml:brush>
  </inkml:definitions>
  <inkml:trace contextRef="#ctx0" brushRef="#br0">270 212 24575,'-1'-18'0,"0"-1"0,0 1 0,-7-27 0,5 36 0,1 1 0,-1-1 0,0 1 0,-1 0 0,0 0 0,0 0 0,-1 0 0,0 1 0,-6-8 0,9 13 0,0 0 0,0 0 0,0 0 0,0 0 0,0 1 0,0-1 0,0 1 0,-1-1 0,1 1 0,-1 0 0,1 0 0,-1 0 0,1 0 0,-1 0 0,0 1 0,1-1 0,-1 1 0,0 0 0,1 0 0,-1 0 0,0 0 0,0 0 0,1 0 0,-1 1 0,0-1 0,1 1 0,-1 0 0,1 0 0,-1 0 0,1 0 0,-1 0 0,1 1 0,0-1 0,-1 1 0,-2 2 0,-5 4 0,0 1 0,1 0 0,0 0 0,1 1 0,0 0 0,-8 14 0,8-11 0,1-1 0,0 1 0,1 0 0,0 1 0,2-1 0,-1 1 0,-4 27 0,9-37 0,-1 0 0,1 0 0,-1 0 0,1 0 0,0 0 0,1 0 0,-1 0 0,1 0 0,0 0 0,0 0 0,0-1 0,0 1 0,0 0 0,1-1 0,0 1 0,0-1 0,0 1 0,0-1 0,1 0 0,-1 0 0,1 0 0,-1 0 0,1 0 0,0 0 0,0-1 0,1 0 0,-1 1 0,0-1 0,1-1 0,0 1 0,-1 0 0,1-1 0,5 2 0,3-1 0,-1 1 0,1-2 0,-1 0 0,1 0 0,0-1 0,0-1 0,-1 0 0,1 0 0,0-1 0,-1-1 0,1 0 0,-1 0 0,21-10 0,-23 9 0,0 0 0,-1-1 0,0 0 0,0 0 0,0-1 0,0 0 0,-1 0 0,0-1 0,0 0 0,-1 0 0,0 0 0,0-1 0,-1 0 0,0 0 0,0-1 0,-1 1 0,5-15 0,-8 21 0,0-1 0,0 1 0,0-1 0,-1 0 0,1 1 0,-1-1 0,0 0 0,1 1 0,-1-1 0,-1 0 0,1 0 0,0 1 0,-1-1 0,1 0 0,-1 1 0,0-1 0,-1-3 0,2 6 0,0 0 0,-1 0 0,1 0 0,0 0 0,0-1 0,0 1 0,0 0 0,0 0 0,0 0 0,0 0 0,0 0 0,0 0 0,0 0 0,0 0 0,0 0 0,0 0 0,0 0 0,0 0 0,-1 0 0,1 0 0,0 0 0,0 0 0,0 0 0,0 0 0,0 0 0,0 0 0,0 0 0,0 0 0,0 0 0,0 0 0,0 0 0,-1 0 0,1 0 0,0 0 0,0 0 0,0 0 0,0 0 0,0 0 0,0 0 0,0 0 0,0 0 0,0 0 0,0 0 0,0 0 0,0 0 0,0 0 0,-1 0 0,1 1 0,0-1 0,0 0 0,0 0 0,0 0 0,0 0 0,0 0 0,0 0 0,0 0 0,0 0 0,0 0 0,0 0 0,0 0 0,0 0 0,0 1 0,0-1 0,0 0 0,-1 10 0,4 12 0,11 19 0,1-1 0,2 0 0,41 67 0,-36-70 0,-2 0 0,-2 2 0,-1 0 0,12 43 0,-27-75 0,-1 0 0,1 0 0,-2 1 0,1-1 0,-1 0 0,0 0 0,0 1 0,-2 8 0,2-14 0,-1 1 0,1-1 0,-1 0 0,0 0 0,0 0 0,0 1 0,0-1 0,0 0 0,-1 0 0,1 0 0,-1-1 0,1 1 0,-1 0 0,1 0 0,-1-1 0,0 1 0,0-1 0,0 0 0,0 1 0,0-1 0,0 0 0,0 0 0,0 0 0,-1-1 0,1 1 0,0 0 0,0-1 0,-1 0 0,-2 1 0,-2-1 0,-1 0 0,0-1 0,1 1 0,-1-2 0,1 1 0,0-1 0,-1 0 0,1 0 0,0-1 0,0 0 0,0 0 0,1-1 0,-1 0 0,1 0 0,0 0 0,0-1 0,0 0 0,-5-7 0,5 7 0,1-1 0,0 0 0,0 0 0,1 0 0,-1-1 0,1 1 0,1-1 0,-1 0 0,1 0 0,1-1 0,-1 1 0,1 0 0,0-1 0,1 0 0,0 1 0,0-1 0,1-12 0,1 13 19,0 1 0,1-1 0,-1 1 0,2-1 0,-1 1 0,1 0 0,0 0 0,0 0 0,0 1 0,1-1 0,0 1 0,0-1 0,1 1 0,-1 1 0,1-1 0,0 1 0,9-7 0,3 0-361,1 0 1,0 1 0,1 1-1,26-9 1,-4 3-6485</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8.491"/>
    </inkml:context>
    <inkml:brush xml:id="br0">
      <inkml:brushProperty name="width" value="0.05" units="cm"/>
      <inkml:brushProperty name="height" value="0.05" units="cm"/>
      <inkml:brushProperty name="color" value="#FFFFFF"/>
    </inkml:brush>
  </inkml:definitions>
  <inkml:trace contextRef="#ctx0" brushRef="#br0">37 23 24575,'-4'0'0,"-3"-3"0,-1-5 0,-3 0 0,5 4 0,6 6 0,6 9 0,5 5 0,7 7 0,3 2 0,2 3 0,0 0 0,-2-2 0,0-2 0,-4-5-8191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8.620"/>
    </inkml:context>
    <inkml:brush xml:id="br0">
      <inkml:brushProperty name="width" value="0.05" units="cm"/>
      <inkml:brushProperty name="height" value="0.05" units="cm"/>
      <inkml:brushProperty name="color" value="#FFFFFF"/>
    </inkml:brush>
  </inkml:definitions>
  <inkml:trace contextRef="#ctx0" brushRef="#br0">50 177 24575,'-3'-9'0,"-5"-13"0,-3-11 0,0-7 0,2 0 0,2 8-8191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8.801"/>
    </inkml:context>
    <inkml:brush xml:id="br0">
      <inkml:brushProperty name="width" value="0.05" units="cm"/>
      <inkml:brushProperty name="height" value="0.05" units="cm"/>
      <inkml:brushProperty name="color" value="#FFFFFF"/>
    </inkml:brush>
  </inkml:definitions>
  <inkml:trace contextRef="#ctx0" brushRef="#br0">1 0 24575,'3'3'0,"1"5"0,0 3 0,2 3 0,4 6 0,2 5 0,3 8 0,2 8 0,4 6 0,5 4 0,4 3 0,3 2 0,0 0 0,-7-9-8191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8.929"/>
    </inkml:context>
    <inkml:brush xml:id="br0">
      <inkml:brushProperty name="width" value="0.05" units="cm"/>
      <inkml:brushProperty name="height" value="0.05" units="cm"/>
      <inkml:brushProperty name="color" value="#FFFFFF"/>
    </inkml:brush>
  </inkml:definitions>
  <inkml:trace contextRef="#ctx0" brushRef="#br0">0 200 24575,'0'-6'0,"0"-8"0,3-6 0,5-4 0,6-3 0,8 2 0,9 1 0,8 1 0,8 3 0,-5 3-8191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29.459"/>
    </inkml:context>
    <inkml:brush xml:id="br0">
      <inkml:brushProperty name="width" value="0.05" units="cm"/>
      <inkml:brushProperty name="height" value="0.05" units="cm"/>
      <inkml:brushProperty name="color" value="#FFFFFF"/>
    </inkml:brush>
  </inkml:definitions>
  <inkml:trace contextRef="#ctx0" brushRef="#br0">199 610 24575,'-10'-12'0,"0"-1"0,1 0 0,0-1 0,-9-20 0,9 16 0,-1 0 0,-13-16 0,21 31 0,0 1 0,0-1 0,0 1 0,-1 0 0,1 0 0,-1 0 0,1 0 0,-1 0 0,0 1 0,1-1 0,-1 1 0,-5-2 0,7 3 0,0-1 0,-1 1 0,1 0 0,0 0 0,-1 0 0,1 0 0,-1 0 0,1 0 0,0 1 0,-1-1 0,1 0 0,0 1 0,-1-1 0,1 1 0,0-1 0,0 1 0,0 0 0,-1-1 0,1 1 0,0 0 0,0 0 0,0 0 0,0 0 0,0 0 0,0 0 0,0 0 0,1 0 0,-1 0 0,0 0 0,1 1 0,-2 1 0,-3 8 0,1 0 0,0 1 0,0-1 0,1 1 0,1-1 0,0 1 0,1 0 0,0 23 0,1-13 0,2 0 0,1 0 0,10 41 0,-10-50 0,1 0 0,1-1 0,0 0 0,1 0 0,0 0 0,1-1 0,0 0 0,0 0 0,2-1 0,-1 0 0,1 0 0,12 10 0,-13-14 0,1 0 0,0 0 0,0-1 0,0 0 0,0 0 0,1-1 0,0-1 0,0 1 0,0-2 0,0 1 0,0-1 0,1-1 0,-1 0 0,1 0 0,19-2 0,-8-2 0,-1 0 0,1-2 0,0-1 0,-1 0 0,0-1 0,-1-2 0,1 0 0,-2-1 0,1-1 0,-1-1 0,-1 0 0,0-2 0,-1 0 0,-1-1 0,0 0 0,-1-1 0,0-1 0,-2-1 0,0 0 0,-1 0 0,0-2 0,-2 1 0,0-1 0,-2-1 0,7-22 0,-7 15 0,-2-1 0,-1 0 0,-2-1 0,-1 1 0,-1-1 0,-5-48 0,0 40 0,-3 1 0,-1-1 0,-2 1 0,-24-59 0,32 91 0,1 1 0,-1 0 0,1 0 0,-1-1 0,0 1 0,-1 0 0,1 1 0,-1-1 0,1 0 0,-1 1 0,-4-4 0,7 7 0,0 0 0,0 0 0,-1 0 0,1-1 0,0 1 0,0 0 0,-1 0 0,1 0 0,0 0 0,0 0 0,-1 0 0,1-1 0,0 1 0,0 0 0,-1 0 0,1 0 0,0 0 0,-1 0 0,1 0 0,0 0 0,0 0 0,-1 0 0,1 0 0,0 0 0,0 1 0,-1-1 0,1 0 0,0 0 0,-1 0 0,1 0 0,0 0 0,0 0 0,0 1 0,-1-1 0,1 0 0,0 0 0,0 0 0,0 1 0,-1-1 0,-4 15 0,4 17 0,4 7 0,2 0 0,1-1 0,14 49 0,47 109 0,-38-126-1365,-1-10-5461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30.298"/>
    </inkml:context>
    <inkml:brush xml:id="br0">
      <inkml:brushProperty name="width" value="0.05" units="cm"/>
      <inkml:brushProperty name="height" value="0.05" units="cm"/>
      <inkml:brushProperty name="color" value="#FFFFFF"/>
    </inkml:brush>
  </inkml:definitions>
  <inkml:trace contextRef="#ctx0" brushRef="#br0">55 636 24575,'5'-10'0,"-1"-1"0,0 1 0,-1-1 0,0 0 0,0 0 0,-1-1 0,0 1 0,-1 0 0,-1-1 0,0 1 0,0 0 0,-3-17 0,2 26 0,0 0 0,1-1 0,-1 1 0,0 0 0,0 0 0,0 0 0,-1 0 0,1 0 0,0 0 0,-1 1 0,1-1 0,-1 0 0,0 1 0,1-1 0,-1 1 0,0 0 0,-3-2 0,4 2 0,0 1 0,0 0 0,0 0 0,0-1 0,0 1 0,-1 0 0,1 0 0,0 0 0,0 0 0,0 0 0,-1 1 0,1-1 0,0 0 0,0 0 0,0 1 0,0-1 0,0 1 0,0-1 0,0 1 0,0-1 0,0 1 0,0 0 0,0-1 0,0 1 0,0 0 0,0 0 0,0 0 0,1 0 0,-1 0 0,0 0 0,1 0 0,-1 0 0,1 0 0,-2 2 0,-1 3 0,1 1 0,-1-1 0,1 1 0,0 0 0,1 0 0,-1 0 0,1 0 0,1 0 0,0 0 0,0 0 0,0 1 0,0-1 0,1 0 0,1 0 0,-1 0 0,1 0 0,0-1 0,0 1 0,1 0 0,5 8 0,-4-7 0,1 0 0,-1 0 0,2 0 0,-1 0 0,1-1 0,0 0 0,1 0 0,-1-1 0,1 0 0,1 0 0,-1-1 0,1 0 0,0 0 0,0 0 0,11 3 0,-13-6 0,0 0 0,0 0 0,0-1 0,0 0 0,0-1 0,1 1 0,-1-1 0,0 0 0,0-1 0,0 1 0,0-1 0,0-1 0,0 1 0,0-1 0,0 0 0,0 0 0,-1-1 0,1 1 0,9-7 0,-11 5 0,0 1 0,0 0 0,0-1 0,-1 0 0,0 0 0,1 0 0,-1 0 0,-1-1 0,1 1 0,-1-1 0,1 0 0,-1 0 0,-1 0 0,1 1 0,-1-2 0,0 1 0,0 0 0,0 0 0,-1 0 0,1 0 0,-1-1 0,-1 1 0,0-8 0,-1 6 0,0 0 0,0 1 0,0-1 0,-1 1 0,1 0 0,-2-1 0,1 1 0,-1 1 0,0-1 0,0 0 0,0 1 0,-1 0 0,0 0 0,0 0 0,0 1 0,0 0 0,-1 0 0,0 0 0,0 1 0,0-1 0,0 1 0,0 1 0,-1-1 0,-11-2 0,8 4 0,12 3 0,15 3 0,-6-4 0,-1-1 0,1 0 0,-1 0 0,0-1 0,1-1 0,-1 0 0,0 0 0,0-1 0,16-7 0,9-6 0,43-26 0,-35 18 0,-33 19 0,64-32 0,-67 34 0,1 1 0,-1 0 0,0 0 0,1 0 0,-1 1 0,1 0 0,-1 0 0,13 1 0,-17 0 0,-1 1 0,1 0 0,0 0 0,-1 0 0,1 0 0,0 0 0,-1 0 0,0 1 0,1-1 0,-1 1 0,0 0 0,0-1 0,0 1 0,0 0 0,0 0 0,0 1 0,0-1 0,-1 0 0,1 1 0,-1-1 0,1 1 0,0 2 0,3 8 0,0 0 0,-1 1 0,3 16 0,-4-16 0,3 14 0,11 39 0,-15-61 0,0-1 0,1 1 0,0-1 0,0 1 0,0-1 0,0 0 0,1 0 0,7 8 0,-10-12 0,0 0 0,1 1 0,-1-1 0,0 0 0,1 0 0,-1 0 0,1 0 0,-1-1 0,1 1 0,-1 0 0,1 0 0,-1-1 0,1 1 0,0-1 0,0 0 0,-1 1 0,1-1 0,0 0 0,-1 0 0,1 0 0,0 0 0,0 0 0,-1-1 0,1 1 0,0-1 0,-1 1 0,1-1 0,0 1 0,-1-1 0,1 0 0,-1 1 0,1-1 0,-1 0 0,1 0 0,-1 0 0,0-1 0,0 1 0,3-2 0,3-6 0,0 0 0,0 0 0,-1-1 0,10-18 0,-10 16 0,12-23 0,-13 23 0,0 1 0,1 1 0,0-1 0,1 1 0,0 0 0,14-15 0,-20 23 0,1 1 0,-1 1 0,0-1 0,0 0 0,1 0 0,-1 0 0,1 1 0,-1-1 0,1 0 0,-1 1 0,1 0 0,-1-1 0,1 1 0,-1 0 0,1 0 0,-1 0 0,1 0 0,0 0 0,-1 0 0,1 0 0,-1 0 0,1 1 0,-1-1 0,1 0 0,-1 1 0,1 0 0,-1-1 0,1 1 0,-1 0 0,0 0 0,2 1 0,4 4 0,0 0 0,0 0 0,-1 1 0,8 11 0,5 3 0,-16-17 0,1-1 0,0 1 0,0-1 0,1 0 0,-1 0 0,0-1 0,1 1 0,0-1 0,0 0 0,0 0 0,0 0 0,0-1 0,0 0 0,0 0 0,9 1 0,-8-3 0,0 1 0,1-1 0,-1 0 0,0 0 0,1-1 0,-1 0 0,0 0 0,0 0 0,-1-1 0,1 0 0,0 0 0,8-6 0,-1-2 0,0 0 0,-1 0 0,0-1 0,0-1 0,-2 0 0,1 0 0,-2-1 0,0 0 0,0-1 0,-2 0 0,0 0 0,0-1 0,-1 0 0,-1 0 0,-1 0 0,-1-1 0,0 0 0,-1 1 0,0-1 0,-2 0 0,0 0 0,0 0 0,-5-19 0,4 30 0,0 0 0,-1 1 0,0-1 0,-1 1 0,1-1 0,-1 1 0,0 0 0,0 0 0,0 0 0,-5-5 0,6 9 0,1 0 0,0-1 0,0 1 0,-1 0 0,1 0 0,0 0 0,-1 0 0,1 1 0,-1-1 0,1 0 0,-1 1 0,0-1 0,1 1 0,-1-1 0,0 1 0,1 0 0,-1 0 0,0 0 0,1 0 0,-1 0 0,0 0 0,1 0 0,-1 0 0,0 1 0,1-1 0,-1 1 0,0-1 0,1 1 0,-1-1 0,1 1 0,-1 0 0,1 0 0,0 0 0,-1 0 0,1 0 0,0 0 0,-1 0 0,1 1 0,-1 1 0,-4 3 0,2 0 0,-1 1 0,1 0 0,0 0 0,1 0 0,-1 0 0,1 0 0,1 0 0,-1 1 0,1 0 0,1-1 0,-1 1 0,1 11 0,-1-1 0,2 1 0,0-1 0,2 0 0,5 32 0,-4-35 0,1-1 0,1 0 0,0 1 0,1-2 0,0 1 0,1-1 0,1 0 0,0 0 0,0-1 0,1 0 0,1 0 0,17 15 0,-19-20 0,0-1 0,1 1 0,0-2 0,0 1 0,0-1 0,1 0 0,0-1 0,0 0 0,0-1 0,0 0 0,1-1 0,-1 0 0,1 0 0,0-1 0,-1 0 0,1-1 0,0 0 0,14-3 0,-10 0-455,0 0 0,18-7 0,23-13-6371</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31.056"/>
    </inkml:context>
    <inkml:brush xml:id="br0">
      <inkml:brushProperty name="width" value="0.05" units="cm"/>
      <inkml:brushProperty name="height" value="0.05" units="cm"/>
      <inkml:brushProperty name="color" value="#FFFFFF"/>
    </inkml:brush>
  </inkml:definitions>
  <inkml:trace contextRef="#ctx0" brushRef="#br0">10 641 24575,'-1'0'0,"1"1"0,0-1 0,-1 0 0,1 0 0,0 0 0,0 0 0,-1 0 0,1 0 0,0 0 0,-1 0 0,1 0 0,0 0 0,-1 0 0,1 0 0,0 0 0,0 0 0,-1 0 0,1 0 0,0-1 0,-1 1 0,1 0 0,0 0 0,0 0 0,-1 0 0,1-1 0,0 1 0,0 0 0,0 0 0,-1 0 0,1-1 0,0 1 0,0 0 0,0 0 0,0-1 0,-1 1 0,1-1 0,11-9 0,10-1 0,0 0 0,1 2 0,43-13 0,-19 7 0,497-150-805,9 22-710,25-8 641,-561 147 874,19-5 0,65-27 0,-98 35 27,-1 1-1,1-1 1,0 1 0,-1-1 0,0 0 0,1 1 0,-1-1-1,1 0 1,-1 0 0,0 0 0,1 0 0,-1-1 0,0 1-1,0 0 1,0 0 0,0-1 0,0 1 0,0 0 0,0-1-1,-1 1 1,1-1 0,0-1 0,-2 2-52,1 0-1,-1-1 1,0 1 0,1 0-1,-1 0 1,0 0 0,0 0 0,0 0-1,0 0 1,0 0 0,0 1-1,0-1 1,0 0 0,-1 0 0,1 1-1,0-1 1,0 1 0,0-1-1,-1 1 1,1 0 0,0-1 0,-1 1-1,1 0 1,-2 0 0,-34-7-4957</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0.339"/>
    </inkml:context>
    <inkml:brush xml:id="br0">
      <inkml:brushProperty name="width" value="0.05" units="cm"/>
      <inkml:brushProperty name="height" value="0.05" units="cm"/>
      <inkml:brushProperty name="color" value="#FFFFFF"/>
    </inkml:brush>
  </inkml:definitions>
  <inkml:trace contextRef="#ctx0" brushRef="#br0">29 9 24575,'-3'-4'0,"-5"0"0,0 3 0,1 9 0,4 8 0,4 8 0,4 9 0,1 9 0,3 6 0,0 5 0,-2 1 0,2-1 0,-2 0 0,-1-7 0,-2-4 0,-2-10-8191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0.665"/>
    </inkml:context>
    <inkml:brush xml:id="br0">
      <inkml:brushProperty name="width" value="0.05" units="cm"/>
      <inkml:brushProperty name="height" value="0.05" units="cm"/>
      <inkml:brushProperty name="color" value="#FFFFFF"/>
    </inkml:brush>
  </inkml:definitions>
  <inkml:trace contextRef="#ctx0" brushRef="#br0">365 86 24575,'-2'-4'0,"0"0"0,-1 0 0,1 1 0,-1-1 0,0 1 0,1 0 0,-2-1 0,1 1 0,0 0 0,-1 1 0,1-1 0,-1 1 0,0 0 0,0 0 0,0 0 0,0 0 0,0 0 0,0 1 0,0 0 0,-1 0 0,1 0 0,0 0 0,-1 1 0,1 0 0,0 0 0,-1 0 0,1 0 0,-1 1 0,-5 1 0,0 0 0,0 1 0,1 0 0,0 0 0,-1 1 0,1 1 0,1-1 0,-1 1 0,1 1 0,-1-1 0,2 2 0,-1-1 0,-7 9 0,1 2 0,0 1 0,1 1 0,1 0 0,1 0 0,1 1 0,1 0 0,0 1 0,2 0 0,0 1 0,2-1 0,-6 40 0,8-35 0,1-1 0,1 1 0,2 0 0,0-1 0,2 1 0,0-1 0,2 0 0,1 0 0,1 0 0,10 25 0,-11-38 0,-1 0 0,1-1 0,1 1 0,0-2 0,0 1 0,1-1 0,0 0 0,1 0 0,1-1 0,-1 0 0,1-1 0,1 0 0,-1 0 0,1-1 0,0-1 0,1 0 0,0 0 0,0-1 0,0-1 0,1 0 0,-1-1 0,1 0 0,0-1 0,0 0 0,0-1 0,14 0 0,-5-3 0,0 0 0,0-2 0,-1 0 0,0-1 0,0-1 0,0-1 0,-1-1 0,0-1 0,0-1 0,-1 0 0,0-1 0,-1-2 0,0 0 0,30-29 0,-28 23 0,-2-1 0,0-1 0,-1 0 0,-1-2 0,-1 0 0,-1 0 0,-2-2 0,0 1 0,-1-2 0,-2 1 0,11-43 0,-17 54 0,-1-1 0,0 0 0,-1 0 0,0 0 0,-2 0 0,1 0 0,-2 0 0,0 0 0,-1 1 0,0-1 0,-10-25 0,7 28 0,1 0 0,-2 0 0,0 1 0,0 0 0,-1 1 0,0-1 0,-1 2 0,0-1 0,0 1 0,-1 1 0,0-1 0,-1 2 0,-20-12 0,13 9 34,-1 2 1,0 1-1,0 0 0,-1 1 0,0 1 0,0 1 0,0 1 0,-1 1 0,-31 0 1,19 3-320,-1 2 1,1 1-1,0 1 1,0 2-1,-32 12 1,-10 7-6542</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51.557"/>
    </inkml:context>
    <inkml:brush xml:id="br0">
      <inkml:brushProperty name="width" value="0.05" units="cm"/>
      <inkml:brushProperty name="height" value="0.05" units="cm"/>
      <inkml:brushProperty name="color" value="#FFFFFF"/>
    </inkml:brush>
  </inkml:definitions>
  <inkml:trace contextRef="#ctx0" brushRef="#br0">741 505 24575,'-3'0'0,"0"0"0,0 0 0,-1 0 0,1 0 0,0-1 0,0 0 0,0 1 0,-1-1 0,1 0 0,0-1 0,0 1 0,0 0 0,-3-4 0,2 2 0,1 0 0,0-1 0,0 1 0,0-1 0,0 0 0,1 0 0,-1 0 0,-2-8 0,4 10 0,0-1 0,0 0 0,-1 1 0,1-1 0,-1 1 0,1-1 0,-1 1 0,0-1 0,0 1 0,0 0 0,0 0 0,0 0 0,0 0 0,-1 1 0,1-1 0,-1 1 0,1-1 0,-1 1 0,0 0 0,1 0 0,-1 0 0,0 0 0,0 0 0,0 1 0,0-1 0,1 1 0,-1 0 0,0 0 0,0 0 0,0 0 0,0 0 0,0 1 0,0-1 0,0 1 0,1 0 0,-5 1 0,-13 6 0,-1 0 0,2 1 0,-1 1 0,1 1 0,0 1 0,1 0 0,-23 22 0,13-9 0,1 2 0,2 1 0,-34 47 0,45-55 0,1 1 0,1 0 0,1 1 0,1 0 0,0 1 0,2 0 0,1 0 0,1 1 0,-4 26 0,8-35 0,1 0 0,1 0 0,0 0 0,0 0 0,2-1 0,0 1 0,1 0 0,0-1 0,1 1 0,1-1 0,0 0 0,1-1 0,0 1 0,1-1 0,1 0 0,10 14 0,-1-8 0,0-1 0,1-1 0,0 0 0,1-2 0,1 0 0,1-1 0,0-1 0,1-1 0,0-1 0,42 15 0,-11-8 0,1-3 0,1-2 0,93 9 0,-6-16 0,-14-1 0,-127-5 0,1 0 0,-1 0 0,0 0 0,1 1 0,-1-1 0,0 0 0,1 1 0,-1-1 0,0 1 0,0-1 0,0 1 0,1 0 0,-1-1 0,1 2 0,-1-2 0,-1 1 0,0-1 0,0 1 0,0-1 0,0 0 0,1 1 0,-1-1 0,0 1 0,0-1 0,0 0 0,0 1 0,0-1 0,0 1 0,0-1 0,0 0 0,0 1 0,0-1 0,0 1 0,-1-1 0,1 1 0,0-1 0,0 0 0,0 1 0,0-1 0,-1 0 0,1 1 0,0-1 0,0 0 0,-1 1 0,-3 4 0,-1 0 0,0-1 0,0 1 0,-9 5 0,1 0 0,-16 15 0,0 2 0,2 1 0,1 1 0,1 1 0,2 2 0,1 0 0,1 1 0,2 1 0,2 1 0,1 1 0,-14 45 0,22-55 0,2 0 0,1 0 0,1 1 0,1 0 0,2 0 0,0 0 0,5 37 0,-1-42 0,1 0 0,1 0 0,1-1 0,1 0 0,1 0 0,1-1 0,0 0 0,2 0 0,22 31 0,-15-28-30,1-2 0,1 0 0,0-1 0,2-2 0,0 0 0,1-1 0,1-1 0,0-1 0,1-1 0,1-2 1,44 16-1,-11-9-42,0-3 0,1-2 0,1-3 0,84 4 0,-40-11 72,1-4 0,-1-5 0,125-21 0,-82-2 0,234-75 0,-233 48 0,34-10 0,-177 63-5,1 0 0,-1 1 1,1-1-1,0 1 0,0 1 0,10-1 1,-15 2 26,0-1 1,0 0-1,0 1 1,0-1 0,-1 1-1,1 0 1,0 0-1,-1-1 1,1 1 0,0 0-1,-1 0 1,1 0-1,-1 1 1,0-1 0,1 0-1,-1 1 1,0-1-1,0 0 1,0 1 0,0 0-1,0-1 1,0 1-1,0-1 1,0 1 0,-1 0-1,1 0 1,0 2-1,10 44 114,-10-38-138,1-1 0,0 1 1,0-1-1,1 1 0,1-1 0,-1 0 1,2 0-1,7 13 0,-3-12 2,0 0 0,0-1 0,1 0 0,0-1 0,0 0 0,1 0 0,0-1 0,1-1 0,-1 1 0,1-2 0,0 0 0,1-1 0,19 5 0,16 2 0,2-2 0,57 2 0,34-3-186,1-6-1,0-6 1,0-7-1,-1-6 0,186-46 1,-77-13 175,-193 54 20,-2-2 0,70-41 0,-92 44-24,-1-1-1,-1-1 1,-1-1 0,43-47 0,-53 49-31,-1-2 0,-1-1 0,-1 0 1,-1-1-1,-1-1 0,18-45 0,-22 41 46,-1-1 0,-2 0 0,-1 0 0,-1 0 0,-2-1 0,-2 0 0,-1-41 0,-2 48 0,-1 0 0,-2 0 0,0 1 0,-2-1 0,-1 1 0,-1 0 0,-1 1 0,-1 0 0,-21-37 0,24 49 107,-1 1 1,0 0-1,-1 0 0,0 1 0,-1 0 0,-20-15 0,27 22-78,-1 0 0,1 1 0,-1 0 0,0 0-1,0 0 1,1 0 0,-1 0 0,0 1 0,-1 0 0,1-1 0,0 2-1,0-1 1,0 0 0,-1 1 0,1 0 0,0 0 0,-1 0-1,1 0 1,0 1 0,0 0 0,-1 0 0,1 0 0,0 0 0,0 1-1,-6 2 1,-1 7-29,11-10 0,0-1 0,-1 1 0,1-1 0,0 0 0,0 1 0,0-1 0,0 1 0,0-1 0,0 0 0,0 1 0,0-1 0,1 1 0,-1-1 0,0 0 0,0 1 0,0-1 0,0 0 0,0 1 0,1-1 0,-1 0 0,0 1 0,0-1 0,1 0 0,-1 1 0,2 0 0,0 1 0,-1-1 0,1 0 0,0 0 0,0 0 0,0-1 0,-1 1 0,1 0 0,0-1 0,0 1 0,0-1 0,4 1 0,7-1 0,0 0 0,0 0 0,1-1 0,-1-1 0,0 0 0,0-1 0,0 0 0,17-8 0,-12 4 0,-1-1 0,0-1 0,-1 0 0,0-1 0,20-16 0,-30 21 0,1-1 0,0 0 0,-1-1 0,0 0 0,-1 0 0,0 0 0,0 0 0,0-1 0,-1 0 0,0 0 0,-1 0 0,1-1 0,-2 1 0,1-1 0,-1 1 0,0-1 0,-1 0 0,0 0 0,-1 0 0,0 0 0,0 0 0,-1 0 0,0 1 0,0-1 0,-1 0 0,0 0 0,-1 1 0,-4-11 0,-1 1 3,0 1 1,-2-1-1,0 1 0,-1 1 0,0 0 1,-2 1-1,0 0 0,0 0 0,-2 2 1,-23-19-1,1 5-48,-2 2 1,-1 1-1,-58-26 1,19 18-232,-1 3-1,-2 3 1,-1 4 0,-150-20-1,-347 3-891,-872 78 609,1414-37 684,33-3 246,5 0 35,11-4 419,29-8 197,-32 10-1056,6-1 94,3-1 8,1 0 0,-1-2 0,0 0 0,-1 0 0,0-2 0,20-13 0,-34 21-68,0-1 0,0 1 0,0-1 0,-1 0 0,1 1 0,0-1 0,-1 0 0,1 0 0,-1 0 0,0 0 0,0-1 0,0 1 0,0 0 0,0 0 0,0-1 0,-1 1 0,1 0 0,-1-1 0,1 1 0,-1-1 0,0 1 0,0 0 0,0-1 0,0 1 0,-1-1 0,1 1 0,-1-1 0,1 1 0,-1 0 0,0 0 0,0-1 0,0 1 0,0 0 0,0 0 0,0 0 0,-1 0 0,1 0 0,-3-3 0,-5-5 0,-1 0 0,0 1 0,0 0 0,-1 0 0,-19-12 0,-35-18-126,-3 3 0,0 2 0,-87-28 1,-227-48-379,248 80 504,-2 6 0,-220-10 0,267 32 0,-1 4 0,1 4 0,0 4 0,1 4 0,-93 26 0,140-27-6,0 1 0,1 2 0,0 1-1,1 2 1,2 2 0,0 2 0,1 1 0,-57 50 0,76-57 5,1 0-1,1 0 1,0 2-1,1 0 1,1 0-1,1 1 1,-15 35-1,21-38 17,0 1-1,1 0 1,0 1-1,2-1 1,0 1-1,1 0 1,1-1-1,0 1 1,2 0-1,3 25 1,-2-30-45,1 0 0,1 0 0,-1-1 0,2 1 0,0-1 0,1 0 0,0 0-1,1-1 1,0 0 0,1 0 0,0-1 0,1 0 0,0 0 0,15 12 0,8 3-6796</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52.116"/>
    </inkml:context>
    <inkml:brush xml:id="br0">
      <inkml:brushProperty name="width" value="0.05" units="cm"/>
      <inkml:brushProperty name="height" value="0.05" units="cm"/>
      <inkml:brushProperty name="color" value="#FFFFFF"/>
    </inkml:brush>
  </inkml:definitions>
  <inkml:trace contextRef="#ctx0" brushRef="#br0">184 176 24575,'-152'-93'0,"152"93"0,-1-1 0,0 0 0,0 1 0,0-1 0,0 1 0,0-1 0,0 1 0,0 0 0,0-1 0,0 1 0,0 0 0,0 0 0,0 0 0,0 0 0,0 0 0,0 0 0,0 0 0,0 0 0,0 0 0,0 0 0,0 0 0,0 1 0,0-1 0,0 0 0,0 1 0,-1 0 0,2 0 0,-1 0 0,1 0 0,-1 0 0,1 0 0,-1 0 0,1 1 0,-1-1 0,1 0 0,0 0 0,0 0 0,0 1 0,-1-1 0,1 0 0,1 0 0,-1 0 0,0 1 0,0-1 0,1 1 0,0 5 0,0 0 0,1-1 0,0 1 0,1-1 0,0 0 0,0 0 0,3 6 0,-1-6 0,0 0 0,1-1 0,-1 0 0,1 0 0,0 0 0,1-1 0,-1 1 0,1-2 0,0 1 0,0-1 0,0 0 0,0 0 0,0-1 0,1 0 0,-1 0 0,1-1 0,-1 0 0,1 0 0,0-1 0,14-1 0,-4 0 0,0-1 0,1-2 0,-1 0 0,0 0 0,-1-2 0,1 0 0,25-14 0,-26 12 0,0-2 0,-1 0 0,-1-1 0,26-22 0,-34 26 0,-1 0 0,1 0 0,-1 0 0,-1-1 0,1 0 0,-1 0 0,-1-1 0,1 0 0,-2 1 0,1-1 0,2-10 0,-8 37 0,1 0 0,2 0 0,-1 0 0,2 0 0,4 21 0,-4-28 0,67 312 0,-40-205 0,19 154 0,-47-258 0,0 1 0,0-1 0,-2 0 0,-3 26 0,4-37 0,-1 0 0,0 0 0,1-1 0,-2 1 0,1 0 0,0-1 0,0 1 0,-1 0 0,1-1 0,-1 1 0,0-1 0,-4 4 0,5-5 0,-1 0 0,0 0 0,0 1 0,0-2 0,0 1 0,0 0 0,0 0 0,0-1 0,0 1 0,-1-1 0,1 1 0,0-1 0,0 0 0,0 0 0,-1 0 0,1 0 0,0 0 0,0-1 0,-3 0 0,-2-1 0,0 0 0,1-1 0,-1 1 0,1-2 0,0 1 0,0-1 0,0 1 0,0-2 0,0 1 0,1-1 0,0 1 0,0-2 0,0 1 0,1 0 0,-6-9 0,2 1 0,0 0 0,1 0 0,1-1 0,0 0 0,1 0 0,-5-18 0,6 13-227,2 1-1,0 0 1,0-1-1,2 1 1,2-26-1,6-19-6598</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52.787"/>
    </inkml:context>
    <inkml:brush xml:id="br0">
      <inkml:brushProperty name="width" value="0.05" units="cm"/>
      <inkml:brushProperty name="height" value="0.05" units="cm"/>
      <inkml:brushProperty name="color" value="#FFFFFF"/>
    </inkml:brush>
  </inkml:definitions>
  <inkml:trace contextRef="#ctx0" brushRef="#br0">234 14 24575,'-20'-1'0,"0"2"0,0 1 0,0 0 0,-31 9 0,45-10 0,1 1 0,-1 0 0,0 0 0,1 0 0,0 1 0,-1 0 0,1 0 0,0 0 0,1 1 0,-1 0 0,1-1 0,-1 2 0,1-1 0,0 0 0,1 1 0,-1 0 0,1 0 0,0 0 0,0 0 0,0 0 0,-2 9 0,4-9 0,0 0 0,0 1 0,1-1 0,-1 0 0,1 0 0,1 1 0,-1-1 0,1 0 0,0 0 0,0 0 0,0 0 0,1 0 0,-1 0 0,1 0 0,1 0 0,-1 0 0,1-1 0,-1 1 0,1-1 0,1 0 0,-1 0 0,1 0 0,-1 0 0,8 5 0,-2-1 0,1-1 0,-1 0 0,1-1 0,0 0 0,1-1 0,-1 1 0,1-2 0,0 0 0,0 0 0,14 2 0,-9-3 0,0-1 0,26 0 0,-38-2 0,-1 0 0,1 0 0,0 0 0,-1-1 0,1 0 0,0 1 0,-1-1 0,1 0 0,-1-1 0,1 1 0,-1-1 0,0 1 0,0-1 0,1 0 0,-1 0 0,0 0 0,4-5 0,-6 5 0,0 0 0,0 0 0,0 0 0,0 0 0,-1 0 0,1 0 0,-1-1 0,1 1 0,-1 0 0,0 0 0,0 0 0,0 0 0,0-1 0,0 1 0,-1 0 0,1 0 0,0 0 0,-1 0 0,0 0 0,1 0 0,-1 0 0,0 0 0,0 0 0,0 0 0,-1 0 0,1 0 0,-2-1 0,-4-7 0,0 1 0,-1 0 0,-13-12 0,-62-43 0,57 46 0,-40-37 0,66 55 0,-1-1 0,0 1 0,1-1 0,-1 0 0,0 1 0,1-1 0,-1 0 0,1 1 0,-1-1 0,1 0 0,-1 0 0,1 1 0,0-1 0,-1 0 0,1 0 0,0 0 0,0 0 0,-1 0 0,1 1 0,0-1 0,0 0 0,0-2 0,1 2 0,-1 1 0,1-1 0,-1 0 0,1 1 0,-1-1 0,1 0 0,-1 1 0,1-1 0,0 1 0,-1-1 0,1 1 0,0-1 0,0 1 0,-1 0 0,1-1 0,0 1 0,0 0 0,0 0 0,1-1 0,7 0 0,0-1 0,0 2 0,14-1 0,-17 1 0,122 3 0,-70 0 0,105-8 0,-144 0 0,-12 2 0,-8 1 0,0 1 0,0 1 0,0 0 0,1 0 0,-1 0 0,0 0 0,0 0 0,0 0 0,0 1 0,0-1 0,0 0 0,0 0 0,0 1 0,1-1 0,-1 0 0,0 1 0,0-1 0,0 1 0,1-1 0,-1 1 0,0 0 0,0-1 0,1 1 0,-1 0 0,1-1 0,-1 1 0,1 0 0,-1 0 0,1-1 0,-1 1 0,1 0 0,-1 0 0,1 0 0,0 0 0,0 0 0,-1 0 0,1-1 0,0 3 0,-1 1 0,1 0 0,-1 0 0,1 0 0,0 0 0,0 0 0,1 0 0,0 6 0,3 2 0,0 1 0,1 0 0,0-1 0,1 0 0,0-1 0,1 1 0,14 17 0,-8-12 0,1-1 0,1-1 0,0-1 0,21 16 0,-24-22 0,1 0 0,0-1 0,0 0 0,0-1 0,1-1 0,0 0 0,0 0 0,1-2 0,-1 0 0,1 0 0,0-2 0,0 0 0,-1 0 0,1-1 0,21-4 0,-27 3 0,-1 0 0,1-1 0,0 0 0,-1-1 0,0 1 0,0-2 0,0 1 0,0-1 0,0-1 0,-1 1 0,0-1 0,0 0 0,0-1 0,0 0 0,-1 0 0,0 0 0,0-1 0,-1 0 0,0 0 0,0 0 0,-1-1 0,0 0 0,0 0 0,0 0 0,-1 0 0,0 0 0,1-9 0,-2 5 0,0-1 0,0 1 0,-1 0 0,-1-17 0,-1 24 0,1 0 0,-1 0 0,1 1 0,-2-1 0,1 0 0,0 0 0,-1 1 0,0-1 0,0 1 0,0-1 0,-1 1 0,1 0 0,-5-6 0,6 9 0,0 0 0,0 0 0,0 0 0,0 0 0,0 1 0,0-1 0,0 0 0,0 0 0,0 0 0,0 1 0,-1-1 0,1 1 0,0-1 0,0 1 0,-1-1 0,1 1 0,0 0 0,-2 0 0,2 0 0,0 0 0,0 0 0,0 0 0,0 1 0,1-1 0,-1 0 0,0 1 0,0-1 0,0 1 0,0-1 0,1 1 0,-1-1 0,0 1 0,1 0 0,-1-1 0,0 1 0,1 0 0,-1 0 0,0 1 0,-1 1 0,0 1 0,1 0 0,-1-1 0,1 1 0,0 0 0,0 0 0,0 0 0,1 0 0,-1 0 0,1 7 0,1 3-195,1 0 0,1 0 0,0 0 0,1 0 0,1-1 0,9 21 0,4 3-6631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53.084"/>
    </inkml:context>
    <inkml:brush xml:id="br0">
      <inkml:brushProperty name="width" value="0.05" units="cm"/>
      <inkml:brushProperty name="height" value="0.05" units="cm"/>
      <inkml:brushProperty name="color" value="#FFFFFF"/>
    </inkml:brush>
  </inkml:definitions>
  <inkml:trace contextRef="#ctx0" brushRef="#br0">33 218 24575,'-16'-26'0,"5"6"0,11 20 0,0 0 0,0 0 0,0 0 0,0 0 0,0 0 0,0 0 0,0 0 0,0-1 0,0 1 0,0 0 0,0 0 0,0 0 0,0 0 0,-1 0 0,1 0 0,0 0 0,0 0 0,0 0 0,0 0 0,0-1 0,0 1 0,0 0 0,0 0 0,0 0 0,0 0 0,0 0 0,-1 0 0,1 0 0,0 0 0,0 0 0,0 0 0,0 0 0,0 0 0,0 0 0,0 0 0,0 0 0,-1 0 0,1 0 0,0 0 0,0 0 0,0 0 0,0 0 0,0 0 0,0 0 0,0 0 0,0 0 0,-1 0 0,1 0 0,0 0 0,0 0 0,0 0 0,0 1 0,0-1 0,0 0 0,0 0 0,0 0 0,0 0 0,0 0 0,0 0 0,0 0 0,-1 0 0,1 0 0,0 11 0,3 13 0,50 154 0,-56-224 0,5-56 0,0 90 22,-1 1-1,2-1 0,-1 1 1,2 0-1,-1 0 0,2 0 1,-1 0-1,2 1 0,-1-1 1,1 1-1,1 1 0,0-1 1,0 1-1,1 0 0,12-10 1,-13 12-117,2 1 0,-1 0 0,1 0 0,0 1 1,0 1-1,0-1 0,1 1 0,-1 1 0,1 0 0,0 0 1,0 1-1,0 0 0,1 1 0,-1 0 0,0 1 1,0 0-1,17 2 0,10 4-6731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53.223"/>
    </inkml:context>
    <inkml:brush xml:id="br0">
      <inkml:brushProperty name="width" value="0.05" units="cm"/>
      <inkml:brushProperty name="height" value="0.05" units="cm"/>
      <inkml:brushProperty name="color" value="#FFFFFF"/>
    </inkml:brush>
  </inkml:definitions>
  <inkml:trace contextRef="#ctx0" brushRef="#br0">1 0 24575,'3'4'0,"1"3"0,2 1 0,5 3 0,-1 1 0,-1 3 0,-3-2-8191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56.017"/>
    </inkml:context>
    <inkml:brush xml:id="br0">
      <inkml:brushProperty name="width" value="0.05" units="cm"/>
      <inkml:brushProperty name="height" value="0.05" units="cm"/>
      <inkml:brushProperty name="color" value="#FFFFFF"/>
    </inkml:brush>
  </inkml:definitions>
  <inkml:trace contextRef="#ctx0" brushRef="#br0">5 21 24575,'0'3'0,"-3"1"0,2-3 0,7-2 0,15-3 0,14-2 0,16-3 0,-1 1-8191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39.268"/>
    </inkml:context>
    <inkml:brush xml:id="br0">
      <inkml:brushProperty name="width" value="0.05" units="cm"/>
      <inkml:brushProperty name="height" value="0.05" units="cm"/>
      <inkml:brushProperty name="color" value="#FFFFFF"/>
    </inkml:brush>
  </inkml:definitions>
  <inkml:trace contextRef="#ctx0" brushRef="#br0">1 254 24575,'1'-8'0,"0"-1"0,0 1 0,1 0 0,0 0 0,0 0 0,1 0 0,0 0 0,1 1 0,-1-1 0,2 1 0,-1 0 0,1 0 0,7-8 0,0 1 0,0 1 0,0 1 0,2 0 0,-1 1 0,20-12 0,-19 15 0,1 0 0,0 1 0,0 1 0,1 1 0,-1 0 0,1 1 0,0 1 0,0 0 0,1 1 0,-1 1 0,21 1 0,-27 0 0,0 0 0,1 1 0,-1 0 0,0 1 0,0 0 0,0 1 0,0 0 0,0 1 0,-1 0 0,1 0 0,-1 1 0,0 0 0,-1 1 0,1 0 0,-1 0 0,0 1 0,-1 0 0,13 14 0,-17-17 0,0 0 0,-1 0 0,1 0 0,-1 0 0,0 0 0,0 0 0,-1 1 0,1-1 0,-1 1 0,0-1 0,0 1 0,0-1 0,-1 1 0,0 0 0,0-1 0,0 1 0,0-1 0,-1 1 0,0 0 0,0-1 0,0 1 0,0-1 0,-1 1 0,0-1 0,0 0 0,0 0 0,0 0 0,0 0 0,-1 0 0,-5 6 0,-2 1 0,0-2 0,-1 1 0,0-1 0,0-1 0,0 0 0,-1 0 0,-1-1 0,1-1 0,-15 6 0,-4-1 0,0-1 0,0-2 0,-1 0 0,0-3 0,0 0 0,-51 0 0,77-5 0,1 0 0,-1-1 0,1 1 0,0-1 0,0 0 0,-1 0 0,-6-3 0,12 4 0,0 0 0,0 0 0,0 0 0,-1 0 0,1 0 0,0 0 0,0 0 0,0 0 0,0 0 0,0 0 0,0 0 0,0 0 0,0 0 0,0 0 0,-1 0 0,1 0 0,0 0 0,0 0 0,0 0 0,0 0 0,0-1 0,0 1 0,0 0 0,0 0 0,0 0 0,0 0 0,0 0 0,0 0 0,0 0 0,0 0 0,0 0 0,0-1 0,0 1 0,0 0 0,0 0 0,0 0 0,0 0 0,0 0 0,0 0 0,0 0 0,0 0 0,0-1 0,0 1 0,0 0 0,0 0 0,0 0 0,0 0 0,0 0 0,0 0 0,0 0 0,0 0 0,0 0 0,0 0 0,0-1 0,1 1 0,-1 0 0,0 0 0,9-4 0,11 1 0,-8 3 0,0 0 0,-1 1 0,1 1 0,0 0 0,-1 1 0,21 7 0,67 35 0,-44-19 0,-22-12-682,36 9-1,-27-12-6143</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39.566"/>
    </inkml:context>
    <inkml:brush xml:id="br0">
      <inkml:brushProperty name="width" value="0.05" units="cm"/>
      <inkml:brushProperty name="height" value="0.05" units="cm"/>
      <inkml:brushProperty name="color" value="#FFFFFF"/>
    </inkml:brush>
  </inkml:definitions>
  <inkml:trace contextRef="#ctx0" brushRef="#br0">769 105 24575,'-10'-9'0,"0"1"0,0 0 0,-1 1 0,0 0 0,0 0 0,-1 1 0,-13-4 0,-1 0 0,-1 2 0,-33-7 0,41 11 0,-1 2 0,1 0 0,-1 1 0,1 0 0,-1 2 0,1 0 0,-1 2 0,1 0 0,-1 1 0,1 1 0,1 1 0,-1 0 0,1 1 0,0 1 0,1 1 0,-1 1 0,2 0 0,0 1 0,0 1 0,1 1 0,0 0 0,1 0 0,1 2 0,0 0 0,1 0 0,0 1 0,2 0 0,0 1 0,-14 31 0,14-20 0,1 0 0,1 0 0,1 1 0,2 0 0,1 0 0,1 0 0,2 0 0,1 1 0,1-1 0,8 52 0,-3-53 0,0 1 0,2-2 0,0 1 0,2-1 0,1 0 0,2-1 0,0-1 0,2 0 0,0 0 0,38 43 0,-40-55 0,0 0 0,1-1 0,0 0 0,1-1 0,1-1 0,-1 0 0,2-1 0,-1-1 0,1 0 0,0-2 0,1 0 0,-1 0 0,1-2 0,26 4 0,-23-7 0,0 0 0,0-1 0,0-1 0,0 0 0,0-2 0,0-1 0,0 0 0,-1-2 0,0 0 0,0-1 0,0-1 0,24-14 0,-22 8 0,0 0 0,0-2 0,-2 0 0,0-1 0,-1-1 0,0-1 0,-2-1 0,0 0 0,-1-1 0,-1-1 0,-2 0 0,0-1 0,-1-1 0,17-47 0,-23 52 0,-1-1 0,0 0 0,-1-1 0,-1 1 0,-1 0 0,-1-1 0,-1 0 0,0 1 0,-2-1 0,0 1 0,-2-1 0,0 1 0,-1 0 0,-1 1 0,-1-1 0,-1 1 0,0 0 0,-1 1 0,-18-26 0,12 24 57,0 2 0,-1 0 0,-1 1 0,0 0 0,-33-23 0,19 19-626,-1 2 0,-63-30 0,-10 7-6257</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2.070"/>
    </inkml:context>
    <inkml:brush xml:id="br0">
      <inkml:brushProperty name="width" value="0.05" units="cm"/>
      <inkml:brushProperty name="height" value="0.05" units="cm"/>
      <inkml:brushProperty name="color" value="#FFFFFF"/>
    </inkml:brush>
  </inkml:definitions>
  <inkml:trace contextRef="#ctx0" brushRef="#br0">146 497 24575,'2'0'0,"0"0"0,-1-1 0,1 0 0,0 1 0,-1-1 0,1 0 0,0 0 0,-1 0 0,1 0 0,-1 0 0,1 0 0,-1 0 0,0 0 0,0-1 0,3-2 0,17-25 0,-16 22 0,1-2 0,0-1 0,-1 0 0,0 0 0,-1 0 0,6-20 0,-9 27 0,0 0 0,0 0 0,-1 0 0,1 0 0,-1 0 0,1 0 0,-1 0 0,0 0 0,0 0 0,-1 0 0,1 0 0,0 0 0,-1 0 0,0 0 0,0 0 0,0 0 0,0 0 0,0 0 0,-1 1 0,1-1 0,-1 0 0,0 1 0,1-1 0,-1 1 0,-4-4 0,4 5 0,0 0 0,0 0 0,-1 0 0,1 0 0,0 0 0,0 0 0,-1 1 0,1-1 0,-1 1 0,1 0 0,-1 0 0,1 0 0,0 0 0,-1 0 0,1 0 0,-1 0 0,1 1 0,-1 0 0,1-1 0,0 1 0,0 0 0,-1 0 0,1 0 0,0 0 0,0 1 0,-4 2 0,-2 2 0,0 0 0,0 0 0,1 1 0,0 1 0,-8 9 0,0 3 0,1 0 0,1 0 0,-21 44 0,30-56 0,1 1 0,-1 0 0,2 0 0,-1 0 0,1 1 0,1-1 0,0 0 0,0 1 0,1-1 0,0 1 0,0-1 0,1 1 0,3 11 0,-3-18 0,0 0 0,0 0 0,0 0 0,0 0 0,1 0 0,0 0 0,-1-1 0,1 1 0,0 0 0,0-1 0,1 0 0,-1 1 0,0-1 0,1 0 0,3 3 0,-1-3 0,0 1 0,0-1 0,0 0 0,0 0 0,0-1 0,0 1 0,0-1 0,10 1 0,-3-2 0,0 0 0,0 0 0,-1-1 0,1-1 0,0 0 0,0 0 0,20-8 0,-20 5 0,0 0 0,-1-1 0,0 0 0,0 0 0,-1-1 0,0-1 0,0 0 0,-1 0 0,0-1 0,0 0 0,14-20 0,-15 16 0,0 0 0,-1-1 0,-1 0 0,0 0 0,-1-1 0,0 1 0,-1-1 0,-1 0 0,3-22 0,-4-11 0,-1 1 0,-3 0 0,-2 0 0,-1 0 0,-15-54 0,19 94 0,1 4 0,-1 0 0,1 0 0,-1 0 0,0 0 0,0 0 0,0 1 0,0-1 0,0 0 0,-1 0 0,0 1 0,-1-4 0,2 6 0,1 0 0,0 0 0,0 0 0,0 0 0,-1 0 0,1 0 0,0 0 0,0 0 0,-1 0 0,1 0 0,0 0 0,0 0 0,-1 0 0,1 0 0,0 0 0,0 0 0,0 0 0,-1 0 0,1 0 0,0 0 0,0 1 0,0-1 0,-1 0 0,1 0 0,0 0 0,0 0 0,0 0 0,0 1 0,-1-1 0,1 0 0,0 0 0,0 0 0,0 1 0,0-1 0,0 0 0,0 0 0,0 0 0,0 1 0,0-1 0,0 0 0,0 0 0,0 1 0,-1-1 0,1 0 0,1 0 0,-1 1 0,0-1 0,-3 14 0,2 13 0,2 0 0,0 0 0,7 35 0,23 81 0,-22-103 0,35 143-1365,-31-137-5461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2.600"/>
    </inkml:context>
    <inkml:brush xml:id="br0">
      <inkml:brushProperty name="width" value="0.05" units="cm"/>
      <inkml:brushProperty name="height" value="0.05" units="cm"/>
      <inkml:brushProperty name="color" value="#FFFFFF"/>
    </inkml:brush>
  </inkml:definitions>
  <inkml:trace contextRef="#ctx0" brushRef="#br0">18 655 24575,'20'-30'0,"-19"28"0,0 0 0,0-1 0,0 1 0,0 0 0,0 0 0,1 0 0,-1 0 0,1 0 0,0 0 0,-1 0 0,1 0 0,0 1 0,0-1 0,0 1 0,0-1 0,0 1 0,1 0 0,-1 0 0,0 0 0,1 0 0,-1 0 0,0 0 0,1 1 0,-1-1 0,1 1 0,2 0 0,59 6 0,-45-3 0,-1-1 0,21 0 0,-34-2 0,1 0 0,-1-1 0,0 1 0,1-1 0,-1-1 0,0 1 0,0-1 0,0 0 0,0 0 0,0 0 0,7-6 0,-10 7 0,0 0 0,-1 0 0,0 0 0,1 0 0,-1 0 0,1-1 0,-1 1 0,0 0 0,0-1 0,0 1 0,0-1 0,0 0 0,0 1 0,0-1 0,-1 0 0,1 1 0,-1-1 0,1 0 0,-1 0 0,1 0 0,-1 1 0,0-1 0,0-2 0,-1 1 0,1 0 0,-1-1 0,0 1 0,0 0 0,-1 0 0,1 1 0,-1-1 0,1 0 0,-1 0 0,0 1 0,0-1 0,-2-2 0,-7-6 0,-1 0 0,0 2 0,0-1 0,-18-10 0,13 10 0,0 1 0,0 0 0,-24-8 0,36 15 0,0 0 0,1 1 0,-1 0 0,0 0 0,0 0 0,1 0 0,-1 1 0,0 0 0,0 0 0,0 0 0,0 1 0,1-1 0,-1 1 0,0 0 0,0 1 0,1-1 0,-1 1 0,-7 4 0,9-4 0,0 1 0,0-1 0,1 1 0,-1 0 0,1 0 0,0 0 0,0 0 0,0 0 0,0 0 0,0 1 0,1-1 0,-1 1 0,1-1 0,0 1 0,0-1 0,0 1 0,1 0 0,-1-1 0,1 1 0,0 0 0,0 5 0,1 2 0,0-1 0,1 1 0,0 0 0,0-1 0,1 1 0,5 11 0,-2-8 0,0-1 0,1 0 0,1 0 0,0 0 0,1-1 0,0-1 0,1 1 0,0-1 0,0-1 0,1 0 0,1-1 0,0 0 0,0 0 0,1-1 0,21 9 0,-19-10 0,1-2 0,-1 0 0,1 0 0,0-2 0,1 0 0,-1-1 0,0 0 0,1-2 0,-1 0 0,0 0 0,1-2 0,-1 0 0,32-8 0,-30 4 0,-1 0 0,0 0 0,0-2 0,0 0 0,-1-1 0,-1-1 0,1 0 0,-1-1 0,-1-1 0,0 0 0,-1-1 0,0-1 0,17-24 0,-18 20 0,-1 0 0,-1 0 0,0-1 0,-2 0 0,0-1 0,-2 0 0,0 0 0,-1-1 0,-1 1 0,0-1 0,0-37 0,-4 34 0,-1 0 0,-1 0 0,-1 0 0,-1 0 0,-1 0 0,-1 1 0,-1 0 0,-1 0 0,-2 0 0,-17-31 0,24 49 0,0 0 0,0 1 0,-1 0 0,1 0 0,-1 0 0,-6-4 0,10 7 0,-1 1 0,0-1 0,1 1 0,-1-1 0,0 1 0,0 0 0,1-1 0,-1 1 0,0 0 0,0 0 0,0 0 0,1-1 0,-1 1 0,0 0 0,0 0 0,0 0 0,1 0 0,-1 0 0,-1 1 0,1-1 0,0 1 0,0-1 0,0 1 0,0 0 0,1 0 0,-1-1 0,0 1 0,0 0 0,1 0 0,-1 0 0,1-1 0,-1 1 0,1 0 0,-1 0 0,1 0 0,-1 0 0,1 0 0,0 0 0,-1 2 0,-1 7 0,1-1 0,0 1 0,0-1 0,1 1 0,0 0 0,0-1 0,4 17 0,19 68 0,-22-89 0,21 65 0,47 101 0,47 60 0,-105-209-682,22 30-1,-16-31-6143</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2.784"/>
    </inkml:context>
    <inkml:brush xml:id="br0">
      <inkml:brushProperty name="width" value="0.05" units="cm"/>
      <inkml:brushProperty name="height" value="0.05" units="cm"/>
      <inkml:brushProperty name="color" value="#FFFFFF"/>
    </inkml:brush>
  </inkml:definitions>
  <inkml:trace contextRef="#ctx0" brushRef="#br0">0 43 24575,'0'-3'0,"0"-4"0,3-1 0,1-3 0,3 2 0,3 4 0,1 10 0,0 7 0,3 8 0,-2 6 0,0 6 0,-1 0 0,0 1 0,-2 0 0,-2-1 0,-3-7-8191</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2.926"/>
    </inkml:context>
    <inkml:brush xml:id="br0">
      <inkml:brushProperty name="width" value="0.05" units="cm"/>
      <inkml:brushProperty name="height" value="0.05" units="cm"/>
      <inkml:brushProperty name="color" value="#FFFFFF"/>
    </inkml:brush>
  </inkml:definitions>
  <inkml:trace contextRef="#ctx0" brushRef="#br0">37 114 24575,'0'-10'0,"0"-9"0,-3-4 0,-1-2 0,-2 4 0,-2 8 0,2 10 0,1 8 0,2 7 0,2 1-8191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3.286"/>
    </inkml:context>
    <inkml:brush xml:id="br0">
      <inkml:brushProperty name="width" value="0.05" units="cm"/>
      <inkml:brushProperty name="height" value="0.05" units="cm"/>
      <inkml:brushProperty name="color" value="#FFFFFF"/>
    </inkml:brush>
  </inkml:definitions>
  <inkml:trace contextRef="#ctx0" brushRef="#br0">1 1 24575,'6'0'0,"-1"0"0,1 0 0,-1 0 0,1 1 0,-1 0 0,1 0 0,-1 0 0,1 1 0,-1 0 0,0 0 0,0 0 0,0 0 0,0 1 0,0 0 0,0 0 0,-1 0 0,1 1 0,-1 0 0,0 0 0,0 0 0,-1 0 0,1 0 0,-1 1 0,5 7 0,3 10 0,0 0 0,-2 0 0,0 1 0,6 28 0,-13-46 0,23-67 0,-20 51 0,1 1 0,0-1 0,0 1 0,1 0 0,1 0 0,12-12 0,-19 20 0,1 1 0,0-1 0,0 0 0,0 1 0,0-1 0,0 1 0,0 0 0,0-1 0,1 1 0,-1 0 0,0 0 0,1 1 0,-1-1 0,0 0 0,1 1 0,-1 0 0,1-1 0,-1 1 0,1 0 0,-1 0 0,1 0 0,-1 1 0,1-1 0,-1 1 0,1-1 0,-1 1 0,0 0 0,1 0 0,-1 0 0,0 0 0,1 0 0,-1 0 0,0 1 0,0-1 0,0 1 0,0 0 0,2 2 0,5 6 50,-1 1-1,1 0 0,-1 0 1,-1 1-1,6 13 1,-5-10-99,1 0 0,15 20 0,-21-31-78,1 1 1,0-1 0,0 0 0,0-1 0,1 1-1,-1-1 1,1 0 0,0 0 0,0 0-1,0-1 1,9 3 0,9 1-6700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3.732"/>
    </inkml:context>
    <inkml:brush xml:id="br0">
      <inkml:brushProperty name="width" value="0.05" units="cm"/>
      <inkml:brushProperty name="height" value="0.05" units="cm"/>
      <inkml:brushProperty name="color" value="#FFFFFF"/>
    </inkml:brush>
  </inkml:definitions>
  <inkml:trace contextRef="#ctx0" brushRef="#br0">84 367 24575,'-1'-46'0,"-1"1"0,-3-1 0,-2 1 0,-1 1 0,-16-48 0,23 89 0,0 0 0,0-1 0,0 0 0,0 1 0,-1-1 0,1 1 0,-1-1 0,0 1 0,0 0 0,0 0 0,-1 0 0,-3-4 0,6 7 0,0 0 0,0 0 0,0 0 0,-1 0 0,1-1 0,0 1 0,0 0 0,0 0 0,-1 0 0,1 0 0,0 0 0,0 0 0,-1 0 0,1 0 0,0 0 0,0 0 0,0 0 0,-1 0 0,1 0 0,0 0 0,0 0 0,-1 0 0,1 0 0,0 0 0,0 0 0,0 0 0,-1 0 0,1 1 0,0-1 0,0 0 0,0 0 0,-1 0 0,1 0 0,0 0 0,0 1 0,0-1 0,0 0 0,0 0 0,-1 0 0,1 0 0,0 1 0,-4 13 0,4 15 0,3-7 0,1-1 0,0 1 0,12 31 0,29 62 0,-28-75 0,31 77 0,-8-173 0,-33 50 0,0 1 0,0 1 0,1-1 0,0 1 0,0 1 0,0 0 0,16-5 0,-11 4 0,0 1 0,0 1 0,1 0 0,19 1 0,-32 0 0,-1 1 0,0 0 0,1 0 0,-1 0 0,1 0 0,-1 0 0,1 0 0,-1 0 0,0 0 0,1 0 0,-1 0 0,1 0 0,-1 0 0,1 0 0,-1 1 0,0-1 0,1 0 0,-1 0 0,1 0 0,-1 0 0,0 1 0,1-1 0,-1 0 0,0 0 0,1 1 0,-1-1 0,0 0 0,1 1 0,-1 0 0,-9 7 0,-21 6 0,17-10 0,6-3 0,1 1 0,-1 0 0,1 0 0,-11 5 0,16-6 0,0 0 0,0-1 0,0 1 0,0 0 0,0 0 0,0 0 0,0 0 0,0-1 0,0 1 0,1 1 0,-1-1 0,0 0 0,1 0 0,-1 0 0,1 0 0,-1 0 0,1 1 0,-1-1 0,1 0 0,0 0 0,-1 1 0,1-1 0,0 0 0,0 0 0,0 1 0,0-1 0,0 0 0,0 1 0,1-1 0,-1 1 0,3 8 51,1 0 0,0-1-1,0 0 1,0 0 0,12 16-1,35 41-508,-26-36-753,5 10-5615</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4.943"/>
    </inkml:context>
    <inkml:brush xml:id="br0">
      <inkml:brushProperty name="width" value="0.05" units="cm"/>
      <inkml:brushProperty name="height" value="0.05" units="cm"/>
      <inkml:brushProperty name="color" value="#FFFFFF"/>
    </inkml:brush>
  </inkml:definitions>
  <inkml:trace contextRef="#ctx0" brushRef="#br0">20 132 24575,'-1'-2'0,"-1"0"0,0 0 0,0 0 0,1 0 0,-1 0 0,1-1 0,-1 1 0,1 0 0,0-1 0,0 0 0,0 1 0,1-1 0,-1 1 0,0-1 0,1-4 0,0 5 0,0 0 0,0 0 0,1 0 0,-1 0 0,1-1 0,0 1 0,0 0 0,-1 0 0,1 0 0,1 0 0,-1 1 0,0-1 0,0 0 0,1 0 0,-1 1 0,1-1 0,-1 1 0,1-1 0,3-1 0,5-4 0,0 1 0,0 1 0,0-1 0,1 2 0,0 0 0,0 0 0,1 1 0,-1 0 0,13-1 0,-10 2 0,0 0 0,0 2 0,0-1 0,0 2 0,0 0 0,0 1 0,17 4 0,-28-6 0,-1 1 0,1 0 0,-1-1 0,0 1 0,0 0 0,1 0 0,-1 1 0,0-1 0,0 0 0,0 1 0,0-1 0,0 1 0,0 0 0,-1-1 0,1 1 0,-1 0 0,3 3 0,-3-3 0,-1 0 0,1 1 0,0-1 0,-1 0 0,0 0 0,1 0 0,-1 1 0,0-1 0,0 0 0,0 0 0,0 0 0,-1 1 0,1-1 0,-1 0 0,0 4 0,-3 3 0,-1 1 0,0-1 0,0 0 0,-1 0 0,0 0 0,-10 11 0,7-10 0,6-8 0,0 1 0,1 0 0,0-1 0,-1 1 0,1 0 0,-2 5 0,3-7 0,1 0 0,0 0 0,0-1 0,0 1 0,0 0 0,0 0 0,0 0 0,0-1 0,0 1 0,0 0 0,0 0 0,0-1 0,0 1 0,0 0 0,1 0 0,-1-1 0,0 1 0,1 0 0,-1-1 0,0 1 0,1 0 0,-1-1 0,1 1 0,-1-1 0,1 1 0,-1-1 0,1 1 0,0-1 0,-1 1 0,1-1 0,0 1 0,-1-1 0,1 0 0,0 1 0,-1-1 0,2 1 0,7 2 0,-1 0 0,1-1 0,0 1 0,0-2 0,0 1 0,0-1 0,13 0 0,-13-1 0,0 0 0,0 1 0,0 0 0,0 1 0,0 0 0,0 0 0,12 6 0,-20-8 0,-1 0 0,1 1 0,0-1 0,0 1 0,0-1 0,0 1 0,-1-1 0,1 1 0,0 0 0,0-1 0,-1 1 0,1 0 0,0-1 0,-1 1 0,1 0 0,-1 0 0,1 0 0,-1-1 0,1 1 0,-1 0 0,0 0 0,1 0 0,-1 0 0,0 0 0,0 0 0,0 0 0,0 0 0,0 0 0,0 0 0,0 0 0,0 0 0,0 0 0,0 0 0,0 0 0,0 0 0,-1-1 0,1 1 0,0 0 0,-1 0 0,1 0 0,-1 0 0,1 0 0,-1-1 0,0 1 0,1 0 0,-1 0 0,-1 0 0,-2 4 0,0-1 0,0 0 0,-1 0 0,0-1 0,0 1 0,-9 4 0,-13 3-227,0-1-1,-1-1 1,0-1-1,-1-2 1,-36 4-1,27-5-6598</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5.299"/>
    </inkml:context>
    <inkml:brush xml:id="br0">
      <inkml:brushProperty name="width" value="0.05" units="cm"/>
      <inkml:brushProperty name="height" value="0.05" units="cm"/>
      <inkml:brushProperty name="color" value="#FFFFFF"/>
    </inkml:brush>
  </inkml:definitions>
  <inkml:trace contextRef="#ctx0" brushRef="#br0">697 82 24575,'-1'-2'0,"1"-1"0,-1 0 0,1 1 0,-1-1 0,0 1 0,0-1 0,0 1 0,0-1 0,0 1 0,-1 0 0,1 0 0,-1-1 0,1 1 0,-1 0 0,0 0 0,0 1 0,0-1 0,0 0 0,0 1 0,-4-3 0,-1 0 0,1 0 0,-2 0 0,1 1 0,0 0 0,-14-3 0,4 2 0,-1 2 0,1 0 0,-1 1 0,1 1 0,-1 0 0,1 1 0,-32 7 0,21-2 0,0 2 0,0 0 0,1 2 0,-26 14 0,33-14 0,1 1 0,0 1 0,0 1 0,2 1 0,-1 0 0,2 1 0,0 1 0,1 0 0,0 1 0,2 1 0,-17 27 0,22-30 0,0 1 0,0 0 0,2 0 0,0 1 0,1 0 0,0 0 0,2 0 0,0 1 0,0-1 0,2 1 0,0 0 0,2-1 0,0 1 0,6 34 0,-3-34 0,1 0 0,1 0 0,1-1 0,0 0 0,1 0 0,1 0 0,1-1 0,0-1 0,19 22 0,-12-18 0,1-1 0,0-1 0,1-1 0,1-1 0,1 0 0,33 17 0,-19-15 0,1-2 0,0-1 0,0-1 0,1-3 0,1-1 0,0-1 0,0-3 0,0 0 0,47-2 0,-50-4 0,0-2 0,0-1 0,0-1 0,-1-2 0,0-2 0,0-1 0,-1-1 0,45-22 0,-61 23 0,0 0 0,-1-1 0,0 0 0,0-1 0,-1-1 0,-1-1 0,14-15 0,-19 17 0,0 0 0,0-1 0,-1 0 0,-1-1 0,0 1 0,-1-1 0,-1-1 0,0 1 0,6-30 0,-9 27 0,0 0 0,-1 1 0,-1-1 0,0 0 0,-2 1 0,0-1 0,0 0 0,-2 1 0,0 0 0,0 0 0,-2 0 0,0 0 0,-1 1 0,0 0 0,-1 1 0,-1-1 0,-1 2 0,0-1 0,-21-22 0,15 20 0,-1 1 0,-1 0 0,0 1 0,0 1 0,-2 1 0,0 1 0,0 0 0,-1 2 0,0 0 0,0 1 0,-1 1 0,0 2 0,0 0 0,-24-2 0,15 5-341,-1 1 0,1 2-1,-58 9 1,12 5-6485</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6.081"/>
    </inkml:context>
    <inkml:brush xml:id="br0">
      <inkml:brushProperty name="width" value="0.05" units="cm"/>
      <inkml:brushProperty name="height" value="0.05" units="cm"/>
      <inkml:brushProperty name="color" value="#FFFFFF"/>
    </inkml:brush>
  </inkml:definitions>
  <inkml:trace contextRef="#ctx0" brushRef="#br0">13 739 24575,'0'0'0,"-1"0"0,1 0 0,-1 0 0,1 0 0,-1 0 0,1 0 0,-1 1 0,1-1 0,-1 0 0,1 0 0,-1 0 0,1 1 0,-1-1 0,1 0 0,-1 1 0,1-1 0,0 0 0,-1 1 0,1-1 0,0 1 0,-1-1 0,1 0 0,0 1 0,-1-1 0,1 1 0,0-1 0,0 1 0,-1-1 0,1 1 0,0-1 0,0 1 0,0-1 0,0 1 0,0-1 0,0 1 0,0 0 0,0-1 0,0 1 0,0-1 0,0 1 0,0-1 0,0 1 0,0-1 0,1 1 0,-1-1 0,0 1 0,0-1 0,1 1 0,-1 0 0,1 2 0,1 0 0,-1 0 0,0 0 0,1 0 0,0 0 0,3 4 0,0-2 0,0-1 0,0 0 0,0 0 0,0 0 0,1-1 0,-1 0 0,1 0 0,0 0 0,0 0 0,0-1 0,0 0 0,0-1 0,1 1 0,-1-1 0,0 0 0,1-1 0,-1 0 0,1 0 0,-1 0 0,1 0 0,-1-1 0,0 0 0,1-1 0,-1 0 0,0 0 0,0 0 0,0 0 0,9-6 0,-2 1 0,-1 0 0,0-1 0,-1-1 0,1 0 0,-2 0 0,1-1 0,-1-1 0,-1 1 0,0-2 0,0 1 0,13-26 0,-14 19 0,-1-1 0,0 0 0,-2-1 0,0 1 0,-1-1 0,-1 0 0,-1 0 0,-1 0 0,-1-26 0,-4-17 0,-19-99 0,-2 54 0,22 96 0,-1 0 0,-1 0 0,0 1 0,-1 0 0,0 0 0,-12-17 0,17 27 0,0-1 0,0 1 0,-1 0 0,1-1 0,0 1 0,-1 0 0,1 0 0,-1 0 0,1 0 0,-1 0 0,1 0 0,-1 0 0,1 1 0,-1-1 0,0 0 0,-3 0 0,4 1 0,0 1 0,0-1 0,0 0 0,0 0 0,0 1 0,0-1 0,-1 1 0,1-1 0,0 1 0,0-1 0,0 1 0,0 0 0,1-1 0,-1 1 0,0 0 0,0 0 0,0 0 0,1 0 0,-1-1 0,0 1 0,1 0 0,-1 0 0,1 0 0,-1 1 0,1-1 0,-1 2 0,-4 9 0,2 0 0,-1 0 0,1 1 0,1 0 0,1-1 0,-1 18 0,6 81 0,0-77 0,1 1 0,1-1 0,2 0 0,25 63 0,-25-76 0,2-1 0,0 0 0,2 0 0,0-2 0,1 1 0,1-1 0,0-1 0,31 27 0,-39-39 0,0 0 0,0-1 0,0 1 0,1-1 0,-1-1 0,1 1 0,0-1 0,1-1 0,-1 1 0,0-1 0,1 0 0,-1-1 0,1 0 0,-1 0 0,1-1 0,9 0 0,-9-1 0,0 0 0,0-1 0,0 0 0,0 0 0,0-1 0,0 0 0,-1-1 0,1 1 0,-1-1 0,0-1 0,0 1 0,-1-1 0,1-1 0,10-10 0,-3-1 0,-1-1 0,0 0 0,-1-1 0,-1 0 0,0-1 0,-2 0 0,0-1 0,-2 0 0,0 0 0,-1-1 0,-2 1 0,0-1 0,-1-1 0,0-23 0,-3 41 0,0 1 0,-1-1 0,1 0 0,-1 0 0,-2-5 0,3 10 0,0 0 0,0 0 0,0-1 0,0 1 0,0 0 0,0 0 0,0 0 0,0 0 0,0-1 0,0 1 0,0 0 0,0 0 0,-1 0 0,1 0 0,0-1 0,0 1 0,0 0 0,0 0 0,0 0 0,0 0 0,0 0 0,-1 0 0,1-1 0,0 1 0,0 0 0,0 0 0,0 0 0,-1 0 0,1 0 0,0 0 0,0 0 0,0 0 0,0 0 0,-1 0 0,1 0 0,0 0 0,0 0 0,0 0 0,0 0 0,-1 0 0,1 0 0,0 0 0,-6 16 0,4 0 0,1-1 0,1 1 0,0-1 0,1 1 0,0-1 0,1 1 0,7 24 0,-3-21 0,0 0 0,1 0 0,1 0 0,1-1 0,16 25 0,-20-36-124,0 0 0,1 0 0,-1-1 0,2 1 0,-1-1 0,1-1-1,-1 1 1,2-1 0,-1 0 0,15 7 0,3-2-6702</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6.203"/>
    </inkml:context>
    <inkml:brush xml:id="br0">
      <inkml:brushProperty name="width" value="0.05" units="cm"/>
      <inkml:brushProperty name="height" value="0.05" units="cm"/>
      <inkml:brushProperty name="color" value="#FFFFFF"/>
    </inkml:brush>
  </inkml:definitions>
  <inkml:trace contextRef="#ctx0" brushRef="#br0">87 11 24575,'-4'-3'0,"-6"-1"0,-5 0 0,-4 7 0,3 6 0,3 8 0,4 1-8191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6.562"/>
    </inkml:context>
    <inkml:brush xml:id="br0">
      <inkml:brushProperty name="width" value="0.05" units="cm"/>
      <inkml:brushProperty name="height" value="0.05" units="cm"/>
      <inkml:brushProperty name="color" value="#FFFFFF"/>
    </inkml:brush>
  </inkml:definitions>
  <inkml:trace contextRef="#ctx0" brushRef="#br0">4 0 24575,'-1'1'0,"1"0"0,-1-1 0,1 1 0,0 0 0,0 0 0,-1 0 0,1-1 0,0 1 0,0 0 0,0 0 0,0 0 0,0 0 0,0-1 0,0 1 0,0 0 0,0 0 0,0 0 0,1 0 0,-1-1 0,0 1 0,0 0 0,1 0 0,-1 0 0,1-1 0,-1 1 0,1 0 0,-1-1 0,1 1 0,0 1 0,23 24 0,-16-17 0,8 10 0,0 1 0,-2 0 0,0 2 0,-1-1 0,-1 2 0,15 40 0,-27-80 0,0 1 0,3-21 0,-2 28 0,0-8 0,1-1 0,1 1 0,7-22 0,-9 35 0,0 0 0,0 0 0,1 1 0,-1-1 0,1 0 0,0 1 0,0-1 0,0 1 0,1 0 0,-1 0 0,1 0 0,0 0 0,0 0 0,0 0 0,0 1 0,0 0 0,0-1 0,1 1 0,-1 0 0,8-2 0,-9 3 0,1 1 0,-1 0 0,1-1 0,-1 1 0,1 0 0,-1 1 0,1-1 0,-1 0 0,1 1 0,-1-1 0,1 1 0,-1 0 0,0 0 0,1 0 0,-1 0 0,0 0 0,0 1 0,0-1 0,0 0 0,0 1 0,0 0 0,0-1 0,2 4 0,5 5 0,-2 0 0,1 0 0,8 17 0,-8-14 0,1 2 39,35 50 251,-39-59-478,-1 0 0,2 0 0,-1-1-1,0 0 1,1 0 0,0-1 0,0 0-1,9 5 1,6-1-6638</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6.934"/>
    </inkml:context>
    <inkml:brush xml:id="br0">
      <inkml:brushProperty name="width" value="0.05" units="cm"/>
      <inkml:brushProperty name="height" value="0.05" units="cm"/>
      <inkml:brushProperty name="color" value="#FFFFFF"/>
    </inkml:brush>
  </inkml:definitions>
  <inkml:trace contextRef="#ctx0" brushRef="#br0">34 126 24575,'-16'-66'0,"5"15"0,7 42 0,2 15 0,2 18 0,5 31 0,22 97 0,-18-116 0,2-1 0,1-1 0,29 59 0,-41-93 0,3 6 0,1 0 0,0 0 0,0 0 0,7 8 0,-11-14 0,1 1 0,0 0 0,-1-1 0,1 1 0,-1-1 0,1 1 0,0 0 0,0-1 0,-1 1 0,1-1 0,0 0 0,0 1 0,0-1 0,-1 0 0,1 1 0,0-1 0,0 0 0,0 0 0,0 0 0,0 0 0,0 0 0,-1 0 0,1 0 0,0 0 0,0 0 0,0 0 0,0 0 0,0-1 0,0 1 0,-1 0 0,1-1 0,0 1 0,0 0 0,0-1 0,-1 1 0,1-1 0,0 1 0,-1-1 0,1 0 0,0 1 0,-1-1 0,1 0 0,-1 1 0,1-1 0,0-1 0,6-10 0,-1 0 0,-1 0 0,1-1 0,-2 0 0,0 0 0,3-18 0,6-15 0,-12 41 0,1-1 0,-1 1 0,1-1 0,0 1 0,0 0 0,1 0 0,-1 0 0,1 0 0,0 0 0,1 0 0,5-6 0,-9 11 0,0 0 0,1 0 0,-1-1 0,0 1 0,0 0 0,0 0 0,0 0 0,1 0 0,-1-1 0,0 1 0,0 0 0,0 0 0,1 0 0,-1 0 0,0 0 0,0 0 0,0 0 0,1-1 0,-1 1 0,0 0 0,0 0 0,1 0 0,-1 0 0,0 0 0,0 0 0,1 0 0,-1 0 0,0 0 0,0 0 0,1 1 0,-1-1 0,0 0 0,0 0 0,0 0 0,1 0 0,-1 0 0,0 0 0,0 0 0,0 0 0,1 1 0,-1-1 0,0 0 0,0 0 0,2 14 0,-7 16 0,1-21 0,0-1 0,0 0 0,-1 0 0,0 0 0,0 0 0,-1-1 0,0 0 0,0 0 0,-1 0 0,1-1 0,-2 0 0,-14 9 0,22-12 0,7 0 0,16 3 0,-5-1 0,4 3-682,41 23-1,-37-16-6143</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7.678"/>
    </inkml:context>
    <inkml:brush xml:id="br0">
      <inkml:brushProperty name="width" value="0.05" units="cm"/>
      <inkml:brushProperty name="height" value="0.05" units="cm"/>
      <inkml:brushProperty name="color" value="#FFFFFF"/>
    </inkml:brush>
  </inkml:definitions>
  <inkml:trace contextRef="#ctx0" brushRef="#br0">71 272 24575,'-8'-8'0,"0"-1"0,0 1 0,1-1 0,1-1 0,0 0 0,0 1 0,-9-22 0,14 28 0,0-1 0,0 0 0,0 0 0,0 0 0,0 0 0,1 1 0,0-1 0,-1 0 0,2 0 0,-1 0 0,0 0 0,1 0 0,0 0 0,-1 0 0,2 0 0,-1 1 0,0-1 0,1 0 0,0 1 0,-1-1 0,1 1 0,1 0 0,-1 0 0,0 0 0,1 0 0,5-5 0,-6 6 0,-1 1 0,1-1 0,0 1 0,0 0 0,0-1 0,0 1 0,1 0 0,-1 0 0,0 0 0,0 1 0,1-1 0,-1 1 0,0-1 0,1 1 0,-1 0 0,1-1 0,3 2 0,-2-1 0,0 1 0,0 0 0,0 0 0,0 0 0,0 1 0,0-1 0,-1 1 0,1 0 0,5 4 0,0 1 0,1 1 0,-1 0 0,0 1 0,-1 0 0,0 0 0,7 11 0,0 4 0,-1 0 0,-2 1 0,0 0 0,-2 1 0,0 1 0,-2-1 0,-1 1 0,4 31 0,-10-54 0,-1-1 0,1 0 0,-1 0 0,1 0 0,-1 0 0,0 0 0,0 0 0,-1 0 0,1 0 0,0 0 0,-3 6 0,3-9 0,0 0 0,0 0 0,0 0 0,0 0 0,0 0 0,0 0 0,0 1 0,0-1 0,0 0 0,-1 0 0,1 0 0,0 0 0,0 0 0,0 0 0,0 0 0,0 0 0,0 0 0,0 0 0,-1 1 0,1-1 0,0 0 0,0 0 0,0 0 0,0 0 0,0 0 0,-1 0 0,1 0 0,0 0 0,0 0 0,0 0 0,0 0 0,0 0 0,-1 0 0,1 0 0,0-1 0,0 1 0,0 0 0,0 0 0,0 0 0,0 0 0,-1 0 0,1 0 0,0 0 0,0 0 0,0 0 0,0 0 0,0 0 0,0-1 0,0 1 0,0 0 0,-7-10 0,-1-14 0,4 3 0,1 1 0,2-1 0,0 0 0,1 0 0,0 0 0,2 0 0,1 0 0,6-26 0,-5 33 0,-1 1 0,1 0 0,1 0 0,1 1 0,0-1 0,0 1 0,1 0 0,1 1 0,0 0 0,0 0 0,1 0 0,0 1 0,18-14 0,-23 21 0,-1 0 0,1 1 0,0 0 0,0 0 0,0 0 0,0 0 0,0 0 0,0 1 0,0 0 0,0 0 0,1 0 0,-1 0 0,0 1 0,1 0 0,-1 0 0,0 0 0,1 0 0,-1 1 0,1-1 0,-1 1 0,0 0 0,7 3 0,-4 0 0,0 0 0,0 0 0,0 0 0,-1 1 0,1 0 0,-1 1 0,-1-1 0,1 1 0,-1 0 0,0 0 0,6 11 0,-1 0 0,-2 0 0,0 1 0,0 1 0,-2-1 0,6 28 0,-8-29 0,-3-16 0,-1 0 0,0 0 0,0 0 0,1 0 0,-1 1 0,0-1 0,1 0 0,-1 0 0,1 0 0,0 0 0,-1 0 0,1 0 0,0-1 0,0 1 0,-1 0 0,1 0 0,1 1 0,-1-2 0,-1 0 0,1 0 0,-1 0 0,1 0 0,-1 0 0,1 0 0,0 0 0,-1 0 0,1 0 0,-1 0 0,1-1 0,-1 1 0,1 0 0,-1 0 0,1 0 0,-1-1 0,1 1 0,-1 0 0,0-1 0,1 1 0,-1 0 0,1-1 0,-1 1 0,0 0 0,1-2 0,4-4 0,-1 0 0,0-1 0,0 0 0,3-7 0,-2 4 0,14-27 0,22-37 0,-37 67 0,0 1 0,1 0 0,0 0 0,0 0 0,0 1 0,1-1 0,0 1 0,7-5 0,-11 10 0,-1-1 0,0 0 0,1 1 0,-1-1 0,0 0 0,1 1 0,-1 0 0,1-1 0,-1 1 0,0 0 0,1 0 0,-1 0 0,1 0 0,-1 0 0,1 0 0,-1 0 0,1 0 0,-1 1 0,1-1 0,-1 0 0,1 1 0,-1-1 0,0 1 0,1 0 0,-1-1 0,0 1 0,0 0 0,0 0 0,1 0 0,-1 0 0,0 0 0,0 0 0,0 0 0,0 0 0,0 1 0,-1-1 0,1 0 0,0 0 0,0 2 0,5 8 0,-1 0 0,-1 0 0,8 24 0,-6-14 0,1-2-195,1-1 0,0-1 0,1 1 0,1-2 0,1 1 0,23 27 0,-8-19-6631</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8.102"/>
    </inkml:context>
    <inkml:brush xml:id="br0">
      <inkml:brushProperty name="width" value="0.05" units="cm"/>
      <inkml:brushProperty name="height" value="0.05" units="cm"/>
      <inkml:brushProperty name="color" value="#FFFFFF"/>
    </inkml:brush>
  </inkml:definitions>
  <inkml:trace contextRef="#ctx0" brushRef="#br0">55 56 24575,'-6'-15'0,"5"12"0,0 0 0,0 0 0,0 1 0,-1-1 0,1 0 0,-1 1 0,1-1 0,-1 1 0,0-1 0,0 1 0,0 0 0,0 0 0,0 0 0,-4-2 0,6 3 0,0 1 0,-1 0 0,1 0 0,0 0 0,-1 0 0,1 0 0,0 0 0,-1-1 0,1 1 0,0 0 0,-1 0 0,1 0 0,0 0 0,-1 0 0,1 0 0,-1 0 0,1 0 0,0 1 0,-1-1 0,1 0 0,0 0 0,-1 0 0,1 0 0,0 0 0,0 1 0,-1-1 0,1 0 0,0 0 0,-1 0 0,1 1 0,0-1 0,-1 0 0,-5 15 0,3 19 0,3-31 0,-1 9 0,1 1 0,1-1 0,0 0 0,1 1 0,0-1 0,1 0 0,1 0 0,0 0 0,0-1 0,11 21 0,-12-27 0,-1 0 0,2-1 0,-1 1 0,0-1 0,1 0 0,0 0 0,0 0 0,0 0 0,0 0 0,1-1 0,0 0 0,-1 0 0,1 0 0,0-1 0,0 0 0,0 1 0,1-2 0,-1 1 0,1-1 0,-1 0 0,1 0 0,-1 0 0,1-1 0,-1 1 0,1-2 0,7 0 0,-7 0 0,1 0 0,-1-1 0,1 0 0,-1-1 0,0 1 0,0-1 0,0-1 0,0 1 0,-1-1 0,1 0 0,-1 0 0,0 0 0,0-1 0,-1 1 0,1-1 0,-1-1 0,6-7 0,-5 4 0,1 0 0,-2 0 0,1 0 0,-1-1 0,-1 1 0,0-1 0,0 0 0,-1 0 0,0 0 0,1-17 0,-3 25 0,0 1 0,0 0 0,0 0 0,0 0 0,0 0 0,0-1 0,0 1 0,-1 0 0,1 0 0,0 0 0,-1 0 0,1 0 0,-1 0 0,0 0 0,0-1 0,-4 2 0,-2 11 0,2 4 0,1 0 0,1 0 0,1 0 0,0 1 0,0 16 0,4 81 0,3-55 0,19 89 0,27 54 0,-19-79 0,-32-120 0,3 7 0,-1 0 0,1 1 0,-2-1 0,0 1 0,0 0 0,0 0 0,-3 18 0,2-27 0,0 0 0,0 0 0,0 0 0,0 0 0,0 0 0,-1 0 0,1 0 0,0 0 0,-1 0 0,1 0 0,-1 0 0,1 0 0,-1-1 0,1 1 0,-1 0 0,0 0 0,1-1 0,-1 1 0,0 0 0,0-1 0,1 1 0,-1 0 0,0-1 0,0 1 0,0-1 0,0 0 0,0 1 0,0-1 0,0 0 0,0 1 0,0-1 0,0 0 0,0 0 0,0 0 0,0 0 0,0 0 0,0 0 0,0 0 0,0 0 0,-1-1 0,-3 0 0,1-1 0,-1 0 0,1 0 0,0-1 0,0 1 0,0-1 0,-6-5 0,-11-10 0,1-2 0,1 0 0,0-1 0,-29-46 0,24 28 0,1 0 0,-22-58 0,32 65 86,1-1-1,2-1 0,-10-57 1,18 77-155,1-1 1,0 0 0,1 0 0,3-25-1,-1 31-67,-1 1-1,2 0 1,-1 0-1,1 0 1,0 0-1,1 0 1,-1 1-1,2-1 0,5-7 1,13-12-6690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8.586"/>
    </inkml:context>
    <inkml:brush xml:id="br0">
      <inkml:brushProperty name="width" value="0.05" units="cm"/>
      <inkml:brushProperty name="height" value="0.05" units="cm"/>
      <inkml:brushProperty name="color" value="#FFFFFF"/>
    </inkml:brush>
  </inkml:definitions>
  <inkml:trace contextRef="#ctx0" brushRef="#br0">52 509 24575,'-19'-22'0,"16"17"0,0 1 0,-1 0 0,0-1 0,0 1 0,-5-4 0,5 9 0,3 6 0,3 11 0,-1-17 0,97 402 0,-95-395 0,-3-5 0,1 0 0,0 0 0,0 0 0,0 0 0,0 0 0,1 0 0,-1-1 0,1 1 0,2 3 0,-4-6 0,0 0 0,0 0 0,0 0 0,1 0 0,-1 0 0,0 0 0,0 0 0,0 0 0,0 0 0,1 0 0,-1-1 0,0 1 0,0 0 0,0 0 0,0 0 0,1 0 0,-1 0 0,0 0 0,0 0 0,0 0 0,0 0 0,0-1 0,0 1 0,1 0 0,-1 0 0,0 0 0,0 0 0,0 0 0,0 0 0,0-1 0,0 1 0,0 0 0,0 0 0,0 0 0,0 0 0,0-1 0,0 1 0,0 0 0,0 0 0,0 0 0,0 0 0,0-1 0,0 1 0,0 0 0,0 0 0,0 0 0,0 0 0,0-1 0,0 1 0,0 0 0,0 0 0,0 0 0,0-13 0,-29-169 0,4 29 0,17 79 0,3-1 0,3 1 0,12-115 0,-8 176 0,0-1 0,1 1 0,0-1 0,1 1 0,0 0 0,8-15 0,-10 24 0,0 1 0,0-1 0,0 1 0,1 0 0,-1 0 0,1 0 0,0 0 0,0 0 0,0 0 0,0 1 0,0 0 0,0-1 0,1 1 0,-1 1 0,1-1 0,0 0 0,-1 1 0,1 0 0,0 0 0,0 0 0,0 0 0,0 0 0,0 1 0,0 0 0,7 0 0,1 1 0,0 1 0,0 1 0,-1 0 0,1 0 0,-1 1 0,1 0 0,-1 1 0,-1 1 0,1-1 0,14 12 0,-13-9 0,0 2 0,-1-1 0,0 1 0,-1 1 0,0 0 0,-1 0 0,0 1 0,8 16 0,-13-22 0,0 1 0,-1 0 0,0 0 0,-1 0 0,0 1 0,0-1 0,0 1 0,-1-1 0,0 1 0,0 0 0,-1-1 0,0 1 0,-1 0 0,-1 8 0,0-7 0,0-1 0,-1 0 0,0 0 0,0-1 0,-1 1 0,0-1 0,0 1 0,-1-1 0,0 0 0,0-1 0,-1 1 0,-10 8 0,-34 25 0,39-33 0,0 1 0,1 1 0,0-1 0,0 2 0,1-1 0,-16 22 0,23-28 0,1 0 0,0 1 0,0-1 0,0 0 0,0 1 0,1-1 0,0 1 0,-1-1 0,1 1 0,0-1 0,1 1 0,-1-1 0,0 1 0,1-1 0,0 0 0,0 1 0,0-1 0,0 0 0,1 0 0,-1 1 0,1-1 0,0 0 0,2 3 0,7 10 0,1 0 0,27 27 0,-25-29 0,107 103-1365,-83-84-5461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8.924"/>
    </inkml:context>
    <inkml:brush xml:id="br0">
      <inkml:brushProperty name="width" value="0.05" units="cm"/>
      <inkml:brushProperty name="height" value="0.05" units="cm"/>
      <inkml:brushProperty name="color" value="#FFFFFF"/>
    </inkml:brush>
  </inkml:definitions>
  <inkml:trace contextRef="#ctx0" brushRef="#br0">56 170 24575,'-7'-8'0,"-17"-15"0,23 22 0,0 1 0,0-1 0,0 0 0,1 1 0,-1-1 0,0 1 0,0-1 0,0 1 0,0-1 0,0 1 0,0-1 0,0 1 0,0 0 0,0 0 0,0-1 0,-1 1 0,1 0 0,0 0 0,0 0 0,0 0 0,0 0 0,-2 1 0,3-1 0,0 1 0,0-1 0,0 0 0,0 1 0,0-1 0,0 0 0,0 1 0,0-1 0,0 0 0,0 1 0,0-1 0,0 1 0,1-1 0,-1 0 0,0 1 0,0-1 0,0 0 0,0 0 0,0 1 0,1-1 0,-1 0 0,0 1 0,0-1 0,1 0 0,-1 0 0,0 1 0,0-1 0,1 0 0,-1 0 0,0 0 0,1 1 0,-1-1 0,0 0 0,1 0 0,-1 0 0,0 0 0,1 0 0,14 10 0,0-4 0,1 0 0,0 0 0,0-2 0,0 0 0,30 4 0,-8-5 0,55-2 0,-85-1 0,0-1 0,0 0 0,0 0 0,0-1 0,12-4 0,-18 6 0,-1-1 0,0 1 0,0-1 0,1 1 0,-1-1 0,0 0 0,0 1 0,0-1 0,1 0 0,-1 0 0,0 0 0,0 0 0,0 0 0,-1 0 0,1 0 0,0 0 0,0 0 0,0 0 0,-1 0 0,1-1 0,-1 1 0,1 0 0,-1 0 0,1-1 0,-1 1 0,0 0 0,0-1 0,1 1 0,-1-1 0,0 1 0,0 0 0,0-1 0,-1 1 0,1 0 0,0-1 0,0 1 0,-1 0 0,1-1 0,-1 1 0,-1-2 0,-2-5 0,0 1 0,-1 0 0,0 0 0,-1 0 0,0 1 0,0 0 0,0 0 0,0 0 0,-1 1 0,-9-6 0,-2 0 0,0 0 0,-1 2 0,-21-8 0,37 15 0,-1 1 0,1 0 0,-1-1 0,1 2 0,-1-1 0,0 0 0,0 1 0,1 0 0,-1 0 0,0 0 0,0 0 0,1 0 0,-1 1 0,0 0 0,0-1 0,1 2 0,-1-1 0,1 0 0,-1 1 0,-4 2 0,5-2 0,1 1 0,-1-1 0,0 1 0,1 0 0,0 0 0,-1 0 0,1 0 0,0 0 0,1 0 0,-1 0 0,0 1 0,1-1 0,0 1 0,0-1 0,0 1 0,0 0 0,1-1 0,-1 1 0,1 0 0,0 6 0,1 2 29,0 0-1,0 1 1,2-1-1,-1 0 0,1 0 1,1 0-1,0 0 1,1-1-1,0 0 1,1 0-1,12 18 1,-9-16-219,1-1 0,0 0 1,1-1-1,0 0 0,1-1 1,0 0-1,0 0 1,26 13-1,5-2-6636</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9.607"/>
    </inkml:context>
    <inkml:brush xml:id="br0">
      <inkml:brushProperty name="width" value="0.05" units="cm"/>
      <inkml:brushProperty name="height" value="0.05" units="cm"/>
      <inkml:brushProperty name="color" value="#FFFFFF"/>
    </inkml:brush>
  </inkml:definitions>
  <inkml:trace contextRef="#ctx0" brushRef="#br0">181 440 24575,'-1'-16'0,"0"0"0,-1 0 0,-1 0 0,-1 0 0,0 1 0,-1-1 0,0 1 0,-1 0 0,-1 1 0,-1 0 0,0 0 0,-1 0 0,0 1 0,-19-21 0,27 33 0,0 0 0,0 0 0,0 0 0,0 0 0,-1 0 0,1 0 0,0 0 0,0 0 0,-1 0 0,1 1 0,0-1 0,-1 0 0,1 1 0,-1-1 0,1 1 0,-1 0 0,1-1 0,-1 1 0,1 0 0,-4 0 0,4 1 0,0-1 0,0 1 0,0 0 0,0-1 0,0 1 0,0 0 0,0 0 0,0 0 0,0 0 0,1 0 0,-1 0 0,0 0 0,0 0 0,1 0 0,-1 0 0,1 1 0,-1-1 0,1 0 0,0 0 0,-1 1 0,1-1 0,0 0 0,0 0 0,0 2 0,-2 9 0,2 0 0,0 1 0,0-1 0,1 0 0,1 0 0,0 0 0,0 0 0,1 0 0,1 0 0,0-1 0,0 1 0,2-1 0,-1 0 0,1-1 0,1 1 0,7 9 0,-3-11 0,-11-9 0,0 0 0,1 1 0,-1-1 0,1 0 0,-1 1 0,1-1 0,-1 0 0,0 1 0,1-1 0,-1 1 0,0-1 0,1 1 0,-1-1 0,0 1 0,0-1 0,1 1 0,-1-1 0,0 1 0,0-1 0,0 1 0,0-1 0,0 1 0,0-1 0,0 1 0,0-1 0,0 1 0,0-1 0,0 1 0,0-1 0,0 1 0,0-1 0,0 1 0,-1-1 0,1 1 0,0-1 0,0 1 0,0-1 0,-1 1 0,1-1 0,-1 1 0,-4 15 0,1 0 0,1 0 0,0 1 0,1-1 0,0 18 0,2-23 0,0 0 0,1 0 0,0-1 0,1 1 0,1 0 0,-1-1 0,2 1 0,6 16 0,-3-15 0,-5-8 0,0-1 0,1 1 0,-2 0 0,1 0 0,0 0 0,-1 0 0,0 1 0,0-1 0,0 5 0,0-9 0,-1 1 0,0-1 0,0 0 0,0 0 0,0 0 0,0 1 0,0-1 0,0 0 0,0 0 0,0 1 0,0-1 0,0 0 0,0 0 0,0 0 0,0 1 0,0-1 0,-1 0 0,1 0 0,0 0 0,0 1 0,0-1 0,0 0 0,0 0 0,0 0 0,-1 1 0,1-1 0,0 0 0,0 0 0,0 0 0,0 0 0,-1 0 0,1 0 0,0 1 0,0-1 0,0 0 0,-1 0 0,1 0 0,0 0 0,0 0 0,0 0 0,-1 0 0,-8-6 0,-7-15 0,2-2 0,0-1 0,2-1 0,1 1 0,1-2 0,2 1 0,0-1 0,-7-47 0,10 38 0,1 0 0,2-1 0,2 0 0,1 1 0,8-52 0,-6 69 0,1 1 0,1-1 0,0 1 0,11-23 0,-13 33 0,0 1 0,1 0 0,-1 0 0,1 1 0,0-1 0,1 1 0,-1-1 0,1 2 0,0-1 0,0 0 0,1 1 0,-1 0 0,1 0 0,10-5 0,-13 8 0,0 0 0,0 0 0,0 0 0,1 0 0,-1 1 0,0-1 0,0 1 0,0-1 0,1 1 0,-1 0 0,0 1 0,0-1 0,0 1 0,1-1 0,-1 1 0,0 0 0,0 0 0,0 0 0,0 0 0,0 1 0,-1-1 0,1 1 0,0 0 0,0 0 0,-1 0 0,0 0 0,1 0 0,-1 0 0,0 1 0,2 2 0,1 2 0,-1-1 0,0 1 0,-1 0 0,1-1 0,-1 2 0,-1-1 0,1 0 0,-1 0 0,-1 1 0,1-1 0,0 15 0,-2-7 38,-1-1 0,0 1 0,-1 0 0,-1 0 0,0-1 0,-1 1 0,0-1 0,-13 27 0,7-22-323,-1-1 1,0 0-1,-1 0 1,-1-2-1,-25 27 1,16-22-6542</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8:49.926"/>
    </inkml:context>
    <inkml:brush xml:id="br0">
      <inkml:brushProperty name="width" value="0.05" units="cm"/>
      <inkml:brushProperty name="height" value="0.05" units="cm"/>
      <inkml:brushProperty name="color" value="#FFFFFF"/>
    </inkml:brush>
  </inkml:definitions>
  <inkml:trace contextRef="#ctx0" brushRef="#br0">138 55 24575,'-7'8'0,"0"0"0,1 0 0,0 0 0,0 1 0,0 0 0,1 0 0,1 0 0,0 1 0,0 0 0,-3 13 0,5-16 0,1 0 0,0 0 0,0 1 0,1-1 0,-1 0 0,2 0 0,-1 1 0,1-1 0,0 0 0,1 0 0,0 0 0,0 0 0,0 0 0,1 0 0,0-1 0,0 1 0,6 8 0,-3-7 0,0 0 0,0-1 0,1 0 0,0 0 0,0-1 0,0 0 0,1 0 0,0-1 0,0 0 0,0 0 0,1-1 0,0 0 0,0 0 0,12 2 0,-14-4 0,0 0 0,-1-1 0,1 0 0,0-1 0,0 1 0,0-1 0,0-1 0,0 1 0,0-1 0,0-1 0,0 1 0,0-1 0,-1 0 0,1-1 0,-1 1 0,0-1 0,1-1 0,-1 1 0,0-1 0,6-5 0,-6 3 0,0 1 0,0-2 0,0 1 0,-1-1 0,1 0 0,-2 0 0,1 0 0,-1-1 0,0 0 0,-1 0 0,0 0 0,0 0 0,0 0 0,-1-1 0,-1 1 0,1-1 0,-1 1 0,-1-1 0,1 0 0,-2 1 0,1-1 0,-1 1 0,0-1 0,-1 1 0,0-1 0,-1 1 0,1 0 0,-1 0 0,-1 0 0,0 0 0,0 0 0,0 1 0,-1 0 0,0 0 0,-1 0 0,1 0 0,-1 1 0,0 0 0,-1 1 0,0-1 0,0 1 0,-8-5 0,4 4 31,0 1 0,0 0 0,-1 1 0,1 0 0,-1 1 0,0 0 0,0 1 0,0 1 1,0-1-1,-22 2 0,16 1-275,0 1 0,0 0 0,0 2 0,0 0 1,1 1-1,-27 11 0,4 3-6582</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08.601"/>
    </inkml:context>
    <inkml:brush xml:id="br0">
      <inkml:brushProperty name="width" value="0.05" units="cm"/>
      <inkml:brushProperty name="height" value="0.05" units="cm"/>
      <inkml:brushProperty name="color" value="#FFFFFF"/>
    </inkml:brush>
  </inkml:definitions>
  <inkml:trace contextRef="#ctx0" brushRef="#br0">36 20 24575,'-2'16'0,"0"0"0,-7 24 0,-5 28 0,8-23 0,3 0 0,4 73 0,1-98 0,0-1 0,1 0 0,1 0 0,1 0 0,1 0 0,0 0 0,2-1 0,15 28 0,-18-38 0,0-1 0,0 0 0,0 0 0,1-1 0,0 1 0,1-1 0,-1 0 0,1-1 0,0 0 0,1 0 0,-1-1 0,1 1 0,11 3 0,-9-4 0,1-1 0,-1-1 0,1 0 0,-1 0 0,1-1 0,0 0 0,-1-1 0,1 0 0,0-1 0,11-2 0,-8 0 0,1 0 0,-1-1 0,1-1 0,-1 0 0,0-1 0,-1-1 0,1 0 0,-2-1 0,1 0 0,-1-1 0,0 0 0,-1-1 0,0 0 0,0-1 0,15-21 0,-17 18 0,-1 0 0,-1-1 0,0 0 0,-1 0 0,-1 0 0,0-1 0,-1 1 0,-1-1 0,-1 0 0,0-1 0,0 1 0,-2 0 0,0 0 0,-3-19 0,0 12 0,-1 0 0,-1 0 0,-1 0 0,-1 0 0,-1 1 0,-1 0 0,-1 0 0,-1 1 0,-15-21 0,26 42 0,-1-3 0,-1 0 0,0 0 0,0 1 0,0-1 0,0 0 0,0 1 0,-1 0 0,1 0 0,-1 0 0,-4-3 0,7 5-20,0 0 1,0 0-1,-1 0 0,1 0 0,0 0 1,0 0-1,0 0 0,-1 0 0,1 0 0,0 0 1,0 0-1,0 0 0,0 0 0,-1 0 0,1 0 1,0 0-1,0 0 0,0 0 0,0 0 1,-1 0-1,1 1 0,0-1 0,0 0 0,0 0 1,0 0-1,0 0 0,-1 0 0,1 0 0,0 1 1,0-1-1,0 0 0,0 0 0,0 0 1,0 0-1,0 1 0,0-1 0,0 0 0,0 0 1,0 0-1,0 1 0,0-1 0,0 0 0,0 0 1,0 0-1,0 0 0,0 1 0,0-1 0,0 0 1,0 0-1,0 0 0,0 1 0,0-1 1,0 0-1,0 0 0,0 0 0,0 0 0,0 0 1,1 1-1,-1-1 0,0 0 0,0 0 0,0 0 1,0 0-1,0 0 0,1 0 0,-1 1 1,0-1-1,0 0 0,6 8-6806</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09.318"/>
    </inkml:context>
    <inkml:brush xml:id="br0">
      <inkml:brushProperty name="width" value="0.05" units="cm"/>
      <inkml:brushProperty name="height" value="0.05" units="cm"/>
      <inkml:brushProperty name="color" value="#FFFFFF"/>
    </inkml:brush>
  </inkml:definitions>
  <inkml:trace contextRef="#ctx0" brushRef="#br0">19 5 24575,'0'-3'0,"0"2"0,-3 7 0,-1 9 0,0 9 0,1 8 0,1 9 0,1 7 0,0 4 0,1 6 0,0-1 0,0-4 0,0-4 0,0-5 0,0-6 0,0-11-8191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09.643"/>
    </inkml:context>
    <inkml:brush xml:id="br0">
      <inkml:brushProperty name="width" value="0.05" units="cm"/>
      <inkml:brushProperty name="height" value="0.05" units="cm"/>
      <inkml:brushProperty name="color" value="#FFFFFF"/>
    </inkml:brush>
  </inkml:definitions>
  <inkml:trace contextRef="#ctx0" brushRef="#br0">2 166 24575,'-1'-28'0,"1"10"0,0-1 0,4-23 0,-4 41 0,0 0 0,0 0 0,0 1 0,0-1 0,0 0 0,0 0 0,0 1 0,1-1 0,-1 0 0,0 1 0,0-1 0,1 0 0,-1 1 0,0-1 0,1 0 0,-1 1 0,1-1 0,-1 1 0,1-1 0,0 0 0,0 1 0,-1 0 0,1 0 0,-1 0 0,1 1 0,-1-1 0,1 0 0,-1 0 0,0 1 0,1-1 0,-1 0 0,0 1 0,1-1 0,-1 0 0,0 1 0,1-1 0,-1 1 0,0-1 0,1 1 0,-1-1 0,0 1 0,0 0 0,14 35 0,18 85 0,14 47 0,-34-131 0,2-1 0,27 50 0,-36-76 0,0-1 0,1 0 0,1 0 0,0-1 0,0 0 0,12 11 0,-17-17 0,0 0 0,1 0 0,-1-1 0,0 1 0,0-1 0,1 1 0,-1-1 0,1 0 0,-1 0 0,1 0 0,0-1 0,-1 1 0,1-1 0,0 1 0,-1-1 0,1 0 0,0 0 0,-1 0 0,1 0 0,0 0 0,0-1 0,-1 1 0,1-1 0,-1 0 0,1 0 0,0 0 0,-1 0 0,0 0 0,1 0 0,-1-1 0,3-1 0,2-4 0,1 0 0,-2 0 0,1 0 0,-1-1 0,0 0 0,0 0 0,-1 0 0,0-1 0,6-17 0,1-5 0,12-51 0,-6 8 0,-4-2 0,9-122 0,-23 193 38,0 1 0,0-1 0,-1 1 0,1 0 0,-1-1 0,0 1 0,0 0 0,-4-9 0,5 13-52,0-1 0,-1 0 1,1 1-1,0-1 0,-1 1 1,1-1-1,0 1 0,-1 0 1,1-1-1,-1 1 0,1-1 1,-1 1-1,1 0 0,-1-1 1,1 1-1,-1 0 0,1-1 1,-1 1-1,0 0 0,1 0 1,-1 0-1,1-1 1,-1 1-1,-1 0 0,1 1-66,-1-1 0,1 1-1,0-1 1,-1 1 0,1-1-1,0 1 1,0 0 0,0 0-1,0-1 1,-1 1 0,1 0 0,0 0-1,0 0 1,1 1 0,-1-1-1,-1 1 1,-10 15-6746</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10.499"/>
    </inkml:context>
    <inkml:brush xml:id="br0">
      <inkml:brushProperty name="width" value="0.05" units="cm"/>
      <inkml:brushProperty name="height" value="0.05" units="cm"/>
      <inkml:brushProperty name="color" value="#FFFFFF"/>
    </inkml:brush>
  </inkml:definitions>
  <inkml:trace contextRef="#ctx0" brushRef="#br0">17 216 24575,'0'1'0,"0"0"0,0 0 0,-1 1 0,1-1 0,0 0 0,-1 0 0,1 0 0,-1 0 0,1 0 0,-1 0 0,0 0 0,1 0 0,-1 0 0,0-1 0,-1 2 0,1-1 0,1-1 0,-1 0 0,1 1 0,-1-1 0,1 0 0,-1 1 0,1-1 0,-1 1 0,1-1 0,0 1 0,-1-1 0,1 1 0,0 0 0,-1-1 0,1 1 0,0-1 0,0 1 0,0 0 0,-1-1 0,1 1 0,0-1 0,0 1 0,0 0 0,0-1 0,0 1 0,0 0 0,0-1 0,0 1 0,0 0 0,1-1 0,-1 1 0,0-1 0,0 1 0,1 0 0,-1-1 0,0 1 0,0-1 0,1 1 0,-1-1 0,1 1 0,-1-1 0,1 1 0,-1-1 0,0 1 0,1-1 0,0 1 0,4 3 0,1-1 0,-1 1 0,1-1 0,0 0 0,0 0 0,0-1 0,0 0 0,7 2 0,54 9 0,-62-12 0,1 0 0,0 0 0,1-1 0,-1 1 0,1-2 0,-1 1 0,0 0 0,1-1 0,-1 0 0,0-1 0,1 0 0,-1 0 0,0 0 0,6-3 0,-9 3 0,0 0 0,0 0 0,-1 0 0,1 0 0,0-1 0,-1 1 0,1-1 0,-1 0 0,0 0 0,0 1 0,0-1 0,0-1 0,-1 1 0,1 0 0,-1 0 0,0-1 0,0 1 0,0 0 0,0-1 0,-1 1 0,1-1 0,-1 1 0,0-1 0,0-6 0,-1-2 0,-1-1 0,0 1 0,-1 0 0,0 0 0,-1 0 0,0 0 0,-11-21 0,11 26 0,0 0 0,0 0 0,0 1 0,-1-1 0,0 1 0,-1 0 0,1 0 0,-1 1 0,0 0 0,-1 0 0,1 0 0,-1 1 0,-9-5 0,15 9 0,-1-1 0,0 0 0,0 1 0,0-1 0,1 1 0,-1-1 0,0 1 0,0 0 0,0 0 0,0 0 0,0 0 0,0 0 0,1 0 0,-1 1 0,0-1 0,0 1 0,0-1 0,1 1 0,-4 1 0,2 0 0,1-1 0,-1 1 0,1 0 0,0 1 0,-1-1 0,1 0 0,0 1 0,0-1 0,0 1 0,-2 4 0,-1 4 0,0 1 0,1-1 0,0 1 0,-4 23 0,4-10 0,1 1 0,1 0 0,1 0 0,1 0 0,5 42 0,-3-54 0,1 1 0,1-1 0,0 0 0,1 0 0,0 0 0,1 0 0,1-1 0,0 0 0,0-1 0,2 1 0,12 14 0,-17-22 0,1 0 0,0-1 0,0 0 0,0 1 0,1-2 0,-1 1 0,1-1 0,0 0 0,0 0 0,0 0 0,0-1 0,0 0 0,1 0 0,-1-1 0,1 0 0,-1 0 0,1 0 0,0-1 0,-1 0 0,1 0 0,0 0 0,-1-1 0,8-2 0,-4 0 0,-1 0 0,1 0 0,-1-1 0,0 0 0,0-1 0,0 0 0,0 0 0,-1-1 0,0 0 0,0-1 0,-1 1 0,0-2 0,0 1 0,10-14 0,-2-3 0,-1 0 0,-1 0 0,-1-2 0,15-46 0,-13 22 0,14-83 0,-27 124 0,0 1 0,0 0 0,1 0 0,4-12 0,-6 20 0,0 0 0,0 0 0,0 0 0,0 0 0,0 0 0,0 0 0,0 0 0,0 0 0,0 0 0,0 0 0,0 1 0,0-1 0,0 0 0,0 0 0,0 0 0,0 0 0,0 0 0,0 0 0,0 0 0,1 0 0,-1 0 0,0 0 0,0 0 0,0 0 0,0 0 0,0 0 0,0 0 0,0 0 0,0 0 0,0 0 0,0 0 0,0 0 0,0 0 0,0 0 0,0 0 0,0 0 0,0 0 0,0 0 0,0 0 0,0 0 0,0 0 0,0 0 0,1 0 0,-1 0 0,0 10 0,-1 15 0,-6 40 0,3-1 0,6 98 0,0-150 0,0 0 0,0 0 0,1 0 0,0 0 0,1 0 0,11 21 0,-14-31 0,1 1 0,-1-1 0,0 1 0,1-1 0,0 1 0,-1-1 0,1 0 0,0 0 0,0 0 0,1 0 0,-1 0 0,0-1 0,0 1 0,1-1 0,-1 1 0,1-1 0,-1 0 0,1 0 0,0 0 0,0 0 0,-1 0 0,1-1 0,0 1 0,0-1 0,0 0 0,-1 0 0,1 0 0,0 0 0,0 0 0,0-1 0,0 1 0,-1-1 0,1 0 0,0 0 0,3-1 0,2-3 0,0 1 0,-1-1 0,0 0 0,0 0 0,0-1 0,0 0 0,-1-1 0,0 1 0,9-14 0,5-10 0,17-33 0,-26 43 0,11-24 0,-17 31 0,0 1 0,2 0 0,-1 0 0,15-17 0,-21 29 0,0-1 0,0 1 0,0 0 0,0 0 0,1-1 0,-1 1 0,0 0 0,0 0 0,0 0 0,1-1 0,-1 1 0,0 0 0,0 0 0,0 0 0,1 0 0,-1 0 0,0 0 0,0-1 0,1 1 0,-1 0 0,0 0 0,0 0 0,1 0 0,-1 0 0,0 0 0,1 0 0,-1 0 0,0 0 0,0 0 0,1 0 0,-1 0 0,0 0 0,0 0 0,1 0 0,-1 1 0,0-1 0,0 0 0,1 0 0,-1 0 0,0 0 0,0 0 0,1 1 0,-1-1 0,0 0 0,0 0 0,0 0 0,0 1 0,1-1 0,-1 0 0,0 0 0,0 0 0,0 1 0,0-1 0,0 0 0,0 0 0,0 1 0,1-1 0,-1 0 0,0 1 0,0-1 0,0 0 0,0 1 0,2 18 0,-1-18 0,0 27 0,0-3 0,0-1 0,2 1 0,7 29 0,-8-48 0,0 0 0,0 0 0,0 0 0,0 0 0,1 0 0,0-1 0,1 1 0,-1-1 0,1 0 0,0 0 0,0 0 0,0-1 0,1 1 0,0-1 0,-1 0 0,2 0 0,9 6 0,-10-9 0,-1 1 0,0-1 0,0 1 0,1-1 0,-1 0 0,0-1 0,1 1 0,-1-1 0,1 0 0,-1 0 0,1 0 0,-1-1 0,1 1 0,-1-1 0,1 0 0,-1 0 0,0-1 0,0 0 0,0 1 0,0-1 0,0 0 0,0-1 0,0 1 0,6-6 0,5-5 0,-1 0 0,-1-1 0,0-1 0,15-23 0,-16 22 0,-2 0 0,0-1 0,-1-1 0,12-33 0,-17 39 0,0-1 0,-1 1 0,-1-1 0,0 1 0,0-1 0,-2 0 0,1 0 0,-3-18 0,2 29 9,0-1-1,-1 1 1,1 0-1,-1-1 1,0 1-1,1 0 1,-1-1 0,0 1-1,-1 0 1,1 0-1,0 0 1,0 0-1,-1 0 1,1 0-1,-1 0 1,0 0-1,1 1 1,-1-1-1,-3-1 1,2 1 3,0 1 0,0 0 0,0 0 1,0 0-1,0 0 0,0 1 0,0-1 0,-1 1 1,1 0-1,0 0 0,0 0 0,0 0 0,-4 1 1,-3 1-227,0 0 1,0 1 0,0 1-1,0-1 1,1 2 0,-1-1-1,-16 12 1,8-2-6613</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12.354"/>
    </inkml:context>
    <inkml:brush xml:id="br0">
      <inkml:brushProperty name="width" value="0.05" units="cm"/>
      <inkml:brushProperty name="height" value="0.05" units="cm"/>
      <inkml:brushProperty name="color" value="#FFFFFF"/>
    </inkml:brush>
  </inkml:definitions>
  <inkml:trace contextRef="#ctx0" brushRef="#br0">333 303 24575,'8'-9'0,"0"-1"0,-1 0 0,-1-1 0,1 1 0,6-17 0,7-13 0,-18 37 0,0 0 0,0 0 0,0 0 0,0 0 0,-1-1 0,1 1 0,-1-1 0,0 1 0,0-1 0,-1 0 0,1 1 0,-1-1 0,1 0 0,-1 1 0,-1-1 0,1 0 0,0 0 0,-1 1 0,1-1 0,-1 1 0,0-1 0,-1 1 0,1-1 0,0 1 0,-1-1 0,0 1 0,0 0 0,0 0 0,0 0 0,0 0 0,-1 0 0,1 1 0,-1-1 0,0 1 0,-4-3 0,-2-3 0,0 1 0,0 1 0,-1-1 0,0 2 0,0 0 0,-1 0 0,0 0 0,0 1 0,0 1 0,0 0 0,0 1 0,-1 0 0,1 0 0,-17 1 0,20 1 0,-1 1 0,1-1 0,0 2 0,0-1 0,0 1 0,-1 0 0,2 1 0,-1 0 0,0 0 0,1 1 0,-1 0 0,1 0 0,0 1 0,0 0 0,1 0 0,0 0 0,0 1 0,0 0 0,0 0 0,-8 13 0,7-7 0,0 1 0,1 0 0,1 0 0,0 0 0,1 1 0,0 0 0,1 0 0,0 0 0,1 0 0,1 0 0,1 27 0,0-32 0,1 1 0,0-1 0,0 0 0,1 0 0,0 0 0,0 0 0,1 0 0,1 0 0,-1-1 0,1 1 0,1-1 0,-1 0 0,1 0 0,1-1 0,0 1 0,0-1 0,0-1 0,1 1 0,7 5 0,-9-8 0,0-1 0,0 0 0,1 0 0,-1-1 0,0 0 0,1 0 0,0 0 0,-1 0 0,1-1 0,0 0 0,0 0 0,0-1 0,0 0 0,0 0 0,8-1 0,-5-1 0,0 0 0,-1 0 0,0-1 0,0 0 0,0 0 0,0-1 0,0-1 0,-1 1 0,12-9 0,-1-3 0,0-1 0,0-1 0,-2 0 0,0-1 0,-1-1 0,18-32 0,36-83 0,-69 134 0,1 0 0,0-1 0,-1 1 0,1 0 0,0 0 0,0 0 0,0 0 0,-1 0 0,1 0 0,0 1 0,0-1 0,2-1 0,-3 2 0,1 0 0,-1 0 0,0 0 0,1 0 0,-1 0 0,0 0 0,0 0 0,1 0 0,-1 0 0,0 0 0,0 0 0,1 0 0,-1 0 0,0 0 0,0 0 0,1 1 0,-1-1 0,0 0 0,0 0 0,1 0 0,-1 0 0,0 1 0,0-1 0,0 0 0,0 0 0,1 0 0,-1 1 0,0-1 0,0 0 0,0 0 0,0 1 0,0-1 0,0 0 0,1 1 0,0 4 0,0 0 0,0 0 0,0 0 0,-1 0 0,1 5 0,2 120 0,14 168 0,-6-233 0,-6-40 0,-1 1 0,1 50 0,-5-74 0,0 1 0,0-1 0,0 1 0,0-1 0,-1 1 0,1-1 0,-1 0 0,0 1 0,0-1 0,0 0 0,0 0 0,0 1 0,0-1 0,0 0 0,-1 0 0,1 0 0,-1 0 0,1-1 0,-4 4 0,2-3 0,0-1 0,1 0 0,-1 0 0,1 0 0,-1 0 0,0 0 0,0-1 0,0 1 0,1-1 0,-1 0 0,0 0 0,0 0 0,0 0 0,-4-1 0,-5-1 0,-1-1 0,1 0 0,0-1 0,0-1 0,1 0 0,-16-10 0,15 8 0,0 0 0,1-2 0,0 1 0,1-2 0,0 1 0,0-1 0,1-1 0,0 0 0,1 0 0,0 0 0,-6-14 0,12 21 0,0-1 0,0 1 0,0-1 0,0 0 0,1 0 0,-1 0 0,1 0 0,1 0 0,-1 0 0,1 0 0,0 0 0,0 0 0,0 0 0,1 0 0,-1 0 0,1 0 0,0 0 0,1 0 0,-1 0 0,1 0 0,0 1 0,1-1 0,-1 1 0,1-1 0,-1 1 0,1 0 0,1 0 0,-1 0 0,0 0 0,1 1 0,0 0 0,0-1 0,4-2 0,4-2 53,1 1-1,-1 0 0,1 1 1,1 0-1,16-5 0,72-15-653,-61 17-477,-6 0-5748</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12.558"/>
    </inkml:context>
    <inkml:brush xml:id="br0">
      <inkml:brushProperty name="width" value="0.05" units="cm"/>
      <inkml:brushProperty name="height" value="0.05" units="cm"/>
      <inkml:brushProperty name="color" value="#FFFFFF"/>
    </inkml:brush>
  </inkml:definitions>
  <inkml:trace contextRef="#ctx0" brushRef="#br0">19 65 24575,'0'-6'0,"-3"-6"0,-1-3 0,0-2 0,0 4 0,2 11 0,1 12 0,3 11 0,5 11 0,1 9 0,3 4 0,-2 4 0,2-1 0,-1-2 0,-3-2 0,-2-6 0,-2-10-8191</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12.712"/>
    </inkml:context>
    <inkml:brush xml:id="br0">
      <inkml:brushProperty name="width" value="0.05" units="cm"/>
      <inkml:brushProperty name="height" value="0.05" units="cm"/>
      <inkml:brushProperty name="color" value="#FFFFFF"/>
    </inkml:brush>
  </inkml:definitions>
  <inkml:trace contextRef="#ctx0" brushRef="#br0">38 130 24575,'0'-10'0,"-3"-8"0,-1-9 0,1-1 0,-4 3 0,1 9 0,1 10 0,1 10 0,1 7 0,2 4 0,0 0-8191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12.897"/>
    </inkml:context>
    <inkml:brush xml:id="br0">
      <inkml:brushProperty name="width" value="0.05" units="cm"/>
      <inkml:brushProperty name="height" value="0.05" units="cm"/>
      <inkml:brushProperty name="color" value="#FFFFFF"/>
    </inkml:brush>
  </inkml:definitions>
  <inkml:trace contextRef="#ctx0" brushRef="#br0">0 0 24575,'3'3'0,"1"4"0,0 7 0,2 8 0,1 6 0,-2 7 0,-1 8 0,-1 8 0,-2 5 0,3 6 0,0 1 0,0 0 0,-1-3 0,-1-4 0,2-5 0,1-6 0,-1-11-8191</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09:13.068"/>
    </inkml:context>
    <inkml:brush xml:id="br0">
      <inkml:brushProperty name="width" value="0.05" units="cm"/>
      <inkml:brushProperty name="height" value="0.05" units="cm"/>
      <inkml:brushProperty name="color" value="#FFFFFF"/>
    </inkml:brush>
  </inkml:definitions>
  <inkml:trace contextRef="#ctx0" brushRef="#br0">0 77 24575,'0'-6'0,"0"-6"0,3-3 0,5 1 0,6 2 0,4 4 0,6 2 0,4 4 0,7 1 0,4 1 0,2 3 0,-1 2 0,-6 0-8191</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10:11.154"/>
    </inkml:context>
    <inkml:brush xml:id="br0">
      <inkml:brushProperty name="width" value="0.05" units="cm"/>
      <inkml:brushProperty name="height" value="0.05" units="cm"/>
      <inkml:brushProperty name="color" value="#FFFFFF"/>
    </inkml:brush>
  </inkml:definitions>
  <inkml:trace contextRef="#ctx0" brushRef="#br0">0 9072 24575,'0'-3'0,"1"1"0,-1 0 0,0-1 0,1 1 0,0-1 0,0 1 0,0 0 0,0 0 0,0 0 0,0-1 0,0 1 0,1 0 0,2-3 0,6-9 0,86-144 0,-9 7 0,24-57-342,18-55-1026,621-1137-2023,-339 783 2785,-298 474 231,5 4 1,147-130-1,254-151 25,32 38 134,-456 318 19,289-197-196,726-480-746,46 57 588,769-190-1313,-1347 657 953,47-17 389,1269-510-1656,-1137 442 1822,-182 79 337,-60 41-57,-58 42 184,-52 39 401,-181 60 715,407-23 0,221 68 1033,-277 19 4559,-566-23-6528,-2 0 110,0 1 0,0-1 0,-1 1-1,14 4 1,-69-7-582,13-5-6635</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10:11.889"/>
    </inkml:context>
    <inkml:brush xml:id="br0">
      <inkml:brushProperty name="width" value="0.05" units="cm"/>
      <inkml:brushProperty name="height" value="0.05" units="cm"/>
      <inkml:brushProperty name="color" value="#FFFFFF"/>
    </inkml:brush>
  </inkml:definitions>
  <inkml:trace contextRef="#ctx0" brushRef="#br0">224 1 24575,'15'1'0,"0"0"0,0 0 0,-1 2 0,28 8 0,55 26 0,-59-21 0,619 228 0,-640-239 0,-13-4 0,0 0 0,-1 0 0,1 0 0,0 1 0,0-1 0,0 1 0,-1 0 0,1 0 0,-1 1 0,0-1 0,4 4 0,-7-6 0,0 0 0,0 0 0,0 0 0,0 1 0,0-1 0,0 0 0,0 0 0,0 0 0,0 1 0,0-1 0,0 0 0,0 0 0,0 1 0,0-1 0,0 0 0,0 0 0,0 0 0,0 1 0,0-1 0,0 0 0,0 0 0,0 0 0,0 0 0,0 1 0,-1-1 0,1 0 0,0 0 0,0 0 0,0 0 0,0 1 0,0-1 0,-1 0 0,1 0 0,0 0 0,0 0 0,0 0 0,-1 0 0,1 0 0,0 1 0,0-1 0,0 0 0,-1 0 0,1 0 0,0 0 0,0 0 0,0 0 0,-1 0 0,1 0 0,0 0 0,-135 37 0,14-6 0,-16 16 0,-97 29 0,-204 21 0,417-93 0,-29 6-1365,10-4-5461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10:18.240"/>
    </inkml:context>
    <inkml:brush xml:id="br0">
      <inkml:brushProperty name="width" value="0.05" units="cm"/>
      <inkml:brushProperty name="height" value="0.05" units="cm"/>
      <inkml:brushProperty name="color" value="#FFFFFF"/>
    </inkml:brush>
  </inkml:definitions>
  <inkml:trace contextRef="#ctx0" brushRef="#br0">57 252 24575,'76'217'0,"-65"-174"0,-2 1 0,-2-1 0,2 53 0,-10 129 0,0-48 0,-6-311 0,-5 0 0,-7 1 0,-46-176 0,59 288 0,-13-49 0,-18-141 0,36 205 0,1 0 0,0 0 0,0 1 0,0-1 0,3-12 0,-3 17 0,1-1 0,0 0 0,-1 0 0,1 1 0,0-1 0,0 1 0,0-1 0,0 1 0,0-1 0,0 1 0,1-1 0,-1 1 0,0 0 0,1 0 0,-1-1 0,1 1 0,-1 0 0,1 1 0,0-1 0,-1 0 0,1 0 0,3 0 0,5-1 0,0 0 0,0 0 0,0 2 0,0-1 0,1 1 0,-1 0 0,18 4 0,74 18 0,-86-18 0,38 10 0,238 72 0,-287-84 0,1 0 0,-1 0 0,1 1 0,-1 0 0,0 0 0,0 0 0,0 1 0,0 0 0,-1 0 0,6 6 0,-8-8 0,-1 1 0,1-1 0,-1 1 0,0-1 0,0 1 0,0 0 0,0-1 0,0 1 0,-1 0 0,1 0 0,-1-1 0,1 1 0,-1 0 0,0 0 0,0 0 0,-1 0 0,1 0 0,-1-1 0,1 1 0,-1 0 0,0 0 0,0-1 0,-1 4 0,-3 5 0,-1-1 0,0 0 0,0-1 0,-1 0 0,0 0 0,0 0 0,-1-1 0,-12 10 0,-78 56 0,80-62 0,-230 145 0,242-153 39,1-2-180,0 1 1,1 0 0,-1-1-1,0 0 1,0 0-1,0 0 1,-1-1 0,1 1-1,-7 0 1,-6-5-6686</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10:18.637"/>
    </inkml:context>
    <inkml:brush xml:id="br0">
      <inkml:brushProperty name="width" value="0.05" units="cm"/>
      <inkml:brushProperty name="height" value="0.05" units="cm"/>
      <inkml:brushProperty name="color" value="#FFFFFF"/>
    </inkml:brush>
  </inkml:definitions>
  <inkml:trace contextRef="#ctx0" brushRef="#br0">1 0 24575,'0'192'0,"1"232"0,-1-389 0,3 0 0,0 0 0,3 0 0,0-1 0,3 1 0,0-2 0,3 1 0,0-2 0,34 62 0,-41-86 0,0 0 0,1 0 0,0-1 0,0 0 0,0 0 0,1 0 0,0-1 0,0 0 0,1 0 0,13 7 0,-8-7 0,0 0 0,0-2 0,0 1 0,0-2 0,1 0 0,23 3 0,61 1 0,114-7 0,-169-2-341,-1-1 0,1-3-1,42-10 1,3-10-6485</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2T10:10:19.039"/>
    </inkml:context>
    <inkml:brush xml:id="br0">
      <inkml:brushProperty name="width" value="0.05" units="cm"/>
      <inkml:brushProperty name="height" value="0.05" units="cm"/>
      <inkml:brushProperty name="color" value="#FFFFFF"/>
    </inkml:brush>
  </inkml:definitions>
  <inkml:trace contextRef="#ctx0" brushRef="#br0">0 0 24575,'18'33'0,"2"-2"0,47 58 0,-61-81 0,41 50 0,116 157 0,-144-185 0,0 1 0,-2 1 0,-2 0 0,-1 1 0,15 50 0,-25-69 0,-1 0 0,0 0 0,-1 0 0,-1 0 0,0 1 0,-1-1 0,-1 0 0,-3 26 0,2-36 0,0 1 0,0 0 0,0-1 0,-1 1 0,1-1 0,-1 0 0,0 0 0,0 0 0,-1 0 0,1 0 0,-1-1 0,0 1 0,1-1 0,-2 0 0,1 0 0,-8 3 0,-5 3 0,0-2 0,0 0 0,-20 5 0,4-3-1365,5-3-5461</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7-30T04:39:20.085"/>
    </inkml:context>
    <inkml:brush xml:id="br0">
      <inkml:brushProperty name="width" value="0.05" units="cm"/>
      <inkml:brushProperty name="height" value="0.05" units="cm"/>
    </inkml:brush>
  </inkml:definitions>
  <inkml:trace contextRef="#ctx0" brushRef="#br0">11 31 24575,'-1'0'0,"1"0"0,0 0 0,0 0 0,-1 1 0,1-1 0,0 0 0,0 0 0,-1 0 0,1 0 0,0 0 0,-1 0 0,1 0 0,0 0 0,0 0 0,-1 0 0,1 0 0,0 0 0,0 0 0,-1 0 0,1 0 0,0 0 0,-1 0 0,1 0 0,0-1 0,0 1 0,-1 0 0,1 0 0,0 0 0,0 0 0,-1-1 0,1 1 0,0 0 0,0 0 0,0 0 0,0-1 0,-1 1 0,1 0 0,0 0 0,0-1 0,0 1 0,0 0 0,0 0 0,0-1 0,-1 1 0,1 0 0,0 0 0,0-1 0,0 1 0,0 0 0,0-1 0,0 1 0,0 0 0,0 0 0,0-1 0,1 1 0,-1 0 0,0-1 0,0 1 0,0 0 0,0 0 0,0-1 0,0 1 0,1 0 0,0-2 0,0 1 0,0 0 0,0 0 0,0 0 0,0 0 0,0 1 0,0-1 0,0 0 0,1 0 0,-1 1 0,0-1 0,3 0 0,23-3 0,0 0 0,0 2 0,54 4 0,-30-1 0,463 0-1365,-471-1-5461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7-30T04:39:20.086"/>
    </inkml:context>
    <inkml:brush xml:id="br0">
      <inkml:brushProperty name="width" value="0.05" units="cm"/>
      <inkml:brushProperty name="height" value="0.05" units="cm"/>
    </inkml:brush>
  </inkml:definitions>
  <inkml:trace contextRef="#ctx0" brushRef="#br0">1 29 24575,'5'0'0,"6"0"0,6 0 0,9 0 0,5 0 0,6 0 0,7 0 0,4-5 0,9-1 0,3 0 0,6 1 0,1 2 0,-2 1 0,-7 1 0,-13 0-8191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2-29T05:49:54.250"/>
    </inkml:context>
    <inkml:brush xml:id="br0">
      <inkml:brushProperty name="width" value="0.05" units="cm"/>
      <inkml:brushProperty name="height" value="0.05" units="cm"/>
      <inkml:brushProperty name="color" value="#F6630D"/>
    </inkml:brush>
  </inkml:definitions>
  <inkml:trace contextRef="#ctx0" brushRef="#br0">1 3 24575,'3'-3'0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3/2/2026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3/2/2026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3/2/2026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it-scm.co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17" Type="http://schemas.openxmlformats.org/officeDocument/2006/relationships/customXml" Target="../ink/ink58.xml"/><Relationship Id="rId299" Type="http://schemas.openxmlformats.org/officeDocument/2006/relationships/customXml" Target="../ink/ink150.xml"/><Relationship Id="rId21" Type="http://schemas.openxmlformats.org/officeDocument/2006/relationships/customXml" Target="../ink/ink10.xml"/><Relationship Id="rId63" Type="http://schemas.openxmlformats.org/officeDocument/2006/relationships/customXml" Target="../ink/ink31.xml"/><Relationship Id="rId159" Type="http://schemas.openxmlformats.org/officeDocument/2006/relationships/customXml" Target="../ink/ink79.xml"/><Relationship Id="rId170" Type="http://schemas.openxmlformats.org/officeDocument/2006/relationships/image" Target="../media/image88.png"/><Relationship Id="rId226" Type="http://schemas.openxmlformats.org/officeDocument/2006/relationships/customXml" Target="../ink/ink113.xml"/><Relationship Id="rId268" Type="http://schemas.openxmlformats.org/officeDocument/2006/relationships/customXml" Target="../ink/ink134.xml"/><Relationship Id="rId32" Type="http://schemas.openxmlformats.org/officeDocument/2006/relationships/image" Target="../media/image19.png"/><Relationship Id="rId74" Type="http://schemas.openxmlformats.org/officeDocument/2006/relationships/image" Target="../media/image40.png"/><Relationship Id="rId128" Type="http://schemas.openxmlformats.org/officeDocument/2006/relationships/image" Target="../media/image67.png"/><Relationship Id="rId5" Type="http://schemas.openxmlformats.org/officeDocument/2006/relationships/customXml" Target="../ink/ink2.xml"/><Relationship Id="rId181" Type="http://schemas.openxmlformats.org/officeDocument/2006/relationships/image" Target="../media/image93.png"/><Relationship Id="rId237" Type="http://schemas.openxmlformats.org/officeDocument/2006/relationships/image" Target="../media/image121.png"/><Relationship Id="rId279" Type="http://schemas.openxmlformats.org/officeDocument/2006/relationships/image" Target="../media/image142.png"/><Relationship Id="rId43" Type="http://schemas.openxmlformats.org/officeDocument/2006/relationships/customXml" Target="../ink/ink21.xml"/><Relationship Id="rId139" Type="http://schemas.openxmlformats.org/officeDocument/2006/relationships/customXml" Target="../ink/ink69.xml"/><Relationship Id="rId290" Type="http://schemas.openxmlformats.org/officeDocument/2006/relationships/image" Target="../media/image147.png"/><Relationship Id="rId304" Type="http://schemas.openxmlformats.org/officeDocument/2006/relationships/image" Target="../media/image154.png"/><Relationship Id="rId85" Type="http://schemas.openxmlformats.org/officeDocument/2006/relationships/customXml" Target="../ink/ink42.xml"/><Relationship Id="rId150" Type="http://schemas.openxmlformats.org/officeDocument/2006/relationships/image" Target="../media/image78.png"/><Relationship Id="rId192" Type="http://schemas.openxmlformats.org/officeDocument/2006/relationships/customXml" Target="../ink/ink96.xml"/><Relationship Id="rId206" Type="http://schemas.openxmlformats.org/officeDocument/2006/relationships/customXml" Target="../ink/ink103.xml"/><Relationship Id="rId248" Type="http://schemas.openxmlformats.org/officeDocument/2006/relationships/customXml" Target="../ink/ink124.xml"/><Relationship Id="rId12" Type="http://schemas.openxmlformats.org/officeDocument/2006/relationships/image" Target="../media/image9.png"/><Relationship Id="rId108" Type="http://schemas.openxmlformats.org/officeDocument/2006/relationships/image" Target="../media/image57.png"/><Relationship Id="rId315" Type="http://schemas.openxmlformats.org/officeDocument/2006/relationships/customXml" Target="../ink/ink158.xml"/><Relationship Id="rId54" Type="http://schemas.openxmlformats.org/officeDocument/2006/relationships/image" Target="../media/image30.png"/><Relationship Id="rId96" Type="http://schemas.openxmlformats.org/officeDocument/2006/relationships/image" Target="../media/image51.png"/><Relationship Id="rId161" Type="http://schemas.openxmlformats.org/officeDocument/2006/relationships/customXml" Target="../ink/ink80.xml"/><Relationship Id="rId217" Type="http://schemas.openxmlformats.org/officeDocument/2006/relationships/image" Target="../media/image111.png"/><Relationship Id="rId259" Type="http://schemas.openxmlformats.org/officeDocument/2006/relationships/image" Target="../media/image132.png"/><Relationship Id="rId23" Type="http://schemas.openxmlformats.org/officeDocument/2006/relationships/customXml" Target="../ink/ink11.xml"/><Relationship Id="rId119" Type="http://schemas.openxmlformats.org/officeDocument/2006/relationships/customXml" Target="../ink/ink59.xml"/><Relationship Id="rId270" Type="http://schemas.openxmlformats.org/officeDocument/2006/relationships/customXml" Target="../ink/ink135.xml"/><Relationship Id="rId65" Type="http://schemas.openxmlformats.org/officeDocument/2006/relationships/customXml" Target="../ink/ink32.xml"/><Relationship Id="rId130" Type="http://schemas.openxmlformats.org/officeDocument/2006/relationships/image" Target="../media/image68.png"/><Relationship Id="rId172" Type="http://schemas.openxmlformats.org/officeDocument/2006/relationships/image" Target="../media/image89.png"/><Relationship Id="rId228" Type="http://schemas.openxmlformats.org/officeDocument/2006/relationships/customXml" Target="../ink/ink114.xml"/><Relationship Id="rId281" Type="http://schemas.openxmlformats.org/officeDocument/2006/relationships/image" Target="../media/image143.png"/><Relationship Id="rId34" Type="http://schemas.openxmlformats.org/officeDocument/2006/relationships/image" Target="../media/image20.png"/><Relationship Id="rId55" Type="http://schemas.openxmlformats.org/officeDocument/2006/relationships/customXml" Target="../ink/ink27.xml"/><Relationship Id="rId76" Type="http://schemas.openxmlformats.org/officeDocument/2006/relationships/image" Target="../media/image41.png"/><Relationship Id="rId97" Type="http://schemas.openxmlformats.org/officeDocument/2006/relationships/customXml" Target="../ink/ink48.xml"/><Relationship Id="rId120" Type="http://schemas.openxmlformats.org/officeDocument/2006/relationships/image" Target="../media/image63.png"/><Relationship Id="rId141" Type="http://schemas.openxmlformats.org/officeDocument/2006/relationships/customXml" Target="../ink/ink70.xml"/><Relationship Id="rId7" Type="http://schemas.openxmlformats.org/officeDocument/2006/relationships/customXml" Target="../ink/ink3.xml"/><Relationship Id="rId162" Type="http://schemas.openxmlformats.org/officeDocument/2006/relationships/image" Target="../media/image84.png"/><Relationship Id="rId183" Type="http://schemas.openxmlformats.org/officeDocument/2006/relationships/image" Target="../media/image94.png"/><Relationship Id="rId218" Type="http://schemas.openxmlformats.org/officeDocument/2006/relationships/customXml" Target="../ink/ink109.xml"/><Relationship Id="rId239" Type="http://schemas.openxmlformats.org/officeDocument/2006/relationships/image" Target="../media/image122.png"/><Relationship Id="rId250" Type="http://schemas.openxmlformats.org/officeDocument/2006/relationships/customXml" Target="../ink/ink125.xml"/><Relationship Id="rId271" Type="http://schemas.openxmlformats.org/officeDocument/2006/relationships/image" Target="../media/image138.png"/><Relationship Id="rId292" Type="http://schemas.openxmlformats.org/officeDocument/2006/relationships/image" Target="../media/image148.png"/><Relationship Id="rId306" Type="http://schemas.openxmlformats.org/officeDocument/2006/relationships/image" Target="../media/image155.png"/><Relationship Id="rId24" Type="http://schemas.openxmlformats.org/officeDocument/2006/relationships/image" Target="../media/image15.png"/><Relationship Id="rId45" Type="http://schemas.openxmlformats.org/officeDocument/2006/relationships/customXml" Target="../ink/ink22.xml"/><Relationship Id="rId66" Type="http://schemas.openxmlformats.org/officeDocument/2006/relationships/image" Target="../media/image36.png"/><Relationship Id="rId87" Type="http://schemas.openxmlformats.org/officeDocument/2006/relationships/customXml" Target="../ink/ink43.xml"/><Relationship Id="rId110" Type="http://schemas.openxmlformats.org/officeDocument/2006/relationships/image" Target="../media/image58.png"/><Relationship Id="rId131" Type="http://schemas.openxmlformats.org/officeDocument/2006/relationships/customXml" Target="../ink/ink65.xml"/><Relationship Id="rId152" Type="http://schemas.openxmlformats.org/officeDocument/2006/relationships/image" Target="../media/image79.png"/><Relationship Id="rId173" Type="http://schemas.openxmlformats.org/officeDocument/2006/relationships/customXml" Target="../ink/ink86.xml"/><Relationship Id="rId194" Type="http://schemas.openxmlformats.org/officeDocument/2006/relationships/customXml" Target="../ink/ink97.xml"/><Relationship Id="rId208" Type="http://schemas.openxmlformats.org/officeDocument/2006/relationships/customXml" Target="../ink/ink104.xml"/><Relationship Id="rId229" Type="http://schemas.openxmlformats.org/officeDocument/2006/relationships/image" Target="../media/image117.png"/><Relationship Id="rId240" Type="http://schemas.openxmlformats.org/officeDocument/2006/relationships/customXml" Target="../ink/ink120.xml"/><Relationship Id="rId261" Type="http://schemas.openxmlformats.org/officeDocument/2006/relationships/image" Target="../media/image133.png"/><Relationship Id="rId14" Type="http://schemas.openxmlformats.org/officeDocument/2006/relationships/image" Target="../media/image10.png"/><Relationship Id="rId35" Type="http://schemas.openxmlformats.org/officeDocument/2006/relationships/customXml" Target="../ink/ink17.xml"/><Relationship Id="rId56" Type="http://schemas.openxmlformats.org/officeDocument/2006/relationships/image" Target="../media/image31.png"/><Relationship Id="rId77" Type="http://schemas.openxmlformats.org/officeDocument/2006/relationships/customXml" Target="../ink/ink38.xml"/><Relationship Id="rId100" Type="http://schemas.openxmlformats.org/officeDocument/2006/relationships/image" Target="../media/image53.png"/><Relationship Id="rId282" Type="http://schemas.openxmlformats.org/officeDocument/2006/relationships/customXml" Target="../ink/ink141.xml"/><Relationship Id="rId317" Type="http://schemas.openxmlformats.org/officeDocument/2006/relationships/customXml" Target="../ink/ink159.xml"/><Relationship Id="rId8" Type="http://schemas.openxmlformats.org/officeDocument/2006/relationships/image" Target="../media/image7.png"/><Relationship Id="rId98" Type="http://schemas.openxmlformats.org/officeDocument/2006/relationships/image" Target="../media/image52.png"/><Relationship Id="rId121" Type="http://schemas.openxmlformats.org/officeDocument/2006/relationships/customXml" Target="../ink/ink60.xml"/><Relationship Id="rId142" Type="http://schemas.openxmlformats.org/officeDocument/2006/relationships/image" Target="../media/image74.png"/><Relationship Id="rId163" Type="http://schemas.openxmlformats.org/officeDocument/2006/relationships/customXml" Target="../ink/ink81.xml"/><Relationship Id="rId184" Type="http://schemas.openxmlformats.org/officeDocument/2006/relationships/customXml" Target="../ink/ink92.xml"/><Relationship Id="rId219" Type="http://schemas.openxmlformats.org/officeDocument/2006/relationships/image" Target="../media/image112.png"/><Relationship Id="rId230" Type="http://schemas.openxmlformats.org/officeDocument/2006/relationships/customXml" Target="../ink/ink115.xml"/><Relationship Id="rId251" Type="http://schemas.openxmlformats.org/officeDocument/2006/relationships/image" Target="../media/image128.png"/><Relationship Id="rId25" Type="http://schemas.openxmlformats.org/officeDocument/2006/relationships/customXml" Target="../ink/ink12.xml"/><Relationship Id="rId46" Type="http://schemas.openxmlformats.org/officeDocument/2006/relationships/image" Target="../media/image26.png"/><Relationship Id="rId67" Type="http://schemas.openxmlformats.org/officeDocument/2006/relationships/customXml" Target="../ink/ink33.xml"/><Relationship Id="rId272" Type="http://schemas.openxmlformats.org/officeDocument/2006/relationships/customXml" Target="../ink/ink136.xml"/><Relationship Id="rId293" Type="http://schemas.openxmlformats.org/officeDocument/2006/relationships/customXml" Target="../ink/ink147.xml"/><Relationship Id="rId307" Type="http://schemas.openxmlformats.org/officeDocument/2006/relationships/customXml" Target="../ink/ink154.xml"/><Relationship Id="rId88" Type="http://schemas.openxmlformats.org/officeDocument/2006/relationships/image" Target="../media/image47.png"/><Relationship Id="rId111" Type="http://schemas.openxmlformats.org/officeDocument/2006/relationships/customXml" Target="../ink/ink55.xml"/><Relationship Id="rId132" Type="http://schemas.openxmlformats.org/officeDocument/2006/relationships/image" Target="../media/image69.png"/><Relationship Id="rId153" Type="http://schemas.openxmlformats.org/officeDocument/2006/relationships/customXml" Target="../ink/ink76.xml"/><Relationship Id="rId174" Type="http://schemas.openxmlformats.org/officeDocument/2006/relationships/image" Target="../media/image90.png"/><Relationship Id="rId195" Type="http://schemas.openxmlformats.org/officeDocument/2006/relationships/image" Target="../media/image100.png"/><Relationship Id="rId209" Type="http://schemas.openxmlformats.org/officeDocument/2006/relationships/image" Target="../media/image107.png"/><Relationship Id="rId220" Type="http://schemas.openxmlformats.org/officeDocument/2006/relationships/customXml" Target="../ink/ink110.xml"/><Relationship Id="rId241" Type="http://schemas.openxmlformats.org/officeDocument/2006/relationships/image" Target="../media/image123.png"/><Relationship Id="rId15" Type="http://schemas.openxmlformats.org/officeDocument/2006/relationships/customXml" Target="../ink/ink7.xml"/><Relationship Id="rId36" Type="http://schemas.openxmlformats.org/officeDocument/2006/relationships/image" Target="../media/image21.png"/><Relationship Id="rId57" Type="http://schemas.openxmlformats.org/officeDocument/2006/relationships/customXml" Target="../ink/ink28.xml"/><Relationship Id="rId262" Type="http://schemas.openxmlformats.org/officeDocument/2006/relationships/customXml" Target="../ink/ink131.xml"/><Relationship Id="rId283" Type="http://schemas.openxmlformats.org/officeDocument/2006/relationships/image" Target="../media/image144.png"/><Relationship Id="rId318" Type="http://schemas.openxmlformats.org/officeDocument/2006/relationships/image" Target="../media/image161.png"/><Relationship Id="rId78" Type="http://schemas.openxmlformats.org/officeDocument/2006/relationships/image" Target="../media/image42.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4.png"/><Relationship Id="rId143" Type="http://schemas.openxmlformats.org/officeDocument/2006/relationships/customXml" Target="../ink/ink71.xml"/><Relationship Id="rId164" Type="http://schemas.openxmlformats.org/officeDocument/2006/relationships/image" Target="../media/image85.png"/><Relationship Id="rId185" Type="http://schemas.openxmlformats.org/officeDocument/2006/relationships/image" Target="../media/image95.png"/><Relationship Id="rId9" Type="http://schemas.openxmlformats.org/officeDocument/2006/relationships/customXml" Target="../ink/ink4.xml"/><Relationship Id="rId210" Type="http://schemas.openxmlformats.org/officeDocument/2006/relationships/customXml" Target="../ink/ink105.xml"/><Relationship Id="rId26" Type="http://schemas.openxmlformats.org/officeDocument/2006/relationships/image" Target="../media/image16.png"/><Relationship Id="rId231" Type="http://schemas.openxmlformats.org/officeDocument/2006/relationships/image" Target="../media/image118.png"/><Relationship Id="rId252" Type="http://schemas.openxmlformats.org/officeDocument/2006/relationships/customXml" Target="../ink/ink126.xml"/><Relationship Id="rId273" Type="http://schemas.openxmlformats.org/officeDocument/2006/relationships/image" Target="../media/image139.png"/><Relationship Id="rId294" Type="http://schemas.openxmlformats.org/officeDocument/2006/relationships/image" Target="../media/image149.png"/><Relationship Id="rId308" Type="http://schemas.openxmlformats.org/officeDocument/2006/relationships/image" Target="../media/image156.png"/><Relationship Id="rId47" Type="http://schemas.openxmlformats.org/officeDocument/2006/relationships/customXml" Target="../ink/ink23.xml"/><Relationship Id="rId68" Type="http://schemas.openxmlformats.org/officeDocument/2006/relationships/image" Target="../media/image37.png"/><Relationship Id="rId89" Type="http://schemas.openxmlformats.org/officeDocument/2006/relationships/customXml" Target="../ink/ink44.xml"/><Relationship Id="rId112" Type="http://schemas.openxmlformats.org/officeDocument/2006/relationships/image" Target="../media/image59.png"/><Relationship Id="rId133" Type="http://schemas.openxmlformats.org/officeDocument/2006/relationships/customXml" Target="../ink/ink66.xml"/><Relationship Id="rId154" Type="http://schemas.openxmlformats.org/officeDocument/2006/relationships/image" Target="../media/image80.png"/><Relationship Id="rId175" Type="http://schemas.openxmlformats.org/officeDocument/2006/relationships/customXml" Target="../ink/ink87.xml"/><Relationship Id="rId196" Type="http://schemas.openxmlformats.org/officeDocument/2006/relationships/customXml" Target="../ink/ink98.xml"/><Relationship Id="rId200" Type="http://schemas.openxmlformats.org/officeDocument/2006/relationships/customXml" Target="../ink/ink100.xml"/><Relationship Id="rId16" Type="http://schemas.openxmlformats.org/officeDocument/2006/relationships/image" Target="../media/image11.png"/><Relationship Id="rId221" Type="http://schemas.openxmlformats.org/officeDocument/2006/relationships/image" Target="../media/image113.png"/><Relationship Id="rId242" Type="http://schemas.openxmlformats.org/officeDocument/2006/relationships/customXml" Target="../ink/ink121.xml"/><Relationship Id="rId263" Type="http://schemas.openxmlformats.org/officeDocument/2006/relationships/image" Target="../media/image134.png"/><Relationship Id="rId284" Type="http://schemas.openxmlformats.org/officeDocument/2006/relationships/customXml" Target="../ink/ink142.xml"/><Relationship Id="rId319" Type="http://schemas.openxmlformats.org/officeDocument/2006/relationships/customXml" Target="../ink/ink160.xml"/><Relationship Id="rId37" Type="http://schemas.openxmlformats.org/officeDocument/2006/relationships/customXml" Target="../ink/ink18.xml"/><Relationship Id="rId58" Type="http://schemas.openxmlformats.org/officeDocument/2006/relationships/image" Target="../media/image32.png"/><Relationship Id="rId79" Type="http://schemas.openxmlformats.org/officeDocument/2006/relationships/customXml" Target="../ink/ink39.xml"/><Relationship Id="rId102" Type="http://schemas.openxmlformats.org/officeDocument/2006/relationships/image" Target="../media/image54.png"/><Relationship Id="rId123" Type="http://schemas.openxmlformats.org/officeDocument/2006/relationships/customXml" Target="../ink/ink61.xml"/><Relationship Id="rId144" Type="http://schemas.openxmlformats.org/officeDocument/2006/relationships/image" Target="../media/image75.png"/><Relationship Id="rId90" Type="http://schemas.openxmlformats.org/officeDocument/2006/relationships/image" Target="../media/image48.png"/><Relationship Id="rId165" Type="http://schemas.openxmlformats.org/officeDocument/2006/relationships/customXml" Target="../ink/ink82.xml"/><Relationship Id="rId186" Type="http://schemas.openxmlformats.org/officeDocument/2006/relationships/customXml" Target="../ink/ink93.xml"/><Relationship Id="rId211" Type="http://schemas.openxmlformats.org/officeDocument/2006/relationships/image" Target="../media/image108.png"/><Relationship Id="rId232" Type="http://schemas.openxmlformats.org/officeDocument/2006/relationships/customXml" Target="../ink/ink116.xml"/><Relationship Id="rId253" Type="http://schemas.openxmlformats.org/officeDocument/2006/relationships/image" Target="../media/image129.png"/><Relationship Id="rId274" Type="http://schemas.openxmlformats.org/officeDocument/2006/relationships/customXml" Target="../ink/ink137.xml"/><Relationship Id="rId295" Type="http://schemas.openxmlformats.org/officeDocument/2006/relationships/customXml" Target="../ink/ink148.xml"/><Relationship Id="rId309" Type="http://schemas.openxmlformats.org/officeDocument/2006/relationships/customXml" Target="../ink/ink155.xml"/><Relationship Id="rId27" Type="http://schemas.openxmlformats.org/officeDocument/2006/relationships/customXml" Target="../ink/ink13.xml"/><Relationship Id="rId48" Type="http://schemas.openxmlformats.org/officeDocument/2006/relationships/image" Target="../media/image27.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70.png"/><Relationship Id="rId320" Type="http://schemas.openxmlformats.org/officeDocument/2006/relationships/image" Target="../media/image162.png"/><Relationship Id="rId80" Type="http://schemas.openxmlformats.org/officeDocument/2006/relationships/image" Target="../media/image43.png"/><Relationship Id="rId155" Type="http://schemas.openxmlformats.org/officeDocument/2006/relationships/customXml" Target="../ink/ink77.xml"/><Relationship Id="rId176" Type="http://schemas.openxmlformats.org/officeDocument/2006/relationships/image" Target="../media/image91.png"/><Relationship Id="rId197" Type="http://schemas.openxmlformats.org/officeDocument/2006/relationships/image" Target="../media/image101.png"/><Relationship Id="rId201" Type="http://schemas.openxmlformats.org/officeDocument/2006/relationships/image" Target="../media/image103.png"/><Relationship Id="rId222" Type="http://schemas.openxmlformats.org/officeDocument/2006/relationships/customXml" Target="../ink/ink111.xml"/><Relationship Id="rId243" Type="http://schemas.openxmlformats.org/officeDocument/2006/relationships/image" Target="../media/image124.png"/><Relationship Id="rId264" Type="http://schemas.openxmlformats.org/officeDocument/2006/relationships/customXml" Target="../ink/ink132.xml"/><Relationship Id="rId285" Type="http://schemas.openxmlformats.org/officeDocument/2006/relationships/customXml" Target="../ink/ink143.xml"/><Relationship Id="rId17" Type="http://schemas.openxmlformats.org/officeDocument/2006/relationships/customXml" Target="../ink/ink8.xml"/><Relationship Id="rId38" Type="http://schemas.openxmlformats.org/officeDocument/2006/relationships/image" Target="../media/image22.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5.png"/><Relationship Id="rId310" Type="http://schemas.openxmlformats.org/officeDocument/2006/relationships/image" Target="../media/image157.png"/><Relationship Id="rId70" Type="http://schemas.openxmlformats.org/officeDocument/2006/relationships/image" Target="../media/image38.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6.png"/><Relationship Id="rId187" Type="http://schemas.openxmlformats.org/officeDocument/2006/relationships/image" Target="../media/image96.png"/><Relationship Id="rId1" Type="http://schemas.openxmlformats.org/officeDocument/2006/relationships/slideLayout" Target="../slideLayouts/slideLayout2.xml"/><Relationship Id="rId212" Type="http://schemas.openxmlformats.org/officeDocument/2006/relationships/customXml" Target="../ink/ink106.xml"/><Relationship Id="rId233" Type="http://schemas.openxmlformats.org/officeDocument/2006/relationships/image" Target="../media/image119.png"/><Relationship Id="rId254" Type="http://schemas.openxmlformats.org/officeDocument/2006/relationships/customXml" Target="../ink/ink127.xml"/><Relationship Id="rId28" Type="http://schemas.openxmlformats.org/officeDocument/2006/relationships/image" Target="../media/image17.png"/><Relationship Id="rId49" Type="http://schemas.openxmlformats.org/officeDocument/2006/relationships/customXml" Target="../ink/ink24.xml"/><Relationship Id="rId114" Type="http://schemas.openxmlformats.org/officeDocument/2006/relationships/image" Target="../media/image60.png"/><Relationship Id="rId275" Type="http://schemas.openxmlformats.org/officeDocument/2006/relationships/image" Target="../media/image140.png"/><Relationship Id="rId296" Type="http://schemas.openxmlformats.org/officeDocument/2006/relationships/image" Target="../media/image150.png"/><Relationship Id="rId300" Type="http://schemas.openxmlformats.org/officeDocument/2006/relationships/image" Target="../media/image152.png"/><Relationship Id="rId60" Type="http://schemas.openxmlformats.org/officeDocument/2006/relationships/image" Target="../media/image33.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1.png"/><Relationship Id="rId177" Type="http://schemas.openxmlformats.org/officeDocument/2006/relationships/customXml" Target="../ink/ink88.xml"/><Relationship Id="rId198" Type="http://schemas.openxmlformats.org/officeDocument/2006/relationships/customXml" Target="../ink/ink99.xml"/><Relationship Id="rId321" Type="http://schemas.openxmlformats.org/officeDocument/2006/relationships/customXml" Target="../ink/ink161.xml"/><Relationship Id="rId202" Type="http://schemas.openxmlformats.org/officeDocument/2006/relationships/customXml" Target="../ink/ink101.xml"/><Relationship Id="rId223" Type="http://schemas.openxmlformats.org/officeDocument/2006/relationships/image" Target="../media/image114.png"/><Relationship Id="rId244" Type="http://schemas.openxmlformats.org/officeDocument/2006/relationships/customXml" Target="../ink/ink122.xml"/><Relationship Id="rId18" Type="http://schemas.openxmlformats.org/officeDocument/2006/relationships/image" Target="../media/image12.png"/><Relationship Id="rId39" Type="http://schemas.openxmlformats.org/officeDocument/2006/relationships/customXml" Target="../ink/ink19.xml"/><Relationship Id="rId265" Type="http://schemas.openxmlformats.org/officeDocument/2006/relationships/image" Target="../media/image135.png"/><Relationship Id="rId286" Type="http://schemas.openxmlformats.org/officeDocument/2006/relationships/image" Target="../media/image145.png"/><Relationship Id="rId50" Type="http://schemas.openxmlformats.org/officeDocument/2006/relationships/image" Target="../media/image28.png"/><Relationship Id="rId104" Type="http://schemas.openxmlformats.org/officeDocument/2006/relationships/image" Target="../media/image55.png"/><Relationship Id="rId125" Type="http://schemas.openxmlformats.org/officeDocument/2006/relationships/customXml" Target="../ink/ink62.xml"/><Relationship Id="rId146" Type="http://schemas.openxmlformats.org/officeDocument/2006/relationships/image" Target="../media/image76.png"/><Relationship Id="rId167" Type="http://schemas.openxmlformats.org/officeDocument/2006/relationships/customXml" Target="../ink/ink83.xml"/><Relationship Id="rId188" Type="http://schemas.openxmlformats.org/officeDocument/2006/relationships/customXml" Target="../ink/ink94.xml"/><Relationship Id="rId311" Type="http://schemas.openxmlformats.org/officeDocument/2006/relationships/customXml" Target="../ink/ink156.xml"/><Relationship Id="rId71" Type="http://schemas.openxmlformats.org/officeDocument/2006/relationships/customXml" Target="../ink/ink35.xml"/><Relationship Id="rId92" Type="http://schemas.openxmlformats.org/officeDocument/2006/relationships/image" Target="../media/image49.png"/><Relationship Id="rId213" Type="http://schemas.openxmlformats.org/officeDocument/2006/relationships/image" Target="../media/image109.png"/><Relationship Id="rId234" Type="http://schemas.openxmlformats.org/officeDocument/2006/relationships/customXml" Target="../ink/ink117.xml"/><Relationship Id="rId2" Type="http://schemas.openxmlformats.org/officeDocument/2006/relationships/image" Target="../media/image4.png"/><Relationship Id="rId29" Type="http://schemas.openxmlformats.org/officeDocument/2006/relationships/customXml" Target="../ink/ink14.xml"/><Relationship Id="rId255" Type="http://schemas.openxmlformats.org/officeDocument/2006/relationships/image" Target="../media/image130.png"/><Relationship Id="rId276" Type="http://schemas.openxmlformats.org/officeDocument/2006/relationships/customXml" Target="../ink/ink138.xml"/><Relationship Id="rId297" Type="http://schemas.openxmlformats.org/officeDocument/2006/relationships/customXml" Target="../ink/ink149.xml"/><Relationship Id="rId40" Type="http://schemas.openxmlformats.org/officeDocument/2006/relationships/image" Target="../media/image23.png"/><Relationship Id="rId115" Type="http://schemas.openxmlformats.org/officeDocument/2006/relationships/customXml" Target="../ink/ink57.xml"/><Relationship Id="rId136" Type="http://schemas.openxmlformats.org/officeDocument/2006/relationships/image" Target="../media/image71.png"/><Relationship Id="rId157" Type="http://schemas.openxmlformats.org/officeDocument/2006/relationships/customXml" Target="../ink/ink78.xml"/><Relationship Id="rId178" Type="http://schemas.openxmlformats.org/officeDocument/2006/relationships/customXml" Target="../ink/ink89.xml"/><Relationship Id="rId301" Type="http://schemas.openxmlformats.org/officeDocument/2006/relationships/customXml" Target="../ink/ink151.xml"/><Relationship Id="rId322" Type="http://schemas.openxmlformats.org/officeDocument/2006/relationships/image" Target="../media/image163.png"/><Relationship Id="rId61" Type="http://schemas.openxmlformats.org/officeDocument/2006/relationships/customXml" Target="../ink/ink30.xml"/><Relationship Id="rId82" Type="http://schemas.openxmlformats.org/officeDocument/2006/relationships/image" Target="../media/image44.png"/><Relationship Id="rId199" Type="http://schemas.openxmlformats.org/officeDocument/2006/relationships/image" Target="../media/image102.png"/><Relationship Id="rId203" Type="http://schemas.openxmlformats.org/officeDocument/2006/relationships/image" Target="../media/image104.png"/><Relationship Id="rId19" Type="http://schemas.openxmlformats.org/officeDocument/2006/relationships/customXml" Target="../ink/ink9.xml"/><Relationship Id="rId224" Type="http://schemas.openxmlformats.org/officeDocument/2006/relationships/customXml" Target="../ink/ink112.xml"/><Relationship Id="rId245" Type="http://schemas.openxmlformats.org/officeDocument/2006/relationships/image" Target="../media/image125.png"/><Relationship Id="rId266" Type="http://schemas.openxmlformats.org/officeDocument/2006/relationships/customXml" Target="../ink/ink133.xml"/><Relationship Id="rId287" Type="http://schemas.openxmlformats.org/officeDocument/2006/relationships/customXml" Target="../ink/ink144.xml"/><Relationship Id="rId30" Type="http://schemas.openxmlformats.org/officeDocument/2006/relationships/image" Target="../media/image18.png"/><Relationship Id="rId105" Type="http://schemas.openxmlformats.org/officeDocument/2006/relationships/customXml" Target="../ink/ink52.xml"/><Relationship Id="rId126" Type="http://schemas.openxmlformats.org/officeDocument/2006/relationships/image" Target="../media/image66.png"/><Relationship Id="rId147" Type="http://schemas.openxmlformats.org/officeDocument/2006/relationships/customXml" Target="../ink/ink73.xml"/><Relationship Id="rId168" Type="http://schemas.openxmlformats.org/officeDocument/2006/relationships/image" Target="../media/image87.png"/><Relationship Id="rId312" Type="http://schemas.openxmlformats.org/officeDocument/2006/relationships/image" Target="../media/image158.png"/><Relationship Id="rId51" Type="http://schemas.openxmlformats.org/officeDocument/2006/relationships/customXml" Target="../ink/ink25.xml"/><Relationship Id="rId72" Type="http://schemas.openxmlformats.org/officeDocument/2006/relationships/image" Target="../media/image39.png"/><Relationship Id="rId93" Type="http://schemas.openxmlformats.org/officeDocument/2006/relationships/customXml" Target="../ink/ink46.xml"/><Relationship Id="rId189" Type="http://schemas.openxmlformats.org/officeDocument/2006/relationships/image" Target="../media/image97.png"/><Relationship Id="rId3" Type="http://schemas.openxmlformats.org/officeDocument/2006/relationships/customXml" Target="../ink/ink1.xml"/><Relationship Id="rId214" Type="http://schemas.openxmlformats.org/officeDocument/2006/relationships/customXml" Target="../ink/ink107.xml"/><Relationship Id="rId235" Type="http://schemas.openxmlformats.org/officeDocument/2006/relationships/image" Target="../media/image120.png"/><Relationship Id="rId256" Type="http://schemas.openxmlformats.org/officeDocument/2006/relationships/customXml" Target="../ink/ink128.xml"/><Relationship Id="rId277" Type="http://schemas.openxmlformats.org/officeDocument/2006/relationships/image" Target="../media/image141.png"/><Relationship Id="rId298" Type="http://schemas.openxmlformats.org/officeDocument/2006/relationships/image" Target="../media/image151.png"/><Relationship Id="rId116" Type="http://schemas.openxmlformats.org/officeDocument/2006/relationships/image" Target="../media/image61.png"/><Relationship Id="rId137" Type="http://schemas.openxmlformats.org/officeDocument/2006/relationships/customXml" Target="../ink/ink68.xml"/><Relationship Id="rId158" Type="http://schemas.openxmlformats.org/officeDocument/2006/relationships/image" Target="../media/image82.png"/><Relationship Id="rId302" Type="http://schemas.openxmlformats.org/officeDocument/2006/relationships/image" Target="../media/image153.png"/><Relationship Id="rId20" Type="http://schemas.openxmlformats.org/officeDocument/2006/relationships/image" Target="../media/image13.png"/><Relationship Id="rId41" Type="http://schemas.openxmlformats.org/officeDocument/2006/relationships/customXml" Target="../ink/ink20.xml"/><Relationship Id="rId62" Type="http://schemas.openxmlformats.org/officeDocument/2006/relationships/image" Target="../media/image34.png"/><Relationship Id="rId83" Type="http://schemas.openxmlformats.org/officeDocument/2006/relationships/customXml" Target="../ink/ink41.xml"/><Relationship Id="rId179" Type="http://schemas.openxmlformats.org/officeDocument/2006/relationships/image" Target="../media/image92.png"/><Relationship Id="rId190" Type="http://schemas.openxmlformats.org/officeDocument/2006/relationships/customXml" Target="../ink/ink95.xml"/><Relationship Id="rId204" Type="http://schemas.openxmlformats.org/officeDocument/2006/relationships/customXml" Target="../ink/ink102.xml"/><Relationship Id="rId225" Type="http://schemas.openxmlformats.org/officeDocument/2006/relationships/image" Target="../media/image115.png"/><Relationship Id="rId246" Type="http://schemas.openxmlformats.org/officeDocument/2006/relationships/customXml" Target="../ink/ink123.xml"/><Relationship Id="rId267" Type="http://schemas.openxmlformats.org/officeDocument/2006/relationships/image" Target="../media/image136.png"/><Relationship Id="rId288" Type="http://schemas.openxmlformats.org/officeDocument/2006/relationships/image" Target="../media/image146.png"/><Relationship Id="rId106" Type="http://schemas.openxmlformats.org/officeDocument/2006/relationships/image" Target="../media/image56.png"/><Relationship Id="rId127" Type="http://schemas.openxmlformats.org/officeDocument/2006/relationships/customXml" Target="../ink/ink63.xml"/><Relationship Id="rId313" Type="http://schemas.openxmlformats.org/officeDocument/2006/relationships/customXml" Target="../ink/ink157.xml"/><Relationship Id="rId10" Type="http://schemas.openxmlformats.org/officeDocument/2006/relationships/image" Target="../media/image8.png"/><Relationship Id="rId31" Type="http://schemas.openxmlformats.org/officeDocument/2006/relationships/customXml" Target="../ink/ink15.xml"/><Relationship Id="rId52" Type="http://schemas.openxmlformats.org/officeDocument/2006/relationships/image" Target="../media/image29.png"/><Relationship Id="rId73" Type="http://schemas.openxmlformats.org/officeDocument/2006/relationships/customXml" Target="../ink/ink36.xml"/><Relationship Id="rId94" Type="http://schemas.openxmlformats.org/officeDocument/2006/relationships/image" Target="../media/image50.png"/><Relationship Id="rId148" Type="http://schemas.openxmlformats.org/officeDocument/2006/relationships/image" Target="../media/image77.png"/><Relationship Id="rId169" Type="http://schemas.openxmlformats.org/officeDocument/2006/relationships/customXml" Target="../ink/ink84.xml"/><Relationship Id="rId4" Type="http://schemas.openxmlformats.org/officeDocument/2006/relationships/image" Target="../media/image5.png"/><Relationship Id="rId180" Type="http://schemas.openxmlformats.org/officeDocument/2006/relationships/customXml" Target="../ink/ink90.xml"/><Relationship Id="rId215" Type="http://schemas.openxmlformats.org/officeDocument/2006/relationships/image" Target="../media/image110.png"/><Relationship Id="rId236" Type="http://schemas.openxmlformats.org/officeDocument/2006/relationships/customXml" Target="../ink/ink118.xml"/><Relationship Id="rId257" Type="http://schemas.openxmlformats.org/officeDocument/2006/relationships/image" Target="../media/image131.png"/><Relationship Id="rId278" Type="http://schemas.openxmlformats.org/officeDocument/2006/relationships/customXml" Target="../ink/ink139.xml"/><Relationship Id="rId303" Type="http://schemas.openxmlformats.org/officeDocument/2006/relationships/customXml" Target="../ink/ink152.xml"/><Relationship Id="rId42" Type="http://schemas.openxmlformats.org/officeDocument/2006/relationships/image" Target="../media/image24.png"/><Relationship Id="rId84" Type="http://schemas.openxmlformats.org/officeDocument/2006/relationships/image" Target="../media/image45.png"/><Relationship Id="rId138" Type="http://schemas.openxmlformats.org/officeDocument/2006/relationships/image" Target="../media/image72.png"/><Relationship Id="rId191" Type="http://schemas.openxmlformats.org/officeDocument/2006/relationships/image" Target="../media/image98.png"/><Relationship Id="rId205" Type="http://schemas.openxmlformats.org/officeDocument/2006/relationships/image" Target="../media/image105.png"/><Relationship Id="rId247" Type="http://schemas.openxmlformats.org/officeDocument/2006/relationships/image" Target="../media/image126.png"/><Relationship Id="rId107" Type="http://schemas.openxmlformats.org/officeDocument/2006/relationships/customXml" Target="../ink/ink53.xml"/><Relationship Id="rId289" Type="http://schemas.openxmlformats.org/officeDocument/2006/relationships/customXml" Target="../ink/ink145.xml"/><Relationship Id="rId11" Type="http://schemas.openxmlformats.org/officeDocument/2006/relationships/customXml" Target="../ink/ink5.xml"/><Relationship Id="rId53" Type="http://schemas.openxmlformats.org/officeDocument/2006/relationships/customXml" Target="../ink/ink26.xml"/><Relationship Id="rId149" Type="http://schemas.openxmlformats.org/officeDocument/2006/relationships/customXml" Target="../ink/ink74.xml"/><Relationship Id="rId314" Type="http://schemas.openxmlformats.org/officeDocument/2006/relationships/image" Target="../media/image159.png"/><Relationship Id="rId95" Type="http://schemas.openxmlformats.org/officeDocument/2006/relationships/customXml" Target="../ink/ink47.xml"/><Relationship Id="rId160" Type="http://schemas.openxmlformats.org/officeDocument/2006/relationships/image" Target="../media/image83.png"/><Relationship Id="rId216" Type="http://schemas.openxmlformats.org/officeDocument/2006/relationships/customXml" Target="../ink/ink108.xml"/><Relationship Id="rId258" Type="http://schemas.openxmlformats.org/officeDocument/2006/relationships/customXml" Target="../ink/ink129.xml"/><Relationship Id="rId22" Type="http://schemas.openxmlformats.org/officeDocument/2006/relationships/image" Target="../media/image14.png"/><Relationship Id="rId64" Type="http://schemas.openxmlformats.org/officeDocument/2006/relationships/image" Target="../media/image35.png"/><Relationship Id="rId118" Type="http://schemas.openxmlformats.org/officeDocument/2006/relationships/image" Target="../media/image62.png"/><Relationship Id="rId171" Type="http://schemas.openxmlformats.org/officeDocument/2006/relationships/customXml" Target="../ink/ink85.xml"/><Relationship Id="rId227" Type="http://schemas.openxmlformats.org/officeDocument/2006/relationships/image" Target="../media/image116.png"/><Relationship Id="rId269" Type="http://schemas.openxmlformats.org/officeDocument/2006/relationships/image" Target="../media/image137.png"/><Relationship Id="rId33" Type="http://schemas.openxmlformats.org/officeDocument/2006/relationships/customXml" Target="../ink/ink16.xml"/><Relationship Id="rId129" Type="http://schemas.openxmlformats.org/officeDocument/2006/relationships/customXml" Target="../ink/ink64.xml"/><Relationship Id="rId280" Type="http://schemas.openxmlformats.org/officeDocument/2006/relationships/customXml" Target="../ink/ink140.xml"/><Relationship Id="rId75" Type="http://schemas.openxmlformats.org/officeDocument/2006/relationships/customXml" Target="../ink/ink37.xml"/><Relationship Id="rId140" Type="http://schemas.openxmlformats.org/officeDocument/2006/relationships/image" Target="../media/image73.png"/><Relationship Id="rId182" Type="http://schemas.openxmlformats.org/officeDocument/2006/relationships/customXml" Target="../ink/ink91.xml"/><Relationship Id="rId6" Type="http://schemas.openxmlformats.org/officeDocument/2006/relationships/image" Target="../media/image6.png"/><Relationship Id="rId238" Type="http://schemas.openxmlformats.org/officeDocument/2006/relationships/customXml" Target="../ink/ink119.xml"/><Relationship Id="rId291" Type="http://schemas.openxmlformats.org/officeDocument/2006/relationships/customXml" Target="../ink/ink146.xml"/><Relationship Id="rId305" Type="http://schemas.openxmlformats.org/officeDocument/2006/relationships/customXml" Target="../ink/ink153.xml"/><Relationship Id="rId44" Type="http://schemas.openxmlformats.org/officeDocument/2006/relationships/image" Target="../media/image25.png"/><Relationship Id="rId86" Type="http://schemas.openxmlformats.org/officeDocument/2006/relationships/image" Target="../media/image46.png"/><Relationship Id="rId151" Type="http://schemas.openxmlformats.org/officeDocument/2006/relationships/customXml" Target="../ink/ink75.xml"/><Relationship Id="rId193" Type="http://schemas.openxmlformats.org/officeDocument/2006/relationships/image" Target="../media/image99.png"/><Relationship Id="rId207" Type="http://schemas.openxmlformats.org/officeDocument/2006/relationships/image" Target="../media/image106.png"/><Relationship Id="rId249" Type="http://schemas.openxmlformats.org/officeDocument/2006/relationships/image" Target="../media/image127.png"/><Relationship Id="rId13" Type="http://schemas.openxmlformats.org/officeDocument/2006/relationships/customXml" Target="../ink/ink6.xml"/><Relationship Id="rId109" Type="http://schemas.openxmlformats.org/officeDocument/2006/relationships/customXml" Target="../ink/ink54.xml"/><Relationship Id="rId260" Type="http://schemas.openxmlformats.org/officeDocument/2006/relationships/customXml" Target="../ink/ink130.xml"/><Relationship Id="rId316" Type="http://schemas.openxmlformats.org/officeDocument/2006/relationships/image" Target="../media/image160.png"/></Relationships>
</file>

<file path=ppt/slides/_rels/slide7.xml.rels><?xml version="1.0" encoding="UTF-8" standalone="yes"?>
<Relationships xmlns="http://schemas.openxmlformats.org/package/2006/relationships"><Relationship Id="rId117" Type="http://schemas.openxmlformats.org/officeDocument/2006/relationships/customXml" Target="../ink/ink220.xml"/><Relationship Id="rId21" Type="http://schemas.openxmlformats.org/officeDocument/2006/relationships/customXml" Target="../ink/ink172.xml"/><Relationship Id="rId42" Type="http://schemas.openxmlformats.org/officeDocument/2006/relationships/image" Target="../media/image182.png"/><Relationship Id="rId47" Type="http://schemas.openxmlformats.org/officeDocument/2006/relationships/customXml" Target="../ink/ink185.xml"/><Relationship Id="rId63" Type="http://schemas.openxmlformats.org/officeDocument/2006/relationships/customXml" Target="../ink/ink193.xml"/><Relationship Id="rId68" Type="http://schemas.openxmlformats.org/officeDocument/2006/relationships/image" Target="../media/image195.png"/><Relationship Id="rId84" Type="http://schemas.openxmlformats.org/officeDocument/2006/relationships/image" Target="../media/image203.png"/><Relationship Id="rId89" Type="http://schemas.openxmlformats.org/officeDocument/2006/relationships/customXml" Target="../ink/ink206.xml"/><Relationship Id="rId112" Type="http://schemas.openxmlformats.org/officeDocument/2006/relationships/image" Target="../media/image217.png"/><Relationship Id="rId16" Type="http://schemas.openxmlformats.org/officeDocument/2006/relationships/customXml" Target="../ink/ink169.xml"/><Relationship Id="rId107" Type="http://schemas.openxmlformats.org/officeDocument/2006/relationships/customXml" Target="../ink/ink215.xml"/><Relationship Id="rId11" Type="http://schemas.openxmlformats.org/officeDocument/2006/relationships/image" Target="../media/image167.png"/><Relationship Id="rId32" Type="http://schemas.openxmlformats.org/officeDocument/2006/relationships/image" Target="../media/image177.png"/><Relationship Id="rId37" Type="http://schemas.openxmlformats.org/officeDocument/2006/relationships/customXml" Target="../ink/ink180.xml"/><Relationship Id="rId53" Type="http://schemas.openxmlformats.org/officeDocument/2006/relationships/customXml" Target="../ink/ink188.xml"/><Relationship Id="rId58" Type="http://schemas.openxmlformats.org/officeDocument/2006/relationships/image" Target="../media/image190.png"/><Relationship Id="rId74" Type="http://schemas.openxmlformats.org/officeDocument/2006/relationships/image" Target="../media/image198.png"/><Relationship Id="rId79" Type="http://schemas.openxmlformats.org/officeDocument/2006/relationships/customXml" Target="../ink/ink201.xml"/><Relationship Id="rId102" Type="http://schemas.openxmlformats.org/officeDocument/2006/relationships/image" Target="../media/image212.png"/><Relationship Id="rId123" Type="http://schemas.openxmlformats.org/officeDocument/2006/relationships/customXml" Target="../ink/ink223.xml"/><Relationship Id="rId128" Type="http://schemas.openxmlformats.org/officeDocument/2006/relationships/image" Target="../media/image225.png"/><Relationship Id="rId5" Type="http://schemas.openxmlformats.org/officeDocument/2006/relationships/image" Target="../media/image164.png"/><Relationship Id="rId90" Type="http://schemas.openxmlformats.org/officeDocument/2006/relationships/image" Target="../media/image206.png"/><Relationship Id="rId95" Type="http://schemas.openxmlformats.org/officeDocument/2006/relationships/customXml" Target="../ink/ink209.xml"/><Relationship Id="rId22" Type="http://schemas.openxmlformats.org/officeDocument/2006/relationships/image" Target="../media/image172.png"/><Relationship Id="rId27" Type="http://schemas.openxmlformats.org/officeDocument/2006/relationships/customXml" Target="../ink/ink175.xml"/><Relationship Id="rId43" Type="http://schemas.openxmlformats.org/officeDocument/2006/relationships/customXml" Target="../ink/ink183.xml"/><Relationship Id="rId48" Type="http://schemas.openxmlformats.org/officeDocument/2006/relationships/image" Target="../media/image185.png"/><Relationship Id="rId64" Type="http://schemas.openxmlformats.org/officeDocument/2006/relationships/image" Target="../media/image193.png"/><Relationship Id="rId69" Type="http://schemas.openxmlformats.org/officeDocument/2006/relationships/customXml" Target="../ink/ink196.xml"/><Relationship Id="rId113" Type="http://schemas.openxmlformats.org/officeDocument/2006/relationships/customXml" Target="../ink/ink218.xml"/><Relationship Id="rId118" Type="http://schemas.openxmlformats.org/officeDocument/2006/relationships/image" Target="../media/image220.png"/><Relationship Id="rId80" Type="http://schemas.openxmlformats.org/officeDocument/2006/relationships/image" Target="../media/image201.png"/><Relationship Id="rId85" Type="http://schemas.openxmlformats.org/officeDocument/2006/relationships/customXml" Target="../ink/ink204.xml"/><Relationship Id="rId12" Type="http://schemas.openxmlformats.org/officeDocument/2006/relationships/customXml" Target="../ink/ink167.xml"/><Relationship Id="rId17" Type="http://schemas.openxmlformats.org/officeDocument/2006/relationships/customXml" Target="../ink/ink170.xml"/><Relationship Id="rId33" Type="http://schemas.openxmlformats.org/officeDocument/2006/relationships/customXml" Target="../ink/ink178.xml"/><Relationship Id="rId38" Type="http://schemas.openxmlformats.org/officeDocument/2006/relationships/image" Target="../media/image180.png"/><Relationship Id="rId59" Type="http://schemas.openxmlformats.org/officeDocument/2006/relationships/customXml" Target="../ink/ink191.xml"/><Relationship Id="rId103" Type="http://schemas.openxmlformats.org/officeDocument/2006/relationships/customXml" Target="../ink/ink213.xml"/><Relationship Id="rId108" Type="http://schemas.openxmlformats.org/officeDocument/2006/relationships/image" Target="../media/image215.png"/><Relationship Id="rId124" Type="http://schemas.openxmlformats.org/officeDocument/2006/relationships/image" Target="../media/image223.png"/><Relationship Id="rId129" Type="http://schemas.openxmlformats.org/officeDocument/2006/relationships/customXml" Target="../ink/ink226.xml"/><Relationship Id="rId54" Type="http://schemas.openxmlformats.org/officeDocument/2006/relationships/image" Target="../media/image188.png"/><Relationship Id="rId70" Type="http://schemas.openxmlformats.org/officeDocument/2006/relationships/image" Target="../media/image196.png"/><Relationship Id="rId75" Type="http://schemas.openxmlformats.org/officeDocument/2006/relationships/customXml" Target="../ink/ink199.xml"/><Relationship Id="rId91" Type="http://schemas.openxmlformats.org/officeDocument/2006/relationships/customXml" Target="../ink/ink207.xml"/><Relationship Id="rId96" Type="http://schemas.openxmlformats.org/officeDocument/2006/relationships/image" Target="../media/image209.png"/><Relationship Id="rId1" Type="http://schemas.openxmlformats.org/officeDocument/2006/relationships/slideLayout" Target="../slideLayouts/slideLayout2.xml"/><Relationship Id="rId6" Type="http://schemas.openxmlformats.org/officeDocument/2006/relationships/customXml" Target="../ink/ink164.xml"/><Relationship Id="rId23" Type="http://schemas.openxmlformats.org/officeDocument/2006/relationships/customXml" Target="../ink/ink173.xml"/><Relationship Id="rId28" Type="http://schemas.openxmlformats.org/officeDocument/2006/relationships/image" Target="../media/image175.png"/><Relationship Id="rId49" Type="http://schemas.openxmlformats.org/officeDocument/2006/relationships/customXml" Target="../ink/ink186.xml"/><Relationship Id="rId114" Type="http://schemas.openxmlformats.org/officeDocument/2006/relationships/image" Target="../media/image218.png"/><Relationship Id="rId119" Type="http://schemas.openxmlformats.org/officeDocument/2006/relationships/customXml" Target="../ink/ink221.xml"/><Relationship Id="rId44" Type="http://schemas.openxmlformats.org/officeDocument/2006/relationships/image" Target="../media/image183.png"/><Relationship Id="rId60" Type="http://schemas.openxmlformats.org/officeDocument/2006/relationships/image" Target="../media/image191.png"/><Relationship Id="rId65" Type="http://schemas.openxmlformats.org/officeDocument/2006/relationships/customXml" Target="../ink/ink194.xml"/><Relationship Id="rId81" Type="http://schemas.openxmlformats.org/officeDocument/2006/relationships/customXml" Target="../ink/ink202.xml"/><Relationship Id="rId86" Type="http://schemas.openxmlformats.org/officeDocument/2006/relationships/image" Target="../media/image204.png"/><Relationship Id="rId130" Type="http://schemas.openxmlformats.org/officeDocument/2006/relationships/image" Target="../media/image226.png"/><Relationship Id="rId13" Type="http://schemas.openxmlformats.org/officeDocument/2006/relationships/image" Target="../media/image168.png"/><Relationship Id="rId18" Type="http://schemas.openxmlformats.org/officeDocument/2006/relationships/image" Target="../media/image170.png"/><Relationship Id="rId39" Type="http://schemas.openxmlformats.org/officeDocument/2006/relationships/customXml" Target="../ink/ink181.xml"/><Relationship Id="rId109" Type="http://schemas.openxmlformats.org/officeDocument/2006/relationships/customXml" Target="../ink/ink216.xml"/><Relationship Id="rId34" Type="http://schemas.openxmlformats.org/officeDocument/2006/relationships/image" Target="../media/image178.png"/><Relationship Id="rId50" Type="http://schemas.openxmlformats.org/officeDocument/2006/relationships/image" Target="../media/image186.png"/><Relationship Id="rId55" Type="http://schemas.openxmlformats.org/officeDocument/2006/relationships/customXml" Target="../ink/ink189.xml"/><Relationship Id="rId76" Type="http://schemas.openxmlformats.org/officeDocument/2006/relationships/image" Target="../media/image199.png"/><Relationship Id="rId97" Type="http://schemas.openxmlformats.org/officeDocument/2006/relationships/customXml" Target="../ink/ink210.xml"/><Relationship Id="rId104" Type="http://schemas.openxmlformats.org/officeDocument/2006/relationships/image" Target="../media/image213.png"/><Relationship Id="rId120" Type="http://schemas.openxmlformats.org/officeDocument/2006/relationships/image" Target="../media/image221.png"/><Relationship Id="rId125" Type="http://schemas.openxmlformats.org/officeDocument/2006/relationships/customXml" Target="../ink/ink224.xml"/><Relationship Id="rId7" Type="http://schemas.openxmlformats.org/officeDocument/2006/relationships/image" Target="../media/image165.png"/><Relationship Id="rId71" Type="http://schemas.openxmlformats.org/officeDocument/2006/relationships/customXml" Target="../ink/ink197.xml"/><Relationship Id="rId92" Type="http://schemas.openxmlformats.org/officeDocument/2006/relationships/image" Target="../media/image207.png"/><Relationship Id="rId2" Type="http://schemas.openxmlformats.org/officeDocument/2006/relationships/customXml" Target="../ink/ink162.xml"/><Relationship Id="rId29" Type="http://schemas.openxmlformats.org/officeDocument/2006/relationships/customXml" Target="../ink/ink176.xml"/><Relationship Id="rId24" Type="http://schemas.openxmlformats.org/officeDocument/2006/relationships/image" Target="../media/image173.png"/><Relationship Id="rId40" Type="http://schemas.openxmlformats.org/officeDocument/2006/relationships/image" Target="../media/image181.png"/><Relationship Id="rId45" Type="http://schemas.openxmlformats.org/officeDocument/2006/relationships/customXml" Target="../ink/ink184.xml"/><Relationship Id="rId66" Type="http://schemas.openxmlformats.org/officeDocument/2006/relationships/image" Target="../media/image194.png"/><Relationship Id="rId87" Type="http://schemas.openxmlformats.org/officeDocument/2006/relationships/customXml" Target="../ink/ink205.xml"/><Relationship Id="rId110" Type="http://schemas.openxmlformats.org/officeDocument/2006/relationships/image" Target="../media/image216.png"/><Relationship Id="rId115" Type="http://schemas.openxmlformats.org/officeDocument/2006/relationships/customXml" Target="../ink/ink219.xml"/><Relationship Id="rId131" Type="http://schemas.openxmlformats.org/officeDocument/2006/relationships/customXml" Target="../ink/ink227.xml"/><Relationship Id="rId61" Type="http://schemas.openxmlformats.org/officeDocument/2006/relationships/customXml" Target="../ink/ink192.xml"/><Relationship Id="rId82" Type="http://schemas.openxmlformats.org/officeDocument/2006/relationships/image" Target="../media/image202.png"/><Relationship Id="rId19" Type="http://schemas.openxmlformats.org/officeDocument/2006/relationships/customXml" Target="../ink/ink171.xml"/><Relationship Id="rId14" Type="http://schemas.openxmlformats.org/officeDocument/2006/relationships/customXml" Target="../ink/ink168.xml"/><Relationship Id="rId30" Type="http://schemas.openxmlformats.org/officeDocument/2006/relationships/image" Target="../media/image176.png"/><Relationship Id="rId35" Type="http://schemas.openxmlformats.org/officeDocument/2006/relationships/customXml" Target="../ink/ink179.xml"/><Relationship Id="rId56" Type="http://schemas.openxmlformats.org/officeDocument/2006/relationships/image" Target="../media/image189.png"/><Relationship Id="rId77" Type="http://schemas.openxmlformats.org/officeDocument/2006/relationships/customXml" Target="../ink/ink200.xml"/><Relationship Id="rId100" Type="http://schemas.openxmlformats.org/officeDocument/2006/relationships/image" Target="../media/image211.png"/><Relationship Id="rId105" Type="http://schemas.openxmlformats.org/officeDocument/2006/relationships/customXml" Target="../ink/ink214.xml"/><Relationship Id="rId126" Type="http://schemas.openxmlformats.org/officeDocument/2006/relationships/image" Target="../media/image224.png"/><Relationship Id="rId8" Type="http://schemas.openxmlformats.org/officeDocument/2006/relationships/customXml" Target="../ink/ink165.xml"/><Relationship Id="rId51" Type="http://schemas.openxmlformats.org/officeDocument/2006/relationships/customXml" Target="../ink/ink187.xml"/><Relationship Id="rId72" Type="http://schemas.openxmlformats.org/officeDocument/2006/relationships/image" Target="../media/image197.png"/><Relationship Id="rId93" Type="http://schemas.openxmlformats.org/officeDocument/2006/relationships/customXml" Target="../ink/ink208.xml"/><Relationship Id="rId98" Type="http://schemas.openxmlformats.org/officeDocument/2006/relationships/image" Target="../media/image210.png"/><Relationship Id="rId121" Type="http://schemas.openxmlformats.org/officeDocument/2006/relationships/customXml" Target="../ink/ink222.xml"/><Relationship Id="rId3" Type="http://schemas.openxmlformats.org/officeDocument/2006/relationships/image" Target="../media/image57.png"/><Relationship Id="rId25" Type="http://schemas.openxmlformats.org/officeDocument/2006/relationships/customXml" Target="../ink/ink174.xml"/><Relationship Id="rId46" Type="http://schemas.openxmlformats.org/officeDocument/2006/relationships/image" Target="../media/image184.png"/><Relationship Id="rId67" Type="http://schemas.openxmlformats.org/officeDocument/2006/relationships/customXml" Target="../ink/ink195.xml"/><Relationship Id="rId116" Type="http://schemas.openxmlformats.org/officeDocument/2006/relationships/image" Target="../media/image219.png"/><Relationship Id="rId20" Type="http://schemas.openxmlformats.org/officeDocument/2006/relationships/image" Target="../media/image171.png"/><Relationship Id="rId41" Type="http://schemas.openxmlformats.org/officeDocument/2006/relationships/customXml" Target="../ink/ink182.xml"/><Relationship Id="rId62" Type="http://schemas.openxmlformats.org/officeDocument/2006/relationships/image" Target="../media/image192.png"/><Relationship Id="rId83" Type="http://schemas.openxmlformats.org/officeDocument/2006/relationships/customXml" Target="../ink/ink203.xml"/><Relationship Id="rId88" Type="http://schemas.openxmlformats.org/officeDocument/2006/relationships/image" Target="../media/image205.png"/><Relationship Id="rId111" Type="http://schemas.openxmlformats.org/officeDocument/2006/relationships/customXml" Target="../ink/ink217.xml"/><Relationship Id="rId132" Type="http://schemas.openxmlformats.org/officeDocument/2006/relationships/image" Target="../media/image227.png"/><Relationship Id="rId15" Type="http://schemas.openxmlformats.org/officeDocument/2006/relationships/image" Target="../media/image169.png"/><Relationship Id="rId36" Type="http://schemas.openxmlformats.org/officeDocument/2006/relationships/image" Target="../media/image179.png"/><Relationship Id="rId57" Type="http://schemas.openxmlformats.org/officeDocument/2006/relationships/customXml" Target="../ink/ink190.xml"/><Relationship Id="rId106" Type="http://schemas.openxmlformats.org/officeDocument/2006/relationships/image" Target="../media/image214.png"/><Relationship Id="rId127" Type="http://schemas.openxmlformats.org/officeDocument/2006/relationships/customXml" Target="../ink/ink225.xml"/><Relationship Id="rId10" Type="http://schemas.openxmlformats.org/officeDocument/2006/relationships/customXml" Target="../ink/ink166.xml"/><Relationship Id="rId31" Type="http://schemas.openxmlformats.org/officeDocument/2006/relationships/customXml" Target="../ink/ink177.xml"/><Relationship Id="rId52" Type="http://schemas.openxmlformats.org/officeDocument/2006/relationships/image" Target="../media/image187.png"/><Relationship Id="rId73" Type="http://schemas.openxmlformats.org/officeDocument/2006/relationships/customXml" Target="../ink/ink198.xml"/><Relationship Id="rId78" Type="http://schemas.openxmlformats.org/officeDocument/2006/relationships/image" Target="../media/image200.png"/><Relationship Id="rId94" Type="http://schemas.openxmlformats.org/officeDocument/2006/relationships/image" Target="../media/image208.png"/><Relationship Id="rId99" Type="http://schemas.openxmlformats.org/officeDocument/2006/relationships/customXml" Target="../ink/ink211.xml"/><Relationship Id="rId101" Type="http://schemas.openxmlformats.org/officeDocument/2006/relationships/customXml" Target="../ink/ink212.xml"/><Relationship Id="rId122" Type="http://schemas.openxmlformats.org/officeDocument/2006/relationships/image" Target="../media/image222.png"/><Relationship Id="rId4" Type="http://schemas.openxmlformats.org/officeDocument/2006/relationships/customXml" Target="../ink/ink163.xml"/><Relationship Id="rId9" Type="http://schemas.openxmlformats.org/officeDocument/2006/relationships/image" Target="../media/image166.png"/><Relationship Id="rId26" Type="http://schemas.openxmlformats.org/officeDocument/2006/relationships/image" Target="../media/image174.png"/></Relationships>
</file>

<file path=ppt/slides/_rels/slide8.xml.rels><?xml version="1.0" encoding="UTF-8" standalone="yes"?>
<Relationships xmlns="http://schemas.openxmlformats.org/package/2006/relationships"><Relationship Id="rId2" Type="http://schemas.openxmlformats.org/officeDocument/2006/relationships/image" Target="../media/image2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4" Type="http://schemas.openxmlformats.org/officeDocument/2006/relationships/customXml" Target="../ink/ink230.xml"/><Relationship Id="rId33" Type="http://schemas.openxmlformats.org/officeDocument/2006/relationships/image" Target="../media/image1321.png"/><Relationship Id="rId2" Type="http://schemas.openxmlformats.org/officeDocument/2006/relationships/customXml" Target="../ink/ink228.xml"/><Relationship Id="rId1" Type="http://schemas.openxmlformats.org/officeDocument/2006/relationships/slideLayout" Target="../slideLayouts/slideLayout2.xml"/><Relationship Id="rId32" Type="http://schemas.openxmlformats.org/officeDocument/2006/relationships/customXml" Target="../ink/ink229.xml"/><Relationship Id="rId31" Type="http://schemas.openxmlformats.org/officeDocument/2006/relationships/image" Target="../media/image1320.png"/><Relationship Id="rId35" Type="http://schemas.openxmlformats.org/officeDocument/2006/relationships/image" Target="../media/image24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image" Target="../media/image231.png"/><Relationship Id="rId1" Type="http://schemas.openxmlformats.org/officeDocument/2006/relationships/slideLayout" Target="../slideLayouts/slideLayout2.xml"/><Relationship Id="rId5" Type="http://schemas.openxmlformats.org/officeDocument/2006/relationships/image" Target="../media/image234.png"/><Relationship Id="rId4" Type="http://schemas.openxmlformats.org/officeDocument/2006/relationships/image" Target="../media/image2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image" Target="../media/image231.png"/><Relationship Id="rId1" Type="http://schemas.openxmlformats.org/officeDocument/2006/relationships/slideLayout" Target="../slideLayouts/slideLayout2.xml"/><Relationship Id="rId5" Type="http://schemas.openxmlformats.org/officeDocument/2006/relationships/image" Target="../media/image234.png"/><Relationship Id="rId4" Type="http://schemas.openxmlformats.org/officeDocument/2006/relationships/image" Target="../media/image233.png"/></Relationships>
</file>

<file path=ppt/slides/_rels/slide15.xml.rels><?xml version="1.0" encoding="UTF-8" standalone="yes"?>
<Relationships xmlns="http://schemas.openxmlformats.org/package/2006/relationships"><Relationship Id="rId2" Type="http://schemas.openxmlformats.org/officeDocument/2006/relationships/image" Target="../media/image235.jp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236.png"/><Relationship Id="rId4" Type="http://schemas.openxmlformats.org/officeDocument/2006/relationships/hyperlink" Target="http://www.dribbble.com/"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242.jpeg"/><Relationship Id="rId3" Type="http://schemas.openxmlformats.org/officeDocument/2006/relationships/image" Target="../media/image237.jpeg"/><Relationship Id="rId7" Type="http://schemas.openxmlformats.org/officeDocument/2006/relationships/image" Target="../media/image241.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240.tiff"/><Relationship Id="rId5" Type="http://schemas.openxmlformats.org/officeDocument/2006/relationships/image" Target="../media/image239.tiff"/><Relationship Id="rId4" Type="http://schemas.openxmlformats.org/officeDocument/2006/relationships/image" Target="../media/image238.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11</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3453886" y="134076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3453886" y="309649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3453886" y="4852213"/>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4118572" y="1593781"/>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Source Code management</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4118572" y="3349500"/>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Git</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4118572" y="5105223"/>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243563"/>
              <a:ext cx="2236930" cy="319585"/>
            </a:xfrm>
            <a:prstGeom prst="rect">
              <a:avLst/>
            </a:prstGeom>
            <a:noFill/>
          </p:spPr>
          <p:txBody>
            <a:bodyPr wrap="square" lIns="0" tIns="0" rIns="0" bIns="0" rtlCol="0" anchor="ctr">
              <a:spAutoFit/>
            </a:bodyPr>
            <a:lstStyle/>
            <a:p>
              <a:r>
                <a:rPr lang="en-US" sz="1800" dirty="0">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Git HUB</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11</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AE838-04D5-3CC8-25FA-84323BCF8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16A2A9-EE90-47A2-4E8E-B8F68662A4A6}"/>
              </a:ext>
            </a:extLst>
          </p:cNvPr>
          <p:cNvSpPr>
            <a:spLocks noGrp="1"/>
          </p:cNvSpPr>
          <p:nvPr>
            <p:ph type="title"/>
          </p:nvPr>
        </p:nvSpPr>
        <p:spPr/>
        <p:txBody>
          <a:bodyPr/>
          <a:lstStyle/>
          <a:p>
            <a:r>
              <a:rPr lang="en-US" dirty="0"/>
              <a:t>Source Code Management</a:t>
            </a:r>
          </a:p>
        </p:txBody>
      </p:sp>
      <p:sp>
        <p:nvSpPr>
          <p:cNvPr id="4" name="TextBox 3">
            <a:extLst>
              <a:ext uri="{FF2B5EF4-FFF2-40B4-BE49-F238E27FC236}">
                <a16:creationId xmlns:a16="http://schemas.microsoft.com/office/drawing/2014/main" id="{E801AA92-B998-5EF6-F32F-26ED67924F72}"/>
              </a:ext>
            </a:extLst>
          </p:cNvPr>
          <p:cNvSpPr txBox="1"/>
          <p:nvPr/>
        </p:nvSpPr>
        <p:spPr>
          <a:xfrm>
            <a:off x="405781" y="974164"/>
            <a:ext cx="11161643" cy="5570756"/>
          </a:xfrm>
          <a:prstGeom prst="rect">
            <a:avLst/>
          </a:prstGeom>
          <a:noFill/>
        </p:spPr>
        <p:txBody>
          <a:bodyPr wrap="square" rtlCol="0">
            <a:spAutoFit/>
          </a:bodyPr>
          <a:lstStyle/>
          <a:p>
            <a:pPr marL="285750" indent="-285750">
              <a:buFont typeface="Wingdings" panose="05000000000000000000" pitchFamily="2" charset="2"/>
              <a:buChar char="ü"/>
            </a:pPr>
            <a:r>
              <a:rPr lang="en-US" sz="1400" dirty="0">
                <a:solidFill>
                  <a:schemeClr val="bg1"/>
                </a:solidFill>
              </a:rPr>
              <a:t>Anubhav, last night my CAP code was stable, this morning I had fight with my wife, I came to office was not in a good mood and I messed up the code with 500 changes, and refresh bas tool. The undo is not working; I pray to god to go back to last night state for my project. Will my prayers work?</a:t>
            </a:r>
          </a:p>
          <a:p>
            <a:pPr marL="285750" indent="-285750">
              <a:buFont typeface="Wingdings" panose="05000000000000000000" pitchFamily="2" charset="2"/>
              <a:buChar char="ü"/>
            </a:pPr>
            <a:r>
              <a:rPr lang="en-US" sz="1400" dirty="0">
                <a:solidFill>
                  <a:schemeClr val="bg1"/>
                </a:solidFill>
              </a:rPr>
              <a:t>How to do version management of the code in local machine VS code or BAS tool.</a:t>
            </a:r>
          </a:p>
          <a:p>
            <a:pPr marL="285750" indent="-285750">
              <a:buFont typeface="Wingdings" panose="05000000000000000000" pitchFamily="2" charset="2"/>
              <a:buChar char="ü"/>
            </a:pPr>
            <a:r>
              <a:rPr lang="en-US" sz="1400" dirty="0">
                <a:solidFill>
                  <a:schemeClr val="bg1"/>
                </a:solidFill>
              </a:rPr>
              <a:t>I have made changes to my code, I want to create a stable version (like a copy) so I can compare the changes I have done recently, I can keep them or discard them from multiple files.</a:t>
            </a:r>
          </a:p>
          <a:p>
            <a:pPr marL="285750" indent="-285750">
              <a:buFont typeface="Arial" panose="020B0604020202020204" pitchFamily="34" charset="0"/>
              <a:buChar char="•"/>
            </a:pPr>
            <a:r>
              <a:rPr lang="en-US" sz="1400" dirty="0">
                <a:solidFill>
                  <a:schemeClr val="bg1"/>
                </a:solidFill>
              </a:rPr>
              <a:t>Anubhav, currently I am developing a CAP application for my company, right now to share the code with fellow developers, I am downloading the TAR file and sending email to colleagues to use my project and start work on it. At the end of day, we have piles of email in our inbox with each team member sending their TAR file </a:t>
            </a:r>
            <a:r>
              <a:rPr lang="en-US" sz="1400" dirty="0">
                <a:solidFill>
                  <a:schemeClr val="bg1"/>
                </a:solidFill>
                <a:sym typeface="Wingdings" panose="05000000000000000000" pitchFamily="2" charset="2"/>
              </a:rPr>
              <a:t> how can we merge all the code??</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My company is an MNC, we have colleagues working in Denmark, Sweden, New York, Delhi, Gurgaon, Mumbai, Pune, with different time zones, how can we ensure as team to have a stable merged code together. So when a developer comes in the morning to office, can get the latest code changes by fellow colleagues on different zone.</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My colleague suddenly emergency leave, my manager asked me to took over the urgent bug fixes in source code, how can I get latest code of CAP project?</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How to know Who, When, What time made what changes to the production code, so when a issue comes we can find the right developer to blame.</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What is the best practice/gold standard to manage </a:t>
            </a:r>
            <a:r>
              <a:rPr lang="en-US" sz="1400" dirty="0" err="1">
                <a:solidFill>
                  <a:schemeClr val="bg1"/>
                </a:solidFill>
                <a:sym typeface="Wingdings" panose="05000000000000000000" pitchFamily="2" charset="2"/>
              </a:rPr>
              <a:t>capm</a:t>
            </a:r>
            <a:r>
              <a:rPr lang="en-US" sz="1400" dirty="0">
                <a:solidFill>
                  <a:schemeClr val="bg1"/>
                </a:solidFill>
                <a:sym typeface="Wingdings" panose="05000000000000000000" pitchFamily="2" charset="2"/>
              </a:rPr>
              <a:t> projects in real-world company.</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I just joined a new company/project on </a:t>
            </a:r>
            <a:r>
              <a:rPr lang="en-US" sz="1400" dirty="0" err="1">
                <a:solidFill>
                  <a:schemeClr val="bg1"/>
                </a:solidFill>
                <a:sym typeface="Wingdings" panose="05000000000000000000" pitchFamily="2" charset="2"/>
              </a:rPr>
              <a:t>capm</a:t>
            </a:r>
            <a:r>
              <a:rPr lang="en-US" sz="1400" dirty="0">
                <a:solidFill>
                  <a:schemeClr val="bg1"/>
                </a:solidFill>
                <a:sym typeface="Wingdings" panose="05000000000000000000" pitchFamily="2" charset="2"/>
              </a:rPr>
              <a:t> with 5x salary, they directly ask me to enhance code of existing cap project, how to get started?</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There was a cap project built by EX employees, they left. I was hired recently to manage existing cap apps.</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Multiple developers working simultaneously on same lines of code in their dev tool w/o knowing if I am also changing same file, </a:t>
            </a:r>
            <a:r>
              <a:rPr lang="en-US" sz="1400" dirty="0" err="1">
                <a:solidFill>
                  <a:schemeClr val="bg1"/>
                </a:solidFill>
                <a:sym typeface="Wingdings" panose="05000000000000000000" pitchFamily="2" charset="2"/>
              </a:rPr>
              <a:t>whos</a:t>
            </a:r>
            <a:r>
              <a:rPr lang="en-US" sz="1400" dirty="0">
                <a:solidFill>
                  <a:schemeClr val="bg1"/>
                </a:solidFill>
                <a:sym typeface="Wingdings" panose="05000000000000000000" pitchFamily="2" charset="2"/>
              </a:rPr>
              <a:t> change will take priority, how do we resolve conflicts.</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I am using VS code, but Alex is using BAS tool in my company, how can we port the code between different development tools.</a:t>
            </a:r>
          </a:p>
          <a:p>
            <a:pPr marL="285750" indent="-285750">
              <a:buFont typeface="Arial" panose="020B0604020202020204" pitchFamily="34" charset="0"/>
              <a:buChar char="•"/>
            </a:pPr>
            <a:r>
              <a:rPr lang="en-US" sz="1400" dirty="0">
                <a:solidFill>
                  <a:schemeClr val="bg1"/>
                </a:solidFill>
                <a:sym typeface="Wingdings" panose="05000000000000000000" pitchFamily="2" charset="2"/>
              </a:rPr>
              <a:t>Clean-desk policy in SAP labs.</a:t>
            </a:r>
          </a:p>
          <a:p>
            <a:r>
              <a:rPr lang="en-US" sz="1400" dirty="0">
                <a:solidFill>
                  <a:schemeClr val="bg1"/>
                </a:solidFill>
                <a:sym typeface="Wingdings" panose="05000000000000000000" pitchFamily="2" charset="2"/>
              </a:rPr>
              <a:t>			</a:t>
            </a:r>
            <a:r>
              <a:rPr lang="en-US" sz="1800" b="1" dirty="0">
                <a:solidFill>
                  <a:schemeClr val="bg1"/>
                </a:solidFill>
                <a:sym typeface="Wingdings" panose="05000000000000000000" pitchFamily="2" charset="2"/>
              </a:rPr>
              <a:t>Git and Git HUB</a:t>
            </a:r>
            <a:endParaRPr lang="en-US" sz="1400" dirty="0">
              <a:solidFill>
                <a:schemeClr val="bg1"/>
              </a:solidFill>
            </a:endParaRPr>
          </a:p>
        </p:txBody>
      </p:sp>
    </p:spTree>
    <p:extLst>
      <p:ext uri="{BB962C8B-B14F-4D97-AF65-F5344CB8AC3E}">
        <p14:creationId xmlns:p14="http://schemas.microsoft.com/office/powerpoint/2010/main" val="7091601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anim calcmode="lin" valueType="num">
                                      <p:cBhvr additive="base">
                                        <p:cTn id="13"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anim calcmode="lin" valueType="num">
                                      <p:cBhvr additive="base">
                                        <p:cTn id="19"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anim calcmode="lin" valueType="num">
                                      <p:cBhvr additive="base">
                                        <p:cTn id="25"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3" end="3"/>
                                            </p:txEl>
                                          </p:spTgt>
                                        </p:tgtEl>
                                        <p:attrNameLst>
                                          <p:attrName>style.visibility</p:attrName>
                                        </p:attrNameLst>
                                      </p:cBhvr>
                                      <p:to>
                                        <p:strVal val="visible"/>
                                      </p:to>
                                    </p:set>
                                    <p:anim calcmode="lin" valueType="num">
                                      <p:cBhvr additive="base">
                                        <p:cTn id="31"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xEl>
                                              <p:pRg st="4" end="4"/>
                                            </p:txEl>
                                          </p:spTgt>
                                        </p:tgtEl>
                                        <p:attrNameLst>
                                          <p:attrName>style.visibility</p:attrName>
                                        </p:attrNameLst>
                                      </p:cBhvr>
                                      <p:to>
                                        <p:strVal val="visible"/>
                                      </p:to>
                                    </p:set>
                                    <p:anim calcmode="lin" valueType="num">
                                      <p:cBhvr additive="base">
                                        <p:cTn id="37"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anim calcmode="lin" valueType="num">
                                      <p:cBhvr additive="base">
                                        <p:cTn id="43"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4">
                                            <p:txEl>
                                              <p:pRg st="6" end="6"/>
                                            </p:txEl>
                                          </p:spTgt>
                                        </p:tgtEl>
                                        <p:attrNameLst>
                                          <p:attrName>style.visibility</p:attrName>
                                        </p:attrNameLst>
                                      </p:cBhvr>
                                      <p:to>
                                        <p:strVal val="visible"/>
                                      </p:to>
                                    </p:set>
                                    <p:anim calcmode="lin" valueType="num">
                                      <p:cBhvr additive="base">
                                        <p:cTn id="49"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4">
                                            <p:txEl>
                                              <p:pRg st="7" end="7"/>
                                            </p:txEl>
                                          </p:spTgt>
                                        </p:tgtEl>
                                        <p:attrNameLst>
                                          <p:attrName>style.visibility</p:attrName>
                                        </p:attrNameLst>
                                      </p:cBhvr>
                                      <p:to>
                                        <p:strVal val="visible"/>
                                      </p:to>
                                    </p:set>
                                    <p:anim calcmode="lin" valueType="num">
                                      <p:cBhvr additive="base">
                                        <p:cTn id="55"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4">
                                            <p:txEl>
                                              <p:pRg st="8" end="8"/>
                                            </p:txEl>
                                          </p:spTgt>
                                        </p:tgtEl>
                                        <p:attrNameLst>
                                          <p:attrName>style.visibility</p:attrName>
                                        </p:attrNameLst>
                                      </p:cBhvr>
                                      <p:to>
                                        <p:strVal val="visible"/>
                                      </p:to>
                                    </p:set>
                                    <p:anim calcmode="lin" valueType="num">
                                      <p:cBhvr additive="base">
                                        <p:cTn id="61"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4">
                                            <p:txEl>
                                              <p:pRg st="9" end="9"/>
                                            </p:txEl>
                                          </p:spTgt>
                                        </p:tgtEl>
                                        <p:attrNameLst>
                                          <p:attrName>style.visibility</p:attrName>
                                        </p:attrNameLst>
                                      </p:cBhvr>
                                      <p:to>
                                        <p:strVal val="visible"/>
                                      </p:to>
                                    </p:set>
                                    <p:anim calcmode="lin" valueType="num">
                                      <p:cBhvr additive="base">
                                        <p:cTn id="67"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4">
                                            <p:txEl>
                                              <p:pRg st="10" end="10"/>
                                            </p:txEl>
                                          </p:spTgt>
                                        </p:tgtEl>
                                        <p:attrNameLst>
                                          <p:attrName>style.visibility</p:attrName>
                                        </p:attrNameLst>
                                      </p:cBhvr>
                                      <p:to>
                                        <p:strVal val="visible"/>
                                      </p:to>
                                    </p:set>
                                    <p:anim calcmode="lin" valueType="num">
                                      <p:cBhvr additive="base">
                                        <p:cTn id="73" dur="5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4">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4" fill="hold" nodeType="clickEffect">
                                  <p:stCondLst>
                                    <p:cond delay="0"/>
                                  </p:stCondLst>
                                  <p:childTnLst>
                                    <p:set>
                                      <p:cBhvr>
                                        <p:cTn id="78" dur="1" fill="hold">
                                          <p:stCondLst>
                                            <p:cond delay="0"/>
                                          </p:stCondLst>
                                        </p:cTn>
                                        <p:tgtEl>
                                          <p:spTgt spid="4">
                                            <p:txEl>
                                              <p:pRg st="11" end="11"/>
                                            </p:txEl>
                                          </p:spTgt>
                                        </p:tgtEl>
                                        <p:attrNameLst>
                                          <p:attrName>style.visibility</p:attrName>
                                        </p:attrNameLst>
                                      </p:cBhvr>
                                      <p:to>
                                        <p:strVal val="visible"/>
                                      </p:to>
                                    </p:set>
                                    <p:anim calcmode="lin" valueType="num">
                                      <p:cBhvr additive="base">
                                        <p:cTn id="79" dur="500" fill="hold"/>
                                        <p:tgtEl>
                                          <p:spTgt spid="4">
                                            <p:txEl>
                                              <p:pRg st="11" end="11"/>
                                            </p:txEl>
                                          </p:spTgt>
                                        </p:tgtEl>
                                        <p:attrNameLst>
                                          <p:attrName>ppt_x</p:attrName>
                                        </p:attrNameLst>
                                      </p:cBhvr>
                                      <p:tavLst>
                                        <p:tav tm="0">
                                          <p:val>
                                            <p:strVal val="#ppt_x"/>
                                          </p:val>
                                        </p:tav>
                                        <p:tav tm="100000">
                                          <p:val>
                                            <p:strVal val="#ppt_x"/>
                                          </p:val>
                                        </p:tav>
                                      </p:tavLst>
                                    </p:anim>
                                    <p:anim calcmode="lin" valueType="num">
                                      <p:cBhvr additive="base">
                                        <p:cTn id="80" dur="500" fill="hold"/>
                                        <p:tgtEl>
                                          <p:spTgt spid="4">
                                            <p:txEl>
                                              <p:pRg st="11" end="11"/>
                                            </p:txEl>
                                          </p:spTgt>
                                        </p:tgtEl>
                                        <p:attrNameLst>
                                          <p:attrName>ppt_y</p:attrName>
                                        </p:attrNameLst>
                                      </p:cBhvr>
                                      <p:tavLst>
                                        <p:tav tm="0">
                                          <p:val>
                                            <p:strVal val="1+#ppt_h/2"/>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4" fill="hold" nodeType="clickEffect">
                                  <p:stCondLst>
                                    <p:cond delay="0"/>
                                  </p:stCondLst>
                                  <p:childTnLst>
                                    <p:set>
                                      <p:cBhvr>
                                        <p:cTn id="84" dur="1" fill="hold">
                                          <p:stCondLst>
                                            <p:cond delay="0"/>
                                          </p:stCondLst>
                                        </p:cTn>
                                        <p:tgtEl>
                                          <p:spTgt spid="4">
                                            <p:txEl>
                                              <p:pRg st="12" end="12"/>
                                            </p:txEl>
                                          </p:spTgt>
                                        </p:tgtEl>
                                        <p:attrNameLst>
                                          <p:attrName>style.visibility</p:attrName>
                                        </p:attrNameLst>
                                      </p:cBhvr>
                                      <p:to>
                                        <p:strVal val="visible"/>
                                      </p:to>
                                    </p:set>
                                    <p:anim calcmode="lin" valueType="num">
                                      <p:cBhvr additive="base">
                                        <p:cTn id="85" dur="500" fill="hold"/>
                                        <p:tgtEl>
                                          <p:spTgt spid="4">
                                            <p:txEl>
                                              <p:pRg st="12" end="12"/>
                                            </p:txEl>
                                          </p:spTgt>
                                        </p:tgtEl>
                                        <p:attrNameLst>
                                          <p:attrName>ppt_x</p:attrName>
                                        </p:attrNameLst>
                                      </p:cBhvr>
                                      <p:tavLst>
                                        <p:tav tm="0">
                                          <p:val>
                                            <p:strVal val="#ppt_x"/>
                                          </p:val>
                                        </p:tav>
                                        <p:tav tm="100000">
                                          <p:val>
                                            <p:strVal val="#ppt_x"/>
                                          </p:val>
                                        </p:tav>
                                      </p:tavLst>
                                    </p:anim>
                                    <p:anim calcmode="lin" valueType="num">
                                      <p:cBhvr additive="base">
                                        <p:cTn id="86" dur="500" fill="hold"/>
                                        <p:tgtEl>
                                          <p:spTgt spid="4">
                                            <p:txEl>
                                              <p:pRg st="12" end="12"/>
                                            </p:txEl>
                                          </p:spTgt>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2" presetClass="entr" presetSubtype="4" fill="hold" nodeType="clickEffect">
                                  <p:stCondLst>
                                    <p:cond delay="0"/>
                                  </p:stCondLst>
                                  <p:childTnLst>
                                    <p:set>
                                      <p:cBhvr>
                                        <p:cTn id="90" dur="1" fill="hold">
                                          <p:stCondLst>
                                            <p:cond delay="0"/>
                                          </p:stCondLst>
                                        </p:cTn>
                                        <p:tgtEl>
                                          <p:spTgt spid="4">
                                            <p:txEl>
                                              <p:pRg st="13" end="13"/>
                                            </p:txEl>
                                          </p:spTgt>
                                        </p:tgtEl>
                                        <p:attrNameLst>
                                          <p:attrName>style.visibility</p:attrName>
                                        </p:attrNameLst>
                                      </p:cBhvr>
                                      <p:to>
                                        <p:strVal val="visible"/>
                                      </p:to>
                                    </p:set>
                                    <p:anim calcmode="lin" valueType="num">
                                      <p:cBhvr additive="base">
                                        <p:cTn id="91" dur="500" fill="hold"/>
                                        <p:tgtEl>
                                          <p:spTgt spid="4">
                                            <p:txEl>
                                              <p:pRg st="13" end="13"/>
                                            </p:txEl>
                                          </p:spTgt>
                                        </p:tgtEl>
                                        <p:attrNameLst>
                                          <p:attrName>ppt_x</p:attrName>
                                        </p:attrNameLst>
                                      </p:cBhvr>
                                      <p:tavLst>
                                        <p:tav tm="0">
                                          <p:val>
                                            <p:strVal val="#ppt_x"/>
                                          </p:val>
                                        </p:tav>
                                        <p:tav tm="100000">
                                          <p:val>
                                            <p:strVal val="#ppt_x"/>
                                          </p:val>
                                        </p:tav>
                                      </p:tavLst>
                                    </p:anim>
                                    <p:anim calcmode="lin" valueType="num">
                                      <p:cBhvr additive="base">
                                        <p:cTn id="92" dur="500" fill="hold"/>
                                        <p:tgtEl>
                                          <p:spTgt spid="4">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5C1FA-C06E-D06F-9298-3D35B8EE5B3C}"/>
              </a:ext>
            </a:extLst>
          </p:cNvPr>
          <p:cNvSpPr>
            <a:spLocks noGrp="1"/>
          </p:cNvSpPr>
          <p:nvPr>
            <p:ph type="title"/>
          </p:nvPr>
        </p:nvSpPr>
        <p:spPr/>
        <p:txBody>
          <a:bodyPr/>
          <a:lstStyle/>
          <a:p>
            <a:r>
              <a:rPr lang="en-IN" dirty="0"/>
              <a:t>Git</a:t>
            </a:r>
          </a:p>
        </p:txBody>
      </p:sp>
      <p:sp>
        <p:nvSpPr>
          <p:cNvPr id="3" name="TextBox 2">
            <a:extLst>
              <a:ext uri="{FF2B5EF4-FFF2-40B4-BE49-F238E27FC236}">
                <a16:creationId xmlns:a16="http://schemas.microsoft.com/office/drawing/2014/main" id="{B109F338-FE0A-1344-9F21-B90F61C8217C}"/>
              </a:ext>
            </a:extLst>
          </p:cNvPr>
          <p:cNvSpPr txBox="1"/>
          <p:nvPr/>
        </p:nvSpPr>
        <p:spPr>
          <a:xfrm>
            <a:off x="261764" y="980728"/>
            <a:ext cx="11737304" cy="1938992"/>
          </a:xfrm>
          <a:prstGeom prst="rect">
            <a:avLst/>
          </a:prstGeom>
          <a:noFill/>
        </p:spPr>
        <p:txBody>
          <a:bodyPr wrap="square" rtlCol="0">
            <a:spAutoFit/>
          </a:bodyPr>
          <a:lstStyle/>
          <a:p>
            <a:r>
              <a:rPr lang="en-IN" dirty="0">
                <a:solidFill>
                  <a:schemeClr val="bg1"/>
                </a:solidFill>
              </a:rPr>
              <a:t>Distributed source code management system for developers to manage any kind of source code. Its open source and free, already integrated with BAS tool. You need to install git in local machine if you using VS code.</a:t>
            </a:r>
          </a:p>
          <a:p>
            <a:r>
              <a:rPr lang="en-IN" dirty="0">
                <a:solidFill>
                  <a:schemeClr val="bg1"/>
                </a:solidFill>
                <a:hlinkClick r:id="rId2"/>
              </a:rPr>
              <a:t>https://git-scm.com/</a:t>
            </a:r>
            <a:endParaRPr lang="en-IN" dirty="0">
              <a:solidFill>
                <a:schemeClr val="bg1"/>
              </a:solidFill>
            </a:endParaRPr>
          </a:p>
          <a:p>
            <a:endParaRPr lang="en-IN" dirty="0">
              <a:solidFill>
                <a:schemeClr val="bg1"/>
              </a:solidFill>
            </a:endParaRPr>
          </a:p>
        </p:txBody>
      </p:sp>
    </p:spTree>
    <p:extLst>
      <p:ext uri="{BB962C8B-B14F-4D97-AF65-F5344CB8AC3E}">
        <p14:creationId xmlns:p14="http://schemas.microsoft.com/office/powerpoint/2010/main" val="29997627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FFB1-B477-7234-7772-C52F2881B973}"/>
              </a:ext>
            </a:extLst>
          </p:cNvPr>
          <p:cNvSpPr>
            <a:spLocks noGrp="1"/>
          </p:cNvSpPr>
          <p:nvPr>
            <p:ph type="title"/>
          </p:nvPr>
        </p:nvSpPr>
        <p:spPr/>
        <p:txBody>
          <a:bodyPr/>
          <a:lstStyle/>
          <a:p>
            <a:r>
              <a:rPr lang="en-US" dirty="0"/>
              <a:t>Git and Git HUB</a:t>
            </a:r>
          </a:p>
        </p:txBody>
      </p:sp>
      <p:pic>
        <p:nvPicPr>
          <p:cNvPr id="3" name="Picture 2">
            <a:extLst>
              <a:ext uri="{FF2B5EF4-FFF2-40B4-BE49-F238E27FC236}">
                <a16:creationId xmlns:a16="http://schemas.microsoft.com/office/drawing/2014/main" id="{56007C54-3524-9466-6672-46E876D55D02}"/>
              </a:ext>
            </a:extLst>
          </p:cNvPr>
          <p:cNvPicPr>
            <a:picLocks noChangeAspect="1"/>
          </p:cNvPicPr>
          <p:nvPr/>
        </p:nvPicPr>
        <p:blipFill>
          <a:blip r:embed="rId2"/>
          <a:stretch>
            <a:fillRect/>
          </a:stretch>
        </p:blipFill>
        <p:spPr>
          <a:xfrm>
            <a:off x="477787" y="980728"/>
            <a:ext cx="10969943" cy="5519564"/>
          </a:xfrm>
          <a:prstGeom prst="rect">
            <a:avLst/>
          </a:prstGeom>
        </p:spPr>
      </p:pic>
      <p:grpSp>
        <p:nvGrpSpPr>
          <p:cNvPr id="17" name="Group 16">
            <a:extLst>
              <a:ext uri="{FF2B5EF4-FFF2-40B4-BE49-F238E27FC236}">
                <a16:creationId xmlns:a16="http://schemas.microsoft.com/office/drawing/2014/main" id="{54A506C8-E310-60D6-AEC2-A45C8A546D64}"/>
              </a:ext>
            </a:extLst>
          </p:cNvPr>
          <p:cNvGrpSpPr/>
          <p:nvPr/>
        </p:nvGrpSpPr>
        <p:grpSpPr>
          <a:xfrm>
            <a:off x="2251948" y="905972"/>
            <a:ext cx="1286640" cy="346320"/>
            <a:chOff x="2251948" y="905972"/>
            <a:chExt cx="1286640" cy="346320"/>
          </a:xfrm>
        </p:grpSpPr>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288C8EF4-0BE0-7F0D-23FF-CAFF7B9EAA31}"/>
                    </a:ext>
                  </a:extLst>
                </p14:cNvPr>
                <p14:cNvContentPartPr/>
                <p14:nvPr/>
              </p14:nvContentPartPr>
              <p14:xfrm>
                <a:off x="2251948" y="905972"/>
                <a:ext cx="209160" cy="299160"/>
              </p14:xfrm>
            </p:contentPart>
          </mc:Choice>
          <mc:Fallback>
            <p:pic>
              <p:nvPicPr>
                <p:cNvPr id="4" name="Ink 3">
                  <a:extLst>
                    <a:ext uri="{FF2B5EF4-FFF2-40B4-BE49-F238E27FC236}">
                      <a16:creationId xmlns:a16="http://schemas.microsoft.com/office/drawing/2014/main" id="{288C8EF4-0BE0-7F0D-23FF-CAFF7B9EAA31}"/>
                    </a:ext>
                  </a:extLst>
                </p:cNvPr>
                <p:cNvPicPr/>
                <p:nvPr/>
              </p:nvPicPr>
              <p:blipFill>
                <a:blip r:embed="rId4"/>
                <a:stretch>
                  <a:fillRect/>
                </a:stretch>
              </p:blipFill>
              <p:spPr>
                <a:xfrm>
                  <a:off x="2243308" y="897332"/>
                  <a:ext cx="22680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DFA892A1-BE66-D5A5-4109-25406879AF25}"/>
                    </a:ext>
                  </a:extLst>
                </p14:cNvPr>
                <p14:cNvContentPartPr/>
                <p14:nvPr/>
              </p14:nvContentPartPr>
              <p14:xfrm>
                <a:off x="2335108" y="1025132"/>
                <a:ext cx="335520" cy="178560"/>
              </p14:xfrm>
            </p:contentPart>
          </mc:Choice>
          <mc:Fallback>
            <p:pic>
              <p:nvPicPr>
                <p:cNvPr id="5" name="Ink 4">
                  <a:extLst>
                    <a:ext uri="{FF2B5EF4-FFF2-40B4-BE49-F238E27FC236}">
                      <a16:creationId xmlns:a16="http://schemas.microsoft.com/office/drawing/2014/main" id="{DFA892A1-BE66-D5A5-4109-25406879AF25}"/>
                    </a:ext>
                  </a:extLst>
                </p:cNvPr>
                <p:cNvPicPr/>
                <p:nvPr/>
              </p:nvPicPr>
              <p:blipFill>
                <a:blip r:embed="rId6"/>
                <a:stretch>
                  <a:fillRect/>
                </a:stretch>
              </p:blipFill>
              <p:spPr>
                <a:xfrm>
                  <a:off x="2326108" y="1016132"/>
                  <a:ext cx="353160" cy="19620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C93B06C2-4428-8860-3A99-54C82396B9C3}"/>
                    </a:ext>
                  </a:extLst>
                </p14:cNvPr>
                <p14:cNvContentPartPr/>
                <p14:nvPr/>
              </p14:nvContentPartPr>
              <p14:xfrm>
                <a:off x="2724628" y="1068692"/>
                <a:ext cx="123840" cy="140040"/>
              </p14:xfrm>
            </p:contentPart>
          </mc:Choice>
          <mc:Fallback>
            <p:pic>
              <p:nvPicPr>
                <p:cNvPr id="6" name="Ink 5">
                  <a:extLst>
                    <a:ext uri="{FF2B5EF4-FFF2-40B4-BE49-F238E27FC236}">
                      <a16:creationId xmlns:a16="http://schemas.microsoft.com/office/drawing/2014/main" id="{C93B06C2-4428-8860-3A99-54C82396B9C3}"/>
                    </a:ext>
                  </a:extLst>
                </p:cNvPr>
                <p:cNvPicPr/>
                <p:nvPr/>
              </p:nvPicPr>
              <p:blipFill>
                <a:blip r:embed="rId8"/>
                <a:stretch>
                  <a:fillRect/>
                </a:stretch>
              </p:blipFill>
              <p:spPr>
                <a:xfrm>
                  <a:off x="2715988" y="1060052"/>
                  <a:ext cx="141480" cy="15768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7" name="Ink 6">
                  <a:extLst>
                    <a:ext uri="{FF2B5EF4-FFF2-40B4-BE49-F238E27FC236}">
                      <a16:creationId xmlns:a16="http://schemas.microsoft.com/office/drawing/2014/main" id="{D4AD2D2D-4ABC-5F06-D342-4CB387F24926}"/>
                    </a:ext>
                  </a:extLst>
                </p14:cNvPr>
                <p14:cNvContentPartPr/>
                <p14:nvPr/>
              </p14:nvContentPartPr>
              <p14:xfrm>
                <a:off x="2908948" y="971852"/>
                <a:ext cx="134640" cy="270720"/>
              </p14:xfrm>
            </p:contentPart>
          </mc:Choice>
          <mc:Fallback>
            <p:pic>
              <p:nvPicPr>
                <p:cNvPr id="7" name="Ink 6">
                  <a:extLst>
                    <a:ext uri="{FF2B5EF4-FFF2-40B4-BE49-F238E27FC236}">
                      <a16:creationId xmlns:a16="http://schemas.microsoft.com/office/drawing/2014/main" id="{D4AD2D2D-4ABC-5F06-D342-4CB387F24926}"/>
                    </a:ext>
                  </a:extLst>
                </p:cNvPr>
                <p:cNvPicPr/>
                <p:nvPr/>
              </p:nvPicPr>
              <p:blipFill>
                <a:blip r:embed="rId10"/>
                <a:stretch>
                  <a:fillRect/>
                </a:stretch>
              </p:blipFill>
              <p:spPr>
                <a:xfrm>
                  <a:off x="2899948" y="963212"/>
                  <a:ext cx="152280" cy="28836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8" name="Ink 7">
                  <a:extLst>
                    <a:ext uri="{FF2B5EF4-FFF2-40B4-BE49-F238E27FC236}">
                      <a16:creationId xmlns:a16="http://schemas.microsoft.com/office/drawing/2014/main" id="{3F2632F4-CAD0-634B-7D9E-DEF7FF28F833}"/>
                    </a:ext>
                  </a:extLst>
                </p14:cNvPr>
                <p14:cNvContentPartPr/>
                <p14:nvPr/>
              </p14:nvContentPartPr>
              <p14:xfrm>
                <a:off x="3084988" y="992372"/>
                <a:ext cx="139680" cy="246240"/>
              </p14:xfrm>
            </p:contentPart>
          </mc:Choice>
          <mc:Fallback>
            <p:pic>
              <p:nvPicPr>
                <p:cNvPr id="8" name="Ink 7">
                  <a:extLst>
                    <a:ext uri="{FF2B5EF4-FFF2-40B4-BE49-F238E27FC236}">
                      <a16:creationId xmlns:a16="http://schemas.microsoft.com/office/drawing/2014/main" id="{3F2632F4-CAD0-634B-7D9E-DEF7FF28F833}"/>
                    </a:ext>
                  </a:extLst>
                </p:cNvPr>
                <p:cNvPicPr/>
                <p:nvPr/>
              </p:nvPicPr>
              <p:blipFill>
                <a:blip r:embed="rId12"/>
                <a:stretch>
                  <a:fillRect/>
                </a:stretch>
              </p:blipFill>
              <p:spPr>
                <a:xfrm>
                  <a:off x="3076348" y="983732"/>
                  <a:ext cx="157320" cy="26388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9" name="Ink 8">
                  <a:extLst>
                    <a:ext uri="{FF2B5EF4-FFF2-40B4-BE49-F238E27FC236}">
                      <a16:creationId xmlns:a16="http://schemas.microsoft.com/office/drawing/2014/main" id="{4BE2BD91-E6E4-63DB-58F6-4899391FB281}"/>
                    </a:ext>
                  </a:extLst>
                </p14:cNvPr>
                <p14:cNvContentPartPr/>
                <p14:nvPr/>
              </p14:nvContentPartPr>
              <p14:xfrm>
                <a:off x="3240508" y="1071212"/>
                <a:ext cx="298080" cy="181080"/>
              </p14:xfrm>
            </p:contentPart>
          </mc:Choice>
          <mc:Fallback>
            <p:pic>
              <p:nvPicPr>
                <p:cNvPr id="9" name="Ink 8">
                  <a:extLst>
                    <a:ext uri="{FF2B5EF4-FFF2-40B4-BE49-F238E27FC236}">
                      <a16:creationId xmlns:a16="http://schemas.microsoft.com/office/drawing/2014/main" id="{4BE2BD91-E6E4-63DB-58F6-4899391FB281}"/>
                    </a:ext>
                  </a:extLst>
                </p:cNvPr>
                <p:cNvPicPr/>
                <p:nvPr/>
              </p:nvPicPr>
              <p:blipFill>
                <a:blip r:embed="rId14"/>
                <a:stretch>
                  <a:fillRect/>
                </a:stretch>
              </p:blipFill>
              <p:spPr>
                <a:xfrm>
                  <a:off x="3231868" y="1062212"/>
                  <a:ext cx="315720" cy="198720"/>
                </a:xfrm>
                <a:prstGeom prst="rect">
                  <a:avLst/>
                </a:prstGeom>
              </p:spPr>
            </p:pic>
          </mc:Fallback>
        </mc:AlternateContent>
      </p:grpSp>
      <p:grpSp>
        <p:nvGrpSpPr>
          <p:cNvPr id="27" name="Group 26">
            <a:extLst>
              <a:ext uri="{FF2B5EF4-FFF2-40B4-BE49-F238E27FC236}">
                <a16:creationId xmlns:a16="http://schemas.microsoft.com/office/drawing/2014/main" id="{65CF8ECA-E1AA-F04F-D724-483D1575782D}"/>
              </a:ext>
            </a:extLst>
          </p:cNvPr>
          <p:cNvGrpSpPr/>
          <p:nvPr/>
        </p:nvGrpSpPr>
        <p:grpSpPr>
          <a:xfrm>
            <a:off x="9455188" y="855212"/>
            <a:ext cx="1920600" cy="1445760"/>
            <a:chOff x="9455188" y="855212"/>
            <a:chExt cx="1920600" cy="1445760"/>
          </a:xfrm>
        </p:grpSpPr>
        <mc:AlternateContent xmlns:mc="http://schemas.openxmlformats.org/markup-compatibility/2006">
          <mc:Choice xmlns:p14="http://schemas.microsoft.com/office/powerpoint/2010/main" Requires="p14">
            <p:contentPart p14:bwMode="auto" r:id="rId15">
              <p14:nvContentPartPr>
                <p14:cNvPr id="18" name="Ink 17">
                  <a:extLst>
                    <a:ext uri="{FF2B5EF4-FFF2-40B4-BE49-F238E27FC236}">
                      <a16:creationId xmlns:a16="http://schemas.microsoft.com/office/drawing/2014/main" id="{2CCD140A-C03D-F49C-0ACC-55D8AE15B324}"/>
                    </a:ext>
                  </a:extLst>
                </p14:cNvPr>
                <p14:cNvContentPartPr/>
                <p14:nvPr/>
              </p14:nvContentPartPr>
              <p14:xfrm>
                <a:off x="10373548" y="973652"/>
                <a:ext cx="27720" cy="241920"/>
              </p14:xfrm>
            </p:contentPart>
          </mc:Choice>
          <mc:Fallback>
            <p:pic>
              <p:nvPicPr>
                <p:cNvPr id="18" name="Ink 17">
                  <a:extLst>
                    <a:ext uri="{FF2B5EF4-FFF2-40B4-BE49-F238E27FC236}">
                      <a16:creationId xmlns:a16="http://schemas.microsoft.com/office/drawing/2014/main" id="{2CCD140A-C03D-F49C-0ACC-55D8AE15B324}"/>
                    </a:ext>
                  </a:extLst>
                </p:cNvPr>
                <p:cNvPicPr/>
                <p:nvPr/>
              </p:nvPicPr>
              <p:blipFill>
                <a:blip r:embed="rId16"/>
                <a:stretch>
                  <a:fillRect/>
                </a:stretch>
              </p:blipFill>
              <p:spPr>
                <a:xfrm>
                  <a:off x="10364908" y="964652"/>
                  <a:ext cx="4536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9" name="Ink 18">
                  <a:extLst>
                    <a:ext uri="{FF2B5EF4-FFF2-40B4-BE49-F238E27FC236}">
                      <a16:creationId xmlns:a16="http://schemas.microsoft.com/office/drawing/2014/main" id="{A0D1A936-2ED3-9034-17AF-6B8673159116}"/>
                    </a:ext>
                  </a:extLst>
                </p14:cNvPr>
                <p14:cNvContentPartPr/>
                <p14:nvPr/>
              </p14:nvContentPartPr>
              <p14:xfrm>
                <a:off x="10224508" y="855212"/>
                <a:ext cx="442080" cy="447120"/>
              </p14:xfrm>
            </p:contentPart>
          </mc:Choice>
          <mc:Fallback>
            <p:pic>
              <p:nvPicPr>
                <p:cNvPr id="19" name="Ink 18">
                  <a:extLst>
                    <a:ext uri="{FF2B5EF4-FFF2-40B4-BE49-F238E27FC236}">
                      <a16:creationId xmlns:a16="http://schemas.microsoft.com/office/drawing/2014/main" id="{A0D1A936-2ED3-9034-17AF-6B8673159116}"/>
                    </a:ext>
                  </a:extLst>
                </p:cNvPr>
                <p:cNvPicPr/>
                <p:nvPr/>
              </p:nvPicPr>
              <p:blipFill>
                <a:blip r:embed="rId18"/>
                <a:stretch>
                  <a:fillRect/>
                </a:stretch>
              </p:blipFill>
              <p:spPr>
                <a:xfrm>
                  <a:off x="10215868" y="846212"/>
                  <a:ext cx="459720" cy="46476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21" name="Ink 20">
                  <a:extLst>
                    <a:ext uri="{FF2B5EF4-FFF2-40B4-BE49-F238E27FC236}">
                      <a16:creationId xmlns:a16="http://schemas.microsoft.com/office/drawing/2014/main" id="{816A7849-1BAC-68C9-C20F-3815A14568F6}"/>
                    </a:ext>
                  </a:extLst>
                </p14:cNvPr>
                <p14:cNvContentPartPr/>
                <p14:nvPr/>
              </p14:nvContentPartPr>
              <p14:xfrm>
                <a:off x="10267348" y="1736492"/>
                <a:ext cx="230040" cy="10440"/>
              </p14:xfrm>
            </p:contentPart>
          </mc:Choice>
          <mc:Fallback>
            <p:pic>
              <p:nvPicPr>
                <p:cNvPr id="21" name="Ink 20">
                  <a:extLst>
                    <a:ext uri="{FF2B5EF4-FFF2-40B4-BE49-F238E27FC236}">
                      <a16:creationId xmlns:a16="http://schemas.microsoft.com/office/drawing/2014/main" id="{816A7849-1BAC-68C9-C20F-3815A14568F6}"/>
                    </a:ext>
                  </a:extLst>
                </p:cNvPr>
                <p:cNvPicPr/>
                <p:nvPr/>
              </p:nvPicPr>
              <p:blipFill>
                <a:blip r:embed="rId20"/>
                <a:stretch>
                  <a:fillRect/>
                </a:stretch>
              </p:blipFill>
              <p:spPr>
                <a:xfrm>
                  <a:off x="10258348" y="1727852"/>
                  <a:ext cx="24768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2" name="Ink 21">
                  <a:extLst>
                    <a:ext uri="{FF2B5EF4-FFF2-40B4-BE49-F238E27FC236}">
                      <a16:creationId xmlns:a16="http://schemas.microsoft.com/office/drawing/2014/main" id="{DE694F0B-0D21-FA33-F919-7C01E1AA8D1E}"/>
                    </a:ext>
                  </a:extLst>
                </p14:cNvPr>
                <p14:cNvContentPartPr/>
                <p14:nvPr/>
              </p14:nvContentPartPr>
              <p14:xfrm>
                <a:off x="10339708" y="2102252"/>
                <a:ext cx="219960" cy="13680"/>
              </p14:xfrm>
            </p:contentPart>
          </mc:Choice>
          <mc:Fallback>
            <p:pic>
              <p:nvPicPr>
                <p:cNvPr id="22" name="Ink 21">
                  <a:extLst>
                    <a:ext uri="{FF2B5EF4-FFF2-40B4-BE49-F238E27FC236}">
                      <a16:creationId xmlns:a16="http://schemas.microsoft.com/office/drawing/2014/main" id="{DE694F0B-0D21-FA33-F919-7C01E1AA8D1E}"/>
                    </a:ext>
                  </a:extLst>
                </p:cNvPr>
                <p:cNvPicPr/>
                <p:nvPr/>
              </p:nvPicPr>
              <p:blipFill>
                <a:blip r:embed="rId22"/>
                <a:stretch>
                  <a:fillRect/>
                </a:stretch>
              </p:blipFill>
              <p:spPr>
                <a:xfrm>
                  <a:off x="10330708" y="2093612"/>
                  <a:ext cx="23760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6" name="Ink 25">
                  <a:extLst>
                    <a:ext uri="{FF2B5EF4-FFF2-40B4-BE49-F238E27FC236}">
                      <a16:creationId xmlns:a16="http://schemas.microsoft.com/office/drawing/2014/main" id="{1D197457-01FF-22A7-9041-9DBD7ECE06C7}"/>
                    </a:ext>
                  </a:extLst>
                </p14:cNvPr>
                <p14:cNvContentPartPr/>
                <p14:nvPr/>
              </p14:nvContentPartPr>
              <p14:xfrm>
                <a:off x="9455188" y="1355612"/>
                <a:ext cx="1920600" cy="945360"/>
              </p14:xfrm>
            </p:contentPart>
          </mc:Choice>
          <mc:Fallback>
            <p:pic>
              <p:nvPicPr>
                <p:cNvPr id="26" name="Ink 25">
                  <a:extLst>
                    <a:ext uri="{FF2B5EF4-FFF2-40B4-BE49-F238E27FC236}">
                      <a16:creationId xmlns:a16="http://schemas.microsoft.com/office/drawing/2014/main" id="{1D197457-01FF-22A7-9041-9DBD7ECE06C7}"/>
                    </a:ext>
                  </a:extLst>
                </p:cNvPr>
                <p:cNvPicPr/>
                <p:nvPr/>
              </p:nvPicPr>
              <p:blipFill>
                <a:blip r:embed="rId24"/>
                <a:stretch>
                  <a:fillRect/>
                </a:stretch>
              </p:blipFill>
              <p:spPr>
                <a:xfrm>
                  <a:off x="9446548" y="1346612"/>
                  <a:ext cx="1938240" cy="963000"/>
                </a:xfrm>
                <a:prstGeom prst="rect">
                  <a:avLst/>
                </a:prstGeom>
              </p:spPr>
            </p:pic>
          </mc:Fallback>
        </mc:AlternateContent>
      </p:grpSp>
      <p:grpSp>
        <p:nvGrpSpPr>
          <p:cNvPr id="41" name="Group 40">
            <a:extLst>
              <a:ext uri="{FF2B5EF4-FFF2-40B4-BE49-F238E27FC236}">
                <a16:creationId xmlns:a16="http://schemas.microsoft.com/office/drawing/2014/main" id="{D7F4A87D-3FA4-BF87-FD85-12AD60AEAC9C}"/>
              </a:ext>
            </a:extLst>
          </p:cNvPr>
          <p:cNvGrpSpPr/>
          <p:nvPr/>
        </p:nvGrpSpPr>
        <p:grpSpPr>
          <a:xfrm>
            <a:off x="4477108" y="371012"/>
            <a:ext cx="1861560" cy="405720"/>
            <a:chOff x="4477108" y="371012"/>
            <a:chExt cx="1861560" cy="405720"/>
          </a:xfrm>
        </p:grpSpPr>
        <mc:AlternateContent xmlns:mc="http://schemas.openxmlformats.org/markup-compatibility/2006">
          <mc:Choice xmlns:p14="http://schemas.microsoft.com/office/powerpoint/2010/main" Requires="p14">
            <p:contentPart p14:bwMode="auto" r:id="rId25">
              <p14:nvContentPartPr>
                <p14:cNvPr id="31" name="Ink 30">
                  <a:extLst>
                    <a:ext uri="{FF2B5EF4-FFF2-40B4-BE49-F238E27FC236}">
                      <a16:creationId xmlns:a16="http://schemas.microsoft.com/office/drawing/2014/main" id="{B8B3556E-F9B3-524B-90DF-AD29AFC2C1BB}"/>
                    </a:ext>
                  </a:extLst>
                </p14:cNvPr>
                <p14:cNvContentPartPr/>
                <p14:nvPr/>
              </p14:nvContentPartPr>
              <p14:xfrm>
                <a:off x="4513828" y="514292"/>
                <a:ext cx="183600" cy="137880"/>
              </p14:xfrm>
            </p:contentPart>
          </mc:Choice>
          <mc:Fallback>
            <p:pic>
              <p:nvPicPr>
                <p:cNvPr id="31" name="Ink 30">
                  <a:extLst>
                    <a:ext uri="{FF2B5EF4-FFF2-40B4-BE49-F238E27FC236}">
                      <a16:creationId xmlns:a16="http://schemas.microsoft.com/office/drawing/2014/main" id="{B8B3556E-F9B3-524B-90DF-AD29AFC2C1BB}"/>
                    </a:ext>
                  </a:extLst>
                </p:cNvPr>
                <p:cNvPicPr/>
                <p:nvPr/>
              </p:nvPicPr>
              <p:blipFill>
                <a:blip r:embed="rId26"/>
                <a:stretch>
                  <a:fillRect/>
                </a:stretch>
              </p:blipFill>
              <p:spPr>
                <a:xfrm>
                  <a:off x="4505188" y="505292"/>
                  <a:ext cx="20124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32" name="Ink 31">
                  <a:extLst>
                    <a:ext uri="{FF2B5EF4-FFF2-40B4-BE49-F238E27FC236}">
                      <a16:creationId xmlns:a16="http://schemas.microsoft.com/office/drawing/2014/main" id="{D2EA177B-3A10-18D1-F137-D4A33FE4BF2F}"/>
                    </a:ext>
                  </a:extLst>
                </p14:cNvPr>
                <p14:cNvContentPartPr/>
                <p14:nvPr/>
              </p14:nvContentPartPr>
              <p14:xfrm>
                <a:off x="4782388" y="528332"/>
                <a:ext cx="59400" cy="117720"/>
              </p14:xfrm>
            </p:contentPart>
          </mc:Choice>
          <mc:Fallback>
            <p:pic>
              <p:nvPicPr>
                <p:cNvPr id="32" name="Ink 31">
                  <a:extLst>
                    <a:ext uri="{FF2B5EF4-FFF2-40B4-BE49-F238E27FC236}">
                      <a16:creationId xmlns:a16="http://schemas.microsoft.com/office/drawing/2014/main" id="{D2EA177B-3A10-18D1-F137-D4A33FE4BF2F}"/>
                    </a:ext>
                  </a:extLst>
                </p:cNvPr>
                <p:cNvPicPr/>
                <p:nvPr/>
              </p:nvPicPr>
              <p:blipFill>
                <a:blip r:embed="rId28"/>
                <a:stretch>
                  <a:fillRect/>
                </a:stretch>
              </p:blipFill>
              <p:spPr>
                <a:xfrm>
                  <a:off x="4773748" y="519332"/>
                  <a:ext cx="77040" cy="13536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33" name="Ink 32">
                  <a:extLst>
                    <a:ext uri="{FF2B5EF4-FFF2-40B4-BE49-F238E27FC236}">
                      <a16:creationId xmlns:a16="http://schemas.microsoft.com/office/drawing/2014/main" id="{7E915F80-7146-828C-1F92-9B9E38AA1D71}"/>
                    </a:ext>
                  </a:extLst>
                </p14:cNvPr>
                <p14:cNvContentPartPr/>
                <p14:nvPr/>
              </p14:nvContentPartPr>
              <p14:xfrm>
                <a:off x="4932868" y="436892"/>
                <a:ext cx="120600" cy="182520"/>
              </p14:xfrm>
            </p:contentPart>
          </mc:Choice>
          <mc:Fallback>
            <p:pic>
              <p:nvPicPr>
                <p:cNvPr id="33" name="Ink 32">
                  <a:extLst>
                    <a:ext uri="{FF2B5EF4-FFF2-40B4-BE49-F238E27FC236}">
                      <a16:creationId xmlns:a16="http://schemas.microsoft.com/office/drawing/2014/main" id="{7E915F80-7146-828C-1F92-9B9E38AA1D71}"/>
                    </a:ext>
                  </a:extLst>
                </p:cNvPr>
                <p:cNvPicPr/>
                <p:nvPr/>
              </p:nvPicPr>
              <p:blipFill>
                <a:blip r:embed="rId30"/>
                <a:stretch>
                  <a:fillRect/>
                </a:stretch>
              </p:blipFill>
              <p:spPr>
                <a:xfrm>
                  <a:off x="4924228" y="427892"/>
                  <a:ext cx="13824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34" name="Ink 33">
                  <a:extLst>
                    <a:ext uri="{FF2B5EF4-FFF2-40B4-BE49-F238E27FC236}">
                      <a16:creationId xmlns:a16="http://schemas.microsoft.com/office/drawing/2014/main" id="{328A4B65-B3CB-3264-CDB9-3882956CB15D}"/>
                    </a:ext>
                  </a:extLst>
                </p14:cNvPr>
                <p14:cNvContentPartPr/>
                <p14:nvPr/>
              </p14:nvContentPartPr>
              <p14:xfrm>
                <a:off x="5102788" y="494132"/>
                <a:ext cx="105840" cy="118080"/>
              </p14:xfrm>
            </p:contentPart>
          </mc:Choice>
          <mc:Fallback>
            <p:pic>
              <p:nvPicPr>
                <p:cNvPr id="34" name="Ink 33">
                  <a:extLst>
                    <a:ext uri="{FF2B5EF4-FFF2-40B4-BE49-F238E27FC236}">
                      <a16:creationId xmlns:a16="http://schemas.microsoft.com/office/drawing/2014/main" id="{328A4B65-B3CB-3264-CDB9-3882956CB15D}"/>
                    </a:ext>
                  </a:extLst>
                </p:cNvPr>
                <p:cNvPicPr/>
                <p:nvPr/>
              </p:nvPicPr>
              <p:blipFill>
                <a:blip r:embed="rId32"/>
                <a:stretch>
                  <a:fillRect/>
                </a:stretch>
              </p:blipFill>
              <p:spPr>
                <a:xfrm>
                  <a:off x="5093788" y="485492"/>
                  <a:ext cx="12348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35" name="Ink 34">
                  <a:extLst>
                    <a:ext uri="{FF2B5EF4-FFF2-40B4-BE49-F238E27FC236}">
                      <a16:creationId xmlns:a16="http://schemas.microsoft.com/office/drawing/2014/main" id="{21E5C28A-55F8-2925-B21E-64BCD354B126}"/>
                    </a:ext>
                  </a:extLst>
                </p14:cNvPr>
                <p14:cNvContentPartPr/>
                <p14:nvPr/>
              </p14:nvContentPartPr>
              <p14:xfrm>
                <a:off x="5267668" y="539492"/>
                <a:ext cx="84600" cy="13680"/>
              </p14:xfrm>
            </p:contentPart>
          </mc:Choice>
          <mc:Fallback>
            <p:pic>
              <p:nvPicPr>
                <p:cNvPr id="35" name="Ink 34">
                  <a:extLst>
                    <a:ext uri="{FF2B5EF4-FFF2-40B4-BE49-F238E27FC236}">
                      <a16:creationId xmlns:a16="http://schemas.microsoft.com/office/drawing/2014/main" id="{21E5C28A-55F8-2925-B21E-64BCD354B126}"/>
                    </a:ext>
                  </a:extLst>
                </p:cNvPr>
                <p:cNvPicPr/>
                <p:nvPr/>
              </p:nvPicPr>
              <p:blipFill>
                <a:blip r:embed="rId34"/>
                <a:stretch>
                  <a:fillRect/>
                </a:stretch>
              </p:blipFill>
              <p:spPr>
                <a:xfrm>
                  <a:off x="5258668" y="530492"/>
                  <a:ext cx="10224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36" name="Ink 35">
                  <a:extLst>
                    <a:ext uri="{FF2B5EF4-FFF2-40B4-BE49-F238E27FC236}">
                      <a16:creationId xmlns:a16="http://schemas.microsoft.com/office/drawing/2014/main" id="{5C9379E8-CBAE-5263-EBE9-D25197FAD102}"/>
                    </a:ext>
                  </a:extLst>
                </p14:cNvPr>
                <p14:cNvContentPartPr/>
                <p14:nvPr/>
              </p14:nvContentPartPr>
              <p14:xfrm>
                <a:off x="5362708" y="440852"/>
                <a:ext cx="230040" cy="156960"/>
              </p14:xfrm>
            </p:contentPart>
          </mc:Choice>
          <mc:Fallback>
            <p:pic>
              <p:nvPicPr>
                <p:cNvPr id="36" name="Ink 35">
                  <a:extLst>
                    <a:ext uri="{FF2B5EF4-FFF2-40B4-BE49-F238E27FC236}">
                      <a16:creationId xmlns:a16="http://schemas.microsoft.com/office/drawing/2014/main" id="{5C9379E8-CBAE-5263-EBE9-D25197FAD102}"/>
                    </a:ext>
                  </a:extLst>
                </p:cNvPr>
                <p:cNvPicPr/>
                <p:nvPr/>
              </p:nvPicPr>
              <p:blipFill>
                <a:blip r:embed="rId36"/>
                <a:stretch>
                  <a:fillRect/>
                </a:stretch>
              </p:blipFill>
              <p:spPr>
                <a:xfrm>
                  <a:off x="5354068" y="432212"/>
                  <a:ext cx="247680" cy="17460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37" name="Ink 36">
                  <a:extLst>
                    <a:ext uri="{FF2B5EF4-FFF2-40B4-BE49-F238E27FC236}">
                      <a16:creationId xmlns:a16="http://schemas.microsoft.com/office/drawing/2014/main" id="{1DD298DA-8F0E-1682-51F3-DB61D415E9F1}"/>
                    </a:ext>
                  </a:extLst>
                </p14:cNvPr>
                <p14:cNvContentPartPr/>
                <p14:nvPr/>
              </p14:nvContentPartPr>
              <p14:xfrm>
                <a:off x="5637748" y="371012"/>
                <a:ext cx="232560" cy="213840"/>
              </p14:xfrm>
            </p:contentPart>
          </mc:Choice>
          <mc:Fallback>
            <p:pic>
              <p:nvPicPr>
                <p:cNvPr id="37" name="Ink 36">
                  <a:extLst>
                    <a:ext uri="{FF2B5EF4-FFF2-40B4-BE49-F238E27FC236}">
                      <a16:creationId xmlns:a16="http://schemas.microsoft.com/office/drawing/2014/main" id="{1DD298DA-8F0E-1682-51F3-DB61D415E9F1}"/>
                    </a:ext>
                  </a:extLst>
                </p:cNvPr>
                <p:cNvPicPr/>
                <p:nvPr/>
              </p:nvPicPr>
              <p:blipFill>
                <a:blip r:embed="rId38"/>
                <a:stretch>
                  <a:fillRect/>
                </a:stretch>
              </p:blipFill>
              <p:spPr>
                <a:xfrm>
                  <a:off x="5628748" y="362372"/>
                  <a:ext cx="25020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38" name="Ink 37">
                  <a:extLst>
                    <a:ext uri="{FF2B5EF4-FFF2-40B4-BE49-F238E27FC236}">
                      <a16:creationId xmlns:a16="http://schemas.microsoft.com/office/drawing/2014/main" id="{2B969739-6081-1D1A-D592-64F1ED9F5776}"/>
                    </a:ext>
                  </a:extLst>
                </p14:cNvPr>
                <p14:cNvContentPartPr/>
                <p14:nvPr/>
              </p14:nvContentPartPr>
              <p14:xfrm>
                <a:off x="5920708" y="386132"/>
                <a:ext cx="152280" cy="193680"/>
              </p14:xfrm>
            </p:contentPart>
          </mc:Choice>
          <mc:Fallback>
            <p:pic>
              <p:nvPicPr>
                <p:cNvPr id="38" name="Ink 37">
                  <a:extLst>
                    <a:ext uri="{FF2B5EF4-FFF2-40B4-BE49-F238E27FC236}">
                      <a16:creationId xmlns:a16="http://schemas.microsoft.com/office/drawing/2014/main" id="{2B969739-6081-1D1A-D592-64F1ED9F5776}"/>
                    </a:ext>
                  </a:extLst>
                </p:cNvPr>
                <p:cNvPicPr/>
                <p:nvPr/>
              </p:nvPicPr>
              <p:blipFill>
                <a:blip r:embed="rId40"/>
                <a:stretch>
                  <a:fillRect/>
                </a:stretch>
              </p:blipFill>
              <p:spPr>
                <a:xfrm>
                  <a:off x="5911708" y="377132"/>
                  <a:ext cx="16992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39" name="Ink 38">
                  <a:extLst>
                    <a:ext uri="{FF2B5EF4-FFF2-40B4-BE49-F238E27FC236}">
                      <a16:creationId xmlns:a16="http://schemas.microsoft.com/office/drawing/2014/main" id="{92C7F9F9-FCBE-3A8A-8289-94F309924B4B}"/>
                    </a:ext>
                  </a:extLst>
                </p14:cNvPr>
                <p14:cNvContentPartPr/>
                <p14:nvPr/>
              </p14:nvContentPartPr>
              <p14:xfrm>
                <a:off x="6111148" y="454532"/>
                <a:ext cx="227520" cy="171360"/>
              </p14:xfrm>
            </p:contentPart>
          </mc:Choice>
          <mc:Fallback>
            <p:pic>
              <p:nvPicPr>
                <p:cNvPr id="39" name="Ink 38">
                  <a:extLst>
                    <a:ext uri="{FF2B5EF4-FFF2-40B4-BE49-F238E27FC236}">
                      <a16:creationId xmlns:a16="http://schemas.microsoft.com/office/drawing/2014/main" id="{92C7F9F9-FCBE-3A8A-8289-94F309924B4B}"/>
                    </a:ext>
                  </a:extLst>
                </p:cNvPr>
                <p:cNvPicPr/>
                <p:nvPr/>
              </p:nvPicPr>
              <p:blipFill>
                <a:blip r:embed="rId42"/>
                <a:stretch>
                  <a:fillRect/>
                </a:stretch>
              </p:blipFill>
              <p:spPr>
                <a:xfrm>
                  <a:off x="6102508" y="445892"/>
                  <a:ext cx="24516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40" name="Ink 39">
                  <a:extLst>
                    <a:ext uri="{FF2B5EF4-FFF2-40B4-BE49-F238E27FC236}">
                      <a16:creationId xmlns:a16="http://schemas.microsoft.com/office/drawing/2014/main" id="{DFF51E62-F887-7E0A-7742-202352C5E29E}"/>
                    </a:ext>
                  </a:extLst>
                </p14:cNvPr>
                <p14:cNvContentPartPr/>
                <p14:nvPr/>
              </p14:nvContentPartPr>
              <p14:xfrm>
                <a:off x="4477108" y="672332"/>
                <a:ext cx="1852200" cy="104400"/>
              </p14:xfrm>
            </p:contentPart>
          </mc:Choice>
          <mc:Fallback>
            <p:pic>
              <p:nvPicPr>
                <p:cNvPr id="40" name="Ink 39">
                  <a:extLst>
                    <a:ext uri="{FF2B5EF4-FFF2-40B4-BE49-F238E27FC236}">
                      <a16:creationId xmlns:a16="http://schemas.microsoft.com/office/drawing/2014/main" id="{DFF51E62-F887-7E0A-7742-202352C5E29E}"/>
                    </a:ext>
                  </a:extLst>
                </p:cNvPr>
                <p:cNvPicPr/>
                <p:nvPr/>
              </p:nvPicPr>
              <p:blipFill>
                <a:blip r:embed="rId44"/>
                <a:stretch>
                  <a:fillRect/>
                </a:stretch>
              </p:blipFill>
              <p:spPr>
                <a:xfrm>
                  <a:off x="4468108" y="663692"/>
                  <a:ext cx="1869840" cy="122040"/>
                </a:xfrm>
                <a:prstGeom prst="rect">
                  <a:avLst/>
                </a:prstGeom>
              </p:spPr>
            </p:pic>
          </mc:Fallback>
        </mc:AlternateContent>
      </p:grpSp>
      <p:grpSp>
        <p:nvGrpSpPr>
          <p:cNvPr id="52" name="Group 51">
            <a:extLst>
              <a:ext uri="{FF2B5EF4-FFF2-40B4-BE49-F238E27FC236}">
                <a16:creationId xmlns:a16="http://schemas.microsoft.com/office/drawing/2014/main" id="{9CEF34BF-E244-E255-FC37-CA7E1202EACC}"/>
              </a:ext>
            </a:extLst>
          </p:cNvPr>
          <p:cNvGrpSpPr/>
          <p:nvPr/>
        </p:nvGrpSpPr>
        <p:grpSpPr>
          <a:xfrm>
            <a:off x="7217788" y="2559452"/>
            <a:ext cx="1903320" cy="603720"/>
            <a:chOff x="7217788" y="2559452"/>
            <a:chExt cx="1903320" cy="603720"/>
          </a:xfrm>
        </p:grpSpPr>
        <mc:AlternateContent xmlns:mc="http://schemas.openxmlformats.org/markup-compatibility/2006">
          <mc:Choice xmlns:p14="http://schemas.microsoft.com/office/powerpoint/2010/main" Requires="p14">
            <p:contentPart p14:bwMode="auto" r:id="rId45">
              <p14:nvContentPartPr>
                <p14:cNvPr id="45" name="Ink 44">
                  <a:extLst>
                    <a:ext uri="{FF2B5EF4-FFF2-40B4-BE49-F238E27FC236}">
                      <a16:creationId xmlns:a16="http://schemas.microsoft.com/office/drawing/2014/main" id="{8B4ACA48-423D-5A56-6858-BD9D78D56D31}"/>
                    </a:ext>
                  </a:extLst>
                </p14:cNvPr>
                <p14:cNvContentPartPr/>
                <p14:nvPr/>
              </p14:nvContentPartPr>
              <p14:xfrm>
                <a:off x="7217788" y="2559452"/>
                <a:ext cx="1903320" cy="513000"/>
              </p14:xfrm>
            </p:contentPart>
          </mc:Choice>
          <mc:Fallback>
            <p:pic>
              <p:nvPicPr>
                <p:cNvPr id="45" name="Ink 44">
                  <a:extLst>
                    <a:ext uri="{FF2B5EF4-FFF2-40B4-BE49-F238E27FC236}">
                      <a16:creationId xmlns:a16="http://schemas.microsoft.com/office/drawing/2014/main" id="{8B4ACA48-423D-5A56-6858-BD9D78D56D31}"/>
                    </a:ext>
                  </a:extLst>
                </p:cNvPr>
                <p:cNvPicPr/>
                <p:nvPr/>
              </p:nvPicPr>
              <p:blipFill>
                <a:blip r:embed="rId46"/>
                <a:stretch>
                  <a:fillRect/>
                </a:stretch>
              </p:blipFill>
              <p:spPr>
                <a:xfrm>
                  <a:off x="7208788" y="2550812"/>
                  <a:ext cx="1920960" cy="53064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46" name="Ink 45">
                  <a:extLst>
                    <a:ext uri="{FF2B5EF4-FFF2-40B4-BE49-F238E27FC236}">
                      <a16:creationId xmlns:a16="http://schemas.microsoft.com/office/drawing/2014/main" id="{36D9B35E-1761-8AD3-1636-B3CBA80F34A6}"/>
                    </a:ext>
                  </a:extLst>
                </p14:cNvPr>
                <p14:cNvContentPartPr/>
                <p14:nvPr/>
              </p14:nvContentPartPr>
              <p14:xfrm>
                <a:off x="7660228" y="2807852"/>
                <a:ext cx="174600" cy="159480"/>
              </p14:xfrm>
            </p:contentPart>
          </mc:Choice>
          <mc:Fallback>
            <p:pic>
              <p:nvPicPr>
                <p:cNvPr id="46" name="Ink 45">
                  <a:extLst>
                    <a:ext uri="{FF2B5EF4-FFF2-40B4-BE49-F238E27FC236}">
                      <a16:creationId xmlns:a16="http://schemas.microsoft.com/office/drawing/2014/main" id="{36D9B35E-1761-8AD3-1636-B3CBA80F34A6}"/>
                    </a:ext>
                  </a:extLst>
                </p:cNvPr>
                <p:cNvPicPr/>
                <p:nvPr/>
              </p:nvPicPr>
              <p:blipFill>
                <a:blip r:embed="rId48"/>
                <a:stretch>
                  <a:fillRect/>
                </a:stretch>
              </p:blipFill>
              <p:spPr>
                <a:xfrm>
                  <a:off x="7651228" y="2799212"/>
                  <a:ext cx="19224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47" name="Ink 46">
                  <a:extLst>
                    <a:ext uri="{FF2B5EF4-FFF2-40B4-BE49-F238E27FC236}">
                      <a16:creationId xmlns:a16="http://schemas.microsoft.com/office/drawing/2014/main" id="{BF63B749-1049-706E-39EF-03ABF804B99E}"/>
                    </a:ext>
                  </a:extLst>
                </p14:cNvPr>
                <p14:cNvContentPartPr/>
                <p14:nvPr/>
              </p14:nvContentPartPr>
              <p14:xfrm>
                <a:off x="7854628" y="2780852"/>
                <a:ext cx="68760" cy="174240"/>
              </p14:xfrm>
            </p:contentPart>
          </mc:Choice>
          <mc:Fallback>
            <p:pic>
              <p:nvPicPr>
                <p:cNvPr id="47" name="Ink 46">
                  <a:extLst>
                    <a:ext uri="{FF2B5EF4-FFF2-40B4-BE49-F238E27FC236}">
                      <a16:creationId xmlns:a16="http://schemas.microsoft.com/office/drawing/2014/main" id="{BF63B749-1049-706E-39EF-03ABF804B99E}"/>
                    </a:ext>
                  </a:extLst>
                </p:cNvPr>
                <p:cNvPicPr/>
                <p:nvPr/>
              </p:nvPicPr>
              <p:blipFill>
                <a:blip r:embed="rId50"/>
                <a:stretch>
                  <a:fillRect/>
                </a:stretch>
              </p:blipFill>
              <p:spPr>
                <a:xfrm>
                  <a:off x="7845628" y="2771852"/>
                  <a:ext cx="8640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48" name="Ink 47">
                  <a:extLst>
                    <a:ext uri="{FF2B5EF4-FFF2-40B4-BE49-F238E27FC236}">
                      <a16:creationId xmlns:a16="http://schemas.microsoft.com/office/drawing/2014/main" id="{4AC80C38-430C-D8F2-51D0-8097113F1F8B}"/>
                    </a:ext>
                  </a:extLst>
                </p14:cNvPr>
                <p14:cNvContentPartPr/>
                <p14:nvPr/>
              </p14:nvContentPartPr>
              <p14:xfrm>
                <a:off x="7893868" y="2834852"/>
                <a:ext cx="434160" cy="276480"/>
              </p14:xfrm>
            </p:contentPart>
          </mc:Choice>
          <mc:Fallback>
            <p:pic>
              <p:nvPicPr>
                <p:cNvPr id="48" name="Ink 47">
                  <a:extLst>
                    <a:ext uri="{FF2B5EF4-FFF2-40B4-BE49-F238E27FC236}">
                      <a16:creationId xmlns:a16="http://schemas.microsoft.com/office/drawing/2014/main" id="{4AC80C38-430C-D8F2-51D0-8097113F1F8B}"/>
                    </a:ext>
                  </a:extLst>
                </p:cNvPr>
                <p:cNvPicPr/>
                <p:nvPr/>
              </p:nvPicPr>
              <p:blipFill>
                <a:blip r:embed="rId52"/>
                <a:stretch>
                  <a:fillRect/>
                </a:stretch>
              </p:blipFill>
              <p:spPr>
                <a:xfrm>
                  <a:off x="7885228" y="2826212"/>
                  <a:ext cx="451800" cy="29412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49" name="Ink 48">
                  <a:extLst>
                    <a:ext uri="{FF2B5EF4-FFF2-40B4-BE49-F238E27FC236}">
                      <a16:creationId xmlns:a16="http://schemas.microsoft.com/office/drawing/2014/main" id="{5E230E23-9AB2-9735-6DF7-BF7F3E30C44E}"/>
                    </a:ext>
                  </a:extLst>
                </p14:cNvPr>
                <p14:cNvContentPartPr/>
                <p14:nvPr/>
              </p14:nvContentPartPr>
              <p14:xfrm>
                <a:off x="8339188" y="2861492"/>
                <a:ext cx="29520" cy="82080"/>
              </p14:xfrm>
            </p:contentPart>
          </mc:Choice>
          <mc:Fallback>
            <p:pic>
              <p:nvPicPr>
                <p:cNvPr id="49" name="Ink 48">
                  <a:extLst>
                    <a:ext uri="{FF2B5EF4-FFF2-40B4-BE49-F238E27FC236}">
                      <a16:creationId xmlns:a16="http://schemas.microsoft.com/office/drawing/2014/main" id="{5E230E23-9AB2-9735-6DF7-BF7F3E30C44E}"/>
                    </a:ext>
                  </a:extLst>
                </p:cNvPr>
                <p:cNvPicPr/>
                <p:nvPr/>
              </p:nvPicPr>
              <p:blipFill>
                <a:blip r:embed="rId54"/>
                <a:stretch>
                  <a:fillRect/>
                </a:stretch>
              </p:blipFill>
              <p:spPr>
                <a:xfrm>
                  <a:off x="8330548" y="2852492"/>
                  <a:ext cx="4716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50" name="Ink 49">
                  <a:extLst>
                    <a:ext uri="{FF2B5EF4-FFF2-40B4-BE49-F238E27FC236}">
                      <a16:creationId xmlns:a16="http://schemas.microsoft.com/office/drawing/2014/main" id="{826086D2-B0A1-246B-C929-99C639D4A472}"/>
                    </a:ext>
                  </a:extLst>
                </p14:cNvPr>
                <p14:cNvContentPartPr/>
                <p14:nvPr/>
              </p14:nvContentPartPr>
              <p14:xfrm>
                <a:off x="8399308" y="2766452"/>
                <a:ext cx="8280" cy="3240"/>
              </p14:xfrm>
            </p:contentPart>
          </mc:Choice>
          <mc:Fallback>
            <p:pic>
              <p:nvPicPr>
                <p:cNvPr id="50" name="Ink 49">
                  <a:extLst>
                    <a:ext uri="{FF2B5EF4-FFF2-40B4-BE49-F238E27FC236}">
                      <a16:creationId xmlns:a16="http://schemas.microsoft.com/office/drawing/2014/main" id="{826086D2-B0A1-246B-C929-99C639D4A472}"/>
                    </a:ext>
                  </a:extLst>
                </p:cNvPr>
                <p:cNvPicPr/>
                <p:nvPr/>
              </p:nvPicPr>
              <p:blipFill>
                <a:blip r:embed="rId56"/>
                <a:stretch>
                  <a:fillRect/>
                </a:stretch>
              </p:blipFill>
              <p:spPr>
                <a:xfrm>
                  <a:off x="8390308" y="2757812"/>
                  <a:ext cx="25920" cy="2088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51" name="Ink 50">
                  <a:extLst>
                    <a:ext uri="{FF2B5EF4-FFF2-40B4-BE49-F238E27FC236}">
                      <a16:creationId xmlns:a16="http://schemas.microsoft.com/office/drawing/2014/main" id="{8C042461-37F5-8D6D-048E-AAEB08285812}"/>
                    </a:ext>
                  </a:extLst>
                </p14:cNvPr>
                <p14:cNvContentPartPr/>
                <p14:nvPr/>
              </p14:nvContentPartPr>
              <p14:xfrm>
                <a:off x="8389228" y="2840612"/>
                <a:ext cx="219960" cy="322560"/>
              </p14:xfrm>
            </p:contentPart>
          </mc:Choice>
          <mc:Fallback>
            <p:pic>
              <p:nvPicPr>
                <p:cNvPr id="51" name="Ink 50">
                  <a:extLst>
                    <a:ext uri="{FF2B5EF4-FFF2-40B4-BE49-F238E27FC236}">
                      <a16:creationId xmlns:a16="http://schemas.microsoft.com/office/drawing/2014/main" id="{8C042461-37F5-8D6D-048E-AAEB08285812}"/>
                    </a:ext>
                  </a:extLst>
                </p:cNvPr>
                <p:cNvPicPr/>
                <p:nvPr/>
              </p:nvPicPr>
              <p:blipFill>
                <a:blip r:embed="rId58"/>
                <a:stretch>
                  <a:fillRect/>
                </a:stretch>
              </p:blipFill>
              <p:spPr>
                <a:xfrm>
                  <a:off x="8380588" y="2831972"/>
                  <a:ext cx="237600" cy="340200"/>
                </a:xfrm>
                <a:prstGeom prst="rect">
                  <a:avLst/>
                </a:prstGeom>
              </p:spPr>
            </p:pic>
          </mc:Fallback>
        </mc:AlternateContent>
      </p:grpSp>
      <p:grpSp>
        <p:nvGrpSpPr>
          <p:cNvPr id="83" name="Group 82">
            <a:extLst>
              <a:ext uri="{FF2B5EF4-FFF2-40B4-BE49-F238E27FC236}">
                <a16:creationId xmlns:a16="http://schemas.microsoft.com/office/drawing/2014/main" id="{F169CBA5-5E79-A488-3561-A6A6CB921A3D}"/>
              </a:ext>
            </a:extLst>
          </p:cNvPr>
          <p:cNvGrpSpPr/>
          <p:nvPr/>
        </p:nvGrpSpPr>
        <p:grpSpPr>
          <a:xfrm>
            <a:off x="4209628" y="745412"/>
            <a:ext cx="2917440" cy="770040"/>
            <a:chOff x="4209628" y="745412"/>
            <a:chExt cx="2917440" cy="770040"/>
          </a:xfrm>
        </p:grpSpPr>
        <mc:AlternateContent xmlns:mc="http://schemas.openxmlformats.org/markup-compatibility/2006">
          <mc:Choice xmlns:p14="http://schemas.microsoft.com/office/powerpoint/2010/main" Requires="p14">
            <p:contentPart p14:bwMode="auto" r:id="rId59">
              <p14:nvContentPartPr>
                <p14:cNvPr id="23" name="Ink 22">
                  <a:extLst>
                    <a:ext uri="{FF2B5EF4-FFF2-40B4-BE49-F238E27FC236}">
                      <a16:creationId xmlns:a16="http://schemas.microsoft.com/office/drawing/2014/main" id="{009280DC-B0B3-3098-863F-BADE0B256909}"/>
                    </a:ext>
                  </a:extLst>
                </p14:cNvPr>
                <p14:cNvContentPartPr/>
                <p14:nvPr/>
              </p14:nvContentPartPr>
              <p14:xfrm>
                <a:off x="6920068" y="1170932"/>
                <a:ext cx="135360" cy="360"/>
              </p14:xfrm>
            </p:contentPart>
          </mc:Choice>
          <mc:Fallback>
            <p:pic>
              <p:nvPicPr>
                <p:cNvPr id="23" name="Ink 22">
                  <a:extLst>
                    <a:ext uri="{FF2B5EF4-FFF2-40B4-BE49-F238E27FC236}">
                      <a16:creationId xmlns:a16="http://schemas.microsoft.com/office/drawing/2014/main" id="{009280DC-B0B3-3098-863F-BADE0B256909}"/>
                    </a:ext>
                  </a:extLst>
                </p:cNvPr>
                <p:cNvPicPr/>
                <p:nvPr/>
              </p:nvPicPr>
              <p:blipFill>
                <a:blip r:embed="rId60"/>
                <a:stretch>
                  <a:fillRect/>
                </a:stretch>
              </p:blipFill>
              <p:spPr>
                <a:xfrm>
                  <a:off x="6911428" y="1161932"/>
                  <a:ext cx="153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24" name="Ink 23">
                  <a:extLst>
                    <a:ext uri="{FF2B5EF4-FFF2-40B4-BE49-F238E27FC236}">
                      <a16:creationId xmlns:a16="http://schemas.microsoft.com/office/drawing/2014/main" id="{D53EA054-541B-2939-1F5E-382B0A57BB37}"/>
                    </a:ext>
                  </a:extLst>
                </p14:cNvPr>
                <p14:cNvContentPartPr/>
                <p14:nvPr/>
              </p14:nvContentPartPr>
              <p14:xfrm>
                <a:off x="7006108" y="1073372"/>
                <a:ext cx="120960" cy="192960"/>
              </p14:xfrm>
            </p:contentPart>
          </mc:Choice>
          <mc:Fallback>
            <p:pic>
              <p:nvPicPr>
                <p:cNvPr id="24" name="Ink 23">
                  <a:extLst>
                    <a:ext uri="{FF2B5EF4-FFF2-40B4-BE49-F238E27FC236}">
                      <a16:creationId xmlns:a16="http://schemas.microsoft.com/office/drawing/2014/main" id="{D53EA054-541B-2939-1F5E-382B0A57BB37}"/>
                    </a:ext>
                  </a:extLst>
                </p:cNvPr>
                <p:cNvPicPr/>
                <p:nvPr/>
              </p:nvPicPr>
              <p:blipFill>
                <a:blip r:embed="rId62"/>
                <a:stretch>
                  <a:fillRect/>
                </a:stretch>
              </p:blipFill>
              <p:spPr>
                <a:xfrm>
                  <a:off x="6997108" y="1064372"/>
                  <a:ext cx="13860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28" name="Ink 27">
                  <a:extLst>
                    <a:ext uri="{FF2B5EF4-FFF2-40B4-BE49-F238E27FC236}">
                      <a16:creationId xmlns:a16="http://schemas.microsoft.com/office/drawing/2014/main" id="{854B4B18-802D-BB3E-A3B0-F9EC77B9EE0F}"/>
                    </a:ext>
                  </a:extLst>
                </p14:cNvPr>
                <p14:cNvContentPartPr/>
                <p14:nvPr/>
              </p14:nvContentPartPr>
              <p14:xfrm>
                <a:off x="6926908" y="1379012"/>
                <a:ext cx="175680" cy="15840"/>
              </p14:xfrm>
            </p:contentPart>
          </mc:Choice>
          <mc:Fallback>
            <p:pic>
              <p:nvPicPr>
                <p:cNvPr id="28" name="Ink 27">
                  <a:extLst>
                    <a:ext uri="{FF2B5EF4-FFF2-40B4-BE49-F238E27FC236}">
                      <a16:creationId xmlns:a16="http://schemas.microsoft.com/office/drawing/2014/main" id="{854B4B18-802D-BB3E-A3B0-F9EC77B9EE0F}"/>
                    </a:ext>
                  </a:extLst>
                </p:cNvPr>
                <p:cNvPicPr/>
                <p:nvPr/>
              </p:nvPicPr>
              <p:blipFill>
                <a:blip r:embed="rId64"/>
                <a:stretch>
                  <a:fillRect/>
                </a:stretch>
              </p:blipFill>
              <p:spPr>
                <a:xfrm>
                  <a:off x="6918268" y="1370012"/>
                  <a:ext cx="193320" cy="3348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29" name="Ink 28">
                  <a:extLst>
                    <a:ext uri="{FF2B5EF4-FFF2-40B4-BE49-F238E27FC236}">
                      <a16:creationId xmlns:a16="http://schemas.microsoft.com/office/drawing/2014/main" id="{6FAE8D03-A749-88DF-F8A4-84ACB0FE7F36}"/>
                    </a:ext>
                  </a:extLst>
                </p14:cNvPr>
                <p14:cNvContentPartPr/>
                <p14:nvPr/>
              </p14:nvContentPartPr>
              <p14:xfrm>
                <a:off x="7012228" y="1323932"/>
                <a:ext cx="76320" cy="113400"/>
              </p14:xfrm>
            </p:contentPart>
          </mc:Choice>
          <mc:Fallback>
            <p:pic>
              <p:nvPicPr>
                <p:cNvPr id="29" name="Ink 28">
                  <a:extLst>
                    <a:ext uri="{FF2B5EF4-FFF2-40B4-BE49-F238E27FC236}">
                      <a16:creationId xmlns:a16="http://schemas.microsoft.com/office/drawing/2014/main" id="{6FAE8D03-A749-88DF-F8A4-84ACB0FE7F36}"/>
                    </a:ext>
                  </a:extLst>
                </p:cNvPr>
                <p:cNvPicPr/>
                <p:nvPr/>
              </p:nvPicPr>
              <p:blipFill>
                <a:blip r:embed="rId66"/>
                <a:stretch>
                  <a:fillRect/>
                </a:stretch>
              </p:blipFill>
              <p:spPr>
                <a:xfrm>
                  <a:off x="7003588" y="1315292"/>
                  <a:ext cx="9396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42" name="Ink 41">
                  <a:extLst>
                    <a:ext uri="{FF2B5EF4-FFF2-40B4-BE49-F238E27FC236}">
                      <a16:creationId xmlns:a16="http://schemas.microsoft.com/office/drawing/2014/main" id="{F98E962E-09AD-0254-A8F4-24A2CA18939C}"/>
                    </a:ext>
                  </a:extLst>
                </p14:cNvPr>
                <p14:cNvContentPartPr/>
                <p14:nvPr/>
              </p14:nvContentPartPr>
              <p14:xfrm>
                <a:off x="5262268" y="755492"/>
                <a:ext cx="18720" cy="198360"/>
              </p14:xfrm>
            </p:contentPart>
          </mc:Choice>
          <mc:Fallback>
            <p:pic>
              <p:nvPicPr>
                <p:cNvPr id="42" name="Ink 41">
                  <a:extLst>
                    <a:ext uri="{FF2B5EF4-FFF2-40B4-BE49-F238E27FC236}">
                      <a16:creationId xmlns:a16="http://schemas.microsoft.com/office/drawing/2014/main" id="{F98E962E-09AD-0254-A8F4-24A2CA18939C}"/>
                    </a:ext>
                  </a:extLst>
                </p:cNvPr>
                <p:cNvPicPr/>
                <p:nvPr/>
              </p:nvPicPr>
              <p:blipFill>
                <a:blip r:embed="rId68"/>
                <a:stretch>
                  <a:fillRect/>
                </a:stretch>
              </p:blipFill>
              <p:spPr>
                <a:xfrm>
                  <a:off x="5253628" y="746852"/>
                  <a:ext cx="3636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43" name="Ink 42">
                  <a:extLst>
                    <a:ext uri="{FF2B5EF4-FFF2-40B4-BE49-F238E27FC236}">
                      <a16:creationId xmlns:a16="http://schemas.microsoft.com/office/drawing/2014/main" id="{C2D2CCCD-6FB6-E956-5083-5D647CA5EE75}"/>
                    </a:ext>
                  </a:extLst>
                </p14:cNvPr>
                <p14:cNvContentPartPr/>
                <p14:nvPr/>
              </p14:nvContentPartPr>
              <p14:xfrm>
                <a:off x="5186668" y="745412"/>
                <a:ext cx="148680" cy="89280"/>
              </p14:xfrm>
            </p:contentPart>
          </mc:Choice>
          <mc:Fallback>
            <p:pic>
              <p:nvPicPr>
                <p:cNvPr id="43" name="Ink 42">
                  <a:extLst>
                    <a:ext uri="{FF2B5EF4-FFF2-40B4-BE49-F238E27FC236}">
                      <a16:creationId xmlns:a16="http://schemas.microsoft.com/office/drawing/2014/main" id="{C2D2CCCD-6FB6-E956-5083-5D647CA5EE75}"/>
                    </a:ext>
                  </a:extLst>
                </p:cNvPr>
                <p:cNvPicPr/>
                <p:nvPr/>
              </p:nvPicPr>
              <p:blipFill>
                <a:blip r:embed="rId70"/>
                <a:stretch>
                  <a:fillRect/>
                </a:stretch>
              </p:blipFill>
              <p:spPr>
                <a:xfrm>
                  <a:off x="5178028" y="736772"/>
                  <a:ext cx="16632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56" name="Ink 55">
                  <a:extLst>
                    <a:ext uri="{FF2B5EF4-FFF2-40B4-BE49-F238E27FC236}">
                      <a16:creationId xmlns:a16="http://schemas.microsoft.com/office/drawing/2014/main" id="{ED24C5B1-A9A4-4ED3-E568-255C0B8A6FE0}"/>
                    </a:ext>
                  </a:extLst>
                </p14:cNvPr>
                <p14:cNvContentPartPr/>
                <p14:nvPr/>
              </p14:nvContentPartPr>
              <p14:xfrm>
                <a:off x="4209628" y="1132772"/>
                <a:ext cx="144720" cy="274680"/>
              </p14:xfrm>
            </p:contentPart>
          </mc:Choice>
          <mc:Fallback>
            <p:pic>
              <p:nvPicPr>
                <p:cNvPr id="56" name="Ink 55">
                  <a:extLst>
                    <a:ext uri="{FF2B5EF4-FFF2-40B4-BE49-F238E27FC236}">
                      <a16:creationId xmlns:a16="http://schemas.microsoft.com/office/drawing/2014/main" id="{ED24C5B1-A9A4-4ED3-E568-255C0B8A6FE0}"/>
                    </a:ext>
                  </a:extLst>
                </p:cNvPr>
                <p:cNvPicPr/>
                <p:nvPr/>
              </p:nvPicPr>
              <p:blipFill>
                <a:blip r:embed="rId72"/>
                <a:stretch>
                  <a:fillRect/>
                </a:stretch>
              </p:blipFill>
              <p:spPr>
                <a:xfrm>
                  <a:off x="4200628" y="1124132"/>
                  <a:ext cx="162360" cy="29232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57" name="Ink 56">
                  <a:extLst>
                    <a:ext uri="{FF2B5EF4-FFF2-40B4-BE49-F238E27FC236}">
                      <a16:creationId xmlns:a16="http://schemas.microsoft.com/office/drawing/2014/main" id="{91E23E61-6525-ED0B-2EEB-D1B7C086E44B}"/>
                    </a:ext>
                  </a:extLst>
                </p14:cNvPr>
                <p14:cNvContentPartPr/>
                <p14:nvPr/>
              </p14:nvContentPartPr>
              <p14:xfrm>
                <a:off x="4400788" y="1149332"/>
                <a:ext cx="32400" cy="98280"/>
              </p14:xfrm>
            </p:contentPart>
          </mc:Choice>
          <mc:Fallback>
            <p:pic>
              <p:nvPicPr>
                <p:cNvPr id="57" name="Ink 56">
                  <a:extLst>
                    <a:ext uri="{FF2B5EF4-FFF2-40B4-BE49-F238E27FC236}">
                      <a16:creationId xmlns:a16="http://schemas.microsoft.com/office/drawing/2014/main" id="{91E23E61-6525-ED0B-2EEB-D1B7C086E44B}"/>
                    </a:ext>
                  </a:extLst>
                </p:cNvPr>
                <p:cNvPicPr/>
                <p:nvPr/>
              </p:nvPicPr>
              <p:blipFill>
                <a:blip r:embed="rId74"/>
                <a:stretch>
                  <a:fillRect/>
                </a:stretch>
              </p:blipFill>
              <p:spPr>
                <a:xfrm>
                  <a:off x="4392148" y="1140692"/>
                  <a:ext cx="5004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58" name="Ink 57">
                  <a:extLst>
                    <a:ext uri="{FF2B5EF4-FFF2-40B4-BE49-F238E27FC236}">
                      <a16:creationId xmlns:a16="http://schemas.microsoft.com/office/drawing/2014/main" id="{216435A4-E3B0-EAA9-4F6A-72641BB5A75F}"/>
                    </a:ext>
                  </a:extLst>
                </p14:cNvPr>
                <p14:cNvContentPartPr/>
                <p14:nvPr/>
              </p14:nvContentPartPr>
              <p14:xfrm>
                <a:off x="4415188" y="1033412"/>
                <a:ext cx="12240" cy="6120"/>
              </p14:xfrm>
            </p:contentPart>
          </mc:Choice>
          <mc:Fallback>
            <p:pic>
              <p:nvPicPr>
                <p:cNvPr id="58" name="Ink 57">
                  <a:extLst>
                    <a:ext uri="{FF2B5EF4-FFF2-40B4-BE49-F238E27FC236}">
                      <a16:creationId xmlns:a16="http://schemas.microsoft.com/office/drawing/2014/main" id="{216435A4-E3B0-EAA9-4F6A-72641BB5A75F}"/>
                    </a:ext>
                  </a:extLst>
                </p:cNvPr>
                <p:cNvPicPr/>
                <p:nvPr/>
              </p:nvPicPr>
              <p:blipFill>
                <a:blip r:embed="rId76"/>
                <a:stretch>
                  <a:fillRect/>
                </a:stretch>
              </p:blipFill>
              <p:spPr>
                <a:xfrm>
                  <a:off x="4406548" y="1024412"/>
                  <a:ext cx="29880" cy="2376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59" name="Ink 58">
                  <a:extLst>
                    <a:ext uri="{FF2B5EF4-FFF2-40B4-BE49-F238E27FC236}">
                      <a16:creationId xmlns:a16="http://schemas.microsoft.com/office/drawing/2014/main" id="{3D43355D-F1BE-53B4-8867-0B0B011172C4}"/>
                    </a:ext>
                  </a:extLst>
                </p14:cNvPr>
                <p14:cNvContentPartPr/>
                <p14:nvPr/>
              </p14:nvContentPartPr>
              <p14:xfrm>
                <a:off x="4492948" y="1026212"/>
                <a:ext cx="33120" cy="215280"/>
              </p14:xfrm>
            </p:contentPart>
          </mc:Choice>
          <mc:Fallback>
            <p:pic>
              <p:nvPicPr>
                <p:cNvPr id="59" name="Ink 58">
                  <a:extLst>
                    <a:ext uri="{FF2B5EF4-FFF2-40B4-BE49-F238E27FC236}">
                      <a16:creationId xmlns:a16="http://schemas.microsoft.com/office/drawing/2014/main" id="{3D43355D-F1BE-53B4-8867-0B0B011172C4}"/>
                    </a:ext>
                  </a:extLst>
                </p:cNvPr>
                <p:cNvPicPr/>
                <p:nvPr/>
              </p:nvPicPr>
              <p:blipFill>
                <a:blip r:embed="rId78"/>
                <a:stretch>
                  <a:fillRect/>
                </a:stretch>
              </p:blipFill>
              <p:spPr>
                <a:xfrm>
                  <a:off x="4484308" y="1017212"/>
                  <a:ext cx="5076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60" name="Ink 59">
                  <a:extLst>
                    <a:ext uri="{FF2B5EF4-FFF2-40B4-BE49-F238E27FC236}">
                      <a16:creationId xmlns:a16="http://schemas.microsoft.com/office/drawing/2014/main" id="{72501BDC-333B-EBE2-1374-0429FDFD17B4}"/>
                    </a:ext>
                  </a:extLst>
                </p14:cNvPr>
                <p14:cNvContentPartPr/>
                <p14:nvPr/>
              </p14:nvContentPartPr>
              <p14:xfrm>
                <a:off x="4490068" y="1167692"/>
                <a:ext cx="59040" cy="30240"/>
              </p14:xfrm>
            </p:contentPart>
          </mc:Choice>
          <mc:Fallback>
            <p:pic>
              <p:nvPicPr>
                <p:cNvPr id="60" name="Ink 59">
                  <a:extLst>
                    <a:ext uri="{FF2B5EF4-FFF2-40B4-BE49-F238E27FC236}">
                      <a16:creationId xmlns:a16="http://schemas.microsoft.com/office/drawing/2014/main" id="{72501BDC-333B-EBE2-1374-0429FDFD17B4}"/>
                    </a:ext>
                  </a:extLst>
                </p:cNvPr>
                <p:cNvPicPr/>
                <p:nvPr/>
              </p:nvPicPr>
              <p:blipFill>
                <a:blip r:embed="rId80"/>
                <a:stretch>
                  <a:fillRect/>
                </a:stretch>
              </p:blipFill>
              <p:spPr>
                <a:xfrm>
                  <a:off x="4481428" y="1158692"/>
                  <a:ext cx="7668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61" name="Ink 60">
                  <a:extLst>
                    <a:ext uri="{FF2B5EF4-FFF2-40B4-BE49-F238E27FC236}">
                      <a16:creationId xmlns:a16="http://schemas.microsoft.com/office/drawing/2014/main" id="{15654CC6-CADF-5478-C8DB-A125D1CA6EE7}"/>
                    </a:ext>
                  </a:extLst>
                </p14:cNvPr>
                <p14:cNvContentPartPr/>
                <p14:nvPr/>
              </p14:nvContentPartPr>
              <p14:xfrm>
                <a:off x="4776268" y="1077332"/>
                <a:ext cx="138960" cy="131040"/>
              </p14:xfrm>
            </p:contentPart>
          </mc:Choice>
          <mc:Fallback>
            <p:pic>
              <p:nvPicPr>
                <p:cNvPr id="61" name="Ink 60">
                  <a:extLst>
                    <a:ext uri="{FF2B5EF4-FFF2-40B4-BE49-F238E27FC236}">
                      <a16:creationId xmlns:a16="http://schemas.microsoft.com/office/drawing/2014/main" id="{15654CC6-CADF-5478-C8DB-A125D1CA6EE7}"/>
                    </a:ext>
                  </a:extLst>
                </p:cNvPr>
                <p:cNvPicPr/>
                <p:nvPr/>
              </p:nvPicPr>
              <p:blipFill>
                <a:blip r:embed="rId82"/>
                <a:stretch>
                  <a:fillRect/>
                </a:stretch>
              </p:blipFill>
              <p:spPr>
                <a:xfrm>
                  <a:off x="4767268" y="1068692"/>
                  <a:ext cx="15660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62" name="Ink 61">
                  <a:extLst>
                    <a:ext uri="{FF2B5EF4-FFF2-40B4-BE49-F238E27FC236}">
                      <a16:creationId xmlns:a16="http://schemas.microsoft.com/office/drawing/2014/main" id="{D047CCF4-81DB-8495-C4D5-CFAEFF7EE1C2}"/>
                    </a:ext>
                  </a:extLst>
                </p14:cNvPr>
                <p14:cNvContentPartPr/>
                <p14:nvPr/>
              </p14:nvContentPartPr>
              <p14:xfrm>
                <a:off x="4978948" y="993092"/>
                <a:ext cx="96840" cy="198360"/>
              </p14:xfrm>
            </p:contentPart>
          </mc:Choice>
          <mc:Fallback>
            <p:pic>
              <p:nvPicPr>
                <p:cNvPr id="62" name="Ink 61">
                  <a:extLst>
                    <a:ext uri="{FF2B5EF4-FFF2-40B4-BE49-F238E27FC236}">
                      <a16:creationId xmlns:a16="http://schemas.microsoft.com/office/drawing/2014/main" id="{D047CCF4-81DB-8495-C4D5-CFAEFF7EE1C2}"/>
                    </a:ext>
                  </a:extLst>
                </p:cNvPr>
                <p:cNvPicPr/>
                <p:nvPr/>
              </p:nvPicPr>
              <p:blipFill>
                <a:blip r:embed="rId84"/>
                <a:stretch>
                  <a:fillRect/>
                </a:stretch>
              </p:blipFill>
              <p:spPr>
                <a:xfrm>
                  <a:off x="4970308" y="984452"/>
                  <a:ext cx="11448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63" name="Ink 62">
                  <a:extLst>
                    <a:ext uri="{FF2B5EF4-FFF2-40B4-BE49-F238E27FC236}">
                      <a16:creationId xmlns:a16="http://schemas.microsoft.com/office/drawing/2014/main" id="{49C3EBA1-B804-C450-E3E3-45C4AB047FB7}"/>
                    </a:ext>
                  </a:extLst>
                </p14:cNvPr>
                <p14:cNvContentPartPr/>
                <p14:nvPr/>
              </p14:nvContentPartPr>
              <p14:xfrm>
                <a:off x="5135548" y="991652"/>
                <a:ext cx="90360" cy="164880"/>
              </p14:xfrm>
            </p:contentPart>
          </mc:Choice>
          <mc:Fallback>
            <p:pic>
              <p:nvPicPr>
                <p:cNvPr id="63" name="Ink 62">
                  <a:extLst>
                    <a:ext uri="{FF2B5EF4-FFF2-40B4-BE49-F238E27FC236}">
                      <a16:creationId xmlns:a16="http://schemas.microsoft.com/office/drawing/2014/main" id="{49C3EBA1-B804-C450-E3E3-45C4AB047FB7}"/>
                    </a:ext>
                  </a:extLst>
                </p:cNvPr>
                <p:cNvPicPr/>
                <p:nvPr/>
              </p:nvPicPr>
              <p:blipFill>
                <a:blip r:embed="rId86"/>
                <a:stretch>
                  <a:fillRect/>
                </a:stretch>
              </p:blipFill>
              <p:spPr>
                <a:xfrm>
                  <a:off x="5126908" y="982652"/>
                  <a:ext cx="10800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64" name="Ink 63">
                  <a:extLst>
                    <a:ext uri="{FF2B5EF4-FFF2-40B4-BE49-F238E27FC236}">
                      <a16:creationId xmlns:a16="http://schemas.microsoft.com/office/drawing/2014/main" id="{5E74C5E0-4FB8-7BE8-E298-15B8C44DFFE8}"/>
                    </a:ext>
                  </a:extLst>
                </p14:cNvPr>
                <p14:cNvContentPartPr/>
                <p14:nvPr/>
              </p14:nvContentPartPr>
              <p14:xfrm>
                <a:off x="5368828" y="924692"/>
                <a:ext cx="62280" cy="203400"/>
              </p14:xfrm>
            </p:contentPart>
          </mc:Choice>
          <mc:Fallback>
            <p:pic>
              <p:nvPicPr>
                <p:cNvPr id="64" name="Ink 63">
                  <a:extLst>
                    <a:ext uri="{FF2B5EF4-FFF2-40B4-BE49-F238E27FC236}">
                      <a16:creationId xmlns:a16="http://schemas.microsoft.com/office/drawing/2014/main" id="{5E74C5E0-4FB8-7BE8-E298-15B8C44DFFE8}"/>
                    </a:ext>
                  </a:extLst>
                </p:cNvPr>
                <p:cNvPicPr/>
                <p:nvPr/>
              </p:nvPicPr>
              <p:blipFill>
                <a:blip r:embed="rId88"/>
                <a:stretch>
                  <a:fillRect/>
                </a:stretch>
              </p:blipFill>
              <p:spPr>
                <a:xfrm>
                  <a:off x="5359828" y="916052"/>
                  <a:ext cx="7992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65" name="Ink 64">
                  <a:extLst>
                    <a:ext uri="{FF2B5EF4-FFF2-40B4-BE49-F238E27FC236}">
                      <a16:creationId xmlns:a16="http://schemas.microsoft.com/office/drawing/2014/main" id="{897114E1-75C9-3CFA-501F-BC57DE2D39E9}"/>
                    </a:ext>
                  </a:extLst>
                </p14:cNvPr>
                <p14:cNvContentPartPr/>
                <p14:nvPr/>
              </p14:nvContentPartPr>
              <p14:xfrm>
                <a:off x="5354428" y="1065452"/>
                <a:ext cx="76320" cy="6840"/>
              </p14:xfrm>
            </p:contentPart>
          </mc:Choice>
          <mc:Fallback>
            <p:pic>
              <p:nvPicPr>
                <p:cNvPr id="65" name="Ink 64">
                  <a:extLst>
                    <a:ext uri="{FF2B5EF4-FFF2-40B4-BE49-F238E27FC236}">
                      <a16:creationId xmlns:a16="http://schemas.microsoft.com/office/drawing/2014/main" id="{897114E1-75C9-3CFA-501F-BC57DE2D39E9}"/>
                    </a:ext>
                  </a:extLst>
                </p:cNvPr>
                <p:cNvPicPr/>
                <p:nvPr/>
              </p:nvPicPr>
              <p:blipFill>
                <a:blip r:embed="rId90"/>
                <a:stretch>
                  <a:fillRect/>
                </a:stretch>
              </p:blipFill>
              <p:spPr>
                <a:xfrm>
                  <a:off x="5345788" y="1056812"/>
                  <a:ext cx="9396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66" name="Ink 65">
                  <a:extLst>
                    <a:ext uri="{FF2B5EF4-FFF2-40B4-BE49-F238E27FC236}">
                      <a16:creationId xmlns:a16="http://schemas.microsoft.com/office/drawing/2014/main" id="{26D37489-FCA8-7C9F-4AD8-C2E5FCF09013}"/>
                    </a:ext>
                  </a:extLst>
                </p14:cNvPr>
                <p14:cNvContentPartPr/>
                <p14:nvPr/>
              </p14:nvContentPartPr>
              <p14:xfrm>
                <a:off x="5512828" y="1019372"/>
                <a:ext cx="17280" cy="135720"/>
              </p14:xfrm>
            </p:contentPart>
          </mc:Choice>
          <mc:Fallback>
            <p:pic>
              <p:nvPicPr>
                <p:cNvPr id="66" name="Ink 65">
                  <a:extLst>
                    <a:ext uri="{FF2B5EF4-FFF2-40B4-BE49-F238E27FC236}">
                      <a16:creationId xmlns:a16="http://schemas.microsoft.com/office/drawing/2014/main" id="{26D37489-FCA8-7C9F-4AD8-C2E5FCF09013}"/>
                    </a:ext>
                  </a:extLst>
                </p:cNvPr>
                <p:cNvPicPr/>
                <p:nvPr/>
              </p:nvPicPr>
              <p:blipFill>
                <a:blip r:embed="rId92"/>
                <a:stretch>
                  <a:fillRect/>
                </a:stretch>
              </p:blipFill>
              <p:spPr>
                <a:xfrm>
                  <a:off x="5503828" y="1010732"/>
                  <a:ext cx="34920" cy="15336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67" name="Ink 66">
                  <a:extLst>
                    <a:ext uri="{FF2B5EF4-FFF2-40B4-BE49-F238E27FC236}">
                      <a16:creationId xmlns:a16="http://schemas.microsoft.com/office/drawing/2014/main" id="{1FE6C5AA-A20D-C260-0458-563F61DCB80E}"/>
                    </a:ext>
                  </a:extLst>
                </p14:cNvPr>
                <p14:cNvContentPartPr/>
                <p14:nvPr/>
              </p14:nvContentPartPr>
              <p14:xfrm>
                <a:off x="5660068" y="881852"/>
                <a:ext cx="76680" cy="319680"/>
              </p14:xfrm>
            </p:contentPart>
          </mc:Choice>
          <mc:Fallback>
            <p:pic>
              <p:nvPicPr>
                <p:cNvPr id="67" name="Ink 66">
                  <a:extLst>
                    <a:ext uri="{FF2B5EF4-FFF2-40B4-BE49-F238E27FC236}">
                      <a16:creationId xmlns:a16="http://schemas.microsoft.com/office/drawing/2014/main" id="{1FE6C5AA-A20D-C260-0458-563F61DCB80E}"/>
                    </a:ext>
                  </a:extLst>
                </p:cNvPr>
                <p:cNvPicPr/>
                <p:nvPr/>
              </p:nvPicPr>
              <p:blipFill>
                <a:blip r:embed="rId94"/>
                <a:stretch>
                  <a:fillRect/>
                </a:stretch>
              </p:blipFill>
              <p:spPr>
                <a:xfrm>
                  <a:off x="5651068" y="873212"/>
                  <a:ext cx="94320" cy="33732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68" name="Ink 67">
                  <a:extLst>
                    <a:ext uri="{FF2B5EF4-FFF2-40B4-BE49-F238E27FC236}">
                      <a16:creationId xmlns:a16="http://schemas.microsoft.com/office/drawing/2014/main" id="{02A3F5F6-044E-5E3F-92C4-8A89B98C37B0}"/>
                    </a:ext>
                  </a:extLst>
                </p14:cNvPr>
                <p14:cNvContentPartPr/>
                <p14:nvPr/>
              </p14:nvContentPartPr>
              <p14:xfrm>
                <a:off x="5690308" y="1048172"/>
                <a:ext cx="3960" cy="4320"/>
              </p14:xfrm>
            </p:contentPart>
          </mc:Choice>
          <mc:Fallback>
            <p:pic>
              <p:nvPicPr>
                <p:cNvPr id="68" name="Ink 67">
                  <a:extLst>
                    <a:ext uri="{FF2B5EF4-FFF2-40B4-BE49-F238E27FC236}">
                      <a16:creationId xmlns:a16="http://schemas.microsoft.com/office/drawing/2014/main" id="{02A3F5F6-044E-5E3F-92C4-8A89B98C37B0}"/>
                    </a:ext>
                  </a:extLst>
                </p:cNvPr>
                <p:cNvPicPr/>
                <p:nvPr/>
              </p:nvPicPr>
              <p:blipFill>
                <a:blip r:embed="rId96"/>
                <a:stretch>
                  <a:fillRect/>
                </a:stretch>
              </p:blipFill>
              <p:spPr>
                <a:xfrm>
                  <a:off x="5681308" y="1039532"/>
                  <a:ext cx="2160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69" name="Ink 68">
                  <a:extLst>
                    <a:ext uri="{FF2B5EF4-FFF2-40B4-BE49-F238E27FC236}">
                      <a16:creationId xmlns:a16="http://schemas.microsoft.com/office/drawing/2014/main" id="{573C4DF8-C2C1-BF3B-C594-287FF05D2DC2}"/>
                    </a:ext>
                  </a:extLst>
                </p14:cNvPr>
                <p14:cNvContentPartPr/>
                <p14:nvPr/>
              </p14:nvContentPartPr>
              <p14:xfrm>
                <a:off x="5762668" y="997772"/>
                <a:ext cx="119880" cy="81000"/>
              </p14:xfrm>
            </p:contentPart>
          </mc:Choice>
          <mc:Fallback>
            <p:pic>
              <p:nvPicPr>
                <p:cNvPr id="69" name="Ink 68">
                  <a:extLst>
                    <a:ext uri="{FF2B5EF4-FFF2-40B4-BE49-F238E27FC236}">
                      <a16:creationId xmlns:a16="http://schemas.microsoft.com/office/drawing/2014/main" id="{573C4DF8-C2C1-BF3B-C594-287FF05D2DC2}"/>
                    </a:ext>
                  </a:extLst>
                </p:cNvPr>
                <p:cNvPicPr/>
                <p:nvPr/>
              </p:nvPicPr>
              <p:blipFill>
                <a:blip r:embed="rId98"/>
                <a:stretch>
                  <a:fillRect/>
                </a:stretch>
              </p:blipFill>
              <p:spPr>
                <a:xfrm>
                  <a:off x="5753668" y="988772"/>
                  <a:ext cx="13752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70" name="Ink 69">
                  <a:extLst>
                    <a:ext uri="{FF2B5EF4-FFF2-40B4-BE49-F238E27FC236}">
                      <a16:creationId xmlns:a16="http://schemas.microsoft.com/office/drawing/2014/main" id="{248DD546-D0D9-AAC1-CA8B-318E7D241F80}"/>
                    </a:ext>
                  </a:extLst>
                </p14:cNvPr>
                <p14:cNvContentPartPr/>
                <p14:nvPr/>
              </p14:nvContentPartPr>
              <p14:xfrm>
                <a:off x="5990188" y="867452"/>
                <a:ext cx="95040" cy="273240"/>
              </p14:xfrm>
            </p:contentPart>
          </mc:Choice>
          <mc:Fallback>
            <p:pic>
              <p:nvPicPr>
                <p:cNvPr id="70" name="Ink 69">
                  <a:extLst>
                    <a:ext uri="{FF2B5EF4-FFF2-40B4-BE49-F238E27FC236}">
                      <a16:creationId xmlns:a16="http://schemas.microsoft.com/office/drawing/2014/main" id="{248DD546-D0D9-AAC1-CA8B-318E7D241F80}"/>
                    </a:ext>
                  </a:extLst>
                </p:cNvPr>
                <p:cNvPicPr/>
                <p:nvPr/>
              </p:nvPicPr>
              <p:blipFill>
                <a:blip r:embed="rId100"/>
                <a:stretch>
                  <a:fillRect/>
                </a:stretch>
              </p:blipFill>
              <p:spPr>
                <a:xfrm>
                  <a:off x="5981188" y="858812"/>
                  <a:ext cx="112680" cy="29088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71" name="Ink 70">
                  <a:extLst>
                    <a:ext uri="{FF2B5EF4-FFF2-40B4-BE49-F238E27FC236}">
                      <a16:creationId xmlns:a16="http://schemas.microsoft.com/office/drawing/2014/main" id="{0CA7A4BA-196C-12C9-6B07-7CCC0CDC79EF}"/>
                    </a:ext>
                  </a:extLst>
                </p14:cNvPr>
                <p14:cNvContentPartPr/>
                <p14:nvPr/>
              </p14:nvContentPartPr>
              <p14:xfrm>
                <a:off x="5986228" y="1006052"/>
                <a:ext cx="44640" cy="20520"/>
              </p14:xfrm>
            </p:contentPart>
          </mc:Choice>
          <mc:Fallback>
            <p:pic>
              <p:nvPicPr>
                <p:cNvPr id="71" name="Ink 70">
                  <a:extLst>
                    <a:ext uri="{FF2B5EF4-FFF2-40B4-BE49-F238E27FC236}">
                      <a16:creationId xmlns:a16="http://schemas.microsoft.com/office/drawing/2014/main" id="{0CA7A4BA-196C-12C9-6B07-7CCC0CDC79EF}"/>
                    </a:ext>
                  </a:extLst>
                </p:cNvPr>
                <p:cNvPicPr/>
                <p:nvPr/>
              </p:nvPicPr>
              <p:blipFill>
                <a:blip r:embed="rId102"/>
                <a:stretch>
                  <a:fillRect/>
                </a:stretch>
              </p:blipFill>
              <p:spPr>
                <a:xfrm>
                  <a:off x="5977588" y="997412"/>
                  <a:ext cx="6228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72" name="Ink 71">
                  <a:extLst>
                    <a:ext uri="{FF2B5EF4-FFF2-40B4-BE49-F238E27FC236}">
                      <a16:creationId xmlns:a16="http://schemas.microsoft.com/office/drawing/2014/main" id="{A0BFB6F1-2097-989B-0D9E-4B01A07DECF8}"/>
                    </a:ext>
                  </a:extLst>
                </p14:cNvPr>
                <p14:cNvContentPartPr/>
                <p14:nvPr/>
              </p14:nvContentPartPr>
              <p14:xfrm>
                <a:off x="6134188" y="953492"/>
                <a:ext cx="56160" cy="93600"/>
              </p14:xfrm>
            </p:contentPart>
          </mc:Choice>
          <mc:Fallback>
            <p:pic>
              <p:nvPicPr>
                <p:cNvPr id="72" name="Ink 71">
                  <a:extLst>
                    <a:ext uri="{FF2B5EF4-FFF2-40B4-BE49-F238E27FC236}">
                      <a16:creationId xmlns:a16="http://schemas.microsoft.com/office/drawing/2014/main" id="{A0BFB6F1-2097-989B-0D9E-4B01A07DECF8}"/>
                    </a:ext>
                  </a:extLst>
                </p:cNvPr>
                <p:cNvPicPr/>
                <p:nvPr/>
              </p:nvPicPr>
              <p:blipFill>
                <a:blip r:embed="rId104"/>
                <a:stretch>
                  <a:fillRect/>
                </a:stretch>
              </p:blipFill>
              <p:spPr>
                <a:xfrm>
                  <a:off x="6125548" y="944492"/>
                  <a:ext cx="7380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73" name="Ink 72">
                  <a:extLst>
                    <a:ext uri="{FF2B5EF4-FFF2-40B4-BE49-F238E27FC236}">
                      <a16:creationId xmlns:a16="http://schemas.microsoft.com/office/drawing/2014/main" id="{52458CDD-AC9D-DC90-4963-6CED5CEE3B36}"/>
                    </a:ext>
                  </a:extLst>
                </p14:cNvPr>
                <p14:cNvContentPartPr/>
                <p14:nvPr/>
              </p14:nvContentPartPr>
              <p14:xfrm>
                <a:off x="6377908" y="999572"/>
                <a:ext cx="3240" cy="10440"/>
              </p14:xfrm>
            </p:contentPart>
          </mc:Choice>
          <mc:Fallback>
            <p:pic>
              <p:nvPicPr>
                <p:cNvPr id="73" name="Ink 72">
                  <a:extLst>
                    <a:ext uri="{FF2B5EF4-FFF2-40B4-BE49-F238E27FC236}">
                      <a16:creationId xmlns:a16="http://schemas.microsoft.com/office/drawing/2014/main" id="{52458CDD-AC9D-DC90-4963-6CED5CEE3B36}"/>
                    </a:ext>
                  </a:extLst>
                </p:cNvPr>
                <p:cNvPicPr/>
                <p:nvPr/>
              </p:nvPicPr>
              <p:blipFill>
                <a:blip r:embed="rId106"/>
                <a:stretch>
                  <a:fillRect/>
                </a:stretch>
              </p:blipFill>
              <p:spPr>
                <a:xfrm>
                  <a:off x="6369268" y="990932"/>
                  <a:ext cx="2088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74" name="Ink 73">
                  <a:extLst>
                    <a:ext uri="{FF2B5EF4-FFF2-40B4-BE49-F238E27FC236}">
                      <a16:creationId xmlns:a16="http://schemas.microsoft.com/office/drawing/2014/main" id="{07778CA1-9096-5BB2-7565-03D715FC2C4D}"/>
                    </a:ext>
                  </a:extLst>
                </p14:cNvPr>
                <p14:cNvContentPartPr/>
                <p14:nvPr/>
              </p14:nvContentPartPr>
              <p14:xfrm>
                <a:off x="6556828" y="999572"/>
                <a:ext cx="1800" cy="1800"/>
              </p14:xfrm>
            </p:contentPart>
          </mc:Choice>
          <mc:Fallback>
            <p:pic>
              <p:nvPicPr>
                <p:cNvPr id="74" name="Ink 73">
                  <a:extLst>
                    <a:ext uri="{FF2B5EF4-FFF2-40B4-BE49-F238E27FC236}">
                      <a16:creationId xmlns:a16="http://schemas.microsoft.com/office/drawing/2014/main" id="{07778CA1-9096-5BB2-7565-03D715FC2C4D}"/>
                    </a:ext>
                  </a:extLst>
                </p:cNvPr>
                <p:cNvPicPr/>
                <p:nvPr/>
              </p:nvPicPr>
              <p:blipFill>
                <a:blip r:embed="rId108"/>
                <a:stretch>
                  <a:fillRect/>
                </a:stretch>
              </p:blipFill>
              <p:spPr>
                <a:xfrm>
                  <a:off x="6548188" y="990932"/>
                  <a:ext cx="19440" cy="1944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75" name="Ink 74">
                  <a:extLst>
                    <a:ext uri="{FF2B5EF4-FFF2-40B4-BE49-F238E27FC236}">
                      <a16:creationId xmlns:a16="http://schemas.microsoft.com/office/drawing/2014/main" id="{009B719A-C023-D209-F142-6C27D61F5C13}"/>
                    </a:ext>
                  </a:extLst>
                </p14:cNvPr>
                <p14:cNvContentPartPr/>
                <p14:nvPr/>
              </p14:nvContentPartPr>
              <p14:xfrm>
                <a:off x="6762388" y="979772"/>
                <a:ext cx="12240" cy="360"/>
              </p14:xfrm>
            </p:contentPart>
          </mc:Choice>
          <mc:Fallback>
            <p:pic>
              <p:nvPicPr>
                <p:cNvPr id="75" name="Ink 74">
                  <a:extLst>
                    <a:ext uri="{FF2B5EF4-FFF2-40B4-BE49-F238E27FC236}">
                      <a16:creationId xmlns:a16="http://schemas.microsoft.com/office/drawing/2014/main" id="{009B719A-C023-D209-F142-6C27D61F5C13}"/>
                    </a:ext>
                  </a:extLst>
                </p:cNvPr>
                <p:cNvPicPr/>
                <p:nvPr/>
              </p:nvPicPr>
              <p:blipFill>
                <a:blip r:embed="rId110"/>
                <a:stretch>
                  <a:fillRect/>
                </a:stretch>
              </p:blipFill>
              <p:spPr>
                <a:xfrm>
                  <a:off x="6753748" y="971132"/>
                  <a:ext cx="2988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77" name="Ink 76">
                  <a:extLst>
                    <a:ext uri="{FF2B5EF4-FFF2-40B4-BE49-F238E27FC236}">
                      <a16:creationId xmlns:a16="http://schemas.microsoft.com/office/drawing/2014/main" id="{FE2439E7-C665-8997-6FCD-8FB630CAAF2C}"/>
                    </a:ext>
                  </a:extLst>
                </p14:cNvPr>
                <p14:cNvContentPartPr/>
                <p14:nvPr/>
              </p14:nvContentPartPr>
              <p14:xfrm>
                <a:off x="5934028" y="1204772"/>
                <a:ext cx="65880" cy="310680"/>
              </p14:xfrm>
            </p:contentPart>
          </mc:Choice>
          <mc:Fallback>
            <p:pic>
              <p:nvPicPr>
                <p:cNvPr id="77" name="Ink 76">
                  <a:extLst>
                    <a:ext uri="{FF2B5EF4-FFF2-40B4-BE49-F238E27FC236}">
                      <a16:creationId xmlns:a16="http://schemas.microsoft.com/office/drawing/2014/main" id="{FE2439E7-C665-8997-6FCD-8FB630CAAF2C}"/>
                    </a:ext>
                  </a:extLst>
                </p:cNvPr>
                <p:cNvPicPr/>
                <p:nvPr/>
              </p:nvPicPr>
              <p:blipFill>
                <a:blip r:embed="rId112"/>
                <a:stretch>
                  <a:fillRect/>
                </a:stretch>
              </p:blipFill>
              <p:spPr>
                <a:xfrm>
                  <a:off x="5925028" y="1196132"/>
                  <a:ext cx="83520" cy="32832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78" name="Ink 77">
                  <a:extLst>
                    <a:ext uri="{FF2B5EF4-FFF2-40B4-BE49-F238E27FC236}">
                      <a16:creationId xmlns:a16="http://schemas.microsoft.com/office/drawing/2014/main" id="{61732524-F814-F106-7BCF-CE6CEE5AB04C}"/>
                    </a:ext>
                  </a:extLst>
                </p14:cNvPr>
                <p14:cNvContentPartPr/>
                <p14:nvPr/>
              </p14:nvContentPartPr>
              <p14:xfrm>
                <a:off x="5907388" y="1376852"/>
                <a:ext cx="87840" cy="24480"/>
              </p14:xfrm>
            </p:contentPart>
          </mc:Choice>
          <mc:Fallback>
            <p:pic>
              <p:nvPicPr>
                <p:cNvPr id="78" name="Ink 77">
                  <a:extLst>
                    <a:ext uri="{FF2B5EF4-FFF2-40B4-BE49-F238E27FC236}">
                      <a16:creationId xmlns:a16="http://schemas.microsoft.com/office/drawing/2014/main" id="{61732524-F814-F106-7BCF-CE6CEE5AB04C}"/>
                    </a:ext>
                  </a:extLst>
                </p:cNvPr>
                <p:cNvPicPr/>
                <p:nvPr/>
              </p:nvPicPr>
              <p:blipFill>
                <a:blip r:embed="rId114"/>
                <a:stretch>
                  <a:fillRect/>
                </a:stretch>
              </p:blipFill>
              <p:spPr>
                <a:xfrm>
                  <a:off x="5898388" y="1368212"/>
                  <a:ext cx="10548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9" name="Ink 78">
                  <a:extLst>
                    <a:ext uri="{FF2B5EF4-FFF2-40B4-BE49-F238E27FC236}">
                      <a16:creationId xmlns:a16="http://schemas.microsoft.com/office/drawing/2014/main" id="{33DEF907-047C-9B2E-AD1B-A06B0DE9DA55}"/>
                    </a:ext>
                  </a:extLst>
                </p14:cNvPr>
                <p14:cNvContentPartPr/>
                <p14:nvPr/>
              </p14:nvContentPartPr>
              <p14:xfrm>
                <a:off x="6039868" y="1328252"/>
                <a:ext cx="72360" cy="14400"/>
              </p14:xfrm>
            </p:contentPart>
          </mc:Choice>
          <mc:Fallback>
            <p:pic>
              <p:nvPicPr>
                <p:cNvPr id="79" name="Ink 78">
                  <a:extLst>
                    <a:ext uri="{FF2B5EF4-FFF2-40B4-BE49-F238E27FC236}">
                      <a16:creationId xmlns:a16="http://schemas.microsoft.com/office/drawing/2014/main" id="{33DEF907-047C-9B2E-AD1B-A06B0DE9DA55}"/>
                    </a:ext>
                  </a:extLst>
                </p:cNvPr>
                <p:cNvPicPr/>
                <p:nvPr/>
              </p:nvPicPr>
              <p:blipFill>
                <a:blip r:embed="rId116"/>
                <a:stretch>
                  <a:fillRect/>
                </a:stretch>
              </p:blipFill>
              <p:spPr>
                <a:xfrm>
                  <a:off x="6031228" y="1319252"/>
                  <a:ext cx="9000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80" name="Ink 79">
                  <a:extLst>
                    <a:ext uri="{FF2B5EF4-FFF2-40B4-BE49-F238E27FC236}">
                      <a16:creationId xmlns:a16="http://schemas.microsoft.com/office/drawing/2014/main" id="{769B8571-CE8A-2DEA-EFCF-2D01C2E8989A}"/>
                    </a:ext>
                  </a:extLst>
                </p14:cNvPr>
                <p14:cNvContentPartPr/>
                <p14:nvPr/>
              </p14:nvContentPartPr>
              <p14:xfrm>
                <a:off x="6045268" y="1276052"/>
                <a:ext cx="27360" cy="151920"/>
              </p14:xfrm>
            </p:contentPart>
          </mc:Choice>
          <mc:Fallback>
            <p:pic>
              <p:nvPicPr>
                <p:cNvPr id="80" name="Ink 79">
                  <a:extLst>
                    <a:ext uri="{FF2B5EF4-FFF2-40B4-BE49-F238E27FC236}">
                      <a16:creationId xmlns:a16="http://schemas.microsoft.com/office/drawing/2014/main" id="{769B8571-CE8A-2DEA-EFCF-2D01C2E8989A}"/>
                    </a:ext>
                  </a:extLst>
                </p:cNvPr>
                <p:cNvPicPr/>
                <p:nvPr/>
              </p:nvPicPr>
              <p:blipFill>
                <a:blip r:embed="rId118"/>
                <a:stretch>
                  <a:fillRect/>
                </a:stretch>
              </p:blipFill>
              <p:spPr>
                <a:xfrm>
                  <a:off x="6036628" y="1267052"/>
                  <a:ext cx="45000" cy="16956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81" name="Ink 80">
                  <a:extLst>
                    <a:ext uri="{FF2B5EF4-FFF2-40B4-BE49-F238E27FC236}">
                      <a16:creationId xmlns:a16="http://schemas.microsoft.com/office/drawing/2014/main" id="{8080C9A7-FD9D-41E2-0A82-54E54A7A9E76}"/>
                    </a:ext>
                  </a:extLst>
                </p14:cNvPr>
                <p14:cNvContentPartPr/>
                <p14:nvPr/>
              </p14:nvContentPartPr>
              <p14:xfrm>
                <a:off x="6027268" y="1302332"/>
                <a:ext cx="84240" cy="92520"/>
              </p14:xfrm>
            </p:contentPart>
          </mc:Choice>
          <mc:Fallback>
            <p:pic>
              <p:nvPicPr>
                <p:cNvPr id="81" name="Ink 80">
                  <a:extLst>
                    <a:ext uri="{FF2B5EF4-FFF2-40B4-BE49-F238E27FC236}">
                      <a16:creationId xmlns:a16="http://schemas.microsoft.com/office/drawing/2014/main" id="{8080C9A7-FD9D-41E2-0A82-54E54A7A9E76}"/>
                    </a:ext>
                  </a:extLst>
                </p:cNvPr>
                <p:cNvPicPr/>
                <p:nvPr/>
              </p:nvPicPr>
              <p:blipFill>
                <a:blip r:embed="rId120"/>
                <a:stretch>
                  <a:fillRect/>
                </a:stretch>
              </p:blipFill>
              <p:spPr>
                <a:xfrm>
                  <a:off x="6018268" y="1293692"/>
                  <a:ext cx="10188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82" name="Ink 81">
                  <a:extLst>
                    <a:ext uri="{FF2B5EF4-FFF2-40B4-BE49-F238E27FC236}">
                      <a16:creationId xmlns:a16="http://schemas.microsoft.com/office/drawing/2014/main" id="{B41895B1-40E9-1F63-6847-70DDB96CAA8C}"/>
                    </a:ext>
                  </a:extLst>
                </p14:cNvPr>
                <p14:cNvContentPartPr/>
                <p14:nvPr/>
              </p14:nvContentPartPr>
              <p14:xfrm>
                <a:off x="6032308" y="1327172"/>
                <a:ext cx="108360" cy="61920"/>
              </p14:xfrm>
            </p:contentPart>
          </mc:Choice>
          <mc:Fallback>
            <p:pic>
              <p:nvPicPr>
                <p:cNvPr id="82" name="Ink 81">
                  <a:extLst>
                    <a:ext uri="{FF2B5EF4-FFF2-40B4-BE49-F238E27FC236}">
                      <a16:creationId xmlns:a16="http://schemas.microsoft.com/office/drawing/2014/main" id="{B41895B1-40E9-1F63-6847-70DDB96CAA8C}"/>
                    </a:ext>
                  </a:extLst>
                </p:cNvPr>
                <p:cNvPicPr/>
                <p:nvPr/>
              </p:nvPicPr>
              <p:blipFill>
                <a:blip r:embed="rId122"/>
                <a:stretch>
                  <a:fillRect/>
                </a:stretch>
              </p:blipFill>
              <p:spPr>
                <a:xfrm>
                  <a:off x="6023308" y="1318532"/>
                  <a:ext cx="126000" cy="79560"/>
                </a:xfrm>
                <a:prstGeom prst="rect">
                  <a:avLst/>
                </a:prstGeom>
              </p:spPr>
            </p:pic>
          </mc:Fallback>
        </mc:AlternateContent>
      </p:grpSp>
      <p:grpSp>
        <p:nvGrpSpPr>
          <p:cNvPr id="86" name="Group 85">
            <a:extLst>
              <a:ext uri="{FF2B5EF4-FFF2-40B4-BE49-F238E27FC236}">
                <a16:creationId xmlns:a16="http://schemas.microsoft.com/office/drawing/2014/main" id="{51C470B0-27A6-E387-875B-068497F815C6}"/>
              </a:ext>
            </a:extLst>
          </p:cNvPr>
          <p:cNvGrpSpPr/>
          <p:nvPr/>
        </p:nvGrpSpPr>
        <p:grpSpPr>
          <a:xfrm>
            <a:off x="6984868" y="1591772"/>
            <a:ext cx="105840" cy="117000"/>
            <a:chOff x="6984868" y="1591772"/>
            <a:chExt cx="105840" cy="117000"/>
          </a:xfrm>
        </p:grpSpPr>
        <mc:AlternateContent xmlns:mc="http://schemas.openxmlformats.org/markup-compatibility/2006">
          <mc:Choice xmlns:p14="http://schemas.microsoft.com/office/powerpoint/2010/main" Requires="p14">
            <p:contentPart p14:bwMode="auto" r:id="rId123">
              <p14:nvContentPartPr>
                <p14:cNvPr id="84" name="Ink 83">
                  <a:extLst>
                    <a:ext uri="{FF2B5EF4-FFF2-40B4-BE49-F238E27FC236}">
                      <a16:creationId xmlns:a16="http://schemas.microsoft.com/office/drawing/2014/main" id="{7B9B6042-FEE4-D2C5-2242-F3A4796DEA8D}"/>
                    </a:ext>
                  </a:extLst>
                </p14:cNvPr>
                <p14:cNvContentPartPr/>
                <p14:nvPr/>
              </p14:nvContentPartPr>
              <p14:xfrm>
                <a:off x="6984868" y="1636412"/>
                <a:ext cx="104400" cy="15120"/>
              </p14:xfrm>
            </p:contentPart>
          </mc:Choice>
          <mc:Fallback>
            <p:pic>
              <p:nvPicPr>
                <p:cNvPr id="84" name="Ink 83">
                  <a:extLst>
                    <a:ext uri="{FF2B5EF4-FFF2-40B4-BE49-F238E27FC236}">
                      <a16:creationId xmlns:a16="http://schemas.microsoft.com/office/drawing/2014/main" id="{7B9B6042-FEE4-D2C5-2242-F3A4796DEA8D}"/>
                    </a:ext>
                  </a:extLst>
                </p:cNvPr>
                <p:cNvPicPr/>
                <p:nvPr/>
              </p:nvPicPr>
              <p:blipFill>
                <a:blip r:embed="rId124"/>
                <a:stretch>
                  <a:fillRect/>
                </a:stretch>
              </p:blipFill>
              <p:spPr>
                <a:xfrm>
                  <a:off x="6975868" y="1627412"/>
                  <a:ext cx="122040" cy="3276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85" name="Ink 84">
                  <a:extLst>
                    <a:ext uri="{FF2B5EF4-FFF2-40B4-BE49-F238E27FC236}">
                      <a16:creationId xmlns:a16="http://schemas.microsoft.com/office/drawing/2014/main" id="{B69BFEA7-C288-5BE3-3837-DC4DAE0CD48E}"/>
                    </a:ext>
                  </a:extLst>
                </p14:cNvPr>
                <p14:cNvContentPartPr/>
                <p14:nvPr/>
              </p14:nvContentPartPr>
              <p14:xfrm>
                <a:off x="7032028" y="1591772"/>
                <a:ext cx="58680" cy="117000"/>
              </p14:xfrm>
            </p:contentPart>
          </mc:Choice>
          <mc:Fallback>
            <p:pic>
              <p:nvPicPr>
                <p:cNvPr id="85" name="Ink 84">
                  <a:extLst>
                    <a:ext uri="{FF2B5EF4-FFF2-40B4-BE49-F238E27FC236}">
                      <a16:creationId xmlns:a16="http://schemas.microsoft.com/office/drawing/2014/main" id="{B69BFEA7-C288-5BE3-3837-DC4DAE0CD48E}"/>
                    </a:ext>
                  </a:extLst>
                </p:cNvPr>
                <p:cNvPicPr/>
                <p:nvPr/>
              </p:nvPicPr>
              <p:blipFill>
                <a:blip r:embed="rId126"/>
                <a:stretch>
                  <a:fillRect/>
                </a:stretch>
              </p:blipFill>
              <p:spPr>
                <a:xfrm>
                  <a:off x="7023388" y="1583132"/>
                  <a:ext cx="76320" cy="134640"/>
                </a:xfrm>
                <a:prstGeom prst="rect">
                  <a:avLst/>
                </a:prstGeom>
              </p:spPr>
            </p:pic>
          </mc:Fallback>
        </mc:AlternateContent>
      </p:grpSp>
      <p:grpSp>
        <p:nvGrpSpPr>
          <p:cNvPr id="95" name="Group 94">
            <a:extLst>
              <a:ext uri="{FF2B5EF4-FFF2-40B4-BE49-F238E27FC236}">
                <a16:creationId xmlns:a16="http://schemas.microsoft.com/office/drawing/2014/main" id="{A8F0B066-C460-10B1-5A5C-50158C552512}"/>
              </a:ext>
            </a:extLst>
          </p:cNvPr>
          <p:cNvGrpSpPr/>
          <p:nvPr/>
        </p:nvGrpSpPr>
        <p:grpSpPr>
          <a:xfrm>
            <a:off x="5426068" y="1946732"/>
            <a:ext cx="1761840" cy="1218960"/>
            <a:chOff x="5426068" y="1946732"/>
            <a:chExt cx="1761840" cy="1218960"/>
          </a:xfrm>
        </p:grpSpPr>
        <mc:AlternateContent xmlns:mc="http://schemas.openxmlformats.org/markup-compatibility/2006">
          <mc:Choice xmlns:p14="http://schemas.microsoft.com/office/powerpoint/2010/main" Requires="p14">
            <p:contentPart p14:bwMode="auto" r:id="rId127">
              <p14:nvContentPartPr>
                <p14:cNvPr id="10" name="Ink 9">
                  <a:extLst>
                    <a:ext uri="{FF2B5EF4-FFF2-40B4-BE49-F238E27FC236}">
                      <a16:creationId xmlns:a16="http://schemas.microsoft.com/office/drawing/2014/main" id="{08E4D1F4-D700-121E-901A-1262C1C89E18}"/>
                    </a:ext>
                  </a:extLst>
                </p14:cNvPr>
                <p14:cNvContentPartPr/>
                <p14:nvPr/>
              </p14:nvContentPartPr>
              <p14:xfrm>
                <a:off x="5426068" y="2230052"/>
                <a:ext cx="1011240" cy="78480"/>
              </p14:xfrm>
            </p:contentPart>
          </mc:Choice>
          <mc:Fallback>
            <p:pic>
              <p:nvPicPr>
                <p:cNvPr id="10" name="Ink 9">
                  <a:extLst>
                    <a:ext uri="{FF2B5EF4-FFF2-40B4-BE49-F238E27FC236}">
                      <a16:creationId xmlns:a16="http://schemas.microsoft.com/office/drawing/2014/main" id="{08E4D1F4-D700-121E-901A-1262C1C89E18}"/>
                    </a:ext>
                  </a:extLst>
                </p:cNvPr>
                <p:cNvPicPr/>
                <p:nvPr/>
              </p:nvPicPr>
              <p:blipFill>
                <a:blip r:embed="rId128"/>
                <a:stretch>
                  <a:fillRect/>
                </a:stretch>
              </p:blipFill>
              <p:spPr>
                <a:xfrm>
                  <a:off x="5417068" y="2221052"/>
                  <a:ext cx="102888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11" name="Ink 10">
                  <a:extLst>
                    <a:ext uri="{FF2B5EF4-FFF2-40B4-BE49-F238E27FC236}">
                      <a16:creationId xmlns:a16="http://schemas.microsoft.com/office/drawing/2014/main" id="{2651CDF1-D487-42CE-6A4C-85701E448549}"/>
                    </a:ext>
                  </a:extLst>
                </p14:cNvPr>
                <p14:cNvContentPartPr/>
                <p14:nvPr/>
              </p14:nvContentPartPr>
              <p14:xfrm>
                <a:off x="5549548" y="2163812"/>
                <a:ext cx="950400" cy="71640"/>
              </p14:xfrm>
            </p:contentPart>
          </mc:Choice>
          <mc:Fallback>
            <p:pic>
              <p:nvPicPr>
                <p:cNvPr id="11" name="Ink 10">
                  <a:extLst>
                    <a:ext uri="{FF2B5EF4-FFF2-40B4-BE49-F238E27FC236}">
                      <a16:creationId xmlns:a16="http://schemas.microsoft.com/office/drawing/2014/main" id="{2651CDF1-D487-42CE-6A4C-85701E448549}"/>
                    </a:ext>
                  </a:extLst>
                </p:cNvPr>
                <p:cNvPicPr/>
                <p:nvPr/>
              </p:nvPicPr>
              <p:blipFill>
                <a:blip r:embed="rId130"/>
                <a:stretch>
                  <a:fillRect/>
                </a:stretch>
              </p:blipFill>
              <p:spPr>
                <a:xfrm>
                  <a:off x="5540548" y="2155172"/>
                  <a:ext cx="96804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12" name="Ink 11">
                  <a:extLst>
                    <a:ext uri="{FF2B5EF4-FFF2-40B4-BE49-F238E27FC236}">
                      <a16:creationId xmlns:a16="http://schemas.microsoft.com/office/drawing/2014/main" id="{36E2CF62-4754-F008-CC02-C134200DA45A}"/>
                    </a:ext>
                  </a:extLst>
                </p14:cNvPr>
                <p14:cNvContentPartPr/>
                <p14:nvPr/>
              </p14:nvContentPartPr>
              <p14:xfrm>
                <a:off x="5838628" y="2157692"/>
                <a:ext cx="534960" cy="84240"/>
              </p14:xfrm>
            </p:contentPart>
          </mc:Choice>
          <mc:Fallback>
            <p:pic>
              <p:nvPicPr>
                <p:cNvPr id="12" name="Ink 11">
                  <a:extLst>
                    <a:ext uri="{FF2B5EF4-FFF2-40B4-BE49-F238E27FC236}">
                      <a16:creationId xmlns:a16="http://schemas.microsoft.com/office/drawing/2014/main" id="{36E2CF62-4754-F008-CC02-C134200DA45A}"/>
                    </a:ext>
                  </a:extLst>
                </p:cNvPr>
                <p:cNvPicPr/>
                <p:nvPr/>
              </p:nvPicPr>
              <p:blipFill>
                <a:blip r:embed="rId132"/>
                <a:stretch>
                  <a:fillRect/>
                </a:stretch>
              </p:blipFill>
              <p:spPr>
                <a:xfrm>
                  <a:off x="5829628" y="2148692"/>
                  <a:ext cx="552600" cy="10188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13" name="Ink 12">
                  <a:extLst>
                    <a:ext uri="{FF2B5EF4-FFF2-40B4-BE49-F238E27FC236}">
                      <a16:creationId xmlns:a16="http://schemas.microsoft.com/office/drawing/2014/main" id="{6DCB0522-5740-F164-4D33-6CA1B0F4137A}"/>
                    </a:ext>
                  </a:extLst>
                </p14:cNvPr>
                <p14:cNvContentPartPr/>
                <p14:nvPr/>
              </p14:nvContentPartPr>
              <p14:xfrm>
                <a:off x="6619828" y="2122772"/>
                <a:ext cx="143640" cy="204840"/>
              </p14:xfrm>
            </p:contentPart>
          </mc:Choice>
          <mc:Fallback>
            <p:pic>
              <p:nvPicPr>
                <p:cNvPr id="13" name="Ink 12">
                  <a:extLst>
                    <a:ext uri="{FF2B5EF4-FFF2-40B4-BE49-F238E27FC236}">
                      <a16:creationId xmlns:a16="http://schemas.microsoft.com/office/drawing/2014/main" id="{6DCB0522-5740-F164-4D33-6CA1B0F4137A}"/>
                    </a:ext>
                  </a:extLst>
                </p:cNvPr>
                <p:cNvPicPr/>
                <p:nvPr/>
              </p:nvPicPr>
              <p:blipFill>
                <a:blip r:embed="rId134"/>
                <a:stretch>
                  <a:fillRect/>
                </a:stretch>
              </p:blipFill>
              <p:spPr>
                <a:xfrm>
                  <a:off x="6611188" y="2114132"/>
                  <a:ext cx="16128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14" name="Ink 13">
                  <a:extLst>
                    <a:ext uri="{FF2B5EF4-FFF2-40B4-BE49-F238E27FC236}">
                      <a16:creationId xmlns:a16="http://schemas.microsoft.com/office/drawing/2014/main" id="{3D6FF97D-6CA8-5980-4940-2F770E14CCD6}"/>
                    </a:ext>
                  </a:extLst>
                </p14:cNvPr>
                <p14:cNvContentPartPr/>
                <p14:nvPr/>
              </p14:nvContentPartPr>
              <p14:xfrm>
                <a:off x="6861388" y="2112692"/>
                <a:ext cx="132120" cy="218880"/>
              </p14:xfrm>
            </p:contentPart>
          </mc:Choice>
          <mc:Fallback>
            <p:pic>
              <p:nvPicPr>
                <p:cNvPr id="14" name="Ink 13">
                  <a:extLst>
                    <a:ext uri="{FF2B5EF4-FFF2-40B4-BE49-F238E27FC236}">
                      <a16:creationId xmlns:a16="http://schemas.microsoft.com/office/drawing/2014/main" id="{3D6FF97D-6CA8-5980-4940-2F770E14CCD6}"/>
                    </a:ext>
                  </a:extLst>
                </p:cNvPr>
                <p:cNvPicPr/>
                <p:nvPr/>
              </p:nvPicPr>
              <p:blipFill>
                <a:blip r:embed="rId136"/>
                <a:stretch>
                  <a:fillRect/>
                </a:stretch>
              </p:blipFill>
              <p:spPr>
                <a:xfrm>
                  <a:off x="6852388" y="2103692"/>
                  <a:ext cx="149760" cy="23652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15" name="Ink 14">
                  <a:extLst>
                    <a:ext uri="{FF2B5EF4-FFF2-40B4-BE49-F238E27FC236}">
                      <a16:creationId xmlns:a16="http://schemas.microsoft.com/office/drawing/2014/main" id="{166A3DE4-0CA4-1A11-2031-9ECBBE2716AC}"/>
                    </a:ext>
                  </a:extLst>
                </p14:cNvPr>
                <p14:cNvContentPartPr/>
                <p14:nvPr/>
              </p14:nvContentPartPr>
              <p14:xfrm>
                <a:off x="6946708" y="2123492"/>
                <a:ext cx="190800" cy="180000"/>
              </p14:xfrm>
            </p:contentPart>
          </mc:Choice>
          <mc:Fallback>
            <p:pic>
              <p:nvPicPr>
                <p:cNvPr id="15" name="Ink 14">
                  <a:extLst>
                    <a:ext uri="{FF2B5EF4-FFF2-40B4-BE49-F238E27FC236}">
                      <a16:creationId xmlns:a16="http://schemas.microsoft.com/office/drawing/2014/main" id="{166A3DE4-0CA4-1A11-2031-9ECBBE2716AC}"/>
                    </a:ext>
                  </a:extLst>
                </p:cNvPr>
                <p:cNvPicPr/>
                <p:nvPr/>
              </p:nvPicPr>
              <p:blipFill>
                <a:blip r:embed="rId138"/>
                <a:stretch>
                  <a:fillRect/>
                </a:stretch>
              </p:blipFill>
              <p:spPr>
                <a:xfrm>
                  <a:off x="6937708" y="2114492"/>
                  <a:ext cx="208440" cy="19764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53" name="Ink 52">
                  <a:extLst>
                    <a:ext uri="{FF2B5EF4-FFF2-40B4-BE49-F238E27FC236}">
                      <a16:creationId xmlns:a16="http://schemas.microsoft.com/office/drawing/2014/main" id="{59E022D3-29E9-EEFB-FED9-FFBD33212B36}"/>
                    </a:ext>
                  </a:extLst>
                </p14:cNvPr>
                <p14:cNvContentPartPr/>
                <p14:nvPr/>
              </p14:nvContentPartPr>
              <p14:xfrm>
                <a:off x="6512548" y="1946732"/>
                <a:ext cx="601560" cy="775440"/>
              </p14:xfrm>
            </p:contentPart>
          </mc:Choice>
          <mc:Fallback>
            <p:pic>
              <p:nvPicPr>
                <p:cNvPr id="53" name="Ink 52">
                  <a:extLst>
                    <a:ext uri="{FF2B5EF4-FFF2-40B4-BE49-F238E27FC236}">
                      <a16:creationId xmlns:a16="http://schemas.microsoft.com/office/drawing/2014/main" id="{59E022D3-29E9-EEFB-FED9-FFBD33212B36}"/>
                    </a:ext>
                  </a:extLst>
                </p:cNvPr>
                <p:cNvPicPr/>
                <p:nvPr/>
              </p:nvPicPr>
              <p:blipFill>
                <a:blip r:embed="rId140"/>
                <a:stretch>
                  <a:fillRect/>
                </a:stretch>
              </p:blipFill>
              <p:spPr>
                <a:xfrm>
                  <a:off x="6503548" y="1938092"/>
                  <a:ext cx="619200" cy="793080"/>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54" name="Ink 53">
                  <a:extLst>
                    <a:ext uri="{FF2B5EF4-FFF2-40B4-BE49-F238E27FC236}">
                      <a16:creationId xmlns:a16="http://schemas.microsoft.com/office/drawing/2014/main" id="{1F60065E-93BF-53D5-867F-5B2DFCD5DDF9}"/>
                    </a:ext>
                  </a:extLst>
                </p14:cNvPr>
                <p14:cNvContentPartPr/>
                <p14:nvPr/>
              </p14:nvContentPartPr>
              <p14:xfrm>
                <a:off x="7032748" y="2578532"/>
                <a:ext cx="155160" cy="238320"/>
              </p14:xfrm>
            </p:contentPart>
          </mc:Choice>
          <mc:Fallback>
            <p:pic>
              <p:nvPicPr>
                <p:cNvPr id="54" name="Ink 53">
                  <a:extLst>
                    <a:ext uri="{FF2B5EF4-FFF2-40B4-BE49-F238E27FC236}">
                      <a16:creationId xmlns:a16="http://schemas.microsoft.com/office/drawing/2014/main" id="{1F60065E-93BF-53D5-867F-5B2DFCD5DDF9}"/>
                    </a:ext>
                  </a:extLst>
                </p:cNvPr>
                <p:cNvPicPr/>
                <p:nvPr/>
              </p:nvPicPr>
              <p:blipFill>
                <a:blip r:embed="rId142"/>
                <a:stretch>
                  <a:fillRect/>
                </a:stretch>
              </p:blipFill>
              <p:spPr>
                <a:xfrm>
                  <a:off x="7023748" y="2569892"/>
                  <a:ext cx="172800" cy="25596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87" name="Ink 86">
                  <a:extLst>
                    <a:ext uri="{FF2B5EF4-FFF2-40B4-BE49-F238E27FC236}">
                      <a16:creationId xmlns:a16="http://schemas.microsoft.com/office/drawing/2014/main" id="{4A6C4312-F1A1-C06A-9117-1D781B69B65D}"/>
                    </a:ext>
                  </a:extLst>
                </p14:cNvPr>
                <p14:cNvContentPartPr/>
                <p14:nvPr/>
              </p14:nvContentPartPr>
              <p14:xfrm>
                <a:off x="5894428" y="2888492"/>
                <a:ext cx="164520" cy="277200"/>
              </p14:xfrm>
            </p:contentPart>
          </mc:Choice>
          <mc:Fallback>
            <p:pic>
              <p:nvPicPr>
                <p:cNvPr id="87" name="Ink 86">
                  <a:extLst>
                    <a:ext uri="{FF2B5EF4-FFF2-40B4-BE49-F238E27FC236}">
                      <a16:creationId xmlns:a16="http://schemas.microsoft.com/office/drawing/2014/main" id="{4A6C4312-F1A1-C06A-9117-1D781B69B65D}"/>
                    </a:ext>
                  </a:extLst>
                </p:cNvPr>
                <p:cNvPicPr/>
                <p:nvPr/>
              </p:nvPicPr>
              <p:blipFill>
                <a:blip r:embed="rId144"/>
                <a:stretch>
                  <a:fillRect/>
                </a:stretch>
              </p:blipFill>
              <p:spPr>
                <a:xfrm>
                  <a:off x="5885788" y="2879492"/>
                  <a:ext cx="18216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88" name="Ink 87">
                  <a:extLst>
                    <a:ext uri="{FF2B5EF4-FFF2-40B4-BE49-F238E27FC236}">
                      <a16:creationId xmlns:a16="http://schemas.microsoft.com/office/drawing/2014/main" id="{97643BD8-6AA1-6244-561E-641648A58F9C}"/>
                    </a:ext>
                  </a:extLst>
                </p14:cNvPr>
                <p14:cNvContentPartPr/>
                <p14:nvPr/>
              </p14:nvContentPartPr>
              <p14:xfrm>
                <a:off x="6144268" y="2941412"/>
                <a:ext cx="7200" cy="68040"/>
              </p14:xfrm>
            </p:contentPart>
          </mc:Choice>
          <mc:Fallback>
            <p:pic>
              <p:nvPicPr>
                <p:cNvPr id="88" name="Ink 87">
                  <a:extLst>
                    <a:ext uri="{FF2B5EF4-FFF2-40B4-BE49-F238E27FC236}">
                      <a16:creationId xmlns:a16="http://schemas.microsoft.com/office/drawing/2014/main" id="{97643BD8-6AA1-6244-561E-641648A58F9C}"/>
                    </a:ext>
                  </a:extLst>
                </p:cNvPr>
                <p:cNvPicPr/>
                <p:nvPr/>
              </p:nvPicPr>
              <p:blipFill>
                <a:blip r:embed="rId146"/>
                <a:stretch>
                  <a:fillRect/>
                </a:stretch>
              </p:blipFill>
              <p:spPr>
                <a:xfrm>
                  <a:off x="6135268" y="2932412"/>
                  <a:ext cx="24840" cy="85680"/>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89" name="Ink 88">
                  <a:extLst>
                    <a:ext uri="{FF2B5EF4-FFF2-40B4-BE49-F238E27FC236}">
                      <a16:creationId xmlns:a16="http://schemas.microsoft.com/office/drawing/2014/main" id="{88A54311-22A7-AB4D-231B-5F9A9DC41AF5}"/>
                    </a:ext>
                  </a:extLst>
                </p14:cNvPr>
                <p14:cNvContentPartPr/>
                <p14:nvPr/>
              </p14:nvContentPartPr>
              <p14:xfrm>
                <a:off x="6127708" y="2801372"/>
                <a:ext cx="95400" cy="190800"/>
              </p14:xfrm>
            </p:contentPart>
          </mc:Choice>
          <mc:Fallback>
            <p:pic>
              <p:nvPicPr>
                <p:cNvPr id="89" name="Ink 88">
                  <a:extLst>
                    <a:ext uri="{FF2B5EF4-FFF2-40B4-BE49-F238E27FC236}">
                      <a16:creationId xmlns:a16="http://schemas.microsoft.com/office/drawing/2014/main" id="{88A54311-22A7-AB4D-231B-5F9A9DC41AF5}"/>
                    </a:ext>
                  </a:extLst>
                </p:cNvPr>
                <p:cNvPicPr/>
                <p:nvPr/>
              </p:nvPicPr>
              <p:blipFill>
                <a:blip r:embed="rId148"/>
                <a:stretch>
                  <a:fillRect/>
                </a:stretch>
              </p:blipFill>
              <p:spPr>
                <a:xfrm>
                  <a:off x="6119068" y="2792732"/>
                  <a:ext cx="11304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90" name="Ink 89">
                  <a:extLst>
                    <a:ext uri="{FF2B5EF4-FFF2-40B4-BE49-F238E27FC236}">
                      <a16:creationId xmlns:a16="http://schemas.microsoft.com/office/drawing/2014/main" id="{D0535E38-D59E-DA30-7681-42F3A0BE1BD8}"/>
                    </a:ext>
                  </a:extLst>
                </p14:cNvPr>
                <p14:cNvContentPartPr/>
                <p14:nvPr/>
              </p14:nvContentPartPr>
              <p14:xfrm>
                <a:off x="6195028" y="2957252"/>
                <a:ext cx="27000" cy="16560"/>
              </p14:xfrm>
            </p:contentPart>
          </mc:Choice>
          <mc:Fallback>
            <p:pic>
              <p:nvPicPr>
                <p:cNvPr id="90" name="Ink 89">
                  <a:extLst>
                    <a:ext uri="{FF2B5EF4-FFF2-40B4-BE49-F238E27FC236}">
                      <a16:creationId xmlns:a16="http://schemas.microsoft.com/office/drawing/2014/main" id="{D0535E38-D59E-DA30-7681-42F3A0BE1BD8}"/>
                    </a:ext>
                  </a:extLst>
                </p:cNvPr>
                <p:cNvPicPr/>
                <p:nvPr/>
              </p:nvPicPr>
              <p:blipFill>
                <a:blip r:embed="rId150"/>
                <a:stretch>
                  <a:fillRect/>
                </a:stretch>
              </p:blipFill>
              <p:spPr>
                <a:xfrm>
                  <a:off x="6186388" y="2948252"/>
                  <a:ext cx="44640" cy="34200"/>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91" name="Ink 90">
                  <a:extLst>
                    <a:ext uri="{FF2B5EF4-FFF2-40B4-BE49-F238E27FC236}">
                      <a16:creationId xmlns:a16="http://schemas.microsoft.com/office/drawing/2014/main" id="{D5AFA689-EFA7-F482-B770-2FA619CE8879}"/>
                    </a:ext>
                  </a:extLst>
                </p14:cNvPr>
                <p14:cNvContentPartPr/>
                <p14:nvPr/>
              </p14:nvContentPartPr>
              <p14:xfrm>
                <a:off x="6353788" y="2901092"/>
                <a:ext cx="147240" cy="110880"/>
              </p14:xfrm>
            </p:contentPart>
          </mc:Choice>
          <mc:Fallback>
            <p:pic>
              <p:nvPicPr>
                <p:cNvPr id="91" name="Ink 90">
                  <a:extLst>
                    <a:ext uri="{FF2B5EF4-FFF2-40B4-BE49-F238E27FC236}">
                      <a16:creationId xmlns:a16="http://schemas.microsoft.com/office/drawing/2014/main" id="{D5AFA689-EFA7-F482-B770-2FA619CE8879}"/>
                    </a:ext>
                  </a:extLst>
                </p:cNvPr>
                <p:cNvPicPr/>
                <p:nvPr/>
              </p:nvPicPr>
              <p:blipFill>
                <a:blip r:embed="rId152"/>
                <a:stretch>
                  <a:fillRect/>
                </a:stretch>
              </p:blipFill>
              <p:spPr>
                <a:xfrm>
                  <a:off x="6345148" y="2892092"/>
                  <a:ext cx="16488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92" name="Ink 91">
                  <a:extLst>
                    <a:ext uri="{FF2B5EF4-FFF2-40B4-BE49-F238E27FC236}">
                      <a16:creationId xmlns:a16="http://schemas.microsoft.com/office/drawing/2014/main" id="{5AB3ECDD-268E-1C57-9723-E6C2A11F9C7B}"/>
                    </a:ext>
                  </a:extLst>
                </p14:cNvPr>
                <p14:cNvContentPartPr/>
                <p14:nvPr/>
              </p14:nvContentPartPr>
              <p14:xfrm>
                <a:off x="6545308" y="2835572"/>
                <a:ext cx="126720" cy="163080"/>
              </p14:xfrm>
            </p:contentPart>
          </mc:Choice>
          <mc:Fallback>
            <p:pic>
              <p:nvPicPr>
                <p:cNvPr id="92" name="Ink 91">
                  <a:extLst>
                    <a:ext uri="{FF2B5EF4-FFF2-40B4-BE49-F238E27FC236}">
                      <a16:creationId xmlns:a16="http://schemas.microsoft.com/office/drawing/2014/main" id="{5AB3ECDD-268E-1C57-9723-E6C2A11F9C7B}"/>
                    </a:ext>
                  </a:extLst>
                </p:cNvPr>
                <p:cNvPicPr/>
                <p:nvPr/>
              </p:nvPicPr>
              <p:blipFill>
                <a:blip r:embed="rId154"/>
                <a:stretch>
                  <a:fillRect/>
                </a:stretch>
              </p:blipFill>
              <p:spPr>
                <a:xfrm>
                  <a:off x="6536668" y="2826932"/>
                  <a:ext cx="14436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93" name="Ink 92">
                  <a:extLst>
                    <a:ext uri="{FF2B5EF4-FFF2-40B4-BE49-F238E27FC236}">
                      <a16:creationId xmlns:a16="http://schemas.microsoft.com/office/drawing/2014/main" id="{9712299C-F9B5-4C4F-D412-9D4024F127FC}"/>
                    </a:ext>
                  </a:extLst>
                </p14:cNvPr>
                <p14:cNvContentPartPr/>
                <p14:nvPr/>
              </p14:nvContentPartPr>
              <p14:xfrm>
                <a:off x="6695788" y="2832692"/>
                <a:ext cx="106560" cy="172800"/>
              </p14:xfrm>
            </p:contentPart>
          </mc:Choice>
          <mc:Fallback>
            <p:pic>
              <p:nvPicPr>
                <p:cNvPr id="93" name="Ink 92">
                  <a:extLst>
                    <a:ext uri="{FF2B5EF4-FFF2-40B4-BE49-F238E27FC236}">
                      <a16:creationId xmlns:a16="http://schemas.microsoft.com/office/drawing/2014/main" id="{9712299C-F9B5-4C4F-D412-9D4024F127FC}"/>
                    </a:ext>
                  </a:extLst>
                </p:cNvPr>
                <p:cNvPicPr/>
                <p:nvPr/>
              </p:nvPicPr>
              <p:blipFill>
                <a:blip r:embed="rId156"/>
                <a:stretch>
                  <a:fillRect/>
                </a:stretch>
              </p:blipFill>
              <p:spPr>
                <a:xfrm>
                  <a:off x="6686788" y="2824052"/>
                  <a:ext cx="124200" cy="19044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94" name="Ink 93">
                  <a:extLst>
                    <a:ext uri="{FF2B5EF4-FFF2-40B4-BE49-F238E27FC236}">
                      <a16:creationId xmlns:a16="http://schemas.microsoft.com/office/drawing/2014/main" id="{E2C28E4B-F276-9107-CE0B-CF1DBA390FB5}"/>
                    </a:ext>
                  </a:extLst>
                </p14:cNvPr>
                <p14:cNvContentPartPr/>
                <p14:nvPr/>
              </p14:nvContentPartPr>
              <p14:xfrm>
                <a:off x="6917908" y="2960132"/>
                <a:ext cx="22680" cy="10080"/>
              </p14:xfrm>
            </p:contentPart>
          </mc:Choice>
          <mc:Fallback>
            <p:pic>
              <p:nvPicPr>
                <p:cNvPr id="94" name="Ink 93">
                  <a:extLst>
                    <a:ext uri="{FF2B5EF4-FFF2-40B4-BE49-F238E27FC236}">
                      <a16:creationId xmlns:a16="http://schemas.microsoft.com/office/drawing/2014/main" id="{E2C28E4B-F276-9107-CE0B-CF1DBA390FB5}"/>
                    </a:ext>
                  </a:extLst>
                </p:cNvPr>
                <p:cNvPicPr/>
                <p:nvPr/>
              </p:nvPicPr>
              <p:blipFill>
                <a:blip r:embed="rId158"/>
                <a:stretch>
                  <a:fillRect/>
                </a:stretch>
              </p:blipFill>
              <p:spPr>
                <a:xfrm>
                  <a:off x="6908908" y="2951492"/>
                  <a:ext cx="40320" cy="27720"/>
                </a:xfrm>
                <a:prstGeom prst="rect">
                  <a:avLst/>
                </a:prstGeom>
              </p:spPr>
            </p:pic>
          </mc:Fallback>
        </mc:AlternateContent>
      </p:grpSp>
      <p:grpSp>
        <p:nvGrpSpPr>
          <p:cNvPr id="101" name="Group 100">
            <a:extLst>
              <a:ext uri="{FF2B5EF4-FFF2-40B4-BE49-F238E27FC236}">
                <a16:creationId xmlns:a16="http://schemas.microsoft.com/office/drawing/2014/main" id="{ACC3BA25-F407-F413-BEFF-5F52DAD7B7B9}"/>
              </a:ext>
            </a:extLst>
          </p:cNvPr>
          <p:cNvGrpSpPr/>
          <p:nvPr/>
        </p:nvGrpSpPr>
        <p:grpSpPr>
          <a:xfrm>
            <a:off x="8564908" y="1552172"/>
            <a:ext cx="711000" cy="238680"/>
            <a:chOff x="8564908" y="1552172"/>
            <a:chExt cx="711000" cy="238680"/>
          </a:xfrm>
        </p:grpSpPr>
        <mc:AlternateContent xmlns:mc="http://schemas.openxmlformats.org/markup-compatibility/2006">
          <mc:Choice xmlns:p14="http://schemas.microsoft.com/office/powerpoint/2010/main" Requires="p14">
            <p:contentPart p14:bwMode="auto" r:id="rId159">
              <p14:nvContentPartPr>
                <p14:cNvPr id="99" name="Ink 98">
                  <a:extLst>
                    <a:ext uri="{FF2B5EF4-FFF2-40B4-BE49-F238E27FC236}">
                      <a16:creationId xmlns:a16="http://schemas.microsoft.com/office/drawing/2014/main" id="{B3426514-AC28-F38B-B2D0-F9DC1DB0D770}"/>
                    </a:ext>
                  </a:extLst>
                </p14:cNvPr>
                <p14:cNvContentPartPr/>
                <p14:nvPr/>
              </p14:nvContentPartPr>
              <p14:xfrm>
                <a:off x="8564908" y="1552172"/>
                <a:ext cx="657720" cy="177840"/>
              </p14:xfrm>
            </p:contentPart>
          </mc:Choice>
          <mc:Fallback>
            <p:pic>
              <p:nvPicPr>
                <p:cNvPr id="99" name="Ink 98">
                  <a:extLst>
                    <a:ext uri="{FF2B5EF4-FFF2-40B4-BE49-F238E27FC236}">
                      <a16:creationId xmlns:a16="http://schemas.microsoft.com/office/drawing/2014/main" id="{B3426514-AC28-F38B-B2D0-F9DC1DB0D770}"/>
                    </a:ext>
                  </a:extLst>
                </p:cNvPr>
                <p:cNvPicPr/>
                <p:nvPr/>
              </p:nvPicPr>
              <p:blipFill>
                <a:blip r:embed="rId160"/>
                <a:stretch>
                  <a:fillRect/>
                </a:stretch>
              </p:blipFill>
              <p:spPr>
                <a:xfrm>
                  <a:off x="8556268" y="1543532"/>
                  <a:ext cx="675360" cy="195480"/>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100" name="Ink 99">
                  <a:extLst>
                    <a:ext uri="{FF2B5EF4-FFF2-40B4-BE49-F238E27FC236}">
                      <a16:creationId xmlns:a16="http://schemas.microsoft.com/office/drawing/2014/main" id="{D3189F24-B8E1-59EF-39CE-DFA978DA649A}"/>
                    </a:ext>
                  </a:extLst>
                </p14:cNvPr>
                <p14:cNvContentPartPr/>
                <p14:nvPr/>
              </p14:nvContentPartPr>
              <p14:xfrm>
                <a:off x="9173308" y="1602572"/>
                <a:ext cx="102600" cy="188280"/>
              </p14:xfrm>
            </p:contentPart>
          </mc:Choice>
          <mc:Fallback>
            <p:pic>
              <p:nvPicPr>
                <p:cNvPr id="100" name="Ink 99">
                  <a:extLst>
                    <a:ext uri="{FF2B5EF4-FFF2-40B4-BE49-F238E27FC236}">
                      <a16:creationId xmlns:a16="http://schemas.microsoft.com/office/drawing/2014/main" id="{D3189F24-B8E1-59EF-39CE-DFA978DA649A}"/>
                    </a:ext>
                  </a:extLst>
                </p:cNvPr>
                <p:cNvPicPr/>
                <p:nvPr/>
              </p:nvPicPr>
              <p:blipFill>
                <a:blip r:embed="rId162"/>
                <a:stretch>
                  <a:fillRect/>
                </a:stretch>
              </p:blipFill>
              <p:spPr>
                <a:xfrm>
                  <a:off x="9164308" y="1593572"/>
                  <a:ext cx="120240" cy="205920"/>
                </a:xfrm>
                <a:prstGeom prst="rect">
                  <a:avLst/>
                </a:prstGeom>
              </p:spPr>
            </p:pic>
          </mc:Fallback>
        </mc:AlternateContent>
      </p:grpSp>
      <p:grpSp>
        <p:nvGrpSpPr>
          <p:cNvPr id="130" name="Group 129">
            <a:extLst>
              <a:ext uri="{FF2B5EF4-FFF2-40B4-BE49-F238E27FC236}">
                <a16:creationId xmlns:a16="http://schemas.microsoft.com/office/drawing/2014/main" id="{54019ABA-83AB-CBE9-437C-AECB99D70563}"/>
              </a:ext>
            </a:extLst>
          </p:cNvPr>
          <p:cNvGrpSpPr/>
          <p:nvPr/>
        </p:nvGrpSpPr>
        <p:grpSpPr>
          <a:xfrm>
            <a:off x="11460028" y="4517492"/>
            <a:ext cx="572760" cy="264960"/>
            <a:chOff x="11460028" y="4517492"/>
            <a:chExt cx="572760" cy="264960"/>
          </a:xfrm>
        </p:grpSpPr>
        <mc:AlternateContent xmlns:mc="http://schemas.openxmlformats.org/markup-compatibility/2006">
          <mc:Choice xmlns:p14="http://schemas.microsoft.com/office/powerpoint/2010/main" Requires="p14">
            <p:contentPart p14:bwMode="auto" r:id="rId163">
              <p14:nvContentPartPr>
                <p14:cNvPr id="125" name="Ink 124">
                  <a:extLst>
                    <a:ext uri="{FF2B5EF4-FFF2-40B4-BE49-F238E27FC236}">
                      <a16:creationId xmlns:a16="http://schemas.microsoft.com/office/drawing/2014/main" id="{C41D4968-A947-1230-60D4-DB821CE67224}"/>
                    </a:ext>
                  </a:extLst>
                </p14:cNvPr>
                <p14:cNvContentPartPr/>
                <p14:nvPr/>
              </p14:nvContentPartPr>
              <p14:xfrm>
                <a:off x="11485228" y="4642772"/>
                <a:ext cx="11880" cy="139680"/>
              </p14:xfrm>
            </p:contentPart>
          </mc:Choice>
          <mc:Fallback>
            <p:pic>
              <p:nvPicPr>
                <p:cNvPr id="125" name="Ink 124">
                  <a:extLst>
                    <a:ext uri="{FF2B5EF4-FFF2-40B4-BE49-F238E27FC236}">
                      <a16:creationId xmlns:a16="http://schemas.microsoft.com/office/drawing/2014/main" id="{C41D4968-A947-1230-60D4-DB821CE67224}"/>
                    </a:ext>
                  </a:extLst>
                </p:cNvPr>
                <p:cNvPicPr/>
                <p:nvPr/>
              </p:nvPicPr>
              <p:blipFill>
                <a:blip r:embed="rId164"/>
                <a:stretch>
                  <a:fillRect/>
                </a:stretch>
              </p:blipFill>
              <p:spPr>
                <a:xfrm>
                  <a:off x="11476588" y="4633772"/>
                  <a:ext cx="2952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126" name="Ink 125">
                  <a:extLst>
                    <a:ext uri="{FF2B5EF4-FFF2-40B4-BE49-F238E27FC236}">
                      <a16:creationId xmlns:a16="http://schemas.microsoft.com/office/drawing/2014/main" id="{3C9376C5-53AB-AC2C-BD45-57467ACCA884}"/>
                    </a:ext>
                  </a:extLst>
                </p14:cNvPr>
                <p14:cNvContentPartPr/>
                <p14:nvPr/>
              </p14:nvContentPartPr>
              <p14:xfrm>
                <a:off x="11460028" y="4537652"/>
                <a:ext cx="130320" cy="239400"/>
              </p14:xfrm>
            </p:contentPart>
          </mc:Choice>
          <mc:Fallback>
            <p:pic>
              <p:nvPicPr>
                <p:cNvPr id="126" name="Ink 125">
                  <a:extLst>
                    <a:ext uri="{FF2B5EF4-FFF2-40B4-BE49-F238E27FC236}">
                      <a16:creationId xmlns:a16="http://schemas.microsoft.com/office/drawing/2014/main" id="{3C9376C5-53AB-AC2C-BD45-57467ACCA884}"/>
                    </a:ext>
                  </a:extLst>
                </p:cNvPr>
                <p:cNvPicPr/>
                <p:nvPr/>
              </p:nvPicPr>
              <p:blipFill>
                <a:blip r:embed="rId166"/>
                <a:stretch>
                  <a:fillRect/>
                </a:stretch>
              </p:blipFill>
              <p:spPr>
                <a:xfrm>
                  <a:off x="11451388" y="4528652"/>
                  <a:ext cx="147960" cy="25704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127" name="Ink 126">
                  <a:extLst>
                    <a:ext uri="{FF2B5EF4-FFF2-40B4-BE49-F238E27FC236}">
                      <a16:creationId xmlns:a16="http://schemas.microsoft.com/office/drawing/2014/main" id="{4CF9C193-84A4-4C1C-CE99-2D8ADC825E4C}"/>
                    </a:ext>
                  </a:extLst>
                </p14:cNvPr>
                <p14:cNvContentPartPr/>
                <p14:nvPr/>
              </p14:nvContentPartPr>
              <p14:xfrm>
                <a:off x="11597548" y="4639892"/>
                <a:ext cx="64800" cy="126720"/>
              </p14:xfrm>
            </p:contentPart>
          </mc:Choice>
          <mc:Fallback>
            <p:pic>
              <p:nvPicPr>
                <p:cNvPr id="127" name="Ink 126">
                  <a:extLst>
                    <a:ext uri="{FF2B5EF4-FFF2-40B4-BE49-F238E27FC236}">
                      <a16:creationId xmlns:a16="http://schemas.microsoft.com/office/drawing/2014/main" id="{4CF9C193-84A4-4C1C-CE99-2D8ADC825E4C}"/>
                    </a:ext>
                  </a:extLst>
                </p:cNvPr>
                <p:cNvPicPr/>
                <p:nvPr/>
              </p:nvPicPr>
              <p:blipFill>
                <a:blip r:embed="rId168"/>
                <a:stretch>
                  <a:fillRect/>
                </a:stretch>
              </p:blipFill>
              <p:spPr>
                <a:xfrm>
                  <a:off x="11588548" y="4631252"/>
                  <a:ext cx="8244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128" name="Ink 127">
                  <a:extLst>
                    <a:ext uri="{FF2B5EF4-FFF2-40B4-BE49-F238E27FC236}">
                      <a16:creationId xmlns:a16="http://schemas.microsoft.com/office/drawing/2014/main" id="{193691B4-2691-6A13-719C-02D781E25344}"/>
                    </a:ext>
                  </a:extLst>
                </p14:cNvPr>
                <p14:cNvContentPartPr/>
                <p14:nvPr/>
              </p14:nvContentPartPr>
              <p14:xfrm>
                <a:off x="11670628" y="4634132"/>
                <a:ext cx="132840" cy="135000"/>
              </p14:xfrm>
            </p:contentPart>
          </mc:Choice>
          <mc:Fallback>
            <p:pic>
              <p:nvPicPr>
                <p:cNvPr id="128" name="Ink 127">
                  <a:extLst>
                    <a:ext uri="{FF2B5EF4-FFF2-40B4-BE49-F238E27FC236}">
                      <a16:creationId xmlns:a16="http://schemas.microsoft.com/office/drawing/2014/main" id="{193691B4-2691-6A13-719C-02D781E25344}"/>
                    </a:ext>
                  </a:extLst>
                </p:cNvPr>
                <p:cNvPicPr/>
                <p:nvPr/>
              </p:nvPicPr>
              <p:blipFill>
                <a:blip r:embed="rId170"/>
                <a:stretch>
                  <a:fillRect/>
                </a:stretch>
              </p:blipFill>
              <p:spPr>
                <a:xfrm>
                  <a:off x="11661628" y="4625132"/>
                  <a:ext cx="15048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129" name="Ink 128">
                  <a:extLst>
                    <a:ext uri="{FF2B5EF4-FFF2-40B4-BE49-F238E27FC236}">
                      <a16:creationId xmlns:a16="http://schemas.microsoft.com/office/drawing/2014/main" id="{874EA6AE-C00A-8AA9-4973-A8E2D20DC4F8}"/>
                    </a:ext>
                  </a:extLst>
                </p14:cNvPr>
                <p14:cNvContentPartPr/>
                <p14:nvPr/>
              </p14:nvContentPartPr>
              <p14:xfrm>
                <a:off x="11827228" y="4517492"/>
                <a:ext cx="205560" cy="238680"/>
              </p14:xfrm>
            </p:contentPart>
          </mc:Choice>
          <mc:Fallback>
            <p:pic>
              <p:nvPicPr>
                <p:cNvPr id="129" name="Ink 128">
                  <a:extLst>
                    <a:ext uri="{FF2B5EF4-FFF2-40B4-BE49-F238E27FC236}">
                      <a16:creationId xmlns:a16="http://schemas.microsoft.com/office/drawing/2014/main" id="{874EA6AE-C00A-8AA9-4973-A8E2D20DC4F8}"/>
                    </a:ext>
                  </a:extLst>
                </p:cNvPr>
                <p:cNvPicPr/>
                <p:nvPr/>
              </p:nvPicPr>
              <p:blipFill>
                <a:blip r:embed="rId172"/>
                <a:stretch>
                  <a:fillRect/>
                </a:stretch>
              </p:blipFill>
              <p:spPr>
                <a:xfrm>
                  <a:off x="11818228" y="4508492"/>
                  <a:ext cx="223200" cy="256320"/>
                </a:xfrm>
                <a:prstGeom prst="rect">
                  <a:avLst/>
                </a:prstGeom>
              </p:spPr>
            </p:pic>
          </mc:Fallback>
        </mc:AlternateContent>
      </p:grpSp>
      <p:grpSp>
        <p:nvGrpSpPr>
          <p:cNvPr id="141" name="Group 140">
            <a:extLst>
              <a:ext uri="{FF2B5EF4-FFF2-40B4-BE49-F238E27FC236}">
                <a16:creationId xmlns:a16="http://schemas.microsoft.com/office/drawing/2014/main" id="{213DB1CA-B514-2B68-E847-544C7CA198E8}"/>
              </a:ext>
            </a:extLst>
          </p:cNvPr>
          <p:cNvGrpSpPr/>
          <p:nvPr/>
        </p:nvGrpSpPr>
        <p:grpSpPr>
          <a:xfrm>
            <a:off x="10474348" y="4988372"/>
            <a:ext cx="1704240" cy="337320"/>
            <a:chOff x="10474348" y="4988372"/>
            <a:chExt cx="1704240" cy="337320"/>
          </a:xfrm>
        </p:grpSpPr>
        <mc:AlternateContent xmlns:mc="http://schemas.openxmlformats.org/markup-compatibility/2006">
          <mc:Choice xmlns:p14="http://schemas.microsoft.com/office/powerpoint/2010/main" Requires="p14">
            <p:contentPart p14:bwMode="auto" r:id="rId173">
              <p14:nvContentPartPr>
                <p14:cNvPr id="131" name="Ink 130">
                  <a:extLst>
                    <a:ext uri="{FF2B5EF4-FFF2-40B4-BE49-F238E27FC236}">
                      <a16:creationId xmlns:a16="http://schemas.microsoft.com/office/drawing/2014/main" id="{92D83C04-36E9-2A6A-2DE9-EEC7F92BBC74}"/>
                    </a:ext>
                  </a:extLst>
                </p14:cNvPr>
                <p14:cNvContentPartPr/>
                <p14:nvPr/>
              </p14:nvContentPartPr>
              <p14:xfrm>
                <a:off x="10474348" y="5099252"/>
                <a:ext cx="276120" cy="129600"/>
              </p14:xfrm>
            </p:contentPart>
          </mc:Choice>
          <mc:Fallback>
            <p:pic>
              <p:nvPicPr>
                <p:cNvPr id="131" name="Ink 130">
                  <a:extLst>
                    <a:ext uri="{FF2B5EF4-FFF2-40B4-BE49-F238E27FC236}">
                      <a16:creationId xmlns:a16="http://schemas.microsoft.com/office/drawing/2014/main" id="{92D83C04-36E9-2A6A-2DE9-EEC7F92BBC74}"/>
                    </a:ext>
                  </a:extLst>
                </p:cNvPr>
                <p:cNvPicPr/>
                <p:nvPr/>
              </p:nvPicPr>
              <p:blipFill>
                <a:blip r:embed="rId174"/>
                <a:stretch>
                  <a:fillRect/>
                </a:stretch>
              </p:blipFill>
              <p:spPr>
                <a:xfrm>
                  <a:off x="10465348" y="5090612"/>
                  <a:ext cx="29376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132" name="Ink 131">
                  <a:extLst>
                    <a:ext uri="{FF2B5EF4-FFF2-40B4-BE49-F238E27FC236}">
                      <a16:creationId xmlns:a16="http://schemas.microsoft.com/office/drawing/2014/main" id="{468FCC68-C895-3327-8E93-48BFA1F3528D}"/>
                    </a:ext>
                  </a:extLst>
                </p14:cNvPr>
                <p14:cNvContentPartPr/>
                <p14:nvPr/>
              </p14:nvContentPartPr>
              <p14:xfrm>
                <a:off x="10813468" y="5100332"/>
                <a:ext cx="200520" cy="137160"/>
              </p14:xfrm>
            </p:contentPart>
          </mc:Choice>
          <mc:Fallback>
            <p:pic>
              <p:nvPicPr>
                <p:cNvPr id="132" name="Ink 131">
                  <a:extLst>
                    <a:ext uri="{FF2B5EF4-FFF2-40B4-BE49-F238E27FC236}">
                      <a16:creationId xmlns:a16="http://schemas.microsoft.com/office/drawing/2014/main" id="{468FCC68-C895-3327-8E93-48BFA1F3528D}"/>
                    </a:ext>
                  </a:extLst>
                </p:cNvPr>
                <p:cNvPicPr/>
                <p:nvPr/>
              </p:nvPicPr>
              <p:blipFill>
                <a:blip r:embed="rId176"/>
                <a:stretch>
                  <a:fillRect/>
                </a:stretch>
              </p:blipFill>
              <p:spPr>
                <a:xfrm>
                  <a:off x="10804828" y="5091332"/>
                  <a:ext cx="21816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133" name="Ink 132">
                  <a:extLst>
                    <a:ext uri="{FF2B5EF4-FFF2-40B4-BE49-F238E27FC236}">
                      <a16:creationId xmlns:a16="http://schemas.microsoft.com/office/drawing/2014/main" id="{D59876D0-0691-AEFC-9BE8-E5E1092A3738}"/>
                    </a:ext>
                  </a:extLst>
                </p14:cNvPr>
                <p14:cNvContentPartPr/>
                <p14:nvPr/>
              </p14:nvContentPartPr>
              <p14:xfrm>
                <a:off x="11020108" y="5013932"/>
                <a:ext cx="5760" cy="12240"/>
              </p14:xfrm>
            </p:contentPart>
          </mc:Choice>
          <mc:Fallback>
            <p:pic>
              <p:nvPicPr>
                <p:cNvPr id="133" name="Ink 132">
                  <a:extLst>
                    <a:ext uri="{FF2B5EF4-FFF2-40B4-BE49-F238E27FC236}">
                      <a16:creationId xmlns:a16="http://schemas.microsoft.com/office/drawing/2014/main" id="{D59876D0-0691-AEFC-9BE8-E5E1092A3738}"/>
                    </a:ext>
                  </a:extLst>
                </p:cNvPr>
                <p:cNvPicPr/>
                <p:nvPr/>
              </p:nvPicPr>
              <p:blipFill>
                <a:blip r:embed="rId106"/>
                <a:stretch>
                  <a:fillRect/>
                </a:stretch>
              </p:blipFill>
              <p:spPr>
                <a:xfrm>
                  <a:off x="11011108" y="5004932"/>
                  <a:ext cx="2340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34" name="Ink 133">
                  <a:extLst>
                    <a:ext uri="{FF2B5EF4-FFF2-40B4-BE49-F238E27FC236}">
                      <a16:creationId xmlns:a16="http://schemas.microsoft.com/office/drawing/2014/main" id="{184B6C0C-1783-2101-9320-4227184E5364}"/>
                    </a:ext>
                  </a:extLst>
                </p14:cNvPr>
                <p14:cNvContentPartPr/>
                <p14:nvPr/>
              </p14:nvContentPartPr>
              <p14:xfrm>
                <a:off x="11031628" y="5111852"/>
                <a:ext cx="139320" cy="116640"/>
              </p14:xfrm>
            </p:contentPart>
          </mc:Choice>
          <mc:Fallback>
            <p:pic>
              <p:nvPicPr>
                <p:cNvPr id="134" name="Ink 133">
                  <a:extLst>
                    <a:ext uri="{FF2B5EF4-FFF2-40B4-BE49-F238E27FC236}">
                      <a16:creationId xmlns:a16="http://schemas.microsoft.com/office/drawing/2014/main" id="{184B6C0C-1783-2101-9320-4227184E5364}"/>
                    </a:ext>
                  </a:extLst>
                </p:cNvPr>
                <p:cNvPicPr/>
                <p:nvPr/>
              </p:nvPicPr>
              <p:blipFill>
                <a:blip r:embed="rId179"/>
                <a:stretch>
                  <a:fillRect/>
                </a:stretch>
              </p:blipFill>
              <p:spPr>
                <a:xfrm>
                  <a:off x="11022988" y="5102852"/>
                  <a:ext cx="15696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35" name="Ink 134">
                  <a:extLst>
                    <a:ext uri="{FF2B5EF4-FFF2-40B4-BE49-F238E27FC236}">
                      <a16:creationId xmlns:a16="http://schemas.microsoft.com/office/drawing/2014/main" id="{14058C62-0ED1-9B24-864C-5733C9B9AE5B}"/>
                    </a:ext>
                  </a:extLst>
                </p14:cNvPr>
                <p14:cNvContentPartPr/>
                <p14:nvPr/>
              </p14:nvContentPartPr>
              <p14:xfrm>
                <a:off x="11216308" y="4988372"/>
                <a:ext cx="97200" cy="337320"/>
              </p14:xfrm>
            </p:contentPart>
          </mc:Choice>
          <mc:Fallback>
            <p:pic>
              <p:nvPicPr>
                <p:cNvPr id="135" name="Ink 134">
                  <a:extLst>
                    <a:ext uri="{FF2B5EF4-FFF2-40B4-BE49-F238E27FC236}">
                      <a16:creationId xmlns:a16="http://schemas.microsoft.com/office/drawing/2014/main" id="{14058C62-0ED1-9B24-864C-5733C9B9AE5B}"/>
                    </a:ext>
                  </a:extLst>
                </p:cNvPr>
                <p:cNvPicPr/>
                <p:nvPr/>
              </p:nvPicPr>
              <p:blipFill>
                <a:blip r:embed="rId181"/>
                <a:stretch>
                  <a:fillRect/>
                </a:stretch>
              </p:blipFill>
              <p:spPr>
                <a:xfrm>
                  <a:off x="11207308" y="4979732"/>
                  <a:ext cx="114840" cy="3549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36" name="Ink 135">
                  <a:extLst>
                    <a:ext uri="{FF2B5EF4-FFF2-40B4-BE49-F238E27FC236}">
                      <a16:creationId xmlns:a16="http://schemas.microsoft.com/office/drawing/2014/main" id="{946F13FF-3EA4-2485-CBCA-DBEB08D16A04}"/>
                    </a:ext>
                  </a:extLst>
                </p14:cNvPr>
                <p14:cNvContentPartPr/>
                <p14:nvPr/>
              </p14:nvContentPartPr>
              <p14:xfrm>
                <a:off x="11373988" y="5107172"/>
                <a:ext cx="185040" cy="144360"/>
              </p14:xfrm>
            </p:contentPart>
          </mc:Choice>
          <mc:Fallback>
            <p:pic>
              <p:nvPicPr>
                <p:cNvPr id="136" name="Ink 135">
                  <a:extLst>
                    <a:ext uri="{FF2B5EF4-FFF2-40B4-BE49-F238E27FC236}">
                      <a16:creationId xmlns:a16="http://schemas.microsoft.com/office/drawing/2014/main" id="{946F13FF-3EA4-2485-CBCA-DBEB08D16A04}"/>
                    </a:ext>
                  </a:extLst>
                </p:cNvPr>
                <p:cNvPicPr/>
                <p:nvPr/>
              </p:nvPicPr>
              <p:blipFill>
                <a:blip r:embed="rId183"/>
                <a:stretch>
                  <a:fillRect/>
                </a:stretch>
              </p:blipFill>
              <p:spPr>
                <a:xfrm>
                  <a:off x="11365348" y="5098532"/>
                  <a:ext cx="202680" cy="16200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37" name="Ink 136">
                  <a:extLst>
                    <a:ext uri="{FF2B5EF4-FFF2-40B4-BE49-F238E27FC236}">
                      <a16:creationId xmlns:a16="http://schemas.microsoft.com/office/drawing/2014/main" id="{127EC283-02BE-6488-7D67-3108D613C41F}"/>
                    </a:ext>
                  </a:extLst>
                </p14:cNvPr>
                <p14:cNvContentPartPr/>
                <p14:nvPr/>
              </p14:nvContentPartPr>
              <p14:xfrm>
                <a:off x="11598628" y="5085212"/>
                <a:ext cx="214560" cy="171000"/>
              </p14:xfrm>
            </p:contentPart>
          </mc:Choice>
          <mc:Fallback>
            <p:pic>
              <p:nvPicPr>
                <p:cNvPr id="137" name="Ink 136">
                  <a:extLst>
                    <a:ext uri="{FF2B5EF4-FFF2-40B4-BE49-F238E27FC236}">
                      <a16:creationId xmlns:a16="http://schemas.microsoft.com/office/drawing/2014/main" id="{127EC283-02BE-6488-7D67-3108D613C41F}"/>
                    </a:ext>
                  </a:extLst>
                </p:cNvPr>
                <p:cNvPicPr/>
                <p:nvPr/>
              </p:nvPicPr>
              <p:blipFill>
                <a:blip r:embed="rId185"/>
                <a:stretch>
                  <a:fillRect/>
                </a:stretch>
              </p:blipFill>
              <p:spPr>
                <a:xfrm>
                  <a:off x="11589628" y="5076212"/>
                  <a:ext cx="23220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38" name="Ink 137">
                  <a:extLst>
                    <a:ext uri="{FF2B5EF4-FFF2-40B4-BE49-F238E27FC236}">
                      <a16:creationId xmlns:a16="http://schemas.microsoft.com/office/drawing/2014/main" id="{8F8DE3C1-B69F-ADF5-4ACC-588A031004AB}"/>
                    </a:ext>
                  </a:extLst>
                </p14:cNvPr>
                <p14:cNvContentPartPr/>
                <p14:nvPr/>
              </p14:nvContentPartPr>
              <p14:xfrm>
                <a:off x="11880868" y="5032292"/>
                <a:ext cx="12960" cy="215640"/>
              </p14:xfrm>
            </p:contentPart>
          </mc:Choice>
          <mc:Fallback>
            <p:pic>
              <p:nvPicPr>
                <p:cNvPr id="138" name="Ink 137">
                  <a:extLst>
                    <a:ext uri="{FF2B5EF4-FFF2-40B4-BE49-F238E27FC236}">
                      <a16:creationId xmlns:a16="http://schemas.microsoft.com/office/drawing/2014/main" id="{8F8DE3C1-B69F-ADF5-4ACC-588A031004AB}"/>
                    </a:ext>
                  </a:extLst>
                </p:cNvPr>
                <p:cNvPicPr/>
                <p:nvPr/>
              </p:nvPicPr>
              <p:blipFill>
                <a:blip r:embed="rId187"/>
                <a:stretch>
                  <a:fillRect/>
                </a:stretch>
              </p:blipFill>
              <p:spPr>
                <a:xfrm>
                  <a:off x="11872228" y="5023652"/>
                  <a:ext cx="3060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39" name="Ink 138">
                  <a:extLst>
                    <a:ext uri="{FF2B5EF4-FFF2-40B4-BE49-F238E27FC236}">
                      <a16:creationId xmlns:a16="http://schemas.microsoft.com/office/drawing/2014/main" id="{D5C2715F-220B-5FAE-DD08-089E2BCE1B0D}"/>
                    </a:ext>
                  </a:extLst>
                </p14:cNvPr>
                <p14:cNvContentPartPr/>
                <p14:nvPr/>
              </p14:nvContentPartPr>
              <p14:xfrm>
                <a:off x="11886988" y="5099612"/>
                <a:ext cx="140400" cy="152640"/>
              </p14:xfrm>
            </p:contentPart>
          </mc:Choice>
          <mc:Fallback>
            <p:pic>
              <p:nvPicPr>
                <p:cNvPr id="139" name="Ink 138">
                  <a:extLst>
                    <a:ext uri="{FF2B5EF4-FFF2-40B4-BE49-F238E27FC236}">
                      <a16:creationId xmlns:a16="http://schemas.microsoft.com/office/drawing/2014/main" id="{D5C2715F-220B-5FAE-DD08-089E2BCE1B0D}"/>
                    </a:ext>
                  </a:extLst>
                </p:cNvPr>
                <p:cNvPicPr/>
                <p:nvPr/>
              </p:nvPicPr>
              <p:blipFill>
                <a:blip r:embed="rId189"/>
                <a:stretch>
                  <a:fillRect/>
                </a:stretch>
              </p:blipFill>
              <p:spPr>
                <a:xfrm>
                  <a:off x="11877988" y="5090612"/>
                  <a:ext cx="15804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40" name="Ink 139">
                  <a:extLst>
                    <a:ext uri="{FF2B5EF4-FFF2-40B4-BE49-F238E27FC236}">
                      <a16:creationId xmlns:a16="http://schemas.microsoft.com/office/drawing/2014/main" id="{4309A42A-B50D-7824-CF42-A1B4B5B3B484}"/>
                    </a:ext>
                  </a:extLst>
                </p14:cNvPr>
                <p14:cNvContentPartPr/>
                <p14:nvPr/>
              </p14:nvContentPartPr>
              <p14:xfrm>
                <a:off x="12077068" y="5072612"/>
                <a:ext cx="101520" cy="133560"/>
              </p14:xfrm>
            </p:contentPart>
          </mc:Choice>
          <mc:Fallback>
            <p:pic>
              <p:nvPicPr>
                <p:cNvPr id="140" name="Ink 139">
                  <a:extLst>
                    <a:ext uri="{FF2B5EF4-FFF2-40B4-BE49-F238E27FC236}">
                      <a16:creationId xmlns:a16="http://schemas.microsoft.com/office/drawing/2014/main" id="{4309A42A-B50D-7824-CF42-A1B4B5B3B484}"/>
                    </a:ext>
                  </a:extLst>
                </p:cNvPr>
                <p:cNvPicPr/>
                <p:nvPr/>
              </p:nvPicPr>
              <p:blipFill>
                <a:blip r:embed="rId191"/>
                <a:stretch>
                  <a:fillRect/>
                </a:stretch>
              </p:blipFill>
              <p:spPr>
                <a:xfrm>
                  <a:off x="12068428" y="5063972"/>
                  <a:ext cx="119160" cy="151200"/>
                </a:xfrm>
                <a:prstGeom prst="rect">
                  <a:avLst/>
                </a:prstGeom>
              </p:spPr>
            </p:pic>
          </mc:Fallback>
        </mc:AlternateContent>
      </p:grpSp>
      <p:grpSp>
        <p:nvGrpSpPr>
          <p:cNvPr id="144" name="Group 143">
            <a:extLst>
              <a:ext uri="{FF2B5EF4-FFF2-40B4-BE49-F238E27FC236}">
                <a16:creationId xmlns:a16="http://schemas.microsoft.com/office/drawing/2014/main" id="{A5C230CF-6644-EC9C-3410-3351AF879ACD}"/>
              </a:ext>
            </a:extLst>
          </p:cNvPr>
          <p:cNvGrpSpPr/>
          <p:nvPr/>
        </p:nvGrpSpPr>
        <p:grpSpPr>
          <a:xfrm>
            <a:off x="7046428" y="1818212"/>
            <a:ext cx="132120" cy="104760"/>
            <a:chOff x="7046428" y="1818212"/>
            <a:chExt cx="132120" cy="104760"/>
          </a:xfrm>
        </p:grpSpPr>
        <mc:AlternateContent xmlns:mc="http://schemas.openxmlformats.org/markup-compatibility/2006">
          <mc:Choice xmlns:p14="http://schemas.microsoft.com/office/powerpoint/2010/main" Requires="p14">
            <p:contentPart p14:bwMode="auto" r:id="rId192">
              <p14:nvContentPartPr>
                <p14:cNvPr id="142" name="Ink 141">
                  <a:extLst>
                    <a:ext uri="{FF2B5EF4-FFF2-40B4-BE49-F238E27FC236}">
                      <a16:creationId xmlns:a16="http://schemas.microsoft.com/office/drawing/2014/main" id="{A9C73034-35EA-87EE-092A-47BC34AFE29F}"/>
                    </a:ext>
                  </a:extLst>
                </p14:cNvPr>
                <p14:cNvContentPartPr/>
                <p14:nvPr/>
              </p14:nvContentPartPr>
              <p14:xfrm>
                <a:off x="7046428" y="1861052"/>
                <a:ext cx="132120" cy="13680"/>
              </p14:xfrm>
            </p:contentPart>
          </mc:Choice>
          <mc:Fallback>
            <p:pic>
              <p:nvPicPr>
                <p:cNvPr id="142" name="Ink 141">
                  <a:extLst>
                    <a:ext uri="{FF2B5EF4-FFF2-40B4-BE49-F238E27FC236}">
                      <a16:creationId xmlns:a16="http://schemas.microsoft.com/office/drawing/2014/main" id="{A9C73034-35EA-87EE-092A-47BC34AFE29F}"/>
                    </a:ext>
                  </a:extLst>
                </p:cNvPr>
                <p:cNvPicPr/>
                <p:nvPr/>
              </p:nvPicPr>
              <p:blipFill>
                <a:blip r:embed="rId193"/>
                <a:stretch>
                  <a:fillRect/>
                </a:stretch>
              </p:blipFill>
              <p:spPr>
                <a:xfrm>
                  <a:off x="7037788" y="1852412"/>
                  <a:ext cx="14976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43" name="Ink 142">
                  <a:extLst>
                    <a:ext uri="{FF2B5EF4-FFF2-40B4-BE49-F238E27FC236}">
                      <a16:creationId xmlns:a16="http://schemas.microsoft.com/office/drawing/2014/main" id="{C5A76213-768B-CBBB-4768-A70491333A32}"/>
                    </a:ext>
                  </a:extLst>
                </p14:cNvPr>
                <p14:cNvContentPartPr/>
                <p14:nvPr/>
              </p14:nvContentPartPr>
              <p14:xfrm>
                <a:off x="7131028" y="1818212"/>
                <a:ext cx="47160" cy="104760"/>
              </p14:xfrm>
            </p:contentPart>
          </mc:Choice>
          <mc:Fallback>
            <p:pic>
              <p:nvPicPr>
                <p:cNvPr id="143" name="Ink 142">
                  <a:extLst>
                    <a:ext uri="{FF2B5EF4-FFF2-40B4-BE49-F238E27FC236}">
                      <a16:creationId xmlns:a16="http://schemas.microsoft.com/office/drawing/2014/main" id="{C5A76213-768B-CBBB-4768-A70491333A32}"/>
                    </a:ext>
                  </a:extLst>
                </p:cNvPr>
                <p:cNvPicPr/>
                <p:nvPr/>
              </p:nvPicPr>
              <p:blipFill>
                <a:blip r:embed="rId195"/>
                <a:stretch>
                  <a:fillRect/>
                </a:stretch>
              </p:blipFill>
              <p:spPr>
                <a:xfrm>
                  <a:off x="7122028" y="1809212"/>
                  <a:ext cx="64800" cy="1224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96">
            <p14:nvContentPartPr>
              <p14:cNvPr id="145" name="Ink 144">
                <a:extLst>
                  <a:ext uri="{FF2B5EF4-FFF2-40B4-BE49-F238E27FC236}">
                    <a16:creationId xmlns:a16="http://schemas.microsoft.com/office/drawing/2014/main" id="{DA104BB4-3396-0CEC-44EB-3F5D92F62764}"/>
                  </a:ext>
                </a:extLst>
              </p14:cNvPr>
              <p14:cNvContentPartPr/>
              <p14:nvPr/>
            </p14:nvContentPartPr>
            <p14:xfrm>
              <a:off x="9415588" y="3373412"/>
              <a:ext cx="1426320" cy="1048320"/>
            </p14:xfrm>
          </p:contentPart>
        </mc:Choice>
        <mc:Fallback>
          <p:pic>
            <p:nvPicPr>
              <p:cNvPr id="145" name="Ink 144">
                <a:extLst>
                  <a:ext uri="{FF2B5EF4-FFF2-40B4-BE49-F238E27FC236}">
                    <a16:creationId xmlns:a16="http://schemas.microsoft.com/office/drawing/2014/main" id="{DA104BB4-3396-0CEC-44EB-3F5D92F62764}"/>
                  </a:ext>
                </a:extLst>
              </p:cNvPr>
              <p:cNvPicPr/>
              <p:nvPr/>
            </p:nvPicPr>
            <p:blipFill>
              <a:blip r:embed="rId197"/>
              <a:stretch>
                <a:fillRect/>
              </a:stretch>
            </p:blipFill>
            <p:spPr>
              <a:xfrm>
                <a:off x="9406588" y="3364412"/>
                <a:ext cx="1443960" cy="1065960"/>
              </a:xfrm>
              <a:prstGeom prst="rect">
                <a:avLst/>
              </a:prstGeom>
            </p:spPr>
          </p:pic>
        </mc:Fallback>
      </mc:AlternateContent>
      <p:grpSp>
        <p:nvGrpSpPr>
          <p:cNvPr id="163" name="Group 162">
            <a:extLst>
              <a:ext uri="{FF2B5EF4-FFF2-40B4-BE49-F238E27FC236}">
                <a16:creationId xmlns:a16="http://schemas.microsoft.com/office/drawing/2014/main" id="{11FBE107-95BD-0D7C-93A3-582F6E67B3EE}"/>
              </a:ext>
            </a:extLst>
          </p:cNvPr>
          <p:cNvGrpSpPr/>
          <p:nvPr/>
        </p:nvGrpSpPr>
        <p:grpSpPr>
          <a:xfrm>
            <a:off x="10284268" y="4479692"/>
            <a:ext cx="464040" cy="270000"/>
            <a:chOff x="10284268" y="4479692"/>
            <a:chExt cx="464040" cy="270000"/>
          </a:xfrm>
        </p:grpSpPr>
        <mc:AlternateContent xmlns:mc="http://schemas.openxmlformats.org/markup-compatibility/2006">
          <mc:Choice xmlns:p14="http://schemas.microsoft.com/office/powerpoint/2010/main" Requires="p14">
            <p:contentPart p14:bwMode="auto" r:id="rId198">
              <p14:nvContentPartPr>
                <p14:cNvPr id="153" name="Ink 152">
                  <a:extLst>
                    <a:ext uri="{FF2B5EF4-FFF2-40B4-BE49-F238E27FC236}">
                      <a16:creationId xmlns:a16="http://schemas.microsoft.com/office/drawing/2014/main" id="{F0CB3A46-46CC-236B-4E35-BAD9E1EEEBF4}"/>
                    </a:ext>
                  </a:extLst>
                </p14:cNvPr>
                <p14:cNvContentPartPr/>
                <p14:nvPr/>
              </p14:nvContentPartPr>
              <p14:xfrm>
                <a:off x="10284268" y="4565372"/>
                <a:ext cx="37440" cy="151560"/>
              </p14:xfrm>
            </p:contentPart>
          </mc:Choice>
          <mc:Fallback>
            <p:pic>
              <p:nvPicPr>
                <p:cNvPr id="153" name="Ink 152">
                  <a:extLst>
                    <a:ext uri="{FF2B5EF4-FFF2-40B4-BE49-F238E27FC236}">
                      <a16:creationId xmlns:a16="http://schemas.microsoft.com/office/drawing/2014/main" id="{F0CB3A46-46CC-236B-4E35-BAD9E1EEEBF4}"/>
                    </a:ext>
                  </a:extLst>
                </p:cNvPr>
                <p:cNvPicPr/>
                <p:nvPr/>
              </p:nvPicPr>
              <p:blipFill>
                <a:blip r:embed="rId199"/>
                <a:stretch>
                  <a:fillRect/>
                </a:stretch>
              </p:blipFill>
              <p:spPr>
                <a:xfrm>
                  <a:off x="10275628" y="4556732"/>
                  <a:ext cx="5508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54" name="Ink 153">
                  <a:extLst>
                    <a:ext uri="{FF2B5EF4-FFF2-40B4-BE49-F238E27FC236}">
                      <a16:creationId xmlns:a16="http://schemas.microsoft.com/office/drawing/2014/main" id="{D1A394BE-09DD-76C2-9330-F0B217CBEF04}"/>
                    </a:ext>
                  </a:extLst>
                </p14:cNvPr>
                <p14:cNvContentPartPr/>
                <p14:nvPr/>
              </p14:nvContentPartPr>
              <p14:xfrm>
                <a:off x="10295428" y="4506332"/>
                <a:ext cx="131400" cy="126720"/>
              </p14:xfrm>
            </p:contentPart>
          </mc:Choice>
          <mc:Fallback>
            <p:pic>
              <p:nvPicPr>
                <p:cNvPr id="154" name="Ink 153">
                  <a:extLst>
                    <a:ext uri="{FF2B5EF4-FFF2-40B4-BE49-F238E27FC236}">
                      <a16:creationId xmlns:a16="http://schemas.microsoft.com/office/drawing/2014/main" id="{D1A394BE-09DD-76C2-9330-F0B217CBEF04}"/>
                    </a:ext>
                  </a:extLst>
                </p:cNvPr>
                <p:cNvPicPr/>
                <p:nvPr/>
              </p:nvPicPr>
              <p:blipFill>
                <a:blip r:embed="rId201"/>
                <a:stretch>
                  <a:fillRect/>
                </a:stretch>
              </p:blipFill>
              <p:spPr>
                <a:xfrm>
                  <a:off x="10286788" y="4497692"/>
                  <a:ext cx="14904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55" name="Ink 154">
                  <a:extLst>
                    <a:ext uri="{FF2B5EF4-FFF2-40B4-BE49-F238E27FC236}">
                      <a16:creationId xmlns:a16="http://schemas.microsoft.com/office/drawing/2014/main" id="{4933F24E-6FFB-3B9D-FFBD-22B4045D19B7}"/>
                    </a:ext>
                  </a:extLst>
                </p14:cNvPr>
                <p14:cNvContentPartPr/>
                <p14:nvPr/>
              </p14:nvContentPartPr>
              <p14:xfrm>
                <a:off x="10485148" y="4500572"/>
                <a:ext cx="125640" cy="174960"/>
              </p14:xfrm>
            </p:contentPart>
          </mc:Choice>
          <mc:Fallback>
            <p:pic>
              <p:nvPicPr>
                <p:cNvPr id="155" name="Ink 154">
                  <a:extLst>
                    <a:ext uri="{FF2B5EF4-FFF2-40B4-BE49-F238E27FC236}">
                      <a16:creationId xmlns:a16="http://schemas.microsoft.com/office/drawing/2014/main" id="{4933F24E-6FFB-3B9D-FFBD-22B4045D19B7}"/>
                    </a:ext>
                  </a:extLst>
                </p:cNvPr>
                <p:cNvPicPr/>
                <p:nvPr/>
              </p:nvPicPr>
              <p:blipFill>
                <a:blip r:embed="rId203"/>
                <a:stretch>
                  <a:fillRect/>
                </a:stretch>
              </p:blipFill>
              <p:spPr>
                <a:xfrm>
                  <a:off x="10476508" y="4491932"/>
                  <a:ext cx="14328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56" name="Ink 155">
                  <a:extLst>
                    <a:ext uri="{FF2B5EF4-FFF2-40B4-BE49-F238E27FC236}">
                      <a16:creationId xmlns:a16="http://schemas.microsoft.com/office/drawing/2014/main" id="{0295F52F-E709-A7B5-C05B-CD2E11DF83E5}"/>
                    </a:ext>
                  </a:extLst>
                </p14:cNvPr>
                <p14:cNvContentPartPr/>
                <p14:nvPr/>
              </p14:nvContentPartPr>
              <p14:xfrm>
                <a:off x="10506748" y="4596332"/>
                <a:ext cx="147240" cy="34920"/>
              </p14:xfrm>
            </p:contentPart>
          </mc:Choice>
          <mc:Fallback>
            <p:pic>
              <p:nvPicPr>
                <p:cNvPr id="156" name="Ink 155">
                  <a:extLst>
                    <a:ext uri="{FF2B5EF4-FFF2-40B4-BE49-F238E27FC236}">
                      <a16:creationId xmlns:a16="http://schemas.microsoft.com/office/drawing/2014/main" id="{0295F52F-E709-A7B5-C05B-CD2E11DF83E5}"/>
                    </a:ext>
                  </a:extLst>
                </p:cNvPr>
                <p:cNvPicPr/>
                <p:nvPr/>
              </p:nvPicPr>
              <p:blipFill>
                <a:blip r:embed="rId205"/>
                <a:stretch>
                  <a:fillRect/>
                </a:stretch>
              </p:blipFill>
              <p:spPr>
                <a:xfrm>
                  <a:off x="10497748" y="4587332"/>
                  <a:ext cx="16488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57" name="Ink 156">
                  <a:extLst>
                    <a:ext uri="{FF2B5EF4-FFF2-40B4-BE49-F238E27FC236}">
                      <a16:creationId xmlns:a16="http://schemas.microsoft.com/office/drawing/2014/main" id="{9C523D61-54C4-A9C9-3274-5356B48FE41A}"/>
                    </a:ext>
                  </a:extLst>
                </p14:cNvPr>
                <p14:cNvContentPartPr/>
                <p14:nvPr/>
              </p14:nvContentPartPr>
              <p14:xfrm>
                <a:off x="10648948" y="4479692"/>
                <a:ext cx="99360" cy="39960"/>
              </p14:xfrm>
            </p:contentPart>
          </mc:Choice>
          <mc:Fallback>
            <p:pic>
              <p:nvPicPr>
                <p:cNvPr id="157" name="Ink 156">
                  <a:extLst>
                    <a:ext uri="{FF2B5EF4-FFF2-40B4-BE49-F238E27FC236}">
                      <a16:creationId xmlns:a16="http://schemas.microsoft.com/office/drawing/2014/main" id="{9C523D61-54C4-A9C9-3274-5356B48FE41A}"/>
                    </a:ext>
                  </a:extLst>
                </p:cNvPr>
                <p:cNvPicPr/>
                <p:nvPr/>
              </p:nvPicPr>
              <p:blipFill>
                <a:blip r:embed="rId207"/>
                <a:stretch>
                  <a:fillRect/>
                </a:stretch>
              </p:blipFill>
              <p:spPr>
                <a:xfrm>
                  <a:off x="10639948" y="4470692"/>
                  <a:ext cx="11700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58" name="Ink 157">
                  <a:extLst>
                    <a:ext uri="{FF2B5EF4-FFF2-40B4-BE49-F238E27FC236}">
                      <a16:creationId xmlns:a16="http://schemas.microsoft.com/office/drawing/2014/main" id="{EC5A35F5-7292-F57F-66EF-304EBE036F22}"/>
                    </a:ext>
                  </a:extLst>
                </p14:cNvPr>
                <p14:cNvContentPartPr/>
                <p14:nvPr/>
              </p14:nvContentPartPr>
              <p14:xfrm>
                <a:off x="10676668" y="4493012"/>
                <a:ext cx="26640" cy="167400"/>
              </p14:xfrm>
            </p:contentPart>
          </mc:Choice>
          <mc:Fallback>
            <p:pic>
              <p:nvPicPr>
                <p:cNvPr id="158" name="Ink 157">
                  <a:extLst>
                    <a:ext uri="{FF2B5EF4-FFF2-40B4-BE49-F238E27FC236}">
                      <a16:creationId xmlns:a16="http://schemas.microsoft.com/office/drawing/2014/main" id="{EC5A35F5-7292-F57F-66EF-304EBE036F22}"/>
                    </a:ext>
                  </a:extLst>
                </p:cNvPr>
                <p:cNvPicPr/>
                <p:nvPr/>
              </p:nvPicPr>
              <p:blipFill>
                <a:blip r:embed="rId209"/>
                <a:stretch>
                  <a:fillRect/>
                </a:stretch>
              </p:blipFill>
              <p:spPr>
                <a:xfrm>
                  <a:off x="10667668" y="4484372"/>
                  <a:ext cx="4428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59" name="Ink 158">
                  <a:extLst>
                    <a:ext uri="{FF2B5EF4-FFF2-40B4-BE49-F238E27FC236}">
                      <a16:creationId xmlns:a16="http://schemas.microsoft.com/office/drawing/2014/main" id="{381317C6-7545-C59A-58D6-E65877468DF6}"/>
                    </a:ext>
                  </a:extLst>
                </p14:cNvPr>
                <p14:cNvContentPartPr/>
                <p14:nvPr/>
              </p14:nvContentPartPr>
              <p14:xfrm>
                <a:off x="10295068" y="4746812"/>
                <a:ext cx="74520" cy="2880"/>
              </p14:xfrm>
            </p:contentPart>
          </mc:Choice>
          <mc:Fallback>
            <p:pic>
              <p:nvPicPr>
                <p:cNvPr id="159" name="Ink 158">
                  <a:extLst>
                    <a:ext uri="{FF2B5EF4-FFF2-40B4-BE49-F238E27FC236}">
                      <a16:creationId xmlns:a16="http://schemas.microsoft.com/office/drawing/2014/main" id="{381317C6-7545-C59A-58D6-E65877468DF6}"/>
                    </a:ext>
                  </a:extLst>
                </p:cNvPr>
                <p:cNvPicPr/>
                <p:nvPr/>
              </p:nvPicPr>
              <p:blipFill>
                <a:blip r:embed="rId211"/>
                <a:stretch>
                  <a:fillRect/>
                </a:stretch>
              </p:blipFill>
              <p:spPr>
                <a:xfrm>
                  <a:off x="10286428" y="4737812"/>
                  <a:ext cx="92160" cy="2052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61" name="Ink 160">
                  <a:extLst>
                    <a:ext uri="{FF2B5EF4-FFF2-40B4-BE49-F238E27FC236}">
                      <a16:creationId xmlns:a16="http://schemas.microsoft.com/office/drawing/2014/main" id="{D35B7E96-BEBE-CCC7-BF18-8332345ECC44}"/>
                    </a:ext>
                  </a:extLst>
                </p14:cNvPr>
                <p14:cNvContentPartPr/>
                <p14:nvPr/>
              </p14:nvContentPartPr>
              <p14:xfrm>
                <a:off x="10492348" y="4730972"/>
                <a:ext cx="61920" cy="12240"/>
              </p14:xfrm>
            </p:contentPart>
          </mc:Choice>
          <mc:Fallback>
            <p:pic>
              <p:nvPicPr>
                <p:cNvPr id="161" name="Ink 160">
                  <a:extLst>
                    <a:ext uri="{FF2B5EF4-FFF2-40B4-BE49-F238E27FC236}">
                      <a16:creationId xmlns:a16="http://schemas.microsoft.com/office/drawing/2014/main" id="{D35B7E96-BEBE-CCC7-BF18-8332345ECC44}"/>
                    </a:ext>
                  </a:extLst>
                </p:cNvPr>
                <p:cNvPicPr/>
                <p:nvPr/>
              </p:nvPicPr>
              <p:blipFill>
                <a:blip r:embed="rId213"/>
                <a:stretch>
                  <a:fillRect/>
                </a:stretch>
              </p:blipFill>
              <p:spPr>
                <a:xfrm>
                  <a:off x="10483708" y="4721972"/>
                  <a:ext cx="79560" cy="2988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62" name="Ink 161">
                  <a:extLst>
                    <a:ext uri="{FF2B5EF4-FFF2-40B4-BE49-F238E27FC236}">
                      <a16:creationId xmlns:a16="http://schemas.microsoft.com/office/drawing/2014/main" id="{E8989C22-67C8-E53B-3423-FC5E8DBC7768}"/>
                    </a:ext>
                  </a:extLst>
                </p14:cNvPr>
                <p14:cNvContentPartPr/>
                <p14:nvPr/>
              </p14:nvContentPartPr>
              <p14:xfrm>
                <a:off x="10656868" y="4723052"/>
                <a:ext cx="60120" cy="13320"/>
              </p14:xfrm>
            </p:contentPart>
          </mc:Choice>
          <mc:Fallback>
            <p:pic>
              <p:nvPicPr>
                <p:cNvPr id="162" name="Ink 161">
                  <a:extLst>
                    <a:ext uri="{FF2B5EF4-FFF2-40B4-BE49-F238E27FC236}">
                      <a16:creationId xmlns:a16="http://schemas.microsoft.com/office/drawing/2014/main" id="{E8989C22-67C8-E53B-3423-FC5E8DBC7768}"/>
                    </a:ext>
                  </a:extLst>
                </p:cNvPr>
                <p:cNvPicPr/>
                <p:nvPr/>
              </p:nvPicPr>
              <p:blipFill>
                <a:blip r:embed="rId215"/>
                <a:stretch>
                  <a:fillRect/>
                </a:stretch>
              </p:blipFill>
              <p:spPr>
                <a:xfrm>
                  <a:off x="10647868" y="4714412"/>
                  <a:ext cx="77760" cy="309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16">
            <p14:nvContentPartPr>
              <p14:cNvPr id="167" name="Ink 166">
                <a:extLst>
                  <a:ext uri="{FF2B5EF4-FFF2-40B4-BE49-F238E27FC236}">
                    <a16:creationId xmlns:a16="http://schemas.microsoft.com/office/drawing/2014/main" id="{512E4CAC-28E7-53A3-0201-F865F3F4EF05}"/>
                  </a:ext>
                </a:extLst>
              </p14:cNvPr>
              <p14:cNvContentPartPr/>
              <p14:nvPr/>
            </p14:nvContentPartPr>
            <p14:xfrm>
              <a:off x="11060068" y="1962572"/>
              <a:ext cx="196920" cy="196560"/>
            </p14:xfrm>
          </p:contentPart>
        </mc:Choice>
        <mc:Fallback>
          <p:pic>
            <p:nvPicPr>
              <p:cNvPr id="167" name="Ink 166">
                <a:extLst>
                  <a:ext uri="{FF2B5EF4-FFF2-40B4-BE49-F238E27FC236}">
                    <a16:creationId xmlns:a16="http://schemas.microsoft.com/office/drawing/2014/main" id="{512E4CAC-28E7-53A3-0201-F865F3F4EF05}"/>
                  </a:ext>
                </a:extLst>
              </p:cNvPr>
              <p:cNvPicPr/>
              <p:nvPr/>
            </p:nvPicPr>
            <p:blipFill>
              <a:blip r:embed="rId217"/>
              <a:stretch>
                <a:fillRect/>
              </a:stretch>
            </p:blipFill>
            <p:spPr>
              <a:xfrm>
                <a:off x="11051068" y="1953572"/>
                <a:ext cx="214560" cy="214200"/>
              </a:xfrm>
              <a:prstGeom prst="rect">
                <a:avLst/>
              </a:prstGeom>
            </p:spPr>
          </p:pic>
        </mc:Fallback>
      </mc:AlternateContent>
      <p:grpSp>
        <p:nvGrpSpPr>
          <p:cNvPr id="173" name="Group 172">
            <a:extLst>
              <a:ext uri="{FF2B5EF4-FFF2-40B4-BE49-F238E27FC236}">
                <a16:creationId xmlns:a16="http://schemas.microsoft.com/office/drawing/2014/main" id="{D7234950-8E55-6AAE-8F76-5E8606B8DFB1}"/>
              </a:ext>
            </a:extLst>
          </p:cNvPr>
          <p:cNvGrpSpPr/>
          <p:nvPr/>
        </p:nvGrpSpPr>
        <p:grpSpPr>
          <a:xfrm>
            <a:off x="9783508" y="1966532"/>
            <a:ext cx="2104560" cy="2189520"/>
            <a:chOff x="9783508" y="1966532"/>
            <a:chExt cx="2104560" cy="2189520"/>
          </a:xfrm>
        </p:grpSpPr>
        <mc:AlternateContent xmlns:mc="http://schemas.openxmlformats.org/markup-compatibility/2006">
          <mc:Choice xmlns:p14="http://schemas.microsoft.com/office/powerpoint/2010/main" Requires="p14">
            <p:contentPart p14:bwMode="auto" r:id="rId218">
              <p14:nvContentPartPr>
                <p14:cNvPr id="103" name="Ink 102">
                  <a:extLst>
                    <a:ext uri="{FF2B5EF4-FFF2-40B4-BE49-F238E27FC236}">
                      <a16:creationId xmlns:a16="http://schemas.microsoft.com/office/drawing/2014/main" id="{B73A45D4-75C4-7317-5BC3-565FFBDBCF56}"/>
                    </a:ext>
                  </a:extLst>
                </p14:cNvPr>
                <p14:cNvContentPartPr/>
                <p14:nvPr/>
              </p14:nvContentPartPr>
              <p14:xfrm>
                <a:off x="11517988" y="2848532"/>
                <a:ext cx="121680" cy="112680"/>
              </p14:xfrm>
            </p:contentPart>
          </mc:Choice>
          <mc:Fallback>
            <p:pic>
              <p:nvPicPr>
                <p:cNvPr id="103" name="Ink 102">
                  <a:extLst>
                    <a:ext uri="{FF2B5EF4-FFF2-40B4-BE49-F238E27FC236}">
                      <a16:creationId xmlns:a16="http://schemas.microsoft.com/office/drawing/2014/main" id="{B73A45D4-75C4-7317-5BC3-565FFBDBCF56}"/>
                    </a:ext>
                  </a:extLst>
                </p:cNvPr>
                <p:cNvPicPr/>
                <p:nvPr/>
              </p:nvPicPr>
              <p:blipFill>
                <a:blip r:embed="rId219"/>
                <a:stretch>
                  <a:fillRect/>
                </a:stretch>
              </p:blipFill>
              <p:spPr>
                <a:xfrm>
                  <a:off x="11509348" y="2839892"/>
                  <a:ext cx="13932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04" name="Ink 103">
                  <a:extLst>
                    <a:ext uri="{FF2B5EF4-FFF2-40B4-BE49-F238E27FC236}">
                      <a16:creationId xmlns:a16="http://schemas.microsoft.com/office/drawing/2014/main" id="{3D225269-0C9A-7D27-013A-ECE04ED4F630}"/>
                    </a:ext>
                  </a:extLst>
                </p14:cNvPr>
                <p14:cNvContentPartPr/>
                <p14:nvPr/>
              </p14:nvContentPartPr>
              <p14:xfrm>
                <a:off x="11708428" y="2841692"/>
                <a:ext cx="10440" cy="118080"/>
              </p14:xfrm>
            </p:contentPart>
          </mc:Choice>
          <mc:Fallback>
            <p:pic>
              <p:nvPicPr>
                <p:cNvPr id="104" name="Ink 103">
                  <a:extLst>
                    <a:ext uri="{FF2B5EF4-FFF2-40B4-BE49-F238E27FC236}">
                      <a16:creationId xmlns:a16="http://schemas.microsoft.com/office/drawing/2014/main" id="{3D225269-0C9A-7D27-013A-ECE04ED4F630}"/>
                    </a:ext>
                  </a:extLst>
                </p:cNvPr>
                <p:cNvPicPr/>
                <p:nvPr/>
              </p:nvPicPr>
              <p:blipFill>
                <a:blip r:embed="rId221"/>
                <a:stretch>
                  <a:fillRect/>
                </a:stretch>
              </p:blipFill>
              <p:spPr>
                <a:xfrm>
                  <a:off x="11699788" y="2832692"/>
                  <a:ext cx="2808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06" name="Ink 105">
                  <a:extLst>
                    <a:ext uri="{FF2B5EF4-FFF2-40B4-BE49-F238E27FC236}">
                      <a16:creationId xmlns:a16="http://schemas.microsoft.com/office/drawing/2014/main" id="{949A0A57-5746-1109-EF8B-8231A5B1D154}"/>
                    </a:ext>
                  </a:extLst>
                </p14:cNvPr>
                <p14:cNvContentPartPr/>
                <p14:nvPr/>
              </p14:nvContentPartPr>
              <p14:xfrm>
                <a:off x="11511868" y="2614172"/>
                <a:ext cx="130680" cy="156240"/>
              </p14:xfrm>
            </p:contentPart>
          </mc:Choice>
          <mc:Fallback>
            <p:pic>
              <p:nvPicPr>
                <p:cNvPr id="106" name="Ink 105">
                  <a:extLst>
                    <a:ext uri="{FF2B5EF4-FFF2-40B4-BE49-F238E27FC236}">
                      <a16:creationId xmlns:a16="http://schemas.microsoft.com/office/drawing/2014/main" id="{949A0A57-5746-1109-EF8B-8231A5B1D154}"/>
                    </a:ext>
                  </a:extLst>
                </p:cNvPr>
                <p:cNvPicPr/>
                <p:nvPr/>
              </p:nvPicPr>
              <p:blipFill>
                <a:blip r:embed="rId223"/>
                <a:stretch>
                  <a:fillRect/>
                </a:stretch>
              </p:blipFill>
              <p:spPr>
                <a:xfrm>
                  <a:off x="11503228" y="2605172"/>
                  <a:ext cx="148320" cy="17388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07" name="Ink 106">
                  <a:extLst>
                    <a:ext uri="{FF2B5EF4-FFF2-40B4-BE49-F238E27FC236}">
                      <a16:creationId xmlns:a16="http://schemas.microsoft.com/office/drawing/2014/main" id="{84674E6C-EC89-0BFB-1413-AEEA0A644A27}"/>
                    </a:ext>
                  </a:extLst>
                </p14:cNvPr>
                <p14:cNvContentPartPr/>
                <p14:nvPr/>
              </p14:nvContentPartPr>
              <p14:xfrm>
                <a:off x="11584228" y="2699492"/>
                <a:ext cx="63720" cy="10800"/>
              </p14:xfrm>
            </p:contentPart>
          </mc:Choice>
          <mc:Fallback>
            <p:pic>
              <p:nvPicPr>
                <p:cNvPr id="107" name="Ink 106">
                  <a:extLst>
                    <a:ext uri="{FF2B5EF4-FFF2-40B4-BE49-F238E27FC236}">
                      <a16:creationId xmlns:a16="http://schemas.microsoft.com/office/drawing/2014/main" id="{84674E6C-EC89-0BFB-1413-AEEA0A644A27}"/>
                    </a:ext>
                  </a:extLst>
                </p:cNvPr>
                <p:cNvPicPr/>
                <p:nvPr/>
              </p:nvPicPr>
              <p:blipFill>
                <a:blip r:embed="rId225"/>
                <a:stretch>
                  <a:fillRect/>
                </a:stretch>
              </p:blipFill>
              <p:spPr>
                <a:xfrm>
                  <a:off x="11575588" y="2690492"/>
                  <a:ext cx="81360" cy="2844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08" name="Ink 107">
                  <a:extLst>
                    <a:ext uri="{FF2B5EF4-FFF2-40B4-BE49-F238E27FC236}">
                      <a16:creationId xmlns:a16="http://schemas.microsoft.com/office/drawing/2014/main" id="{77C3D5F8-1BB9-FB30-768B-72B2D24F116D}"/>
                    </a:ext>
                  </a:extLst>
                </p14:cNvPr>
                <p14:cNvContentPartPr/>
                <p14:nvPr/>
              </p14:nvContentPartPr>
              <p14:xfrm>
                <a:off x="11690788" y="2657372"/>
                <a:ext cx="12600" cy="99000"/>
              </p14:xfrm>
            </p:contentPart>
          </mc:Choice>
          <mc:Fallback>
            <p:pic>
              <p:nvPicPr>
                <p:cNvPr id="108" name="Ink 107">
                  <a:extLst>
                    <a:ext uri="{FF2B5EF4-FFF2-40B4-BE49-F238E27FC236}">
                      <a16:creationId xmlns:a16="http://schemas.microsoft.com/office/drawing/2014/main" id="{77C3D5F8-1BB9-FB30-768B-72B2D24F116D}"/>
                    </a:ext>
                  </a:extLst>
                </p:cNvPr>
                <p:cNvPicPr/>
                <p:nvPr/>
              </p:nvPicPr>
              <p:blipFill>
                <a:blip r:embed="rId227"/>
                <a:stretch>
                  <a:fillRect/>
                </a:stretch>
              </p:blipFill>
              <p:spPr>
                <a:xfrm>
                  <a:off x="11682148" y="2648732"/>
                  <a:ext cx="3024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09" name="Ink 108">
                  <a:extLst>
                    <a:ext uri="{FF2B5EF4-FFF2-40B4-BE49-F238E27FC236}">
                      <a16:creationId xmlns:a16="http://schemas.microsoft.com/office/drawing/2014/main" id="{290B32BE-2DB7-7E1A-9840-2CE000BA6924}"/>
                    </a:ext>
                  </a:extLst>
                </p14:cNvPr>
                <p14:cNvContentPartPr/>
                <p14:nvPr/>
              </p14:nvContentPartPr>
              <p14:xfrm>
                <a:off x="11667388" y="2605532"/>
                <a:ext cx="66960" cy="76680"/>
              </p14:xfrm>
            </p:contentPart>
          </mc:Choice>
          <mc:Fallback>
            <p:pic>
              <p:nvPicPr>
                <p:cNvPr id="109" name="Ink 108">
                  <a:extLst>
                    <a:ext uri="{FF2B5EF4-FFF2-40B4-BE49-F238E27FC236}">
                      <a16:creationId xmlns:a16="http://schemas.microsoft.com/office/drawing/2014/main" id="{290B32BE-2DB7-7E1A-9840-2CE000BA6924}"/>
                    </a:ext>
                  </a:extLst>
                </p:cNvPr>
                <p:cNvPicPr/>
                <p:nvPr/>
              </p:nvPicPr>
              <p:blipFill>
                <a:blip r:embed="rId229"/>
                <a:stretch>
                  <a:fillRect/>
                </a:stretch>
              </p:blipFill>
              <p:spPr>
                <a:xfrm>
                  <a:off x="11658748" y="2596892"/>
                  <a:ext cx="84600" cy="9432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10" name="Ink 109">
                  <a:extLst>
                    <a:ext uri="{FF2B5EF4-FFF2-40B4-BE49-F238E27FC236}">
                      <a16:creationId xmlns:a16="http://schemas.microsoft.com/office/drawing/2014/main" id="{7BAFF3E9-249B-8F30-32F6-00FC07A075C3}"/>
                    </a:ext>
                  </a:extLst>
                </p14:cNvPr>
                <p14:cNvContentPartPr/>
                <p14:nvPr/>
              </p14:nvContentPartPr>
              <p14:xfrm>
                <a:off x="11742988" y="2590412"/>
                <a:ext cx="132120" cy="155520"/>
              </p14:xfrm>
            </p:contentPart>
          </mc:Choice>
          <mc:Fallback>
            <p:pic>
              <p:nvPicPr>
                <p:cNvPr id="110" name="Ink 109">
                  <a:extLst>
                    <a:ext uri="{FF2B5EF4-FFF2-40B4-BE49-F238E27FC236}">
                      <a16:creationId xmlns:a16="http://schemas.microsoft.com/office/drawing/2014/main" id="{7BAFF3E9-249B-8F30-32F6-00FC07A075C3}"/>
                    </a:ext>
                  </a:extLst>
                </p:cNvPr>
                <p:cNvPicPr/>
                <p:nvPr/>
              </p:nvPicPr>
              <p:blipFill>
                <a:blip r:embed="rId231"/>
                <a:stretch>
                  <a:fillRect/>
                </a:stretch>
              </p:blipFill>
              <p:spPr>
                <a:xfrm>
                  <a:off x="11734348" y="2581772"/>
                  <a:ext cx="14976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12" name="Ink 111">
                  <a:extLst>
                    <a:ext uri="{FF2B5EF4-FFF2-40B4-BE49-F238E27FC236}">
                      <a16:creationId xmlns:a16="http://schemas.microsoft.com/office/drawing/2014/main" id="{CB52A5BF-A304-4C0E-8B72-71B5D43C7302}"/>
                    </a:ext>
                  </a:extLst>
                </p14:cNvPr>
                <p14:cNvContentPartPr/>
                <p14:nvPr/>
              </p14:nvContentPartPr>
              <p14:xfrm>
                <a:off x="11543908" y="3235172"/>
                <a:ext cx="95040" cy="165960"/>
              </p14:xfrm>
            </p:contentPart>
          </mc:Choice>
          <mc:Fallback>
            <p:pic>
              <p:nvPicPr>
                <p:cNvPr id="112" name="Ink 111">
                  <a:extLst>
                    <a:ext uri="{FF2B5EF4-FFF2-40B4-BE49-F238E27FC236}">
                      <a16:creationId xmlns:a16="http://schemas.microsoft.com/office/drawing/2014/main" id="{CB52A5BF-A304-4C0E-8B72-71B5D43C7302}"/>
                    </a:ext>
                  </a:extLst>
                </p:cNvPr>
                <p:cNvPicPr/>
                <p:nvPr/>
              </p:nvPicPr>
              <p:blipFill>
                <a:blip r:embed="rId233"/>
                <a:stretch>
                  <a:fillRect/>
                </a:stretch>
              </p:blipFill>
              <p:spPr>
                <a:xfrm>
                  <a:off x="11534908" y="3226532"/>
                  <a:ext cx="112680" cy="1836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13" name="Ink 112">
                  <a:extLst>
                    <a:ext uri="{FF2B5EF4-FFF2-40B4-BE49-F238E27FC236}">
                      <a16:creationId xmlns:a16="http://schemas.microsoft.com/office/drawing/2014/main" id="{D4C41B6C-9132-207F-CC61-800F4A09B45B}"/>
                    </a:ext>
                  </a:extLst>
                </p14:cNvPr>
                <p14:cNvContentPartPr/>
                <p14:nvPr/>
              </p14:nvContentPartPr>
              <p14:xfrm>
                <a:off x="11682148" y="3278372"/>
                <a:ext cx="78120" cy="122400"/>
              </p14:xfrm>
            </p:contentPart>
          </mc:Choice>
          <mc:Fallback>
            <p:pic>
              <p:nvPicPr>
                <p:cNvPr id="113" name="Ink 112">
                  <a:extLst>
                    <a:ext uri="{FF2B5EF4-FFF2-40B4-BE49-F238E27FC236}">
                      <a16:creationId xmlns:a16="http://schemas.microsoft.com/office/drawing/2014/main" id="{D4C41B6C-9132-207F-CC61-800F4A09B45B}"/>
                    </a:ext>
                  </a:extLst>
                </p:cNvPr>
                <p:cNvPicPr/>
                <p:nvPr/>
              </p:nvPicPr>
              <p:blipFill>
                <a:blip r:embed="rId235"/>
                <a:stretch>
                  <a:fillRect/>
                </a:stretch>
              </p:blipFill>
              <p:spPr>
                <a:xfrm>
                  <a:off x="11673508" y="3269372"/>
                  <a:ext cx="95760" cy="14004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14" name="Ink 113">
                  <a:extLst>
                    <a:ext uri="{FF2B5EF4-FFF2-40B4-BE49-F238E27FC236}">
                      <a16:creationId xmlns:a16="http://schemas.microsoft.com/office/drawing/2014/main" id="{A676C7C3-590D-9D4A-3DA1-B7EFE52DC343}"/>
                    </a:ext>
                  </a:extLst>
                </p14:cNvPr>
                <p14:cNvContentPartPr/>
                <p14:nvPr/>
              </p14:nvContentPartPr>
              <p14:xfrm>
                <a:off x="11676388" y="3277292"/>
                <a:ext cx="211680" cy="109800"/>
              </p14:xfrm>
            </p:contentPart>
          </mc:Choice>
          <mc:Fallback>
            <p:pic>
              <p:nvPicPr>
                <p:cNvPr id="114" name="Ink 113">
                  <a:extLst>
                    <a:ext uri="{FF2B5EF4-FFF2-40B4-BE49-F238E27FC236}">
                      <a16:creationId xmlns:a16="http://schemas.microsoft.com/office/drawing/2014/main" id="{A676C7C3-590D-9D4A-3DA1-B7EFE52DC343}"/>
                    </a:ext>
                  </a:extLst>
                </p:cNvPr>
                <p:cNvPicPr/>
                <p:nvPr/>
              </p:nvPicPr>
              <p:blipFill>
                <a:blip r:embed="rId237"/>
                <a:stretch>
                  <a:fillRect/>
                </a:stretch>
              </p:blipFill>
              <p:spPr>
                <a:xfrm>
                  <a:off x="11667748" y="3268652"/>
                  <a:ext cx="22932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15" name="Ink 114">
                  <a:extLst>
                    <a:ext uri="{FF2B5EF4-FFF2-40B4-BE49-F238E27FC236}">
                      <a16:creationId xmlns:a16="http://schemas.microsoft.com/office/drawing/2014/main" id="{0389EB36-477B-3E01-5712-9E39BFEBB565}"/>
                    </a:ext>
                  </a:extLst>
                </p14:cNvPr>
                <p14:cNvContentPartPr/>
                <p14:nvPr/>
              </p14:nvContentPartPr>
              <p14:xfrm>
                <a:off x="11524108" y="3468812"/>
                <a:ext cx="127080" cy="104400"/>
              </p14:xfrm>
            </p:contentPart>
          </mc:Choice>
          <mc:Fallback>
            <p:pic>
              <p:nvPicPr>
                <p:cNvPr id="115" name="Ink 114">
                  <a:extLst>
                    <a:ext uri="{FF2B5EF4-FFF2-40B4-BE49-F238E27FC236}">
                      <a16:creationId xmlns:a16="http://schemas.microsoft.com/office/drawing/2014/main" id="{0389EB36-477B-3E01-5712-9E39BFEBB565}"/>
                    </a:ext>
                  </a:extLst>
                </p:cNvPr>
                <p:cNvPicPr/>
                <p:nvPr/>
              </p:nvPicPr>
              <p:blipFill>
                <a:blip r:embed="rId239"/>
                <a:stretch>
                  <a:fillRect/>
                </a:stretch>
              </p:blipFill>
              <p:spPr>
                <a:xfrm>
                  <a:off x="11515108" y="3459812"/>
                  <a:ext cx="14472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16" name="Ink 115">
                  <a:extLst>
                    <a:ext uri="{FF2B5EF4-FFF2-40B4-BE49-F238E27FC236}">
                      <a16:creationId xmlns:a16="http://schemas.microsoft.com/office/drawing/2014/main" id="{30384612-7EEF-C563-575F-E4AFFE918980}"/>
                    </a:ext>
                  </a:extLst>
                </p14:cNvPr>
                <p14:cNvContentPartPr/>
                <p14:nvPr/>
              </p14:nvContentPartPr>
              <p14:xfrm>
                <a:off x="11681068" y="3481412"/>
                <a:ext cx="121680" cy="98280"/>
              </p14:xfrm>
            </p:contentPart>
          </mc:Choice>
          <mc:Fallback>
            <p:pic>
              <p:nvPicPr>
                <p:cNvPr id="116" name="Ink 115">
                  <a:extLst>
                    <a:ext uri="{FF2B5EF4-FFF2-40B4-BE49-F238E27FC236}">
                      <a16:creationId xmlns:a16="http://schemas.microsoft.com/office/drawing/2014/main" id="{30384612-7EEF-C563-575F-E4AFFE918980}"/>
                    </a:ext>
                  </a:extLst>
                </p:cNvPr>
                <p:cNvPicPr/>
                <p:nvPr/>
              </p:nvPicPr>
              <p:blipFill>
                <a:blip r:embed="rId241"/>
                <a:stretch>
                  <a:fillRect/>
                </a:stretch>
              </p:blipFill>
              <p:spPr>
                <a:xfrm>
                  <a:off x="11672068" y="3472412"/>
                  <a:ext cx="13932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18" name="Ink 117">
                  <a:extLst>
                    <a:ext uri="{FF2B5EF4-FFF2-40B4-BE49-F238E27FC236}">
                      <a16:creationId xmlns:a16="http://schemas.microsoft.com/office/drawing/2014/main" id="{0AFBB5C4-34B2-7C34-0D96-7858B0B65EFA}"/>
                    </a:ext>
                  </a:extLst>
                </p14:cNvPr>
                <p14:cNvContentPartPr/>
                <p14:nvPr/>
              </p14:nvContentPartPr>
              <p14:xfrm>
                <a:off x="11497828" y="3751052"/>
                <a:ext cx="107280" cy="183960"/>
              </p14:xfrm>
            </p:contentPart>
          </mc:Choice>
          <mc:Fallback>
            <p:pic>
              <p:nvPicPr>
                <p:cNvPr id="118" name="Ink 117">
                  <a:extLst>
                    <a:ext uri="{FF2B5EF4-FFF2-40B4-BE49-F238E27FC236}">
                      <a16:creationId xmlns:a16="http://schemas.microsoft.com/office/drawing/2014/main" id="{0AFBB5C4-34B2-7C34-0D96-7858B0B65EFA}"/>
                    </a:ext>
                  </a:extLst>
                </p:cNvPr>
                <p:cNvPicPr/>
                <p:nvPr/>
              </p:nvPicPr>
              <p:blipFill>
                <a:blip r:embed="rId243"/>
                <a:stretch>
                  <a:fillRect/>
                </a:stretch>
              </p:blipFill>
              <p:spPr>
                <a:xfrm>
                  <a:off x="11489188" y="3742412"/>
                  <a:ext cx="124920" cy="20160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19" name="Ink 118">
                  <a:extLst>
                    <a:ext uri="{FF2B5EF4-FFF2-40B4-BE49-F238E27FC236}">
                      <a16:creationId xmlns:a16="http://schemas.microsoft.com/office/drawing/2014/main" id="{0276289A-FDFF-864F-1E09-46EA43998B84}"/>
                    </a:ext>
                  </a:extLst>
                </p14:cNvPr>
                <p14:cNvContentPartPr/>
                <p14:nvPr/>
              </p14:nvContentPartPr>
              <p14:xfrm>
                <a:off x="11614468" y="3805412"/>
                <a:ext cx="56880" cy="106560"/>
              </p14:xfrm>
            </p:contentPart>
          </mc:Choice>
          <mc:Fallback>
            <p:pic>
              <p:nvPicPr>
                <p:cNvPr id="119" name="Ink 118">
                  <a:extLst>
                    <a:ext uri="{FF2B5EF4-FFF2-40B4-BE49-F238E27FC236}">
                      <a16:creationId xmlns:a16="http://schemas.microsoft.com/office/drawing/2014/main" id="{0276289A-FDFF-864F-1E09-46EA43998B84}"/>
                    </a:ext>
                  </a:extLst>
                </p:cNvPr>
                <p:cNvPicPr/>
                <p:nvPr/>
              </p:nvPicPr>
              <p:blipFill>
                <a:blip r:embed="rId245"/>
                <a:stretch>
                  <a:fillRect/>
                </a:stretch>
              </p:blipFill>
              <p:spPr>
                <a:xfrm>
                  <a:off x="11605828" y="3796772"/>
                  <a:ext cx="7452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21" name="Ink 120">
                  <a:extLst>
                    <a:ext uri="{FF2B5EF4-FFF2-40B4-BE49-F238E27FC236}">
                      <a16:creationId xmlns:a16="http://schemas.microsoft.com/office/drawing/2014/main" id="{37652538-2DA3-AAED-2C2D-48A63A26BF33}"/>
                    </a:ext>
                  </a:extLst>
                </p14:cNvPr>
                <p14:cNvContentPartPr/>
                <p14:nvPr/>
              </p14:nvContentPartPr>
              <p14:xfrm>
                <a:off x="11710948" y="3784172"/>
                <a:ext cx="110520" cy="124560"/>
              </p14:xfrm>
            </p:contentPart>
          </mc:Choice>
          <mc:Fallback>
            <p:pic>
              <p:nvPicPr>
                <p:cNvPr id="121" name="Ink 120">
                  <a:extLst>
                    <a:ext uri="{FF2B5EF4-FFF2-40B4-BE49-F238E27FC236}">
                      <a16:creationId xmlns:a16="http://schemas.microsoft.com/office/drawing/2014/main" id="{37652538-2DA3-AAED-2C2D-48A63A26BF33}"/>
                    </a:ext>
                  </a:extLst>
                </p:cNvPr>
                <p:cNvPicPr/>
                <p:nvPr/>
              </p:nvPicPr>
              <p:blipFill>
                <a:blip r:embed="rId247"/>
                <a:stretch>
                  <a:fillRect/>
                </a:stretch>
              </p:blipFill>
              <p:spPr>
                <a:xfrm>
                  <a:off x="11702308" y="3775172"/>
                  <a:ext cx="12816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22" name="Ink 121">
                  <a:extLst>
                    <a:ext uri="{FF2B5EF4-FFF2-40B4-BE49-F238E27FC236}">
                      <a16:creationId xmlns:a16="http://schemas.microsoft.com/office/drawing/2014/main" id="{6129F115-E3D5-8DB9-69CF-95C675FD5CD9}"/>
                    </a:ext>
                  </a:extLst>
                </p14:cNvPr>
                <p14:cNvContentPartPr/>
                <p14:nvPr/>
              </p14:nvContentPartPr>
              <p14:xfrm>
                <a:off x="11515108" y="4037252"/>
                <a:ext cx="83880" cy="75240"/>
              </p14:xfrm>
            </p:contentPart>
          </mc:Choice>
          <mc:Fallback>
            <p:pic>
              <p:nvPicPr>
                <p:cNvPr id="122" name="Ink 121">
                  <a:extLst>
                    <a:ext uri="{FF2B5EF4-FFF2-40B4-BE49-F238E27FC236}">
                      <a16:creationId xmlns:a16="http://schemas.microsoft.com/office/drawing/2014/main" id="{6129F115-E3D5-8DB9-69CF-95C675FD5CD9}"/>
                    </a:ext>
                  </a:extLst>
                </p:cNvPr>
                <p:cNvPicPr/>
                <p:nvPr/>
              </p:nvPicPr>
              <p:blipFill>
                <a:blip r:embed="rId249"/>
                <a:stretch>
                  <a:fillRect/>
                </a:stretch>
              </p:blipFill>
              <p:spPr>
                <a:xfrm>
                  <a:off x="11506468" y="4028252"/>
                  <a:ext cx="101520" cy="928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23" name="Ink 122">
                  <a:extLst>
                    <a:ext uri="{FF2B5EF4-FFF2-40B4-BE49-F238E27FC236}">
                      <a16:creationId xmlns:a16="http://schemas.microsoft.com/office/drawing/2014/main" id="{EEC0DAAB-E5DE-762D-85D6-B0D82AFA710B}"/>
                    </a:ext>
                  </a:extLst>
                </p14:cNvPr>
                <p14:cNvContentPartPr/>
                <p14:nvPr/>
              </p14:nvContentPartPr>
              <p14:xfrm>
                <a:off x="11644708" y="4014572"/>
                <a:ext cx="104400" cy="141480"/>
              </p14:xfrm>
            </p:contentPart>
          </mc:Choice>
          <mc:Fallback>
            <p:pic>
              <p:nvPicPr>
                <p:cNvPr id="123" name="Ink 122">
                  <a:extLst>
                    <a:ext uri="{FF2B5EF4-FFF2-40B4-BE49-F238E27FC236}">
                      <a16:creationId xmlns:a16="http://schemas.microsoft.com/office/drawing/2014/main" id="{EEC0DAAB-E5DE-762D-85D6-B0D82AFA710B}"/>
                    </a:ext>
                  </a:extLst>
                </p:cNvPr>
                <p:cNvPicPr/>
                <p:nvPr/>
              </p:nvPicPr>
              <p:blipFill>
                <a:blip r:embed="rId251"/>
                <a:stretch>
                  <a:fillRect/>
                </a:stretch>
              </p:blipFill>
              <p:spPr>
                <a:xfrm>
                  <a:off x="11635708" y="4005932"/>
                  <a:ext cx="12204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46" name="Ink 145">
                  <a:extLst>
                    <a:ext uri="{FF2B5EF4-FFF2-40B4-BE49-F238E27FC236}">
                      <a16:creationId xmlns:a16="http://schemas.microsoft.com/office/drawing/2014/main" id="{BD828739-199F-750A-05D6-FD8AC39407ED}"/>
                    </a:ext>
                  </a:extLst>
                </p14:cNvPr>
                <p14:cNvContentPartPr/>
                <p14:nvPr/>
              </p14:nvContentPartPr>
              <p14:xfrm>
                <a:off x="9892588" y="3498692"/>
                <a:ext cx="156600" cy="248400"/>
              </p14:xfrm>
            </p:contentPart>
          </mc:Choice>
          <mc:Fallback>
            <p:pic>
              <p:nvPicPr>
                <p:cNvPr id="146" name="Ink 145">
                  <a:extLst>
                    <a:ext uri="{FF2B5EF4-FFF2-40B4-BE49-F238E27FC236}">
                      <a16:creationId xmlns:a16="http://schemas.microsoft.com/office/drawing/2014/main" id="{BD828739-199F-750A-05D6-FD8AC39407ED}"/>
                    </a:ext>
                  </a:extLst>
                </p:cNvPr>
                <p:cNvPicPr/>
                <p:nvPr/>
              </p:nvPicPr>
              <p:blipFill>
                <a:blip r:embed="rId253"/>
                <a:stretch>
                  <a:fillRect/>
                </a:stretch>
              </p:blipFill>
              <p:spPr>
                <a:xfrm>
                  <a:off x="9883588" y="3489692"/>
                  <a:ext cx="174240" cy="26604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47" name="Ink 146">
                  <a:extLst>
                    <a:ext uri="{FF2B5EF4-FFF2-40B4-BE49-F238E27FC236}">
                      <a16:creationId xmlns:a16="http://schemas.microsoft.com/office/drawing/2014/main" id="{486291E5-AE26-A634-E04F-EBCB4CAF62F2}"/>
                    </a:ext>
                  </a:extLst>
                </p14:cNvPr>
                <p14:cNvContentPartPr/>
                <p14:nvPr/>
              </p14:nvContentPartPr>
              <p14:xfrm>
                <a:off x="10050268" y="3605612"/>
                <a:ext cx="82080" cy="136800"/>
              </p14:xfrm>
            </p:contentPart>
          </mc:Choice>
          <mc:Fallback>
            <p:pic>
              <p:nvPicPr>
                <p:cNvPr id="147" name="Ink 146">
                  <a:extLst>
                    <a:ext uri="{FF2B5EF4-FFF2-40B4-BE49-F238E27FC236}">
                      <a16:creationId xmlns:a16="http://schemas.microsoft.com/office/drawing/2014/main" id="{486291E5-AE26-A634-E04F-EBCB4CAF62F2}"/>
                    </a:ext>
                  </a:extLst>
                </p:cNvPr>
                <p:cNvPicPr/>
                <p:nvPr/>
              </p:nvPicPr>
              <p:blipFill>
                <a:blip r:embed="rId255"/>
                <a:stretch>
                  <a:fillRect/>
                </a:stretch>
              </p:blipFill>
              <p:spPr>
                <a:xfrm>
                  <a:off x="10041628" y="3596972"/>
                  <a:ext cx="99720" cy="15444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48" name="Ink 147">
                  <a:extLst>
                    <a:ext uri="{FF2B5EF4-FFF2-40B4-BE49-F238E27FC236}">
                      <a16:creationId xmlns:a16="http://schemas.microsoft.com/office/drawing/2014/main" id="{974EE67E-A8BF-E2D4-D2C8-B888495411DC}"/>
                    </a:ext>
                  </a:extLst>
                </p14:cNvPr>
                <p14:cNvContentPartPr/>
                <p14:nvPr/>
              </p14:nvContentPartPr>
              <p14:xfrm>
                <a:off x="10163308" y="3606332"/>
                <a:ext cx="41400" cy="154800"/>
              </p14:xfrm>
            </p:contentPart>
          </mc:Choice>
          <mc:Fallback>
            <p:pic>
              <p:nvPicPr>
                <p:cNvPr id="148" name="Ink 147">
                  <a:extLst>
                    <a:ext uri="{FF2B5EF4-FFF2-40B4-BE49-F238E27FC236}">
                      <a16:creationId xmlns:a16="http://schemas.microsoft.com/office/drawing/2014/main" id="{974EE67E-A8BF-E2D4-D2C8-B888495411DC}"/>
                    </a:ext>
                  </a:extLst>
                </p:cNvPr>
                <p:cNvPicPr/>
                <p:nvPr/>
              </p:nvPicPr>
              <p:blipFill>
                <a:blip r:embed="rId257"/>
                <a:stretch>
                  <a:fillRect/>
                </a:stretch>
              </p:blipFill>
              <p:spPr>
                <a:xfrm>
                  <a:off x="10154668" y="3597692"/>
                  <a:ext cx="5904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49" name="Ink 148">
                  <a:extLst>
                    <a:ext uri="{FF2B5EF4-FFF2-40B4-BE49-F238E27FC236}">
                      <a16:creationId xmlns:a16="http://schemas.microsoft.com/office/drawing/2014/main" id="{D303B397-D5CD-2156-C7D2-D0DF6EF4EA3B}"/>
                    </a:ext>
                  </a:extLst>
                </p14:cNvPr>
                <p14:cNvContentPartPr/>
                <p14:nvPr/>
              </p14:nvContentPartPr>
              <p14:xfrm>
                <a:off x="10223068" y="3625412"/>
                <a:ext cx="91440" cy="65160"/>
              </p14:xfrm>
            </p:contentPart>
          </mc:Choice>
          <mc:Fallback>
            <p:pic>
              <p:nvPicPr>
                <p:cNvPr id="149" name="Ink 148">
                  <a:extLst>
                    <a:ext uri="{FF2B5EF4-FFF2-40B4-BE49-F238E27FC236}">
                      <a16:creationId xmlns:a16="http://schemas.microsoft.com/office/drawing/2014/main" id="{D303B397-D5CD-2156-C7D2-D0DF6EF4EA3B}"/>
                    </a:ext>
                  </a:extLst>
                </p:cNvPr>
                <p:cNvPicPr/>
                <p:nvPr/>
              </p:nvPicPr>
              <p:blipFill>
                <a:blip r:embed="rId259"/>
                <a:stretch>
                  <a:fillRect/>
                </a:stretch>
              </p:blipFill>
              <p:spPr>
                <a:xfrm>
                  <a:off x="10214068" y="3616412"/>
                  <a:ext cx="10908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50" name="Ink 149">
                  <a:extLst>
                    <a:ext uri="{FF2B5EF4-FFF2-40B4-BE49-F238E27FC236}">
                      <a16:creationId xmlns:a16="http://schemas.microsoft.com/office/drawing/2014/main" id="{F1649D6F-6F05-FAF1-A217-D610B48329A5}"/>
                    </a:ext>
                  </a:extLst>
                </p14:cNvPr>
                <p14:cNvContentPartPr/>
                <p14:nvPr/>
              </p14:nvContentPartPr>
              <p14:xfrm>
                <a:off x="10360588" y="3547652"/>
                <a:ext cx="110160" cy="205560"/>
              </p14:xfrm>
            </p:contentPart>
          </mc:Choice>
          <mc:Fallback>
            <p:pic>
              <p:nvPicPr>
                <p:cNvPr id="150" name="Ink 149">
                  <a:extLst>
                    <a:ext uri="{FF2B5EF4-FFF2-40B4-BE49-F238E27FC236}">
                      <a16:creationId xmlns:a16="http://schemas.microsoft.com/office/drawing/2014/main" id="{F1649D6F-6F05-FAF1-A217-D610B48329A5}"/>
                    </a:ext>
                  </a:extLst>
                </p:cNvPr>
                <p:cNvPicPr/>
                <p:nvPr/>
              </p:nvPicPr>
              <p:blipFill>
                <a:blip r:embed="rId261"/>
                <a:stretch>
                  <a:fillRect/>
                </a:stretch>
              </p:blipFill>
              <p:spPr>
                <a:xfrm>
                  <a:off x="10351948" y="3538652"/>
                  <a:ext cx="127800" cy="22320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51" name="Ink 150">
                  <a:extLst>
                    <a:ext uri="{FF2B5EF4-FFF2-40B4-BE49-F238E27FC236}">
                      <a16:creationId xmlns:a16="http://schemas.microsoft.com/office/drawing/2014/main" id="{64D50639-23FC-8828-AD96-AA50FB2DB92E}"/>
                    </a:ext>
                  </a:extLst>
                </p14:cNvPr>
                <p14:cNvContentPartPr/>
                <p14:nvPr/>
              </p14:nvContentPartPr>
              <p14:xfrm>
                <a:off x="9783508" y="3565292"/>
                <a:ext cx="65520" cy="226440"/>
              </p14:xfrm>
            </p:contentPart>
          </mc:Choice>
          <mc:Fallback>
            <p:pic>
              <p:nvPicPr>
                <p:cNvPr id="151" name="Ink 150">
                  <a:extLst>
                    <a:ext uri="{FF2B5EF4-FFF2-40B4-BE49-F238E27FC236}">
                      <a16:creationId xmlns:a16="http://schemas.microsoft.com/office/drawing/2014/main" id="{64D50639-23FC-8828-AD96-AA50FB2DB92E}"/>
                    </a:ext>
                  </a:extLst>
                </p:cNvPr>
                <p:cNvPicPr/>
                <p:nvPr/>
              </p:nvPicPr>
              <p:blipFill>
                <a:blip r:embed="rId263"/>
                <a:stretch>
                  <a:fillRect/>
                </a:stretch>
              </p:blipFill>
              <p:spPr>
                <a:xfrm>
                  <a:off x="9774508" y="3556292"/>
                  <a:ext cx="83160" cy="24408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68" name="Ink 167">
                  <a:extLst>
                    <a:ext uri="{FF2B5EF4-FFF2-40B4-BE49-F238E27FC236}">
                      <a16:creationId xmlns:a16="http://schemas.microsoft.com/office/drawing/2014/main" id="{233EC235-CBD9-37F7-CF54-244B1D723937}"/>
                    </a:ext>
                  </a:extLst>
                </p14:cNvPr>
                <p14:cNvContentPartPr/>
                <p14:nvPr/>
              </p14:nvContentPartPr>
              <p14:xfrm>
                <a:off x="10199668" y="2190452"/>
                <a:ext cx="991440" cy="1219680"/>
              </p14:xfrm>
            </p:contentPart>
          </mc:Choice>
          <mc:Fallback>
            <p:pic>
              <p:nvPicPr>
                <p:cNvPr id="168" name="Ink 167">
                  <a:extLst>
                    <a:ext uri="{FF2B5EF4-FFF2-40B4-BE49-F238E27FC236}">
                      <a16:creationId xmlns:a16="http://schemas.microsoft.com/office/drawing/2014/main" id="{233EC235-CBD9-37F7-CF54-244B1D723937}"/>
                    </a:ext>
                  </a:extLst>
                </p:cNvPr>
                <p:cNvPicPr/>
                <p:nvPr/>
              </p:nvPicPr>
              <p:blipFill>
                <a:blip r:embed="rId265"/>
                <a:stretch>
                  <a:fillRect/>
                </a:stretch>
              </p:blipFill>
              <p:spPr>
                <a:xfrm>
                  <a:off x="10190668" y="2181452"/>
                  <a:ext cx="1009080" cy="123732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69" name="Ink 168">
                  <a:extLst>
                    <a:ext uri="{FF2B5EF4-FFF2-40B4-BE49-F238E27FC236}">
                      <a16:creationId xmlns:a16="http://schemas.microsoft.com/office/drawing/2014/main" id="{851B3CD4-9058-B58F-071E-EABE4C083177}"/>
                    </a:ext>
                  </a:extLst>
                </p14:cNvPr>
                <p14:cNvContentPartPr/>
                <p14:nvPr/>
              </p14:nvContentPartPr>
              <p14:xfrm>
                <a:off x="10084468" y="3338132"/>
                <a:ext cx="249840" cy="149760"/>
              </p14:xfrm>
            </p:contentPart>
          </mc:Choice>
          <mc:Fallback>
            <p:pic>
              <p:nvPicPr>
                <p:cNvPr id="169" name="Ink 168">
                  <a:extLst>
                    <a:ext uri="{FF2B5EF4-FFF2-40B4-BE49-F238E27FC236}">
                      <a16:creationId xmlns:a16="http://schemas.microsoft.com/office/drawing/2014/main" id="{851B3CD4-9058-B58F-071E-EABE4C083177}"/>
                    </a:ext>
                  </a:extLst>
                </p:cNvPr>
                <p:cNvPicPr/>
                <p:nvPr/>
              </p:nvPicPr>
              <p:blipFill>
                <a:blip r:embed="rId267"/>
                <a:stretch>
                  <a:fillRect/>
                </a:stretch>
              </p:blipFill>
              <p:spPr>
                <a:xfrm>
                  <a:off x="10075468" y="3329132"/>
                  <a:ext cx="267480" cy="16740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71" name="Ink 170">
                  <a:extLst>
                    <a:ext uri="{FF2B5EF4-FFF2-40B4-BE49-F238E27FC236}">
                      <a16:creationId xmlns:a16="http://schemas.microsoft.com/office/drawing/2014/main" id="{E6937946-F24A-A757-D87E-DEAD544E64AD}"/>
                    </a:ext>
                  </a:extLst>
                </p14:cNvPr>
                <p14:cNvContentPartPr/>
                <p14:nvPr/>
              </p14:nvContentPartPr>
              <p14:xfrm>
                <a:off x="11219548" y="1966532"/>
                <a:ext cx="213840" cy="146160"/>
              </p14:xfrm>
            </p:contentPart>
          </mc:Choice>
          <mc:Fallback>
            <p:pic>
              <p:nvPicPr>
                <p:cNvPr id="171" name="Ink 170">
                  <a:extLst>
                    <a:ext uri="{FF2B5EF4-FFF2-40B4-BE49-F238E27FC236}">
                      <a16:creationId xmlns:a16="http://schemas.microsoft.com/office/drawing/2014/main" id="{E6937946-F24A-A757-D87E-DEAD544E64AD}"/>
                    </a:ext>
                  </a:extLst>
                </p:cNvPr>
                <p:cNvPicPr/>
                <p:nvPr/>
              </p:nvPicPr>
              <p:blipFill>
                <a:blip r:embed="rId269"/>
                <a:stretch>
                  <a:fillRect/>
                </a:stretch>
              </p:blipFill>
              <p:spPr>
                <a:xfrm>
                  <a:off x="11210908" y="1957892"/>
                  <a:ext cx="23148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72" name="Ink 171">
                  <a:extLst>
                    <a:ext uri="{FF2B5EF4-FFF2-40B4-BE49-F238E27FC236}">
                      <a16:creationId xmlns:a16="http://schemas.microsoft.com/office/drawing/2014/main" id="{AA318DE4-D77F-368E-AF1F-71CCFCD5A350}"/>
                    </a:ext>
                  </a:extLst>
                </p14:cNvPr>
                <p14:cNvContentPartPr/>
                <p14:nvPr/>
              </p14:nvContentPartPr>
              <p14:xfrm>
                <a:off x="11327908" y="2050772"/>
                <a:ext cx="207720" cy="47880"/>
              </p14:xfrm>
            </p:contentPart>
          </mc:Choice>
          <mc:Fallback>
            <p:pic>
              <p:nvPicPr>
                <p:cNvPr id="172" name="Ink 171">
                  <a:extLst>
                    <a:ext uri="{FF2B5EF4-FFF2-40B4-BE49-F238E27FC236}">
                      <a16:creationId xmlns:a16="http://schemas.microsoft.com/office/drawing/2014/main" id="{AA318DE4-D77F-368E-AF1F-71CCFCD5A350}"/>
                    </a:ext>
                  </a:extLst>
                </p:cNvPr>
                <p:cNvPicPr/>
                <p:nvPr/>
              </p:nvPicPr>
              <p:blipFill>
                <a:blip r:embed="rId271"/>
                <a:stretch>
                  <a:fillRect/>
                </a:stretch>
              </p:blipFill>
              <p:spPr>
                <a:xfrm>
                  <a:off x="11318908" y="2042132"/>
                  <a:ext cx="225360" cy="65520"/>
                </a:xfrm>
                <a:prstGeom prst="rect">
                  <a:avLst/>
                </a:prstGeom>
              </p:spPr>
            </p:pic>
          </mc:Fallback>
        </mc:AlternateContent>
      </p:grpSp>
      <p:grpSp>
        <p:nvGrpSpPr>
          <p:cNvPr id="175" name="Group 174">
            <a:extLst>
              <a:ext uri="{FF2B5EF4-FFF2-40B4-BE49-F238E27FC236}">
                <a16:creationId xmlns:a16="http://schemas.microsoft.com/office/drawing/2014/main" id="{49CF8E50-D621-B88E-673A-16E3C461328F}"/>
              </a:ext>
            </a:extLst>
          </p:cNvPr>
          <p:cNvGrpSpPr/>
          <p:nvPr/>
        </p:nvGrpSpPr>
        <p:grpSpPr>
          <a:xfrm>
            <a:off x="7578148" y="1960412"/>
            <a:ext cx="1158480" cy="697320"/>
            <a:chOff x="7578148" y="1960412"/>
            <a:chExt cx="1158480" cy="697320"/>
          </a:xfrm>
        </p:grpSpPr>
        <mc:AlternateContent xmlns:mc="http://schemas.openxmlformats.org/markup-compatibility/2006">
          <mc:Choice xmlns:p14="http://schemas.microsoft.com/office/powerpoint/2010/main" Requires="p14">
            <p:contentPart p14:bwMode="auto" r:id="rId272">
              <p14:nvContentPartPr>
                <p14:cNvPr id="96" name="Ink 95">
                  <a:extLst>
                    <a:ext uri="{FF2B5EF4-FFF2-40B4-BE49-F238E27FC236}">
                      <a16:creationId xmlns:a16="http://schemas.microsoft.com/office/drawing/2014/main" id="{C6BD5917-1702-5210-CD53-34901D3E42FB}"/>
                    </a:ext>
                  </a:extLst>
                </p14:cNvPr>
                <p14:cNvContentPartPr/>
                <p14:nvPr/>
              </p14:nvContentPartPr>
              <p14:xfrm>
                <a:off x="8539708" y="2060492"/>
                <a:ext cx="196920" cy="597240"/>
              </p14:xfrm>
            </p:contentPart>
          </mc:Choice>
          <mc:Fallback>
            <p:pic>
              <p:nvPicPr>
                <p:cNvPr id="96" name="Ink 95">
                  <a:extLst>
                    <a:ext uri="{FF2B5EF4-FFF2-40B4-BE49-F238E27FC236}">
                      <a16:creationId xmlns:a16="http://schemas.microsoft.com/office/drawing/2014/main" id="{C6BD5917-1702-5210-CD53-34901D3E42FB}"/>
                    </a:ext>
                  </a:extLst>
                </p:cNvPr>
                <p:cNvPicPr/>
                <p:nvPr/>
              </p:nvPicPr>
              <p:blipFill>
                <a:blip r:embed="rId273"/>
                <a:stretch>
                  <a:fillRect/>
                </a:stretch>
              </p:blipFill>
              <p:spPr>
                <a:xfrm>
                  <a:off x="8531068" y="2051852"/>
                  <a:ext cx="214560" cy="61488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97" name="Ink 96">
                  <a:extLst>
                    <a:ext uri="{FF2B5EF4-FFF2-40B4-BE49-F238E27FC236}">
                      <a16:creationId xmlns:a16="http://schemas.microsoft.com/office/drawing/2014/main" id="{236527B3-D1E2-E44B-8A7D-5C2479022C48}"/>
                    </a:ext>
                  </a:extLst>
                </p14:cNvPr>
                <p14:cNvContentPartPr/>
                <p14:nvPr/>
              </p14:nvContentPartPr>
              <p14:xfrm>
                <a:off x="8538628" y="2057252"/>
                <a:ext cx="7200" cy="133200"/>
              </p14:xfrm>
            </p:contentPart>
          </mc:Choice>
          <mc:Fallback>
            <p:pic>
              <p:nvPicPr>
                <p:cNvPr id="97" name="Ink 96">
                  <a:extLst>
                    <a:ext uri="{FF2B5EF4-FFF2-40B4-BE49-F238E27FC236}">
                      <a16:creationId xmlns:a16="http://schemas.microsoft.com/office/drawing/2014/main" id="{236527B3-D1E2-E44B-8A7D-5C2479022C48}"/>
                    </a:ext>
                  </a:extLst>
                </p:cNvPr>
                <p:cNvPicPr/>
                <p:nvPr/>
              </p:nvPicPr>
              <p:blipFill>
                <a:blip r:embed="rId275"/>
                <a:stretch>
                  <a:fillRect/>
                </a:stretch>
              </p:blipFill>
              <p:spPr>
                <a:xfrm>
                  <a:off x="8529628" y="2048612"/>
                  <a:ext cx="24840" cy="15084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98" name="Ink 97">
                  <a:extLst>
                    <a:ext uri="{FF2B5EF4-FFF2-40B4-BE49-F238E27FC236}">
                      <a16:creationId xmlns:a16="http://schemas.microsoft.com/office/drawing/2014/main" id="{2730ED29-320B-B73D-3694-4D16F585A65F}"/>
                    </a:ext>
                  </a:extLst>
                </p14:cNvPr>
                <p14:cNvContentPartPr/>
                <p14:nvPr/>
              </p14:nvContentPartPr>
              <p14:xfrm>
                <a:off x="8532148" y="2072012"/>
                <a:ext cx="129960" cy="9000"/>
              </p14:xfrm>
            </p:contentPart>
          </mc:Choice>
          <mc:Fallback>
            <p:pic>
              <p:nvPicPr>
                <p:cNvPr id="98" name="Ink 97">
                  <a:extLst>
                    <a:ext uri="{FF2B5EF4-FFF2-40B4-BE49-F238E27FC236}">
                      <a16:creationId xmlns:a16="http://schemas.microsoft.com/office/drawing/2014/main" id="{2730ED29-320B-B73D-3694-4D16F585A65F}"/>
                    </a:ext>
                  </a:extLst>
                </p:cNvPr>
                <p:cNvPicPr/>
                <p:nvPr/>
              </p:nvPicPr>
              <p:blipFill>
                <a:blip r:embed="rId277"/>
                <a:stretch>
                  <a:fillRect/>
                </a:stretch>
              </p:blipFill>
              <p:spPr>
                <a:xfrm>
                  <a:off x="8523148" y="2063012"/>
                  <a:ext cx="147600" cy="2664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74" name="Ink 173">
                  <a:extLst>
                    <a:ext uri="{FF2B5EF4-FFF2-40B4-BE49-F238E27FC236}">
                      <a16:creationId xmlns:a16="http://schemas.microsoft.com/office/drawing/2014/main" id="{D7D17A14-9804-6819-4C27-58E16242DFC5}"/>
                    </a:ext>
                  </a:extLst>
                </p14:cNvPr>
                <p14:cNvContentPartPr/>
                <p14:nvPr/>
              </p14:nvContentPartPr>
              <p14:xfrm>
                <a:off x="7578148" y="1960412"/>
                <a:ext cx="741600" cy="88200"/>
              </p14:xfrm>
            </p:contentPart>
          </mc:Choice>
          <mc:Fallback>
            <p:pic>
              <p:nvPicPr>
                <p:cNvPr id="174" name="Ink 173">
                  <a:extLst>
                    <a:ext uri="{FF2B5EF4-FFF2-40B4-BE49-F238E27FC236}">
                      <a16:creationId xmlns:a16="http://schemas.microsoft.com/office/drawing/2014/main" id="{D7D17A14-9804-6819-4C27-58E16242DFC5}"/>
                    </a:ext>
                  </a:extLst>
                </p:cNvPr>
                <p:cNvPicPr/>
                <p:nvPr/>
              </p:nvPicPr>
              <p:blipFill>
                <a:blip r:embed="rId279"/>
                <a:stretch>
                  <a:fillRect/>
                </a:stretch>
              </p:blipFill>
              <p:spPr>
                <a:xfrm>
                  <a:off x="7569148" y="1951412"/>
                  <a:ext cx="759240" cy="1058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80">
            <p14:nvContentPartPr>
              <p14:cNvPr id="177" name="Ink 176">
                <a:extLst>
                  <a:ext uri="{FF2B5EF4-FFF2-40B4-BE49-F238E27FC236}">
                    <a16:creationId xmlns:a16="http://schemas.microsoft.com/office/drawing/2014/main" id="{610430B8-A0DA-9336-11A1-E4C543A85EF5}"/>
                  </a:ext>
                </a:extLst>
              </p14:cNvPr>
              <p14:cNvContentPartPr/>
              <p14:nvPr/>
            </p14:nvContentPartPr>
            <p14:xfrm>
              <a:off x="7558348" y="1973372"/>
              <a:ext cx="743760" cy="7200"/>
            </p14:xfrm>
          </p:contentPart>
        </mc:Choice>
        <mc:Fallback>
          <p:pic>
            <p:nvPicPr>
              <p:cNvPr id="177" name="Ink 176">
                <a:extLst>
                  <a:ext uri="{FF2B5EF4-FFF2-40B4-BE49-F238E27FC236}">
                    <a16:creationId xmlns:a16="http://schemas.microsoft.com/office/drawing/2014/main" id="{610430B8-A0DA-9336-11A1-E4C543A85EF5}"/>
                  </a:ext>
                </a:extLst>
              </p:cNvPr>
              <p:cNvPicPr/>
              <p:nvPr/>
            </p:nvPicPr>
            <p:blipFill>
              <a:blip r:embed="rId281"/>
              <a:stretch>
                <a:fillRect/>
              </a:stretch>
            </p:blipFill>
            <p:spPr>
              <a:xfrm>
                <a:off x="7549348" y="1964372"/>
                <a:ext cx="76140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8" name="Ink 177">
                <a:extLst>
                  <a:ext uri="{FF2B5EF4-FFF2-40B4-BE49-F238E27FC236}">
                    <a16:creationId xmlns:a16="http://schemas.microsoft.com/office/drawing/2014/main" id="{1A0B83CC-8086-2AA2-9F9B-37BD8D5941B3}"/>
                  </a:ext>
                </a:extLst>
              </p14:cNvPr>
              <p14:cNvContentPartPr/>
              <p14:nvPr/>
            </p14:nvContentPartPr>
            <p14:xfrm>
              <a:off x="3243028" y="3940412"/>
              <a:ext cx="1150560" cy="113400"/>
            </p14:xfrm>
          </p:contentPart>
        </mc:Choice>
        <mc:Fallback>
          <p:pic>
            <p:nvPicPr>
              <p:cNvPr id="178" name="Ink 177">
                <a:extLst>
                  <a:ext uri="{FF2B5EF4-FFF2-40B4-BE49-F238E27FC236}">
                    <a16:creationId xmlns:a16="http://schemas.microsoft.com/office/drawing/2014/main" id="{1A0B83CC-8086-2AA2-9F9B-37BD8D5941B3}"/>
                  </a:ext>
                </a:extLst>
              </p:cNvPr>
              <p:cNvPicPr/>
              <p:nvPr/>
            </p:nvPicPr>
            <p:blipFill>
              <a:blip r:embed="rId283"/>
              <a:stretch>
                <a:fillRect/>
              </a:stretch>
            </p:blipFill>
            <p:spPr>
              <a:xfrm>
                <a:off x="3234028" y="3931412"/>
                <a:ext cx="116820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80" name="Ink 179">
                <a:extLst>
                  <a:ext uri="{FF2B5EF4-FFF2-40B4-BE49-F238E27FC236}">
                    <a16:creationId xmlns:a16="http://schemas.microsoft.com/office/drawing/2014/main" id="{31C9D4E0-EE3A-D1D5-6ED4-5F728E6355D7}"/>
                  </a:ext>
                </a:extLst>
              </p14:cNvPr>
              <p14:cNvContentPartPr/>
              <p14:nvPr/>
            </p14:nvContentPartPr>
            <p14:xfrm>
              <a:off x="2217028" y="7038932"/>
              <a:ext cx="360" cy="360"/>
            </p14:xfrm>
          </p:contentPart>
        </mc:Choice>
        <mc:Fallback>
          <p:pic>
            <p:nvPicPr>
              <p:cNvPr id="180" name="Ink 179">
                <a:extLst>
                  <a:ext uri="{FF2B5EF4-FFF2-40B4-BE49-F238E27FC236}">
                    <a16:creationId xmlns:a16="http://schemas.microsoft.com/office/drawing/2014/main" id="{31C9D4E0-EE3A-D1D5-6ED4-5F728E6355D7}"/>
                  </a:ext>
                </a:extLst>
              </p:cNvPr>
              <p:cNvPicPr/>
              <p:nvPr/>
            </p:nvPicPr>
            <p:blipFill>
              <a:blip r:embed="rId108"/>
              <a:stretch>
                <a:fillRect/>
              </a:stretch>
            </p:blipFill>
            <p:spPr>
              <a:xfrm>
                <a:off x="2208028" y="7029932"/>
                <a:ext cx="18000" cy="18000"/>
              </a:xfrm>
              <a:prstGeom prst="rect">
                <a:avLst/>
              </a:prstGeom>
            </p:spPr>
          </p:pic>
        </mc:Fallback>
      </mc:AlternateContent>
      <p:grpSp>
        <p:nvGrpSpPr>
          <p:cNvPr id="190" name="Group 189">
            <a:extLst>
              <a:ext uri="{FF2B5EF4-FFF2-40B4-BE49-F238E27FC236}">
                <a16:creationId xmlns:a16="http://schemas.microsoft.com/office/drawing/2014/main" id="{F5B0101D-E3BC-CEE8-817E-429C27D2CDC8}"/>
              </a:ext>
            </a:extLst>
          </p:cNvPr>
          <p:cNvGrpSpPr/>
          <p:nvPr/>
        </p:nvGrpSpPr>
        <p:grpSpPr>
          <a:xfrm>
            <a:off x="861628" y="2756372"/>
            <a:ext cx="941040" cy="2041200"/>
            <a:chOff x="861628" y="2756372"/>
            <a:chExt cx="941040" cy="2041200"/>
          </a:xfrm>
        </p:grpSpPr>
        <mc:AlternateContent xmlns:mc="http://schemas.openxmlformats.org/markup-compatibility/2006">
          <mc:Choice xmlns:p14="http://schemas.microsoft.com/office/powerpoint/2010/main" Requires="p14">
            <p:contentPart p14:bwMode="auto" r:id="rId285">
              <p14:nvContentPartPr>
                <p14:cNvPr id="181" name="Ink 180">
                  <a:extLst>
                    <a:ext uri="{FF2B5EF4-FFF2-40B4-BE49-F238E27FC236}">
                      <a16:creationId xmlns:a16="http://schemas.microsoft.com/office/drawing/2014/main" id="{336CC0B4-5049-4DEB-E6B2-09AFC95C6103}"/>
                    </a:ext>
                  </a:extLst>
                </p14:cNvPr>
                <p14:cNvContentPartPr/>
                <p14:nvPr/>
              </p14:nvContentPartPr>
              <p14:xfrm>
                <a:off x="861628" y="2756372"/>
                <a:ext cx="244080" cy="1796040"/>
              </p14:xfrm>
            </p:contentPart>
          </mc:Choice>
          <mc:Fallback>
            <p:pic>
              <p:nvPicPr>
                <p:cNvPr id="181" name="Ink 180">
                  <a:extLst>
                    <a:ext uri="{FF2B5EF4-FFF2-40B4-BE49-F238E27FC236}">
                      <a16:creationId xmlns:a16="http://schemas.microsoft.com/office/drawing/2014/main" id="{336CC0B4-5049-4DEB-E6B2-09AFC95C6103}"/>
                    </a:ext>
                  </a:extLst>
                </p:cNvPr>
                <p:cNvPicPr/>
                <p:nvPr/>
              </p:nvPicPr>
              <p:blipFill>
                <a:blip r:embed="rId286"/>
                <a:stretch>
                  <a:fillRect/>
                </a:stretch>
              </p:blipFill>
              <p:spPr>
                <a:xfrm>
                  <a:off x="852628" y="2747372"/>
                  <a:ext cx="261720" cy="181368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182" name="Ink 181">
                  <a:extLst>
                    <a:ext uri="{FF2B5EF4-FFF2-40B4-BE49-F238E27FC236}">
                      <a16:creationId xmlns:a16="http://schemas.microsoft.com/office/drawing/2014/main" id="{C2F67219-85D1-99E3-D7C4-31A8742336EC}"/>
                    </a:ext>
                  </a:extLst>
                </p14:cNvPr>
                <p14:cNvContentPartPr/>
                <p14:nvPr/>
              </p14:nvContentPartPr>
              <p14:xfrm>
                <a:off x="861628" y="4463132"/>
                <a:ext cx="237240" cy="127800"/>
              </p14:xfrm>
            </p:contentPart>
          </mc:Choice>
          <mc:Fallback>
            <p:pic>
              <p:nvPicPr>
                <p:cNvPr id="182" name="Ink 181">
                  <a:extLst>
                    <a:ext uri="{FF2B5EF4-FFF2-40B4-BE49-F238E27FC236}">
                      <a16:creationId xmlns:a16="http://schemas.microsoft.com/office/drawing/2014/main" id="{C2F67219-85D1-99E3-D7C4-31A8742336EC}"/>
                    </a:ext>
                  </a:extLst>
                </p:cNvPr>
                <p:cNvPicPr/>
                <p:nvPr/>
              </p:nvPicPr>
              <p:blipFill>
                <a:blip r:embed="rId288"/>
                <a:stretch>
                  <a:fillRect/>
                </a:stretch>
              </p:blipFill>
              <p:spPr>
                <a:xfrm>
                  <a:off x="852628" y="4454492"/>
                  <a:ext cx="25488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184" name="Ink 183">
                  <a:extLst>
                    <a:ext uri="{FF2B5EF4-FFF2-40B4-BE49-F238E27FC236}">
                      <a16:creationId xmlns:a16="http://schemas.microsoft.com/office/drawing/2014/main" id="{33FD2A9F-3521-BCFD-0942-61F3E34AE3A5}"/>
                    </a:ext>
                  </a:extLst>
                </p14:cNvPr>
                <p14:cNvContentPartPr/>
                <p14:nvPr/>
              </p14:nvContentPartPr>
              <p14:xfrm>
                <a:off x="1087708" y="4422092"/>
                <a:ext cx="195480" cy="353520"/>
              </p14:xfrm>
            </p:contentPart>
          </mc:Choice>
          <mc:Fallback>
            <p:pic>
              <p:nvPicPr>
                <p:cNvPr id="184" name="Ink 183">
                  <a:extLst>
                    <a:ext uri="{FF2B5EF4-FFF2-40B4-BE49-F238E27FC236}">
                      <a16:creationId xmlns:a16="http://schemas.microsoft.com/office/drawing/2014/main" id="{33FD2A9F-3521-BCFD-0942-61F3E34AE3A5}"/>
                    </a:ext>
                  </a:extLst>
                </p:cNvPr>
                <p:cNvPicPr/>
                <p:nvPr/>
              </p:nvPicPr>
              <p:blipFill>
                <a:blip r:embed="rId290"/>
                <a:stretch>
                  <a:fillRect/>
                </a:stretch>
              </p:blipFill>
              <p:spPr>
                <a:xfrm>
                  <a:off x="1079068" y="4413452"/>
                  <a:ext cx="213120" cy="37116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185" name="Ink 184">
                  <a:extLst>
                    <a:ext uri="{FF2B5EF4-FFF2-40B4-BE49-F238E27FC236}">
                      <a16:creationId xmlns:a16="http://schemas.microsoft.com/office/drawing/2014/main" id="{0DB1CF58-831D-8F20-A6B4-1A7EEC144B12}"/>
                    </a:ext>
                  </a:extLst>
                </p14:cNvPr>
                <p14:cNvContentPartPr/>
                <p14:nvPr/>
              </p14:nvContentPartPr>
              <p14:xfrm>
                <a:off x="1163308" y="4613612"/>
                <a:ext cx="171000" cy="103320"/>
              </p14:xfrm>
            </p:contentPart>
          </mc:Choice>
          <mc:Fallback>
            <p:pic>
              <p:nvPicPr>
                <p:cNvPr id="185" name="Ink 184">
                  <a:extLst>
                    <a:ext uri="{FF2B5EF4-FFF2-40B4-BE49-F238E27FC236}">
                      <a16:creationId xmlns:a16="http://schemas.microsoft.com/office/drawing/2014/main" id="{0DB1CF58-831D-8F20-A6B4-1A7EEC144B12}"/>
                    </a:ext>
                  </a:extLst>
                </p:cNvPr>
                <p:cNvPicPr/>
                <p:nvPr/>
              </p:nvPicPr>
              <p:blipFill>
                <a:blip r:embed="rId292"/>
                <a:stretch>
                  <a:fillRect/>
                </a:stretch>
              </p:blipFill>
              <p:spPr>
                <a:xfrm>
                  <a:off x="1154308" y="4604612"/>
                  <a:ext cx="18864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293">
              <p14:nvContentPartPr>
                <p14:cNvPr id="186" name="Ink 185">
                  <a:extLst>
                    <a:ext uri="{FF2B5EF4-FFF2-40B4-BE49-F238E27FC236}">
                      <a16:creationId xmlns:a16="http://schemas.microsoft.com/office/drawing/2014/main" id="{3D0CD5EC-AA5E-D5C7-13C8-C9B78A204E4A}"/>
                    </a:ext>
                  </a:extLst>
                </p14:cNvPr>
                <p14:cNvContentPartPr/>
                <p14:nvPr/>
              </p14:nvContentPartPr>
              <p14:xfrm>
                <a:off x="1381468" y="4508492"/>
                <a:ext cx="19800" cy="252360"/>
              </p14:xfrm>
            </p:contentPart>
          </mc:Choice>
          <mc:Fallback>
            <p:pic>
              <p:nvPicPr>
                <p:cNvPr id="186" name="Ink 185">
                  <a:extLst>
                    <a:ext uri="{FF2B5EF4-FFF2-40B4-BE49-F238E27FC236}">
                      <a16:creationId xmlns:a16="http://schemas.microsoft.com/office/drawing/2014/main" id="{3D0CD5EC-AA5E-D5C7-13C8-C9B78A204E4A}"/>
                    </a:ext>
                  </a:extLst>
                </p:cNvPr>
                <p:cNvPicPr/>
                <p:nvPr/>
              </p:nvPicPr>
              <p:blipFill>
                <a:blip r:embed="rId294"/>
                <a:stretch>
                  <a:fillRect/>
                </a:stretch>
              </p:blipFill>
              <p:spPr>
                <a:xfrm>
                  <a:off x="1372468" y="4499492"/>
                  <a:ext cx="37440" cy="27000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187" name="Ink 186">
                  <a:extLst>
                    <a:ext uri="{FF2B5EF4-FFF2-40B4-BE49-F238E27FC236}">
                      <a16:creationId xmlns:a16="http://schemas.microsoft.com/office/drawing/2014/main" id="{62916E83-49C9-A1E7-90F7-C7EB979571A8}"/>
                    </a:ext>
                  </a:extLst>
                </p14:cNvPr>
                <p14:cNvContentPartPr/>
                <p14:nvPr/>
              </p14:nvContentPartPr>
              <p14:xfrm>
                <a:off x="1506388" y="4587332"/>
                <a:ext cx="111960" cy="210240"/>
              </p14:xfrm>
            </p:contentPart>
          </mc:Choice>
          <mc:Fallback>
            <p:pic>
              <p:nvPicPr>
                <p:cNvPr id="187" name="Ink 186">
                  <a:extLst>
                    <a:ext uri="{FF2B5EF4-FFF2-40B4-BE49-F238E27FC236}">
                      <a16:creationId xmlns:a16="http://schemas.microsoft.com/office/drawing/2014/main" id="{62916E83-49C9-A1E7-90F7-C7EB979571A8}"/>
                    </a:ext>
                  </a:extLst>
                </p:cNvPr>
                <p:cNvPicPr/>
                <p:nvPr/>
              </p:nvPicPr>
              <p:blipFill>
                <a:blip r:embed="rId296"/>
                <a:stretch>
                  <a:fillRect/>
                </a:stretch>
              </p:blipFill>
              <p:spPr>
                <a:xfrm>
                  <a:off x="1497748" y="4578332"/>
                  <a:ext cx="129600" cy="227880"/>
                </a:xfrm>
                <a:prstGeom prst="rect">
                  <a:avLst/>
                </a:prstGeom>
              </p:spPr>
            </p:pic>
          </mc:Fallback>
        </mc:AlternateContent>
        <mc:AlternateContent xmlns:mc="http://schemas.openxmlformats.org/markup-compatibility/2006">
          <mc:Choice xmlns:p14="http://schemas.microsoft.com/office/powerpoint/2010/main" Requires="p14">
            <p:contentPart p14:bwMode="auto" r:id="rId297">
              <p14:nvContentPartPr>
                <p14:cNvPr id="188" name="Ink 187">
                  <a:extLst>
                    <a:ext uri="{FF2B5EF4-FFF2-40B4-BE49-F238E27FC236}">
                      <a16:creationId xmlns:a16="http://schemas.microsoft.com/office/drawing/2014/main" id="{CA63C644-C505-90B1-2FB1-7488E4B6D2E2}"/>
                    </a:ext>
                  </a:extLst>
                </p14:cNvPr>
                <p14:cNvContentPartPr/>
                <p14:nvPr/>
              </p14:nvContentPartPr>
              <p14:xfrm>
                <a:off x="1696828" y="4643132"/>
                <a:ext cx="85320" cy="113760"/>
              </p14:xfrm>
            </p:contentPart>
          </mc:Choice>
          <mc:Fallback>
            <p:pic>
              <p:nvPicPr>
                <p:cNvPr id="188" name="Ink 187">
                  <a:extLst>
                    <a:ext uri="{FF2B5EF4-FFF2-40B4-BE49-F238E27FC236}">
                      <a16:creationId xmlns:a16="http://schemas.microsoft.com/office/drawing/2014/main" id="{CA63C644-C505-90B1-2FB1-7488E4B6D2E2}"/>
                    </a:ext>
                  </a:extLst>
                </p:cNvPr>
                <p:cNvPicPr/>
                <p:nvPr/>
              </p:nvPicPr>
              <p:blipFill>
                <a:blip r:embed="rId298"/>
                <a:stretch>
                  <a:fillRect/>
                </a:stretch>
              </p:blipFill>
              <p:spPr>
                <a:xfrm>
                  <a:off x="1687828" y="4634492"/>
                  <a:ext cx="10296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299">
              <p14:nvContentPartPr>
                <p14:cNvPr id="189" name="Ink 188">
                  <a:extLst>
                    <a:ext uri="{FF2B5EF4-FFF2-40B4-BE49-F238E27FC236}">
                      <a16:creationId xmlns:a16="http://schemas.microsoft.com/office/drawing/2014/main" id="{9AE1FBF6-9522-412C-9D2E-22D0B200DA38}"/>
                    </a:ext>
                  </a:extLst>
                </p14:cNvPr>
                <p14:cNvContentPartPr/>
                <p14:nvPr/>
              </p14:nvContentPartPr>
              <p14:xfrm>
                <a:off x="1638508" y="4639532"/>
                <a:ext cx="164160" cy="147600"/>
              </p14:xfrm>
            </p:contentPart>
          </mc:Choice>
          <mc:Fallback>
            <p:pic>
              <p:nvPicPr>
                <p:cNvPr id="189" name="Ink 188">
                  <a:extLst>
                    <a:ext uri="{FF2B5EF4-FFF2-40B4-BE49-F238E27FC236}">
                      <a16:creationId xmlns:a16="http://schemas.microsoft.com/office/drawing/2014/main" id="{9AE1FBF6-9522-412C-9D2E-22D0B200DA38}"/>
                    </a:ext>
                  </a:extLst>
                </p:cNvPr>
                <p:cNvPicPr/>
                <p:nvPr/>
              </p:nvPicPr>
              <p:blipFill>
                <a:blip r:embed="rId300"/>
                <a:stretch>
                  <a:fillRect/>
                </a:stretch>
              </p:blipFill>
              <p:spPr>
                <a:xfrm>
                  <a:off x="1629508" y="4630892"/>
                  <a:ext cx="181800" cy="165240"/>
                </a:xfrm>
                <a:prstGeom prst="rect">
                  <a:avLst/>
                </a:prstGeom>
              </p:spPr>
            </p:pic>
          </mc:Fallback>
        </mc:AlternateContent>
      </p:grpSp>
      <p:grpSp>
        <p:nvGrpSpPr>
          <p:cNvPr id="198" name="Group 197">
            <a:extLst>
              <a:ext uri="{FF2B5EF4-FFF2-40B4-BE49-F238E27FC236}">
                <a16:creationId xmlns:a16="http://schemas.microsoft.com/office/drawing/2014/main" id="{7BF88F5C-B9FD-F493-8899-29481C8AF5B0}"/>
              </a:ext>
            </a:extLst>
          </p:cNvPr>
          <p:cNvGrpSpPr/>
          <p:nvPr/>
        </p:nvGrpSpPr>
        <p:grpSpPr>
          <a:xfrm>
            <a:off x="5223028" y="5374292"/>
            <a:ext cx="1275840" cy="610200"/>
            <a:chOff x="5223028" y="5374292"/>
            <a:chExt cx="1275840" cy="610200"/>
          </a:xfrm>
        </p:grpSpPr>
        <mc:AlternateContent xmlns:mc="http://schemas.openxmlformats.org/markup-compatibility/2006">
          <mc:Choice xmlns:p14="http://schemas.microsoft.com/office/powerpoint/2010/main" Requires="p14">
            <p:contentPart p14:bwMode="auto" r:id="rId301">
              <p14:nvContentPartPr>
                <p14:cNvPr id="191" name="Ink 190">
                  <a:extLst>
                    <a:ext uri="{FF2B5EF4-FFF2-40B4-BE49-F238E27FC236}">
                      <a16:creationId xmlns:a16="http://schemas.microsoft.com/office/drawing/2014/main" id="{4653D979-9463-9D0D-E5D4-665BFCF1D28E}"/>
                    </a:ext>
                  </a:extLst>
                </p14:cNvPr>
                <p14:cNvContentPartPr/>
                <p14:nvPr/>
              </p14:nvContentPartPr>
              <p14:xfrm>
                <a:off x="5299708" y="5374292"/>
                <a:ext cx="417600" cy="231840"/>
              </p14:xfrm>
            </p:contentPart>
          </mc:Choice>
          <mc:Fallback>
            <p:pic>
              <p:nvPicPr>
                <p:cNvPr id="191" name="Ink 190">
                  <a:extLst>
                    <a:ext uri="{FF2B5EF4-FFF2-40B4-BE49-F238E27FC236}">
                      <a16:creationId xmlns:a16="http://schemas.microsoft.com/office/drawing/2014/main" id="{4653D979-9463-9D0D-E5D4-665BFCF1D28E}"/>
                    </a:ext>
                  </a:extLst>
                </p:cNvPr>
                <p:cNvPicPr/>
                <p:nvPr/>
              </p:nvPicPr>
              <p:blipFill>
                <a:blip r:embed="rId302"/>
                <a:stretch>
                  <a:fillRect/>
                </a:stretch>
              </p:blipFill>
              <p:spPr>
                <a:xfrm>
                  <a:off x="5290708" y="5365652"/>
                  <a:ext cx="435240" cy="249480"/>
                </a:xfrm>
                <a:prstGeom prst="rect">
                  <a:avLst/>
                </a:prstGeom>
              </p:spPr>
            </p:pic>
          </mc:Fallback>
        </mc:AlternateContent>
        <mc:AlternateContent xmlns:mc="http://schemas.openxmlformats.org/markup-compatibility/2006">
          <mc:Choice xmlns:p14="http://schemas.microsoft.com/office/powerpoint/2010/main" Requires="p14">
            <p:contentPart p14:bwMode="auto" r:id="rId303">
              <p14:nvContentPartPr>
                <p14:cNvPr id="192" name="Ink 191">
                  <a:extLst>
                    <a:ext uri="{FF2B5EF4-FFF2-40B4-BE49-F238E27FC236}">
                      <a16:creationId xmlns:a16="http://schemas.microsoft.com/office/drawing/2014/main" id="{1C921A3F-CA02-B9AE-67DC-5E8DD02DA7D6}"/>
                    </a:ext>
                  </a:extLst>
                </p14:cNvPr>
                <p14:cNvContentPartPr/>
                <p14:nvPr/>
              </p14:nvContentPartPr>
              <p14:xfrm>
                <a:off x="5363428" y="5384372"/>
                <a:ext cx="333720" cy="318960"/>
              </p14:xfrm>
            </p:contentPart>
          </mc:Choice>
          <mc:Fallback>
            <p:pic>
              <p:nvPicPr>
                <p:cNvPr id="192" name="Ink 191">
                  <a:extLst>
                    <a:ext uri="{FF2B5EF4-FFF2-40B4-BE49-F238E27FC236}">
                      <a16:creationId xmlns:a16="http://schemas.microsoft.com/office/drawing/2014/main" id="{1C921A3F-CA02-B9AE-67DC-5E8DD02DA7D6}"/>
                    </a:ext>
                  </a:extLst>
                </p:cNvPr>
                <p:cNvPicPr/>
                <p:nvPr/>
              </p:nvPicPr>
              <p:blipFill>
                <a:blip r:embed="rId304"/>
                <a:stretch>
                  <a:fillRect/>
                </a:stretch>
              </p:blipFill>
              <p:spPr>
                <a:xfrm>
                  <a:off x="5354428" y="5375372"/>
                  <a:ext cx="351360" cy="336600"/>
                </a:xfrm>
                <a:prstGeom prst="rect">
                  <a:avLst/>
                </a:prstGeom>
              </p:spPr>
            </p:pic>
          </mc:Fallback>
        </mc:AlternateContent>
        <mc:AlternateContent xmlns:mc="http://schemas.openxmlformats.org/markup-compatibility/2006">
          <mc:Choice xmlns:p14="http://schemas.microsoft.com/office/powerpoint/2010/main" Requires="p14">
            <p:contentPart p14:bwMode="auto" r:id="rId305">
              <p14:nvContentPartPr>
                <p14:cNvPr id="193" name="Ink 192">
                  <a:extLst>
                    <a:ext uri="{FF2B5EF4-FFF2-40B4-BE49-F238E27FC236}">
                      <a16:creationId xmlns:a16="http://schemas.microsoft.com/office/drawing/2014/main" id="{CA249047-F8A1-4FDA-643C-0C62C1B0E6C1}"/>
                    </a:ext>
                  </a:extLst>
                </p14:cNvPr>
                <p14:cNvContentPartPr/>
                <p14:nvPr/>
              </p14:nvContentPartPr>
              <p14:xfrm>
                <a:off x="5223028" y="5706212"/>
                <a:ext cx="235440" cy="247320"/>
              </p14:xfrm>
            </p:contentPart>
          </mc:Choice>
          <mc:Fallback>
            <p:pic>
              <p:nvPicPr>
                <p:cNvPr id="193" name="Ink 192">
                  <a:extLst>
                    <a:ext uri="{FF2B5EF4-FFF2-40B4-BE49-F238E27FC236}">
                      <a16:creationId xmlns:a16="http://schemas.microsoft.com/office/drawing/2014/main" id="{CA249047-F8A1-4FDA-643C-0C62C1B0E6C1}"/>
                    </a:ext>
                  </a:extLst>
                </p:cNvPr>
                <p:cNvPicPr/>
                <p:nvPr/>
              </p:nvPicPr>
              <p:blipFill>
                <a:blip r:embed="rId306"/>
                <a:stretch>
                  <a:fillRect/>
                </a:stretch>
              </p:blipFill>
              <p:spPr>
                <a:xfrm>
                  <a:off x="5214028" y="5697572"/>
                  <a:ext cx="253080" cy="264960"/>
                </a:xfrm>
                <a:prstGeom prst="rect">
                  <a:avLst/>
                </a:prstGeom>
              </p:spPr>
            </p:pic>
          </mc:Fallback>
        </mc:AlternateContent>
        <mc:AlternateContent xmlns:mc="http://schemas.openxmlformats.org/markup-compatibility/2006">
          <mc:Choice xmlns:p14="http://schemas.microsoft.com/office/powerpoint/2010/main" Requires="p14">
            <p:contentPart p14:bwMode="auto" r:id="rId307">
              <p14:nvContentPartPr>
                <p14:cNvPr id="194" name="Ink 193">
                  <a:extLst>
                    <a:ext uri="{FF2B5EF4-FFF2-40B4-BE49-F238E27FC236}">
                      <a16:creationId xmlns:a16="http://schemas.microsoft.com/office/drawing/2014/main" id="{6A25D5C1-F2C8-3F08-DD5E-22CE4F982D17}"/>
                    </a:ext>
                  </a:extLst>
                </p14:cNvPr>
                <p14:cNvContentPartPr/>
                <p14:nvPr/>
              </p14:nvContentPartPr>
              <p14:xfrm>
                <a:off x="5459908" y="5678492"/>
                <a:ext cx="194040" cy="289080"/>
              </p14:xfrm>
            </p:contentPart>
          </mc:Choice>
          <mc:Fallback>
            <p:pic>
              <p:nvPicPr>
                <p:cNvPr id="194" name="Ink 193">
                  <a:extLst>
                    <a:ext uri="{FF2B5EF4-FFF2-40B4-BE49-F238E27FC236}">
                      <a16:creationId xmlns:a16="http://schemas.microsoft.com/office/drawing/2014/main" id="{6A25D5C1-F2C8-3F08-DD5E-22CE4F982D17}"/>
                    </a:ext>
                  </a:extLst>
                </p:cNvPr>
                <p:cNvPicPr/>
                <p:nvPr/>
              </p:nvPicPr>
              <p:blipFill>
                <a:blip r:embed="rId308"/>
                <a:stretch>
                  <a:fillRect/>
                </a:stretch>
              </p:blipFill>
              <p:spPr>
                <a:xfrm>
                  <a:off x="5451268" y="5669852"/>
                  <a:ext cx="211680" cy="30672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195" name="Ink 194">
                  <a:extLst>
                    <a:ext uri="{FF2B5EF4-FFF2-40B4-BE49-F238E27FC236}">
                      <a16:creationId xmlns:a16="http://schemas.microsoft.com/office/drawing/2014/main" id="{7B1D71D3-2E7A-AE13-51A7-C3FF68FA06B4}"/>
                    </a:ext>
                  </a:extLst>
                </p14:cNvPr>
                <p14:cNvContentPartPr/>
                <p14:nvPr/>
              </p14:nvContentPartPr>
              <p14:xfrm>
                <a:off x="5770588" y="5718452"/>
                <a:ext cx="78480" cy="266040"/>
              </p14:xfrm>
            </p:contentPart>
          </mc:Choice>
          <mc:Fallback>
            <p:pic>
              <p:nvPicPr>
                <p:cNvPr id="195" name="Ink 194">
                  <a:extLst>
                    <a:ext uri="{FF2B5EF4-FFF2-40B4-BE49-F238E27FC236}">
                      <a16:creationId xmlns:a16="http://schemas.microsoft.com/office/drawing/2014/main" id="{7B1D71D3-2E7A-AE13-51A7-C3FF68FA06B4}"/>
                    </a:ext>
                  </a:extLst>
                </p:cNvPr>
                <p:cNvPicPr/>
                <p:nvPr/>
              </p:nvPicPr>
              <p:blipFill>
                <a:blip r:embed="rId310"/>
                <a:stretch>
                  <a:fillRect/>
                </a:stretch>
              </p:blipFill>
              <p:spPr>
                <a:xfrm>
                  <a:off x="5761948" y="5709812"/>
                  <a:ext cx="9612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311">
              <p14:nvContentPartPr>
                <p14:cNvPr id="196" name="Ink 195">
                  <a:extLst>
                    <a:ext uri="{FF2B5EF4-FFF2-40B4-BE49-F238E27FC236}">
                      <a16:creationId xmlns:a16="http://schemas.microsoft.com/office/drawing/2014/main" id="{5226A0A5-4E8D-2451-450A-9FDF8A62F375}"/>
                    </a:ext>
                  </a:extLst>
                </p14:cNvPr>
                <p14:cNvContentPartPr/>
                <p14:nvPr/>
              </p14:nvContentPartPr>
              <p14:xfrm>
                <a:off x="5913148" y="5679932"/>
                <a:ext cx="383040" cy="280800"/>
              </p14:xfrm>
            </p:contentPart>
          </mc:Choice>
          <mc:Fallback>
            <p:pic>
              <p:nvPicPr>
                <p:cNvPr id="196" name="Ink 195">
                  <a:extLst>
                    <a:ext uri="{FF2B5EF4-FFF2-40B4-BE49-F238E27FC236}">
                      <a16:creationId xmlns:a16="http://schemas.microsoft.com/office/drawing/2014/main" id="{5226A0A5-4E8D-2451-450A-9FDF8A62F375}"/>
                    </a:ext>
                  </a:extLst>
                </p:cNvPr>
                <p:cNvPicPr/>
                <p:nvPr/>
              </p:nvPicPr>
              <p:blipFill>
                <a:blip r:embed="rId312"/>
                <a:stretch>
                  <a:fillRect/>
                </a:stretch>
              </p:blipFill>
              <p:spPr>
                <a:xfrm>
                  <a:off x="5904508" y="5671292"/>
                  <a:ext cx="40068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313">
              <p14:nvContentPartPr>
                <p14:cNvPr id="197" name="Ink 196">
                  <a:extLst>
                    <a:ext uri="{FF2B5EF4-FFF2-40B4-BE49-F238E27FC236}">
                      <a16:creationId xmlns:a16="http://schemas.microsoft.com/office/drawing/2014/main" id="{999E9129-539F-17F0-CC4C-A04F33A1C243}"/>
                    </a:ext>
                  </a:extLst>
                </p14:cNvPr>
                <p14:cNvContentPartPr/>
                <p14:nvPr/>
              </p14:nvContentPartPr>
              <p14:xfrm>
                <a:off x="6354508" y="5717372"/>
                <a:ext cx="144360" cy="230760"/>
              </p14:xfrm>
            </p:contentPart>
          </mc:Choice>
          <mc:Fallback>
            <p:pic>
              <p:nvPicPr>
                <p:cNvPr id="197" name="Ink 196">
                  <a:extLst>
                    <a:ext uri="{FF2B5EF4-FFF2-40B4-BE49-F238E27FC236}">
                      <a16:creationId xmlns:a16="http://schemas.microsoft.com/office/drawing/2014/main" id="{999E9129-539F-17F0-CC4C-A04F33A1C243}"/>
                    </a:ext>
                  </a:extLst>
                </p:cNvPr>
                <p:cNvPicPr/>
                <p:nvPr/>
              </p:nvPicPr>
              <p:blipFill>
                <a:blip r:embed="rId314"/>
                <a:stretch>
                  <a:fillRect/>
                </a:stretch>
              </p:blipFill>
              <p:spPr>
                <a:xfrm>
                  <a:off x="6345508" y="5708732"/>
                  <a:ext cx="162000" cy="248400"/>
                </a:xfrm>
                <a:prstGeom prst="rect">
                  <a:avLst/>
                </a:prstGeom>
              </p:spPr>
            </p:pic>
          </mc:Fallback>
        </mc:AlternateContent>
      </p:grpSp>
      <p:grpSp>
        <p:nvGrpSpPr>
          <p:cNvPr id="202" name="Group 201">
            <a:extLst>
              <a:ext uri="{FF2B5EF4-FFF2-40B4-BE49-F238E27FC236}">
                <a16:creationId xmlns:a16="http://schemas.microsoft.com/office/drawing/2014/main" id="{9D31B8F1-6A06-9C43-5D51-0BD981F37944}"/>
              </a:ext>
            </a:extLst>
          </p:cNvPr>
          <p:cNvGrpSpPr/>
          <p:nvPr/>
        </p:nvGrpSpPr>
        <p:grpSpPr>
          <a:xfrm>
            <a:off x="1492708" y="2899652"/>
            <a:ext cx="300960" cy="1197360"/>
            <a:chOff x="1492708" y="2899652"/>
            <a:chExt cx="300960" cy="1197360"/>
          </a:xfrm>
        </p:grpSpPr>
        <mc:AlternateContent xmlns:mc="http://schemas.openxmlformats.org/markup-compatibility/2006">
          <mc:Choice xmlns:p14="http://schemas.microsoft.com/office/powerpoint/2010/main" Requires="p14">
            <p:contentPart p14:bwMode="auto" r:id="rId315">
              <p14:nvContentPartPr>
                <p14:cNvPr id="199" name="Ink 198">
                  <a:extLst>
                    <a:ext uri="{FF2B5EF4-FFF2-40B4-BE49-F238E27FC236}">
                      <a16:creationId xmlns:a16="http://schemas.microsoft.com/office/drawing/2014/main" id="{35EC7911-D010-C3F1-6BF8-98AD2745F9BF}"/>
                    </a:ext>
                  </a:extLst>
                </p14:cNvPr>
                <p14:cNvContentPartPr/>
                <p14:nvPr/>
              </p14:nvContentPartPr>
              <p14:xfrm>
                <a:off x="1492708" y="2899652"/>
                <a:ext cx="290160" cy="1197360"/>
              </p14:xfrm>
            </p:contentPart>
          </mc:Choice>
          <mc:Fallback>
            <p:pic>
              <p:nvPicPr>
                <p:cNvPr id="199" name="Ink 198">
                  <a:extLst>
                    <a:ext uri="{FF2B5EF4-FFF2-40B4-BE49-F238E27FC236}">
                      <a16:creationId xmlns:a16="http://schemas.microsoft.com/office/drawing/2014/main" id="{35EC7911-D010-C3F1-6BF8-98AD2745F9BF}"/>
                    </a:ext>
                  </a:extLst>
                </p:cNvPr>
                <p:cNvPicPr/>
                <p:nvPr/>
              </p:nvPicPr>
              <p:blipFill>
                <a:blip r:embed="rId316"/>
                <a:stretch>
                  <a:fillRect/>
                </a:stretch>
              </p:blipFill>
              <p:spPr>
                <a:xfrm>
                  <a:off x="1484068" y="2890652"/>
                  <a:ext cx="307800" cy="1215000"/>
                </a:xfrm>
                <a:prstGeom prst="rect">
                  <a:avLst/>
                </a:prstGeom>
              </p:spPr>
            </p:pic>
          </mc:Fallback>
        </mc:AlternateContent>
        <mc:AlternateContent xmlns:mc="http://schemas.openxmlformats.org/markup-compatibility/2006">
          <mc:Choice xmlns:p14="http://schemas.microsoft.com/office/powerpoint/2010/main" Requires="p14">
            <p:contentPart p14:bwMode="auto" r:id="rId317">
              <p14:nvContentPartPr>
                <p14:cNvPr id="200" name="Ink 199">
                  <a:extLst>
                    <a:ext uri="{FF2B5EF4-FFF2-40B4-BE49-F238E27FC236}">
                      <a16:creationId xmlns:a16="http://schemas.microsoft.com/office/drawing/2014/main" id="{FE50D249-AD57-8A57-4446-CBE85653D3C8}"/>
                    </a:ext>
                  </a:extLst>
                </p14:cNvPr>
                <p14:cNvContentPartPr/>
                <p14:nvPr/>
              </p14:nvContentPartPr>
              <p14:xfrm>
                <a:off x="1664068" y="2920532"/>
                <a:ext cx="14040" cy="100800"/>
              </p14:xfrm>
            </p:contentPart>
          </mc:Choice>
          <mc:Fallback>
            <p:pic>
              <p:nvPicPr>
                <p:cNvPr id="200" name="Ink 199">
                  <a:extLst>
                    <a:ext uri="{FF2B5EF4-FFF2-40B4-BE49-F238E27FC236}">
                      <a16:creationId xmlns:a16="http://schemas.microsoft.com/office/drawing/2014/main" id="{FE50D249-AD57-8A57-4446-CBE85653D3C8}"/>
                    </a:ext>
                  </a:extLst>
                </p:cNvPr>
                <p:cNvPicPr/>
                <p:nvPr/>
              </p:nvPicPr>
              <p:blipFill>
                <a:blip r:embed="rId318"/>
                <a:stretch>
                  <a:fillRect/>
                </a:stretch>
              </p:blipFill>
              <p:spPr>
                <a:xfrm>
                  <a:off x="1655428" y="2911892"/>
                  <a:ext cx="3168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319">
              <p14:nvContentPartPr>
                <p14:cNvPr id="201" name="Ink 200">
                  <a:extLst>
                    <a:ext uri="{FF2B5EF4-FFF2-40B4-BE49-F238E27FC236}">
                      <a16:creationId xmlns:a16="http://schemas.microsoft.com/office/drawing/2014/main" id="{8ADB1EAB-0F9A-8D55-90C3-241633CB976B}"/>
                    </a:ext>
                  </a:extLst>
                </p14:cNvPr>
                <p14:cNvContentPartPr/>
                <p14:nvPr/>
              </p14:nvContentPartPr>
              <p14:xfrm>
                <a:off x="1716628" y="2900732"/>
                <a:ext cx="77040" cy="34560"/>
              </p14:xfrm>
            </p:contentPart>
          </mc:Choice>
          <mc:Fallback>
            <p:pic>
              <p:nvPicPr>
                <p:cNvPr id="201" name="Ink 200">
                  <a:extLst>
                    <a:ext uri="{FF2B5EF4-FFF2-40B4-BE49-F238E27FC236}">
                      <a16:creationId xmlns:a16="http://schemas.microsoft.com/office/drawing/2014/main" id="{8ADB1EAB-0F9A-8D55-90C3-241633CB976B}"/>
                    </a:ext>
                  </a:extLst>
                </p:cNvPr>
                <p:cNvPicPr/>
                <p:nvPr/>
              </p:nvPicPr>
              <p:blipFill>
                <a:blip r:embed="rId320"/>
                <a:stretch>
                  <a:fillRect/>
                </a:stretch>
              </p:blipFill>
              <p:spPr>
                <a:xfrm>
                  <a:off x="1707988" y="2892092"/>
                  <a:ext cx="94680" cy="522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21">
            <p14:nvContentPartPr>
              <p14:cNvPr id="203" name="Ink 202">
                <a:extLst>
                  <a:ext uri="{FF2B5EF4-FFF2-40B4-BE49-F238E27FC236}">
                    <a16:creationId xmlns:a16="http://schemas.microsoft.com/office/drawing/2014/main" id="{D4631E34-53A8-1EB9-AA66-3332E5E753FD}"/>
                  </a:ext>
                </a:extLst>
              </p14:cNvPr>
              <p14:cNvContentPartPr/>
              <p14:nvPr/>
            </p14:nvContentPartPr>
            <p14:xfrm>
              <a:off x="7008988" y="4969292"/>
              <a:ext cx="1526400" cy="848160"/>
            </p14:xfrm>
          </p:contentPart>
        </mc:Choice>
        <mc:Fallback>
          <p:pic>
            <p:nvPicPr>
              <p:cNvPr id="203" name="Ink 202">
                <a:extLst>
                  <a:ext uri="{FF2B5EF4-FFF2-40B4-BE49-F238E27FC236}">
                    <a16:creationId xmlns:a16="http://schemas.microsoft.com/office/drawing/2014/main" id="{D4631E34-53A8-1EB9-AA66-3332E5E753FD}"/>
                  </a:ext>
                </a:extLst>
              </p:cNvPr>
              <p:cNvPicPr/>
              <p:nvPr/>
            </p:nvPicPr>
            <p:blipFill>
              <a:blip r:embed="rId322"/>
              <a:stretch>
                <a:fillRect/>
              </a:stretch>
            </p:blipFill>
            <p:spPr>
              <a:xfrm>
                <a:off x="6999988" y="4960652"/>
                <a:ext cx="1544040" cy="865800"/>
              </a:xfrm>
              <a:prstGeom prst="rect">
                <a:avLst/>
              </a:prstGeom>
            </p:spPr>
          </p:pic>
        </mc:Fallback>
      </mc:AlternateContent>
    </p:spTree>
    <p:extLst>
      <p:ext uri="{BB962C8B-B14F-4D97-AF65-F5344CB8AC3E}">
        <p14:creationId xmlns:p14="http://schemas.microsoft.com/office/powerpoint/2010/main" val="3740633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F29BE-C49B-6305-5173-FA65815A10DB}"/>
              </a:ext>
            </a:extLst>
          </p:cNvPr>
          <p:cNvSpPr>
            <a:spLocks noGrp="1"/>
          </p:cNvSpPr>
          <p:nvPr>
            <p:ph type="title"/>
          </p:nvPr>
        </p:nvSpPr>
        <p:spPr/>
        <p:txBody>
          <a:bodyPr/>
          <a:lstStyle/>
          <a:p>
            <a:endParaRPr lang="en-IN"/>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7B479180-2FAD-3FF2-24AE-D57243831C55}"/>
                  </a:ext>
                </a:extLst>
              </p14:cNvPr>
              <p14:cNvContentPartPr/>
              <p14:nvPr/>
            </p14:nvContentPartPr>
            <p14:xfrm>
              <a:off x="3236548" y="716972"/>
              <a:ext cx="360" cy="360"/>
            </p14:xfrm>
          </p:contentPart>
        </mc:Choice>
        <mc:Fallback>
          <p:pic>
            <p:nvPicPr>
              <p:cNvPr id="3" name="Ink 2">
                <a:extLst>
                  <a:ext uri="{FF2B5EF4-FFF2-40B4-BE49-F238E27FC236}">
                    <a16:creationId xmlns:a16="http://schemas.microsoft.com/office/drawing/2014/main" id="{7B479180-2FAD-3FF2-24AE-D57243831C55}"/>
                  </a:ext>
                </a:extLst>
              </p:cNvPr>
              <p:cNvPicPr/>
              <p:nvPr/>
            </p:nvPicPr>
            <p:blipFill>
              <a:blip r:embed="rId3"/>
              <a:stretch>
                <a:fillRect/>
              </a:stretch>
            </p:blipFill>
            <p:spPr>
              <a:xfrm>
                <a:off x="3227908" y="707972"/>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45C97066-FA1F-24AD-03DF-68F4B2FA12AB}"/>
                  </a:ext>
                </a:extLst>
              </p14:cNvPr>
              <p14:cNvContentPartPr/>
              <p14:nvPr/>
            </p14:nvContentPartPr>
            <p14:xfrm>
              <a:off x="1859188" y="1283612"/>
              <a:ext cx="1956960" cy="1213200"/>
            </p14:xfrm>
          </p:contentPart>
        </mc:Choice>
        <mc:Fallback>
          <p:pic>
            <p:nvPicPr>
              <p:cNvPr id="4" name="Ink 3">
                <a:extLst>
                  <a:ext uri="{FF2B5EF4-FFF2-40B4-BE49-F238E27FC236}">
                    <a16:creationId xmlns:a16="http://schemas.microsoft.com/office/drawing/2014/main" id="{45C97066-FA1F-24AD-03DF-68F4B2FA12AB}"/>
                  </a:ext>
                </a:extLst>
              </p:cNvPr>
              <p:cNvPicPr/>
              <p:nvPr/>
            </p:nvPicPr>
            <p:blipFill>
              <a:blip r:embed="rId5"/>
              <a:stretch>
                <a:fillRect/>
              </a:stretch>
            </p:blipFill>
            <p:spPr>
              <a:xfrm>
                <a:off x="1850188" y="1274972"/>
                <a:ext cx="1974600" cy="12308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5" name="Ink 64">
                <a:extLst>
                  <a:ext uri="{FF2B5EF4-FFF2-40B4-BE49-F238E27FC236}">
                    <a16:creationId xmlns:a16="http://schemas.microsoft.com/office/drawing/2014/main" id="{9F15B5F2-B58F-38AD-B33A-8D499A4EACEA}"/>
                  </a:ext>
                </a:extLst>
              </p14:cNvPr>
              <p14:cNvContentPartPr/>
              <p14:nvPr/>
            </p14:nvContentPartPr>
            <p14:xfrm>
              <a:off x="4558108" y="4714412"/>
              <a:ext cx="539280" cy="1173600"/>
            </p14:xfrm>
          </p:contentPart>
        </mc:Choice>
        <mc:Fallback>
          <p:pic>
            <p:nvPicPr>
              <p:cNvPr id="65" name="Ink 64">
                <a:extLst>
                  <a:ext uri="{FF2B5EF4-FFF2-40B4-BE49-F238E27FC236}">
                    <a16:creationId xmlns:a16="http://schemas.microsoft.com/office/drawing/2014/main" id="{9F15B5F2-B58F-38AD-B33A-8D499A4EACEA}"/>
                  </a:ext>
                </a:extLst>
              </p:cNvPr>
              <p:cNvPicPr/>
              <p:nvPr/>
            </p:nvPicPr>
            <p:blipFill>
              <a:blip r:embed="rId7"/>
              <a:stretch>
                <a:fillRect/>
              </a:stretch>
            </p:blipFill>
            <p:spPr>
              <a:xfrm>
                <a:off x="4549108" y="4705772"/>
                <a:ext cx="556920" cy="1191240"/>
              </a:xfrm>
              <a:prstGeom prst="rect">
                <a:avLst/>
              </a:prstGeom>
            </p:spPr>
          </p:pic>
        </mc:Fallback>
      </mc:AlternateContent>
      <p:sp>
        <p:nvSpPr>
          <p:cNvPr id="79" name="TextBox 78">
            <a:extLst>
              <a:ext uri="{FF2B5EF4-FFF2-40B4-BE49-F238E27FC236}">
                <a16:creationId xmlns:a16="http://schemas.microsoft.com/office/drawing/2014/main" id="{0B882B58-E6F0-9692-24FC-173C446E0884}"/>
              </a:ext>
            </a:extLst>
          </p:cNvPr>
          <p:cNvSpPr txBox="1"/>
          <p:nvPr/>
        </p:nvSpPr>
        <p:spPr>
          <a:xfrm>
            <a:off x="5097388" y="4396193"/>
            <a:ext cx="6137662" cy="276999"/>
          </a:xfrm>
          <a:prstGeom prst="rect">
            <a:avLst/>
          </a:prstGeom>
          <a:noFill/>
        </p:spPr>
        <p:txBody>
          <a:bodyPr wrap="square">
            <a:spAutoFit/>
          </a:bodyPr>
          <a:lstStyle/>
          <a:p>
            <a:r>
              <a:rPr lang="en-IN" sz="1200" dirty="0">
                <a:solidFill>
                  <a:schemeClr val="bg1"/>
                </a:solidFill>
              </a:rPr>
              <a:t>git remote add origin https://github.com/&lt;username&gt;/&lt;repo-name&gt;.git</a:t>
            </a:r>
          </a:p>
        </p:txBody>
      </p:sp>
      <p:grpSp>
        <p:nvGrpSpPr>
          <p:cNvPr id="82" name="Group 81">
            <a:extLst>
              <a:ext uri="{FF2B5EF4-FFF2-40B4-BE49-F238E27FC236}">
                <a16:creationId xmlns:a16="http://schemas.microsoft.com/office/drawing/2014/main" id="{550BA649-B442-7DC3-B340-A4E3A58E25EE}"/>
              </a:ext>
            </a:extLst>
          </p:cNvPr>
          <p:cNvGrpSpPr/>
          <p:nvPr/>
        </p:nvGrpSpPr>
        <p:grpSpPr>
          <a:xfrm>
            <a:off x="1704748" y="1002452"/>
            <a:ext cx="9344160" cy="5007600"/>
            <a:chOff x="1704748" y="1002452"/>
            <a:chExt cx="9344160" cy="5007600"/>
          </a:xfrm>
        </p:grpSpPr>
        <mc:AlternateContent xmlns:mc="http://schemas.openxmlformats.org/markup-compatibility/2006">
          <mc:Choice xmlns:p14="http://schemas.microsoft.com/office/powerpoint/2010/main" Requires="p14">
            <p:contentPart p14:bwMode="auto" r:id="rId8">
              <p14:nvContentPartPr>
                <p14:cNvPr id="5" name="Ink 4">
                  <a:extLst>
                    <a:ext uri="{FF2B5EF4-FFF2-40B4-BE49-F238E27FC236}">
                      <a16:creationId xmlns:a16="http://schemas.microsoft.com/office/drawing/2014/main" id="{DE54E14C-63C5-074B-F049-D54095710EB4}"/>
                    </a:ext>
                  </a:extLst>
                </p14:cNvPr>
                <p14:cNvContentPartPr/>
                <p14:nvPr/>
              </p14:nvContentPartPr>
              <p14:xfrm>
                <a:off x="1704748" y="1070852"/>
                <a:ext cx="191160" cy="339120"/>
              </p14:xfrm>
            </p:contentPart>
          </mc:Choice>
          <mc:Fallback>
            <p:pic>
              <p:nvPicPr>
                <p:cNvPr id="5" name="Ink 4">
                  <a:extLst>
                    <a:ext uri="{FF2B5EF4-FFF2-40B4-BE49-F238E27FC236}">
                      <a16:creationId xmlns:a16="http://schemas.microsoft.com/office/drawing/2014/main" id="{DE54E14C-63C5-074B-F049-D54095710EB4}"/>
                    </a:ext>
                  </a:extLst>
                </p:cNvPr>
                <p:cNvPicPr/>
                <p:nvPr/>
              </p:nvPicPr>
              <p:blipFill>
                <a:blip r:embed="rId9"/>
                <a:stretch>
                  <a:fillRect/>
                </a:stretch>
              </p:blipFill>
              <p:spPr>
                <a:xfrm>
                  <a:off x="1695748" y="1062212"/>
                  <a:ext cx="208800" cy="3567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6" name="Ink 5">
                  <a:extLst>
                    <a:ext uri="{FF2B5EF4-FFF2-40B4-BE49-F238E27FC236}">
                      <a16:creationId xmlns:a16="http://schemas.microsoft.com/office/drawing/2014/main" id="{00B38282-59D6-4757-6853-368C75EA004E}"/>
                    </a:ext>
                  </a:extLst>
                </p14:cNvPr>
                <p14:cNvContentPartPr/>
                <p14:nvPr/>
              </p14:nvContentPartPr>
              <p14:xfrm>
                <a:off x="1727068" y="1116212"/>
                <a:ext cx="429480" cy="192960"/>
              </p14:xfrm>
            </p:contentPart>
          </mc:Choice>
          <mc:Fallback>
            <p:pic>
              <p:nvPicPr>
                <p:cNvPr id="6" name="Ink 5">
                  <a:extLst>
                    <a:ext uri="{FF2B5EF4-FFF2-40B4-BE49-F238E27FC236}">
                      <a16:creationId xmlns:a16="http://schemas.microsoft.com/office/drawing/2014/main" id="{00B38282-59D6-4757-6853-368C75EA004E}"/>
                    </a:ext>
                  </a:extLst>
                </p:cNvPr>
                <p:cNvPicPr/>
                <p:nvPr/>
              </p:nvPicPr>
              <p:blipFill>
                <a:blip r:embed="rId11"/>
                <a:stretch>
                  <a:fillRect/>
                </a:stretch>
              </p:blipFill>
              <p:spPr>
                <a:xfrm>
                  <a:off x="1718428" y="1107212"/>
                  <a:ext cx="44712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7" name="Ink 6">
                  <a:extLst>
                    <a:ext uri="{FF2B5EF4-FFF2-40B4-BE49-F238E27FC236}">
                      <a16:creationId xmlns:a16="http://schemas.microsoft.com/office/drawing/2014/main" id="{D24C33DB-4721-2274-B5DF-E882597FEEE4}"/>
                    </a:ext>
                  </a:extLst>
                </p14:cNvPr>
                <p14:cNvContentPartPr/>
                <p14:nvPr/>
              </p14:nvContentPartPr>
              <p14:xfrm>
                <a:off x="2177428" y="1078052"/>
                <a:ext cx="120240" cy="156600"/>
              </p14:xfrm>
            </p:contentPart>
          </mc:Choice>
          <mc:Fallback>
            <p:pic>
              <p:nvPicPr>
                <p:cNvPr id="7" name="Ink 6">
                  <a:extLst>
                    <a:ext uri="{FF2B5EF4-FFF2-40B4-BE49-F238E27FC236}">
                      <a16:creationId xmlns:a16="http://schemas.microsoft.com/office/drawing/2014/main" id="{D24C33DB-4721-2274-B5DF-E882597FEEE4}"/>
                    </a:ext>
                  </a:extLst>
                </p:cNvPr>
                <p:cNvPicPr/>
                <p:nvPr/>
              </p:nvPicPr>
              <p:blipFill>
                <a:blip r:embed="rId13"/>
                <a:stretch>
                  <a:fillRect/>
                </a:stretch>
              </p:blipFill>
              <p:spPr>
                <a:xfrm>
                  <a:off x="2168428" y="1069412"/>
                  <a:ext cx="13788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8" name="Ink 7">
                  <a:extLst>
                    <a:ext uri="{FF2B5EF4-FFF2-40B4-BE49-F238E27FC236}">
                      <a16:creationId xmlns:a16="http://schemas.microsoft.com/office/drawing/2014/main" id="{E2D7F46A-3247-754A-B754-3015206FBED0}"/>
                    </a:ext>
                  </a:extLst>
                </p14:cNvPr>
                <p14:cNvContentPartPr/>
                <p14:nvPr/>
              </p14:nvContentPartPr>
              <p14:xfrm>
                <a:off x="2350228" y="1005332"/>
                <a:ext cx="142920" cy="233280"/>
              </p14:xfrm>
            </p:contentPart>
          </mc:Choice>
          <mc:Fallback>
            <p:pic>
              <p:nvPicPr>
                <p:cNvPr id="8" name="Ink 7">
                  <a:extLst>
                    <a:ext uri="{FF2B5EF4-FFF2-40B4-BE49-F238E27FC236}">
                      <a16:creationId xmlns:a16="http://schemas.microsoft.com/office/drawing/2014/main" id="{E2D7F46A-3247-754A-B754-3015206FBED0}"/>
                    </a:ext>
                  </a:extLst>
                </p:cNvPr>
                <p:cNvPicPr/>
                <p:nvPr/>
              </p:nvPicPr>
              <p:blipFill>
                <a:blip r:embed="rId15"/>
                <a:stretch>
                  <a:fillRect/>
                </a:stretch>
              </p:blipFill>
              <p:spPr>
                <a:xfrm>
                  <a:off x="2341588" y="996692"/>
                  <a:ext cx="160560" cy="2509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9" name="Ink 8">
                  <a:extLst>
                    <a:ext uri="{FF2B5EF4-FFF2-40B4-BE49-F238E27FC236}">
                      <a16:creationId xmlns:a16="http://schemas.microsoft.com/office/drawing/2014/main" id="{FD754100-7596-DDBF-8DFD-D2EA54FD3F0C}"/>
                    </a:ext>
                  </a:extLst>
                </p14:cNvPr>
                <p14:cNvContentPartPr/>
                <p14:nvPr/>
              </p14:nvContentPartPr>
              <p14:xfrm>
                <a:off x="2644348" y="1091732"/>
                <a:ext cx="360" cy="360"/>
              </p14:xfrm>
            </p:contentPart>
          </mc:Choice>
          <mc:Fallback>
            <p:pic>
              <p:nvPicPr>
                <p:cNvPr id="9" name="Ink 8">
                  <a:extLst>
                    <a:ext uri="{FF2B5EF4-FFF2-40B4-BE49-F238E27FC236}">
                      <a16:creationId xmlns:a16="http://schemas.microsoft.com/office/drawing/2014/main" id="{FD754100-7596-DDBF-8DFD-D2EA54FD3F0C}"/>
                    </a:ext>
                  </a:extLst>
                </p:cNvPr>
                <p:cNvPicPr/>
                <p:nvPr/>
              </p:nvPicPr>
              <p:blipFill>
                <a:blip r:embed="rId3"/>
                <a:stretch>
                  <a:fillRect/>
                </a:stretch>
              </p:blipFill>
              <p:spPr>
                <a:xfrm>
                  <a:off x="2635348" y="1082732"/>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4" name="Ink 13">
                  <a:extLst>
                    <a:ext uri="{FF2B5EF4-FFF2-40B4-BE49-F238E27FC236}">
                      <a16:creationId xmlns:a16="http://schemas.microsoft.com/office/drawing/2014/main" id="{3A101A0A-E35C-2193-68BE-73EF7D97B959}"/>
                    </a:ext>
                  </a:extLst>
                </p14:cNvPr>
                <p14:cNvContentPartPr/>
                <p14:nvPr/>
              </p14:nvContentPartPr>
              <p14:xfrm>
                <a:off x="1966828" y="4670852"/>
                <a:ext cx="2597400" cy="1339200"/>
              </p14:xfrm>
            </p:contentPart>
          </mc:Choice>
          <mc:Fallback>
            <p:pic>
              <p:nvPicPr>
                <p:cNvPr id="14" name="Ink 13">
                  <a:extLst>
                    <a:ext uri="{FF2B5EF4-FFF2-40B4-BE49-F238E27FC236}">
                      <a16:creationId xmlns:a16="http://schemas.microsoft.com/office/drawing/2014/main" id="{3A101A0A-E35C-2193-68BE-73EF7D97B959}"/>
                    </a:ext>
                  </a:extLst>
                </p:cNvPr>
                <p:cNvPicPr/>
                <p:nvPr/>
              </p:nvPicPr>
              <p:blipFill>
                <a:blip r:embed="rId18"/>
                <a:stretch>
                  <a:fillRect/>
                </a:stretch>
              </p:blipFill>
              <p:spPr>
                <a:xfrm>
                  <a:off x="1957828" y="4662212"/>
                  <a:ext cx="2615040" cy="135684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5" name="Ink 14">
                  <a:extLst>
                    <a:ext uri="{FF2B5EF4-FFF2-40B4-BE49-F238E27FC236}">
                      <a16:creationId xmlns:a16="http://schemas.microsoft.com/office/drawing/2014/main" id="{ECACF86B-4593-43E2-88E7-8834C04F96D1}"/>
                    </a:ext>
                  </a:extLst>
                </p14:cNvPr>
                <p14:cNvContentPartPr/>
                <p14:nvPr/>
              </p14:nvContentPartPr>
              <p14:xfrm>
                <a:off x="2485948" y="4971092"/>
                <a:ext cx="213840" cy="321480"/>
              </p14:xfrm>
            </p:contentPart>
          </mc:Choice>
          <mc:Fallback>
            <p:pic>
              <p:nvPicPr>
                <p:cNvPr id="15" name="Ink 14">
                  <a:extLst>
                    <a:ext uri="{FF2B5EF4-FFF2-40B4-BE49-F238E27FC236}">
                      <a16:creationId xmlns:a16="http://schemas.microsoft.com/office/drawing/2014/main" id="{ECACF86B-4593-43E2-88E7-8834C04F96D1}"/>
                    </a:ext>
                  </a:extLst>
                </p:cNvPr>
                <p:cNvPicPr/>
                <p:nvPr/>
              </p:nvPicPr>
              <p:blipFill>
                <a:blip r:embed="rId20"/>
                <a:stretch>
                  <a:fillRect/>
                </a:stretch>
              </p:blipFill>
              <p:spPr>
                <a:xfrm>
                  <a:off x="2476948" y="4962452"/>
                  <a:ext cx="231480" cy="33912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6" name="Ink 15">
                  <a:extLst>
                    <a:ext uri="{FF2B5EF4-FFF2-40B4-BE49-F238E27FC236}">
                      <a16:creationId xmlns:a16="http://schemas.microsoft.com/office/drawing/2014/main" id="{6AFDB32D-4E18-1150-13F0-12F39BF69030}"/>
                    </a:ext>
                  </a:extLst>
                </p14:cNvPr>
                <p14:cNvContentPartPr/>
                <p14:nvPr/>
              </p14:nvContentPartPr>
              <p14:xfrm>
                <a:off x="2716708" y="4950212"/>
                <a:ext cx="235440" cy="264240"/>
              </p14:xfrm>
            </p:contentPart>
          </mc:Choice>
          <mc:Fallback>
            <p:pic>
              <p:nvPicPr>
                <p:cNvPr id="16" name="Ink 15">
                  <a:extLst>
                    <a:ext uri="{FF2B5EF4-FFF2-40B4-BE49-F238E27FC236}">
                      <a16:creationId xmlns:a16="http://schemas.microsoft.com/office/drawing/2014/main" id="{6AFDB32D-4E18-1150-13F0-12F39BF69030}"/>
                    </a:ext>
                  </a:extLst>
                </p:cNvPr>
                <p:cNvPicPr/>
                <p:nvPr/>
              </p:nvPicPr>
              <p:blipFill>
                <a:blip r:embed="rId22"/>
                <a:stretch>
                  <a:fillRect/>
                </a:stretch>
              </p:blipFill>
              <p:spPr>
                <a:xfrm>
                  <a:off x="2707708" y="4941572"/>
                  <a:ext cx="253080" cy="28188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7" name="Ink 16">
                  <a:extLst>
                    <a:ext uri="{FF2B5EF4-FFF2-40B4-BE49-F238E27FC236}">
                      <a16:creationId xmlns:a16="http://schemas.microsoft.com/office/drawing/2014/main" id="{D25793D3-0214-76EE-5638-230C8545E035}"/>
                    </a:ext>
                  </a:extLst>
                </p14:cNvPr>
                <p14:cNvContentPartPr/>
                <p14:nvPr/>
              </p14:nvContentPartPr>
              <p14:xfrm>
                <a:off x="2808868" y="4908092"/>
                <a:ext cx="314280" cy="234360"/>
              </p14:xfrm>
            </p:contentPart>
          </mc:Choice>
          <mc:Fallback>
            <p:pic>
              <p:nvPicPr>
                <p:cNvPr id="17" name="Ink 16">
                  <a:extLst>
                    <a:ext uri="{FF2B5EF4-FFF2-40B4-BE49-F238E27FC236}">
                      <a16:creationId xmlns:a16="http://schemas.microsoft.com/office/drawing/2014/main" id="{D25793D3-0214-76EE-5638-230C8545E035}"/>
                    </a:ext>
                  </a:extLst>
                </p:cNvPr>
                <p:cNvPicPr/>
                <p:nvPr/>
              </p:nvPicPr>
              <p:blipFill>
                <a:blip r:embed="rId24"/>
                <a:stretch>
                  <a:fillRect/>
                </a:stretch>
              </p:blipFill>
              <p:spPr>
                <a:xfrm>
                  <a:off x="2799868" y="4899452"/>
                  <a:ext cx="331920" cy="25200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8" name="Ink 27">
                  <a:extLst>
                    <a:ext uri="{FF2B5EF4-FFF2-40B4-BE49-F238E27FC236}">
                      <a16:creationId xmlns:a16="http://schemas.microsoft.com/office/drawing/2014/main" id="{7BC50593-CE6B-73DF-5FA9-5BB7C8168FE4}"/>
                    </a:ext>
                  </a:extLst>
                </p14:cNvPr>
                <p14:cNvContentPartPr/>
                <p14:nvPr/>
              </p14:nvContentPartPr>
              <p14:xfrm>
                <a:off x="2881228" y="5615132"/>
                <a:ext cx="243720" cy="127080"/>
              </p14:xfrm>
            </p:contentPart>
          </mc:Choice>
          <mc:Fallback>
            <p:pic>
              <p:nvPicPr>
                <p:cNvPr id="28" name="Ink 27">
                  <a:extLst>
                    <a:ext uri="{FF2B5EF4-FFF2-40B4-BE49-F238E27FC236}">
                      <a16:creationId xmlns:a16="http://schemas.microsoft.com/office/drawing/2014/main" id="{7BC50593-CE6B-73DF-5FA9-5BB7C8168FE4}"/>
                    </a:ext>
                  </a:extLst>
                </p:cNvPr>
                <p:cNvPicPr/>
                <p:nvPr/>
              </p:nvPicPr>
              <p:blipFill>
                <a:blip r:embed="rId26"/>
                <a:stretch>
                  <a:fillRect/>
                </a:stretch>
              </p:blipFill>
              <p:spPr>
                <a:xfrm>
                  <a:off x="2872228" y="5606492"/>
                  <a:ext cx="26136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29" name="Ink 28">
                  <a:extLst>
                    <a:ext uri="{FF2B5EF4-FFF2-40B4-BE49-F238E27FC236}">
                      <a16:creationId xmlns:a16="http://schemas.microsoft.com/office/drawing/2014/main" id="{19C59D15-E2BB-3E37-BC66-D0E87CFE748D}"/>
                    </a:ext>
                  </a:extLst>
                </p14:cNvPr>
                <p14:cNvContentPartPr/>
                <p14:nvPr/>
              </p14:nvContentPartPr>
              <p14:xfrm>
                <a:off x="3420508" y="5610452"/>
                <a:ext cx="289080" cy="115560"/>
              </p14:xfrm>
            </p:contentPart>
          </mc:Choice>
          <mc:Fallback>
            <p:pic>
              <p:nvPicPr>
                <p:cNvPr id="29" name="Ink 28">
                  <a:extLst>
                    <a:ext uri="{FF2B5EF4-FFF2-40B4-BE49-F238E27FC236}">
                      <a16:creationId xmlns:a16="http://schemas.microsoft.com/office/drawing/2014/main" id="{19C59D15-E2BB-3E37-BC66-D0E87CFE748D}"/>
                    </a:ext>
                  </a:extLst>
                </p:cNvPr>
                <p:cNvPicPr/>
                <p:nvPr/>
              </p:nvPicPr>
              <p:blipFill>
                <a:blip r:embed="rId28"/>
                <a:stretch>
                  <a:fillRect/>
                </a:stretch>
              </p:blipFill>
              <p:spPr>
                <a:xfrm>
                  <a:off x="3411508" y="5601452"/>
                  <a:ext cx="30672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1" name="Ink 10">
                  <a:extLst>
                    <a:ext uri="{FF2B5EF4-FFF2-40B4-BE49-F238E27FC236}">
                      <a16:creationId xmlns:a16="http://schemas.microsoft.com/office/drawing/2014/main" id="{908D755E-992E-40FE-4C1A-4DB5D013FC73}"/>
                    </a:ext>
                  </a:extLst>
                </p14:cNvPr>
                <p14:cNvContentPartPr/>
                <p14:nvPr/>
              </p14:nvContentPartPr>
              <p14:xfrm>
                <a:off x="2571988" y="2565212"/>
                <a:ext cx="117360" cy="1538280"/>
              </p14:xfrm>
            </p:contentPart>
          </mc:Choice>
          <mc:Fallback>
            <p:pic>
              <p:nvPicPr>
                <p:cNvPr id="11" name="Ink 10">
                  <a:extLst>
                    <a:ext uri="{FF2B5EF4-FFF2-40B4-BE49-F238E27FC236}">
                      <a16:creationId xmlns:a16="http://schemas.microsoft.com/office/drawing/2014/main" id="{908D755E-992E-40FE-4C1A-4DB5D013FC73}"/>
                    </a:ext>
                  </a:extLst>
                </p:cNvPr>
                <p:cNvPicPr/>
                <p:nvPr/>
              </p:nvPicPr>
              <p:blipFill>
                <a:blip r:embed="rId30"/>
                <a:stretch>
                  <a:fillRect/>
                </a:stretch>
              </p:blipFill>
              <p:spPr>
                <a:xfrm>
                  <a:off x="2562988" y="2556572"/>
                  <a:ext cx="135000" cy="155592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2" name="Ink 11">
                  <a:extLst>
                    <a:ext uri="{FF2B5EF4-FFF2-40B4-BE49-F238E27FC236}">
                      <a16:creationId xmlns:a16="http://schemas.microsoft.com/office/drawing/2014/main" id="{B0B08FF9-6DD8-341E-74CB-9DAEB9C29FD9}"/>
                    </a:ext>
                  </a:extLst>
                </p14:cNvPr>
                <p14:cNvContentPartPr/>
                <p14:nvPr/>
              </p14:nvContentPartPr>
              <p14:xfrm>
                <a:off x="2631028" y="4150652"/>
                <a:ext cx="190800" cy="93240"/>
              </p14:xfrm>
            </p:contentPart>
          </mc:Choice>
          <mc:Fallback>
            <p:pic>
              <p:nvPicPr>
                <p:cNvPr id="12" name="Ink 11">
                  <a:extLst>
                    <a:ext uri="{FF2B5EF4-FFF2-40B4-BE49-F238E27FC236}">
                      <a16:creationId xmlns:a16="http://schemas.microsoft.com/office/drawing/2014/main" id="{B0B08FF9-6DD8-341E-74CB-9DAEB9C29FD9}"/>
                    </a:ext>
                  </a:extLst>
                </p:cNvPr>
                <p:cNvPicPr/>
                <p:nvPr/>
              </p:nvPicPr>
              <p:blipFill>
                <a:blip r:embed="rId32"/>
                <a:stretch>
                  <a:fillRect/>
                </a:stretch>
              </p:blipFill>
              <p:spPr>
                <a:xfrm>
                  <a:off x="2622028" y="4142012"/>
                  <a:ext cx="20844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18" name="Ink 17">
                  <a:extLst>
                    <a:ext uri="{FF2B5EF4-FFF2-40B4-BE49-F238E27FC236}">
                      <a16:creationId xmlns:a16="http://schemas.microsoft.com/office/drawing/2014/main" id="{E62C6E2B-3A99-51A6-7231-B6374DDE41CC}"/>
                    </a:ext>
                  </a:extLst>
                </p14:cNvPr>
                <p14:cNvContentPartPr/>
                <p14:nvPr/>
              </p14:nvContentPartPr>
              <p14:xfrm>
                <a:off x="3139708" y="4035092"/>
                <a:ext cx="213480" cy="269280"/>
              </p14:xfrm>
            </p:contentPart>
          </mc:Choice>
          <mc:Fallback>
            <p:pic>
              <p:nvPicPr>
                <p:cNvPr id="18" name="Ink 17">
                  <a:extLst>
                    <a:ext uri="{FF2B5EF4-FFF2-40B4-BE49-F238E27FC236}">
                      <a16:creationId xmlns:a16="http://schemas.microsoft.com/office/drawing/2014/main" id="{E62C6E2B-3A99-51A6-7231-B6374DDE41CC}"/>
                    </a:ext>
                  </a:extLst>
                </p:cNvPr>
                <p:cNvPicPr/>
                <p:nvPr/>
              </p:nvPicPr>
              <p:blipFill>
                <a:blip r:embed="rId34"/>
                <a:stretch>
                  <a:fillRect/>
                </a:stretch>
              </p:blipFill>
              <p:spPr>
                <a:xfrm>
                  <a:off x="3130708" y="4026452"/>
                  <a:ext cx="231120" cy="28692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19" name="Ink 18">
                  <a:extLst>
                    <a:ext uri="{FF2B5EF4-FFF2-40B4-BE49-F238E27FC236}">
                      <a16:creationId xmlns:a16="http://schemas.microsoft.com/office/drawing/2014/main" id="{CD1475AD-52A0-A1BE-F4B5-A19297A599DC}"/>
                    </a:ext>
                  </a:extLst>
                </p14:cNvPr>
                <p14:cNvContentPartPr/>
                <p14:nvPr/>
              </p14:nvContentPartPr>
              <p14:xfrm>
                <a:off x="3420868" y="4090172"/>
                <a:ext cx="58320" cy="73080"/>
              </p14:xfrm>
            </p:contentPart>
          </mc:Choice>
          <mc:Fallback>
            <p:pic>
              <p:nvPicPr>
                <p:cNvPr id="19" name="Ink 18">
                  <a:extLst>
                    <a:ext uri="{FF2B5EF4-FFF2-40B4-BE49-F238E27FC236}">
                      <a16:creationId xmlns:a16="http://schemas.microsoft.com/office/drawing/2014/main" id="{CD1475AD-52A0-A1BE-F4B5-A19297A599DC}"/>
                    </a:ext>
                  </a:extLst>
                </p:cNvPr>
                <p:cNvPicPr/>
                <p:nvPr/>
              </p:nvPicPr>
              <p:blipFill>
                <a:blip r:embed="rId36"/>
                <a:stretch>
                  <a:fillRect/>
                </a:stretch>
              </p:blipFill>
              <p:spPr>
                <a:xfrm>
                  <a:off x="3412228" y="4081172"/>
                  <a:ext cx="7596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0" name="Ink 19">
                  <a:extLst>
                    <a:ext uri="{FF2B5EF4-FFF2-40B4-BE49-F238E27FC236}">
                      <a16:creationId xmlns:a16="http://schemas.microsoft.com/office/drawing/2014/main" id="{03321A4F-5632-0C17-F08F-1B0FABA87C15}"/>
                    </a:ext>
                  </a:extLst>
                </p14:cNvPr>
                <p14:cNvContentPartPr/>
                <p14:nvPr/>
              </p14:nvContentPartPr>
              <p14:xfrm>
                <a:off x="3356788" y="3902972"/>
                <a:ext cx="18000" cy="63720"/>
              </p14:xfrm>
            </p:contentPart>
          </mc:Choice>
          <mc:Fallback>
            <p:pic>
              <p:nvPicPr>
                <p:cNvPr id="20" name="Ink 19">
                  <a:extLst>
                    <a:ext uri="{FF2B5EF4-FFF2-40B4-BE49-F238E27FC236}">
                      <a16:creationId xmlns:a16="http://schemas.microsoft.com/office/drawing/2014/main" id="{03321A4F-5632-0C17-F08F-1B0FABA87C15}"/>
                    </a:ext>
                  </a:extLst>
                </p:cNvPr>
                <p:cNvPicPr/>
                <p:nvPr/>
              </p:nvPicPr>
              <p:blipFill>
                <a:blip r:embed="rId38"/>
                <a:stretch>
                  <a:fillRect/>
                </a:stretch>
              </p:blipFill>
              <p:spPr>
                <a:xfrm>
                  <a:off x="3348148" y="3894332"/>
                  <a:ext cx="35640" cy="8136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1" name="Ink 20">
                  <a:extLst>
                    <a:ext uri="{FF2B5EF4-FFF2-40B4-BE49-F238E27FC236}">
                      <a16:creationId xmlns:a16="http://schemas.microsoft.com/office/drawing/2014/main" id="{44876541-C45A-D461-7451-74E5C19DE5BB}"/>
                    </a:ext>
                  </a:extLst>
                </p14:cNvPr>
                <p14:cNvContentPartPr/>
                <p14:nvPr/>
              </p14:nvContentPartPr>
              <p14:xfrm>
                <a:off x="3486388" y="3940412"/>
                <a:ext cx="86760" cy="168120"/>
              </p14:xfrm>
            </p:contentPart>
          </mc:Choice>
          <mc:Fallback>
            <p:pic>
              <p:nvPicPr>
                <p:cNvPr id="21" name="Ink 20">
                  <a:extLst>
                    <a:ext uri="{FF2B5EF4-FFF2-40B4-BE49-F238E27FC236}">
                      <a16:creationId xmlns:a16="http://schemas.microsoft.com/office/drawing/2014/main" id="{44876541-C45A-D461-7451-74E5C19DE5BB}"/>
                    </a:ext>
                  </a:extLst>
                </p:cNvPr>
                <p:cNvPicPr/>
                <p:nvPr/>
              </p:nvPicPr>
              <p:blipFill>
                <a:blip r:embed="rId40"/>
                <a:stretch>
                  <a:fillRect/>
                </a:stretch>
              </p:blipFill>
              <p:spPr>
                <a:xfrm>
                  <a:off x="3477748" y="3931412"/>
                  <a:ext cx="10440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2" name="Ink 21">
                  <a:extLst>
                    <a:ext uri="{FF2B5EF4-FFF2-40B4-BE49-F238E27FC236}">
                      <a16:creationId xmlns:a16="http://schemas.microsoft.com/office/drawing/2014/main" id="{A1776024-C335-C212-2576-CCEE67EB0E5D}"/>
                    </a:ext>
                  </a:extLst>
                </p14:cNvPr>
                <p14:cNvContentPartPr/>
                <p14:nvPr/>
              </p14:nvContentPartPr>
              <p14:xfrm>
                <a:off x="3532468" y="4013132"/>
                <a:ext cx="74520" cy="72360"/>
              </p14:xfrm>
            </p:contentPart>
          </mc:Choice>
          <mc:Fallback>
            <p:pic>
              <p:nvPicPr>
                <p:cNvPr id="22" name="Ink 21">
                  <a:extLst>
                    <a:ext uri="{FF2B5EF4-FFF2-40B4-BE49-F238E27FC236}">
                      <a16:creationId xmlns:a16="http://schemas.microsoft.com/office/drawing/2014/main" id="{A1776024-C335-C212-2576-CCEE67EB0E5D}"/>
                    </a:ext>
                  </a:extLst>
                </p:cNvPr>
                <p:cNvPicPr/>
                <p:nvPr/>
              </p:nvPicPr>
              <p:blipFill>
                <a:blip r:embed="rId42"/>
                <a:stretch>
                  <a:fillRect/>
                </a:stretch>
              </p:blipFill>
              <p:spPr>
                <a:xfrm>
                  <a:off x="3523468" y="4004132"/>
                  <a:ext cx="92160" cy="9000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3" name="Ink 22">
                  <a:extLst>
                    <a:ext uri="{FF2B5EF4-FFF2-40B4-BE49-F238E27FC236}">
                      <a16:creationId xmlns:a16="http://schemas.microsoft.com/office/drawing/2014/main" id="{04AC822B-9BA1-E564-AD3A-0EF352A0F6BF}"/>
                    </a:ext>
                  </a:extLst>
                </p14:cNvPr>
                <p14:cNvContentPartPr/>
                <p14:nvPr/>
              </p14:nvContentPartPr>
              <p14:xfrm>
                <a:off x="3842428" y="3753572"/>
                <a:ext cx="286920" cy="329400"/>
              </p14:xfrm>
            </p:contentPart>
          </mc:Choice>
          <mc:Fallback>
            <p:pic>
              <p:nvPicPr>
                <p:cNvPr id="23" name="Ink 22">
                  <a:extLst>
                    <a:ext uri="{FF2B5EF4-FFF2-40B4-BE49-F238E27FC236}">
                      <a16:creationId xmlns:a16="http://schemas.microsoft.com/office/drawing/2014/main" id="{04AC822B-9BA1-E564-AD3A-0EF352A0F6BF}"/>
                    </a:ext>
                  </a:extLst>
                </p:cNvPr>
                <p:cNvPicPr/>
                <p:nvPr/>
              </p:nvPicPr>
              <p:blipFill>
                <a:blip r:embed="rId44"/>
                <a:stretch>
                  <a:fillRect/>
                </a:stretch>
              </p:blipFill>
              <p:spPr>
                <a:xfrm>
                  <a:off x="3833788" y="3744572"/>
                  <a:ext cx="30456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4" name="Ink 23">
                  <a:extLst>
                    <a:ext uri="{FF2B5EF4-FFF2-40B4-BE49-F238E27FC236}">
                      <a16:creationId xmlns:a16="http://schemas.microsoft.com/office/drawing/2014/main" id="{A6AF1FFB-2200-A321-03C3-41D0547A6ADD}"/>
                    </a:ext>
                  </a:extLst>
                </p14:cNvPr>
                <p14:cNvContentPartPr/>
                <p14:nvPr/>
              </p14:nvContentPartPr>
              <p14:xfrm>
                <a:off x="4256428" y="3751052"/>
                <a:ext cx="605160" cy="262080"/>
              </p14:xfrm>
            </p:contentPart>
          </mc:Choice>
          <mc:Fallback>
            <p:pic>
              <p:nvPicPr>
                <p:cNvPr id="24" name="Ink 23">
                  <a:extLst>
                    <a:ext uri="{FF2B5EF4-FFF2-40B4-BE49-F238E27FC236}">
                      <a16:creationId xmlns:a16="http://schemas.microsoft.com/office/drawing/2014/main" id="{A6AF1FFB-2200-A321-03C3-41D0547A6ADD}"/>
                    </a:ext>
                  </a:extLst>
                </p:cNvPr>
                <p:cNvPicPr/>
                <p:nvPr/>
              </p:nvPicPr>
              <p:blipFill>
                <a:blip r:embed="rId46"/>
                <a:stretch>
                  <a:fillRect/>
                </a:stretch>
              </p:blipFill>
              <p:spPr>
                <a:xfrm>
                  <a:off x="4247788" y="3742412"/>
                  <a:ext cx="62280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5" name="Ink 24">
                  <a:extLst>
                    <a:ext uri="{FF2B5EF4-FFF2-40B4-BE49-F238E27FC236}">
                      <a16:creationId xmlns:a16="http://schemas.microsoft.com/office/drawing/2014/main" id="{662AE6C8-A4A4-6E89-40DC-64A8EF6148DC}"/>
                    </a:ext>
                  </a:extLst>
                </p14:cNvPr>
                <p14:cNvContentPartPr/>
                <p14:nvPr/>
              </p14:nvContentPartPr>
              <p14:xfrm>
                <a:off x="5140948" y="3637292"/>
                <a:ext cx="733680" cy="231480"/>
              </p14:xfrm>
            </p:contentPart>
          </mc:Choice>
          <mc:Fallback>
            <p:pic>
              <p:nvPicPr>
                <p:cNvPr id="25" name="Ink 24">
                  <a:extLst>
                    <a:ext uri="{FF2B5EF4-FFF2-40B4-BE49-F238E27FC236}">
                      <a16:creationId xmlns:a16="http://schemas.microsoft.com/office/drawing/2014/main" id="{662AE6C8-A4A4-6E89-40DC-64A8EF6148DC}"/>
                    </a:ext>
                  </a:extLst>
                </p:cNvPr>
                <p:cNvPicPr/>
                <p:nvPr/>
              </p:nvPicPr>
              <p:blipFill>
                <a:blip r:embed="rId48"/>
                <a:stretch>
                  <a:fillRect/>
                </a:stretch>
              </p:blipFill>
              <p:spPr>
                <a:xfrm>
                  <a:off x="5131948" y="3628292"/>
                  <a:ext cx="751320" cy="24912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3" name="Ink 32">
                  <a:extLst>
                    <a:ext uri="{FF2B5EF4-FFF2-40B4-BE49-F238E27FC236}">
                      <a16:creationId xmlns:a16="http://schemas.microsoft.com/office/drawing/2014/main" id="{50301944-2514-E988-B9B8-D9FBBB8D99A6}"/>
                    </a:ext>
                  </a:extLst>
                </p14:cNvPr>
                <p14:cNvContentPartPr/>
                <p14:nvPr/>
              </p14:nvContentPartPr>
              <p14:xfrm>
                <a:off x="2949988" y="3588692"/>
                <a:ext cx="23760" cy="181800"/>
              </p14:xfrm>
            </p:contentPart>
          </mc:Choice>
          <mc:Fallback>
            <p:pic>
              <p:nvPicPr>
                <p:cNvPr id="33" name="Ink 32">
                  <a:extLst>
                    <a:ext uri="{FF2B5EF4-FFF2-40B4-BE49-F238E27FC236}">
                      <a16:creationId xmlns:a16="http://schemas.microsoft.com/office/drawing/2014/main" id="{50301944-2514-E988-B9B8-D9FBBB8D99A6}"/>
                    </a:ext>
                  </a:extLst>
                </p:cNvPr>
                <p:cNvPicPr/>
                <p:nvPr/>
              </p:nvPicPr>
              <p:blipFill>
                <a:blip r:embed="rId50"/>
                <a:stretch>
                  <a:fillRect/>
                </a:stretch>
              </p:blipFill>
              <p:spPr>
                <a:xfrm>
                  <a:off x="2940988" y="3579692"/>
                  <a:ext cx="41400" cy="19944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4" name="Ink 33">
                  <a:extLst>
                    <a:ext uri="{FF2B5EF4-FFF2-40B4-BE49-F238E27FC236}">
                      <a16:creationId xmlns:a16="http://schemas.microsoft.com/office/drawing/2014/main" id="{00DDB831-5291-F2BA-598A-5A4415DEE1D2}"/>
                    </a:ext>
                  </a:extLst>
                </p14:cNvPr>
                <p14:cNvContentPartPr/>
                <p14:nvPr/>
              </p14:nvContentPartPr>
              <p14:xfrm>
                <a:off x="2809228" y="3521372"/>
                <a:ext cx="307080" cy="313920"/>
              </p14:xfrm>
            </p:contentPart>
          </mc:Choice>
          <mc:Fallback>
            <p:pic>
              <p:nvPicPr>
                <p:cNvPr id="34" name="Ink 33">
                  <a:extLst>
                    <a:ext uri="{FF2B5EF4-FFF2-40B4-BE49-F238E27FC236}">
                      <a16:creationId xmlns:a16="http://schemas.microsoft.com/office/drawing/2014/main" id="{00DDB831-5291-F2BA-598A-5A4415DEE1D2}"/>
                    </a:ext>
                  </a:extLst>
                </p:cNvPr>
                <p:cNvPicPr/>
                <p:nvPr/>
              </p:nvPicPr>
              <p:blipFill>
                <a:blip r:embed="rId52"/>
                <a:stretch>
                  <a:fillRect/>
                </a:stretch>
              </p:blipFill>
              <p:spPr>
                <a:xfrm>
                  <a:off x="2800228" y="3512732"/>
                  <a:ext cx="324720" cy="33156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55" name="Ink 54">
                  <a:extLst>
                    <a:ext uri="{FF2B5EF4-FFF2-40B4-BE49-F238E27FC236}">
                      <a16:creationId xmlns:a16="http://schemas.microsoft.com/office/drawing/2014/main" id="{1FA939C8-030A-3D76-16B6-FAC3E6FFCF45}"/>
                    </a:ext>
                  </a:extLst>
                </p14:cNvPr>
                <p14:cNvContentPartPr/>
                <p14:nvPr/>
              </p14:nvContentPartPr>
              <p14:xfrm>
                <a:off x="9094108" y="1238972"/>
                <a:ext cx="1954800" cy="985680"/>
              </p14:xfrm>
            </p:contentPart>
          </mc:Choice>
          <mc:Fallback>
            <p:pic>
              <p:nvPicPr>
                <p:cNvPr id="55" name="Ink 54">
                  <a:extLst>
                    <a:ext uri="{FF2B5EF4-FFF2-40B4-BE49-F238E27FC236}">
                      <a16:creationId xmlns:a16="http://schemas.microsoft.com/office/drawing/2014/main" id="{1FA939C8-030A-3D76-16B6-FAC3E6FFCF45}"/>
                    </a:ext>
                  </a:extLst>
                </p:cNvPr>
                <p:cNvPicPr/>
                <p:nvPr/>
              </p:nvPicPr>
              <p:blipFill>
                <a:blip r:embed="rId54"/>
                <a:stretch>
                  <a:fillRect/>
                </a:stretch>
              </p:blipFill>
              <p:spPr>
                <a:xfrm>
                  <a:off x="9085108" y="1229972"/>
                  <a:ext cx="1972440" cy="100332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56" name="Ink 55">
                  <a:extLst>
                    <a:ext uri="{FF2B5EF4-FFF2-40B4-BE49-F238E27FC236}">
                      <a16:creationId xmlns:a16="http://schemas.microsoft.com/office/drawing/2014/main" id="{1B45FFB0-D65B-8CE4-E7A0-6A97CEE438AF}"/>
                    </a:ext>
                  </a:extLst>
                </p14:cNvPr>
                <p14:cNvContentPartPr/>
                <p14:nvPr/>
              </p14:nvContentPartPr>
              <p14:xfrm>
                <a:off x="9058108" y="1002452"/>
                <a:ext cx="243000" cy="359640"/>
              </p14:xfrm>
            </p:contentPart>
          </mc:Choice>
          <mc:Fallback>
            <p:pic>
              <p:nvPicPr>
                <p:cNvPr id="56" name="Ink 55">
                  <a:extLst>
                    <a:ext uri="{FF2B5EF4-FFF2-40B4-BE49-F238E27FC236}">
                      <a16:creationId xmlns:a16="http://schemas.microsoft.com/office/drawing/2014/main" id="{1B45FFB0-D65B-8CE4-E7A0-6A97CEE438AF}"/>
                    </a:ext>
                  </a:extLst>
                </p:cNvPr>
                <p:cNvPicPr/>
                <p:nvPr/>
              </p:nvPicPr>
              <p:blipFill>
                <a:blip r:embed="rId56"/>
                <a:stretch>
                  <a:fillRect/>
                </a:stretch>
              </p:blipFill>
              <p:spPr>
                <a:xfrm>
                  <a:off x="9049108" y="993812"/>
                  <a:ext cx="260640" cy="37728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57" name="Ink 56">
                  <a:extLst>
                    <a:ext uri="{FF2B5EF4-FFF2-40B4-BE49-F238E27FC236}">
                      <a16:creationId xmlns:a16="http://schemas.microsoft.com/office/drawing/2014/main" id="{B1339F6E-9DA5-733D-CE89-69526DDE5FF0}"/>
                    </a:ext>
                  </a:extLst>
                </p14:cNvPr>
                <p14:cNvContentPartPr/>
                <p14:nvPr/>
              </p14:nvContentPartPr>
              <p14:xfrm>
                <a:off x="9362668" y="1067252"/>
                <a:ext cx="389520" cy="118440"/>
              </p14:xfrm>
            </p:contentPart>
          </mc:Choice>
          <mc:Fallback>
            <p:pic>
              <p:nvPicPr>
                <p:cNvPr id="57" name="Ink 56">
                  <a:extLst>
                    <a:ext uri="{FF2B5EF4-FFF2-40B4-BE49-F238E27FC236}">
                      <a16:creationId xmlns:a16="http://schemas.microsoft.com/office/drawing/2014/main" id="{B1339F6E-9DA5-733D-CE89-69526DDE5FF0}"/>
                    </a:ext>
                  </a:extLst>
                </p:cNvPr>
                <p:cNvPicPr/>
                <p:nvPr/>
              </p:nvPicPr>
              <p:blipFill>
                <a:blip r:embed="rId58"/>
                <a:stretch>
                  <a:fillRect/>
                </a:stretch>
              </p:blipFill>
              <p:spPr>
                <a:xfrm>
                  <a:off x="9353668" y="1058252"/>
                  <a:ext cx="40716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58" name="Ink 57">
                  <a:extLst>
                    <a:ext uri="{FF2B5EF4-FFF2-40B4-BE49-F238E27FC236}">
                      <a16:creationId xmlns:a16="http://schemas.microsoft.com/office/drawing/2014/main" id="{D448A8B7-09B7-6822-6748-4BE9DC9DB9DB}"/>
                    </a:ext>
                  </a:extLst>
                </p14:cNvPr>
                <p14:cNvContentPartPr/>
                <p14:nvPr/>
              </p14:nvContentPartPr>
              <p14:xfrm>
                <a:off x="9822748" y="1026932"/>
                <a:ext cx="133560" cy="138600"/>
              </p14:xfrm>
            </p:contentPart>
          </mc:Choice>
          <mc:Fallback>
            <p:pic>
              <p:nvPicPr>
                <p:cNvPr id="58" name="Ink 57">
                  <a:extLst>
                    <a:ext uri="{FF2B5EF4-FFF2-40B4-BE49-F238E27FC236}">
                      <a16:creationId xmlns:a16="http://schemas.microsoft.com/office/drawing/2014/main" id="{D448A8B7-09B7-6822-6748-4BE9DC9DB9DB}"/>
                    </a:ext>
                  </a:extLst>
                </p:cNvPr>
                <p:cNvPicPr/>
                <p:nvPr/>
              </p:nvPicPr>
              <p:blipFill>
                <a:blip r:embed="rId60"/>
                <a:stretch>
                  <a:fillRect/>
                </a:stretch>
              </p:blipFill>
              <p:spPr>
                <a:xfrm>
                  <a:off x="9814108" y="1018292"/>
                  <a:ext cx="15120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59" name="Ink 58">
                  <a:extLst>
                    <a:ext uri="{FF2B5EF4-FFF2-40B4-BE49-F238E27FC236}">
                      <a16:creationId xmlns:a16="http://schemas.microsoft.com/office/drawing/2014/main" id="{34430D63-A5E9-0449-F5C4-4C5B370FBBE6}"/>
                    </a:ext>
                  </a:extLst>
                </p14:cNvPr>
                <p14:cNvContentPartPr/>
                <p14:nvPr/>
              </p14:nvContentPartPr>
              <p14:xfrm>
                <a:off x="10025428" y="1091732"/>
                <a:ext cx="18360" cy="25560"/>
              </p14:xfrm>
            </p:contentPart>
          </mc:Choice>
          <mc:Fallback>
            <p:pic>
              <p:nvPicPr>
                <p:cNvPr id="59" name="Ink 58">
                  <a:extLst>
                    <a:ext uri="{FF2B5EF4-FFF2-40B4-BE49-F238E27FC236}">
                      <a16:creationId xmlns:a16="http://schemas.microsoft.com/office/drawing/2014/main" id="{34430D63-A5E9-0449-F5C4-4C5B370FBBE6}"/>
                    </a:ext>
                  </a:extLst>
                </p:cNvPr>
                <p:cNvPicPr/>
                <p:nvPr/>
              </p:nvPicPr>
              <p:blipFill>
                <a:blip r:embed="rId62"/>
                <a:stretch>
                  <a:fillRect/>
                </a:stretch>
              </p:blipFill>
              <p:spPr>
                <a:xfrm>
                  <a:off x="10016788" y="1082732"/>
                  <a:ext cx="36000" cy="4320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64" name="Ink 63">
                  <a:extLst>
                    <a:ext uri="{FF2B5EF4-FFF2-40B4-BE49-F238E27FC236}">
                      <a16:creationId xmlns:a16="http://schemas.microsoft.com/office/drawing/2014/main" id="{4A123631-E14C-B183-EAD2-DC495B8BB622}"/>
                    </a:ext>
                  </a:extLst>
                </p14:cNvPr>
                <p14:cNvContentPartPr/>
                <p14:nvPr/>
              </p14:nvContentPartPr>
              <p14:xfrm>
                <a:off x="6616228" y="4801172"/>
                <a:ext cx="59400" cy="10440"/>
              </p14:xfrm>
            </p:contentPart>
          </mc:Choice>
          <mc:Fallback>
            <p:pic>
              <p:nvPicPr>
                <p:cNvPr id="64" name="Ink 63">
                  <a:extLst>
                    <a:ext uri="{FF2B5EF4-FFF2-40B4-BE49-F238E27FC236}">
                      <a16:creationId xmlns:a16="http://schemas.microsoft.com/office/drawing/2014/main" id="{4A123631-E14C-B183-EAD2-DC495B8BB622}"/>
                    </a:ext>
                  </a:extLst>
                </p:cNvPr>
                <p:cNvPicPr/>
                <p:nvPr/>
              </p:nvPicPr>
              <p:blipFill>
                <a:blip r:embed="rId64"/>
                <a:stretch>
                  <a:fillRect/>
                </a:stretch>
              </p:blipFill>
              <p:spPr>
                <a:xfrm>
                  <a:off x="6607588" y="4792532"/>
                  <a:ext cx="7704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1" name="Ink 30">
                  <a:extLst>
                    <a:ext uri="{FF2B5EF4-FFF2-40B4-BE49-F238E27FC236}">
                      <a16:creationId xmlns:a16="http://schemas.microsoft.com/office/drawing/2014/main" id="{90ABFC02-6E1C-3682-ADCC-44624EF6CAF0}"/>
                    </a:ext>
                  </a:extLst>
                </p14:cNvPr>
                <p14:cNvContentPartPr/>
                <p14:nvPr/>
              </p14:nvContentPartPr>
              <p14:xfrm>
                <a:off x="4650628" y="4901612"/>
                <a:ext cx="203400" cy="175320"/>
              </p14:xfrm>
            </p:contentPart>
          </mc:Choice>
          <mc:Fallback>
            <p:pic>
              <p:nvPicPr>
                <p:cNvPr id="31" name="Ink 30">
                  <a:extLst>
                    <a:ext uri="{FF2B5EF4-FFF2-40B4-BE49-F238E27FC236}">
                      <a16:creationId xmlns:a16="http://schemas.microsoft.com/office/drawing/2014/main" id="{90ABFC02-6E1C-3682-ADCC-44624EF6CAF0}"/>
                    </a:ext>
                  </a:extLst>
                </p:cNvPr>
                <p:cNvPicPr/>
                <p:nvPr/>
              </p:nvPicPr>
              <p:blipFill>
                <a:blip r:embed="rId66"/>
                <a:stretch>
                  <a:fillRect/>
                </a:stretch>
              </p:blipFill>
              <p:spPr>
                <a:xfrm>
                  <a:off x="4641988" y="4892972"/>
                  <a:ext cx="221040" cy="19296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2" name="Ink 31">
                  <a:extLst>
                    <a:ext uri="{FF2B5EF4-FFF2-40B4-BE49-F238E27FC236}">
                      <a16:creationId xmlns:a16="http://schemas.microsoft.com/office/drawing/2014/main" id="{84EA06A1-A9AD-FB6B-AF27-72BC455A97AE}"/>
                    </a:ext>
                  </a:extLst>
                </p14:cNvPr>
                <p14:cNvContentPartPr/>
                <p14:nvPr/>
              </p14:nvContentPartPr>
              <p14:xfrm>
                <a:off x="4623988" y="4810532"/>
                <a:ext cx="370080" cy="403200"/>
              </p14:xfrm>
            </p:contentPart>
          </mc:Choice>
          <mc:Fallback>
            <p:pic>
              <p:nvPicPr>
                <p:cNvPr id="32" name="Ink 31">
                  <a:extLst>
                    <a:ext uri="{FF2B5EF4-FFF2-40B4-BE49-F238E27FC236}">
                      <a16:creationId xmlns:a16="http://schemas.microsoft.com/office/drawing/2014/main" id="{84EA06A1-A9AD-FB6B-AF27-72BC455A97AE}"/>
                    </a:ext>
                  </a:extLst>
                </p:cNvPr>
                <p:cNvPicPr/>
                <p:nvPr/>
              </p:nvPicPr>
              <p:blipFill>
                <a:blip r:embed="rId68"/>
                <a:stretch>
                  <a:fillRect/>
                </a:stretch>
              </p:blipFill>
              <p:spPr>
                <a:xfrm>
                  <a:off x="4615348" y="4801532"/>
                  <a:ext cx="387720" cy="42084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7" name="Ink 36">
                  <a:extLst>
                    <a:ext uri="{FF2B5EF4-FFF2-40B4-BE49-F238E27FC236}">
                      <a16:creationId xmlns:a16="http://schemas.microsoft.com/office/drawing/2014/main" id="{714ED223-1DD3-E8AB-5691-B93D6F8FD509}"/>
                    </a:ext>
                  </a:extLst>
                </p14:cNvPr>
                <p14:cNvContentPartPr/>
                <p14:nvPr/>
              </p14:nvContentPartPr>
              <p14:xfrm>
                <a:off x="5243188" y="4768052"/>
                <a:ext cx="164520" cy="241200"/>
              </p14:xfrm>
            </p:contentPart>
          </mc:Choice>
          <mc:Fallback>
            <p:pic>
              <p:nvPicPr>
                <p:cNvPr id="37" name="Ink 36">
                  <a:extLst>
                    <a:ext uri="{FF2B5EF4-FFF2-40B4-BE49-F238E27FC236}">
                      <a16:creationId xmlns:a16="http://schemas.microsoft.com/office/drawing/2014/main" id="{714ED223-1DD3-E8AB-5691-B93D6F8FD509}"/>
                    </a:ext>
                  </a:extLst>
                </p:cNvPr>
                <p:cNvPicPr/>
                <p:nvPr/>
              </p:nvPicPr>
              <p:blipFill>
                <a:blip r:embed="rId70"/>
                <a:stretch>
                  <a:fillRect/>
                </a:stretch>
              </p:blipFill>
              <p:spPr>
                <a:xfrm>
                  <a:off x="5234548" y="4759412"/>
                  <a:ext cx="18216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8" name="Ink 37">
                  <a:extLst>
                    <a:ext uri="{FF2B5EF4-FFF2-40B4-BE49-F238E27FC236}">
                      <a16:creationId xmlns:a16="http://schemas.microsoft.com/office/drawing/2014/main" id="{D420F3EB-C71E-ADF4-213E-A236EE053D08}"/>
                    </a:ext>
                  </a:extLst>
                </p14:cNvPr>
                <p14:cNvContentPartPr/>
                <p14:nvPr/>
              </p14:nvContentPartPr>
              <p14:xfrm>
                <a:off x="5480068" y="4724492"/>
                <a:ext cx="335880" cy="280440"/>
              </p14:xfrm>
            </p:contentPart>
          </mc:Choice>
          <mc:Fallback>
            <p:pic>
              <p:nvPicPr>
                <p:cNvPr id="38" name="Ink 37">
                  <a:extLst>
                    <a:ext uri="{FF2B5EF4-FFF2-40B4-BE49-F238E27FC236}">
                      <a16:creationId xmlns:a16="http://schemas.microsoft.com/office/drawing/2014/main" id="{D420F3EB-C71E-ADF4-213E-A236EE053D08}"/>
                    </a:ext>
                  </a:extLst>
                </p:cNvPr>
                <p:cNvPicPr/>
                <p:nvPr/>
              </p:nvPicPr>
              <p:blipFill>
                <a:blip r:embed="rId72"/>
                <a:stretch>
                  <a:fillRect/>
                </a:stretch>
              </p:blipFill>
              <p:spPr>
                <a:xfrm>
                  <a:off x="5471428" y="4715492"/>
                  <a:ext cx="353520" cy="29808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39" name="Ink 38">
                  <a:extLst>
                    <a:ext uri="{FF2B5EF4-FFF2-40B4-BE49-F238E27FC236}">
                      <a16:creationId xmlns:a16="http://schemas.microsoft.com/office/drawing/2014/main" id="{2A23192D-B4B4-705E-F87E-9E15BBE776C6}"/>
                    </a:ext>
                  </a:extLst>
                </p14:cNvPr>
                <p14:cNvContentPartPr/>
                <p14:nvPr/>
              </p14:nvContentPartPr>
              <p14:xfrm>
                <a:off x="5874628" y="4885412"/>
                <a:ext cx="45720" cy="90360"/>
              </p14:xfrm>
            </p:contentPart>
          </mc:Choice>
          <mc:Fallback>
            <p:pic>
              <p:nvPicPr>
                <p:cNvPr id="39" name="Ink 38">
                  <a:extLst>
                    <a:ext uri="{FF2B5EF4-FFF2-40B4-BE49-F238E27FC236}">
                      <a16:creationId xmlns:a16="http://schemas.microsoft.com/office/drawing/2014/main" id="{2A23192D-B4B4-705E-F87E-9E15BBE776C6}"/>
                    </a:ext>
                  </a:extLst>
                </p:cNvPr>
                <p:cNvPicPr/>
                <p:nvPr/>
              </p:nvPicPr>
              <p:blipFill>
                <a:blip r:embed="rId74"/>
                <a:stretch>
                  <a:fillRect/>
                </a:stretch>
              </p:blipFill>
              <p:spPr>
                <a:xfrm>
                  <a:off x="5865628" y="4876412"/>
                  <a:ext cx="6336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0" name="Ink 39">
                  <a:extLst>
                    <a:ext uri="{FF2B5EF4-FFF2-40B4-BE49-F238E27FC236}">
                      <a16:creationId xmlns:a16="http://schemas.microsoft.com/office/drawing/2014/main" id="{2E52A8A4-67AA-4667-C723-085A3AD40D11}"/>
                    </a:ext>
                  </a:extLst>
                </p14:cNvPr>
                <p14:cNvContentPartPr/>
                <p14:nvPr/>
              </p14:nvContentPartPr>
              <p14:xfrm>
                <a:off x="5907028" y="4741772"/>
                <a:ext cx="13680" cy="41040"/>
              </p14:xfrm>
            </p:contentPart>
          </mc:Choice>
          <mc:Fallback>
            <p:pic>
              <p:nvPicPr>
                <p:cNvPr id="40" name="Ink 39">
                  <a:extLst>
                    <a:ext uri="{FF2B5EF4-FFF2-40B4-BE49-F238E27FC236}">
                      <a16:creationId xmlns:a16="http://schemas.microsoft.com/office/drawing/2014/main" id="{2E52A8A4-67AA-4667-C723-085A3AD40D11}"/>
                    </a:ext>
                  </a:extLst>
                </p:cNvPr>
                <p:cNvPicPr/>
                <p:nvPr/>
              </p:nvPicPr>
              <p:blipFill>
                <a:blip r:embed="rId76"/>
                <a:stretch>
                  <a:fillRect/>
                </a:stretch>
              </p:blipFill>
              <p:spPr>
                <a:xfrm>
                  <a:off x="5898388" y="4732772"/>
                  <a:ext cx="31320" cy="5868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1" name="Ink 40">
                  <a:extLst>
                    <a:ext uri="{FF2B5EF4-FFF2-40B4-BE49-F238E27FC236}">
                      <a16:creationId xmlns:a16="http://schemas.microsoft.com/office/drawing/2014/main" id="{75038AAF-60F8-5156-550E-C34B901EDB97}"/>
                    </a:ext>
                  </a:extLst>
                </p14:cNvPr>
                <p14:cNvContentPartPr/>
                <p14:nvPr/>
              </p14:nvContentPartPr>
              <p14:xfrm>
                <a:off x="5966428" y="4880732"/>
                <a:ext cx="191520" cy="94320"/>
              </p14:xfrm>
            </p:contentPart>
          </mc:Choice>
          <mc:Fallback>
            <p:pic>
              <p:nvPicPr>
                <p:cNvPr id="41" name="Ink 40">
                  <a:extLst>
                    <a:ext uri="{FF2B5EF4-FFF2-40B4-BE49-F238E27FC236}">
                      <a16:creationId xmlns:a16="http://schemas.microsoft.com/office/drawing/2014/main" id="{75038AAF-60F8-5156-550E-C34B901EDB97}"/>
                    </a:ext>
                  </a:extLst>
                </p:cNvPr>
                <p:cNvPicPr/>
                <p:nvPr/>
              </p:nvPicPr>
              <p:blipFill>
                <a:blip r:embed="rId78"/>
                <a:stretch>
                  <a:fillRect/>
                </a:stretch>
              </p:blipFill>
              <p:spPr>
                <a:xfrm>
                  <a:off x="5957788" y="4872092"/>
                  <a:ext cx="209160" cy="11196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2" name="Ink 41">
                  <a:extLst>
                    <a:ext uri="{FF2B5EF4-FFF2-40B4-BE49-F238E27FC236}">
                      <a16:creationId xmlns:a16="http://schemas.microsoft.com/office/drawing/2014/main" id="{F22F400C-8352-7DCB-A6CD-1B676F989B53}"/>
                    </a:ext>
                  </a:extLst>
                </p14:cNvPr>
                <p14:cNvContentPartPr/>
                <p14:nvPr/>
              </p14:nvContentPartPr>
              <p14:xfrm>
                <a:off x="6186388" y="4736012"/>
                <a:ext cx="138240" cy="222480"/>
              </p14:xfrm>
            </p:contentPart>
          </mc:Choice>
          <mc:Fallback>
            <p:pic>
              <p:nvPicPr>
                <p:cNvPr id="42" name="Ink 41">
                  <a:extLst>
                    <a:ext uri="{FF2B5EF4-FFF2-40B4-BE49-F238E27FC236}">
                      <a16:creationId xmlns:a16="http://schemas.microsoft.com/office/drawing/2014/main" id="{F22F400C-8352-7DCB-A6CD-1B676F989B53}"/>
                    </a:ext>
                  </a:extLst>
                </p:cNvPr>
                <p:cNvPicPr/>
                <p:nvPr/>
              </p:nvPicPr>
              <p:blipFill>
                <a:blip r:embed="rId80"/>
                <a:stretch>
                  <a:fillRect/>
                </a:stretch>
              </p:blipFill>
              <p:spPr>
                <a:xfrm>
                  <a:off x="6177388" y="4727372"/>
                  <a:ext cx="15588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3" name="Ink 42">
                  <a:extLst>
                    <a:ext uri="{FF2B5EF4-FFF2-40B4-BE49-F238E27FC236}">
                      <a16:creationId xmlns:a16="http://schemas.microsoft.com/office/drawing/2014/main" id="{413487E4-20A9-8249-90A7-E6368BE0D428}"/>
                    </a:ext>
                  </a:extLst>
                </p14:cNvPr>
                <p14:cNvContentPartPr/>
                <p14:nvPr/>
              </p14:nvContentPartPr>
              <p14:xfrm>
                <a:off x="4742068" y="5458532"/>
                <a:ext cx="156240" cy="132840"/>
              </p14:xfrm>
            </p:contentPart>
          </mc:Choice>
          <mc:Fallback>
            <p:pic>
              <p:nvPicPr>
                <p:cNvPr id="43" name="Ink 42">
                  <a:extLst>
                    <a:ext uri="{FF2B5EF4-FFF2-40B4-BE49-F238E27FC236}">
                      <a16:creationId xmlns:a16="http://schemas.microsoft.com/office/drawing/2014/main" id="{413487E4-20A9-8249-90A7-E6368BE0D428}"/>
                    </a:ext>
                  </a:extLst>
                </p:cNvPr>
                <p:cNvPicPr/>
                <p:nvPr/>
              </p:nvPicPr>
              <p:blipFill>
                <a:blip r:embed="rId82"/>
                <a:stretch>
                  <a:fillRect/>
                </a:stretch>
              </p:blipFill>
              <p:spPr>
                <a:xfrm>
                  <a:off x="4733428" y="5449532"/>
                  <a:ext cx="17388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4" name="Ink 43">
                  <a:extLst>
                    <a:ext uri="{FF2B5EF4-FFF2-40B4-BE49-F238E27FC236}">
                      <a16:creationId xmlns:a16="http://schemas.microsoft.com/office/drawing/2014/main" id="{5D64C16E-2480-11E1-647D-65BE032F1E7D}"/>
                    </a:ext>
                  </a:extLst>
                </p14:cNvPr>
                <p14:cNvContentPartPr/>
                <p14:nvPr/>
              </p14:nvContentPartPr>
              <p14:xfrm>
                <a:off x="4604188" y="5371412"/>
                <a:ext cx="454320" cy="351720"/>
              </p14:xfrm>
            </p:contentPart>
          </mc:Choice>
          <mc:Fallback>
            <p:pic>
              <p:nvPicPr>
                <p:cNvPr id="44" name="Ink 43">
                  <a:extLst>
                    <a:ext uri="{FF2B5EF4-FFF2-40B4-BE49-F238E27FC236}">
                      <a16:creationId xmlns:a16="http://schemas.microsoft.com/office/drawing/2014/main" id="{5D64C16E-2480-11E1-647D-65BE032F1E7D}"/>
                    </a:ext>
                  </a:extLst>
                </p:cNvPr>
                <p:cNvPicPr/>
                <p:nvPr/>
              </p:nvPicPr>
              <p:blipFill>
                <a:blip r:embed="rId84"/>
                <a:stretch>
                  <a:fillRect/>
                </a:stretch>
              </p:blipFill>
              <p:spPr>
                <a:xfrm>
                  <a:off x="4595188" y="5362772"/>
                  <a:ext cx="471960" cy="36936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5" name="Ink 44">
                  <a:extLst>
                    <a:ext uri="{FF2B5EF4-FFF2-40B4-BE49-F238E27FC236}">
                      <a16:creationId xmlns:a16="http://schemas.microsoft.com/office/drawing/2014/main" id="{D9606C1E-6728-6C88-FC26-E9D57D457434}"/>
                    </a:ext>
                  </a:extLst>
                </p14:cNvPr>
                <p14:cNvContentPartPr/>
                <p14:nvPr/>
              </p14:nvContentPartPr>
              <p14:xfrm>
                <a:off x="5231668" y="5338652"/>
                <a:ext cx="342000" cy="298800"/>
              </p14:xfrm>
            </p:contentPart>
          </mc:Choice>
          <mc:Fallback>
            <p:pic>
              <p:nvPicPr>
                <p:cNvPr id="45" name="Ink 44">
                  <a:extLst>
                    <a:ext uri="{FF2B5EF4-FFF2-40B4-BE49-F238E27FC236}">
                      <a16:creationId xmlns:a16="http://schemas.microsoft.com/office/drawing/2014/main" id="{D9606C1E-6728-6C88-FC26-E9D57D457434}"/>
                    </a:ext>
                  </a:extLst>
                </p:cNvPr>
                <p:cNvPicPr/>
                <p:nvPr/>
              </p:nvPicPr>
              <p:blipFill>
                <a:blip r:embed="rId86"/>
                <a:stretch>
                  <a:fillRect/>
                </a:stretch>
              </p:blipFill>
              <p:spPr>
                <a:xfrm>
                  <a:off x="5223028" y="5329652"/>
                  <a:ext cx="359640" cy="31644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6" name="Ink 45">
                  <a:extLst>
                    <a:ext uri="{FF2B5EF4-FFF2-40B4-BE49-F238E27FC236}">
                      <a16:creationId xmlns:a16="http://schemas.microsoft.com/office/drawing/2014/main" id="{4201400C-FD6D-671C-6432-6C0CCD789EB3}"/>
                    </a:ext>
                  </a:extLst>
                </p14:cNvPr>
                <p14:cNvContentPartPr/>
                <p14:nvPr/>
              </p14:nvContentPartPr>
              <p14:xfrm>
                <a:off x="5527588" y="5331092"/>
                <a:ext cx="31320" cy="17280"/>
              </p14:xfrm>
            </p:contentPart>
          </mc:Choice>
          <mc:Fallback>
            <p:pic>
              <p:nvPicPr>
                <p:cNvPr id="46" name="Ink 45">
                  <a:extLst>
                    <a:ext uri="{FF2B5EF4-FFF2-40B4-BE49-F238E27FC236}">
                      <a16:creationId xmlns:a16="http://schemas.microsoft.com/office/drawing/2014/main" id="{4201400C-FD6D-671C-6432-6C0CCD789EB3}"/>
                    </a:ext>
                  </a:extLst>
                </p:cNvPr>
                <p:cNvPicPr/>
                <p:nvPr/>
              </p:nvPicPr>
              <p:blipFill>
                <a:blip r:embed="rId88"/>
                <a:stretch>
                  <a:fillRect/>
                </a:stretch>
              </p:blipFill>
              <p:spPr>
                <a:xfrm>
                  <a:off x="5518948" y="5322092"/>
                  <a:ext cx="48960" cy="3492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7" name="Ink 46">
                  <a:extLst>
                    <a:ext uri="{FF2B5EF4-FFF2-40B4-BE49-F238E27FC236}">
                      <a16:creationId xmlns:a16="http://schemas.microsoft.com/office/drawing/2014/main" id="{EBB3F4D3-F6C5-F5F2-8858-9823F904BA52}"/>
                    </a:ext>
                  </a:extLst>
                </p14:cNvPr>
                <p14:cNvContentPartPr/>
                <p14:nvPr/>
              </p14:nvContentPartPr>
              <p14:xfrm>
                <a:off x="5610028" y="5473292"/>
                <a:ext cx="167760" cy="89640"/>
              </p14:xfrm>
            </p:contentPart>
          </mc:Choice>
          <mc:Fallback>
            <p:pic>
              <p:nvPicPr>
                <p:cNvPr id="47" name="Ink 46">
                  <a:extLst>
                    <a:ext uri="{FF2B5EF4-FFF2-40B4-BE49-F238E27FC236}">
                      <a16:creationId xmlns:a16="http://schemas.microsoft.com/office/drawing/2014/main" id="{EBB3F4D3-F6C5-F5F2-8858-9823F904BA52}"/>
                    </a:ext>
                  </a:extLst>
                </p:cNvPr>
                <p:cNvPicPr/>
                <p:nvPr/>
              </p:nvPicPr>
              <p:blipFill>
                <a:blip r:embed="rId90"/>
                <a:stretch>
                  <a:fillRect/>
                </a:stretch>
              </p:blipFill>
              <p:spPr>
                <a:xfrm>
                  <a:off x="5601388" y="5464292"/>
                  <a:ext cx="18540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8" name="Ink 47">
                  <a:extLst>
                    <a:ext uri="{FF2B5EF4-FFF2-40B4-BE49-F238E27FC236}">
                      <a16:creationId xmlns:a16="http://schemas.microsoft.com/office/drawing/2014/main" id="{031CE06F-A716-8D42-EC2E-EC7AAC2EF567}"/>
                    </a:ext>
                  </a:extLst>
                </p14:cNvPr>
                <p14:cNvContentPartPr/>
                <p14:nvPr/>
              </p14:nvContentPartPr>
              <p14:xfrm>
                <a:off x="5802988" y="5335772"/>
                <a:ext cx="118800" cy="173520"/>
              </p14:xfrm>
            </p:contentPart>
          </mc:Choice>
          <mc:Fallback>
            <p:pic>
              <p:nvPicPr>
                <p:cNvPr id="48" name="Ink 47">
                  <a:extLst>
                    <a:ext uri="{FF2B5EF4-FFF2-40B4-BE49-F238E27FC236}">
                      <a16:creationId xmlns:a16="http://schemas.microsoft.com/office/drawing/2014/main" id="{031CE06F-A716-8D42-EC2E-EC7AAC2EF567}"/>
                    </a:ext>
                  </a:extLst>
                </p:cNvPr>
                <p:cNvPicPr/>
                <p:nvPr/>
              </p:nvPicPr>
              <p:blipFill>
                <a:blip r:embed="rId92"/>
                <a:stretch>
                  <a:fillRect/>
                </a:stretch>
              </p:blipFill>
              <p:spPr>
                <a:xfrm>
                  <a:off x="5794348" y="5326772"/>
                  <a:ext cx="13644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49" name="Ink 48">
                  <a:extLst>
                    <a:ext uri="{FF2B5EF4-FFF2-40B4-BE49-F238E27FC236}">
                      <a16:creationId xmlns:a16="http://schemas.microsoft.com/office/drawing/2014/main" id="{66781005-B907-A521-7F28-B2FD663955B7}"/>
                    </a:ext>
                  </a:extLst>
                </p14:cNvPr>
                <p14:cNvContentPartPr/>
                <p14:nvPr/>
              </p14:nvContentPartPr>
              <p14:xfrm>
                <a:off x="6283228" y="5342612"/>
                <a:ext cx="352800" cy="163440"/>
              </p14:xfrm>
            </p:contentPart>
          </mc:Choice>
          <mc:Fallback>
            <p:pic>
              <p:nvPicPr>
                <p:cNvPr id="49" name="Ink 48">
                  <a:extLst>
                    <a:ext uri="{FF2B5EF4-FFF2-40B4-BE49-F238E27FC236}">
                      <a16:creationId xmlns:a16="http://schemas.microsoft.com/office/drawing/2014/main" id="{66781005-B907-A521-7F28-B2FD663955B7}"/>
                    </a:ext>
                  </a:extLst>
                </p:cNvPr>
                <p:cNvPicPr/>
                <p:nvPr/>
              </p:nvPicPr>
              <p:blipFill>
                <a:blip r:embed="rId94"/>
                <a:stretch>
                  <a:fillRect/>
                </a:stretch>
              </p:blipFill>
              <p:spPr>
                <a:xfrm>
                  <a:off x="6274228" y="5333972"/>
                  <a:ext cx="37044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0" name="Ink 49">
                  <a:extLst>
                    <a:ext uri="{FF2B5EF4-FFF2-40B4-BE49-F238E27FC236}">
                      <a16:creationId xmlns:a16="http://schemas.microsoft.com/office/drawing/2014/main" id="{649D3F7A-FE3E-BCC9-FCBE-3E08174594C0}"/>
                    </a:ext>
                  </a:extLst>
                </p14:cNvPr>
                <p14:cNvContentPartPr/>
                <p14:nvPr/>
              </p14:nvContentPartPr>
              <p14:xfrm>
                <a:off x="6696508" y="5334692"/>
                <a:ext cx="145440" cy="340560"/>
              </p14:xfrm>
            </p:contentPart>
          </mc:Choice>
          <mc:Fallback>
            <p:pic>
              <p:nvPicPr>
                <p:cNvPr id="50" name="Ink 49">
                  <a:extLst>
                    <a:ext uri="{FF2B5EF4-FFF2-40B4-BE49-F238E27FC236}">
                      <a16:creationId xmlns:a16="http://schemas.microsoft.com/office/drawing/2014/main" id="{649D3F7A-FE3E-BCC9-FCBE-3E08174594C0}"/>
                    </a:ext>
                  </a:extLst>
                </p:cNvPr>
                <p:cNvPicPr/>
                <p:nvPr/>
              </p:nvPicPr>
              <p:blipFill>
                <a:blip r:embed="rId96"/>
                <a:stretch>
                  <a:fillRect/>
                </a:stretch>
              </p:blipFill>
              <p:spPr>
                <a:xfrm>
                  <a:off x="6687508" y="5325692"/>
                  <a:ext cx="163080" cy="35820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1" name="Ink 50">
                  <a:extLst>
                    <a:ext uri="{FF2B5EF4-FFF2-40B4-BE49-F238E27FC236}">
                      <a16:creationId xmlns:a16="http://schemas.microsoft.com/office/drawing/2014/main" id="{A8F95A1B-4B35-188C-4169-62B55976B0BB}"/>
                    </a:ext>
                  </a:extLst>
                </p14:cNvPr>
                <p14:cNvContentPartPr/>
                <p14:nvPr/>
              </p14:nvContentPartPr>
              <p14:xfrm>
                <a:off x="6941308" y="5158292"/>
                <a:ext cx="177480" cy="333720"/>
              </p14:xfrm>
            </p:contentPart>
          </mc:Choice>
          <mc:Fallback>
            <p:pic>
              <p:nvPicPr>
                <p:cNvPr id="51" name="Ink 50">
                  <a:extLst>
                    <a:ext uri="{FF2B5EF4-FFF2-40B4-BE49-F238E27FC236}">
                      <a16:creationId xmlns:a16="http://schemas.microsoft.com/office/drawing/2014/main" id="{A8F95A1B-4B35-188C-4169-62B55976B0BB}"/>
                    </a:ext>
                  </a:extLst>
                </p:cNvPr>
                <p:cNvPicPr/>
                <p:nvPr/>
              </p:nvPicPr>
              <p:blipFill>
                <a:blip r:embed="rId98"/>
                <a:stretch>
                  <a:fillRect/>
                </a:stretch>
              </p:blipFill>
              <p:spPr>
                <a:xfrm>
                  <a:off x="6932668" y="5149652"/>
                  <a:ext cx="195120" cy="35136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2" name="Ink 51">
                  <a:extLst>
                    <a:ext uri="{FF2B5EF4-FFF2-40B4-BE49-F238E27FC236}">
                      <a16:creationId xmlns:a16="http://schemas.microsoft.com/office/drawing/2014/main" id="{34DFA283-9983-4484-4A52-FB800A307816}"/>
                    </a:ext>
                  </a:extLst>
                </p14:cNvPr>
                <p14:cNvContentPartPr/>
                <p14:nvPr/>
              </p14:nvContentPartPr>
              <p14:xfrm>
                <a:off x="7196188" y="5293652"/>
                <a:ext cx="131040" cy="136440"/>
              </p14:xfrm>
            </p:contentPart>
          </mc:Choice>
          <mc:Fallback>
            <p:pic>
              <p:nvPicPr>
                <p:cNvPr id="52" name="Ink 51">
                  <a:extLst>
                    <a:ext uri="{FF2B5EF4-FFF2-40B4-BE49-F238E27FC236}">
                      <a16:creationId xmlns:a16="http://schemas.microsoft.com/office/drawing/2014/main" id="{34DFA283-9983-4484-4A52-FB800A307816}"/>
                    </a:ext>
                  </a:extLst>
                </p:cNvPr>
                <p:cNvPicPr/>
                <p:nvPr/>
              </p:nvPicPr>
              <p:blipFill>
                <a:blip r:embed="rId100"/>
                <a:stretch>
                  <a:fillRect/>
                </a:stretch>
              </p:blipFill>
              <p:spPr>
                <a:xfrm>
                  <a:off x="7187188" y="5285012"/>
                  <a:ext cx="14868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3" name="Ink 52">
                  <a:extLst>
                    <a:ext uri="{FF2B5EF4-FFF2-40B4-BE49-F238E27FC236}">
                      <a16:creationId xmlns:a16="http://schemas.microsoft.com/office/drawing/2014/main" id="{E48E7171-5903-7435-A4CB-06C40621ED17}"/>
                    </a:ext>
                  </a:extLst>
                </p14:cNvPr>
                <p14:cNvContentPartPr/>
                <p14:nvPr/>
              </p14:nvContentPartPr>
              <p14:xfrm>
                <a:off x="7394908" y="5236052"/>
                <a:ext cx="89640" cy="265320"/>
              </p14:xfrm>
            </p:contentPart>
          </mc:Choice>
          <mc:Fallback>
            <p:pic>
              <p:nvPicPr>
                <p:cNvPr id="53" name="Ink 52">
                  <a:extLst>
                    <a:ext uri="{FF2B5EF4-FFF2-40B4-BE49-F238E27FC236}">
                      <a16:creationId xmlns:a16="http://schemas.microsoft.com/office/drawing/2014/main" id="{E48E7171-5903-7435-A4CB-06C40621ED17}"/>
                    </a:ext>
                  </a:extLst>
                </p:cNvPr>
                <p:cNvPicPr/>
                <p:nvPr/>
              </p:nvPicPr>
              <p:blipFill>
                <a:blip r:embed="rId102"/>
                <a:stretch>
                  <a:fillRect/>
                </a:stretch>
              </p:blipFill>
              <p:spPr>
                <a:xfrm>
                  <a:off x="7386268" y="5227052"/>
                  <a:ext cx="107280" cy="28296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4" name="Ink 53">
                  <a:extLst>
                    <a:ext uri="{FF2B5EF4-FFF2-40B4-BE49-F238E27FC236}">
                      <a16:creationId xmlns:a16="http://schemas.microsoft.com/office/drawing/2014/main" id="{8021ACB4-6288-A908-6CA1-6FCB1AF10C6A}"/>
                    </a:ext>
                  </a:extLst>
                </p14:cNvPr>
                <p14:cNvContentPartPr/>
                <p14:nvPr/>
              </p14:nvContentPartPr>
              <p14:xfrm>
                <a:off x="7568068" y="5249372"/>
                <a:ext cx="159120" cy="142920"/>
              </p14:xfrm>
            </p:contentPart>
          </mc:Choice>
          <mc:Fallback>
            <p:pic>
              <p:nvPicPr>
                <p:cNvPr id="54" name="Ink 53">
                  <a:extLst>
                    <a:ext uri="{FF2B5EF4-FFF2-40B4-BE49-F238E27FC236}">
                      <a16:creationId xmlns:a16="http://schemas.microsoft.com/office/drawing/2014/main" id="{8021ACB4-6288-A908-6CA1-6FCB1AF10C6A}"/>
                    </a:ext>
                  </a:extLst>
                </p:cNvPr>
                <p:cNvPicPr/>
                <p:nvPr/>
              </p:nvPicPr>
              <p:blipFill>
                <a:blip r:embed="rId104"/>
                <a:stretch>
                  <a:fillRect/>
                </a:stretch>
              </p:blipFill>
              <p:spPr>
                <a:xfrm>
                  <a:off x="7559428" y="5240372"/>
                  <a:ext cx="17676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67" name="Ink 66">
                  <a:extLst>
                    <a:ext uri="{FF2B5EF4-FFF2-40B4-BE49-F238E27FC236}">
                      <a16:creationId xmlns:a16="http://schemas.microsoft.com/office/drawing/2014/main" id="{508CBB59-F8EA-5A52-C456-EBB368934ED8}"/>
                    </a:ext>
                  </a:extLst>
                </p14:cNvPr>
                <p14:cNvContentPartPr/>
                <p14:nvPr/>
              </p14:nvContentPartPr>
              <p14:xfrm>
                <a:off x="9841468" y="2591492"/>
                <a:ext cx="205560" cy="240120"/>
              </p14:xfrm>
            </p:contentPart>
          </mc:Choice>
          <mc:Fallback>
            <p:pic>
              <p:nvPicPr>
                <p:cNvPr id="67" name="Ink 66">
                  <a:extLst>
                    <a:ext uri="{FF2B5EF4-FFF2-40B4-BE49-F238E27FC236}">
                      <a16:creationId xmlns:a16="http://schemas.microsoft.com/office/drawing/2014/main" id="{508CBB59-F8EA-5A52-C456-EBB368934ED8}"/>
                    </a:ext>
                  </a:extLst>
                </p:cNvPr>
                <p:cNvPicPr/>
                <p:nvPr/>
              </p:nvPicPr>
              <p:blipFill>
                <a:blip r:embed="rId106"/>
                <a:stretch>
                  <a:fillRect/>
                </a:stretch>
              </p:blipFill>
              <p:spPr>
                <a:xfrm>
                  <a:off x="9832468" y="2582852"/>
                  <a:ext cx="223200" cy="25776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68" name="Ink 67">
                  <a:extLst>
                    <a:ext uri="{FF2B5EF4-FFF2-40B4-BE49-F238E27FC236}">
                      <a16:creationId xmlns:a16="http://schemas.microsoft.com/office/drawing/2014/main" id="{3F7926A9-CE5D-2417-B08B-7299F92E4A32}"/>
                    </a:ext>
                  </a:extLst>
                </p14:cNvPr>
                <p14:cNvContentPartPr/>
                <p14:nvPr/>
              </p14:nvContentPartPr>
              <p14:xfrm>
                <a:off x="10137028" y="2649452"/>
                <a:ext cx="6840" cy="196560"/>
              </p14:xfrm>
            </p:contentPart>
          </mc:Choice>
          <mc:Fallback>
            <p:pic>
              <p:nvPicPr>
                <p:cNvPr id="68" name="Ink 67">
                  <a:extLst>
                    <a:ext uri="{FF2B5EF4-FFF2-40B4-BE49-F238E27FC236}">
                      <a16:creationId xmlns:a16="http://schemas.microsoft.com/office/drawing/2014/main" id="{3F7926A9-CE5D-2417-B08B-7299F92E4A32}"/>
                    </a:ext>
                  </a:extLst>
                </p:cNvPr>
                <p:cNvPicPr/>
                <p:nvPr/>
              </p:nvPicPr>
              <p:blipFill>
                <a:blip r:embed="rId108"/>
                <a:stretch>
                  <a:fillRect/>
                </a:stretch>
              </p:blipFill>
              <p:spPr>
                <a:xfrm>
                  <a:off x="10128388" y="2640812"/>
                  <a:ext cx="24480" cy="21420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69" name="Ink 68">
                  <a:extLst>
                    <a:ext uri="{FF2B5EF4-FFF2-40B4-BE49-F238E27FC236}">
                      <a16:creationId xmlns:a16="http://schemas.microsoft.com/office/drawing/2014/main" id="{6B94CDF5-3DA6-22F9-5E8C-BE97DA52C56F}"/>
                    </a:ext>
                  </a:extLst>
                </p14:cNvPr>
                <p14:cNvContentPartPr/>
                <p14:nvPr/>
              </p14:nvContentPartPr>
              <p14:xfrm>
                <a:off x="10149988" y="2611292"/>
                <a:ext cx="171000" cy="225720"/>
              </p14:xfrm>
            </p:contentPart>
          </mc:Choice>
          <mc:Fallback>
            <p:pic>
              <p:nvPicPr>
                <p:cNvPr id="69" name="Ink 68">
                  <a:extLst>
                    <a:ext uri="{FF2B5EF4-FFF2-40B4-BE49-F238E27FC236}">
                      <a16:creationId xmlns:a16="http://schemas.microsoft.com/office/drawing/2014/main" id="{6B94CDF5-3DA6-22F9-5E8C-BE97DA52C56F}"/>
                    </a:ext>
                  </a:extLst>
                </p:cNvPr>
                <p:cNvPicPr/>
                <p:nvPr/>
              </p:nvPicPr>
              <p:blipFill>
                <a:blip r:embed="rId110"/>
                <a:stretch>
                  <a:fillRect/>
                </a:stretch>
              </p:blipFill>
              <p:spPr>
                <a:xfrm>
                  <a:off x="10141348" y="2602292"/>
                  <a:ext cx="188640" cy="24336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70" name="Ink 69">
                  <a:extLst>
                    <a:ext uri="{FF2B5EF4-FFF2-40B4-BE49-F238E27FC236}">
                      <a16:creationId xmlns:a16="http://schemas.microsoft.com/office/drawing/2014/main" id="{7E299347-9802-6826-43B7-0BBE58322D49}"/>
                    </a:ext>
                  </a:extLst>
                </p14:cNvPr>
                <p14:cNvContentPartPr/>
                <p14:nvPr/>
              </p14:nvContentPartPr>
              <p14:xfrm>
                <a:off x="10381108" y="2678612"/>
                <a:ext cx="455040" cy="195120"/>
              </p14:xfrm>
            </p:contentPart>
          </mc:Choice>
          <mc:Fallback>
            <p:pic>
              <p:nvPicPr>
                <p:cNvPr id="70" name="Ink 69">
                  <a:extLst>
                    <a:ext uri="{FF2B5EF4-FFF2-40B4-BE49-F238E27FC236}">
                      <a16:creationId xmlns:a16="http://schemas.microsoft.com/office/drawing/2014/main" id="{7E299347-9802-6826-43B7-0BBE58322D49}"/>
                    </a:ext>
                  </a:extLst>
                </p:cNvPr>
                <p:cNvPicPr/>
                <p:nvPr/>
              </p:nvPicPr>
              <p:blipFill>
                <a:blip r:embed="rId112"/>
                <a:stretch>
                  <a:fillRect/>
                </a:stretch>
              </p:blipFill>
              <p:spPr>
                <a:xfrm>
                  <a:off x="10372108" y="2669972"/>
                  <a:ext cx="47268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72" name="Ink 71">
                  <a:extLst>
                    <a:ext uri="{FF2B5EF4-FFF2-40B4-BE49-F238E27FC236}">
                      <a16:creationId xmlns:a16="http://schemas.microsoft.com/office/drawing/2014/main" id="{0366BABF-7C49-6CBD-6B7D-F4A06F3DEF58}"/>
                    </a:ext>
                  </a:extLst>
                </p14:cNvPr>
                <p14:cNvContentPartPr/>
                <p14:nvPr/>
              </p14:nvContentPartPr>
              <p14:xfrm>
                <a:off x="6201868" y="3890732"/>
                <a:ext cx="204120" cy="301320"/>
              </p14:xfrm>
            </p:contentPart>
          </mc:Choice>
          <mc:Fallback>
            <p:pic>
              <p:nvPicPr>
                <p:cNvPr id="72" name="Ink 71">
                  <a:extLst>
                    <a:ext uri="{FF2B5EF4-FFF2-40B4-BE49-F238E27FC236}">
                      <a16:creationId xmlns:a16="http://schemas.microsoft.com/office/drawing/2014/main" id="{0366BABF-7C49-6CBD-6B7D-F4A06F3DEF58}"/>
                    </a:ext>
                  </a:extLst>
                </p:cNvPr>
                <p:cNvPicPr/>
                <p:nvPr/>
              </p:nvPicPr>
              <p:blipFill>
                <a:blip r:embed="rId114"/>
                <a:stretch>
                  <a:fillRect/>
                </a:stretch>
              </p:blipFill>
              <p:spPr>
                <a:xfrm>
                  <a:off x="6192868" y="3881732"/>
                  <a:ext cx="221760" cy="31896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3" name="Ink 72">
                  <a:extLst>
                    <a:ext uri="{FF2B5EF4-FFF2-40B4-BE49-F238E27FC236}">
                      <a16:creationId xmlns:a16="http://schemas.microsoft.com/office/drawing/2014/main" id="{0386A432-D57F-BC35-A175-C70C1B11EACF}"/>
                    </a:ext>
                  </a:extLst>
                </p14:cNvPr>
                <p14:cNvContentPartPr/>
                <p14:nvPr/>
              </p14:nvContentPartPr>
              <p14:xfrm>
                <a:off x="6479428" y="3890732"/>
                <a:ext cx="27000" cy="145080"/>
              </p14:xfrm>
            </p:contentPart>
          </mc:Choice>
          <mc:Fallback>
            <p:pic>
              <p:nvPicPr>
                <p:cNvPr id="73" name="Ink 72">
                  <a:extLst>
                    <a:ext uri="{FF2B5EF4-FFF2-40B4-BE49-F238E27FC236}">
                      <a16:creationId xmlns:a16="http://schemas.microsoft.com/office/drawing/2014/main" id="{0386A432-D57F-BC35-A175-C70C1B11EACF}"/>
                    </a:ext>
                  </a:extLst>
                </p:cNvPr>
                <p:cNvPicPr/>
                <p:nvPr/>
              </p:nvPicPr>
              <p:blipFill>
                <a:blip r:embed="rId116"/>
                <a:stretch>
                  <a:fillRect/>
                </a:stretch>
              </p:blipFill>
              <p:spPr>
                <a:xfrm>
                  <a:off x="6470788" y="3881732"/>
                  <a:ext cx="4464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74" name="Ink 73">
                  <a:extLst>
                    <a:ext uri="{FF2B5EF4-FFF2-40B4-BE49-F238E27FC236}">
                      <a16:creationId xmlns:a16="http://schemas.microsoft.com/office/drawing/2014/main" id="{EAE6D9D9-5071-B058-2D71-07EE8D1324D4}"/>
                    </a:ext>
                  </a:extLst>
                </p14:cNvPr>
                <p14:cNvContentPartPr/>
                <p14:nvPr/>
              </p14:nvContentPartPr>
              <p14:xfrm>
                <a:off x="6485548" y="3709652"/>
                <a:ext cx="13680" cy="46800"/>
              </p14:xfrm>
            </p:contentPart>
          </mc:Choice>
          <mc:Fallback>
            <p:pic>
              <p:nvPicPr>
                <p:cNvPr id="74" name="Ink 73">
                  <a:extLst>
                    <a:ext uri="{FF2B5EF4-FFF2-40B4-BE49-F238E27FC236}">
                      <a16:creationId xmlns:a16="http://schemas.microsoft.com/office/drawing/2014/main" id="{EAE6D9D9-5071-B058-2D71-07EE8D1324D4}"/>
                    </a:ext>
                  </a:extLst>
                </p:cNvPr>
                <p:cNvPicPr/>
                <p:nvPr/>
              </p:nvPicPr>
              <p:blipFill>
                <a:blip r:embed="rId118"/>
                <a:stretch>
                  <a:fillRect/>
                </a:stretch>
              </p:blipFill>
              <p:spPr>
                <a:xfrm>
                  <a:off x="6476908" y="3700652"/>
                  <a:ext cx="3132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75" name="Ink 74">
                  <a:extLst>
                    <a:ext uri="{FF2B5EF4-FFF2-40B4-BE49-F238E27FC236}">
                      <a16:creationId xmlns:a16="http://schemas.microsoft.com/office/drawing/2014/main" id="{5FD9B9A6-6099-7E1E-EB39-0D1972173FC2}"/>
                    </a:ext>
                  </a:extLst>
                </p14:cNvPr>
                <p14:cNvContentPartPr/>
                <p14:nvPr/>
              </p14:nvContentPartPr>
              <p14:xfrm>
                <a:off x="6604708" y="3782732"/>
                <a:ext cx="24480" cy="249840"/>
              </p14:xfrm>
            </p:contentPart>
          </mc:Choice>
          <mc:Fallback>
            <p:pic>
              <p:nvPicPr>
                <p:cNvPr id="75" name="Ink 74">
                  <a:extLst>
                    <a:ext uri="{FF2B5EF4-FFF2-40B4-BE49-F238E27FC236}">
                      <a16:creationId xmlns:a16="http://schemas.microsoft.com/office/drawing/2014/main" id="{5FD9B9A6-6099-7E1E-EB39-0D1972173FC2}"/>
                    </a:ext>
                  </a:extLst>
                </p:cNvPr>
                <p:cNvPicPr/>
                <p:nvPr/>
              </p:nvPicPr>
              <p:blipFill>
                <a:blip r:embed="rId120"/>
                <a:stretch>
                  <a:fillRect/>
                </a:stretch>
              </p:blipFill>
              <p:spPr>
                <a:xfrm>
                  <a:off x="6595708" y="3773732"/>
                  <a:ext cx="42120" cy="26748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76" name="Ink 75">
                  <a:extLst>
                    <a:ext uri="{FF2B5EF4-FFF2-40B4-BE49-F238E27FC236}">
                      <a16:creationId xmlns:a16="http://schemas.microsoft.com/office/drawing/2014/main" id="{ACE47B51-CE0F-E0D2-609D-44A17807A2D3}"/>
                    </a:ext>
                  </a:extLst>
                </p14:cNvPr>
                <p14:cNvContentPartPr/>
                <p14:nvPr/>
              </p14:nvContentPartPr>
              <p14:xfrm>
                <a:off x="6604708" y="3899732"/>
                <a:ext cx="102240" cy="27720"/>
              </p14:xfrm>
            </p:contentPart>
          </mc:Choice>
          <mc:Fallback>
            <p:pic>
              <p:nvPicPr>
                <p:cNvPr id="76" name="Ink 75">
                  <a:extLst>
                    <a:ext uri="{FF2B5EF4-FFF2-40B4-BE49-F238E27FC236}">
                      <a16:creationId xmlns:a16="http://schemas.microsoft.com/office/drawing/2014/main" id="{ACE47B51-CE0F-E0D2-609D-44A17807A2D3}"/>
                    </a:ext>
                  </a:extLst>
                </p:cNvPr>
                <p:cNvPicPr/>
                <p:nvPr/>
              </p:nvPicPr>
              <p:blipFill>
                <a:blip r:embed="rId122"/>
                <a:stretch>
                  <a:fillRect/>
                </a:stretch>
              </p:blipFill>
              <p:spPr>
                <a:xfrm>
                  <a:off x="6595708" y="3891092"/>
                  <a:ext cx="11988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80" name="Ink 79">
                  <a:extLst>
                    <a:ext uri="{FF2B5EF4-FFF2-40B4-BE49-F238E27FC236}">
                      <a16:creationId xmlns:a16="http://schemas.microsoft.com/office/drawing/2014/main" id="{BC25E3C3-AAE6-74E1-6219-41BDEC55E55D}"/>
                    </a:ext>
                  </a:extLst>
                </p14:cNvPr>
                <p14:cNvContentPartPr/>
                <p14:nvPr/>
              </p14:nvContentPartPr>
              <p14:xfrm>
                <a:off x="4164268" y="1674572"/>
                <a:ext cx="5756400" cy="3265920"/>
              </p14:xfrm>
            </p:contentPart>
          </mc:Choice>
          <mc:Fallback>
            <p:pic>
              <p:nvPicPr>
                <p:cNvPr id="80" name="Ink 79">
                  <a:extLst>
                    <a:ext uri="{FF2B5EF4-FFF2-40B4-BE49-F238E27FC236}">
                      <a16:creationId xmlns:a16="http://schemas.microsoft.com/office/drawing/2014/main" id="{BC25E3C3-AAE6-74E1-6219-41BDEC55E55D}"/>
                    </a:ext>
                  </a:extLst>
                </p:cNvPr>
                <p:cNvPicPr/>
                <p:nvPr/>
              </p:nvPicPr>
              <p:blipFill>
                <a:blip r:embed="rId124"/>
                <a:stretch>
                  <a:fillRect/>
                </a:stretch>
              </p:blipFill>
              <p:spPr>
                <a:xfrm>
                  <a:off x="4155268" y="1665932"/>
                  <a:ext cx="5774040" cy="328356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81" name="Ink 80">
                  <a:extLst>
                    <a:ext uri="{FF2B5EF4-FFF2-40B4-BE49-F238E27FC236}">
                      <a16:creationId xmlns:a16="http://schemas.microsoft.com/office/drawing/2014/main" id="{2A8F4E9C-8741-D552-6896-4076DB4C56C6}"/>
                    </a:ext>
                  </a:extLst>
                </p14:cNvPr>
                <p14:cNvContentPartPr/>
                <p14:nvPr/>
              </p14:nvContentPartPr>
              <p14:xfrm>
                <a:off x="9661828" y="1604732"/>
                <a:ext cx="425520" cy="237240"/>
              </p14:xfrm>
            </p:contentPart>
          </mc:Choice>
          <mc:Fallback>
            <p:pic>
              <p:nvPicPr>
                <p:cNvPr id="81" name="Ink 80">
                  <a:extLst>
                    <a:ext uri="{FF2B5EF4-FFF2-40B4-BE49-F238E27FC236}">
                      <a16:creationId xmlns:a16="http://schemas.microsoft.com/office/drawing/2014/main" id="{2A8F4E9C-8741-D552-6896-4076DB4C56C6}"/>
                    </a:ext>
                  </a:extLst>
                </p:cNvPr>
                <p:cNvPicPr/>
                <p:nvPr/>
              </p:nvPicPr>
              <p:blipFill>
                <a:blip r:embed="rId126"/>
                <a:stretch>
                  <a:fillRect/>
                </a:stretch>
              </p:blipFill>
              <p:spPr>
                <a:xfrm>
                  <a:off x="9652828" y="1596092"/>
                  <a:ext cx="443160" cy="254880"/>
                </a:xfrm>
                <a:prstGeom prst="rect">
                  <a:avLst/>
                </a:prstGeom>
              </p:spPr>
            </p:pic>
          </mc:Fallback>
        </mc:AlternateContent>
      </p:grpSp>
      <p:grpSp>
        <p:nvGrpSpPr>
          <p:cNvPr id="86" name="Group 85">
            <a:extLst>
              <a:ext uri="{FF2B5EF4-FFF2-40B4-BE49-F238E27FC236}">
                <a16:creationId xmlns:a16="http://schemas.microsoft.com/office/drawing/2014/main" id="{F78162C3-BAC9-E05C-72D1-86A0020E4D27}"/>
              </a:ext>
            </a:extLst>
          </p:cNvPr>
          <p:cNvGrpSpPr/>
          <p:nvPr/>
        </p:nvGrpSpPr>
        <p:grpSpPr>
          <a:xfrm>
            <a:off x="6735748" y="2448572"/>
            <a:ext cx="596520" cy="449280"/>
            <a:chOff x="6735748" y="2448572"/>
            <a:chExt cx="596520" cy="449280"/>
          </a:xfrm>
        </p:grpSpPr>
        <mc:AlternateContent xmlns:mc="http://schemas.openxmlformats.org/markup-compatibility/2006">
          <mc:Choice xmlns:p14="http://schemas.microsoft.com/office/powerpoint/2010/main" Requires="p14">
            <p:contentPart p14:bwMode="auto" r:id="rId127">
              <p14:nvContentPartPr>
                <p14:cNvPr id="83" name="Ink 82">
                  <a:extLst>
                    <a:ext uri="{FF2B5EF4-FFF2-40B4-BE49-F238E27FC236}">
                      <a16:creationId xmlns:a16="http://schemas.microsoft.com/office/drawing/2014/main" id="{BF7EFC20-8AEB-4E34-358F-1D921E4A651F}"/>
                    </a:ext>
                  </a:extLst>
                </p14:cNvPr>
                <p14:cNvContentPartPr/>
                <p14:nvPr/>
              </p14:nvContentPartPr>
              <p14:xfrm>
                <a:off x="6899908" y="2448572"/>
                <a:ext cx="241920" cy="394920"/>
              </p14:xfrm>
            </p:contentPart>
          </mc:Choice>
          <mc:Fallback>
            <p:pic>
              <p:nvPicPr>
                <p:cNvPr id="83" name="Ink 82">
                  <a:extLst>
                    <a:ext uri="{FF2B5EF4-FFF2-40B4-BE49-F238E27FC236}">
                      <a16:creationId xmlns:a16="http://schemas.microsoft.com/office/drawing/2014/main" id="{BF7EFC20-8AEB-4E34-358F-1D921E4A651F}"/>
                    </a:ext>
                  </a:extLst>
                </p:cNvPr>
                <p:cNvPicPr/>
                <p:nvPr/>
              </p:nvPicPr>
              <p:blipFill>
                <a:blip r:embed="rId128"/>
                <a:stretch>
                  <a:fillRect/>
                </a:stretch>
              </p:blipFill>
              <p:spPr>
                <a:xfrm>
                  <a:off x="6891268" y="2439932"/>
                  <a:ext cx="259560" cy="41256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84" name="Ink 83">
                  <a:extLst>
                    <a:ext uri="{FF2B5EF4-FFF2-40B4-BE49-F238E27FC236}">
                      <a16:creationId xmlns:a16="http://schemas.microsoft.com/office/drawing/2014/main" id="{ADF81845-A5E5-7B60-EC4F-F2AFB428AD71}"/>
                    </a:ext>
                  </a:extLst>
                </p14:cNvPr>
                <p14:cNvContentPartPr/>
                <p14:nvPr/>
              </p14:nvContentPartPr>
              <p14:xfrm>
                <a:off x="6735748" y="2486732"/>
                <a:ext cx="331200" cy="411120"/>
              </p14:xfrm>
            </p:contentPart>
          </mc:Choice>
          <mc:Fallback>
            <p:pic>
              <p:nvPicPr>
                <p:cNvPr id="84" name="Ink 83">
                  <a:extLst>
                    <a:ext uri="{FF2B5EF4-FFF2-40B4-BE49-F238E27FC236}">
                      <a16:creationId xmlns:a16="http://schemas.microsoft.com/office/drawing/2014/main" id="{ADF81845-A5E5-7B60-EC4F-F2AFB428AD71}"/>
                    </a:ext>
                  </a:extLst>
                </p:cNvPr>
                <p:cNvPicPr/>
                <p:nvPr/>
              </p:nvPicPr>
              <p:blipFill>
                <a:blip r:embed="rId130"/>
                <a:stretch>
                  <a:fillRect/>
                </a:stretch>
              </p:blipFill>
              <p:spPr>
                <a:xfrm>
                  <a:off x="6727108" y="2477732"/>
                  <a:ext cx="348840" cy="42876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85" name="Ink 84">
                  <a:extLst>
                    <a:ext uri="{FF2B5EF4-FFF2-40B4-BE49-F238E27FC236}">
                      <a16:creationId xmlns:a16="http://schemas.microsoft.com/office/drawing/2014/main" id="{A5278992-38D0-04A3-BE01-053D1E1DFB23}"/>
                    </a:ext>
                  </a:extLst>
                </p14:cNvPr>
                <p14:cNvContentPartPr/>
                <p14:nvPr/>
              </p14:nvContentPartPr>
              <p14:xfrm>
                <a:off x="7170628" y="2499692"/>
                <a:ext cx="161640" cy="341280"/>
              </p14:xfrm>
            </p:contentPart>
          </mc:Choice>
          <mc:Fallback>
            <p:pic>
              <p:nvPicPr>
                <p:cNvPr id="85" name="Ink 84">
                  <a:extLst>
                    <a:ext uri="{FF2B5EF4-FFF2-40B4-BE49-F238E27FC236}">
                      <a16:creationId xmlns:a16="http://schemas.microsoft.com/office/drawing/2014/main" id="{A5278992-38D0-04A3-BE01-053D1E1DFB23}"/>
                    </a:ext>
                  </a:extLst>
                </p:cNvPr>
                <p:cNvPicPr/>
                <p:nvPr/>
              </p:nvPicPr>
              <p:blipFill>
                <a:blip r:embed="rId132"/>
                <a:stretch>
                  <a:fillRect/>
                </a:stretch>
              </p:blipFill>
              <p:spPr>
                <a:xfrm>
                  <a:off x="7161628" y="2490692"/>
                  <a:ext cx="179280" cy="358920"/>
                </a:xfrm>
                <a:prstGeom prst="rect">
                  <a:avLst/>
                </a:prstGeom>
              </p:spPr>
            </p:pic>
          </mc:Fallback>
        </mc:AlternateContent>
      </p:grpSp>
    </p:spTree>
    <p:extLst>
      <p:ext uri="{BB962C8B-B14F-4D97-AF65-F5344CB8AC3E}">
        <p14:creationId xmlns:p14="http://schemas.microsoft.com/office/powerpoint/2010/main" val="1272716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Introduction to HANA Cloud</a:t>
            </a:r>
          </a:p>
        </p:txBody>
      </p:sp>
      <p:sp>
        <p:nvSpPr>
          <p:cNvPr id="4" name="TextBox 3">
            <a:extLst>
              <a:ext uri="{FF2B5EF4-FFF2-40B4-BE49-F238E27FC236}">
                <a16:creationId xmlns:a16="http://schemas.microsoft.com/office/drawing/2014/main" id="{4CD1B822-FD1F-30ED-76E7-5E494D6E61DA}"/>
              </a:ext>
            </a:extLst>
          </p:cNvPr>
          <p:cNvSpPr txBox="1"/>
          <p:nvPr/>
        </p:nvSpPr>
        <p:spPr>
          <a:xfrm>
            <a:off x="405781" y="974164"/>
            <a:ext cx="11161643" cy="1477328"/>
          </a:xfrm>
          <a:prstGeom prst="rect">
            <a:avLst/>
          </a:prstGeom>
          <a:noFill/>
        </p:spPr>
        <p:txBody>
          <a:bodyPr wrap="square" rtlCol="0">
            <a:spAutoFit/>
          </a:bodyPr>
          <a:lstStyle/>
          <a:p>
            <a:pPr algn="just" defTabSz="914400"/>
            <a:r>
              <a:rPr lang="en-US" sz="1800" dirty="0">
                <a:solidFill>
                  <a:schemeClr val="bg1"/>
                </a:solidFill>
                <a:latin typeface="Calibri" panose="020F0502020204030204"/>
              </a:rPr>
              <a:t>SAP HANA Cloud is a fully managed, in-memory, cloud database as a service (DBaaS). It is the cloud-based data foundation for SAP Business Technology Platform. With SAP HANA Cloud you can create, run, and extend new and existing applications.</a:t>
            </a:r>
          </a:p>
          <a:p>
            <a:pPr algn="just" defTabSz="914400"/>
            <a:r>
              <a:rPr lang="en-US" sz="1800" dirty="0">
                <a:solidFill>
                  <a:schemeClr val="bg1"/>
                </a:solidFill>
                <a:latin typeface="Calibri" panose="020F0502020204030204"/>
              </a:rPr>
              <a:t>SAP HANA Cloud includes a number of software components. The core component is SAP HANA Database, but other components can be added at any time, such as a data lake.</a:t>
            </a:r>
          </a:p>
        </p:txBody>
      </p:sp>
      <p:sp>
        <p:nvSpPr>
          <p:cNvPr id="5" name="TextBox 4">
            <a:extLst>
              <a:ext uri="{FF2B5EF4-FFF2-40B4-BE49-F238E27FC236}">
                <a16:creationId xmlns:a16="http://schemas.microsoft.com/office/drawing/2014/main" id="{2C22E0C3-2785-33E1-C2AE-1D0F297AB256}"/>
              </a:ext>
            </a:extLst>
          </p:cNvPr>
          <p:cNvSpPr txBox="1"/>
          <p:nvPr/>
        </p:nvSpPr>
        <p:spPr>
          <a:xfrm>
            <a:off x="405780" y="2451492"/>
            <a:ext cx="5834237" cy="3693319"/>
          </a:xfrm>
          <a:prstGeom prst="rect">
            <a:avLst/>
          </a:prstGeom>
          <a:noFill/>
        </p:spPr>
        <p:txBody>
          <a:bodyPr wrap="square">
            <a:spAutoFit/>
          </a:bodyPr>
          <a:lstStyle/>
          <a:p>
            <a:pPr algn="just" defTabSz="914400"/>
            <a:r>
              <a:rPr lang="en-US" sz="1800" b="1" dirty="0">
                <a:solidFill>
                  <a:schemeClr val="bg1"/>
                </a:solidFill>
                <a:latin typeface="Calibri" panose="020F0502020204030204"/>
              </a:rPr>
              <a:t>Key Components of SAP HANA Cloud</a:t>
            </a:r>
          </a:p>
          <a:p>
            <a:pPr algn="just" defTabSz="914400"/>
            <a:r>
              <a:rPr lang="en-US" sz="1800" dirty="0">
                <a:solidFill>
                  <a:schemeClr val="bg1"/>
                </a:solidFill>
                <a:latin typeface="Calibri" panose="020F0502020204030204"/>
              </a:rPr>
              <a:t>There are four key components of SAP HANA Cloud:</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SAP HANA Database</a:t>
            </a:r>
          </a:p>
          <a:p>
            <a:pPr marL="457200" lvl="1" algn="just" defTabSz="914400"/>
            <a:r>
              <a:rPr lang="en-US" sz="1800" dirty="0">
                <a:solidFill>
                  <a:schemeClr val="bg1"/>
                </a:solidFill>
                <a:latin typeface="Calibri" panose="020F0502020204030204"/>
              </a:rPr>
              <a:t>In-memory database with built-in advanced analytics (spatial, graph, text, etc.)</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data lake</a:t>
            </a:r>
          </a:p>
          <a:p>
            <a:pPr marL="457200" lvl="1" algn="just" defTabSz="914400"/>
            <a:r>
              <a:rPr lang="en-US" sz="1800" dirty="0">
                <a:solidFill>
                  <a:schemeClr val="bg1"/>
                </a:solidFill>
                <a:latin typeface="Calibri" panose="020F0502020204030204"/>
              </a:rPr>
              <a:t>Store and query large data sets and most file types</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adaptive server enterprise</a:t>
            </a:r>
          </a:p>
          <a:p>
            <a:pPr marL="457200" lvl="1" algn="just" defTabSz="914400"/>
            <a:r>
              <a:rPr lang="en-US" sz="1800" dirty="0">
                <a:solidFill>
                  <a:schemeClr val="bg1"/>
                </a:solidFill>
                <a:latin typeface="Calibri" panose="020F0502020204030204"/>
              </a:rPr>
              <a:t>Support for extreme –performance transactional applications</a:t>
            </a:r>
          </a:p>
          <a:p>
            <a:pPr marL="285750" indent="-285750" algn="just" defTabSz="914400">
              <a:buFont typeface="Arial" panose="020B0604020202020204" pitchFamily="34" charset="0"/>
              <a:buChar char="•"/>
            </a:pPr>
            <a:r>
              <a:rPr lang="en-US" sz="1800" b="1" dirty="0">
                <a:solidFill>
                  <a:schemeClr val="bg1"/>
                </a:solidFill>
                <a:latin typeface="Calibri" panose="020F0502020204030204"/>
              </a:rPr>
              <a:t>SAP HANA Cloud, adaptive server enterprise replication</a:t>
            </a:r>
          </a:p>
          <a:p>
            <a:pPr marL="457200" lvl="1" algn="just" defTabSz="914400"/>
            <a:r>
              <a:rPr lang="en-US" sz="1800" dirty="0">
                <a:solidFill>
                  <a:schemeClr val="bg1"/>
                </a:solidFill>
                <a:latin typeface="Calibri" panose="020F0502020204030204"/>
              </a:rPr>
              <a:t>Bi-directional real time data replication across databases</a:t>
            </a:r>
          </a:p>
        </p:txBody>
      </p:sp>
      <p:pic>
        <p:nvPicPr>
          <p:cNvPr id="6" name="Picture 6">
            <a:extLst>
              <a:ext uri="{FF2B5EF4-FFF2-40B4-BE49-F238E27FC236}">
                <a16:creationId xmlns:a16="http://schemas.microsoft.com/office/drawing/2014/main" id="{5E110644-46D4-5748-42EC-748B8BEACA8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736" r="15934"/>
          <a:stretch/>
        </p:blipFill>
        <p:spPr bwMode="auto">
          <a:xfrm>
            <a:off x="6454452" y="2252115"/>
            <a:ext cx="5212531" cy="430878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292376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par>
                                <p:cTn id="16" presetID="42"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anim calcmode="lin" valueType="num">
                                      <p:cBhvr>
                                        <p:cTn id="19" dur="1000" fill="hold"/>
                                        <p:tgtEl>
                                          <p:spTgt spid="6"/>
                                        </p:tgtEl>
                                        <p:attrNameLst>
                                          <p:attrName>ppt_x</p:attrName>
                                        </p:attrNameLst>
                                      </p:cBhvr>
                                      <p:tavLst>
                                        <p:tav tm="0">
                                          <p:val>
                                            <p:strVal val="#ppt_x"/>
                                          </p:val>
                                        </p:tav>
                                        <p:tav tm="100000">
                                          <p:val>
                                            <p:strVal val="#ppt_x"/>
                                          </p:val>
                                        </p:tav>
                                      </p:tavLst>
                                    </p:anim>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01A0C-49FC-7BA3-CF59-A7C15038F9D2}"/>
              </a:ext>
            </a:extLst>
          </p:cNvPr>
          <p:cNvSpPr>
            <a:spLocks noGrp="1"/>
          </p:cNvSpPr>
          <p:nvPr>
            <p:ph type="title"/>
          </p:nvPr>
        </p:nvSpPr>
        <p:spPr/>
        <p:txBody>
          <a:bodyPr/>
          <a:lstStyle/>
          <a:p>
            <a:r>
              <a:rPr lang="en-US" dirty="0"/>
              <a:t>HANA Cloud v/s On-premise</a:t>
            </a:r>
          </a:p>
        </p:txBody>
      </p:sp>
      <p:pic>
        <p:nvPicPr>
          <p:cNvPr id="5" name="Picture 2">
            <a:extLst>
              <a:ext uri="{FF2B5EF4-FFF2-40B4-BE49-F238E27FC236}">
                <a16:creationId xmlns:a16="http://schemas.microsoft.com/office/drawing/2014/main" id="{4EC22E48-21CE-5727-AE45-AAC559F4DE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451" r="4389"/>
          <a:stretch/>
        </p:blipFill>
        <p:spPr bwMode="auto">
          <a:xfrm>
            <a:off x="163242" y="2276872"/>
            <a:ext cx="6278151" cy="360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FDD2028-068C-7296-D417-1CF7F3B9981E}"/>
              </a:ext>
            </a:extLst>
          </p:cNvPr>
          <p:cNvSpPr txBox="1"/>
          <p:nvPr/>
        </p:nvSpPr>
        <p:spPr>
          <a:xfrm>
            <a:off x="6653380" y="1076543"/>
            <a:ext cx="5390323" cy="1200329"/>
          </a:xfrm>
          <a:prstGeom prst="rect">
            <a:avLst/>
          </a:prstGeom>
          <a:noFill/>
        </p:spPr>
        <p:txBody>
          <a:bodyPr wrap="square">
            <a:spAutoFit/>
          </a:bodyPr>
          <a:lstStyle/>
          <a:p>
            <a:pPr defTabSz="914400"/>
            <a:r>
              <a:rPr lang="en-US" sz="1800" b="1" dirty="0">
                <a:solidFill>
                  <a:schemeClr val="bg1"/>
                </a:solidFill>
                <a:latin typeface="Calibri" panose="020F0502020204030204"/>
              </a:rPr>
              <a:t>Feature Differences</a:t>
            </a:r>
          </a:p>
          <a:p>
            <a:pPr defTabSz="914400"/>
            <a:r>
              <a:rPr lang="en-US" sz="1800" dirty="0">
                <a:solidFill>
                  <a:schemeClr val="bg1"/>
                </a:solidFill>
                <a:latin typeface="Calibri" panose="020F0502020204030204"/>
              </a:rPr>
              <a:t>SAP HANA Cloud compares very closely with SAP HANA on-premise in terms of features but there are some differences.</a:t>
            </a:r>
            <a:endParaRPr lang="en-US" sz="1800" b="1" dirty="0">
              <a:solidFill>
                <a:schemeClr val="bg1"/>
              </a:solidFill>
              <a:latin typeface="Calibri" panose="020F0502020204030204"/>
            </a:endParaRPr>
          </a:p>
        </p:txBody>
      </p:sp>
      <p:pic>
        <p:nvPicPr>
          <p:cNvPr id="7" name="Picture 4">
            <a:extLst>
              <a:ext uri="{FF2B5EF4-FFF2-40B4-BE49-F238E27FC236}">
                <a16:creationId xmlns:a16="http://schemas.microsoft.com/office/drawing/2014/main" id="{C2A828B7-B381-42D5-A741-CD7079B2ED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038" r="2147"/>
          <a:stretch/>
        </p:blipFill>
        <p:spPr bwMode="auto">
          <a:xfrm>
            <a:off x="6753498" y="2276872"/>
            <a:ext cx="5190086" cy="383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5511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0ACD8-99C5-715D-47B1-B722AF07636E}"/>
              </a:ext>
            </a:extLst>
          </p:cNvPr>
          <p:cNvSpPr>
            <a:spLocks noGrp="1"/>
          </p:cNvSpPr>
          <p:nvPr>
            <p:ph type="title"/>
          </p:nvPr>
        </p:nvSpPr>
        <p:spPr/>
        <p:txBody>
          <a:bodyPr/>
          <a:lstStyle/>
          <a:p>
            <a:r>
              <a:rPr lang="en-US" dirty="0"/>
              <a:t>What is Schema in HANA</a:t>
            </a:r>
          </a:p>
        </p:txBody>
      </p:sp>
      <p:sp>
        <p:nvSpPr>
          <p:cNvPr id="3" name="TextBox 2">
            <a:extLst>
              <a:ext uri="{FF2B5EF4-FFF2-40B4-BE49-F238E27FC236}">
                <a16:creationId xmlns:a16="http://schemas.microsoft.com/office/drawing/2014/main" id="{5F163BFF-9905-49BA-CDA8-491A130A9728}"/>
              </a:ext>
            </a:extLst>
          </p:cNvPr>
          <p:cNvSpPr txBox="1"/>
          <p:nvPr/>
        </p:nvSpPr>
        <p:spPr>
          <a:xfrm>
            <a:off x="338571" y="884478"/>
            <a:ext cx="11850254" cy="1754326"/>
          </a:xfrm>
          <a:prstGeom prst="rect">
            <a:avLst/>
          </a:prstGeom>
          <a:noFill/>
        </p:spPr>
        <p:txBody>
          <a:bodyPr wrap="square" rtlCol="0">
            <a:spAutoFit/>
          </a:bodyPr>
          <a:lstStyle/>
          <a:p>
            <a:pPr defTabSz="914400"/>
            <a:r>
              <a:rPr lang="en-US" sz="1800" dirty="0">
                <a:solidFill>
                  <a:schemeClr val="bg1"/>
                </a:solidFill>
                <a:latin typeface="Calibri" panose="020F0502020204030204"/>
              </a:rPr>
              <a:t>Schema – Is a mandatory database object of database which stores other database objects. </a:t>
            </a:r>
          </a:p>
          <a:p>
            <a:pPr marL="285750" indent="-285750" defTabSz="914400">
              <a:buFontTx/>
              <a:buChar char="-"/>
            </a:pPr>
            <a:r>
              <a:rPr lang="en-US" sz="1800" dirty="0">
                <a:solidFill>
                  <a:schemeClr val="bg1"/>
                </a:solidFill>
                <a:latin typeface="Calibri" panose="020F0502020204030204"/>
              </a:rPr>
              <a:t>It’s a logical separation of database objects.</a:t>
            </a:r>
          </a:p>
          <a:p>
            <a:pPr marL="285750" indent="-285750" defTabSz="914400">
              <a:buFontTx/>
              <a:buChar char="-"/>
            </a:pPr>
            <a:r>
              <a:rPr lang="en-US" sz="1800" dirty="0">
                <a:solidFill>
                  <a:schemeClr val="bg1"/>
                </a:solidFill>
                <a:latin typeface="Calibri" panose="020F0502020204030204"/>
              </a:rPr>
              <a:t>It is home of all the runtime object</a:t>
            </a:r>
          </a:p>
          <a:p>
            <a:pPr marL="285750" indent="-285750" defTabSz="914400">
              <a:buFontTx/>
              <a:buChar char="-"/>
            </a:pPr>
            <a:r>
              <a:rPr lang="en-US" sz="1800" dirty="0">
                <a:solidFill>
                  <a:schemeClr val="bg1"/>
                </a:solidFill>
                <a:latin typeface="Calibri" panose="020F0502020204030204"/>
              </a:rPr>
              <a:t>Security</a:t>
            </a:r>
          </a:p>
          <a:p>
            <a:pPr marL="285750" indent="-285750" defTabSz="914400">
              <a:buFontTx/>
              <a:buChar char="-"/>
            </a:pPr>
            <a:endParaRPr lang="en-US" sz="1800" dirty="0">
              <a:solidFill>
                <a:schemeClr val="bg1"/>
              </a:solidFill>
              <a:latin typeface="Calibri" panose="020F0502020204030204"/>
            </a:endParaRPr>
          </a:p>
          <a:p>
            <a:pPr marL="285750" indent="-285750" defTabSz="914400">
              <a:buFontTx/>
              <a:buChar char="-"/>
            </a:pPr>
            <a:endParaRPr lang="en-US" sz="1800" dirty="0">
              <a:solidFill>
                <a:schemeClr val="bg1"/>
              </a:solidFill>
              <a:latin typeface="Calibri" panose="020F0502020204030204"/>
            </a:endParaRPr>
          </a:p>
        </p:txBody>
      </p:sp>
      <p:sp>
        <p:nvSpPr>
          <p:cNvPr id="4" name="Flowchart: Magnetic Disk 3">
            <a:extLst>
              <a:ext uri="{FF2B5EF4-FFF2-40B4-BE49-F238E27FC236}">
                <a16:creationId xmlns:a16="http://schemas.microsoft.com/office/drawing/2014/main" id="{2DF3AC68-4734-9C09-3F5B-A68E318F20A5}"/>
              </a:ext>
            </a:extLst>
          </p:cNvPr>
          <p:cNvSpPr/>
          <p:nvPr/>
        </p:nvSpPr>
        <p:spPr>
          <a:xfrm>
            <a:off x="3251200" y="4572000"/>
            <a:ext cx="8432800" cy="1985818"/>
          </a:xfrm>
          <a:prstGeom prst="flowChartMagneticDisk">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SAP HANA  600GB</a:t>
            </a:r>
          </a:p>
        </p:txBody>
      </p:sp>
      <p:sp>
        <p:nvSpPr>
          <p:cNvPr id="5" name="Rectangle 4">
            <a:extLst>
              <a:ext uri="{FF2B5EF4-FFF2-40B4-BE49-F238E27FC236}">
                <a16:creationId xmlns:a16="http://schemas.microsoft.com/office/drawing/2014/main" id="{B358302C-9592-6298-CC80-D07CD85A71B4}"/>
              </a:ext>
            </a:extLst>
          </p:cNvPr>
          <p:cNvSpPr/>
          <p:nvPr/>
        </p:nvSpPr>
        <p:spPr>
          <a:xfrm>
            <a:off x="3860800" y="3241964"/>
            <a:ext cx="1874982" cy="72967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BW</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0FED573D-9479-5606-E379-F344204ADF77}"/>
              </a:ext>
            </a:extLst>
          </p:cNvPr>
          <p:cNvSpPr/>
          <p:nvPr/>
        </p:nvSpPr>
        <p:spPr>
          <a:xfrm>
            <a:off x="6400799" y="3224645"/>
            <a:ext cx="1874982" cy="72967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ECC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A9B5E973-27E9-815C-F666-ABA22AE46148}"/>
              </a:ext>
            </a:extLst>
          </p:cNvPr>
          <p:cNvSpPr/>
          <p:nvPr/>
        </p:nvSpPr>
        <p:spPr>
          <a:xfrm>
            <a:off x="8811491" y="3241964"/>
            <a:ext cx="1874982" cy="72967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S/4HANA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cxnSp>
        <p:nvCxnSpPr>
          <p:cNvPr id="8" name="Straight Arrow Connector 7">
            <a:extLst>
              <a:ext uri="{FF2B5EF4-FFF2-40B4-BE49-F238E27FC236}">
                <a16:creationId xmlns:a16="http://schemas.microsoft.com/office/drawing/2014/main" id="{717456D9-F5B2-364F-8358-081A37CF0A32}"/>
              </a:ext>
            </a:extLst>
          </p:cNvPr>
          <p:cNvCxnSpPr>
            <a:stCxn id="5" idx="2"/>
          </p:cNvCxnSpPr>
          <p:nvPr/>
        </p:nvCxnSpPr>
        <p:spPr>
          <a:xfrm flipH="1">
            <a:off x="4793673" y="3971636"/>
            <a:ext cx="4618" cy="692728"/>
          </a:xfrm>
          <a:prstGeom prst="straightConnector1">
            <a:avLst/>
          </a:prstGeom>
          <a:noFill/>
          <a:ln w="6350" cap="flat" cmpd="sng" algn="ctr">
            <a:solidFill>
              <a:srgbClr val="4E67C8"/>
            </a:solidFill>
            <a:prstDash val="solid"/>
            <a:miter lim="800000"/>
            <a:tailEnd type="triangle"/>
          </a:ln>
          <a:effectLst/>
        </p:spPr>
      </p:cxnSp>
      <p:cxnSp>
        <p:nvCxnSpPr>
          <p:cNvPr id="9" name="Connector: Elbow 8">
            <a:extLst>
              <a:ext uri="{FF2B5EF4-FFF2-40B4-BE49-F238E27FC236}">
                <a16:creationId xmlns:a16="http://schemas.microsoft.com/office/drawing/2014/main" id="{5C2FA129-2D8A-4A91-6B3B-CC328101A3FE}"/>
              </a:ext>
            </a:extLst>
          </p:cNvPr>
          <p:cNvCxnSpPr>
            <a:cxnSpLocks/>
          </p:cNvCxnSpPr>
          <p:nvPr/>
        </p:nvCxnSpPr>
        <p:spPr>
          <a:xfrm>
            <a:off x="2004292" y="4828309"/>
            <a:ext cx="1246908" cy="510309"/>
          </a:xfrm>
          <a:prstGeom prst="bentConnector3">
            <a:avLst/>
          </a:prstGeom>
          <a:noFill/>
          <a:ln w="6350" cap="flat" cmpd="sng" algn="ctr">
            <a:solidFill>
              <a:srgbClr val="4E67C8"/>
            </a:solidFill>
            <a:prstDash val="solid"/>
            <a:miter lim="800000"/>
            <a:tailEnd type="triangle"/>
          </a:ln>
          <a:effectLst/>
        </p:spPr>
      </p:cxnSp>
      <p:sp>
        <p:nvSpPr>
          <p:cNvPr id="10" name="Rectangle 9">
            <a:extLst>
              <a:ext uri="{FF2B5EF4-FFF2-40B4-BE49-F238E27FC236}">
                <a16:creationId xmlns:a16="http://schemas.microsoft.com/office/drawing/2014/main" id="{5E5E059E-EB61-7991-66E4-B76378D45CC9}"/>
              </a:ext>
            </a:extLst>
          </p:cNvPr>
          <p:cNvSpPr/>
          <p:nvPr/>
        </p:nvSpPr>
        <p:spPr>
          <a:xfrm>
            <a:off x="4544291" y="4828309"/>
            <a:ext cx="1399309" cy="842818"/>
          </a:xfrm>
          <a:prstGeom prst="rect">
            <a:avLst/>
          </a:prstGeom>
          <a:solidFill>
            <a:srgbClr val="A7EA52">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SCBW</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C72A8368-9E25-7960-31FA-777489354C47}"/>
              </a:ext>
            </a:extLst>
          </p:cNvPr>
          <p:cNvSpPr/>
          <p:nvPr/>
        </p:nvSpPr>
        <p:spPr>
          <a:xfrm>
            <a:off x="6638636" y="4846781"/>
            <a:ext cx="1399309" cy="842818"/>
          </a:xfrm>
          <a:prstGeom prst="rect">
            <a:avLst/>
          </a:prstGeom>
          <a:solidFill>
            <a:srgbClr val="A7EA52">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ECC001</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38A8DE3-3559-C1BD-D746-6D5AF1FBAE8C}"/>
              </a:ext>
            </a:extLst>
          </p:cNvPr>
          <p:cNvSpPr/>
          <p:nvPr/>
        </p:nvSpPr>
        <p:spPr>
          <a:xfrm>
            <a:off x="9172863" y="4828309"/>
            <a:ext cx="1399309" cy="842818"/>
          </a:xfrm>
          <a:prstGeom prst="rect">
            <a:avLst/>
          </a:prstGeom>
          <a:solidFill>
            <a:srgbClr val="A7EA52">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SAPS4C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cxnSp>
        <p:nvCxnSpPr>
          <p:cNvPr id="13" name="Connector: Elbow 12">
            <a:extLst>
              <a:ext uri="{FF2B5EF4-FFF2-40B4-BE49-F238E27FC236}">
                <a16:creationId xmlns:a16="http://schemas.microsoft.com/office/drawing/2014/main" id="{38CA6B91-6F24-F3A1-5739-8970D1C15756}"/>
              </a:ext>
            </a:extLst>
          </p:cNvPr>
          <p:cNvCxnSpPr>
            <a:stCxn id="6" idx="2"/>
            <a:endCxn id="11" idx="0"/>
          </p:cNvCxnSpPr>
          <p:nvPr/>
        </p:nvCxnSpPr>
        <p:spPr>
          <a:xfrm rot="16200000" flipH="1">
            <a:off x="6892058" y="4400548"/>
            <a:ext cx="892464" cy="1"/>
          </a:xfrm>
          <a:prstGeom prst="bentConnector3">
            <a:avLst/>
          </a:prstGeom>
          <a:noFill/>
          <a:ln w="6350" cap="flat" cmpd="sng" algn="ctr">
            <a:solidFill>
              <a:srgbClr val="4E67C8"/>
            </a:solidFill>
            <a:prstDash val="solid"/>
            <a:miter lim="800000"/>
            <a:tailEnd type="triangle"/>
          </a:ln>
          <a:effectLst/>
        </p:spPr>
      </p:cxnSp>
      <p:cxnSp>
        <p:nvCxnSpPr>
          <p:cNvPr id="14" name="Connector: Elbow 13">
            <a:extLst>
              <a:ext uri="{FF2B5EF4-FFF2-40B4-BE49-F238E27FC236}">
                <a16:creationId xmlns:a16="http://schemas.microsoft.com/office/drawing/2014/main" id="{A729AECB-71DB-3B69-271E-9D8C01DDF96F}"/>
              </a:ext>
            </a:extLst>
          </p:cNvPr>
          <p:cNvCxnSpPr>
            <a:stCxn id="7" idx="2"/>
            <a:endCxn id="12" idx="0"/>
          </p:cNvCxnSpPr>
          <p:nvPr/>
        </p:nvCxnSpPr>
        <p:spPr>
          <a:xfrm rot="16200000" flipH="1">
            <a:off x="9382414" y="4338204"/>
            <a:ext cx="856673" cy="123536"/>
          </a:xfrm>
          <a:prstGeom prst="bentConnector3">
            <a:avLst/>
          </a:prstGeom>
          <a:noFill/>
          <a:ln w="6350" cap="flat" cmpd="sng" algn="ctr">
            <a:solidFill>
              <a:srgbClr val="4E67C8"/>
            </a:solidFill>
            <a:prstDash val="solid"/>
            <a:miter lim="800000"/>
            <a:tailEnd type="triangle"/>
          </a:ln>
          <a:effectLst/>
        </p:spPr>
      </p:cxnSp>
      <p:sp>
        <p:nvSpPr>
          <p:cNvPr id="15" name="Rectangle 14">
            <a:extLst>
              <a:ext uri="{FF2B5EF4-FFF2-40B4-BE49-F238E27FC236}">
                <a16:creationId xmlns:a16="http://schemas.microsoft.com/office/drawing/2014/main" id="{8137D824-B767-6D55-ACC8-B8B9FE76895A}"/>
              </a:ext>
            </a:extLst>
          </p:cNvPr>
          <p:cNvSpPr/>
          <p:nvPr/>
        </p:nvSpPr>
        <p:spPr>
          <a:xfrm>
            <a:off x="4544290" y="5837382"/>
            <a:ext cx="1399309" cy="517451"/>
          </a:xfrm>
          <a:prstGeom prst="rect">
            <a:avLst/>
          </a:prstGeom>
          <a:solidFill>
            <a:srgbClr val="F14124">
              <a:lumMod val="75000"/>
            </a:srgbClr>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SYS</a:t>
            </a:r>
          </a:p>
        </p:txBody>
      </p:sp>
      <p:sp>
        <p:nvSpPr>
          <p:cNvPr id="16" name="Rectangle 15">
            <a:extLst>
              <a:ext uri="{FF2B5EF4-FFF2-40B4-BE49-F238E27FC236}">
                <a16:creationId xmlns:a16="http://schemas.microsoft.com/office/drawing/2014/main" id="{EF516C57-7745-1FE5-9227-E054E963BBC9}"/>
              </a:ext>
            </a:extLst>
          </p:cNvPr>
          <p:cNvSpPr/>
          <p:nvPr/>
        </p:nvSpPr>
        <p:spPr>
          <a:xfrm>
            <a:off x="3251200" y="5082309"/>
            <a:ext cx="997527" cy="681182"/>
          </a:xfrm>
          <a:prstGeom prst="rect">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rPr>
              <a:t>MIG</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schemeClr val="bg1"/>
                </a:solidFill>
                <a:effectLst/>
                <a:uLnTx/>
                <a:uFillTx/>
                <a:latin typeface="Calibri" panose="020F0502020204030204"/>
                <a:ea typeface="+mn-ea"/>
                <a:cs typeface="+mn-cs"/>
              </a:rPr>
              <a:t>ekko</a:t>
            </a:r>
            <a:endParaRPr kumimoji="0" lang="en-US" sz="1800" b="0" i="0" u="none" strike="noStrike" kern="0" cap="none" spc="0" normalizeH="0" baseline="0" noProof="0" dirty="0">
              <a:ln>
                <a:noFill/>
              </a:ln>
              <a:solidFill>
                <a:schemeClr val="bg1"/>
              </a:solidFill>
              <a:effectLst/>
              <a:uLnTx/>
              <a:uFillTx/>
              <a:latin typeface="Calibri" panose="020F0502020204030204"/>
              <a:ea typeface="+mn-ea"/>
              <a:cs typeface="+mn-cs"/>
            </a:endParaRPr>
          </a:p>
        </p:txBody>
      </p:sp>
      <p:grpSp>
        <p:nvGrpSpPr>
          <p:cNvPr id="20" name="Group 19">
            <a:extLst>
              <a:ext uri="{FF2B5EF4-FFF2-40B4-BE49-F238E27FC236}">
                <a16:creationId xmlns:a16="http://schemas.microsoft.com/office/drawing/2014/main" id="{1A9A7B03-0E45-C520-605C-FF4A229EC65B}"/>
              </a:ext>
            </a:extLst>
          </p:cNvPr>
          <p:cNvGrpSpPr/>
          <p:nvPr/>
        </p:nvGrpSpPr>
        <p:grpSpPr>
          <a:xfrm>
            <a:off x="7134383" y="5573524"/>
            <a:ext cx="284400" cy="60480"/>
            <a:chOff x="7134383" y="5573524"/>
            <a:chExt cx="284400" cy="60480"/>
          </a:xfrm>
        </p:grpSpPr>
        <mc:AlternateContent xmlns:mc="http://schemas.openxmlformats.org/markup-compatibility/2006" xmlns:p14="http://schemas.microsoft.com/office/powerpoint/2010/main">
          <mc:Choice Requires="p14">
            <p:contentPart p14:bwMode="auto" r:id="rId2">
              <p14:nvContentPartPr>
                <p14:cNvPr id="21" name="Ink 20">
                  <a:extLst>
                    <a:ext uri="{FF2B5EF4-FFF2-40B4-BE49-F238E27FC236}">
                      <a16:creationId xmlns:a16="http://schemas.microsoft.com/office/drawing/2014/main" id="{818FDB6C-5815-0A00-C001-BB777DFA20C5}"/>
                    </a:ext>
                  </a:extLst>
                </p14:cNvPr>
                <p14:cNvContentPartPr/>
                <p14:nvPr/>
              </p14:nvContentPartPr>
              <p14:xfrm>
                <a:off x="7134383" y="5573524"/>
                <a:ext cx="284400" cy="11880"/>
              </p14:xfrm>
            </p:contentPart>
          </mc:Choice>
          <mc:Fallback xmlns="">
            <p:pic>
              <p:nvPicPr>
                <p:cNvPr id="34" name="Ink 33">
                  <a:extLst>
                    <a:ext uri="{FF2B5EF4-FFF2-40B4-BE49-F238E27FC236}">
                      <a16:creationId xmlns:a16="http://schemas.microsoft.com/office/drawing/2014/main" id="{D2F3F907-6AC8-9E5B-18A3-032277223210}"/>
                    </a:ext>
                  </a:extLst>
                </p:cNvPr>
                <p:cNvPicPr/>
                <p:nvPr/>
              </p:nvPicPr>
              <p:blipFill>
                <a:blip r:embed="rId31"/>
                <a:stretch>
                  <a:fillRect/>
                </a:stretch>
              </p:blipFill>
              <p:spPr>
                <a:xfrm>
                  <a:off x="7125383" y="5564524"/>
                  <a:ext cx="30204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A4E8E2BB-AF00-7485-B4FF-D8C379630C01}"/>
                    </a:ext>
                  </a:extLst>
                </p14:cNvPr>
                <p14:cNvContentPartPr/>
                <p14:nvPr/>
              </p14:nvContentPartPr>
              <p14:xfrm>
                <a:off x="7157423" y="5623564"/>
                <a:ext cx="229680" cy="10440"/>
              </p14:xfrm>
            </p:contentPart>
          </mc:Choice>
          <mc:Fallback xmlns="">
            <p:pic>
              <p:nvPicPr>
                <p:cNvPr id="35" name="Ink 34">
                  <a:extLst>
                    <a:ext uri="{FF2B5EF4-FFF2-40B4-BE49-F238E27FC236}">
                      <a16:creationId xmlns:a16="http://schemas.microsoft.com/office/drawing/2014/main" id="{BD9170FC-C85B-7048-08A3-6118F66FD4D9}"/>
                    </a:ext>
                  </a:extLst>
                </p:cNvPr>
                <p:cNvPicPr/>
                <p:nvPr/>
              </p:nvPicPr>
              <p:blipFill>
                <a:blip r:embed="rId33"/>
                <a:stretch>
                  <a:fillRect/>
                </a:stretch>
              </p:blipFill>
              <p:spPr>
                <a:xfrm>
                  <a:off x="7148783" y="5614564"/>
                  <a:ext cx="247320" cy="28080"/>
                </a:xfrm>
                <a:prstGeom prst="rect">
                  <a:avLst/>
                </a:prstGeom>
              </p:spPr>
            </p:pic>
          </mc:Fallback>
        </mc:AlternateContent>
      </p:grpSp>
      <p:sp>
        <p:nvSpPr>
          <p:cNvPr id="26" name="Rectangle 25">
            <a:extLst>
              <a:ext uri="{FF2B5EF4-FFF2-40B4-BE49-F238E27FC236}">
                <a16:creationId xmlns:a16="http://schemas.microsoft.com/office/drawing/2014/main" id="{42AC1E59-BF40-61BD-2778-D1F7EEACDEDE}"/>
              </a:ext>
            </a:extLst>
          </p:cNvPr>
          <p:cNvSpPr/>
          <p:nvPr/>
        </p:nvSpPr>
        <p:spPr>
          <a:xfrm>
            <a:off x="693812" y="4365104"/>
            <a:ext cx="1422470" cy="717205"/>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Non-SAP</a:t>
            </a:r>
          </a:p>
        </p:txBody>
      </p:sp>
      <mc:AlternateContent xmlns:mc="http://schemas.openxmlformats.org/markup-compatibility/2006" xmlns:p14="http://schemas.microsoft.com/office/powerpoint/2010/main">
        <mc:Choice Requires="p14">
          <p:contentPart p14:bwMode="auto" r:id="rId34">
            <p14:nvContentPartPr>
              <p14:cNvPr id="17" name="Ink 16">
                <a:extLst>
                  <a:ext uri="{FF2B5EF4-FFF2-40B4-BE49-F238E27FC236}">
                    <a16:creationId xmlns:a16="http://schemas.microsoft.com/office/drawing/2014/main" id="{88F7F230-C806-6E21-22EE-26497A2D3C3A}"/>
                  </a:ext>
                </a:extLst>
              </p14:cNvPr>
              <p14:cNvContentPartPr/>
              <p14:nvPr/>
            </p14:nvContentPartPr>
            <p14:xfrm>
              <a:off x="7890015" y="2687710"/>
              <a:ext cx="1440" cy="1440"/>
            </p14:xfrm>
          </p:contentPart>
        </mc:Choice>
        <mc:Fallback xmlns="">
          <p:pic>
            <p:nvPicPr>
              <p:cNvPr id="17" name="Ink 16">
                <a:extLst>
                  <a:ext uri="{FF2B5EF4-FFF2-40B4-BE49-F238E27FC236}">
                    <a16:creationId xmlns:a16="http://schemas.microsoft.com/office/drawing/2014/main" id="{88F7F230-C806-6E21-22EE-26497A2D3C3A}"/>
                  </a:ext>
                </a:extLst>
              </p:cNvPr>
              <p:cNvPicPr/>
              <p:nvPr/>
            </p:nvPicPr>
            <p:blipFill>
              <a:blip r:embed="rId35"/>
              <a:stretch>
                <a:fillRect/>
              </a:stretch>
            </p:blipFill>
            <p:spPr>
              <a:xfrm>
                <a:off x="7881375" y="2678710"/>
                <a:ext cx="19080" cy="19080"/>
              </a:xfrm>
              <a:prstGeom prst="rect">
                <a:avLst/>
              </a:prstGeom>
            </p:spPr>
          </p:pic>
        </mc:Fallback>
      </mc:AlternateContent>
    </p:spTree>
    <p:extLst>
      <p:ext uri="{BB962C8B-B14F-4D97-AF65-F5344CB8AC3E}">
        <p14:creationId xmlns:p14="http://schemas.microsoft.com/office/powerpoint/2010/main" val="1988133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3B2C1-2D72-48F5-D6C5-A17C95C8F7F8}"/>
              </a:ext>
            </a:extLst>
          </p:cNvPr>
          <p:cNvSpPr>
            <a:spLocks noGrp="1"/>
          </p:cNvSpPr>
          <p:nvPr>
            <p:ph type="title"/>
          </p:nvPr>
        </p:nvSpPr>
        <p:spPr/>
        <p:txBody>
          <a:bodyPr/>
          <a:lstStyle/>
          <a:p>
            <a:r>
              <a:rPr lang="en-US" dirty="0"/>
              <a:t>HDI Container</a:t>
            </a:r>
          </a:p>
        </p:txBody>
      </p:sp>
      <p:sp>
        <p:nvSpPr>
          <p:cNvPr id="3" name="TextBox 2">
            <a:extLst>
              <a:ext uri="{FF2B5EF4-FFF2-40B4-BE49-F238E27FC236}">
                <a16:creationId xmlns:a16="http://schemas.microsoft.com/office/drawing/2014/main" id="{7C36AE77-6D9D-323A-80AD-336A21B8B2E3}"/>
              </a:ext>
            </a:extLst>
          </p:cNvPr>
          <p:cNvSpPr txBox="1"/>
          <p:nvPr/>
        </p:nvSpPr>
        <p:spPr>
          <a:xfrm>
            <a:off x="164670" y="784925"/>
            <a:ext cx="11161643" cy="3970318"/>
          </a:xfrm>
          <a:prstGeom prst="rect">
            <a:avLst/>
          </a:prstGeom>
          <a:noFill/>
        </p:spPr>
        <p:txBody>
          <a:bodyPr wrap="square" rtlCol="0">
            <a:spAutoFit/>
          </a:bodyPr>
          <a:lstStyle/>
          <a:p>
            <a:pPr defTabSz="914400">
              <a:defRPr/>
            </a:pPr>
            <a:r>
              <a:rPr lang="en-US" sz="1800" dirty="0">
                <a:solidFill>
                  <a:schemeClr val="bg1"/>
                </a:solidFill>
                <a:latin typeface="Calibri"/>
              </a:rPr>
              <a:t>An HDI Container is also a </a:t>
            </a:r>
            <a:r>
              <a:rPr lang="en-US" sz="1800" b="1" dirty="0">
                <a:solidFill>
                  <a:schemeClr val="bg1"/>
                </a:solidFill>
                <a:latin typeface="Calibri"/>
              </a:rPr>
              <a:t>schema</a:t>
            </a:r>
            <a:r>
              <a:rPr lang="en-US" sz="1800" dirty="0">
                <a:solidFill>
                  <a:schemeClr val="bg1"/>
                </a:solidFill>
                <a:latin typeface="Calibri"/>
              </a:rPr>
              <a:t>. But it is managed differently from a normal schema.</a:t>
            </a:r>
          </a:p>
          <a:p>
            <a:pPr defTabSz="914400">
              <a:defRPr/>
            </a:pPr>
            <a:endParaRPr lang="en-US" sz="1800" b="1" dirty="0">
              <a:solidFill>
                <a:schemeClr val="bg1"/>
              </a:solidFill>
              <a:latin typeface="Calibri"/>
            </a:endParaRPr>
          </a:p>
          <a:p>
            <a:pPr defTabSz="914400">
              <a:defRPr/>
            </a:pPr>
            <a:r>
              <a:rPr lang="en-US" sz="1800" b="1" dirty="0">
                <a:solidFill>
                  <a:schemeClr val="bg1"/>
                </a:solidFill>
                <a:latin typeface="Calibri"/>
              </a:rPr>
              <a:t>Schema -- How its created?</a:t>
            </a:r>
          </a:p>
          <a:p>
            <a:pPr marL="342900" indent="-342900" defTabSz="914400">
              <a:buFontTx/>
              <a:buAutoNum type="arabicPeriod"/>
              <a:defRPr/>
            </a:pPr>
            <a:r>
              <a:rPr lang="en-US" sz="1800" dirty="0">
                <a:solidFill>
                  <a:schemeClr val="bg1"/>
                </a:solidFill>
                <a:latin typeface="Calibri"/>
              </a:rPr>
              <a:t>Manually create it in BTP</a:t>
            </a:r>
          </a:p>
          <a:p>
            <a:pPr marL="342900" indent="-342900" defTabSz="914400">
              <a:buFontTx/>
              <a:buAutoNum type="arabicPeriod"/>
              <a:defRPr/>
            </a:pPr>
            <a:r>
              <a:rPr lang="en-US" sz="1800" dirty="0">
                <a:solidFill>
                  <a:schemeClr val="bg1"/>
                </a:solidFill>
                <a:latin typeface="Calibri"/>
              </a:rPr>
              <a:t>Application Managed HDI Container (You as developer ONLY work with App, App will talk to HANA to create and manage this schema to store/read data internally)</a:t>
            </a:r>
          </a:p>
          <a:p>
            <a:pPr defTabSz="914400">
              <a:defRPr/>
            </a:pPr>
            <a:r>
              <a:rPr lang="en-US" sz="1800" dirty="0">
                <a:solidFill>
                  <a:schemeClr val="bg1"/>
                </a:solidFill>
                <a:latin typeface="Calibri"/>
              </a:rPr>
              <a:t>You cant access HDI Container using HANA Studio (Deprecated tool), We can use new SAP HANA Database Explorer, SAP HANA </a:t>
            </a:r>
            <a:r>
              <a:rPr lang="en-US" sz="1800" dirty="0" err="1">
                <a:solidFill>
                  <a:schemeClr val="bg1"/>
                </a:solidFill>
                <a:latin typeface="Calibri"/>
              </a:rPr>
              <a:t>WebIDE</a:t>
            </a:r>
            <a:r>
              <a:rPr lang="en-US" sz="1800" dirty="0">
                <a:solidFill>
                  <a:schemeClr val="bg1"/>
                </a:solidFill>
                <a:latin typeface="Calibri"/>
              </a:rPr>
              <a:t> for OP or BAS to access HDI Container.</a:t>
            </a:r>
          </a:p>
          <a:p>
            <a:pPr defTabSz="914400">
              <a:defRPr/>
            </a:pPr>
            <a:endParaRPr lang="en-US" sz="1800" dirty="0">
              <a:solidFill>
                <a:schemeClr val="bg1"/>
              </a:solidFill>
              <a:latin typeface="Calibri"/>
            </a:endParaRPr>
          </a:p>
          <a:p>
            <a:pPr defTabSz="914400">
              <a:defRPr/>
            </a:pPr>
            <a:r>
              <a:rPr lang="en-US" sz="1800" b="1" dirty="0">
                <a:solidFill>
                  <a:schemeClr val="bg1"/>
                </a:solidFill>
                <a:latin typeface="Calibri"/>
              </a:rPr>
              <a:t>HDI -- Who creates it?</a:t>
            </a:r>
          </a:p>
          <a:p>
            <a:pPr defTabSz="914400">
              <a:defRPr/>
            </a:pPr>
            <a:r>
              <a:rPr lang="en-US" sz="1800" dirty="0">
                <a:solidFill>
                  <a:schemeClr val="bg1"/>
                </a:solidFill>
                <a:latin typeface="Calibri"/>
              </a:rPr>
              <a:t>There is a new service in SAP HANA called SAP HDI (HANA Deployer Infrastructure) which is just a microservice responsible to managing the container. HDI Deployer is a component which is used to talk to this service from our app.</a:t>
            </a:r>
          </a:p>
          <a:p>
            <a:pPr defTabSz="914400"/>
            <a:endParaRPr lang="en-US" sz="1800" dirty="0">
              <a:solidFill>
                <a:schemeClr val="bg1"/>
              </a:solidFill>
              <a:latin typeface="Calibri"/>
            </a:endParaRPr>
          </a:p>
        </p:txBody>
      </p:sp>
    </p:spTree>
    <p:extLst>
      <p:ext uri="{BB962C8B-B14F-4D97-AF65-F5344CB8AC3E}">
        <p14:creationId xmlns:p14="http://schemas.microsoft.com/office/powerpoint/2010/main" val="3636112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A2947-8BD4-1919-0AE6-C14C8F6FE0D7}"/>
              </a:ext>
            </a:extLst>
          </p:cNvPr>
          <p:cNvSpPr>
            <a:spLocks noGrp="1"/>
          </p:cNvSpPr>
          <p:nvPr>
            <p:ph type="title"/>
          </p:nvPr>
        </p:nvSpPr>
        <p:spPr/>
        <p:txBody>
          <a:bodyPr/>
          <a:lstStyle/>
          <a:p>
            <a:r>
              <a:rPr lang="en-US" dirty="0"/>
              <a:t>Hands on - Create HANA Cloud Instance</a:t>
            </a:r>
          </a:p>
        </p:txBody>
      </p:sp>
      <p:pic>
        <p:nvPicPr>
          <p:cNvPr id="3" name="Picture 2">
            <a:extLst>
              <a:ext uri="{FF2B5EF4-FFF2-40B4-BE49-F238E27FC236}">
                <a16:creationId xmlns:a16="http://schemas.microsoft.com/office/drawing/2014/main" id="{8CB5A8D5-EF9E-9286-069A-7C912612B43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28256" r="7337"/>
          <a:stretch/>
        </p:blipFill>
        <p:spPr bwMode="auto">
          <a:xfrm>
            <a:off x="190016" y="1702420"/>
            <a:ext cx="5174395" cy="183777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653BBD-DA91-2996-8A54-0B82D95D8890}"/>
              </a:ext>
            </a:extLst>
          </p:cNvPr>
          <p:cNvSpPr txBox="1"/>
          <p:nvPr/>
        </p:nvSpPr>
        <p:spPr>
          <a:xfrm>
            <a:off x="261763" y="779090"/>
            <a:ext cx="5174395" cy="954107"/>
          </a:xfrm>
          <a:prstGeom prst="rect">
            <a:avLst/>
          </a:prstGeom>
          <a:noFill/>
        </p:spPr>
        <p:txBody>
          <a:bodyPr wrap="square" rtlCol="0">
            <a:spAutoFit/>
          </a:bodyPr>
          <a:lstStyle/>
          <a:p>
            <a:pPr marL="342900" indent="-342900" algn="just" defTabSz="914400">
              <a:buFontTx/>
              <a:buAutoNum type="arabicPeriod"/>
            </a:pPr>
            <a:r>
              <a:rPr lang="en-US" sz="1400" dirty="0">
                <a:solidFill>
                  <a:schemeClr val="bg1"/>
                </a:solidFill>
                <a:latin typeface="Calibri" panose="020F0502020204030204"/>
              </a:rPr>
              <a:t>Login to your trial and navigate to your </a:t>
            </a:r>
            <a:r>
              <a:rPr lang="en-US" sz="1400" b="1" dirty="0">
                <a:solidFill>
                  <a:schemeClr val="bg1"/>
                </a:solidFill>
                <a:latin typeface="Calibri" panose="020F0502020204030204"/>
              </a:rPr>
              <a:t>dev </a:t>
            </a:r>
            <a:r>
              <a:rPr lang="en-US" sz="1400" dirty="0">
                <a:solidFill>
                  <a:schemeClr val="bg1"/>
                </a:solidFill>
                <a:latin typeface="Calibri" panose="020F0502020204030204"/>
              </a:rPr>
              <a:t>space</a:t>
            </a:r>
          </a:p>
          <a:p>
            <a:pPr marL="342900" indent="-342900" algn="just" defTabSz="914400">
              <a:buFontTx/>
              <a:buAutoNum type="arabicPeriod"/>
            </a:pPr>
            <a:r>
              <a:rPr lang="en-US" sz="1400" dirty="0">
                <a:solidFill>
                  <a:schemeClr val="bg1"/>
                </a:solidFill>
                <a:latin typeface="Calibri" panose="020F0502020204030204"/>
              </a:rPr>
              <a:t>Select </a:t>
            </a:r>
            <a:r>
              <a:rPr lang="en-US" sz="1400" b="1" dirty="0">
                <a:solidFill>
                  <a:schemeClr val="bg1"/>
                </a:solidFill>
                <a:latin typeface="Calibri" panose="020F0502020204030204"/>
              </a:rPr>
              <a:t>SAP HANA Cloud</a:t>
            </a:r>
          </a:p>
          <a:p>
            <a:pPr marL="342900" indent="-342900" algn="just"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Manage SAP HANA Cloud </a:t>
            </a:r>
            <a:r>
              <a:rPr lang="en-US" sz="1400" dirty="0">
                <a:solidFill>
                  <a:schemeClr val="bg1"/>
                </a:solidFill>
                <a:latin typeface="Calibri" panose="020F0502020204030204"/>
              </a:rPr>
              <a:t>button to start the SAP HANA Cloud Central</a:t>
            </a:r>
          </a:p>
        </p:txBody>
      </p:sp>
      <p:pic>
        <p:nvPicPr>
          <p:cNvPr id="5" name="Picture 4">
            <a:extLst>
              <a:ext uri="{FF2B5EF4-FFF2-40B4-BE49-F238E27FC236}">
                <a16:creationId xmlns:a16="http://schemas.microsoft.com/office/drawing/2014/main" id="{CE3EF897-818D-A144-9DAA-ED76C105C49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96" t="15296"/>
          <a:stretch/>
        </p:blipFill>
        <p:spPr bwMode="auto">
          <a:xfrm>
            <a:off x="6674485" y="1527830"/>
            <a:ext cx="4543262" cy="197835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Chevron 5">
            <a:extLst>
              <a:ext uri="{FF2B5EF4-FFF2-40B4-BE49-F238E27FC236}">
                <a16:creationId xmlns:a16="http://schemas.microsoft.com/office/drawing/2014/main" id="{F9ED8215-03AA-D8FB-EE7A-028B143BC7BD}"/>
              </a:ext>
            </a:extLst>
          </p:cNvPr>
          <p:cNvSpPr/>
          <p:nvPr/>
        </p:nvSpPr>
        <p:spPr>
          <a:xfrm>
            <a:off x="5617029" y="1733197"/>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sp>
        <p:nvSpPr>
          <p:cNvPr id="7" name="Arrow: Chevron 6">
            <a:extLst>
              <a:ext uri="{FF2B5EF4-FFF2-40B4-BE49-F238E27FC236}">
                <a16:creationId xmlns:a16="http://schemas.microsoft.com/office/drawing/2014/main" id="{65EBF26E-6D84-D4F3-490D-2C8E2ECA0675}"/>
              </a:ext>
            </a:extLst>
          </p:cNvPr>
          <p:cNvSpPr/>
          <p:nvPr/>
        </p:nvSpPr>
        <p:spPr>
          <a:xfrm rot="5400000">
            <a:off x="8770215" y="3566145"/>
            <a:ext cx="351801" cy="474214"/>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pic>
        <p:nvPicPr>
          <p:cNvPr id="8" name="Picture 6">
            <a:extLst>
              <a:ext uri="{FF2B5EF4-FFF2-40B4-BE49-F238E27FC236}">
                <a16:creationId xmlns:a16="http://schemas.microsoft.com/office/drawing/2014/main" id="{462670FC-3E42-A072-DD2C-754FA0F8C92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74485" y="4017448"/>
            <a:ext cx="4805728" cy="265191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0BE4A37-E533-D631-EC68-7557BDA35E2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614" y="3938076"/>
            <a:ext cx="5328976" cy="2701263"/>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Chevron 9">
            <a:extLst>
              <a:ext uri="{FF2B5EF4-FFF2-40B4-BE49-F238E27FC236}">
                <a16:creationId xmlns:a16="http://schemas.microsoft.com/office/drawing/2014/main" id="{35D2515A-A0D2-B87A-B280-CC3F1560B881}"/>
              </a:ext>
            </a:extLst>
          </p:cNvPr>
          <p:cNvSpPr/>
          <p:nvPr/>
        </p:nvSpPr>
        <p:spPr>
          <a:xfrm rot="10800000">
            <a:off x="5926368" y="5151312"/>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cxnSp>
        <p:nvCxnSpPr>
          <p:cNvPr id="11" name="Straight Connector 10">
            <a:extLst>
              <a:ext uri="{FF2B5EF4-FFF2-40B4-BE49-F238E27FC236}">
                <a16:creationId xmlns:a16="http://schemas.microsoft.com/office/drawing/2014/main" id="{24B66864-1F90-CAC7-3886-475219B67685}"/>
              </a:ext>
            </a:extLst>
          </p:cNvPr>
          <p:cNvCxnSpPr/>
          <p:nvPr/>
        </p:nvCxnSpPr>
        <p:spPr>
          <a:xfrm>
            <a:off x="190016" y="3753010"/>
            <a:ext cx="5915500" cy="0"/>
          </a:xfrm>
          <a:prstGeom prst="line">
            <a:avLst/>
          </a:prstGeom>
          <a:noFill/>
          <a:ln w="6350" cap="flat" cmpd="sng" algn="ctr">
            <a:solidFill>
              <a:srgbClr val="4E67C8"/>
            </a:solidFill>
            <a:prstDash val="solid"/>
            <a:miter lim="800000"/>
          </a:ln>
          <a:effectLst/>
        </p:spPr>
      </p:cxnSp>
      <p:sp>
        <p:nvSpPr>
          <p:cNvPr id="12" name="TextBox 11">
            <a:extLst>
              <a:ext uri="{FF2B5EF4-FFF2-40B4-BE49-F238E27FC236}">
                <a16:creationId xmlns:a16="http://schemas.microsoft.com/office/drawing/2014/main" id="{A38502F2-40B4-4D81-DD19-83B489ECC97A}"/>
              </a:ext>
            </a:extLst>
          </p:cNvPr>
          <p:cNvSpPr txBox="1"/>
          <p:nvPr/>
        </p:nvSpPr>
        <p:spPr>
          <a:xfrm>
            <a:off x="6105516" y="779090"/>
            <a:ext cx="5681200" cy="738664"/>
          </a:xfrm>
          <a:prstGeom prst="rect">
            <a:avLst/>
          </a:prstGeom>
          <a:noFill/>
        </p:spPr>
        <p:txBody>
          <a:bodyPr wrap="square" rtlCol="0">
            <a:spAutoFit/>
          </a:bodyPr>
          <a:lstStyle/>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Create </a:t>
            </a:r>
            <a:r>
              <a:rPr lang="en-US" sz="1400" dirty="0">
                <a:solidFill>
                  <a:schemeClr val="bg1"/>
                </a:solidFill>
                <a:latin typeface="Calibri" panose="020F0502020204030204"/>
              </a:rPr>
              <a:t>button to start the wizard</a:t>
            </a:r>
          </a:p>
          <a:p>
            <a:pPr marL="342900" indent="-342900" defTabSz="914400">
              <a:buFontTx/>
              <a:buAutoNum type="arabicPeriod"/>
            </a:pPr>
            <a:r>
              <a:rPr lang="en-US" sz="1400" dirty="0">
                <a:solidFill>
                  <a:schemeClr val="bg1"/>
                </a:solidFill>
                <a:latin typeface="Calibri" panose="020F0502020204030204"/>
              </a:rPr>
              <a:t>Select the SAP HANA Cloud instance Type to create</a:t>
            </a:r>
          </a:p>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Next Step </a:t>
            </a:r>
            <a:r>
              <a:rPr lang="en-US" sz="1400" dirty="0">
                <a:solidFill>
                  <a:schemeClr val="bg1"/>
                </a:solidFill>
                <a:latin typeface="Calibri" panose="020F0502020204030204"/>
              </a:rPr>
              <a:t>button to continue</a:t>
            </a:r>
          </a:p>
        </p:txBody>
      </p:sp>
    </p:spTree>
    <p:extLst>
      <p:ext uri="{BB962C8B-B14F-4D97-AF65-F5344CB8AC3E}">
        <p14:creationId xmlns:p14="http://schemas.microsoft.com/office/powerpoint/2010/main" val="32358682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3B2C1-2D72-48F5-D6C5-A17C95C8F7F8}"/>
              </a:ext>
            </a:extLst>
          </p:cNvPr>
          <p:cNvSpPr>
            <a:spLocks noGrp="1"/>
          </p:cNvSpPr>
          <p:nvPr>
            <p:ph type="title"/>
          </p:nvPr>
        </p:nvSpPr>
        <p:spPr/>
        <p:txBody>
          <a:bodyPr/>
          <a:lstStyle/>
          <a:p>
            <a:r>
              <a:rPr lang="en-US" dirty="0"/>
              <a:t>HDI Container</a:t>
            </a:r>
          </a:p>
        </p:txBody>
      </p:sp>
      <p:sp>
        <p:nvSpPr>
          <p:cNvPr id="3" name="TextBox 2">
            <a:extLst>
              <a:ext uri="{FF2B5EF4-FFF2-40B4-BE49-F238E27FC236}">
                <a16:creationId xmlns:a16="http://schemas.microsoft.com/office/drawing/2014/main" id="{7C36AE77-6D9D-323A-80AD-336A21B8B2E3}"/>
              </a:ext>
            </a:extLst>
          </p:cNvPr>
          <p:cNvSpPr txBox="1"/>
          <p:nvPr/>
        </p:nvSpPr>
        <p:spPr>
          <a:xfrm>
            <a:off x="164670" y="784925"/>
            <a:ext cx="11161643" cy="3970318"/>
          </a:xfrm>
          <a:prstGeom prst="rect">
            <a:avLst/>
          </a:prstGeom>
          <a:noFill/>
        </p:spPr>
        <p:txBody>
          <a:bodyPr wrap="square" rtlCol="0">
            <a:spAutoFit/>
          </a:bodyPr>
          <a:lstStyle/>
          <a:p>
            <a:pPr defTabSz="914400">
              <a:defRPr/>
            </a:pPr>
            <a:r>
              <a:rPr lang="en-US" sz="1800" dirty="0">
                <a:solidFill>
                  <a:schemeClr val="bg1"/>
                </a:solidFill>
                <a:latin typeface="Calibri"/>
              </a:rPr>
              <a:t>An HDI Container is also a </a:t>
            </a:r>
            <a:r>
              <a:rPr lang="en-US" sz="1800" b="1" dirty="0">
                <a:solidFill>
                  <a:schemeClr val="bg1"/>
                </a:solidFill>
                <a:latin typeface="Calibri"/>
              </a:rPr>
              <a:t>schema</a:t>
            </a:r>
            <a:r>
              <a:rPr lang="en-US" sz="1800" dirty="0">
                <a:solidFill>
                  <a:schemeClr val="bg1"/>
                </a:solidFill>
                <a:latin typeface="Calibri"/>
              </a:rPr>
              <a:t>. But it is managed differently from a normal schema.</a:t>
            </a:r>
          </a:p>
          <a:p>
            <a:pPr defTabSz="914400">
              <a:defRPr/>
            </a:pPr>
            <a:endParaRPr lang="en-US" sz="1800" b="1" dirty="0">
              <a:solidFill>
                <a:schemeClr val="bg1"/>
              </a:solidFill>
              <a:latin typeface="Calibri"/>
            </a:endParaRPr>
          </a:p>
          <a:p>
            <a:pPr defTabSz="914400">
              <a:defRPr/>
            </a:pPr>
            <a:r>
              <a:rPr lang="en-US" sz="1800" b="1" dirty="0">
                <a:solidFill>
                  <a:schemeClr val="bg1"/>
                </a:solidFill>
                <a:latin typeface="Calibri"/>
              </a:rPr>
              <a:t>Schema -- How its created?</a:t>
            </a:r>
          </a:p>
          <a:p>
            <a:pPr marL="342900" indent="-342900" defTabSz="914400">
              <a:buFontTx/>
              <a:buAutoNum type="arabicPeriod"/>
              <a:defRPr/>
            </a:pPr>
            <a:r>
              <a:rPr lang="en-US" sz="1800" dirty="0">
                <a:solidFill>
                  <a:schemeClr val="bg1"/>
                </a:solidFill>
                <a:latin typeface="Calibri"/>
              </a:rPr>
              <a:t>Manually create it in BTP</a:t>
            </a:r>
          </a:p>
          <a:p>
            <a:pPr marL="342900" indent="-342900" defTabSz="914400">
              <a:buFontTx/>
              <a:buAutoNum type="arabicPeriod"/>
              <a:defRPr/>
            </a:pPr>
            <a:r>
              <a:rPr lang="en-US" sz="1800" dirty="0">
                <a:solidFill>
                  <a:schemeClr val="bg1"/>
                </a:solidFill>
                <a:latin typeface="Calibri"/>
              </a:rPr>
              <a:t>Application Managed HDI Container (You as developer ONLY work with App, App will talk to HANA to create and manage this schema to store/read data internally)</a:t>
            </a:r>
          </a:p>
          <a:p>
            <a:pPr defTabSz="914400">
              <a:defRPr/>
            </a:pPr>
            <a:r>
              <a:rPr lang="en-US" sz="1800" dirty="0">
                <a:solidFill>
                  <a:schemeClr val="bg1"/>
                </a:solidFill>
                <a:latin typeface="Calibri"/>
              </a:rPr>
              <a:t>You cant access HDI Container using HANA Studio (Deprecated tool), We can use new SAP HANA Database Explorer, SAP HANA </a:t>
            </a:r>
            <a:r>
              <a:rPr lang="en-US" sz="1800" dirty="0" err="1">
                <a:solidFill>
                  <a:schemeClr val="bg1"/>
                </a:solidFill>
                <a:latin typeface="Calibri"/>
              </a:rPr>
              <a:t>WebIDE</a:t>
            </a:r>
            <a:r>
              <a:rPr lang="en-US" sz="1800" dirty="0">
                <a:solidFill>
                  <a:schemeClr val="bg1"/>
                </a:solidFill>
                <a:latin typeface="Calibri"/>
              </a:rPr>
              <a:t> for OP or BAS to access HDI Container.</a:t>
            </a:r>
          </a:p>
          <a:p>
            <a:pPr defTabSz="914400">
              <a:defRPr/>
            </a:pPr>
            <a:endParaRPr lang="en-US" sz="1800" dirty="0">
              <a:solidFill>
                <a:schemeClr val="bg1"/>
              </a:solidFill>
              <a:latin typeface="Calibri"/>
            </a:endParaRPr>
          </a:p>
          <a:p>
            <a:pPr defTabSz="914400">
              <a:defRPr/>
            </a:pPr>
            <a:r>
              <a:rPr lang="en-US" sz="1800" b="1" dirty="0">
                <a:solidFill>
                  <a:schemeClr val="bg1"/>
                </a:solidFill>
                <a:latin typeface="Calibri"/>
              </a:rPr>
              <a:t>HDI -- Who creates it?</a:t>
            </a:r>
          </a:p>
          <a:p>
            <a:pPr defTabSz="914400">
              <a:defRPr/>
            </a:pPr>
            <a:r>
              <a:rPr lang="en-US" sz="1800" dirty="0">
                <a:solidFill>
                  <a:schemeClr val="bg1"/>
                </a:solidFill>
                <a:latin typeface="Calibri"/>
              </a:rPr>
              <a:t>There is a new service in SAP HANA called SAP HDI (HANA Deployer Infrastructure) which is just a microservice responsible to managing the container. HDI Deployer is a component which is used to talk to this service from our app.</a:t>
            </a:r>
          </a:p>
          <a:p>
            <a:pPr defTabSz="914400"/>
            <a:endParaRPr lang="en-US" sz="1800" dirty="0">
              <a:solidFill>
                <a:schemeClr val="bg1"/>
              </a:solidFill>
              <a:latin typeface="Calibri"/>
            </a:endParaRPr>
          </a:p>
        </p:txBody>
      </p:sp>
    </p:spTree>
    <p:extLst>
      <p:ext uri="{BB962C8B-B14F-4D97-AF65-F5344CB8AC3E}">
        <p14:creationId xmlns:p14="http://schemas.microsoft.com/office/powerpoint/2010/main" val="1295559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A2947-8BD4-1919-0AE6-C14C8F6FE0D7}"/>
              </a:ext>
            </a:extLst>
          </p:cNvPr>
          <p:cNvSpPr>
            <a:spLocks noGrp="1"/>
          </p:cNvSpPr>
          <p:nvPr>
            <p:ph type="title"/>
          </p:nvPr>
        </p:nvSpPr>
        <p:spPr/>
        <p:txBody>
          <a:bodyPr/>
          <a:lstStyle/>
          <a:p>
            <a:r>
              <a:rPr lang="en-US" dirty="0"/>
              <a:t>Hands on - Create HANA Cloud Instance</a:t>
            </a:r>
          </a:p>
        </p:txBody>
      </p:sp>
      <p:pic>
        <p:nvPicPr>
          <p:cNvPr id="3" name="Picture 2">
            <a:extLst>
              <a:ext uri="{FF2B5EF4-FFF2-40B4-BE49-F238E27FC236}">
                <a16:creationId xmlns:a16="http://schemas.microsoft.com/office/drawing/2014/main" id="{8CB5A8D5-EF9E-9286-069A-7C912612B43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28256" r="7337"/>
          <a:stretch/>
        </p:blipFill>
        <p:spPr bwMode="auto">
          <a:xfrm>
            <a:off x="190016" y="1702420"/>
            <a:ext cx="5174395" cy="183777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653BBD-DA91-2996-8A54-0B82D95D8890}"/>
              </a:ext>
            </a:extLst>
          </p:cNvPr>
          <p:cNvSpPr txBox="1"/>
          <p:nvPr/>
        </p:nvSpPr>
        <p:spPr>
          <a:xfrm>
            <a:off x="261763" y="779090"/>
            <a:ext cx="5174395" cy="954107"/>
          </a:xfrm>
          <a:prstGeom prst="rect">
            <a:avLst/>
          </a:prstGeom>
          <a:noFill/>
        </p:spPr>
        <p:txBody>
          <a:bodyPr wrap="square" rtlCol="0">
            <a:spAutoFit/>
          </a:bodyPr>
          <a:lstStyle/>
          <a:p>
            <a:pPr marL="342900" indent="-342900" algn="just" defTabSz="914400">
              <a:buFontTx/>
              <a:buAutoNum type="arabicPeriod"/>
            </a:pPr>
            <a:r>
              <a:rPr lang="en-US" sz="1400" dirty="0">
                <a:solidFill>
                  <a:schemeClr val="bg1"/>
                </a:solidFill>
                <a:latin typeface="Calibri" panose="020F0502020204030204"/>
              </a:rPr>
              <a:t>Login to your trial and navigate to your </a:t>
            </a:r>
            <a:r>
              <a:rPr lang="en-US" sz="1400" b="1" dirty="0">
                <a:solidFill>
                  <a:schemeClr val="bg1"/>
                </a:solidFill>
                <a:latin typeface="Calibri" panose="020F0502020204030204"/>
              </a:rPr>
              <a:t>dev </a:t>
            </a:r>
            <a:r>
              <a:rPr lang="en-US" sz="1400" dirty="0">
                <a:solidFill>
                  <a:schemeClr val="bg1"/>
                </a:solidFill>
                <a:latin typeface="Calibri" panose="020F0502020204030204"/>
              </a:rPr>
              <a:t>space</a:t>
            </a:r>
          </a:p>
          <a:p>
            <a:pPr marL="342900" indent="-342900" algn="just" defTabSz="914400">
              <a:buFontTx/>
              <a:buAutoNum type="arabicPeriod"/>
            </a:pPr>
            <a:r>
              <a:rPr lang="en-US" sz="1400" dirty="0">
                <a:solidFill>
                  <a:schemeClr val="bg1"/>
                </a:solidFill>
                <a:latin typeface="Calibri" panose="020F0502020204030204"/>
              </a:rPr>
              <a:t>Select </a:t>
            </a:r>
            <a:r>
              <a:rPr lang="en-US" sz="1400" b="1" dirty="0">
                <a:solidFill>
                  <a:schemeClr val="bg1"/>
                </a:solidFill>
                <a:latin typeface="Calibri" panose="020F0502020204030204"/>
              </a:rPr>
              <a:t>SAP HANA Cloud</a:t>
            </a:r>
          </a:p>
          <a:p>
            <a:pPr marL="342900" indent="-342900" algn="just"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Manage SAP HANA Cloud </a:t>
            </a:r>
            <a:r>
              <a:rPr lang="en-US" sz="1400" dirty="0">
                <a:solidFill>
                  <a:schemeClr val="bg1"/>
                </a:solidFill>
                <a:latin typeface="Calibri" panose="020F0502020204030204"/>
              </a:rPr>
              <a:t>button to start the SAP HANA Cloud Central</a:t>
            </a:r>
          </a:p>
        </p:txBody>
      </p:sp>
      <p:pic>
        <p:nvPicPr>
          <p:cNvPr id="5" name="Picture 4">
            <a:extLst>
              <a:ext uri="{FF2B5EF4-FFF2-40B4-BE49-F238E27FC236}">
                <a16:creationId xmlns:a16="http://schemas.microsoft.com/office/drawing/2014/main" id="{CE3EF897-818D-A144-9DAA-ED76C105C492}"/>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96" t="15296"/>
          <a:stretch/>
        </p:blipFill>
        <p:spPr bwMode="auto">
          <a:xfrm>
            <a:off x="6674485" y="1527830"/>
            <a:ext cx="4543262" cy="197835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Chevron 5">
            <a:extLst>
              <a:ext uri="{FF2B5EF4-FFF2-40B4-BE49-F238E27FC236}">
                <a16:creationId xmlns:a16="http://schemas.microsoft.com/office/drawing/2014/main" id="{F9ED8215-03AA-D8FB-EE7A-028B143BC7BD}"/>
              </a:ext>
            </a:extLst>
          </p:cNvPr>
          <p:cNvSpPr/>
          <p:nvPr/>
        </p:nvSpPr>
        <p:spPr>
          <a:xfrm>
            <a:off x="5617029" y="1733197"/>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sp>
        <p:nvSpPr>
          <p:cNvPr id="7" name="Arrow: Chevron 6">
            <a:extLst>
              <a:ext uri="{FF2B5EF4-FFF2-40B4-BE49-F238E27FC236}">
                <a16:creationId xmlns:a16="http://schemas.microsoft.com/office/drawing/2014/main" id="{65EBF26E-6D84-D4F3-490D-2C8E2ECA0675}"/>
              </a:ext>
            </a:extLst>
          </p:cNvPr>
          <p:cNvSpPr/>
          <p:nvPr/>
        </p:nvSpPr>
        <p:spPr>
          <a:xfrm rot="5400000">
            <a:off x="8770215" y="3566145"/>
            <a:ext cx="351801" cy="474214"/>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pic>
        <p:nvPicPr>
          <p:cNvPr id="8" name="Picture 6">
            <a:extLst>
              <a:ext uri="{FF2B5EF4-FFF2-40B4-BE49-F238E27FC236}">
                <a16:creationId xmlns:a16="http://schemas.microsoft.com/office/drawing/2014/main" id="{462670FC-3E42-A072-DD2C-754FA0F8C92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74485" y="4017448"/>
            <a:ext cx="4805728" cy="265191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0BE4A37-E533-D631-EC68-7557BDA35E2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614" y="3938076"/>
            <a:ext cx="5328976" cy="2701263"/>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Chevron 9">
            <a:extLst>
              <a:ext uri="{FF2B5EF4-FFF2-40B4-BE49-F238E27FC236}">
                <a16:creationId xmlns:a16="http://schemas.microsoft.com/office/drawing/2014/main" id="{35D2515A-A0D2-B87A-B280-CC3F1560B881}"/>
              </a:ext>
            </a:extLst>
          </p:cNvPr>
          <p:cNvSpPr/>
          <p:nvPr/>
        </p:nvSpPr>
        <p:spPr>
          <a:xfrm rot="10800000">
            <a:off x="5926368" y="5151312"/>
            <a:ext cx="296160" cy="590450"/>
          </a:xfrm>
          <a:prstGeom prst="chevron">
            <a:avLst/>
          </a:prstGeom>
          <a:solidFill>
            <a:srgbClr val="4E67C8"/>
          </a:solidFill>
          <a:ln w="12700" cap="flat" cmpd="sng" algn="ctr">
            <a:solidFill>
              <a:srgbClr val="4E67C8">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chemeClr val="bg1"/>
              </a:solidFill>
              <a:effectLst/>
              <a:uLnTx/>
              <a:uFillTx/>
              <a:latin typeface="Calibri" panose="020F0502020204030204"/>
              <a:ea typeface="+mn-ea"/>
              <a:cs typeface="+mn-cs"/>
            </a:endParaRPr>
          </a:p>
        </p:txBody>
      </p:sp>
      <p:cxnSp>
        <p:nvCxnSpPr>
          <p:cNvPr id="11" name="Straight Connector 10">
            <a:extLst>
              <a:ext uri="{FF2B5EF4-FFF2-40B4-BE49-F238E27FC236}">
                <a16:creationId xmlns:a16="http://schemas.microsoft.com/office/drawing/2014/main" id="{24B66864-1F90-CAC7-3886-475219B67685}"/>
              </a:ext>
            </a:extLst>
          </p:cNvPr>
          <p:cNvCxnSpPr/>
          <p:nvPr/>
        </p:nvCxnSpPr>
        <p:spPr>
          <a:xfrm>
            <a:off x="190016" y="3753010"/>
            <a:ext cx="5915500" cy="0"/>
          </a:xfrm>
          <a:prstGeom prst="line">
            <a:avLst/>
          </a:prstGeom>
          <a:noFill/>
          <a:ln w="6350" cap="flat" cmpd="sng" algn="ctr">
            <a:solidFill>
              <a:srgbClr val="4E67C8"/>
            </a:solidFill>
            <a:prstDash val="solid"/>
            <a:miter lim="800000"/>
          </a:ln>
          <a:effectLst/>
        </p:spPr>
      </p:cxnSp>
      <p:sp>
        <p:nvSpPr>
          <p:cNvPr id="12" name="TextBox 11">
            <a:extLst>
              <a:ext uri="{FF2B5EF4-FFF2-40B4-BE49-F238E27FC236}">
                <a16:creationId xmlns:a16="http://schemas.microsoft.com/office/drawing/2014/main" id="{A38502F2-40B4-4D81-DD19-83B489ECC97A}"/>
              </a:ext>
            </a:extLst>
          </p:cNvPr>
          <p:cNvSpPr txBox="1"/>
          <p:nvPr/>
        </p:nvSpPr>
        <p:spPr>
          <a:xfrm>
            <a:off x="6105516" y="779090"/>
            <a:ext cx="5681200" cy="738664"/>
          </a:xfrm>
          <a:prstGeom prst="rect">
            <a:avLst/>
          </a:prstGeom>
          <a:noFill/>
        </p:spPr>
        <p:txBody>
          <a:bodyPr wrap="square" rtlCol="0">
            <a:spAutoFit/>
          </a:bodyPr>
          <a:lstStyle/>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Create </a:t>
            </a:r>
            <a:r>
              <a:rPr lang="en-US" sz="1400" dirty="0">
                <a:solidFill>
                  <a:schemeClr val="bg1"/>
                </a:solidFill>
                <a:latin typeface="Calibri" panose="020F0502020204030204"/>
              </a:rPr>
              <a:t>button to start the wizard</a:t>
            </a:r>
          </a:p>
          <a:p>
            <a:pPr marL="342900" indent="-342900" defTabSz="914400">
              <a:buFontTx/>
              <a:buAutoNum type="arabicPeriod"/>
            </a:pPr>
            <a:r>
              <a:rPr lang="en-US" sz="1400" dirty="0">
                <a:solidFill>
                  <a:schemeClr val="bg1"/>
                </a:solidFill>
                <a:latin typeface="Calibri" panose="020F0502020204030204"/>
              </a:rPr>
              <a:t>Select the SAP HANA Cloud instance Type to create</a:t>
            </a:r>
          </a:p>
          <a:p>
            <a:pPr marL="342900" indent="-342900" defTabSz="914400">
              <a:buFontTx/>
              <a:buAutoNum type="arabicPeriod"/>
            </a:pPr>
            <a:r>
              <a:rPr lang="en-US" sz="1400" dirty="0">
                <a:solidFill>
                  <a:schemeClr val="bg1"/>
                </a:solidFill>
                <a:latin typeface="Calibri" panose="020F0502020204030204"/>
              </a:rPr>
              <a:t>Select the </a:t>
            </a:r>
            <a:r>
              <a:rPr lang="en-US" sz="1400" b="1" dirty="0">
                <a:solidFill>
                  <a:schemeClr val="bg1"/>
                </a:solidFill>
                <a:latin typeface="Calibri" panose="020F0502020204030204"/>
              </a:rPr>
              <a:t>Next Step </a:t>
            </a:r>
            <a:r>
              <a:rPr lang="en-US" sz="1400" dirty="0">
                <a:solidFill>
                  <a:schemeClr val="bg1"/>
                </a:solidFill>
                <a:latin typeface="Calibri" panose="020F0502020204030204"/>
              </a:rPr>
              <a:t>button to continue</a:t>
            </a:r>
          </a:p>
        </p:txBody>
      </p:sp>
    </p:spTree>
    <p:extLst>
      <p:ext uri="{BB962C8B-B14F-4D97-AF65-F5344CB8AC3E}">
        <p14:creationId xmlns:p14="http://schemas.microsoft.com/office/powerpoint/2010/main" val="38481723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6</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60,000+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26000+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8336</TotalTime>
  <Words>1356</Words>
  <Application>Microsoft Office PowerPoint</Application>
  <PresentationFormat>Custom</PresentationFormat>
  <Paragraphs>131</Paragraphs>
  <Slides>17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Amasis MT Pro Black</vt:lpstr>
      <vt:lpstr>Arial</vt:lpstr>
      <vt:lpstr>Arial Black</vt:lpstr>
      <vt:lpstr>Calibri</vt:lpstr>
      <vt:lpstr>Cooper Black</vt:lpstr>
      <vt:lpstr>Segoe UI</vt:lpstr>
      <vt:lpstr>Segoe UI Light</vt:lpstr>
      <vt:lpstr>Wingdings</vt:lpstr>
      <vt:lpstr>Office Theme</vt:lpstr>
      <vt:lpstr>SAP BTP Extension Suite Training</vt:lpstr>
      <vt:lpstr>PowerPoint Presentation</vt:lpstr>
      <vt:lpstr>Agenda – Day 11</vt:lpstr>
      <vt:lpstr>Source Code Management</vt:lpstr>
      <vt:lpstr>Git</vt:lpstr>
      <vt:lpstr>Git and Git HUB</vt:lpstr>
      <vt:lpstr>PowerPoint Presentation</vt:lpstr>
      <vt:lpstr>Introduction to HANA Cloud</vt:lpstr>
      <vt:lpstr>HANA Cloud v/s On-premise</vt:lpstr>
      <vt:lpstr>What is Schema in HANA</vt:lpstr>
      <vt:lpstr>HDI Container</vt:lpstr>
      <vt:lpstr>Hands on - Create HANA Cloud Instance</vt:lpstr>
      <vt:lpstr>HDI Container</vt:lpstr>
      <vt:lpstr>Hands on - Create HANA Cloud Instance</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284</cp:revision>
  <dcterms:created xsi:type="dcterms:W3CDTF">2013-09-12T13:05:01Z</dcterms:created>
  <dcterms:modified xsi:type="dcterms:W3CDTF">2026-03-02T10:36:44Z</dcterms:modified>
</cp:coreProperties>
</file>
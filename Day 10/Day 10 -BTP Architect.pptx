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6" r:id="rId2"/>
    <p:sldId id="4122" r:id="rId3"/>
    <p:sldId id="277" r:id="rId4"/>
    <p:sldId id="4811" r:id="rId5"/>
    <p:sldId id="4806" r:id="rId6"/>
    <p:sldId id="4808" r:id="rId7"/>
    <p:sldId id="4772" r:id="rId8"/>
    <p:sldId id="4812" r:id="rId9"/>
    <p:sldId id="4791" r:id="rId10"/>
    <p:sldId id="4804" r:id="rId11"/>
    <p:sldId id="4805" r:id="rId12"/>
    <p:sldId id="4802" r:id="rId13"/>
    <p:sldId id="4773" r:id="rId14"/>
    <p:sldId id="4774" r:id="rId15"/>
    <p:sldId id="4775" r:id="rId16"/>
    <p:sldId id="4776" r:id="rId17"/>
    <p:sldId id="4754" r:id="rId18"/>
    <p:sldId id="282" r:id="rId19"/>
    <p:sldId id="280" r:id="rId20"/>
    <p:sldId id="4711" r:id="rId21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 autoAdjust="0"/>
    <p:restoredTop sz="95250" autoAdjust="0"/>
  </p:normalViewPr>
  <p:slideViewPr>
    <p:cSldViewPr>
      <p:cViewPr varScale="1">
        <p:scale>
          <a:sx n="97" d="100"/>
          <a:sy n="97" d="100"/>
        </p:scale>
        <p:origin x="828" y="28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4-24T09:08:56.92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44.5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 47 24575,'0'-3'0,"-4"-4"0,0-4 0,-3-4 0,-1 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39.7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2247 865 24575,'1'-13'0,"0"1"0,1 0 0,0 0 0,1 0 0,0 0 0,1 0 0,0 1 0,1-1 0,1 1 0,12-20 0,1 5 0,0 0 0,44-44 0,-62 69 0,0 1 0,0-1 0,0 0 0,0 0 0,0 0 0,0 0 0,-1 0 0,1 0 0,0 0 0,0 0 0,-1 0 0,1 0 0,-1 0 0,1 0 0,-1-2 0,-13 6 0,-28 20 0,-199 155 0,12 19 0,183-157 0,-159 142-85,-414 371-381,220-151 466,317-305 0,4 3 0,-95 161 0,7 64 0,135-252 0,2 2 0,-27 122 0,51-177 45,0 0 1,2 0 0,0 0 0,1 0 0,3 36 0,-2-51-35,1 1-1,0-1 0,0 0 0,0 0 0,1 0 1,0 0-1,0 0 0,0 0 0,0 0 1,1-1-1,0 1 0,0-1 0,0 0 0,0 0 1,1 0-1,-1 0 0,1 0 0,0-1 0,0 0 1,1 0-1,-1 0 0,1 0 0,-1-1 1,1 1-1,0-1 0,10 2 0,-1-1-10,0 0 0,1-2 0,0 1 0,-1-2 0,1 0 0,20-3 0,91-21 0,-76 13 0,168-26-170,367-17-1,223 59-170,-303 21 341,-399-16 0,-136-20 516,15 4-350,-34-12-166,0-1 0,1-4 0,-64-38 0,105 56 0,1 0 0,-1 0 0,1 0 0,0-1 0,0 0 0,0-1 0,1 1 0,0-1 0,0 0 0,1 0 0,-4-8 0,6 9 0,0 1 0,0 0 0,1 0 0,-1-1 0,1 1 0,1-1 0,-1 1 0,1-1 0,0 1 0,0-1 0,0 0 0,1 1 0,0-1 0,0 1 0,1 0 0,-1-1 0,5-8 0,4-6 0,1 1 0,1 0 0,0 1 0,20-21 0,64-63 0,-96 102 0,52-49 0,3 2 0,1 3 0,2 2 0,2 3 0,2 3 0,1 2 0,2 3 0,1 3 0,1 3 0,110-26 0,-129 40 0,0 3 0,1 2 0,0 2 0,94 4 0,-122 2 0,1 0 0,-1 2 0,1 0 0,-1 1 0,0 2 0,-1 0 0,0 1 0,0 1 0,0 1 0,-1 0 0,-1 2 0,0 0 0,24 22 0,-30-23 0,-1 1 0,-1 1 0,0 0 0,0 0 0,-1 1 0,-1 0 0,9 21 0,-8-12 0,-1 1 0,-1 1 0,-1-1 0,4 29 0,-4 17 0,-3 1 0,-8 98 0,1-126 0,-2-1 0,-2-1 0,-2 1 0,-1-2 0,-29 67 0,37-100 0,2-4 0,-1 0 0,1 0 0,0-1 0,0 1 0,0 0 0,0 0 0,1 0 0,-1 0 0,1 0 0,-1 0 0,1 0 0,0 0 0,1 4 0,-1-7 0,0 0 0,1 0 0,-1 1 0,0-1 0,1 0 0,-1 0 0,0 1 0,1-1 0,-1 0 0,0 0 0,1 0 0,-1 0 0,1 1 0,-1-1 0,0 0 0,1 0 0,-1 0 0,1 0 0,-1 0 0,0 0 0,1 0 0,-1 0 0,1 0 0,-1 0 0,0-1 0,1 1 0,-1 0 0,1 0 0,-1 0 0,0 0 0,1-1 0,-1 1 0,0 0 0,1 0 0,-1 0 0,0-1 0,1 1 0,-1-1 0,16-11 0,-15 11 0,163-128 0,-143 115 0,2 1 0,-1 1 0,2 1 0,-1 1 0,2 0 0,28-5 0,4 3 0,0 3 0,1 3 0,82 1 0,177 21 0,-238-10 0,35 2-21,376 31-360,-3 27 88,-441-56 594,70 26 0,-70-20-208,-55-24-93,-1 0 0,2 0 0,-11-13 0,13 15 0,1-1 0,0 0 0,1 1 0,-1-2 0,1 1 0,0 0 0,1-1 0,0 1 0,0-1 0,1 0 0,0 0 0,0 0 0,1-1 0,0 1 0,0-15 0,1-1 0,2 0 0,0-1 0,1 1 0,2 1 0,0-1 0,2 1 0,0 0 0,2 0 0,18-35 0,-9 24 0,2 2 0,2 0 0,0 1 0,2 0 0,2 3 0,0 0 0,36-28 0,-23 25 0,1 2 0,2 2 0,1 2 0,0 1 0,51-18 0,-23 16 0,1 4 0,1 2 0,0 4 0,2 3 0,-1 3 0,1 4 0,105 3 0,-110 7 0,-1 2 0,1 4 0,88 23 0,-114-20 0,-1 1 0,-1 2 0,-1 1 0,0 3 0,-1 1 0,43 32 0,-68-43 0,-1 2 0,-1-1 0,0 2 0,0 0 0,-2 0 0,1 1 0,-2 1 0,15 25 0,-18-26 0,-1-1 0,-1 1 0,0 1 0,-1-1 0,0 1 0,-1-1 0,-1 1 0,0 0 0,-1 0 0,-2 26 0,-2-13 0,-1 0 0,-1 0 0,-2-1 0,-14 39 0,-53 104 0,25-61 0,39-88 0,6-12 0,0 0 0,1 0 0,-4 13 0,7-21 0,0-1 0,0 0 0,0 1 0,0-1 0,-1 0 0,1 1 0,0-1 0,0 0 0,0 0 0,1 1 0,-1-1 0,0 0 0,0 1 0,0-1 0,0 0 0,0 1 0,0-1 0,0 0 0,0 0 0,1 1 0,-1-1 0,0 0 0,0 0 0,0 1 0,1-1 0,-1 0 0,0 0 0,0 1 0,0-1 0,1 0 0,-1 0 0,0 0 0,1 0 0,-1 0 0,0 1 0,0-1 0,1 0 0,-1 0 0,0 0 0,1 0 0,-1 0 0,0 0 0,1 0 0,-1 0 0,0 0 0,1 0 0,-1 0 0,0 0 0,0 0 0,1 0 0,20-6 0,-16 5 0,122-31-51,1 6 0,1 5 0,1 6-1,163 2 1,525 53-271,-660-28 309,924 99 13,-1057-108 0,506 48 0,-511-50 99,0-2-1,32-4 1,-48 5-85,0-1 1,0 0 0,0 0 0,0 0 0,0 0-1,0 0 1,-1-1 0,1 0 0,0 0-1,-1 0 1,0 0 0,1-1 0,-1 1 0,0-1-1,0 0 1,0 1 0,0-1 0,-1-1-1,5-5 1,-7 6-15,1 1 0,0-1 0,-1 0 0,1 0 0,-1 1 0,0-1 0,0 0 0,0 0 0,0 1 0,0-1 0,-1 0 0,1 0 0,-1 1 0,0-1 0,0 0 0,0 1 0,0-1 0,0 1 0,-1-1 0,-1-2 0,-5-6 0,0-1 0,-17-17 0,17 20 0,-10-12 0,-118-146 0,121 144 0,0-1 0,2 0 0,0-1 0,2-1 0,-15-47 0,11 9 0,3 0 0,3-1 0,-2-107 0,23-200 0,-6 261 0,-4 82 0,-1 0 0,-2 0 0,-6-43 0,4 61 0,1-1 0,-2 1 0,1 0 0,-2 0 0,1 0 0,-2 1 0,1 0 0,-1 0 0,-1 0 0,0 0 0,-12-12 0,6 10 0,-1 0 0,0 0 0,-1 2 0,0 0 0,-1 0 0,0 1 0,0 2 0,-18-7 0,-146-39 0,109 35 0,-32-11 0,-413-103 0,-262-19 0,527 117 0,-286-2 0,511 36 0,-223-11 0,243 10 0,-1 0 0,1 0 0,0-1 0,-8-2 0,14 4 0,0 0 0,-1 0 0,1 0 0,0 0 0,-1 0 0,1 0 0,0-1 0,-1 1 0,1 0 0,0 0 0,0 0 0,-1-1 0,1 1 0,0 0 0,0 0 0,-1-1 0,1 1 0,0 0 0,0-1 0,0 1 0,-1 0 0,1-1 0,0 1 0,0 0 0,0-1 0,0 1 0,0 0 0,0-1 0,0 0 0,0 0 0,1 0 0,-1 1 0,1-1 0,0 0 0,0 0 0,-1 0 0,1 1 0,0-1 0,0 1 0,0-1 0,0 0 0,0 1 0,0-1 0,0 1 0,2-1 0,27-12 0,35-16 0,-59 26 0,0-1 0,0 0 0,0 0 0,-1 0 0,0-1 0,0 1 0,0-1 0,4-6 0,-8 9 0,1-1 0,-1 1 0,0-1 0,0 1 0,0-1 0,-1 1 0,1-1 0,0 1 0,-1-1 0,0 0 0,0 1 0,0-1 0,0 0 0,0 1 0,0-1 0,-1 0 0,1 1 0,-1-1 0,0 0 0,1 1 0,-1-1 0,-1 1 0,1 0 0,0-1 0,-3-2 0,-4-7 0,0 0 0,-1 0 0,-15-14 0,18 20 0,-52-52 0,-81-63 0,-75-38 0,105 85-134,-4 6 1,-142-64-1,94 62-308,-193-55 0,-183-10-441,-4 40 481,161 48 402,-489 1 0,-382 108 0,690 5-499,6 36-1,444-76 984,-205 78 1,274-87-329,0 2-1,1 1 1,1 3 0,1 1 0,2 2 0,0 1 0,-52 54 0,75-67 70,1 1 0,0 0 0,2 1 0,0 0 0,-15 31 0,20-34-378,1 0 0,0 1 0,1-1 0,1 1 0,0 0 0,1-1 0,1 1 0,0 21 0,3-12-6674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0.3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1240 161 24575,'-14'-15'0,"6"5"0,0 1 0,-1 0 0,0 0 0,0 1 0,-1 0 0,0 1 0,-1 0 0,1 1 0,-1 0 0,-19-7 0,11 7 0,0 1 0,0 1 0,-1 1 0,0 1 0,1 0 0,-1 2 0,0 0 0,-21 3 0,13 2 0,1 0 0,-1 2 0,1 1 0,1 1 0,-31 14 0,15-1 0,1 1 0,1 3 0,1 0 0,1 3 0,2 1 0,-52 55 0,44-35 0,1 2 0,3 2 0,2 1 0,3 2 0,-38 82 0,52-92 0,2 1 0,2 2 0,2-1 0,3 2 0,1 0 0,3 0 0,-2 77 0,10-95 0,1-1 0,2 0 0,2 1 0,1-1 0,1-1 0,2 1 0,1-1 0,1-1 0,1 0 0,21 35 0,-18-40 0,2 0 0,0-1 0,1-1 0,1-1 0,2 0 0,0-2 0,1 0 0,1-2 0,1 0 0,0-1 0,38 18 0,-31-20-31,0-2 0,1-2 0,0 0-1,1-2 1,0-2 0,0-1 0,0-1-1,1-2 1,0-1 0,0-2 0,67-9-1,-60 2-5,0-2-1,-1-1 1,0-3-1,-1-1 1,0-2 0,-1-1-1,-1-2 1,-1-2-1,46-35 1,-37 21 22,-2-2 0,-2-2 1,-2-2-1,-1-1 0,-2-3 0,-2 0 1,28-51-1,-30 39-175,-2-2 0,-3 0 0,-3-2 0,-2-1 0,25-117 0,-39 137 179,-2-1 0,-2 0 0,-2 1-1,-2-1 1,-1 0 0,-11-66-1,7 83-29,-1 1-1,-1 0 1,-1 1-1,-1 0 0,-1 0 1,-2 1-1,0 0 1,-1 1-1,-1 0 0,-1 1 1,-1 1-1,-21-21 1,14 20 49,-1 2 0,0 0 0,-1 2 0,-1 1 0,-1 1 0,0 1 1,-1 1-1,0 1 0,-37-9 0,12 8-210,-2 1 0,1 3 1,-2 3-1,-62 0 0,-2 6-4435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0.8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1493 497 24575,'-18'-11'0,"0"1"0,-1 1 0,-35-12 0,36 14 0,-16-4 0,0 1 0,-1 1 0,0 2 0,0 1 0,0 2 0,-1 2 0,1 1 0,-51 5 0,45 1 0,0 2 0,0 2 0,1 1 0,0 3 0,1 1 0,-73 37 0,58-21 0,1 2 0,1 3 0,2 1 0,2 3 0,2 2 0,1 2 0,2 2 0,2 2 0,-57 85 0,82-104 0,0 1 0,1 0 0,2 1 0,1 0 0,2 1 0,0 1 0,3-1 0,0 1 0,-2 45 0,8-55 0,0-1 0,2 1 0,1 0 0,0 0 0,2-1 0,1 1 0,0-1 0,1 0 0,2 0 0,0-1 0,1 0 0,1-1 0,1 0 0,24 33 0,-21-36 2,0 0 0,1-1 0,1-1 0,0 0 0,1-1 1,1-1-1,0 0 0,0-2 0,1 0 0,0-1 0,1-1 0,0-1 0,0 0 0,1-2 0,0 0 0,0-2 0,23 2 0,-9-3-20,0-2-1,0-1 1,0-2-1,0-2 1,-1-1 0,1-1-1,-2-2 1,1-2-1,54-24 1,-37 9-50,-1-1-1,-2-3 1,-1-2-1,-1-2 1,-2-2 0,69-73-1,-71 62 26,-2-2 0,-1-2 0,-4-1 1,-1-2-1,49-108 0,-69 129 43,-1-1 0,-2-1 0,-2 0 0,0 0 0,-3-1 0,-1 0 0,1-68 0,-7 80 0,-1 1 0,-1 0 0,-1-1 0,-1 1 0,-1 0 0,-1 1 0,0 0 0,-2 0 0,-1 0 0,-1 1 0,-1 1 0,0 0 0,-18-22 0,5 14-23,-2 1 1,0 2-1,-2 0 1,0 2-1,-2 1 1,-1 1 0,0 2-1,-1 1 1,-48-18-1,-11 2-661,-1 5 1,-130-26-1,56 23-4348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3.5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56 659 24575,'-10'-40'0,"10"38"0,-1 0 0,1 1 0,0-1 0,-1 0 0,1 1 0,0-1 0,0 0 0,0 1 0,1-1 0,-1 0 0,0 1 0,1-1 0,-1 1 0,1-1 0,-1 0 0,1 1 0,0-1 0,0 1 0,-1 0 0,1-1 0,2-1 0,-2 2 0,0 1 0,0 0 0,0 0 0,0 0 0,0 0 0,0 0 0,0 0 0,0 0 0,0 0 0,0 0 0,0 1 0,0-1 0,0 0 0,-1 1 0,1-1 0,0 1 0,0-1 0,0 1 0,0-1 0,-1 1 0,1-1 0,0 1 0,0 0 0,-1-1 0,1 1 0,-1 0 0,1 0 0,-1-1 0,1 1 0,0 1 0,18 26 0,-12-13 0,-1 0 0,0 0 0,-1 0 0,-1 1 0,5 30 0,1 85 0,-9-124 0,-19 642-693,7-475 603,-27 623-612,-18 300-514,32-466 1805,24-615-569,1 9 381,4 36-1,-5-56-310,1 1 0,1 0 0,-1-1 0,1 1 0,0-1 0,0 0-1,0 0 1,1 1 0,-1-1 0,1-1 0,1 1 0,3 4 0,-5-7-84,0-1 1,0 0-1,0 1 1,0-1-1,0 0 1,0 0-1,1 0 1,-1-1-1,0 1 1,1 0 0,-1-1-1,1 0 1,-1 1-1,0-1 1,1 0-1,-1 0 1,1-1-1,-1 1 1,0 0-1,1-1 1,-1 1-1,4-2 1,8-3-14,0 0 1,21-12-1,-15 7-1,56-21 18,1 3 0,1 3 0,91-16 0,-61 23-110,205-8 1,509 58-1103,-3 66-449,-300-33 1210,-462-57 476,82 6 249,-117-13-209,0-1 1,0 0-1,0-2 0,23-5 1,-41 6-48,0 0 1,-1 0-1,1 0 1,-1 0-1,1-1 1,-1 1-1,0-1 1,0 0-1,1 0 1,-1 0-1,-1-1 1,1 1-1,0-1 1,0 1-1,3-6 1,-4 4 43,1-1 1,-1 1 0,0-1-1,0 0 1,0 0-1,-1 1 1,0-1-1,0 0 1,0 0-1,0-7 1,-1-10 209,-1 1 0,-1-1 0,-1 0 0,-8-29 0,5 21-189,-37-182-218,-82-517-701,99 445 254,14-1 0,25-313 0,134-560 595,-122 1023-264,24-146-243,-38 194 1669,1-107 1,-13 176-1061,0 0-1,-1 0 1,-1 1 0,-1-1 0,0 0 0,-2 1-1,-7-17 1,13 32-125,-1 0 0,-1 0 0,1 0 0,0 0 0,0 0 0,-1 0 0,1 0 0,-1 1 0,0-1 0,1 1 0,-1-1 0,0 1 0,0-1 0,0 1 0,0 0 0,0 0 0,0 0 0,0 0 0,0 0 0,-1 1 0,1-1 0,0 1 0,0-1 0,-5 1 0,-3 0 0,-1 0 0,1 0 0,0 2 0,-14 2 0,15-2 0,-133 18-239,-155 3 0,-144-18-255,431-5 493,-638-10-802,4 1 7,504 8 754,-296 3-353,4 35 306,252-1 3060,178-36-2965,1 1 1,0-1-1,-1 1 1,1-1-1,-1 1 1,1 0-1,0-1 1,0 1-1,-1 0 1,1 0-1,0 0 1,0 0-1,0 0 1,0 0-1,0 0 0,0 1 1,0-1-1,0 0 1,1 0-1,-1 1 1,0-1-1,1 1 1,-1 2-1,-1 2-9,1 1-1,0 0 1,0 0-1,1 8 0,0 3-6,-17 231 10,12-1 0,40 383 0,2-380-1365,-25-189-5461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4.2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201 21 24575,'0'0'0,"0"1"0,0-1 0,1 0 0,-1 0 0,0 0 0,0 0 0,1 0 0,-1 0 0,0 0 0,1 0 0,-1-1 0,0 1 0,0 0 0,1 0 0,-1 0 0,0 0 0,0 0 0,1 0 0,-1 0 0,0-1 0,0 1 0,0 0 0,1 0 0,-1 0 0,0-1 0,0 1 0,0 0 0,1 0 0,-1 0 0,0-1 0,0 1 0,0 0 0,0 0 0,0-1 0,0 1 0,0 0 0,0 0 0,1-1 0,-1 1 0,0 0 0,0-1 0,0 1 0,0 0 0,0 0 0,0-1 0,-1 1 0,1 0 0,0 0 0,0-1 0,0 1 0,0 0 0,0 0 0,0-1 0,0 1 0,0 0 0,-1 0 0,1-1 0,0 0 0,-1 1 0,1-1 0,-1 0 0,0 0 0,1 1 0,-1-1 0,0 0 0,1 1 0,-1-1 0,0 1 0,0-1 0,1 1 0,-1-1 0,0 1 0,0-1 0,0 1 0,0 0 0,-1-1 0,-3 2 0,1-1 0,-1 1 0,1-1 0,-1 1 0,1 1 0,-1-1 0,1 1 0,0 0 0,0 0 0,0 0 0,0 0 0,0 0 0,0 1 0,1 0 0,-1 0 0,1 0 0,-4 5 0,-6 6 0,0 1 0,-17 27 0,22-29 0,0 1 0,1 0 0,1 0 0,0 0 0,1 0 0,0 1 0,1 0 0,1 0 0,1 0 0,-2 23 0,4-32 0,0-1 0,0 1 0,1 0 0,-1 0 0,1 0 0,1 0 0,-1 0 0,1-1 0,0 1 0,0 0 0,1-1 0,-1 0 0,1 0 0,0 0 0,1 0 0,-1 0 0,1 0 0,0-1 0,0 0 0,1 0 0,-1 0 0,1 0 0,0-1 0,0 1 0,0-1 0,0-1 0,1 1 0,-1-1 0,9 3 0,-3-2 0,0-1 0,1-1 0,-1 1 0,1-2 0,-1 1 0,1-2 0,-1 0 0,1 0 0,-1-1 0,0 0 0,1-1 0,-1 0 0,0-1 0,-1 0 0,1-1 0,-1 0 0,0-1 0,0 0 0,9-7 0,-12 8 0,0-1 0,0 0 0,-1-1 0,1 0 0,-1 0 0,-1 0 0,0 0 0,0-1 0,0 0 0,6-15 0,-9 16 0,1 0 0,-2 0 0,1 0 0,-1 0 0,0 0 0,-1 0 0,1-1 0,-1 1 0,-1 0 0,0 0 0,0 0 0,0 0 0,-1 0 0,-4-13 0,3 12 23,-1 1 0,0-1 0,0 1-1,0 0 1,-1 0 0,0 0 0,0 1-1,-1 0 1,0 0 0,0 0 0,-1 1-1,1 0 1,-1 0 0,-14-8 0,6 7-237,1 0 1,-1 0 0,0 1-1,0 1 1,0 1 0,0 0-1,-17-1 1,-6 2-6613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5.6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656 434 24575,'-1'0'0,"0"0"0,-1 0 0,1-1 0,0 1 0,0 0 0,0-1 0,0 1 0,0-1 0,0 1 0,0-1 0,0 1 0,1-1 0,-1 0 0,0 0 0,0 1 0,0-1 0,1 0 0,-1 0 0,0 0 0,0-1 0,-11-23 0,11 22 0,-15-43 0,-16-74 0,22 76 0,-32-87 0,41 128 0,0 0 0,-1-1 0,1 1 0,-1 0 0,0 0 0,0 0 0,0 0 0,0 0 0,-1 1 0,1-1 0,-1 1 0,0-1 0,1 1 0,-1 0 0,0 0 0,-7-3 0,7 4 0,0 1 0,0-1 0,0 1 0,0 0 0,0 0 0,0 0 0,0 0 0,0 0 0,0 1 0,0 0 0,0-1 0,0 1 0,0 0 0,0 0 0,0 1 0,0-1 0,1 1 0,-1-1 0,1 1 0,-4 3 0,-13 9 0,1 2 0,1 0 0,0 1 0,-27 36 0,-47 88 0,55-77 0,4 2 0,1 2 0,-34 117 0,52-140 0,3 1 0,1 1 0,3-1 0,1 2 0,3-1 0,6 86 0,-1-111 0,1 0 0,0-1 0,2 0 0,0 0 0,2 0 0,0 0 0,1-1 0,21 33 0,-24-44 0,1 1 0,0-1 0,0-1 0,1 1 0,0-1 0,1-1 0,-1 0 0,2 0 0,-1 0 0,1-1 0,0-1 0,0 1 0,0-2 0,1 1 0,0-2 0,0 1 0,0-1 0,16 1 0,-14-2 0,0-2 0,-1 0 0,1 0 0,0-1 0,-1-1 0,1 0 0,-1-1 0,1 0 0,22-10 0,-19 5 0,-1 0 0,1-1 0,-2 0 0,1-1 0,-1-1 0,19-19 0,-10 5 0,-1-1 0,-2-1 0,0 0 0,-2-2 0,-1 0 0,-2-1 0,13-33 0,-9 13 0,-2 0 0,12-67 0,-22 80 0,-2 0 0,-1-1 0,-3-73 0,-1 105 0,0 1 0,-1-1 0,1 1 0,-1-1 0,0 1 0,0-1 0,-1 1 0,0 0 0,0-1 0,0 1 0,-6-9 0,8 14 0,-1-1 0,1 1 0,0-1 0,-1 1 0,1 0 0,-1-1 0,1 1 0,-1-1 0,1 1 0,-1 0 0,1 0 0,-1-1 0,1 1 0,-1 0 0,1 0 0,-1 0 0,1 0 0,-1-1 0,0 1 0,1 0 0,-1 0 0,1 0 0,-1 0 0,1 0 0,-1 1 0,0-1 0,1 0 0,-1 0 0,-1 1 0,1 0 0,0-1 0,0 1 0,0 0 0,0 0 0,0 0 0,0 0 0,0 0 0,0 0 0,0 0 0,-1 2 0,-15 36 0,16-37 0,-11 35 0,2 1 0,2-1 0,1 2 0,-2 63 0,7-53 0,3 0 0,2-1 0,12 63 0,-1-49-1365,0-12-5461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5.9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8 141 24575,'0'-1'0,"0"1"0,0-1 0,0 1 0,0-1 0,1 0 0,-1 1 0,0-1 0,0 0 0,-1 1 0,1-1 0,0 0 0,0 1 0,0-1 0,0 0 0,0 1 0,-1-1 0,1 1 0,0-1 0,-1 0 0,1 1 0,0-1 0,-1 1 0,1-1 0,-1 0 0,0 2 0,1 0 0,-1 0 0,1 0 0,0 0 0,-1 0 0,1 0 0,0 0 0,0 0 0,-1 0 0,1 0 0,0 0 0,0 0 0,0 0 0,0 0 0,1 1 0,-1 0 0,6 44 0,19 79 0,3 15 0,-27-134 0,1 11 0,-1-14 0,-1-11 0,1-45 0,14-93 0,-10 117 0,2 1 0,1 0 0,0 1 0,25-52 0,-29 71 0,1 0 0,-1 1 0,1-1 0,1 1 0,0 0 0,0 0 0,11-9 0,-16 14 0,1 1 0,0-1 0,0 1 0,0 0 0,0 0 0,1 0 0,-1 0 0,0 0 0,0 0 0,1 1 0,-1-1 0,0 1 0,1-1 0,-1 1 0,1 0 0,-1 0 0,0 0 0,1 0 0,-1 0 0,0 1 0,1-1 0,-1 1 0,0 0 0,1-1 0,-1 1 0,0 0 0,0 0 0,0 0 0,0 1 0,0-1 0,0 1 0,0-1 0,2 3 0,3 3 0,-1 1 0,0-1 0,0 1 0,0 0 0,-1 1 0,-1 0 0,0-1 0,0 1 0,0 1 0,-1-1 0,2 10 0,3 17 0,5 57 0,-6 91-1365,-7-135-5461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6.1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24575,'3'0'0,"1"3"0,0-2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6.6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129 106 24575,'-1'-1'0,"1"0"0,-1 0 0,0 0 0,0 0 0,1 0 0,-1 0 0,1 0 0,-1 0 0,1-1 0,-1 1 0,1 0 0,-1 0 0,1 0 0,0-1 0,0 1 0,0 0 0,0 0 0,0-1 0,0 1 0,0-2 0,1 0 0,0 0 0,0 0 0,0 0 0,0 0 0,1 0 0,-1 0 0,1 0 0,2-2 0,0-1 0,0 1 0,1 0 0,0 0 0,0 0 0,0 1 0,1-1 0,6-3 0,-10 7 0,0 0 0,0 0 0,0 0 0,0 0 0,0 1 0,0-1 0,1 1 0,-1-1 0,0 1 0,0 0 0,1-1 0,-1 1 0,0 1 0,5-1 0,-7 0 0,0 1 0,1-1 0,-1 0 0,1 0 0,-1 0 0,0 1 0,1-1 0,-1 0 0,0 0 0,1 1 0,-1-1 0,0 0 0,1 1 0,-1-1 0,0 0 0,1 1 0,-1-1 0,0 1 0,0-1 0,0 0 0,0 1 0,1-1 0,-1 1 0,0-1 0,0 1 0,0-1 0,0 1 0,0 1 0,0-1 0,-1 1 0,1 0 0,-1-1 0,1 1 0,-1-1 0,1 1 0,-1-1 0,0 1 0,0-1 0,-2 3 0,-60 81 0,-23 35 0,75-102 0,0 1 0,1 0 0,2 0 0,-13 39 0,20-55-72,0-1 1,0 1-1,0 0 0,1 0 0,-1 0 0,1-1 0,-1 1 0,1 0 1,0 0-1,0 0 0,1 0 0,-1 0 0,0 0 0,1 0 0,0-1 1,0 1-1,0 0 0,2 4 0,5 1-6754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6.9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74 24575,'0'-3'0,"0"0"0,0 0 0,0 0 0,1 0 0,0 0 0,-1 0 0,1 0 0,0 0 0,0 0 0,1 0 0,-1 0 0,1 1 0,-1-1 0,1 0 0,0 1 0,0 0 0,0-1 0,0 1 0,0 0 0,1 0 0,-1 0 0,0 0 0,1 1 0,0-1 0,-1 0 0,1 1 0,0 0 0,0 0 0,0 0 0,0 0 0,0 0 0,0 1 0,0-1 0,0 1 0,0 0 0,0 0 0,0 0 0,0 0 0,0 0 0,0 1 0,4 0 0,-3 1 0,0-1 0,0 1 0,0 0 0,0 0 0,0 1 0,0-1 0,0 1 0,-1 0 0,1 0 0,-1 0 0,0 0 0,0 0 0,0 1 0,0-1 0,-1 1 0,1 0 0,-1 0 0,0 0 0,0 0 0,0 0 0,1 8 0,3 7 0,-1 1 0,-1-1 0,2 33 0,0 25 0,-4 0 0,-10 109 0,0-138-1365,0-7-5461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7.6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290 178 24575,'1'-9'0,"1"0"0,-1 0 0,1 0 0,1 0 0,-1 1 0,5-9 0,-4 11 0,0 0 0,-1 0 0,0-1 0,0 1 0,0 0 0,-1-1 0,0 1 0,0-1 0,-1 1 0,0-1 0,0 1 0,-2-9 0,2 14 0,0 0 0,-1 0 0,1 0 0,-1 0 0,1 0 0,-1 0 0,1 0 0,-1 1 0,0-1 0,1 0 0,-1 0 0,0 1 0,0-1 0,1 0 0,-1 1 0,0-1 0,0 1 0,0-1 0,0 1 0,0 0 0,0-1 0,0 1 0,0 0 0,0 0 0,0-1 0,0 1 0,0 0 0,0 0 0,0 0 0,0 0 0,0 0 0,0 0 0,0 1 0,0-1 0,-2 1 0,-3 0 0,0 1 0,1 0 0,-1 1 0,-10 5 0,-1 2 0,0 2 0,0 1 0,1 0 0,1 0 0,0 2 0,1 0 0,1 1 0,0 0 0,-20 33 0,20-25 0,1-1 0,1 2 0,1-1 0,1 1 0,2 1 0,0 0 0,-4 32 0,10-48 0,0 0 0,1 0 0,0 0 0,0 0 0,1 0 0,0 0 0,1 0 0,0-1 0,1 1 0,0 0 0,0-1 0,10 18 0,-10-22 0,0 0 0,1 0 0,0-1 0,0 1 0,0-1 0,1 1 0,-1-1 0,1-1 0,0 1 0,0-1 0,0 0 0,0 0 0,1 0 0,-1-1 0,1 0 0,0 0 0,-1 0 0,1-1 0,0 1 0,0-2 0,0 1 0,9 0 0,-4-2 0,1 1 0,-1-1 0,0-1 0,0 0 0,0-1 0,0 0 0,0 0 0,0-1 0,-1-1 0,0 0 0,0 0 0,0-1 0,0 0 0,-1-1 0,0 0 0,-1 0 0,1-1 0,-1 0 0,-1 0 0,0-1 0,0 0 0,0-1 0,4-9 0,-2 2 0,-1 1 0,-1-1 0,0-1 0,-1 0 0,-1 0 0,-1 0 0,0 0 0,-1 0 0,-2-1 0,0 0 0,0 1 0,-2-1 0,-3-25 0,-5 8 0,9 35 0,0-1 0,-1 1 0,1 0 0,-1-1 0,0 1 0,1 0 0,-1 0 0,0-1 0,1 1 0,-1 0 0,0 0 0,0 0 0,0 0 0,0 0 0,0 0 0,-1 0 0,1 0 0,0 0 0,0 1 0,0-1 0,-1 0 0,-1 0 0,2 2 0,0-1 0,0 1 0,0-1 0,0 1 0,0-1 0,0 1 0,0 0 0,0 0 0,0-1 0,0 1 0,0 0 0,0 0 0,1 0 0,-1 0 0,0 0 0,1 0 0,-1 0 0,1 0 0,-1 0 0,1 0 0,-1 1 0,1-1 0,0 0 0,-1 2 0,1-1 0,-6 16 0,1 1 0,1 0 0,1 0 0,-1 34 0,4-16 0,7 58 0,-6-83 0,1 0 0,1 0 0,0 0 0,0 0 0,1 0 0,1 0 0,7 13 0,-10-22 0,0 0 0,0 1 0,0-1 0,1 0 0,-1 0 0,1-1 0,0 1 0,-1 0 0,1-1 0,1 1 0,-1-1 0,0 0 0,1 0 0,-1-1 0,1 1 0,-1-1 0,1 1 0,0-1 0,-1 0 0,1-1 0,0 1 0,0-1 0,0 1 0,0-1 0,0 0 0,-1-1 0,6 0 0,-3 0 0,1 0 0,0-1 0,0 0 0,-1-1 0,1 0 0,-1 0 0,0 0 0,1-1 0,-2 1 0,8-7 0,-3 2 0,-1-1 0,0 0 0,-1-1 0,0 0 0,8-12 0,1-8 0,-1 0 0,-2-1 0,14-41 0,14-60 0,-38 114 0,0 1 0,-2-1 0,1 0 0,-2 0 0,-2-29 0,1 45 0,0 0 0,0 1 0,0-1 0,-1 0 0,1 0 0,-1 0 0,0 1 0,1-1 0,-1 0 0,0 1 0,0-1 0,0 1 0,0-1 0,0 1 0,0-1 0,0 1 0,-3-2 0,4 3 0,-1-1 0,0 1 0,0 0 0,0 0 0,1 0 0,-1-1 0,0 1 0,0 0 0,0 0 0,0 0 0,0 0 0,1 0 0,-1 1 0,0-1 0,0 0 0,0 0 0,0 0 0,1 1 0,-1-1 0,0 0 0,0 1 0,1-1 0,-1 1 0,0-1 0,1 1 0,-1-1 0,0 1 0,1 0 0,-1-1 0,1 1 0,-1 0 0,1-1 0,-1 1 0,1 0 0,-1 0 0,1-1 0,-1 2 0,-3 6 0,0 1 0,0-1 0,1 1 0,0 0 0,0 0 0,1 0 0,0 0 0,1 0 0,0 11 0,0 4 0,1 1 0,4 31 0,-2-39 57,2 1 0,0-1 0,0 1 0,2-1 0,12 28 0,-12-35-228,-1 0 0,1 0 1,0-1-1,1 1 0,0-1 1,1-1-1,0 0 0,0 0 1,18 13-1,2-4-6655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7.8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20 24575,'-3'-4'0,"-1"-3"0,-3-1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48.0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0 24575,'-8'356'0,"0"-21"0,8-325 0,7 175 0,-5-168 0,0 1 0,2 0 0,0-1 0,1 0 0,1 0 0,0 0 0,1-1 0,11 18 0,-15-30 10,-1 0 0,1 0 0,0 0 0,1 0 0,-1-1 0,1 1 1,-1-1-1,1 0 0,0 0 0,0 0 0,1-1 0,-1 0 0,0 1 0,1-2 0,-1 1 0,6 1 0,-3-2 5,0 0 1,-1 0-1,1-1 1,0 0-1,0 0 1,-1-1 0,1 1-1,0-2 1,-1 1-1,10-4 1,4-3-260,-1 0 0,-1-1 0,1-2 0,-2 0 1,1 0-1,22-21 0,1-4-6582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0.7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24575,'0'-3'0,"0"2"0,0 4 0,7 5 0,7 1 0,8-1 0,7-2 0,7-2 0,8-1 0,5-2 0,3-1 0,-1 0 0,-8 0-8191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0.8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50 24575,'-3'3'0,"-1"4"0,3 1 0,8-4 0,9-6 0,11-2 0,11-4 0,10-4 0,11-2 0,6-3 0,-6 2-8191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1.0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24575,'0'3'0,"0"4"0,3 1 0,7-1 0,8-1 0,11-6 0,6-5 0,10-2 0,6 0 0,-5 2-8191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1.2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22 24575,'0'3'0,"3"1"0,7 0 0,9-1 0,13-1 0,13-3 0,12-3 0,15-2 0,10-2 0,11-1 0,-12 0-8191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1.6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35 24575,'-3'3'0,"2"1"0,7-3 0,12-2 0,13-4 0,13 0 0,14-4 0,14-2 0,-6-1-8191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1.8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24575,'0'3'0,"0"4"0,3 5 0,11-1 0,11-2 0,15-2 0,16-3 0,17-1 0,-4-2-8191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1.9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0 24575,'-3'4'0,"-1"3"0,6 1 0,9-1 0,16-5 0,14-5 0,17-3 0,14-4 0,-6 1-8191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2.2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15 24575,'-3'0'0,"-4"0"0,2 0 0,8-3 0,10-1 0,12 0 0,2 1-8191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2.4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 0 24575,'-7'4'0,"-4"0"0,-1 3 0,5 0 0,10 2 0,13 0 0,14-2 0,14-2 0,12-2 0,9 2 0,2 0 0,3-1 0,-11-2-8191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2.5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24575,'3'0'0,"7"0"0,12 0 0,1 0-8191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2.8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18 24575,'7'0'0,"7"0"0,8-3 0,13-4 0,0-1-8191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3.03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2 24575,'-6'0'0,"-2"3"0,3 1 0,9-3 0,13-5 0,4-2-8191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3.2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43 24575,'3'0'0,"4"-3"0,8-1 0,6 0 0,10 1 0,9 1 0,6-3 0,9 0 0,7 1 0,8-2 0,-8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3.6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47 24575,'3'0'0,"11"0"0,14 0 0,23 0 0,23-3 0,27-1 0,28-3 0,26-1 0,21-1-1306,17 0 1306,-23 2-6885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0.4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0 676 24575,'141'-3'0,"946"-81"-1739,-1001 77 1524,391-35-2399,1826-152-5100,7 44 4514,608 44 2659,0 47 181,-2415 51 522,1410-14 1503,-1119 37 3220,-694-8-3405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1.4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0 182 24575,'0'-181'0,"12"291"0,3 368-458,-5-115 158,26 1002 300,-43-1078-19,-1-52 5,8-228 72,0 0 0,0 1 1,1-1-1,0 0 0,0 0 1,1 0-1,3 9 0,-4-13-43,0-1-1,0 0 1,1 1-1,-1-1 1,1 0-1,0 1 1,-1-1-1,1 0 1,0 0-1,0-1 1,1 1-1,-1 0 1,0-1-1,0 1 1,1-1-1,-1 0 1,1 0-1,-1 1 1,1-2-1,0 1 1,4 1-1,12 0-13,-1-1 1,1 0-1,0-1 0,-1-1 0,30-6 0,-14 3-2,78-10-82,528-52-1191,718-2-1241,1 41-383,-1097 27 1825,223-6 1212,-292-12 1097,-137 7-2959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2.0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1 381 24575,'0'-4'0,"0"0"0,1 0 0,0 0 0,0 0 0,0 0 0,0 0 0,0 0 0,1 0 0,0 1 0,0-1 0,0 0 0,0 1 0,1 0 0,-1-1 0,1 1 0,0 0 0,0 0 0,0 1 0,0-1 0,0 0 0,1 1 0,-1 0 0,1 0 0,4-2 0,9-4 0,1 1 0,0 1 0,37-8 0,271-35-449,6 26-519,-221 17 625,569-33-795,1239-69-2469,-1897 106 3607,842-32 689,-3 70 663,-816-32-675,-31-4-280,-1 1 0,1 0 0,0 1 0,-1 0 0,1 1 0,-1 1 0,0 0 0,13 7 0,-23-10-391,-1 1-1,0 0 1,0 0 0,0 0-1,0 0 1,0 0-1,-1 1 1,1-1 0,0 0-1,-1 1 1,0 0-1,0-1 1,1 1 0,-2 0-1,1-1 1,0 1-1,0 0 1,-1 0 0,0 0-1,1-1 1,-2 7-1,1 6 24,-1 1-1,-6 28 1,4-27-24,-86 716-329,82 5-1,31-401 325,89 439 0,-53-531-1257,-52-217-5028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2.5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441 7 24575,'0'-1'0,"0"1"0,0 0 0,0 0 0,0 0 0,0-1 0,0 1 0,0 0 0,0 0 0,0 0 0,0-1 0,0 1 0,0 0 0,0 0 0,-1 0 0,1-1 0,0 1 0,0 0 0,0 0 0,0 0 0,0-1 0,0 1 0,0 0 0,-1 0 0,1 0 0,0 0 0,0 0 0,0-1 0,0 1 0,-1 0 0,1 0 0,0 0 0,0 0 0,0 0 0,-1 0 0,1 0 0,0 0 0,0 0 0,0 0 0,-1 0 0,1 0 0,0 0 0,-12 5 0,-12 13 0,22-16 0,-35 33 0,1 1 0,-45 61 0,-48 90 0,100-143-455,3 0 0,-26 61 0,44-85-6371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2.8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24575,'3'0'0,"4"3"0,7 2 0,7 2 0,7 6 0,5 8 0,5 3 0,3 6 0,1 5 0,-1 3 0,-1 4 0,-4 1 0,-5-1 0,-8-1 0,-8-1 0,-7-5 0,-4-4 0,-3-9-8191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3.0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100 0 24575,'-10'0'0,"-8"3"0,-5 2 0,-2-1 0,7-1 0,12-1 0,17 0 0,16-2 0,18 1 0,18-1 0,16 0 0,14-1 0,10-2 0,-13-1-8191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3.5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 24575,'0'0'0,"0"0"0,0 1 0,0-1 0,0 0 0,0 0 0,1 0 0,-1 0 0,0 0 0,0 0 0,0 0 0,0 0 0,0 0 0,1 1 0,-1-1 0,0 0 0,0 0 0,0 0 0,0 0 0,0 0 0,1 0 0,-1 0 0,0 0 0,0 0 0,0 0 0,0 0 0,1 0 0,-1 0 0,0 0 0,0-1 0,0 1 0,0 0 0,0 0 0,1 0 0,-1 0 0,0 0 0,0 0 0,0 0 0,0 0 0,0 0 0,0-1 0,1 1 0,-1 0 0,0 0 0,0 0 0,0 0 0,0 0 0,0 0 0,0-1 0,0 1 0,0 0 0,0 0 0,0 0 0,0 0 0,0-1 0,0 1 0,0 0 0,0 0 0,0 0 0,0 0 0,0-1 0,0 1 0,0 0 0,0 0 0,0 0 0,0 0 0,0-1 0,8 13 0,-1 5 0,-1 1 0,-2-1 0,1 1 0,2 30 0,0 77 0,-6-83 0,-4 632-76,-35-1-1384,31-554 918,4-74-5571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4.1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199 587 24575,'-9'-44'0,"-26"-142"0,30 147 0,2 0 0,3-70 0,0 101 0,1 1 0,0 0 0,0 0 0,1 0 0,0 1 0,0-1 0,1 0 0,5-11 0,-5 14 0,-1 1 0,1-1 0,0 1 0,0 0 0,0 0 0,0 0 0,0 0 0,1 1 0,-1-1 0,1 1 0,0 0 0,0 0 0,0 0 0,0 0 0,7-1 0,30-6 0,0 3 0,82-3 0,-61 6 0,679-21 0,-729 24 0,-4 0 0,0 0 0,0 0 0,0 0 0,0 1 0,0 1 0,10 2 0,-16-3 0,0 0 0,0 0 0,-1-1 0,1 2 0,-1-1 0,1 0 0,-1 0 0,1 0 0,-1 1 0,0-1 0,0 0 0,1 1 0,-1-1 0,0 1 0,0 0 0,0-1 0,-1 1 0,1 0 0,0 0 0,-1-1 0,1 1 0,-1 0 0,0 0 0,1 0 0,-1 0 0,0 0 0,0 0 0,0-1 0,0 1 0,-1 0 0,1 0 0,-1 2 0,-5 29 0,-2-1 0,-13 33 0,-1 6 0,0 19 0,4 1 0,4 1 0,4 0 0,4 0 0,6 94 0,31 316-314,3 85-84,-51-147 992,16-428-505,1-10-83,1 1 0,-2-1 1,1 0-1,0 0 0,0 0 1,-1 1-1,1-1 1,-2 4-1,-6-4-22,-6-9 4,0-3 12,-2 1 0,1 0 0,-1 1 0,0 1 0,-1 1 0,0 0 0,0 1 0,-18-3 0,-146-14 0,151 20 0,-661-13-561,599 15-243,15 1-6022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5.0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380 164 24575,'-2'-20'0,"0"-1"0,-2 1 0,0-1 0,-10-27 0,12 42 0,2 5 0,0-1 0,0 1 0,-1-1 0,1 1 0,-1 0 0,1-1 0,-1 1 0,1 0 0,-1 0 0,1-1 0,-1 1 0,0 0 0,0 0 0,0 0 0,0 0 0,0 0 0,0 0 0,0 0 0,0 0 0,0 0 0,0 1 0,0-1 0,-1 0 0,0 0 0,0 2 0,0-1 0,1 1 0,-1-1 0,0 1 0,0 0 0,1-1 0,-1 1 0,1 0 0,-1 0 0,1 0 0,-1 1 0,1-1 0,0 0 0,-1 0 0,1 1 0,0-1 0,0 1 0,-2 2 0,-21 31 0,1 1 0,-19 40 0,-30 82 0,65-143 0,-27 65 0,-32 110 0,56-156 0,3 0 0,0 0 0,3 1 0,0 0 0,3 0 0,2 42 0,1-62 0,0 0 0,0 0 0,2 0 0,0-1 0,0 1 0,2-1 0,-1 0 0,2-1 0,11 20 0,-12-25 0,-1-1 0,1 0 0,0 0 0,1-1 0,-1 1 0,1-1 0,0-1 0,1 1 0,0-1 0,0-1 0,0 1 0,0-2 0,0 1 0,1-1 0,0 0 0,15 3 0,-8-4 0,-1-1 0,1-1 0,0 0 0,-1-1 0,1-1 0,-1 0 0,0-1 0,1 0 0,-1-2 0,-1 1 0,1-2 0,23-12 0,-12 4 0,-1-2 0,0 0 0,-1-1 0,-1-2 0,37-38 0,-46 42 0,0-1 0,-2 0 0,0-1 0,-1 0 0,0-1 0,-1 0 0,-2 0 0,0-1 0,0 0 0,-2-1 0,-1 0 0,0 0 0,-1 0 0,2-36 0,-6 52 0,0-1 0,0 1 0,0 0 0,-1 0 0,1 0 0,-1 0 0,0 0 0,0 0 0,-3-5 0,4 9 0,0-1 0,0 1 0,0 0 0,0 0 0,0 0 0,-1 0 0,1 0 0,0 0 0,0-1 0,0 1 0,0 0 0,-1 0 0,1 0 0,0 0 0,0 0 0,0 0 0,0 0 0,-1 0 0,1 0 0,0 0 0,0 0 0,0 0 0,-1 0 0,1 0 0,0 0 0,0 0 0,0 0 0,-1 0 0,1 0 0,0 0 0,0 0 0,0 0 0,0 0 0,-1 0 0,1 0 0,0 0 0,0 0 0,0 1 0,0-1 0,-1 0 0,1 0 0,0 0 0,0 0 0,0 0 0,0 1 0,0-1 0,0 0 0,-1 0 0,1 0 0,0 0 0,0 1 0,0-1 0,-6 11 0,1 5 0,0 0 0,1 0 0,1 0 0,0 1 0,1-1 0,1 1 0,0 17 0,3 11 0,11 63 0,-8-81-341,1 0 0,1 0-1,15 34 1,-8-28-6485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5.6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14 187 24575,'-8'-19'0,"2"7"0,23 30 0,-2 4 0,-1 1 0,-1 0 0,-1 1 0,-1 0 0,-2 1 0,0 0 0,-2 1 0,0 0 0,4 40 0,-11-62 0,1-2 0,-1 1 0,1-1 0,-1 1 0,0-1 0,0 1 0,0-1 0,0 1 0,-1 0 0,1-1 0,-1 1 0,1-1 0,-1 0 0,0 1 0,0-1 0,0 0 0,-1 3 0,1-5 0,1 0 0,0 0 0,-1 0 0,1 0 0,0 0 0,-1 0 0,1 0 0,0 0 0,0 0 0,-1 0 0,1 0 0,0 0 0,-1 0 0,1-1 0,0 1 0,0 0 0,-1 0 0,1 0 0,0 0 0,0-1 0,-1 1 0,1 0 0,0 0 0,0 0 0,0-1 0,-1 1 0,1 0 0,0-1 0,0 1 0,0 0 0,0 0 0,0-1 0,-1 1 0,1 0 0,0 0 0,0-1 0,0 1 0,0 0 0,0-1 0,0 1 0,0 0 0,0-1 0,0 1 0,0-1 0,-3-15 0,2 2 0,1-1 0,1 1 0,0 0 0,0 0 0,2 0 0,0 0 0,5-15 0,2-2 0,2 1 0,16-31 0,-14 34 0,2 1 0,32-42 0,-37 55 0,0 0 0,1 1 0,0 1 0,0 0 0,1 0 0,22-13 0,-31 22 0,-1 0 0,0 1 0,1-1 0,0 0 0,-1 1 0,1 0 0,0 0 0,0 0 0,0 0 0,0 1 0,0 0 0,0 0 0,0 0 0,-1 0 0,1 0 0,0 1 0,0-1 0,0 1 0,0 0 0,0 0 0,-1 1 0,1-1 0,0 1 0,-1 0 0,0 0 0,1 0 0,-1 0 0,0 1 0,0-1 0,0 1 0,0 0 0,-1 0 0,4 4 0,2 3 0,-1 1 0,-1 0 0,1 1 0,-2-1 0,0 1 0,0 0 0,-1 0 0,5 25 0,-3 1 0,-2 1 0,-1-1 0,-2 1 0,-6 53 0,5-88 0,0-1 0,-1 1 0,1 0 0,-1-1 0,0 1 0,0-1 0,0 1 0,-3 3 0,4-8 0,0 1 0,0 0 0,0 0 0,0 0 0,0 0 0,0 0 0,0 0 0,0 0 0,0 0 0,0 0 0,0 0 0,0 0 0,0 0 0,0 0 0,0 0 0,0 0 0,0 0 0,0-1 0,0 1 0,0 0 0,0 0 0,0 0 0,0 0 0,0 0 0,0 0 0,0 0 0,0 0 0,-1 0 0,1 0 0,0 0 0,0 0 0,0 0 0,0 0 0,0 0 0,0 0 0,0 0 0,0 0 0,0 0 0,0 0 0,0 0 0,0 0 0,0 0 0,0 0 0,0 0 0,-1 0 0,1 0 0,0 0 0,0 0 0,0 0 0,0 0 0,0 0 0,0 0 0,0 1 0,0-1 0,0 0 0,0 0 0,0 0 0,0 0 0,0 0 0,0 0 0,0 0 0,0 0 0,0 0 0,0 0 0,0 0 0,0 0 0,0 0 0,0 0 0,-1-8 0,2-12 0,4-5 0,1 0 0,2 0 0,0 1 0,2-1 0,0 2 0,2 0 0,0 0 0,2 1 0,0 1 0,2 0 0,33-35 0,-45 52 0,1-1 0,0 1 0,0 0 0,0 0 0,1 1 0,-1 0 0,1 0 0,0 0 0,0 0 0,0 1 0,0 0 0,0 1 0,7-2 0,-8 3 0,0-1 0,-1 2 0,1-1 0,-1 0 0,1 1 0,-1 0 0,1 0 0,-1 0 0,1 1 0,-1-1 0,0 1 0,0 0 0,0 1 0,0-1 0,0 0 0,0 1 0,0 0 0,5 6 0,1 2 0,-1-1 0,-1 2 0,1-1 0,-2 1 0,0 1 0,0-1 0,7 22 0,-3-5 0,-2 1 0,7 43 0,-14-64-273,-1 1 0,0-1 0,-1 1 0,0 10 0,-3 1-6553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6.3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165 310 24575,'3'0'0,"1"-1"0,-1 0 0,0 0 0,1 0 0,-1 0 0,0 0 0,0-1 0,0 1 0,0-1 0,0 0 0,0 0 0,-1 0 0,1 0 0,0-1 0,3-3 0,0-2 0,0 1 0,0-1 0,0 0 0,5-12 0,-6 11 0,-2 0 0,1-1 0,-1 0 0,-1 1 0,0-1 0,0 0 0,-1 0 0,0-1 0,0 1 0,-1 0 0,-3-18 0,2 23 0,1 1 0,-1-1 0,0 1 0,0-1 0,-1 1 0,1 0 0,-1 0 0,0 0 0,-1 0 0,1 0 0,0 0 0,-1 0 0,0 1 0,0-1 0,0 1 0,0 0 0,-1 0 0,1 0 0,-1 0 0,0 1 0,0-1 0,0 1 0,0 0 0,0 0 0,0 1 0,0-1 0,-1 1 0,-5-1 0,6 1 0,0 1 0,0 0 0,-1 1 0,1-1 0,0 1 0,-1 0 0,1 0 0,0 0 0,0 0 0,0 1 0,0-1 0,0 1 0,1 0 0,-1 1 0,0-1 0,1 1 0,0-1 0,-1 1 0,1 0 0,0 0 0,-3 4 0,-3 5 0,0 0 0,0 0 0,1 0 0,-11 26 0,11-19 0,0 1 0,1 0 0,1 1 0,2-1 0,0 1 0,0 0 0,1 26 0,2-36 0,1 0 0,1 0 0,0 0 0,0 0 0,1-1 0,0 1 0,1 0 0,0-1 0,1 0 0,0 1 0,1-1 0,0-1 0,0 1 0,1-1 0,11 14 0,-14-19 0,1-1 0,-1 0 0,0 0 0,1 0 0,0 0 0,-1-1 0,1 1 0,0-1 0,1 0 0,-1 0 0,0-1 0,0 1 0,1-1 0,-1 0 0,1 0 0,5 0 0,-7-1 0,1 0 0,0-1 0,0 1 0,0-1 0,0 0 0,-1 0 0,1 0 0,0-1 0,-1 1 0,1-1 0,-1 0 0,0 0 0,1 0 0,-1-1 0,0 1 0,0-1 0,0 1 0,-1-1 0,4-4 0,4-7 0,0 0 0,-1 0 0,0-1 0,-1 0 0,9-23 0,21-83 0,-29 89 0,-1 9 0,-6 21 0,-3 14 0,-3 15 0,1 1 0,2 0 0,3 40 0,-2-57 0,1-1 0,1 0 0,0 1 0,1-1 0,-1 0 0,2 0 0,0 0 0,0 0 0,1-1 0,0 1 0,0-1 0,10 11 0,-12-16 0,0-1 0,1 1 0,0-1 0,0 1 0,0-1 0,0 0 0,0-1 0,1 1 0,-1-1 0,1 0 0,0 0 0,-1 0 0,1-1 0,0 1 0,0-1 0,0 0 0,0-1 0,0 1 0,0-1 0,0 0 0,1-1 0,-1 1 0,0-1 0,0 0 0,0 0 0,0 0 0,-1-1 0,1 1 0,6-4 0,0-1 0,-1 0 0,0 0 0,0-1 0,0 0 0,-1-1 0,0 0 0,-1 0 0,1-1 0,-2 0 0,1-1 0,8-14 0,-5 3 0,-1 0 0,-1-1 0,-1 0 0,-1-1 0,0 0 0,-2 0 0,-1 0 0,-1 0 0,1-41 0,-5 56 0,1 0 0,-1 0 0,-1 1 0,0-1 0,-2-7 0,3 13 0,1 1 0,-1 0 0,1-1 0,-1 1 0,1 0 0,-1 0 0,0-1 0,0 1 0,0 0 0,0 0 0,0 0 0,0 0 0,0 0 0,0 0 0,-1 0 0,1 0 0,0 1 0,0 0 0,0 0 0,0 0 0,0 0 0,1 0 0,-1 0 0,0 0 0,0 0 0,0 0 0,0 1 0,0-1 0,1 0 0,-1 1 0,0-1 0,0 0 0,0 1 0,1-1 0,-1 1 0,0-1 0,1 1 0,-1-1 0,0 1 0,1 0 0,-1-1 0,1 1 0,-2 1 0,-1 2 0,0 0 0,0 1 0,1 0 0,-1 0 0,1-1 0,0 1 0,0 0 0,1 1 0,-1-1 0,1 0 0,-1 6 0,0 13 0,0 27 0,2-35 0,-1 9 0,2-1 0,4 30 0,-3-46 0,-1 1 0,1 0 0,1-1 0,-1 0 0,1 1 0,1-1 0,0 0 0,0-1 0,8 13 0,-10-18-85,-1-1 0,0 1-1,1-1 1,-1 1 0,1-1-1,0 0 1,-1 0 0,1 0-1,0 1 1,0-2 0,0 1-1,0 0 1,0 0 0,0-1-1,3 2 1,10-2-6741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6.5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56 106 24575,'-2'-9'0,"-6"-10"0,-3-4 0,-3-2 0,1 7 0,5 6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6.8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28 24575,'0'-20'0,"0"13"0,0 12 0,-1 245 0,3 277 0,-2-513 0,1 36 0,1 1 0,15 73 0,-16-120 49,0 1 0,0-1 0,1 1-1,-1-1 1,1 0 0,3 5 0,-4-9-64,-1 1 0,0-1 0,1 1 0,-1-1 0,0 1 1,1-1-1,-1 0 0,1 1 0,-1-1 0,0 0 0,1 1 0,-1-1 1,1 0-1,-1 1 0,1-1 0,-1 0 0,1 0 0,0 0 1,-1 0-1,1 0 0,-1 1 0,2-1 0,-2-1-57,1 1 1,0 0-1,0-1 0,0 1 0,0-1 0,-1 1 0,1-1 0,0 1 1,0-1-1,-1 0 0,1 1 0,-1-1 0,1 0 0,0 0 0,-1 1 1,1-1-1,-1 0 0,1-1 0,6-13-6754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7.6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2259 24575,'0'0'0,"-1"0"0,1 0 0,0 0 0,-1 0 0,1 0 0,-1 0 0,1 0 0,-1 0 0,1 0 0,0-1 0,-1 1 0,1 0 0,-1 0 0,1 0 0,0-1 0,-1 1 0,1 0 0,0-1 0,-1 1 0,1 0 0,0-1 0,-1 1 0,1 0 0,0-1 0,0 1 0,0-1 0,-1 1 0,1 0 0,0-1 0,-1-18 0,9-16 0,0 14 0,0 1 0,1 0 0,2 1 0,0-1 0,1 2 0,17-22 0,96-98 0,-104 117 0,138-137-645,7 8 0,7 7 0,6 8 0,5 7 0,6 9 0,5 9-1,5 7 1,226-80 0,-84 63-1056,609-128 1,381 48-909,-539 130 2609,1432 56 0,-1733 51-282,701 144-1,-875-108 127,-3 14 1,-5 13 0,356 168 0,-398-137 54,445 296 1,-511-283 251,-7 9 0,270 274 0,-344-296 47,-5 6 0,-7 4 0,-6 5 0,-7 5 0,119 247 0,-91-114 37,97 331 1,42 312 528,-109-364-568,-124-460-64,115 396 2878,19-9-89,-152-456-2629,-3-6 332,2-1 0,0 0 0,2 0 0,28 43 0,-40-69-611,-1 1 0,1-1 0,0 0 0,0 0 1,-1 0-1,1 0 0,0 0 0,0 0 1,0 0-1,0 0 0,0-1 0,0 1 0,1 0 1,-1 0-1,0-1 0,0 1 0,1-1 1,-1 1-1,0-1 0,3 1 0,-3-2-4,-1 1-1,1-1 1,0 1 0,0-1-1,-1 1 1,1-1-1,-1 1 1,1-1 0,0 0-1,-1 1 1,1-1-1,-1 0 1,0 0 0,1 1-1,-1-1 1,0 0-1,1 0 1,-1 1 0,0-1-1,0 0 1,0 0-1,1 0 1,-1-1 0,1-7 25,-1 0 1,1 0-1,-1 0 1,-2-13-1,1 14-34,-1 1 0,0-1 0,0 1 0,0 0 0,-1 0 0,0 0 0,0 0 0,-1 0 0,0 1 0,0-1 0,0 1 0,-1 0 0,0 1 0,0-1 0,-1 1 0,-8-7 0,5 6 0,0 0 0,-1 1 0,1 0 0,-1 1 0,0 0 0,0 1 0,0 0 0,-1 0 0,1 1 0,-1 1 0,-12-1 0,-5 0 0,-56 5 0,74-2 0,-1 0 0,1 1 0,-1 1 0,1-1 0,0 2 0,-1-1 0,2 2 0,-14 6 0,21-10 0,0 1 0,0-1 0,0 0 0,1 1 0,-1-1 0,0 1 0,1 0 0,-1 0 0,1-1 0,-1 1 0,1 0 0,0 0 0,0 0 0,0 0 0,0 1 0,0-1 0,1 0 0,-1 0 0,1 1 0,-1 1 0,1 0 0,0 0 0,0 0 0,1-1 0,-1 1 0,1 0 0,0 0 0,0-1 0,1 1 0,-1-1 0,1 1 0,2 3 0,4 6 0,1-1 0,0 0 0,0 0 0,2-1 0,11 10 0,-8-9 0,1 0 0,0-2 0,1 0 0,0 0 0,1-1 0,0-1 0,24 8 0,-25-11 0,0-1 0,0 0 0,0-1 0,0-1 0,0 0 0,0-1 0,1-1 0,27-3 0,-37 2 0,0 0 0,-1-1 0,1 0 0,-1 0 0,0-1 0,0 0 0,1 0 0,-2 0 0,1 0 0,0-1 0,-1 0 0,0-1 0,0 1 0,0-1 0,0 0 0,5-7 0,-1-3 0,1 0 0,-2 0 0,0-1 0,10-33 0,-17 49-22,-1 0 0,0 0 0,0 0 0,0-1 0,0 1 0,0 0 0,1 0 0,-1 0 0,0 0 0,0 0 0,0-1 0,0 1 0,0 0 0,0 0 0,0 0 0,0 0 0,1-1 0,-1 1 0,0 0 0,0 0 0,0 0 0,0 0 0,0-1 0,0 1 0,0 0 0,0 0 0,0 0 0,0-1 0,0 1 0,0 0 0,0 0 0,-1 0 0,1 0 0,0-1 0,0 1 0,0 0-1,0 0 1,0 0 0,0 0 0,0-1 0,0 1 0,-1 0 0,1 0 0,0 0 0,0 0 0,0 0 0,0 0 0,0-1 0,-1 1 0,1 0 0,0 0 0,0 0 0,0 0 0,0 0 0,-1 0 0,1 0 0,0 0 0,0 0 0,0 0 0,-1 0 0,1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8.6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391 416 24575,'7'0'0,"0"0"0,0-1 0,0 0 0,0-1 0,0 1 0,0-1 0,0-1 0,-1 1 0,1-1 0,-1 0 0,11-7 0,-9 4 0,1-1 0,-1 0 0,0-1 0,-1 0 0,0 0 0,0 0 0,7-12 0,-5 6 0,-1-1 0,0 0 0,-2-1 0,1 0 0,-2 0 0,0-1 0,-1 1 0,-1-1 0,3-29 0,-6 41 0,0 0 0,0 0 0,-1 0 0,1 0 0,-1 0 0,0 0 0,0 1 0,-1-1 0,0 0 0,1 0 0,-1 1 0,-1-1 0,1 1 0,-1 0 0,0 0 0,0-1 0,0 2 0,-6-7 0,4 6 0,-1 0 0,1 0 0,0 1 0,-1 0 0,0 0 0,0 1 0,0-1 0,0 1 0,0 0 0,0 1 0,0-1 0,-1 1 0,1 1 0,-9-1 0,-2 2 0,-1 0 0,1 1 0,0 0 0,0 2 0,1 0 0,-1 1 0,1 0 0,-30 15 0,32-13 0,0 1 0,1 0 0,0 1 0,1 1 0,0 0 0,0 0 0,1 1 0,0 1 0,-17 24 0,22-28 0,1 1 0,1 0 0,0 0 0,0 0 0,1 0 0,0 1 0,0-1 0,1 1 0,0 0 0,1 0 0,0-1 0,1 1 0,0 0 0,2 19 0,0-18 0,1 0 0,0 0 0,1 0 0,0 0 0,1-1 0,0 1 0,0-1 0,1 0 0,0-1 0,1 0 0,0 0 0,14 13 0,13 8 0,1-1 0,2-3 0,55 32 0,-51-34 0,-1 2 0,66 56 0,-102-78 0,1 0 0,-1 1 0,0-1 0,-1 1 0,1 0 0,-1 0 0,4 7 0,-6-10 0,-1 0 0,1 0 0,0-1 0,-1 1 0,0 0 0,1 0 0,-1 0 0,0-1 0,0 1 0,0 0 0,0 0 0,0 0 0,-1 0 0,1-1 0,0 1 0,-1 0 0,1 0 0,-1-1 0,0 1 0,0 0 0,1-1 0,-1 1 0,0 0 0,0-1 0,-1 1 0,1-1 0,-2 2 0,-4 3 0,-1 1 0,0-2 0,-1 1 0,1-1 0,-1-1 0,0 0 0,0 0 0,0 0 0,-1-1 0,-11 2 0,-8 1 0,0-2 0,-33 2 0,33-5 0,1-1 0,-1-1 0,0-2 0,-27-6 0,41 6 0,0 0 0,1-2 0,0 1 0,0-2 0,0 0 0,1-1 0,-1 0 0,2-1 0,-17-13 0,24 17 22,0-1-1,0 0 0,0-1 1,1 1-1,0-1 0,0 0 1,1 0-1,-1 0 0,1 0 1,1-1-1,-1 1 0,1-1 1,0 0-1,1 0 0,-1-7 1,1 10-97,1-1 1,0 1 0,0-1 0,0 0 0,0 1-1,1-1 1,0 1 0,0-1 0,0 1 0,1-1-1,-1 1 1,1 0 0,0 0 0,1 0 0,-1 0-1,0 0 1,1 0 0,0 1 0,0-1 0,0 1-1,1-1 1,6-4 0,15-7-6752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9.3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87 24575,'1'0'0,"0"0"0,0 0 0,0 0 0,-1 1 0,1-1 0,0 0 0,0 0 0,0 0 0,0 0 0,-1 1 0,1-1 0,0 0 0,0 1 0,-1-1 0,1 1 0,0-1 0,0 1 0,-1-1 0,1 1 0,-1 0 0,1-1 0,0 1 0,-1-1 0,1 2 0,0 0 0,-1-1 0,1 1 0,-1 0 0,1 0 0,-1-1 0,0 1 0,0 0 0,1 0 0,-1 0 0,-1-1 0,1 4 0,-2 7 0,-1 0 0,-1-1 0,-4 13 0,2-6 0,3-9 0,1 1 0,0-1 0,0 0 0,1 1 0,0-1 0,1 1 0,0 0 0,1-1 0,2 12 0,-2-17 0,0-1 0,0 1 0,0 0 0,1 0 0,-1-1 0,1 1 0,0-1 0,0 1 0,1-1 0,-1 0 0,1 0 0,-1 0 0,1 0 0,0 0 0,0-1 0,0 1 0,1-1 0,-1 0 0,0 0 0,1 0 0,0-1 0,-1 1 0,1-1 0,6 2 0,1 0 0,-1-1 0,1-1 0,0 0 0,0 0 0,0-1 0,0-1 0,0 1 0,0-2 0,0 0 0,0 0 0,-1-1 0,1 0 0,-1-1 0,17-8 0,-19 8 0,0 0 0,-1-1 0,0 0 0,0 0 0,0-1 0,-1 0 0,0 0 0,0 0 0,0-1 0,-1 0 0,0 0 0,-1-1 0,1 1 0,-1-1 0,-1 0 0,1 0 0,-1 0 0,-1 0 0,2-9 0,2-31 0,-5 45 0,-1 0 0,0 0 0,0 0 0,-1 0 0,1 0 0,0 1 0,-1-1 0,0 0 0,0 0 0,0 0 0,0 1 0,0-1 0,-3-4 0,4 6 0,0 1 0,0 0 0,0 0 0,-1-1 0,1 1 0,0 0 0,0 0 0,-1 0 0,1-1 0,0 1 0,0 0 0,-1 0 0,1 0 0,0-1 0,-1 1 0,1 0 0,0 0 0,-1 0 0,1 0 0,0 0 0,-1 0 0,1 0 0,0 0 0,-1 0 0,1 0 0,0 0 0,-1 0 0,1 0 0,0 0 0,0 0 0,-1 0 0,1 0 0,0 0 0,-1 1 0,1-1 0,-1 0 0,-7 13 0,-1 18 0,8-23 0,0-1 0,0 1 0,1 0 0,0 0 0,0 0 0,1 0 0,0 0 0,0-1 0,1 1 0,0 0 0,1-1 0,-1 0 0,1 1 0,1-1 0,0 0 0,0 0 0,0-1 0,0 1 0,1-1 0,0 0 0,1 0 0,-1-1 0,1 0 0,0 0 0,0 0 0,1 0 0,0-1 0,-1 0 0,1-1 0,1 0 0,-1 0 0,0 0 0,1-1 0,0 0 0,-1 0 0,1-1 0,0 0 0,0 0 0,0-1 0,-1 0 0,1 0 0,0-1 0,0 0 0,0 0 0,11-5 0,-8 2 0,0-2 0,-1 1 0,1-1 0,-1-1 0,0 0 0,-1-1 0,0 1 0,0-2 0,-1 1 0,0-1 0,0-1 0,-1 1 0,0-1 0,-1-1 0,0 1 0,0-1 0,-1 0 0,-1 0 0,0 0 0,4-19 0,-8 35 0,0 0 0,0 1 0,0-1 0,1 1 0,0-1 0,0 0 0,0 0 0,1 1 0,-1-1 0,1 0 0,1 0 0,-1-1 0,1 1 0,0 0 0,0-1 0,0 1 0,0-1 0,1 0 0,0 0 0,5 4 0,-2-1 0,1-1 0,0 1 0,0-1 0,0-1 0,1 0 0,0 0 0,0 0 0,0-1 0,0-1 0,1 1 0,13 1 0,-13-3 0,1-1 0,-1-1 0,1 0 0,-1-1 0,1 0 0,-1 0 0,1-1 0,-1 0 0,0-1 0,0 0 0,0-1 0,0 0 0,-1-1 0,1 0 0,-1 0 0,0-1 0,-1 0 0,1 0 0,9-11 0,-11 10 0,0-1 0,0 1 0,-1-1 0,-1 0 0,1-1 0,-1 0 0,0 1 0,-1-1 0,0-1 0,-1 1 0,0-1 0,0 1 0,-1-1 0,0 0 0,-1 0 0,0 0 0,0 0 0,-1 0 0,-1 0 0,-2-15 0,3 21 0,-1 0 0,0 0 0,0 1 0,-1-1 0,1 0 0,-1 1 0,0-1 0,0 1 0,0 0 0,0 0 0,0-1 0,-1 1 0,0 1 0,-3-4 0,5 5 0,0 0 0,-1 0 0,1 1 0,-1-1 0,1 0 0,-1 1 0,1-1 0,-1 1 0,1 0 0,-1-1 0,1 1 0,-1 0 0,1 0 0,-1 0 0,0 0 0,1 0 0,-1 0 0,1 1 0,-1-1 0,1 0 0,-1 1 0,1-1 0,-1 1 0,1 0 0,-1-1 0,1 1 0,0 0 0,-1 0 0,1 0 0,0 0 0,0 0 0,0 0 0,0 0 0,0 0 0,0 1 0,-2 2 0,-2 2-68,0 1 0,1 0-1,-1 0 1,1 0 0,1 1 0,0 0-1,0-1 1,0 1 0,1 0 0,0 1-1,0-1 1,1 0 0,0 0 0,1 1-1,0-1 1,0 0 0,1 1-1,0-1 1,2 8 0,4 8-6758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9.4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 82 24575,'0'-7'0,"-3"-4"0,-1-4 0,-4 0 0,1 0 0,-2 3 0,0 6 0,2 7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9.6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4 24575,'0'-3'0,"0"2"0,3 8 0,1 5 0,0 7 0,-1 10 0,-1 6 0,-1 7 0,0 7 0,-1 6 0,0 3 0,0 0 0,-3 0 0,-1-3 0,-3-6 0,-1-10-8191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0.3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1 170 24575,'8'1'0,"0"0"0,0 0 0,13 4 0,16 2 0,18-3 0,0-3 0,1-2 0,-1-3 0,0-2 0,99-24 0,-145 28 0,0-1 0,-1 0 0,17-9 0,-24 12 0,0-1 0,0 1 0,0-1 0,0 0 0,0 1 0,0-1 0,-1 0 0,1 0 0,0 0 0,0 0 0,0 0 0,-1 0 0,1 0 0,-1 0 0,1 0 0,0-2 0,-1 2 0,0 0 0,0 0 0,0 1 0,-1-1 0,1 0 0,0 0 0,-1 0 0,1 0 0,0 1 0,-1-1 0,1 0 0,-1 0 0,1 1 0,-1-1 0,0 0 0,1 1 0,-1-1 0,0 0 0,1 1 0,-1-1 0,0 1 0,0-1 0,1 1 0,-1 0 0,0-1 0,-1 1 0,-5-3 0,-1 0 0,1 0 0,-1 1 0,1 1 0,-1-1 0,1 1 0,-1 0 0,0 1 0,0 0 0,0 0 0,1 1 0,-10 1 0,7 0 0,1 0 0,-1 0 0,1 1 0,0 0 0,0 0 0,0 1 0,1 1 0,-1-1 0,-11 10 0,12-7 0,2-1 0,-1 2 0,1-1 0,-1 1 0,2 0 0,-1 0 0,2 0 0,-1 1 0,1-1 0,0 1 0,0 1 0,1-1 0,1 0 0,0 1 0,0-1 0,0 1 0,1 19 0,1-23 0,0 0 0,0 0 0,1 0 0,0 0 0,0 0 0,1 0 0,0 0 0,0 0 0,0 0 0,0 0 0,1-1 0,0 1 0,0-1 0,1 0 0,0 0 0,-1 0 0,2-1 0,-1 1 0,0-1 0,1 0 0,0 0 0,0 0 0,0-1 0,0 0 0,1 0 0,-1 0 0,1-1 0,11 4 0,-3-3 0,-1 0 0,1-2 0,-1 1 0,1-2 0,-1 0 0,1 0 0,0-1 0,-1-1 0,0 0 0,1-1 0,-1 0 0,0-1 0,0-1 0,-1 0 0,1-1 0,12-7 0,-7 2 0,-1 0 0,0-2 0,0 1 0,-1-2 0,-1 0 0,0-1 0,-1-1 0,-1 0 0,20-33 0,-22 32 0,-2-1 0,0 0 0,-1-1 0,-1 0 0,0-1 0,-2 1 0,0-1 0,2-28 0,-6 46 0,-1 0 0,0 0 0,0 0 0,0 0 0,-1 0 0,1 0 0,0 0 0,-1 0 0,1 0 0,-1 0 0,0 0 0,0 1 0,-1-5 0,1 6 0,1 0 0,0 0 0,0-1 0,-1 1 0,1 0 0,0 0 0,0 0 0,-1 0 0,1-1 0,0 1 0,0 0 0,-1 0 0,1 0 0,0 0 0,-1 0 0,1 0 0,0 0 0,-1 0 0,1 0 0,0 0 0,-1 0 0,1 0 0,0 0 0,0 0 0,-1 0 0,1 0 0,0 0 0,-1 0 0,0 0 0,-10 14 0,3 3 0,0-1 0,1 2 0,2-1 0,-7 28 0,-7 75 0,14-87 0,2 0 0,2 42 0,1-73 0,0 0 0,0 0 0,1 0 0,-1 0 0,1 0 0,-1 0 0,1 0 0,-1 0 0,1 0 0,0 0 0,0 0 0,0-1 0,2 4 0,-2-5 0,0 1 0,-1-1 0,1 1 0,0-1 0,0 1 0,0-1 0,-1 0 0,1 1 0,0-1 0,0 0 0,0 0 0,0 0 0,0 1 0,0-1 0,0 0 0,-1 0 0,1 0 0,0-1 0,0 1 0,0 0 0,0 0 0,0 0 0,0-1 0,-1 1 0,1 0 0,0-1 0,0 1 0,0-1 0,-1 1 0,1-1 0,1 0 0,14-11 0,0 0 0,26-28 0,-32 29 0,1 1 0,0-1 0,1 2 0,0 0 0,0 0 0,21-10 0,-30 18 8,-1-1 0,0 1 0,1 1-1,-1-1 1,1 0 0,-1 1 0,1-1-1,0 1 1,-1 0 0,1 0 0,-1 0-1,1 0 1,0 0 0,-1 0 0,1 1-1,-1-1 1,1 1 0,-1 0 0,1 0-1,-1 0 1,3 1 0,-1 1 6,-1 0 0,0-1 1,0 1-1,0 0 0,0 1 0,-1-1 0,1 0 1,-1 1-1,0 0 0,0-1 0,3 9 1,1 6-357,-1 0 1,0 0 0,-2 1-1,3 29 1,-4-22-6485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8:58.7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61 0 24575,'-60'0'0,"105"0"16,290 4 305,-2 22-2023,-308-22-5124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01.0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713 95 24575,'6'-6'0,"9"-8"0,-9 16 0,-4 12 0,-4 8 0,0 0 0,-1 0 0,-12 38 0,3-10 0,-9 49 0,-62 282 0,64-299 0,-51 199 0,44-193 0,-43 98 0,52-146 0,-35 72 0,137-184 0,-41 35 0,1 3 0,51-29 0,103-45 0,-160 79 0,-39 29 0,0 0 0,1 0 0,-1 0 0,0 0 0,0 0 0,0 0 0,0 0 0,0 0 0,1 0 0,-1 0 0,0 0 0,0 0 0,0 0 0,0 0 0,1 0 0,-1 0 0,0 0 0,0 0 0,0 0 0,0 0 0,1 0 0,-1 0 0,0 0 0,0 0 0,0 0 0,0 1 0,0-1 0,0 0 0,1 0 0,-1 0 0,0 0 0,0 0 0,0 0 0,0 0 0,0 1 0,0-1 0,0 0 0,0 0 0,0 0 0,0 0 0,1 1 0,-1-1 0,0 0 0,0 0 0,0 0 0,0 0 0,0 0 0,0 1 0,0-1 0,0 0 0,0 0 0,0 0 0,0 0 0,0 1 0,-1-1 0,1 0 0,0 13 0,0-11 0,-2 21 0,-2 0 0,-1 1 0,-14 40 0,9-29 0,-201 638 0,-56-22 0,101-269 0,18-7 0,136-342 0,-8 34 0,52-98 0,66-79 0,114-137 0,-174 197 0,-2-2 0,-2-1 0,31-71 0,142-395 0,-182 451 0,135-440 0,-142 436 0,24-86 0,-31 126 0,0 1 0,31-56 0,-40 83 0,1-1 0,0 0 0,0-1 0,1 1 0,-1 0 0,1 1 0,0-1 0,8-6 0,-11 11 0,-1-1 0,1 1 0,0 0 0,-1 0 0,1 0 0,0 0 0,-1 0 0,1 0 0,0 0 0,-1 0 0,1 0 0,0 0 0,-1 0 0,1 0 0,0 1 0,-1-1 0,1 0 0,0 0 0,-1 1 0,1-1 0,-1 0 0,1 1 0,0-1 0,-1 1 0,1-1 0,-1 1 0,1-1 0,-1 1 0,0-1 0,1 1 0,-1-1 0,1 1 0,-1-1 0,0 1 0,1 0 0,-1 0 0,13 26 0,-13-26 0,20 61 0,22 118 0,-29-115 0,-9-37 0,2 14 0,-6-40 0,1 1 0,0 0 0,0-1 0,0 1 0,0-1 0,0 0 0,0 1 0,0-1 0,1 0 0,-1 0 0,4 4 0,-4-6 0,-1 1 0,1-1 0,0 1 0,0-1 0,-1 0 0,1 1 0,0-1 0,0 0 0,0 1 0,-1-1 0,1 0 0,0 0 0,0 0 0,0 0 0,0 0 0,-1 0 0,1 0 0,0 0 0,0 0 0,0 0 0,0 0 0,-1-1 0,1 1 0,0 0 0,0-1 0,0 1 0,-1 0 0,1-1 0,0 1 0,0-1 0,-1 1 0,1-1 0,-1 1 0,1-1 0,0 0 0,-1 1 0,1-1 0,-1 0 0,1 0 0,20-33 0,-19 29 0,40-89 0,32-103 0,-25 58 0,147-410 0,-78 212 0,-74 225 0,12-38 0,-17 59 0,-7 15 0,-31 75 0,-1 1 0,0-1 0,1 0 0,-1 1 0,0-1 0,0 0 0,0 0 0,0 0 0,0 1 0,0-1 0,0 0 0,0 0 0,0 1 0,0-1 0,0 0 0,-1 0 0,1 1 0,0-1 0,0 0 0,-1 1 0,1-1 0,-1 0 0,1 1 0,0-1 0,-1 0 0,1 1 0,-1-1 0,0 1 0,1-1 0,-1 1 0,1-1 0,-1 1 0,0 0 0,1-1 0,-1 1 0,0 0 0,1-1 0,-1 1 0,0 0 0,0 0 0,1-1 0,-1 1 0,-1 0 0,-5-1 0,1 0 0,-1 1 0,1 0 0,-8 0 0,11 0 0,-259 19 0,-159-23-1365,345-1-5461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8.1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415 818 24575,'0'-19'0,"1"0"0,2 0 0,0 0 0,8-28 0,-5 22 0,-1 0 0,-1 0 0,-1 0 0,-2 0 0,-2-47 0,1 69 0,0 0 0,0 0 0,-1 0 0,1 1 0,-1-1 0,0 0 0,1 0 0,-1 1 0,-1-1 0,1 1 0,0-1 0,-1 1 0,1-1 0,-1 1 0,0 0 0,0 0 0,1 0 0,-1 0 0,-1 0 0,1 0 0,0 0 0,0 1 0,-1-1 0,1 1 0,-1 0 0,1-1 0,-1 1 0,0 1 0,1-1 0,-1 0 0,0 0 0,0 1 0,0 0 0,1-1 0,-1 1 0,0 0 0,-3 1 0,-5 0 0,-1 1 0,1 0 0,0 0 0,0 1 0,0 1 0,1 0 0,-1 0 0,-11 7 0,-3 4 0,1 1 0,1 1 0,0 1 0,1 0 0,0 2 0,2 1 0,1 1 0,0 0 0,-28 46 0,44-62 0,-1 0 0,1 1 0,0 0 0,1 0 0,0-1 0,0 1 0,0 1 0,1-1 0,0 0 0,0 0 0,1 13 0,1-14 0,0-1 0,0 1 0,0-1 0,1 0 0,-1 0 0,1 1 0,1-1 0,-1-1 0,1 1 0,0 0 0,0 0 0,0-1 0,1 0 0,-1 0 0,1 0 0,5 4 0,2 1 0,1 0 0,1-1 0,0 0 0,0-1 0,0-1 0,1 0 0,0 0 0,0-2 0,0 0 0,1 0 0,0-1 0,-1-1 0,31 0 0,-31-2 0,0 0 0,0-1 0,0-1 0,-1 0 0,1-1 0,-1 0 0,1-1 0,-1-1 0,0 0 0,0-1 0,-1 0 0,0-1 0,0 0 0,0-1 0,10-10 0,-6 2 0,-2 0 0,0-1 0,-1-1 0,-1 0 0,-1 0 0,0-1 0,-1-1 0,-1 0 0,-1 0 0,-1-1 0,7-35 0,0-21 0,9-147 0,-20 184 0,-1 11 0,3-44 0,-5-79 0,-5 126 0,5 26 0,-1-1 0,1 1 0,0 0 0,0 0 0,0-1 0,0 1 0,0 0 0,-1 0 0,1 0 0,0-1 0,0 1 0,-1 0 0,1 0 0,0 0 0,0-1 0,0 1 0,-1 0 0,1 0 0,0 0 0,-1 0 0,1 0 0,0 0 0,0 0 0,-1-1 0,1 1 0,0 0 0,-1 0 0,-9 10 0,4 2 0,0 0 0,1 0 0,0 0 0,1 1 0,0 0 0,-3 24 0,-4 82 0,10-107 0,-4 84-273,5 0 0,4 0 0,4 0 0,22 102 0,-23-165-6553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8.5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46 150 24575,'-2'-1'0,"-1"1"0,0-1 0,0 0 0,1 1 0,-1-1 0,0 0 0,1-1 0,-1 1 0,1 0 0,-1-1 0,1 0 0,-4-3 0,5 5 0,1-1 0,-1 1 0,0-1 0,1 1 0,-1-1 0,1 1 0,-1-1 0,1 1 0,-1-1 0,1 1 0,0-1 0,-1 0 0,1 1 0,0-1 0,-1 0 0,1 1 0,0-1 0,0 0 0,0 0 0,-1 1 0,1-1 0,0 0 0,0 0 0,0 1 0,0-1 0,0 0 0,1 0 0,-1 1 0,0-1 0,0 0 0,0 1 0,1-1 0,-1 0 0,0 1 0,1-1 0,-1 0 0,0 1 0,1-1 0,-1 1 0,1-1 0,-1 0 0,1 1 0,-1-1 0,1 1 0,0 0 0,-1-1 0,1 1 0,0-1 0,-1 1 0,1 0 0,1-1 0,0 0 0,0 1 0,0-1 0,-1 0 0,1 1 0,0 0 0,0-1 0,0 1 0,1 0 0,-1 0 0,0 0 0,0 0 0,0 0 0,0 1 0,0-1 0,0 1 0,-1-1 0,1 1 0,0 0 0,0 0 0,0-1 0,0 1 0,-1 0 0,1 1 0,0-1 0,-1 0 0,1 0 0,-1 1 0,1-1 0,-1 1 0,0 0 0,2 2 0,4 6 0,-1-1 0,0 1 0,0 1 0,4 12 0,-2 0 0,-1 1 0,-1 1 0,-1-1 0,-1 1 0,-1 0 0,-1 0 0,-2 0 0,-2 33 0,3-86 0,-1-5 0,8-43 0,1 30 0,16-47 0,-20 75 0,2 1 0,0 0 0,1 0 0,1 1 0,18-27 0,-8 24-1365,-3 6-5461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9.0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277 230 24575,'0'-7'0,"-1"1"0,0 0 0,0 0 0,0-1 0,-1 1 0,0 0 0,0 0 0,-5-8 0,-30-46 0,22 36 0,7 12 0,-21-32 0,27 42 0,0 0 0,1 0 0,-1-1 0,-1 2 0,1-1 0,0 0 0,0 0 0,0 1 0,-1-1 0,1 1 0,-1 0 0,0-1 0,1 1 0,-6-1 0,6 2 0,0 0 0,0 0 0,0 1 0,1-1 0,-1 1 0,0-1 0,0 1 0,0-1 0,0 1 0,1 0 0,-1 0 0,0 0 0,1 0 0,-1 0 0,1 0 0,-1 1 0,1-1 0,-1 0 0,1 1 0,0-1 0,0 1 0,0-1 0,-2 4 0,-3 5 0,1 0 0,-8 19 0,10-21 0,-13 33 0,-19 69 0,31-94 0,1 1 0,0 1 0,1-1 0,1 0 0,1 0 0,0 1 0,4 19 0,-4-34 0,1 0 0,-1 0 0,1 0 0,0 0 0,0 0 0,0-1 0,0 1 0,1 0 0,-1 0 0,1-1 0,0 1 0,0-1 0,0 1 0,0-1 0,0 0 0,0 0 0,0 0 0,1 0 0,-1 0 0,6 3 0,-5-4 0,1 0 0,-1 0 0,1 0 0,-1-1 0,1 1 0,-1-1 0,1 0 0,0 0 0,-1 0 0,1 0 0,-1-1 0,1 0 0,-1 1 0,1-1 0,-1 0 0,0-1 0,6-2 0,5-3 0,-1-1 0,-1 0 0,0-1 0,0 0 0,-1-1 0,0 0 0,0-1 0,-2 0 0,15-21 0,-13 17 0,-2 0 0,0-2 0,0 1 0,-2-1 0,0 0 0,-1 0 0,6-26 0,-11 22 0,-1 20 0,-1 1 0,1 0 0,0 0 0,0 0 0,0 0 0,0 0 0,0 0 0,-1-1 0,1 1 0,0 0 0,0 0 0,0 0 0,0 0 0,-1 0 0,1 0 0,0 0 0,0 0 0,0 0 0,-1 0 0,1 0 0,0 0 0,0 0 0,0 0 0,-1 0 0,1 0 0,0 0 0,0 0 0,0 0 0,0 0 0,-1 0 0,1 0 0,0 0 0,0 1 0,0-1 0,0 0 0,-1 0 0,1 0 0,0 0 0,0 0 0,0 0 0,0 1 0,0-1 0,0 0 0,-1 0 0,1 0 0,0 1 0,-3 3 0,-1 0 0,1 0 0,0 0 0,1 1 0,-4 6 0,-8 20 0,-15 53 0,26-71 0,-1 1 0,2 0 0,0 0 0,0 1 0,1-1 0,2 22 0,-1-34-39,1 1 0,-1-1 0,1 1 0,-1-1 0,1 0 0,0 1 0,0-1 0,0 0 0,0 0 0,0 1 0,1-1 0,-1 0 0,1 0 0,-1-1 0,1 1 0,0 0 0,0 0 0,0-1 0,0 1 0,0-1 0,0 1 0,0-1 0,0 0 0,0 0 0,1 0 0,-1 0 0,0-1 0,1 1 0,-1 0 0,1-1 0,-1 0 0,1 0 0,-1 1 0,4-2 0,17 0-6787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9.2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351 368 24575,'3'-12'0,"1"1"0,-2 0 0,0-1 0,0 0 0,-1 1 0,0-1 0,-1 0 0,-1 0 0,-1-11 0,0-2 0,-2-1 0,0 1 0,-2 0 0,0 1 0,-2-1 0,-15-33 0,22 56 0,0 0 0,0 0 0,0 0 0,-1 0 0,1 0 0,0 0 0,-1 0 0,1 1 0,-1-1 0,0 0 0,0 1 0,1-1 0,-1 1 0,0 0 0,0 0 0,0 0 0,-5-2 0,6 3 0,-1 0 0,1 0 0,-1 0 0,0 0 0,1 1 0,-1-1 0,1 1 0,-1-1 0,1 1 0,0-1 0,-1 1 0,1 0 0,-1-1 0,1 1 0,0 0 0,0 0 0,-1 0 0,1 0 0,0 1 0,0-1 0,0 0 0,0 0 0,0 0 0,0 1 0,1-1 0,-1 1 0,-1 1 0,-8 21 0,1 0 0,0 0 0,2 1 0,1 0 0,-4 33 0,1-11 0,-102 603 0,84-475 0,21-125 203,4-31-516,0-1-1,-1 1 0,-1-1 1,-12 34-1,7-35-6512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9.4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1 246 24575,'0'-9'0,"0"-10"0,3-7 0,4-3 0,4 0 0,4 3 0,5 2 0,8 6 0,6 2 0,6 4 0,6 4 0,5 3 0,5 0 0,0 1 0,0 0 0,-4-2 0,-10 1-8191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9.6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 80 24575,'1'-10'0,"1"0"0,0 0 0,1 0 0,-1 0 0,2 0 0,5-10 0,-37 140 0,-13 83 0,35-161 0,2 1 0,3 79 0,2-117-170,-1 0-1,1 0 0,0-1 1,0 1-1,0 0 0,1-1 1,2 7-1,5 3-6655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19.8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59 24575,'-3'0'0,"-5"0"0,3 0 0,5 0 0,9-3 0,9-1 0,8 0 0,5 1 0,4-2 0,2-1 0,1-2 0,1 1 0,-1-3 0,-6 2-8191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0.0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301 5 24575,'0'0'0,"0"0"0,1 0 0,-1 1 0,0-1 0,0 0 0,0 0 0,0 0 0,1 0 0,-1 0 0,0 0 0,0 0 0,0 0 0,0 0 0,1 0 0,-1 0 0,0 0 0,0 0 0,0 0 0,0 0 0,1 0 0,-1 0 0,0 0 0,0 0 0,0 0 0,1 0 0,-1 0 0,0 0 0,0 0 0,0 0 0,0 0 0,1 0 0,-1 0 0,0 0 0,0 0 0,0-1 0,0 1 0,0 0 0,0 0 0,1 0 0,-1 0 0,0 0 0,0-1 0,0 1 0,0 0 0,0 0 0,0 0 0,0 0 0,0-1 0,0 1 0,0 0 0,0 0 0,0 0 0,0 0 0,0-1 0,0 1 0,0 0 0,0 0 0,0 0 0,0-1 0,0 1 0,0 0 0,0 0 0,0 0 0,0 0 0,0-1 0,8 16 0,-4 23 0,-1 1 0,-3 0 0,-6 70 0,3-84 0,0 0 0,-2 0 0,-1 0 0,-1-1 0,0 0 0,-2 0 0,-1-1 0,-1 0 0,-1-1 0,-1 0 0,-1-1 0,-1 0 0,0-1 0,-32 30 0,-23 6-1365,1-8-5461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0.4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611 15 24575,'8'-11'0,"-9"8"0,-1 3 0,0 0 0,0 1 0,1-1 0,-1 1 0,0 0 0,0-1 0,1 1 0,-1 0 0,1 0 0,-3 2 0,-40 28 0,-74 69 0,-30 50 0,100-96 0,-60 85 0,86-107 0,2 1 0,1 1 0,2 1 0,-18 51 0,31-73 0,0 0 0,1 0 0,1 0 0,0 0 0,1 1 0,0-1 0,1 1 0,2 16 0,-1-22 0,1 1 0,0 0 0,0-1 0,1 0 0,0 0 0,0 0 0,1 0 0,0 0 0,1-1 0,-1 1 0,2-1 0,-1 0 0,11 10 0,-5-8 31,0 0 0,1 0 0,0-2 0,0 1 0,1-1 0,0-1 0,0-1 0,0 1 1,1-2-1,18 4 0,5-1-600,1-1 0,60 1 0,1-6-6257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21.3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91 218 24575,'-25'1'0,"19"0"0,0-1 0,-1 0 0,1 0 0,0 0 0,0-1 0,-1 0 0,-10-3 0,17 4 0,-1 0 0,1 0 0,0 0 0,0 0 0,0 0 0,-1 0 0,1 0 0,0 0 0,0-1 0,0 1 0,-1 0 0,1 0 0,0 0 0,0 0 0,0 0 0,0-1 0,0 1 0,-1 0 0,1 0 0,0 0 0,0 0 0,0-1 0,0 1 0,0 0 0,0 0 0,0 0 0,0-1 0,0 1 0,0 0 0,-1 0 0,1-1 0,0 1 0,0 0 0,0 0 0,0 0 0,1-1 0,-1 1 0,0 0 0,0 0 0,0 0 0,0-1 0,0 1 0,0 0 0,0 0 0,0 0 0,0-1 0,0 1 0,1 0 0,-1 0 0,0 0 0,0 0 0,0-1 0,0 1 0,1 0 0,-1 0 0,0 0 0,0 0 0,1-1 0,14-7 0,17-4 0,1 2 0,0 2 0,42-7 0,-33 8 0,730-89-716,6 62-42,-526 23-475,-221 9-4251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1.6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48 24575,'4'0'0,"0"-3"0,3-5 0,0-3 0,-1-3 0,2 3 0,-1 11 0,-1 8 0,-2 8 0,-2 12 0,2 10 0,1 7 0,-2 4 0,3 1 0,1 2 0,-2-1 0,-2-10-8191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1.9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54 825 24575,'-11'-67'0,"-24"-177"0,30 191 0,3 1 0,7-87 0,-3 121 0,0 0 0,2 0 0,0 0 0,1 1 0,1-1 0,0 1 0,2 0 0,11-19 0,-15 29 0,0 0 0,1 1 0,0-1 0,0 1 0,1 0 0,0 1 0,0 0 0,0 0 0,1 0 0,-1 0 0,1 1 0,0 0 0,1 1 0,-1-1 0,0 2 0,1-1 0,0 1 0,0 0 0,-1 0 0,1 1 0,9 0 0,-5 1 0,1 0 0,0 2 0,-1 0 0,1 0 0,-1 1 0,0 0 0,0 1 0,0 1 0,0 0 0,0 0 0,-1 1 0,0 1 0,-1 0 0,1 0 0,-1 1 0,-1 0 0,1 1 0,-2 0 0,1 1 0,8 11 0,-7-7 0,0 0 0,-1 0 0,-1 1 0,0 1 0,0-1 0,-2 1 0,0 1 0,-1-1 0,-1 1 0,0 0 0,-1 0 0,-1 0 0,-1 0 0,0 24 0,-4-22 0,0-1 0,0 0 0,-2 0 0,0 0 0,-1 0 0,-1-1 0,-1 0 0,-19 32 0,13-29 0,0 0 0,-1 0 0,-1-2 0,-1 0 0,-1-1 0,-26 20 0,34-30-273,0 0 0,0-1 0,-1-1 0,-13 6 0,-1-2-6553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2.2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43 24575,'8'1'0,"0"1"0,0 0 0,0 1 0,0 0 0,-1 0 0,1 1 0,9 5 0,-2 0 0,1 1 0,-1 0 0,-1 1 0,17 17 0,-23-21 0,-1 1 0,0 1 0,0 0 0,-1 0 0,0 0 0,0 0 0,-1 1 0,5 13 0,-10-22 0,1 1 0,-1-1 0,1 1 0,-1-1 0,1 1 0,-1-1 0,0 1 0,0 0 0,0-1 0,0 1 0,0-1 0,0 1 0,0 0 0,0-1 0,0 1 0,-1-1 0,1 1 0,-1-1 0,0 1 0,1-1 0,-1 1 0,0-1 0,0 1 0,1-1 0,-1 0 0,-2 2 0,2-2 0,-1 0 0,1-1 0,0 1 0,0-1 0,-1 0 0,1 1 0,0-1 0,-1 0 0,1 0 0,0 0 0,-1 0 0,1 0 0,0 0 0,0 0 0,-1-1 0,1 1 0,0 0 0,-1-1 0,1 1 0,0-1 0,0 1 0,0-1 0,-1 1 0,1-1 0,0 0 0,0 0 0,0 0 0,0 0 0,0 1 0,0-1 0,1 0 0,-2-2 0,-2-1 0,1 0 0,0 0 0,0 0 0,1-1 0,-1 1 0,1-1 0,0 1 0,0-1 0,0 0 0,1 1 0,0-1 0,0 0 0,0 0 0,0 0 0,1 0 0,0 0 0,0 0 0,0 0 0,1 0 0,-1 0 0,1 0 0,0 0 0,1 0 0,-1 0 0,5-8 0,-2 5 0,0-1 0,1 1 0,0 0 0,0 0 0,1 1 0,0 0 0,1 0 0,-1 0 0,1 1 0,0 0 0,1 0 0,15-9 0,-12 10-151,0 0-1,0 1 0,0 1 0,1-1 1,0 2-1,0-1 0,-1 2 1,22-1-1,-11 2-6674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2.5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 15 24575,'0'-1'0,"0"0"0,0 0 0,0 1 0,-1-1 0,1 0 0,0 1 0,0-1 0,-1 0 0,1 1 0,-1-1 0,1 1 0,-1-1 0,1 0 0,-1 1 0,1-1 0,-1 1 0,1-1 0,-1 1 0,0 0 0,1-1 0,-1 1 0,0 0 0,1-1 0,-1 1 0,0 0 0,1 0 0,-1-1 0,0 1 0,0 0 0,1 0 0,-1 0 0,0 0 0,0 0 0,1 0 0,-1 0 0,0 0 0,-1 1 0,-1-1 0,-1 0 0,0 1 0,1 0 0,-1 0 0,1 0 0,-5 2 0,3-1 0,1 1 0,0 1 0,1-1 0,-1 1 0,0-1 0,1 1 0,0 0 0,0 0 0,0 0 0,1 1 0,-1-1 0,1 1 0,0-1 0,0 1 0,-2 10 0,2-7 0,0 1 0,0 0 0,1-1 0,0 1 0,1 0 0,0 0 0,0 0 0,2 12 0,-1-17 0,0 0 0,0 0 0,0 0 0,1-1 0,-1 1 0,1 0 0,0-1 0,0 1 0,0-1 0,0 1 0,0-1 0,1 0 0,0 0 0,0 0 0,0 0 0,0-1 0,0 1 0,0-1 0,0 0 0,1 0 0,0 0 0,-1 0 0,8 2 0,-5-3 0,0 1 0,0-2 0,0 1 0,0-1 0,0 0 0,0 0 0,0 0 0,0-1 0,0 0 0,0 0 0,-1-1 0,1 0 0,0 0 0,-1 0 0,9-4 0,-6 1 0,0 0 0,0-1 0,0 0 0,-1 0 0,1-1 0,-2 0 0,1 0 0,-1 0 0,6-9 0,-10 12 0,0 1 0,0-1 0,0 1 0,-1-1 0,0 1 0,1-1 0,-1 0 0,0 0 0,-1 0 0,1 1 0,-1-6 0,0 6 0,0 1 0,0-1 0,-1 0 0,0 1 0,1-1 0,-1 1 0,0-1 0,0 1 0,0-1 0,-1 1 0,1 0 0,-1-1 0,1 1 0,-1 0 0,0 0 0,0 0 0,-4-3 0,2 2-97,0 1-1,0-1 1,0 1-1,-1 0 1,1 1-1,-1-1 1,1 1-1,-1 0 1,0 0-1,0 0 1,1 0-1,-1 1 0,-7 0 1,-4 0-6729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2.7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87 24575,'0'-3'0,"0"-7"0,0-5 0,-3-4 0,-1 0 0,-1 5 0,2 8 0,1 12 0,1 13 0,3 11 0,2 12 0,3 8 0,0 8 0,3 4 0,-1 0 0,-2 0 0,-2-12-8191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3.1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1 147 24575,'0'-1'0,"0"1"0,1-1 0,-1 0 0,1 0 0,-1 1 0,1-1 0,-1 0 0,1 0 0,0 1 0,-1-1 0,1 1 0,-1-1 0,1 1 0,0-1 0,0 1 0,-1-1 0,1 1 0,0-1 0,0 1 0,0 0 0,0 0 0,-1-1 0,1 1 0,0 0 0,0 0 0,0 0 0,1 0 0,31-3 0,-28 2 0,132-2 0,18-2 0,-123 2 0,1-1 0,52-14 0,-79 16 0,0 0 0,0 0 0,-1 0 0,1-1 0,8-5 0,-13 7 0,0 1 0,-1-1 0,1 1 0,0-1 0,0 1 0,-1-1 0,1 1 0,0-1 0,-1 0 0,1 0 0,-1 1 0,1-1 0,-1 0 0,1 0 0,-1 0 0,1 1 0,-1-1 0,0 0 0,1 0 0,-1 0 0,0 0 0,0 0 0,0 0 0,0 0 0,0 0 0,0 0 0,0 1 0,0-1 0,0 0 0,0 0 0,0 0 0,-1 0 0,1 0 0,0 0 0,-1 0 0,1 0 0,0 1 0,-1-1 0,1 0 0,-1 0 0,0 1 0,1-1 0,-1 0 0,-1-1 0,-3-2 0,0 0 0,0 1 0,-1-1 0,0 1 0,1 0 0,-1 1 0,0-1 0,0 1 0,-1 0 0,1 1 0,-10-2 0,-8 0 0,-41-1 0,56 4 0,0 0 0,0 1 0,0 0 0,0 0 0,0 1 0,0 0 0,0 1 0,1 0 0,-1 0 0,-12 8 0,17-9 0,0 1 0,0 0 0,0 0 0,0 0 0,1 1 0,-1-1 0,1 1 0,0 0 0,0 0 0,1 0 0,-1 0 0,1 0 0,0 1 0,0-1 0,0 1 0,1 0 0,-1-1 0,1 1 0,0 0 0,0 0 0,1 6 0,-1-4 17,1 0-1,1-1 0,-1 1 0,1 0 1,0 0-1,1-1 0,-1 1 0,2-1 1,-1 1-1,0-1 0,1 0 0,0 0 1,1 0-1,-1 0 0,1-1 0,0 0 1,1 1-1,-1-1 0,1-1 0,10 9 1,-5-6-173,1 0 1,0-1 0,0 0 0,0 0 0,1-1 0,0-1 0,0 0-1,0-1 1,1 0 0,14 1 0,17 0-6671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3.4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147 408 24575,'2'-2'0,"-1"0"0,1 0 0,0-1 0,0 1 0,-1 0 0,0 0 0,1-1 0,-1 1 0,0-1 0,0 1 0,0-1 0,0 0 0,-1 1 0,1-1 0,-1 0 0,0 0 0,1 1 0,-1-1 0,-1-5 0,0 6 0,1 0 0,-1 0 0,0 0 0,0 0 0,0 0 0,0 0 0,0 1 0,0-1 0,0 0 0,-1 1 0,1-1 0,-1 1 0,1-1 0,-1 1 0,0 0 0,1-1 0,-1 1 0,0 0 0,0 0 0,0 1 0,0-1 0,0 0 0,0 0 0,0 1 0,-4-1 0,1 0 0,0 0 0,0 1 0,0 0 0,0 0 0,0 0 0,0 1 0,0-1 0,0 1 0,0 0 0,0 1 0,0-1 0,0 1 0,1 0 0,-1 0 0,-5 4 0,7-4 0,0 0 0,0 0 0,0 0 0,1 1 0,-1-1 0,1 1 0,-1 0 0,1 0 0,0 0 0,0 0 0,0 0 0,1 0 0,-1 0 0,1 1 0,0-1 0,0 0 0,0 1 0,0-1 0,1 1 0,-1 0 0,1-1 0,0 5 0,0-2 0,0 0 0,1 0 0,0-1 0,0 1 0,1 0 0,0-1 0,0 1 0,0-1 0,0 0 0,1 0 0,0 1 0,0-2 0,0 1 0,1 0 0,0-1 0,-1 1 0,2-1 0,-1 0 0,0-1 0,1 1 0,0-1 0,-1 0 0,2 0 0,-1 0 0,0-1 0,8 4 0,-2-3 0,1 0 0,-1 0 0,0-1 0,1 0 0,-1-1 0,1 0 0,0-1 0,-1 0 0,1-1 0,0-1 0,-1 0 0,16-4 0,-12 1 0,0 0 0,-1-1 0,1-1 0,-1-1 0,0 0 0,-1 0 0,0-2 0,0 1 0,-1-2 0,-1 1 0,0-2 0,0 0 0,10-14 0,-10 10 0,-1-1 0,0-1 0,-1 1 0,-1-1 0,0-1 0,-2 0 0,0 0 0,-1 0 0,-1 0 0,1-23 0,-4 39 0,3-77 0,-4 72 0,0 0 0,-1 0 0,0 0 0,0 0 0,-1 0 0,0 0 0,-5-12 0,7 19 0,-1 0 0,1 0 0,-1 0 0,1 0 0,-1 0 0,1 0 0,-1 0 0,0 0 0,0 1 0,1-1 0,-1 0 0,0 0 0,0 0 0,0 1 0,0-1 0,0 1 0,-1-2 0,1 2 0,1 0 0,-1 0 0,1 0 0,-1 0 0,0 0 0,1 0 0,-1 1 0,1-1 0,-1 0 0,1 0 0,-1 0 0,1 0 0,-1 1 0,0-1 0,1 0 0,-1 1 0,1-1 0,0 0 0,-1 1 0,1-1 0,-1 1 0,1-1 0,-1 1 0,-2 3 0,1 1 0,-1-1 0,1 0 0,0 1 0,0-1 0,-2 9 0,-2 12 49,1 1 0,0 1 0,3-1-1,0 1 1,1-1 0,5 47 0,2-32-476,1 0 0,2-1 1,23 64-1,-19-69-6399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3.6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1 167 24575,'0'-6'0,"0"-6"0,3-6 0,4-7 0,8-1 0,6-1 0,7 5 0,8 7 0,3 5 0,5 4 0,4 7 0,0 3 0,-4 4 0,-8 0 0,-9-1-8191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4.3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404 362 24575,'9'-9'0,"-1"0"0,0-1 0,0 1 0,-1-2 0,-1 1 0,0-1 0,0 0 0,-1 0 0,0 0 0,-1-1 0,0 0 0,-1 1 0,0-2 0,1-20 0,-3 26 0,-1 0 0,0 0 0,0 0 0,-1 0 0,0 0 0,0 1 0,-1-1 0,1 0 0,-1 1 0,-1-1 0,0 1 0,0 0 0,0-1 0,0 1 0,-1 1 0,0-1 0,0 1 0,-1-1 0,1 1 0,-1 0 0,-1 1 0,1-1 0,0 1 0,-1 0 0,0 1 0,0-1 0,-8-3 0,5 4 0,0 0 0,0 1 0,0-1 0,-1 2 0,1-1 0,0 1 0,-1 1 0,1 0 0,-1 0 0,1 1 0,-1 0 0,1 1 0,0-1 0,0 2 0,0 0 0,0 0 0,0 0 0,0 1 0,1 0 0,0 1 0,0 0 0,0 0 0,0 1 0,1 0 0,0 0 0,0 1 0,1 0 0,0 0 0,0 0 0,0 1 0,1 0 0,0 0 0,1 1 0,0-1 0,0 1 0,1 0 0,0 0 0,0 0 0,1 0 0,-2 14 0,4-9 0,0-1 0,1 0 0,0 0 0,1 0 0,1 0 0,0 0 0,1 0 0,0 0 0,0-1 0,2 0 0,-1 0 0,2 0 0,0-1 0,0 0 0,1 0 0,15 17 0,11 5 0,1 0 0,2-3 0,52 34 0,-43-31 0,-42-30 0,6 4 0,1 1 0,-1 0 0,-1 1 0,14 15 0,-22-23 0,1 1 0,-1-1 0,0 1 0,1 0 0,-1 0 0,0 0 0,0 0 0,0-1 0,-1 1 0,1 1 0,0-1 0,-1 0 0,1 0 0,-1 0 0,0 0 0,0 0 0,1 0 0,-1 0 0,-1 1 0,1-1 0,0 0 0,-1 0 0,1 0 0,-1 0 0,1 0 0,-1 0 0,0 0 0,0 0 0,0 0 0,0 0 0,0 0 0,0-1 0,-1 1 0,1 0 0,-2 1 0,-5 3 0,0 1 0,0-2 0,0 1 0,-1-1 0,0-1 0,0 1 0,0-1 0,0-1 0,-1 0 0,-13 3 0,-4-1 0,0-1 0,-43 1 0,50-5 0,1 0 0,0-1 0,-1-1 0,1-1 0,0-1 0,-25-9 0,37 11 0,0-1 0,1 0 0,-1 0 0,1-1 0,0 0 0,0 0 0,1-1 0,-11-9 0,13 11 0,0-1 0,0 0 0,1 0 0,-1-1 0,1 1 0,0 0 0,0-1 0,0 1 0,1-1 0,-1 0 0,1 1 0,0-1 0,1 0 0,-1-7 0,1 6-85,1 0 0,-1 0-1,1-1 1,1 1 0,-1 0-1,1 0 1,0 0 0,1 1-1,-1-1 1,1 0 0,0 1-1,0 0 1,1 0 0,0 0-1,4-5 1,16-16-6741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35.3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198 232 24575,'25'-22'0,"-19"17"0,-1 0 0,1 0 0,-1 0 0,0-1 0,0 1 0,-1-1 0,0-1 0,4-6 0,-3 3 0,-1-1 0,0 0 0,-1 0 0,3-18 0,-5 25 0,-1 1 0,1-1 0,-1 1 0,1-1 0,-1 1 0,0-1 0,-1 1 0,1-1 0,-1 1 0,1-1 0,-1 1 0,0 0 0,0-1 0,-1 1 0,1 0 0,-1 0 0,1 0 0,-5-6 0,5 8 0,0 0 0,-1 0 0,1 0 0,0 0 0,-1 1 0,1-1 0,0 0 0,-1 1 0,1-1 0,-1 1 0,1-1 0,-1 1 0,1 0 0,-1-1 0,1 1 0,-1 0 0,0 0 0,1 0 0,-3 1 0,1-1 0,-1 1 0,1 0 0,-1 0 0,1 1 0,0-1 0,0 1 0,-1-1 0,-2 4 0,-6 3 0,1 1 0,1 1 0,-12 13 0,20-22 0,-19 23 0,0 1 0,2 0 0,-24 43 0,35-53 0,0 0 0,1 1 0,0 1 0,2-1 0,0 1 0,0 0 0,-3 35 0,7-49 0,1 0 0,0 1 0,0-1 0,0 1 0,1-1 0,-1 0 0,1 1 0,0-1 0,0 0 0,0 1 0,0-1 0,0 0 0,1 0 0,-1 0 0,1 0 0,0 0 0,0-1 0,0 1 0,0 0 0,4 2 0,-3-3 0,0 0 0,0-1 0,0 1 0,0-1 0,0 1 0,0-1 0,0 0 0,1-1 0,-1 1 0,0 0 0,1-1 0,-1 0 0,0 0 0,1 0 0,-1 0 0,0 0 0,1-1 0,-1 0 0,0 1 0,6-3 0,4-2 0,0 0 0,0-1 0,-1 0 0,1-1 0,-1 0 0,-1-1 0,1 0 0,-2-1 0,18-18 0,-16 13 0,0 0 0,-1 0 0,0-1 0,-2-1 0,0 0 0,14-32 0,-23 48 0,0 0 0,0 0 0,0 0 0,0 0 0,-1 0 0,1 0 0,0 0 0,0-1 0,0 1 0,0 0 0,0 0 0,0 0 0,0 0 0,0 0 0,0 0 0,0 0 0,0 0 0,-8 14 0,-10 21 0,15-28 0,-9 26 0,11-32 0,0 1 0,1 0 0,0 0 0,-1 0 0,1 0 0,0 0 0,0 0 0,0 0 0,0 0 0,0 1 0,1-1 0,-1 0 0,1 3 0,0-5 0,-1 0 0,0 1 0,1-1 0,-1 0 0,0 1 0,1-1 0,-1 0 0,1 1 0,-1-1 0,0 0 0,1 0 0,-1 0 0,1 1 0,-1-1 0,1 0 0,-1 0 0,1 0 0,-1 0 0,1 0 0,-1 0 0,1 0 0,-1 0 0,1 0 0,-1 0 0,0 0 0,1 0 0,-1 0 0,1 0 0,-1-1 0,1 1 0,-1 0 0,1 0 0,-1 0 0,0-1 0,1 1 0,-1 0 0,1-1 0,-1 1 0,0 0 0,1-1 0,-1 1 0,0 0 0,1-1 0,17-17 0,-18 17 0,16-20 0,-1 0 0,-1-1 0,15-30 0,-17 27 0,2 1 0,24-33 0,-37 56 0,0 0 0,0 0 0,-1 0 0,1-1 0,0 1 0,0 0 0,1 0 0,-1 0 0,0 1 0,0-1 0,0 0 0,0 0 0,1 1 0,-1-1 0,0 0 0,1 1 0,-1-1 0,3 1 0,-4 0 0,1 0 0,0 0 0,0 1 0,-1-1 0,1 0 0,-1 1 0,1-1 0,0 1 0,-1-1 0,1 1 0,-1-1 0,1 1 0,-1-1 0,1 1 0,-1 0 0,0-1 0,1 1 0,-1 0 0,0-1 0,1 1 0,-1 0 0,0-1 0,0 1 0,1 1 0,0 9 0,1-1 0,-1 1 0,-1 18 0,0-22 0,-1 23 0,2 39 0,0-63 0,-1 0 0,2 0 0,-1 0 0,0 0 0,1 0 0,0-1 0,1 1 0,4 9 0,-6-14 0,-1 0 0,1 0 0,0 0 0,0 1 0,-1-1 0,1 0 0,0 0 0,0 0 0,0 0 0,0-1 0,1 1 0,-1 0 0,0 0 0,0-1 0,0 1 0,1 0 0,-1-1 0,0 0 0,1 1 0,-1-1 0,0 0 0,1 1 0,-1-1 0,1 0 0,-1 0 0,0 0 0,1 0 0,-1 0 0,0-1 0,1 1 0,-1 0 0,0-1 0,1 1 0,-1-1 0,0 1 0,1-1 0,-1 1 0,0-1 0,0 0 0,0 0 0,2-1 0,1-2 0,1 0 0,-1 0 0,0 0 0,0-1 0,0 0 0,-1 1 0,1-1 0,3-9 0,7-19 0,-2 0 0,12-52 0,-24 84 0,0 0 0,1-1 0,-1 1 0,1-1 0,-1 1 0,1-1 0,-1 1 0,1 0 0,0-1 0,-1 1 0,1 0 0,0 0 0,0 0 0,1-2 0,3 6 0,0 12 0,-4-10 0,1 0 0,-1 0 0,1 0 0,0-1 0,0 1 0,1 0 0,0-1 0,0 1 0,0-1 0,0 0 0,0 0 0,1 0 0,0 0 0,0-1 0,0 0 0,0 1 0,0-2 0,1 1 0,-1 0 0,1-1 0,0 0 0,0 0 0,0 0 0,0-1 0,0 1 0,7 0 0,9 1 0,1-1 0,0 0 0,0-2 0,0 0 0,22-5 0,-40 5 0,0-1 0,0 0 0,0 0 0,0-1 0,0 1 0,-1-1 0,1 0 0,0 0 0,-1 0 0,0 0 0,1-1 0,-1 0 0,0 1 0,0-1 0,0 0 0,-1 0 0,1-1 0,-1 1 0,0 0 0,1-1 0,-2 0 0,1 1 0,0-1 0,1-6 0,1-2 0,-1-1 0,0 1 0,-1 0 0,0-1 0,-1 1 0,-1-25 0,1 35 0,-2 0 0,1-1 0,0 1 0,0 0 0,-1-1 0,1 1 0,-1 0 0,1 0 0,-1-1 0,0 1 0,0 0 0,0 0 0,0 0 0,0 0 0,-1 0 0,1 1 0,-1-1 0,1 0 0,-1 0 0,0 1 0,1-1 0,-1 1 0,-4-2 0,4 2 0,0 0 0,-1 1 0,1-1 0,-1 1 0,1 0 0,-1 0 0,1 0 0,-1 0 0,1 0 0,-1 0 0,1 1 0,0-1 0,-1 1 0,1 0 0,-1 0 0,1 0 0,0 0 0,0 0 0,0 0 0,-1 1 0,1-1 0,-2 3 0,-4 1 0,1 2 0,-1-1 0,1 1 0,1 0 0,-1 1 0,1 0 0,0 0 0,1 0 0,0 0 0,0 1 0,-4 12 0,7-16 0,1 0 0,-1 0 0,1 0 0,0 1 0,0-1 0,1 1 0,0-1 0,0 0 0,0 1 0,0-1 0,1 1 0,0-1 0,0 0 0,0 0 0,1 1 0,0-1 0,0 0 0,0 0 0,1-1 0,-1 1 0,1 0 0,4 4 0,1 0 29,1 0-1,-1-1 1,2 0-1,-1-1 0,1 0 1,1 0-1,-1-1 1,1 0-1,0-1 1,0 0-1,22 6 1,-12-5-314,1-1 1,0-1-1,0-2 1,0 1-1,35-3 1,-7-4-6542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39:59.7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59 494 24575,'4'-4'0,"-1"-1"0,0 1 0,0-1 0,-1 0 0,1 0 0,-1-1 0,0 1 0,1-6 0,5-12 0,42-80 0,25-60 0,-65 136 0,-1 2 0,0-1 0,7-37 0,-16 50 0,-7 14 0,-11 19 0,1 7 0,1 1 0,1 0 0,2 1 0,0 1 0,-11 45 0,5 2 0,-10 83 0,-2 259-276,36 2-72,-2-339 334,-6 127 328,1-183-576,-1 1 0,-1 0 0,-2-1-1,-1 0 1,-16 42 0,4-30-6032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0.0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1 232 24575,'0'-5'0,"0"0"0,0-1 0,0 1 0,0 0 0,1 0 0,0 0 0,0 0 0,1 0 0,-1 0 0,1 0 0,0 0 0,0 0 0,1 1 0,-1-1 0,1 1 0,0 0 0,0 0 0,1 0 0,-1 0 0,1 0 0,0 1 0,0 0 0,0-1 0,0 1 0,0 1 0,7-4 0,16-5 0,0 1 0,0 1 0,1 2 0,0 0 0,39-3 0,-23 4 0,62-14 0,76-11 0,-180 31 0,0-1 0,0 1 0,0 0 0,-1 0 0,1 0 0,0 1 0,0-1 0,0 0 0,0 1 0,-1-1 0,1 1 0,0-1 0,0 1 0,-1 0 0,1 0 0,-1 0 0,1 0 0,-1 0 0,1 0 0,-1 0 0,1 1 0,-1-1 0,0 0 0,0 1 0,0-1 0,0 1 0,0-1 0,0 1 0,0 0 0,0-1 0,-1 1 0,1 0 0,0 1 0,2 8 0,-1-1 0,-1 1 0,1-1 0,-1 18 0,-1-11 0,1-10 3,3 85-687,26 137 0,-24-206-6142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0.1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 63 24575,'0'-6'0,"-3"-9"0,-4-4 0,-2 4 0,2 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0.8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 25 24575,'-1'9'0,"-1"0"0,0 0 0,0 0 0,-1 0 0,0 0 0,0-1 0,-6 11 0,-6 19 0,10-25 0,2 0 0,-1 0 0,2 1 0,0-1 0,0 1 0,1 0 0,1 0 0,3 27 0,-2-36 0,0 1 0,0-1 0,1 1 0,0-1 0,0 0 0,0 1 0,1-1 0,-1 0 0,1 0 0,0-1 0,1 1 0,-1 0 0,1-1 0,0 0 0,0 0 0,0 0 0,1-1 0,-1 1 0,1-1 0,0 0 0,0-1 0,0 1 0,0-1 0,8 3 0,-5-3 0,1 1 0,-1-1 0,1-1 0,-1 0 0,1 0 0,-1-1 0,1 0 0,0 0 0,-1-1 0,1 0 0,-1 0 0,1-1 0,-1 0 0,10-5 0,-13 5 0,1-1 0,-1 1 0,0-1 0,-1-1 0,1 1 0,0-1 0,-1 0 0,0 0 0,0 0 0,0 0 0,0-1 0,-1 1 0,0-1 0,0 0 0,0 0 0,-1 0 0,1-1 0,-1 1 0,0-1 0,-1 1 0,3-12 0,-3 7 0,0 0 0,-1 0 0,0 0 0,-1 0 0,0 0 0,0 0 0,-1 0 0,0 1 0,-1-1 0,0 0 0,0 1 0,-1 0 0,-1 0 0,-5-11 0,-5-2 0,-1 0 0,-1 1 0,-38-38 0,54 59 0,1 0 0,0 0 0,0 0 0,-1 0 0,1 0 0,0-1 0,0 1 0,0 0 0,-1 0 0,1 0 0,0 0 0,0-1 0,0 1 0,-1 0 0,1 0 0,0 0 0,0-1 0,0 1 0,0 0 0,0 0 0,-1-1 0,1 1 0,0 0 0,0 0 0,0-1 0,0 1 0,0 0 0,0 0 0,0-1 0,0 1 0,0 0 0,0 0 0,0-1 0,0 1 0,0 0 0,0 0 0,0-1 0,0 1 0,1 0 0,-1 0 0,0-1 0,0 1 0,0 0 0,0 0 0,0-1 0,1 1 0,-1 0 0,0 0 0,0 0 0,0-1 0,1 1 0,-1 0 0,0 0 0,0 0 0,0 0 0,1 0 0,-1 0 0,0-1 0,0 1 0,1 0 0,-1 0 0,0 0 0,1 0 0,-1 0 0,0 0 0,0 0 0,1 0 0,-1 0 0,25 0 0,-20 1 0,247 5 0,-239-6 0,-1 2 0,1-1 0,0 1 0,-1 1 0,1 1 0,-1 0 0,20 9 0,-25-10 0,-1 1 0,1 0 0,-1 0 0,0 1 0,0-1 0,-1 2 0,1-1 0,-1 0 0,0 1 0,-1 0 0,1 0 0,-1 1 0,-1-1 0,5 10 0,0 4 0,-2 0 0,0 0 0,-1 0 0,-1 1 0,-1-1 0,-1 1 0,-1 0 0,-1 21 0,-1-35 0,0-1 0,0 0 0,0 1 0,-1-1 0,0 0 0,-1 0 0,-5 11 0,7-15 0,0 0 0,0 0 0,0 0 0,0 0 0,-1 0 0,1-1 0,-1 1 0,1 0 0,-1-1 0,0 1 0,1-1 0,-1 1 0,0-1 0,0 0 0,0 0 0,0 0 0,0 0 0,0 0 0,0 0 0,-1-1 0,1 1 0,0-1 0,0 1 0,-1-1 0,-2 0 0,4 0 0,0 0 0,0-1 0,0 1 0,0-1 0,0 1 0,0-1 0,0 1 0,0-1 0,0 0 0,0 0 0,0 1 0,0-1 0,0 0 0,1 0 0,-1 0 0,0 0 0,0 0 0,1 0 0,-1 0 0,1 0 0,-1 0 0,1 0 0,-1 0 0,1 0 0,0 0 0,0-1 0,-1 1 0,1 0 0,0 0 0,0 0 0,0 0 0,0-2 0,1-4 0,-1 0 0,1 0 0,2-15 0,4-1 0,2 0 0,0 1 0,1 0 0,1 0 0,1 1 0,0 0 0,2 1 0,1 1 0,31-33 0,-41 46 0,1 1 0,0 0 0,0 0 0,1 0 0,-1 1 0,1 0 0,0 0 0,0 1 0,0 0 0,0 0 0,1 0 0,12-2 0,-15 5 0,0-1 0,0 1 0,1 0 0,-1 0 0,0 1 0,0-1 0,1 1 0,-1 0 0,0 1 0,0-1 0,0 1 0,0 0 0,-1 1 0,1-1 0,0 1 0,-1-1 0,1 1 0,-1 1 0,5 4 0,1 2 38,-1 1 0,0-1 0,0 1 0,-2 1 0,1-1 0,-1 2 0,-1-1 0,8 22 0,-8-16-323,0 1 1,-2 0-1,0 0 1,-1 0-1,1 31 1,-4-29-6542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1.0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50 24575,'3'-7'0,"1"-4"0,0-4 0,-1 3 0,0 8 0,-2 7 0,0 6 0,-1 5 0,0 0-8191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1.5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228 17 24575,'-1'-2'0,"-1"1"0,1-1 0,-1 1 0,0 0 0,0-1 0,0 1 0,1 0 0,-1 0 0,0 1 0,-1-1 0,1 0 0,0 0 0,0 1 0,0 0 0,0-1 0,0 1 0,0 0 0,-1 0 0,1 0 0,0 0 0,0 0 0,0 1 0,0-1 0,-1 1 0,1-1 0,-2 2 0,-1 0 0,0 0 0,1 1 0,-1-1 0,1 1 0,0 0 0,0 0 0,0 1 0,0-1 0,0 1 0,-3 4 0,-3 6 0,1 0 0,1 1 0,0 0 0,1 0 0,0 1 0,-5 19 0,-20 105 0,20-72 0,4 0 0,2 1 0,4 0 0,2 0 0,4 0 0,15 88 0,-10-110 0,2 0 0,2 0 0,2-1 0,1-1 0,3 0 0,2-2 0,1 0 0,3-2 0,54 72 0,-56-88-114,0-1 1,1-1-1,2-1 0,0-1 0,1-1 1,1-2-1,1 0 0,0-2 0,1-2 1,1 0-1,64 17 0,9-6-6712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1.8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118 1 24575,'-2'0'0,"1"0"0,0 0 0,0 0 0,0 1 0,0-1 0,0 0 0,0 1 0,0-1 0,0 1 0,1-1 0,-1 1 0,0-1 0,0 1 0,0-1 0,0 1 0,1 0 0,-1 0 0,0-1 0,1 1 0,-1 0 0,0 0 0,1 0 0,-1 0 0,1 0 0,-1 0 0,1 0 0,0 0 0,-1 0 0,1 0 0,0 0 0,0 0 0,0 0 0,0 0 0,0 0 0,0 0 0,0 0 0,0 0 0,1 2 0,-1 7 0,2 0 0,-1 0 0,5 11 0,-5-15 0,22 68 0,33 76 0,-8-25 0,3 38 0,-42-127 0,-2-1 0,4 71 0,-10-88 0,-2-1 0,0 1 0,0-1 0,-2 0 0,0 0 0,-1 0 0,-11 28 0,10-33 0,0-1 0,-1 0 0,-1 0 0,0-1 0,0 0 0,-1 0 0,0 0 0,-1-1 0,0-1 0,-1 1 0,-19 12 0,14-12-227,0-1-1,0 0 1,0-1-1,-1-1 1,-25 6-1,-15 0-6598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8.2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81 24575,'0'-7'0,"2"-36"0,-2 42 0,1-1 0,-1 1 0,0-1 0,0 1 0,1-1 0,-1 1 0,1-1 0,-1 1 0,1 0 0,0-1 0,-1 1 0,1 0 0,0 0 0,0-1 0,0 1 0,0 0 0,0 0 0,0 0 0,0 0 0,0 0 0,1 0 0,-1 1 0,2-2 0,-2 2 0,-1 0 0,1 0 0,-1 1 0,1-1 0,-1 0 0,1 0 0,-1 1 0,1-1 0,-1 0 0,1 1 0,-1-1 0,1 0 0,-1 1 0,1-1 0,-1 1 0,0-1 0,1 1 0,-1-1 0,0 1 0,0-1 0,1 1 0,-1-1 0,0 1 0,0-1 0,1 1 0,-1-1 0,0 1 0,0-1 0,0 1 0,0 0 0,0-1 0,0 2 0,3 25 0,-3-24 0,4 345 0,-6-205 0,-18 498-353,3-214 161,15-374 192,0-9 0,5 65 0,-3-106 8,0-1 0,1 0 0,-1 0 0,0 0 0,1 0 0,-1 0 0,1 0 0,0 0 0,0-1 0,0 1 0,0 0 0,0 0 0,0-1 0,0 1 0,1 0 0,-1-1 0,0 1 0,1-1 0,-1 0 0,1 1 0,0-1 0,-1 0 0,1 0 0,0 0 0,0 0 0,0 0 0,0-1 0,0 1 0,3 0 0,4 0 41,0 0 1,-1-1-1,1 0 0,0 0 0,15-4 0,-13 3-39,613-38-1223,0 50-718,-524-8 1727,500 16-1118,742 17-1573,-1300-36 3020,37 2 546,111-12 0,-148 3-2764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8.7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48 151 24575,'-16'-28'0,"12"22"0,0-1 0,0 1 0,1-1 0,0 1 0,0-1 0,1 0 0,-1 0 0,1 0 0,1-1 0,-2-11 0,3 18 0,1-1 0,-1 1 0,0 0 0,1 0 0,-1-1 0,1 1 0,-1 0 0,1 0 0,-1 0 0,1 0 0,0 0 0,0 0 0,-1 0 0,1 0 0,0 0 0,0 0 0,0 0 0,0 0 0,0 1 0,0-1 0,0 0 0,1 1 0,-1-1 0,0 1 0,2-1 0,35-6 0,-34 7 0,246-4 0,-154 6 0,826 0-979,681 11-1275,-1514-11 2206,447 34-492,-525-34 703,-1 0 1,0 0 0,1 0 0,-1 1 0,-1 1-1,13 5 1,-20-7-87,1-1 1,0 1-1,-1 0 1,0 0-1,1 0 0,-1 0 1,0 1-1,0-1 0,0 1 1,0-1-1,-1 1 1,1 0-1,-1-1 0,1 1 1,-1 0-1,0 0 0,0 0 1,0 0-1,0 0 1,-1 0-1,0 0 0,1 1 1,-1-1-1,0 3 0,-2 14 38,-1-1 0,0 0 0,-1 0 0,-1 0-1,-11 24 1,4-7-63,-3 9-52,-105 352 0,97-303 0,4 1 0,-9 126 0,24-161 0,3 1 0,3 0 0,2 0 0,3-1 0,3 0 0,21 75 0,-24-112 92,1 1-577,-2-1-1,6 41 0,-10-37-6340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9.4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351 409 24575,'1'-1'0,"1"1"0,0-1 0,-1 1 0,1-1 0,0 1 0,-1-1 0,1 0 0,-1 0 0,1 0 0,-1 0 0,0 0 0,1 0 0,-1 0 0,0-1 0,0 1 0,0 0 0,0-1 0,2-2 0,14-28 0,-15 27 0,-1 1 0,1-1 0,-1 0 0,0 0 0,0 0 0,-1 0 0,1 0 0,-1 0 0,0 0 0,-1 0 0,1 0 0,-1 0 0,0 0 0,0 0 0,-1 0 0,1 1 0,-1-1 0,0 0 0,0 1 0,-1-1 0,1 1 0,-1 0 0,0 0 0,0 0 0,0 0 0,-1 1 0,1-1 0,-7-4 0,2 2 0,-1 0 0,1 1 0,-1 0 0,0 1 0,0-1 0,-1 2 0,1-1 0,-1 1 0,0 1 0,0 0 0,0 0 0,0 1 0,-13 0 0,14 2 0,-1 0 0,1 0 0,-1 1 0,1 0 0,0 1 0,0 0 0,0 0 0,0 1 0,0 0 0,1 0 0,0 1 0,0 0 0,0 1 0,1 0 0,-1 0 0,1 1 0,1 0 0,-1 0 0,-5 9 0,7-9 0,0 0 0,0 1 0,1-1 0,0 1 0,0 0 0,1 1 0,0-1 0,1 0 0,-1 1 0,2 0 0,-1-1 0,1 1 0,1 0 0,-1 0 0,2 0 0,-1-1 0,1 1 0,0 0 0,1 0 0,5 15 0,-5-19 0,0 0 0,0 0 0,1 0 0,0 0 0,0 0 0,0 0 0,1-1 0,-1 0 0,1 0 0,0 0 0,0 0 0,1 0 0,-1-1 0,1 0 0,8 5 0,-6-5 0,0 0 0,1-1 0,-1 0 0,1 0 0,0 0 0,-1-1 0,1 0 0,0-1 0,0 0 0,11-1 0,-6 0 0,0-2 0,0 1 0,-1-1 0,1-1 0,0 0 0,-1-1 0,0-1 0,0 0 0,-1 0 0,0-1 0,0 0 0,0-1 0,12-12 0,-9 3 0,0 0 0,-2-1 0,0 0 0,-1-1 0,0 0 0,-2 0 0,0-2 0,-2 1 0,8-29 0,-4 3 0,-2-1 0,-2 0 0,1-56 0,-8 168-273,2 0 0,3 0 0,3-1 0,27 106 0,-20-125-6553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09.7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50 24575,'0'-1'0,"0"0"0,0 0 0,0 0 0,0 0 0,0 0 0,0 0 0,0 0 0,0 0 0,1 0 0,-1 0 0,0 0 0,1 0 0,-1 0 0,0 0 0,1 0 0,-1 0 0,2-1 0,-1 2 0,-1 0 0,0 0 0,1 0 0,-1 0 0,1-1 0,-1 1 0,1 0 0,-1 0 0,0 0 0,1 0 0,-1 1 0,1-1 0,-1 0 0,1 0 0,-1 0 0,0 0 0,1 0 0,-1 0 0,1 1 0,-1-1 0,0 0 0,1 0 0,-1 1 0,0-1 0,1 0 0,-1 1 0,4 3 0,-1-1 0,1 1 0,-1 0 0,0 0 0,4 8 0,2 8 0,0 0 0,-1 0 0,-1 1 0,-1 0 0,-1 0 0,4 35 0,-9-70 0,0-1 0,1 0 0,1 1 0,0-1 0,8-24 0,-6 27 0,0 0 0,0-1 0,1 1 0,1 1 0,0-1 0,1 1 0,12-16 0,-18 25-37,0 0 0,0 1 1,1-1-1,-1 1 0,0-1 0,1 1 0,-1 0 0,1 0 0,0 0 0,-1-1 0,1 1 0,0 1 1,0-1-1,0 0 0,-1 0 0,1 1 0,0-1 0,0 1 0,0 0 0,0-1 0,0 1 0,0 0 1,0 0-1,0 0 0,0 0 0,0 1 0,0-1 0,0 1 0,0-1 0,0 1 0,0-1 0,0 1 1,-1 0-1,1 0 0,0 0 0,2 2 0,8 8-6789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0.1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183 179 24575,'8'-33'0,"-1"7"0,-6 15 0,1 2 0,-1 0 0,0 0 0,0 0 0,-1 0 0,0 0 0,-1 0 0,0 0 0,-2-10 0,3 18 0,-1 0 0,1 0 0,-1 0 0,1 0 0,-1 0 0,1 1 0,-1-1 0,1 0 0,-1 0 0,0 0 0,0 0 0,1 1 0,-1-1 0,0 0 0,0 1 0,0-1 0,0 1 0,0-1 0,0 1 0,0-1 0,0 1 0,0-1 0,0 1 0,-2 0 0,1-1 0,-1 2 0,1-1 0,-1 0 0,1 0 0,0 1 0,-1-1 0,1 1 0,0 0 0,-1 0 0,-3 2 0,-1 1 0,0 1 0,0-1 0,0 2 0,0-1 0,-8 10 0,2-1 0,1 1 0,1 1 0,0 0 0,1 1 0,-12 26 0,19-36 0,0 0 0,0 1 0,1-1 0,0 1 0,0 0 0,1 0 0,0 0 0,0-1 0,1 1 0,0 0 0,0 0 0,1 0 0,0 0 0,1 0 0,-1-1 0,5 10 0,-5-13 0,0-1 0,1 0 0,0 0 0,-1 0 0,1 0 0,0 0 0,1 0 0,-1-1 0,0 1 0,1-1 0,-1 1 0,1-1 0,0 0 0,0 0 0,0 0 0,0-1 0,0 1 0,0-1 0,1 1 0,-1-1 0,0 0 0,1 0 0,-1-1 0,1 1 0,-1-1 0,1 1 0,-1-1 0,1 0 0,-1-1 0,1 1 0,-1 0 0,6-3 0,-3 2 0,0-1 0,0 0 0,0-1 0,0 1 0,0-1 0,-1 0 0,1-1 0,-1 1 0,0-1 0,0 0 0,0 0 0,-1-1 0,0 1 0,1-1 0,-1 0 0,-1 0 0,5-8 0,-4 3 0,-1 0 0,0 0 0,0 0 0,-1 0 0,0 0 0,-1 0 0,0-1 0,-1 1 0,-1-13 0,1 26 0,0 3 0,0 1 0,0-1 0,1 0 0,0 0 0,0 0 0,0 1 0,1-1 0,0 0 0,5 11 0,-4-14-72,0 1 1,0-1-1,0 1 0,1-1 0,-1 0 0,1-1 0,0 1 0,0 0 1,0-1-1,0 0 0,0 0 0,0 0 0,1-1 0,-1 1 0,1-1 1,-1 0-1,1-1 0,5 1 0,15 2-6754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0.4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164 205 24575,'0'-4'0,"1"-17"0,-1-1 0,-1 1 0,-1 0 0,0 0 0,-2 0 0,-9-31 0,12 51 0,1-1 0,-1 1 0,1-1 0,-1 1 0,0 0 0,1-1 0,-1 1 0,0 0 0,0 0 0,0 0 0,0-1 0,0 1 0,0 0 0,0 0 0,-2-1 0,2 2 0,1 0 0,-1 0 0,1 0 0,-1 0 0,1 0 0,-1 0 0,0 0 0,1 0 0,-1 0 0,1 0 0,-1 0 0,1 1 0,-1-1 0,1 0 0,0 0 0,-1 1 0,1-1 0,-1 0 0,1 0 0,-1 1 0,1-1 0,0 1 0,-1-1 0,1 0 0,0 1 0,-1-1 0,1 1 0,-1 0 0,-2 5 0,0-1 0,1 1 0,-1 0 0,1 1 0,-2 10 0,-8 56 0,3 0 0,0 86 0,6-74 0,-8 290 0,8-341 0,-1-23 0,-1-17 0,-4-20 0,-1-20 0,1-1 0,3 0 0,2-1 0,1 0 0,9-91 0,-6 133 0,1 0 0,1-1 0,-1 1 0,1 0 0,0 0 0,0 0 0,5-9 0,-6 14 0,1-1 0,-1 0 0,0 1 0,0 0 0,0-1 0,1 1 0,-1 0 0,1-1 0,-1 1 0,1 0 0,-1 0 0,1 0 0,0 1 0,-1-1 0,1 0 0,0 1 0,0-1 0,0 1 0,-1-1 0,1 1 0,0 0 0,0 0 0,0 0 0,0 0 0,0 0 0,0 0 0,-1 0 0,1 1 0,2 0 0,18 6-1365,-2 3-5461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0.6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76 205 24575,'-3'-7'0,"0"-1"0,1 0 0,0 1 0,0-1 0,1 0 0,-1-10 0,-1-9 0,-2-4 0,3 15 0,0-1 0,-8-22 0,4 28 0,1 16 0,0 18 0,-16 247 329,20 2-1245,1-203 138,1-34-6048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0.7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19 24575,'4'-3'0,"6"-1"0,9 0 0,9 1 0,10 1 0,8 0 0,5 2 0,4-1 0,-8 1-8191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1.5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1 24575,'0'-1'0,"-1"1"0,1 0 0,0 0 0,-1 0 0,1 0 0,0 1 0,-1-1 0,1 0 0,0 0 0,0 0 0,-1 0 0,1 0 0,0 0 0,0 0 0,-1 0 0,1 1 0,0-1 0,0 0 0,-1 0 0,1 0 0,0 1 0,0-1 0,0 0 0,-1 0 0,1 0 0,0 1 0,0-1 0,0 0 0,0 0 0,0 1 0,-1-1 0,1 0 0,0 1 0,0-1 0,0 1 0,3 13 0,11 13 0,14 10 0,63 64 0,-49-57 0,87 97-419,153 216 0,-170-183-321,-8 5-1,102 242 1,103 409-1229,-35 237 1969,-218-745 0,18 448 0,-69 202-839,-8-698 375,3-201-1396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1.8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1 24575,'-4'0'0,"3"0"0,1 0 0,0-1 0,-1 1 0,1 0 0,-1 0 0,1 0 0,-1 0 0,1 0 0,0 0 0,-1 0 0,1 0 0,-1 0 0,1 1 0,0-1 0,-1 0 0,1 0 0,-1 0 0,1 0 0,0 1 0,-1-1 0,1 0 0,0 0 0,-1 1 0,7 16 0,9 9 0,26 34 0,-9-13 0,-23-33 0,77 110 0,-68-101 0,0-1 0,1-2 0,30 26 0,-44-42 0,1 0 0,-1 0 0,1 0 0,0-1 0,0 1 0,0-1 0,0-1 0,9 3 0,-12-4 0,0-1 0,0 1 0,0-1 0,0 0 0,0 0 0,0 0 0,0 0 0,0-1 0,0 1 0,-1-1 0,1 0 0,0 1 0,0-1 0,0-1 0,-1 1 0,1 0 0,-1-1 0,1 1 0,-1-1 0,1 0 0,3-4 0,3-3 0,0-1 0,0-1 0,-1 0 0,0 0 0,8-18 0,25-64 0,-7 15 0,-31 71 0,1 1 0,-1 0 0,1 0 0,9-10 0,-12 15 0,-1 1 0,1-1 0,-1 0 0,1 1 0,0-1 0,-1 0 0,1 1 0,0-1 0,0 1 0,-1-1 0,1 1 0,0-1 0,0 1 0,0 0 0,-1-1 0,1 1 0,0 0 0,0 0 0,0-1 0,0 1 0,0 0 0,0 0 0,0 0 0,0 0 0,-1 0 0,1 0 0,0 1 0,0-1 0,0 0 0,0 0 0,0 1 0,0-1 0,-1 0 0,1 1 0,0-1 0,0 1 0,0-1 0,-1 1 0,1-1 0,0 1 0,-1 0 0,1-1 0,-1 1 0,1 0 0,0-1 0,-1 1 0,1 2 0,6 9-404,-1 0 0,5 18-1,-10-29 253,5 16-6674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2.4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94 24575,'-2'-5'0,"0"-1"0,0 0 0,0 0 0,0 0 0,1 0 0,0 0 0,1 0 0,-1 0 0,1 0 0,0 0 0,1-8 0,-1 13 0,1 1 0,-1-1 0,0 0 0,0 1 0,1-1 0,-1 0 0,0 1 0,1-1 0,-1 0 0,0 1 0,1-1 0,-1 1 0,1-1 0,-1 1 0,1-1 0,-1 1 0,1-1 0,0 1 0,-1-1 0,1 1 0,-1 0 0,1-1 0,0 1 0,-1 0 0,1 0 0,0-1 0,0 1 0,-1 0 0,1 0 0,0 0 0,0 0 0,-1 0 0,1 0 0,0 0 0,-1 0 0,1 0 0,0 0 0,1 1 0,27 11 0,-10 0 0,-1 0 0,0 1 0,28 28 0,47 57 0,-58-59 0,484 601-2225,-69 55-595,-261-352 2741,-14 9 0,-16 6 0,-15 7-1,108 433 1,-91-44-586,-58 8-255,47 360 1598,-121-935 996,6 274 1,-35-415-6867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2.7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43 83 24575,'-1'1'0,"-5"4"0,1 1 0,0 0 0,0 0 0,1 0 0,-1 0 0,-3 9 0,7-13 0,1 0 0,-1 1 0,0-1 0,1 0 0,0 0 0,0 0 0,-1 1 0,1-1 0,1 0 0,-1 1 0,0-1 0,0 0 0,1 0 0,-1 0 0,1 1 0,0-1 0,0 0 0,0 0 0,0 0 0,0 0 0,0 0 0,0 0 0,1 0 0,-1-1 0,3 3 0,18 18 0,0-1 0,27 20 0,8 5 0,111 120 0,-166-163 0,1 0 0,-1-1 0,1 1 0,0 0 0,0-1 0,0 1 0,0-1 0,7 3 0,-9-4 0,0-1 0,0 0 0,1 0 0,-1 0 0,0 0 0,0 0 0,1 0 0,-1 0 0,0 0 0,0-1 0,0 1 0,1 0 0,-1-1 0,0 1 0,0-1 0,0 1 0,0-1 0,0 1 0,0-1 0,0 0 0,0 0 0,0 0 0,0 1 0,0-1 0,0 0 0,-1 0 0,1 0 0,0 0 0,-1 0 0,1 0 0,0-2 0,22-37 0,-1 0 0,20-57 0,-7 17 0,-19 44 0,32-64 0,-39 84 0,1-1 0,0 2 0,21-25 0,-30 39 0,0-1 0,0 1 0,0 0 0,0 0 0,1 0 0,-1 0 0,0 0 0,0 0 0,1 0 0,-1 1 0,1-1 0,-1 0 0,0 1 0,1-1 0,1 0 0,-2 1 0,0 0 0,-1 1 0,1-1 0,-1 0 0,1 0 0,0 0 0,-1 0 0,1 1 0,-1-1 0,1 0 0,-1 1 0,1-1 0,-1 0 0,1 1 0,-1-1 0,1 1 0,-1-1 0,0 1 0,1-1 0,-1 1 0,0-1 0,1 1 0,-1-1 0,0 1 0,1-1 0,-1 1 0,2 5 0,-1-1 0,0 0 0,0 1 0,0-1 0,-1 1 0,0 10 0,-3 20-1365,-2 0-5461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3.3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22 123 24575,'-3'-3'0,"-1"-4"0,-3-5 0,0-2 0,7 0 0,10 3 0,9 1 0,11 1 0,13 3 0,11-1 0,10 0 0,8 2 0,6-1 0,0 0 0,-11 1-8191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3.4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1 24575,'-6'6'0,"-6"5"0,-3 4 0,1 2 0,6-1 0,10-4 0,17-3 0,19-4 0,17-6 0,15-5 0,18-6 0,16-3 0,-11 1-8191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3.8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116 39 24575,'-7'-3'0,"-1"0"0,1 1 0,-1 0 0,1 0 0,-1 1 0,-8-1 0,8 1 0,0 0 0,0 0 0,0-1 0,-10-4 0,14 1 0,11 2 0,16 0 0,128 2 132,176 20 0,-42 0-1761,-252-18-5197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4.1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 1 24575,'-1'0'0,"1"0"0,-1 1 0,1-1 0,-1 0 0,1 1 0,-1-1 0,1 1 0,-1-1 0,1 1 0,-1-1 0,1 1 0,0-1 0,-1 1 0,1-1 0,0 1 0,-1-1 0,1 1 0,0 0 0,0-1 0,0 1 0,0-1 0,-1 2 0,17-3 0,-6 0 0,51-5 0,1 2 0,71 5 0,122 25 0,-186-19-1365,-45-5-5461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4.4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 19 24575,'-3'-3'0,"-4"-1"0,-4 1 0,2-1 0,10 2 0,11 1 0,9 0 0,11 1 0,8 0 0,8 0 0,5 0 0,2 0 0,-2 1 0,-3 2 0,-11 1-8191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14.6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1 24575,'-6'3'0,"-6"4"0,-3 4 0,1 3 0,5 0 0,11 0 0,14-3 0,18-2 0,14-3 0,15-3 0,13-2 0,8-4 0,6-4 0,-13-2-8191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4.9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4174 24575,'0'0'0,"1"-1"0,-1 0 0,0 1 0,0-1 0,1 0 0,-1 1 0,1-1 0,-1 0 0,0 1 0,1-1 0,-1 1 0,1-1 0,-1 0 0,1 1 0,0-1 0,-1 1 0,1 0 0,-1-1 0,1 1 0,0 0 0,-1-1 0,1 1 0,0 0 0,0 0 0,-1-1 0,1 1 0,1 0 0,23-3 0,75 10 0,-5-1 0,-14-8-108,0-4 0,0-3 0,90-23 0,235-84-325,-224 50-504,326-168 0,-293 112 0,209-158 0,-21-26 440,-14-18-1,-14-17 1,-16-15 0,329-425-1,-347 333-287,-48-30 1503,-234 355 827,-50 101-794,-1 0-1,-1 0 0,6-37 1,-11 38 656,-13 72-1559,9-32-6674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5.7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3396 24575,'0'22'0,"0"0"0,2 0 0,1 0 0,7 30 0,-8-44 0,1 1 0,0-1 0,1-1 0,-1 1 0,1 0 0,1-1 0,0 0 0,0 0 0,0 0 0,1 0 0,-1-1 0,2 0 0,-1-1 0,11 8 0,-3-4 0,1-2 0,0 1 0,0-2 0,1 0 0,-1-1 0,1-1 0,1 0 0,-1-1 0,31 2 0,7-4 0,91-8 0,-37-6-188,-1-5 0,187-56 0,196-110-376,217-163-1565,-28-60-746,369-335 2362,-54-69 198,-973 793 173,407-361-1783,-318 272 2501,163-205 0,-235 260 573,-1-1-1,46-94 1,-75 124 166,-7 11 1097,-7 19-2304,1 1-1,-1 0 1,2 1-1,-1-1 0,1 1 1,-4 11-1,-7 13-1522,6-15-5411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6.1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223 13 24575,'1'0'0,"-1"-1"0,0 1 0,0 0 0,0-1 0,0 1 0,0 0 0,0-1 0,1 1 0,-1 0 0,0-1 0,0 1 0,0-1 0,0 1 0,-1 0 0,1-1 0,0 1 0,0 0 0,0-1 0,0 1 0,0-1 0,0 1 0,0 0 0,-1-1 0,1 1 0,0 0 0,0 0 0,0-1 0,-1 1 0,1 0 0,0-1 0,-1 1 0,1 0 0,0 0 0,0 0 0,-1-1 0,1 1 0,0 0 0,-1 0 0,1 0 0,-1 0 0,1-1 0,-15 12 0,10-7 0,-41 41 0,-76 94 0,120-137 0,-21 32 0,22-33 0,0 0 0,1 0 0,-1 0 0,1 1 0,0-1 0,-1 0 0,1 0 0,0 0 0,0 1 0,-1-1 0,1 0 0,1 2 0,-1-3 0,0 1 0,0-1 0,0 1 0,1-1 0,-1 1 0,0-1 0,0 1 0,1-1 0,-1 0 0,0 1 0,1-1 0,-1 0 0,0 1 0,1-1 0,-1 0 0,1 1 0,-1-1 0,1 0 0,-1 0 0,0 0 0,1 1 0,-1-1 0,1 0 0,-1 0 0,1 0 0,-1 0 0,1 0 0,-1 0 0,1 0 0,0 0 0,11-1 0,0-1 0,0 0 0,-1-1 0,1 0 0,-1-1 0,0 0 0,0-1 0,13-8 0,2 1 0,55-26 0,65-27 0,-115 52 0,1 3 0,55-13 0,-73 20 0,0 1 0,0 0 0,1 1 0,-1 1 0,0 0 0,1 1 0,-1 0 0,0 2 0,0-1 0,0 2 0,0-1 0,-1 2 0,1 0 0,-1 1 0,0 0 0,-1 1 0,1 0 0,-1 1 0,18 15 0,-9-2-273,0 2 0,-1 0 0,-1 1 0,24 41 0,-12-14-6553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6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362 40 24575,'0'-3'0,"0"-5"0,0-3 0,-3 0 0,-7 4 0,-6 8 0,-5 6 0,-6 8 0,-5 4 0,-2 6 0,-2 1 0,-2 3 0,0 0 0,4-3 0,4-5 0,3-4 0,11-3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6.7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84 24575,'56'-34'0,"-41"25"0,0-1 0,0 2 0,33-14 0,-46 22 0,0 0 0,0-1 0,0 1 0,0 0 0,0 0 0,0 0 0,0 1 0,0-1 0,0 0 0,0 1 0,0-1 0,0 1 0,0 0 0,0-1 0,0 1 0,0 0 0,0 0 0,-1 1 0,1-1 0,0 0 0,-1 0 0,1 1 0,-1-1 0,1 1 0,-1-1 0,0 1 0,0 0 0,2 2 0,4 7 0,0 0 0,-1 1 0,6 16 0,-7-15 0,77 163-1365,-62-135-5461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29.6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203 254 24575,'1'-31'0,"6"-33"0,-3 36 0,0-44 0,-3 70 0,-1 0 0,0 0 0,0-1 0,0 1 0,-1 0 0,1 0 0,0 0 0,-1-1 0,0 1 0,1 0 0,-1 0 0,0 0 0,0 0 0,0 0 0,0 0 0,0 0 0,-1 0 0,1 0 0,-1 1 0,1-1 0,-1 1 0,0-1 0,1 1 0,-1-1 0,0 1 0,0 0 0,0 0 0,0 0 0,0 0 0,0 0 0,0 0 0,0 1 0,-1-1 0,1 1 0,0-1 0,0 1 0,-1 0 0,1 0 0,-3 0 0,-4 1 0,1 0 0,0 1 0,0-1 0,-1 2 0,1-1 0,1 1 0,-1 0 0,0 1 0,-10 6 0,13-7 0,0 0 0,1 0 0,-1 1 0,1-1 0,-1 1 0,1 0 0,0 1 0,1-1 0,-1 1 0,1-1 0,0 1 0,0 0 0,-3 7 0,5-8 0,0-1 0,0 1 0,1 0 0,-1 0 0,1 0 0,0 0 0,0 0 0,0 0 0,1-1 0,-1 1 0,1 0 0,0 0 0,0 0 0,0-1 0,0 1 0,1 0 0,0-1 0,0 1 0,0-1 0,3 5 0,5 5 0,1 0 0,0-1 0,0 0 0,1-1 0,1 0 0,19 13 0,91 48 0,-23-16 0,-94-52 0,-1 0 0,0 0 0,0 0 0,9 10 0,-13-14 0,0 1 0,-1 0 0,1 0 0,0-1 0,-1 1 0,1 0 0,-1 0 0,1 0 0,-1 0 0,1 0 0,-1-1 0,0 1 0,0 0 0,1 0 0,-1 0 0,0 0 0,0 0 0,0 0 0,0 0 0,0 0 0,0 0 0,0 0 0,0 0 0,0 0 0,-1 0 0,1 0 0,0 0 0,-1 0 0,1 0 0,0 0 0,-1 0 0,1-1 0,-1 1 0,0 0 0,1 0 0,-1-1 0,0 1 0,1 0 0,-1 0 0,0-1 0,-1 2 0,-4 1 0,-1 1 0,0 0 0,0-1 0,0-1 0,0 1 0,-1-1 0,-9 2 0,-58 5 0,61-7 0,-8 0-195,0-1 0,0-1 0,0 0 0,1-2 0,-1-1 0,-40-10 0,27 2-6631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0.0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805 214 24575,'-10'-9'0,"0"1"0,0 1 0,-1-1 0,0 2 0,0-1 0,0 2 0,-1-1 0,0 2 0,0-1 0,-21-3 0,10 3 0,1 2 0,-1 0 0,1 2 0,-1 0 0,-27 4 0,27 0 0,0 1 0,1 1 0,-1 1 0,1 1 0,0 1 0,1 1 0,0 1 0,0 0 0,1 2 0,0 1 0,1 0 0,1 1 0,0 1 0,1 1 0,-30 35 0,31-31 0,0 1 0,2 1 0,0 0 0,1 1 0,2 1 0,0 0 0,2 0 0,0 1 0,2 0 0,0 1 0,2-1 0,1 1 0,-1 52 0,5-65 0,1-1 0,0 1 0,0-1 0,1 1 0,1-1 0,0 0 0,1 0 0,0-1 0,1 1 0,0-1 0,1 0 0,1 0 0,-1 0 0,1-1 0,1 0 0,0-1 0,0 1 0,1-2 0,1 1 0,-1-1 0,1 0 0,0-1 0,1-1 0,0 1 0,0-2 0,0 1 0,1-2 0,13 5 0,9 0 0,1-1 0,0-2 0,0-1 0,0-2 0,0-1 0,0-2 0,1-1 0,54-10 0,-51 4 0,0-2 0,-1-1 0,0-2 0,0-2 0,-2-1 0,0-2 0,47-30 0,-60 31 0,-1-1 0,0-1 0,-2 0 0,0-2 0,-1 0 0,-1-1 0,-1-1 0,-1-1 0,-1 0 0,-1-1 0,-1-1 0,16-41 0,-23 47 0,-1 1 0,0-1 0,-1 0 0,-1 0 0,-1-1 0,-1 1 0,-1-1 0,-2-22 0,0 26 0,0 0 0,-2 1 0,0-1 0,-1 1 0,0 0 0,-1 0 0,-1 0 0,-1 1 0,0 0 0,-16-22 0,12 22 34,0 1 1,0 1-1,-1 0 0,-1 0 0,0 1 0,0 1 0,-1 1 0,-1 0 0,-29-13 1,12 10-462,0 1 0,-1 1 1,-66-9-1,-4 7-6399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1.6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33 24575,'-3'0'0,"-1"-3"0,0-5 0,4 0 0,8 1 0,6 1 0,6 6 0,10 5 0,6 5 0,5 4 0,6 6 0,1 6 0,-1 1 0,-3 2 0,-3 0 0,-5 1 0,-5-2 0,-9-5-8191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1.7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223 27 24575,'-3'-6'0,"-4"-3"0,-5 1 0,-2 5 0,0 9 0,-3 9 0,-1 9 0,-5 13 0,-5 9 0,-3 6 0,1 4 0,5-8-8191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2.0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34 24575,'0'-3'0,"6"-1"0,9-4 0,7 1 0,10 1 0,12 1 0,7 5 0,8 6 0,3 7 0,0 6 0,-1 5 0,-4 4 0,-13-1-8191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2.2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65 9 24575,'0'-3'0,"4"-1"0,3 3 0,1 5 0,-1 8 0,-2 8 0,-4 10 0,-9 9 0,-7 8 0,-6 4 0,-6 1 0,2-9-8191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2.4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 9 24575,'-3'0'0,"-2"-3"0,-2-1 0,3 3 0,5 5 0,9 1 0,8 7 0,11 4 0,10 3 0,11 4 0,5 1 0,4 3 0,0 0 0,0-2 0,-4-1 0,-11-6-8191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2.6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211 9 24575,'0'-3'0,"-3"-2"0,-4 5 0,-1 4 0,-3 7 0,-4 13 0,-7 7 0,-6 11 0,-7 8 0,-8 1 0,5-7-8191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3.5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66 24575,'1'-7'0,"0"-1"0,0 1 0,0 0 0,1-1 0,0 1 0,5-10 0,-7 17 0,0 0 0,0-1 0,0 1 0,0 0 0,0 0 0,0 0 0,0-1 0,1 1 0,-1 0 0,0 0 0,0 0 0,0 0 0,0-1 0,0 1 0,0 0 0,0 0 0,1 0 0,-1 0 0,0 0 0,0 0 0,0-1 0,0 1 0,0 0 0,1 0 0,-1 0 0,0 0 0,0 0 0,0 0 0,1 0 0,-1 0 0,0 0 0,0 0 0,0 0 0,0 0 0,1 0 0,-1 0 0,0 0 0,0 0 0,5 7 0,0 15 0,43 729-519,-32-365 331,113 870 188,-124-1222 8,0-12 29,-2 1-1,0 42 1,-5-51-931,-2-5-5814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3.8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24575,'1'9'0,"0"-1"0,0 1 0,1-1 0,0 0 0,1 0 0,0 0 0,0 0 0,1-1 0,0 1 0,0-1 0,1 0 0,9 12 0,-4-6 0,1-2 0,0 1 0,1-1 0,0-1 0,26 17 0,-27-20 0,0-1 0,0 0 0,1-1 0,0-1 0,-1 0 0,15 3 0,-21-6 0,0 0 0,-1-1 0,1 1 0,0-1 0,-1 0 0,1 0 0,0-1 0,0 1 0,-1-1 0,1 0 0,-1 0 0,1-1 0,-1 1 0,1-1 0,-1 0 0,0 0 0,0-1 0,0 1 0,5-5 0,4-6 0,-1-1 0,-1-1 0,0 1 0,-1-2 0,15-28 0,2-4 0,-26 48 18,-1-1 0,1 0 0,-1 0 0,1 0 0,-1 0 0,1 0 0,-1 1 0,1-1 0,0 0 0,0 0 0,-1 1 0,1-1 0,0 1 0,0-1 0,0 1 0,-1-1 0,1 1 0,1-1 0,-1 1-87,-1 1 1,1-1 0,-1 1 0,1-1-1,-1 1 1,1-1 0,-1 1-1,0 0 1,1-1 0,-1 1 0,0-1-1,0 1 1,1 0 0,-1-1 0,0 1-1,0 0 1,0-1 0,0 1 0,0 0-1,0-1 1,0 1 0,0 0-1,0 0 1,0 0 0,0 16-6758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4.8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238 205 24575,'-4'0'0,"0"1"0,0-1 0,0 1 0,0 0 0,0 0 0,0 1 0,0-1 0,0 1 0,1 0 0,-1 0 0,1 0 0,-1 0 0,1 0 0,0 1 0,-1 0 0,1 0 0,1 0 0,-1 0 0,0 0 0,1 0 0,0 1 0,-3 3 0,-3 8 0,1-1 0,1 1 0,0 0 0,-5 22 0,-6 33 13,-11 93 1,5 76-80,17-168-5,3-35-37,-34 476-381,32-343 512,17 174-1,4-204-22,-12-114 0,2-1 0,0 1 0,14 32 0,-19-53 24,0-1-1,1 1 1,0-1 0,0 0-1,0 0 1,0 0 0,0 0-1,0 0 1,1-1 0,0 1-1,-1-1 1,1 1 0,5 2-1,-5-4-3,0 0-1,-1 0 1,1 0-1,0 0 1,0 0-1,0-1 0,0 1 1,1-1-1,-1 0 1,0 0-1,0 0 1,0 0-1,0-1 1,0 1-1,0-1 1,4-1-1,29-11-19,46-22 0,-1 0 0,-11 10-106,1 4-1,1 3 1,137-16-1,227 11-319,398 30-979,-213 3 1170,-388-14-128,-165 0 266,93-18-1,-144 19 326,-1-1 0,1 0 0,-1-1 0,0-1-1,30-16 1,-42 20-165,0-1-1,0 0 0,0 0 0,0 0 1,0 0-1,-1-1 0,1 1 0,-1-1 1,0 0-1,0 0 0,-1-1 1,1 1-1,-1 0 0,0-1 0,0 1 1,0-1-1,-1 0 0,0 0 0,1 1 1,-2-1-1,1 0 0,-1 0 0,1 0 1,-2-8-1,-5-26-34,-1 0 1,-2 1-1,-2 0 0,-17-39 0,4 6-43,-24-86 15,-44-258 0,74 286 0,5-2 0,6-195 0,11 271 0,1 0 0,3 0 0,3 1 0,2 0 0,31-84 0,-43 138 0,-1-1 0,1 0 0,-1 1 0,0-1 0,1 0 0,-1 1 0,0-1 0,0 0 0,0 0 0,1 1 0,-1-1 0,0 0 0,0 0 0,0 1 0,0-1 0,0 0 0,0 0 0,0 0 0,-1 1 0,1-1 0,0 0 0,0 0 0,0 1 0,-1-1 0,1 0 0,0 1 0,-1-1 0,1 0 0,-1 1 0,1-1 0,-1 1 0,1-1 0,-1 1 0,1-1 0,-1 1 0,0-1 0,1 1 0,-1-1 0,0 1 0,1 0 0,-1-1 0,0 1 0,1 0 0,-1-1 0,0 1 0,0 0 0,-5-1 0,0 1 0,0 0 0,0 0 0,0 0 0,-7 2 0,5-1 0,-158 20 32,-132 13-222,-694 4-1828,229-15 1180,718-21 770,14-1 62,-1 0 0,1 3-1,0 0 1,-59 17-1,88-21-5,0 1 1,-1 0-1,1-1 0,0 1 0,0 0 0,0 0 1,-1 0-1,1 0 0,0 1 0,0-1 1,1 1-1,-1-1 0,0 1 0,0-1 0,1 1 1,-1 0-1,1 0 0,-1 0 0,1 0 1,0 0-1,0 0 0,0 0 0,-1 5 0,4 12-4782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5.3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327 498 24575,'5'-1'0,"0"1"0,0-1 0,0 0 0,1 0 0,-1 0 0,0-1 0,0 0 0,-1 0 0,1 0 0,0-1 0,-1 1 0,1-1 0,-1 0 0,0-1 0,0 1 0,0-1 0,0 1 0,-1-1 0,1 0 0,-1 0 0,0-1 0,0 1 0,-1-1 0,0 0 0,1 1 0,1-7 0,-1 1 0,0 1 0,0-1 0,0 0 0,-2 1 0,1-1 0,-1 0 0,0 0 0,-1-1 0,-1 1 0,1 0 0,-1 0 0,-1 0 0,-3-10 0,4 16 0,0 0 0,-1 0 0,1 1 0,-1-1 0,0 0 0,0 1 0,-1-1 0,1 1 0,-1-1 0,0 1 0,1 0 0,-1 0 0,-1 1 0,1-1 0,0 1 0,-5-3 0,3 2 0,0 1 0,0 0 0,0 1 0,-1-1 0,1 1 0,0 0 0,-1 0 0,1 1 0,-1-1 0,-10 2 0,1 1 0,0 1 0,0 0 0,1 1 0,-1 0 0,1 2 0,0-1 0,0 2 0,-13 8 0,7-3 0,1 1 0,1 1 0,0 0 0,-30 32 0,41-38 0,1-1 0,0 1 0,0 0 0,0 1 0,1-1 0,0 1 0,1 0 0,0 0 0,0 1 0,1-1 0,0 1 0,1 0 0,-2 16 0,4-21 0,0 0 0,0 1 0,1-1 0,0 0 0,0 0 0,0 0 0,1 0 0,-1 0 0,1 0 0,0 0 0,1-1 0,-1 1 0,1-1 0,0 1 0,0-1 0,0 0 0,1 0 0,-1 0 0,1-1 0,0 1 0,0-1 0,0 0 0,1 0 0,-1 0 0,1-1 0,-1 0 0,1 0 0,8 3 0,-1-1 0,0-1 0,1 0 0,0-1 0,0 0 0,-1 0 0,1-2 0,0 0 0,0 0 0,0-1 0,19-4 0,-17 1 0,0 0 0,-1-1 0,0 0 0,0-2 0,0 1 0,-1-2 0,0 0 0,23-18 0,-20 12 0,-1-1 0,0 0 0,-2-1 0,0 0 0,20-34 0,-12 12 0,-3-1 0,-1-1 0,-2 0 0,-2-1 0,14-74 0,-9 27 0,-13 76 0,-3 17 0,-2 21 0,-17 390-1365,17-367-5461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5.7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34 24575,'0'-2'0,"0"0"0,0-1 0,0 1 0,0 0 0,-1-1 0,1 1 0,-1 0 0,0 0 0,0 0 0,0 0 0,0 0 0,0 0 0,-2-4 0,2 6 0,1 0 0,0 1 0,0-1 0,-1 0 0,1 0 0,0 0 0,0 0 0,-1 0 0,1 1 0,0-1 0,0 0 0,0 0 0,-1 1 0,1-1 0,0 0 0,0 0 0,0 1 0,0-1 0,-1 0 0,1 0 0,0 1 0,0-1 0,0 0 0,0 1 0,0-1 0,0 0 0,0 0 0,0 1 0,0-1 0,0 0 0,0 1 0,0-1 0,0 0 0,0 0 0,0 1 0,0-1 0,0 0 0,1 1 0,-1-1 0,0 17 0,51 295 0,-44-360 0,-1 16 0,-5 20 0,1-4 0,0 0 0,1 0 0,0 1 0,1-1 0,1 1 0,12-27 0,-4 27 342,-12 15-401,-1-1 0,1 1 0,-1 0 0,1-1 0,0 1 0,-1 0 1,1 0-1,-1-1 0,1 1 0,0 0 0,-1 0 0,1 0 1,-1 0-1,1 0 0,0 0 0,-1 0 0,1 0 0,0 0 0,-1 0 1,1 0-1,-1 0 0,1 0 0,0 0 0,-1 0 0,1 1 0,-1-1 1,1 0-1,0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7.0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48 193 24575,'-46'-45'0,"46"45"0,1 0 0,-1 0 0,0 0 0,0 0 0,0 0 0,0 1 0,0-1 0,0 0 0,0 0 0,0 0 0,0 0 0,0 0 0,1 0 0,-1 0 0,0 0 0,0 0 0,0 0 0,0 1 0,0-1 0,0 0 0,0 0 0,0 0 0,0 0 0,0 0 0,0 0 0,0 0 0,0 1 0,0-1 0,0 0 0,0 0 0,0 0 0,0 0 0,0 0 0,0 0 0,0 0 0,0 1 0,0-1 0,0 0 0,0 0 0,-1 0 0,1 0 0,0 0 0,0 0 0,0 0 0,0 0 0,0 0 0,0 0 0,0 1 0,0-1 0,0 0 0,0 0 0,0 0 0,-1 0 0,1 0 0,0 0 0,0 0 0,0 0 0,0 0 0,0 0 0,0 0 0,0 0 0,-1 0 0,1 0 0,0 0 0,0 0 0,0 0 0,0 0 0,0 0 0,0 0 0,4 18 0,10 21 0,-3-9 0,-1 1 0,-2-1 0,-1 1 0,-1 1 0,-2 0 0,0 59 0,-4-90 0,0-1 0,0 1 0,0 0 0,0-1 0,0 1 0,0 0 0,0 0 0,0-1 0,0 1 0,0 0 0,0-1 0,0 1 0,0 0 0,1-1 0,-1 1 0,0 0 0,0-1 0,1 1 0,-1-1 0,1 1 0,0 1 0,8-11 0,10-32 0,-17 37 0,103-208 0,-84 178 0,1 0 0,2 1 0,51-53 0,-68 79 0,0 0 0,1 1 0,-1 0 0,18-10 0,-24 15 0,1 0 0,-1 1 0,1-1 0,0 0 0,0 0 0,-1 1 0,1-1 0,0 1 0,0-1 0,0 1 0,0 0 0,-1 0 0,1 0 0,0 0 0,0 0 0,0 0 0,0 1 0,0-1 0,-1 0 0,1 1 0,0-1 0,0 1 0,-1 0 0,1 0 0,0 0 0,-1 0 0,1 0 0,-1 0 0,1 0 0,-1 0 0,1 1 0,0 1 0,2 2 0,-1 0 0,0 1 0,0-1 0,-1 1 0,1 0 0,-1 0 0,-1 0 0,1 0 0,1 12 0,1 62 0,-4-63 0,-3 204 0,3-220 0,0 1 0,0-1 0,0 0 0,0 1 0,0-1 0,0 0 0,0 1 0,1-1 0,-1 0 0,0 1 0,1-1 0,-1 0 0,1 0 0,0 1 0,-1-1 0,1 0 0,1 2 0,-1-3 0,-1 0 0,1 0 0,-1 0 0,1 0 0,-1 0 0,1 0 0,0 0 0,-1 0 0,1 0 0,-1 0 0,1 0 0,-1 0 0,1 0 0,0-1 0,-1 1 0,1 0 0,-1 0 0,1-1 0,-1 1 0,1 0 0,-1-1 0,0 1 0,1 0 0,-1-1 0,1 1 0,-1-1 0,1 0 0,5-6 0,0 0 0,-1-1 0,8-12 0,19-36 0,-8 13 0,1 1 0,52-64 0,-74 102 0,1 0 0,-1 1 0,1-1 0,0 1 0,0 0 0,0 0 0,1 0 0,-1 1 0,1 0 0,-1 0 0,7-3 0,-9 5 0,0 0 0,0-1 0,0 1 0,0 0 0,0 0 0,0 0 0,-1 0 0,1 1 0,0-1 0,0 0 0,0 1 0,0-1 0,0 1 0,-1 0 0,1-1 0,0 1 0,-1 0 0,1 0 0,0 0 0,-1 0 0,0 1 0,1-1 0,-1 0 0,1 1 0,-1-1 0,0 1 0,0-1 0,0 1 0,0-1 0,0 1 0,0 0 0,-1-1 0,2 4 0,2 7 0,0 1 0,0 0 0,-2 0 0,1 0 0,-1 16 0,0-13 0,0 0 0,7 27 0,-8-41 0,-1 0 0,1-1 0,-1 1 0,1-1 0,0 1 0,-1-1 0,1 0 0,0 1 0,0-1 0,0 0 0,0 1 0,0-1 0,0 0 0,0 0 0,1 0 0,-1 0 0,0 0 0,1 0 0,-1 0 0,1-1 0,-1 1 0,0 0 0,3 0 0,-1-1 0,0 0 0,0 0 0,0 0 0,0 0 0,-1 0 0,1-1 0,0 1 0,0-1 0,0 0 0,-1 0 0,1 0 0,3-1 0,6-5 0,-1 0 0,0 0 0,0-1 0,14-13 0,-6 2 0,0 0 0,-2-1 0,0-1 0,-2 0 0,0-1 0,-2-1 0,0 0 0,16-41 0,-29 63 0,1-1 0,-1 1 0,1-1 0,-1 0 0,0 1 0,1-1 0,-1 1 0,0-1 0,0 0 0,0 1 0,0-1 0,-1 1 0,1-1 0,0 0 0,-1-1 0,1 3 0,-1-1 0,1 1 0,0 0 0,0 0 0,0-1 0,-1 1 0,1 0 0,0 0 0,0 0 0,0 0 0,-1-1 0,1 1 0,0 0 0,0 0 0,-1 0 0,1 0 0,0 0 0,-1 0 0,1 0 0,0 0 0,0 0 0,-1 0 0,1 0 0,0 0 0,0 0 0,-1 0 0,1 0 0,0 0 0,-1 0 0,-13 9 0,-7 13 0,1 1 0,0 1 0,-17 29 0,30-42 0,-1 2 0,2-1 0,0 1 0,0 0 0,2 0 0,-1 1 0,2-1 0,0 1 0,-2 15 0,5-27 0,-1 0 0,1 0 0,0 0 0,0 0 0,0 0 0,1 0 0,-1-1 0,0 1 0,1 0 0,-1 0 0,1 0 0,-1 0 0,1-1 0,0 1 0,0 0 0,0-1 0,0 1 0,0 0 0,0-1 0,0 1 0,1-1 0,-1 0 0,3 2 0,-2-2 0,0 0 0,0 0 0,0-1 0,0 1 0,0-1 0,0 1 0,0-1 0,0 0 0,0 0 0,1 0 0,-1 0 0,0-1 0,0 1 0,0 0 0,0-1 0,0 1 0,0-1 0,0 0 0,0 0 0,4-2 0,2-2 0,0 0 0,1-1 0,-2 0 0,1-1 0,-1 0 0,0 0 0,0 0 0,-1-1 0,7-11 0,0 0 0,-2-1 0,18-40 0,-27 52 0,-6 11 0,-7 12 0,8-8 0,0 0 0,1 1 0,0 0 0,0 0 0,0-1 0,1 1 0,0 0 0,1 0 0,0 11 0,0-17 0,0 1 0,0 0 0,1-1 0,-1 1 0,1-1 0,0 1 0,0 0 0,0-1 0,0 0 0,0 1 0,0-1 0,1 1 0,-1-1 0,1 0 0,0 0 0,-1 0 0,1 0 0,0 0 0,0-1 0,0 1 0,1 0 0,-1-1 0,0 0 0,0 1 0,1-1 0,-1 0 0,1 0 0,-1 0 0,1-1 0,0 1 0,2 0 0,1 0 0,-1 0 0,1-1 0,0 1 0,-1-1 0,1 0 0,0-1 0,-1 0 0,1 0 0,-1 0 0,1 0 0,6-3 0,-8 1 0,0 1 0,0 0 0,0-1 0,-1 0 0,1 0 0,-1 0 0,0 0 0,1 0 0,-2-1 0,1 0 0,0 1 0,-1-1 0,0 0 0,3-6 0,6-18 0,-10 22 0,1 1 0,0-1 0,0 1 0,0 0 0,1-1 0,0 1 0,0 0 0,0 1 0,1-1 0,5-5 0,-9 9 0,0 1 0,0 0 0,0 0 0,1 0 0,-1 0 0,0 0 0,0 0 0,0 0 0,1 0 0,-1 0 0,0 0 0,0 0 0,1 0 0,-1 0 0,0 0 0,0 0 0,0 0 0,1 0 0,-1 0 0,0 0 0,0 0 0,0 0 0,1 0 0,-1 0 0,0 0 0,0 1 0,0-1 0,0 0 0,1 0 0,-1 0 0,0 0 0,0 0 0,0 1 0,0-1 0,1 0 0,-1 0 0,0 0 0,0 0 0,0 1 0,0-1 0,0 0 0,0 0 0,0 0 0,0 1 0,0-1 0,0 0 0,0 0 0,0 1 0,0-1 0,0 0 0,0 0 0,0 0 0,0 1 0,0-1 0,0 0 0,0 0 0,0 0 0,0 1 0,0-1 0,-1 18 0,0-16 0,-9 133-1365,9-114-5461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7.2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52 37 24575,'0'-6'0,"-3"-5"0,-5-1 0,0 5 0,-2 6 0,1 11 0,1 5 0,3 1-8191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7.5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23 24575,'6'7'0,"1"1"0,-2 0 0,1 1 0,5 10 0,16 24 0,-23-38 0,0 0 0,1-1 0,-1 0 0,1 0 0,0 0 0,0 0 0,1 0 0,-1-1 0,1 0 0,0-1 0,-1 1 0,1-1 0,0 0 0,13 2 0,-15-3 0,0-1 0,1 0 0,-1 1 0,0-2 0,0 1 0,0-1 0,1 1 0,-1-1 0,0 0 0,0 0 0,0-1 0,0 0 0,0 1 0,-1-1 0,1 0 0,0-1 0,-1 1 0,0-1 0,1 1 0,-1-1 0,0 0 0,0 0 0,3-5 0,19-29 0,-19 27 0,1-1 0,1 1 0,-1 0 0,2 1 0,-1-1 0,1 2 0,12-10 0,-21 18 0,1-1 0,0 0 0,0 0 0,0 1 0,0-1 0,0 1 0,0-1 0,0 1 0,0-1 0,0 1 0,0-1 0,0 1 0,1 0 0,-1 0 0,0 0 0,0 0 0,0-1 0,0 2 0,0-1 0,1 0 0,-1 0 0,0 0 0,0 0 0,0 1 0,0-1 0,0 0 0,0 1 0,0-1 0,0 1 0,0 0 0,0-1 0,0 1 0,0 0 0,0-1 0,0 1 0,0 0 0,0 0 0,-1 0 0,1 0 0,0 0 0,-1 0 0,1 0 0,-1 0 0,1 0 0,0 1 0,1 5 0,1 0 0,-1 0 0,-1 0 0,1 0 0,0 14 0,0 111-822,-2-122 279,-1 37-6283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38.5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18456 1917 24575,'3'0'0,"0"0"0,0 0 0,0-1 0,0 1 0,0-1 0,0 1 0,0-1 0,0 0 0,-1 0 0,1 0 0,0 0 0,-1-1 0,1 1 0,0-1 0,-1 0 0,0 0 0,1 1 0,-1-1 0,0-1 0,0 1 0,0 0 0,-1 0 0,1-1 0,0 1 0,-1-1 0,0 0 0,1 1 0,-1-1 0,0 0 0,0 0 0,-1 0 0,1 1 0,-1-1 0,1 0 0,-1 0 0,0 0 0,0 0 0,0 0 0,0 0 0,-1 0 0,1 0 0,-1 0 0,-1-4 0,-1 0 0,0 0 0,0 1 0,0-1 0,0 1 0,-1 0 0,0 0 0,0 0 0,-1 0 0,0 1 0,0 0 0,0 0 0,-1 0 0,1 1 0,-1 0 0,-9-5 0,-11-6 0,-1 1 0,-37-12 0,-215-65-466,-13 16-399,-1575-303-7936,-1682-52 5268,-26 291 815,1474 166 2718,8 134 0,712 66 321,37 139 156,748-138-142,410-143 289,-192 120-1,307-161-256,2 2 1,3 4-1,1 2 0,2 4 1,-54 62-1,88-83-127,1 1 0,2 2 1,1 0-1,-24 54 0,34-60-165,2 1 0,2 0 0,0 1 0,3 0 0,1 1-1,-4 41 1,9-42-75,2 0 0,1-1 0,1 1 0,2-1 0,1 0 0,13 42 0,-5-35 0,1 0 0,3-1 0,1 0 0,34 53 0,-14-36 0,3-1 0,2-3 0,3-1 0,2-3 0,1-1 0,69 48 0,-4-15 138,3-5 0,3-6 0,153 65 0,408 122 317,313 37-1388,19-47-1700,1735 232-129,34-235 1817,1445-275 902,-2490-151 240,-32-181 113,-867 75 44,-585 180 454,287-170 0,-161 27 16,-291 183-358,-4-4-1,83-93 1,-116 107-137,-2-2 1,-2-1-1,66-123 0,-85 129-231,-2 0-1,-3-1 0,-3-2 1,-2 0-1,14-84 0,-25 90-101,-2-1 0,-2 1 0,-2-1 0,-3 0 0,-2 1 0,-3 0 0,-2 0 0,-2 0-1,-24-69 1,11 59 30,-3 0 0,-2 2-1,-3 1 1,-2 2 0,-4 1-1,-1 2 1,-49-53 0,13 29 172,-2 4 0,-4 3 0,-170-116 0,87 86-456,-235-109 0,7 41-905,-55 8 436,-55 7-1015,-716-137-36,6 79 2056,621 124 6006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41.5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272 0 24575,'-49'46'0,"22"-14"0,1 1 0,2 1 0,1 1 0,2 1 0,-17 39 0,26-49 0,1 1 0,2 1 0,1-1 0,1 2 0,1-1 0,1 1 0,2-1 0,1 33 0,2-49 0,1 1 0,0-1 0,1 0 0,1 0 0,-1-1 0,2 1 0,0-1 0,0 1 0,1-1 0,1 0 0,0-1 0,11 17 0,-10-19 0,1 0 0,-1 0 0,1 0 0,1-1 0,-1 0 0,1-1 0,1 0 0,-1 0 0,1-1 0,0 0 0,0-1 0,0 0 0,1-1 0,12 3 0,1-2 0,0-1 0,0-2 0,0 0 0,0-1 0,1-2 0,-1 0 0,0-2 0,0 0 0,-1-2 0,0-1 0,1 0 0,-2-2 0,0 0 0,0-2 0,0-1 0,-2 0 0,1-1 0,-2-2 0,0 0 0,21-21 0,-28 23 0,-2-1 0,1 0 0,-2-1 0,0 0 0,0-1 0,-2 0 0,0 0 0,-1 0 0,0-1 0,3-21 0,-5 17 0,-1 0 0,-1 1 0,-1-1 0,0 0 0,-2 0 0,-1 0 0,0 1 0,-8-30 0,6 34 0,-1 0 0,0 1 0,-2-1 0,0 1 0,0 0 0,-2 1 0,1 0 0,-2 0 0,0 1 0,-19-20 0,19 24 0,0 0 0,-1 1 0,0 0 0,0 1 0,-1 0 0,0 1 0,0 0 0,-1 0 0,0 2 0,0 0 0,0 0 0,0 1 0,0 0 0,-15 0 0,12 2-151,0 1-1,0 1 0,-1 0 0,1 1 1,0 0-1,0 1 0,1 1 1,-29 11-1,1 5-6674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6T09:40:44.3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 0 24575,'-1'8'0,"0"0"0,-1-1 0,0 1 0,-6 12 0,4-9 0,0-1 0,1 2 0,-4 17 0,7-28 0,0 0 0,0-1 0,-1 1 0,1 0 0,0 0 0,0 0 0,0 0 0,1-1 0,-1 1 0,0 0 0,0 0 0,0-1 0,1 1 0,-1 0 0,0 0 0,0 0 0,1-1 0,-1 1 0,1 0 0,-1-1 0,1 1 0,-1-1 0,1 1 0,-1 0 0,1-1 0,1 1 0,-1 0 0,0-1 0,1 1 0,-1-1 0,1 0 0,-1 0 0,0 0 0,1 0 0,-1 0 0,1 0 0,-1 0 0,1 0 0,-1 0 0,0-1 0,2 1 0,7-4 0,0 0 0,0 0 0,12-8 0,-16 9 0,17-9-1365,-2 2-5461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30T04:39:20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31 24575,'-1'0'0,"1"0"0,0 0 0,0 0 0,-1 1 0,1-1 0,0 0 0,0 0 0,-1 0 0,1 0 0,0 0 0,-1 0 0,1 0 0,0 0 0,0 0 0,-1 0 0,1 0 0,0 0 0,0 0 0,-1 0 0,1 0 0,0 0 0,-1 0 0,1 0 0,0-1 0,0 1 0,-1 0 0,1 0 0,0 0 0,0 0 0,-1-1 0,1 1 0,0 0 0,0 0 0,0 0 0,0-1 0,-1 1 0,1 0 0,0 0 0,0-1 0,0 1 0,0 0 0,0 0 0,0-1 0,-1 1 0,1 0 0,0 0 0,0-1 0,0 1 0,0 0 0,0-1 0,0 1 0,0 0 0,0 0 0,0-1 0,1 1 0,-1 0 0,0-1 0,0 1 0,0 0 0,0 0 0,0-1 0,0 1 0,1 0 0,0-2 0,0 1 0,0 0 0,0 0 0,0 0 0,0 0 0,0 1 0,0-1 0,0 0 0,1 0 0,-1 1 0,0-1 0,3 0 0,23-3 0,0 0 0,0 2 0,54 4 0,-30-1 0,463 0-1365,-471-1-5461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30T04:39:20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24575,'5'0'0,"6"0"0,6 0 0,9 0 0,5 0 0,6 0 0,7 0 0,4-5 0,9-1 0,3 0 0,6 1 0,1 2 0,-2 1 0,-7 1 0,-13 0-8191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hyperlink" Target="https://github.com/soyuztechnologies/SAP_BTP_Training_CLD200/blob/master/Day%203/03%20application/03application/app/purchaseorderapp/annotations.c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soyuztechnologies/SAP_BTP_Training_CLD200/tree/master/Day%204/capm%20draft%20and%20value%20help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4.png"/><Relationship Id="rId21" Type="http://schemas.openxmlformats.org/officeDocument/2006/relationships/image" Target="../media/image16.png"/><Relationship Id="rId42" Type="http://schemas.openxmlformats.org/officeDocument/2006/relationships/customXml" Target="../ink/ink22.xml"/><Relationship Id="rId63" Type="http://schemas.openxmlformats.org/officeDocument/2006/relationships/image" Target="../media/image37.png"/><Relationship Id="rId84" Type="http://schemas.openxmlformats.org/officeDocument/2006/relationships/customXml" Target="../ink/ink43.xml"/><Relationship Id="rId138" Type="http://schemas.openxmlformats.org/officeDocument/2006/relationships/customXml" Target="../ink/ink70.xml"/><Relationship Id="rId159" Type="http://schemas.openxmlformats.org/officeDocument/2006/relationships/image" Target="../media/image85.png"/><Relationship Id="rId170" Type="http://schemas.openxmlformats.org/officeDocument/2006/relationships/customXml" Target="../ink/ink86.xml"/><Relationship Id="rId191" Type="http://schemas.openxmlformats.org/officeDocument/2006/relationships/image" Target="../media/image101.png"/><Relationship Id="rId205" Type="http://schemas.openxmlformats.org/officeDocument/2006/relationships/image" Target="../media/image108.png"/><Relationship Id="rId226" Type="http://schemas.openxmlformats.org/officeDocument/2006/relationships/customXml" Target="../ink/ink114.xml"/><Relationship Id="rId107" Type="http://schemas.openxmlformats.org/officeDocument/2006/relationships/image" Target="../media/image59.png"/><Relationship Id="rId11" Type="http://schemas.openxmlformats.org/officeDocument/2006/relationships/image" Target="../media/image11.png"/><Relationship Id="rId32" Type="http://schemas.openxmlformats.org/officeDocument/2006/relationships/customXml" Target="../ink/ink17.xml"/><Relationship Id="rId53" Type="http://schemas.openxmlformats.org/officeDocument/2006/relationships/image" Target="../media/image32.png"/><Relationship Id="rId74" Type="http://schemas.openxmlformats.org/officeDocument/2006/relationships/customXml" Target="../ink/ink38.xml"/><Relationship Id="rId128" Type="http://schemas.openxmlformats.org/officeDocument/2006/relationships/customXml" Target="../ink/ink65.xml"/><Relationship Id="rId149" Type="http://schemas.openxmlformats.org/officeDocument/2006/relationships/image" Target="../media/image80.png"/><Relationship Id="rId5" Type="http://schemas.openxmlformats.org/officeDocument/2006/relationships/image" Target="../media/image8.png"/><Relationship Id="rId95" Type="http://schemas.openxmlformats.org/officeDocument/2006/relationships/image" Target="../media/image53.png"/><Relationship Id="rId160" Type="http://schemas.openxmlformats.org/officeDocument/2006/relationships/customXml" Target="../ink/ink81.xml"/><Relationship Id="rId181" Type="http://schemas.openxmlformats.org/officeDocument/2006/relationships/image" Target="../media/image96.png"/><Relationship Id="rId216" Type="http://schemas.openxmlformats.org/officeDocument/2006/relationships/customXml" Target="../ink/ink109.xml"/><Relationship Id="rId237" Type="http://schemas.openxmlformats.org/officeDocument/2006/relationships/image" Target="../media/image124.png"/><Relationship Id="rId22" Type="http://schemas.openxmlformats.org/officeDocument/2006/relationships/customXml" Target="../ink/ink12.xml"/><Relationship Id="rId43" Type="http://schemas.openxmlformats.org/officeDocument/2006/relationships/image" Target="../media/image27.png"/><Relationship Id="rId64" Type="http://schemas.openxmlformats.org/officeDocument/2006/relationships/customXml" Target="../ink/ink33.xml"/><Relationship Id="rId118" Type="http://schemas.openxmlformats.org/officeDocument/2006/relationships/customXml" Target="../ink/ink60.xml"/><Relationship Id="rId139" Type="http://schemas.openxmlformats.org/officeDocument/2006/relationships/image" Target="../media/image75.png"/><Relationship Id="rId85" Type="http://schemas.openxmlformats.org/officeDocument/2006/relationships/image" Target="../media/image48.png"/><Relationship Id="rId150" Type="http://schemas.openxmlformats.org/officeDocument/2006/relationships/customXml" Target="../ink/ink76.xml"/><Relationship Id="rId171" Type="http://schemas.openxmlformats.org/officeDocument/2006/relationships/image" Target="../media/image91.png"/><Relationship Id="rId192" Type="http://schemas.openxmlformats.org/officeDocument/2006/relationships/customXml" Target="../ink/ink97.xml"/><Relationship Id="rId206" Type="http://schemas.openxmlformats.org/officeDocument/2006/relationships/customXml" Target="../ink/ink104.xml"/><Relationship Id="rId227" Type="http://schemas.openxmlformats.org/officeDocument/2006/relationships/image" Target="../media/image119.png"/><Relationship Id="rId12" Type="http://schemas.openxmlformats.org/officeDocument/2006/relationships/customXml" Target="../ink/ink7.xml"/><Relationship Id="rId33" Type="http://schemas.openxmlformats.org/officeDocument/2006/relationships/image" Target="../media/image22.png"/><Relationship Id="rId108" Type="http://schemas.openxmlformats.org/officeDocument/2006/relationships/customXml" Target="../ink/ink55.xml"/><Relationship Id="rId129" Type="http://schemas.openxmlformats.org/officeDocument/2006/relationships/image" Target="../media/image70.png"/><Relationship Id="rId54" Type="http://schemas.openxmlformats.org/officeDocument/2006/relationships/customXml" Target="../ink/ink28.xml"/><Relationship Id="rId75" Type="http://schemas.openxmlformats.org/officeDocument/2006/relationships/image" Target="../media/image43.png"/><Relationship Id="rId96" Type="http://schemas.openxmlformats.org/officeDocument/2006/relationships/customXml" Target="../ink/ink49.xml"/><Relationship Id="rId140" Type="http://schemas.openxmlformats.org/officeDocument/2006/relationships/customXml" Target="../ink/ink71.xml"/><Relationship Id="rId161" Type="http://schemas.openxmlformats.org/officeDocument/2006/relationships/image" Target="../media/image86.png"/><Relationship Id="rId182" Type="http://schemas.openxmlformats.org/officeDocument/2006/relationships/customXml" Target="../ink/ink92.xml"/><Relationship Id="rId217" Type="http://schemas.openxmlformats.org/officeDocument/2006/relationships/image" Target="../media/image114.png"/><Relationship Id="rId6" Type="http://schemas.openxmlformats.org/officeDocument/2006/relationships/customXml" Target="../ink/ink4.xml"/><Relationship Id="rId23" Type="http://schemas.openxmlformats.org/officeDocument/2006/relationships/image" Target="../media/image17.png"/><Relationship Id="rId119" Type="http://schemas.openxmlformats.org/officeDocument/2006/relationships/image" Target="../media/image65.png"/><Relationship Id="rId44" Type="http://schemas.openxmlformats.org/officeDocument/2006/relationships/customXml" Target="../ink/ink23.xml"/><Relationship Id="rId65" Type="http://schemas.openxmlformats.org/officeDocument/2006/relationships/image" Target="../media/image38.png"/><Relationship Id="rId86" Type="http://schemas.openxmlformats.org/officeDocument/2006/relationships/customXml" Target="../ink/ink44.xml"/><Relationship Id="rId130" Type="http://schemas.openxmlformats.org/officeDocument/2006/relationships/customXml" Target="../ink/ink66.xml"/><Relationship Id="rId151" Type="http://schemas.openxmlformats.org/officeDocument/2006/relationships/image" Target="../media/image81.png"/><Relationship Id="rId172" Type="http://schemas.openxmlformats.org/officeDocument/2006/relationships/customXml" Target="../ink/ink87.xml"/><Relationship Id="rId193" Type="http://schemas.openxmlformats.org/officeDocument/2006/relationships/image" Target="../media/image102.png"/><Relationship Id="rId207" Type="http://schemas.openxmlformats.org/officeDocument/2006/relationships/image" Target="../media/image109.png"/><Relationship Id="rId228" Type="http://schemas.openxmlformats.org/officeDocument/2006/relationships/customXml" Target="../ink/ink115.xml"/><Relationship Id="rId13" Type="http://schemas.openxmlformats.org/officeDocument/2006/relationships/image" Target="../media/image12.png"/><Relationship Id="rId109" Type="http://schemas.openxmlformats.org/officeDocument/2006/relationships/image" Target="../media/image60.png"/><Relationship Id="rId34" Type="http://schemas.openxmlformats.org/officeDocument/2006/relationships/customXml" Target="../ink/ink18.xml"/><Relationship Id="rId55" Type="http://schemas.openxmlformats.org/officeDocument/2006/relationships/image" Target="../media/image33.png"/><Relationship Id="rId76" Type="http://schemas.openxmlformats.org/officeDocument/2006/relationships/customXml" Target="../ink/ink39.xml"/><Relationship Id="rId97" Type="http://schemas.openxmlformats.org/officeDocument/2006/relationships/image" Target="../media/image54.png"/><Relationship Id="rId120" Type="http://schemas.openxmlformats.org/officeDocument/2006/relationships/customXml" Target="../ink/ink61.xml"/><Relationship Id="rId141" Type="http://schemas.openxmlformats.org/officeDocument/2006/relationships/image" Target="../media/image76.png"/><Relationship Id="rId7" Type="http://schemas.openxmlformats.org/officeDocument/2006/relationships/image" Target="../media/image9.png"/><Relationship Id="rId162" Type="http://schemas.openxmlformats.org/officeDocument/2006/relationships/customXml" Target="../ink/ink82.xml"/><Relationship Id="rId183" Type="http://schemas.openxmlformats.org/officeDocument/2006/relationships/image" Target="../media/image97.png"/><Relationship Id="rId218" Type="http://schemas.openxmlformats.org/officeDocument/2006/relationships/customXml" Target="../ink/ink110.xml"/><Relationship Id="rId24" Type="http://schemas.openxmlformats.org/officeDocument/2006/relationships/customXml" Target="../ink/ink13.xml"/><Relationship Id="rId45" Type="http://schemas.openxmlformats.org/officeDocument/2006/relationships/image" Target="../media/image28.png"/><Relationship Id="rId66" Type="http://schemas.openxmlformats.org/officeDocument/2006/relationships/customXml" Target="../ink/ink34.xml"/><Relationship Id="rId87" Type="http://schemas.openxmlformats.org/officeDocument/2006/relationships/image" Target="../media/image49.png"/><Relationship Id="rId110" Type="http://schemas.openxmlformats.org/officeDocument/2006/relationships/customXml" Target="../ink/ink56.xml"/><Relationship Id="rId131" Type="http://schemas.openxmlformats.org/officeDocument/2006/relationships/image" Target="../media/image71.png"/><Relationship Id="rId152" Type="http://schemas.openxmlformats.org/officeDocument/2006/relationships/customXml" Target="../ink/ink77.xml"/><Relationship Id="rId173" Type="http://schemas.openxmlformats.org/officeDocument/2006/relationships/image" Target="../media/image92.png"/><Relationship Id="rId194" Type="http://schemas.openxmlformats.org/officeDocument/2006/relationships/customXml" Target="../ink/ink98.xml"/><Relationship Id="rId208" Type="http://schemas.openxmlformats.org/officeDocument/2006/relationships/customXml" Target="../ink/ink105.xml"/><Relationship Id="rId229" Type="http://schemas.openxmlformats.org/officeDocument/2006/relationships/image" Target="../media/image120.png"/><Relationship Id="rId14" Type="http://schemas.openxmlformats.org/officeDocument/2006/relationships/customXml" Target="../ink/ink8.xml"/><Relationship Id="rId35" Type="http://schemas.openxmlformats.org/officeDocument/2006/relationships/image" Target="../media/image23.png"/><Relationship Id="rId56" Type="http://schemas.openxmlformats.org/officeDocument/2006/relationships/customXml" Target="../ink/ink29.xml"/><Relationship Id="rId77" Type="http://schemas.openxmlformats.org/officeDocument/2006/relationships/image" Target="../media/image44.png"/><Relationship Id="rId100" Type="http://schemas.openxmlformats.org/officeDocument/2006/relationships/customXml" Target="../ink/ink51.xml"/><Relationship Id="rId8" Type="http://schemas.openxmlformats.org/officeDocument/2006/relationships/customXml" Target="../ink/ink5.xml"/><Relationship Id="rId98" Type="http://schemas.openxmlformats.org/officeDocument/2006/relationships/customXml" Target="../ink/ink50.xml"/><Relationship Id="rId121" Type="http://schemas.openxmlformats.org/officeDocument/2006/relationships/image" Target="../media/image66.png"/><Relationship Id="rId142" Type="http://schemas.openxmlformats.org/officeDocument/2006/relationships/customXml" Target="../ink/ink72.xml"/><Relationship Id="rId163" Type="http://schemas.openxmlformats.org/officeDocument/2006/relationships/image" Target="../media/image87.png"/><Relationship Id="rId184" Type="http://schemas.openxmlformats.org/officeDocument/2006/relationships/customXml" Target="../ink/ink93.xml"/><Relationship Id="rId219" Type="http://schemas.openxmlformats.org/officeDocument/2006/relationships/image" Target="../media/image115.png"/><Relationship Id="rId230" Type="http://schemas.openxmlformats.org/officeDocument/2006/relationships/customXml" Target="../ink/ink116.xml"/><Relationship Id="rId25" Type="http://schemas.openxmlformats.org/officeDocument/2006/relationships/image" Target="../media/image18.png"/><Relationship Id="rId46" Type="http://schemas.openxmlformats.org/officeDocument/2006/relationships/customXml" Target="../ink/ink24.xml"/><Relationship Id="rId67" Type="http://schemas.openxmlformats.org/officeDocument/2006/relationships/image" Target="../media/image39.png"/><Relationship Id="rId88" Type="http://schemas.openxmlformats.org/officeDocument/2006/relationships/customXml" Target="../ink/ink45.xml"/><Relationship Id="rId111" Type="http://schemas.openxmlformats.org/officeDocument/2006/relationships/image" Target="../media/image61.png"/><Relationship Id="rId132" Type="http://schemas.openxmlformats.org/officeDocument/2006/relationships/customXml" Target="../ink/ink67.xml"/><Relationship Id="rId153" Type="http://schemas.openxmlformats.org/officeDocument/2006/relationships/image" Target="../media/image82.png"/><Relationship Id="rId174" Type="http://schemas.openxmlformats.org/officeDocument/2006/relationships/customXml" Target="../ink/ink88.xml"/><Relationship Id="rId195" Type="http://schemas.openxmlformats.org/officeDocument/2006/relationships/image" Target="../media/image103.png"/><Relationship Id="rId209" Type="http://schemas.openxmlformats.org/officeDocument/2006/relationships/image" Target="../media/image110.png"/><Relationship Id="rId190" Type="http://schemas.openxmlformats.org/officeDocument/2006/relationships/customXml" Target="../ink/ink96.xml"/><Relationship Id="rId204" Type="http://schemas.openxmlformats.org/officeDocument/2006/relationships/customXml" Target="../ink/ink103.xml"/><Relationship Id="rId220" Type="http://schemas.openxmlformats.org/officeDocument/2006/relationships/customXml" Target="../ink/ink111.xml"/><Relationship Id="rId225" Type="http://schemas.openxmlformats.org/officeDocument/2006/relationships/image" Target="../media/image118.png"/><Relationship Id="rId15" Type="http://schemas.openxmlformats.org/officeDocument/2006/relationships/image" Target="../media/image13.png"/><Relationship Id="rId36" Type="http://schemas.openxmlformats.org/officeDocument/2006/relationships/customXml" Target="../ink/ink19.xml"/><Relationship Id="rId57" Type="http://schemas.openxmlformats.org/officeDocument/2006/relationships/image" Target="../media/image34.png"/><Relationship Id="rId106" Type="http://schemas.openxmlformats.org/officeDocument/2006/relationships/customXml" Target="../ink/ink54.xml"/><Relationship Id="rId127" Type="http://schemas.openxmlformats.org/officeDocument/2006/relationships/image" Target="../media/image69.png"/><Relationship Id="rId10" Type="http://schemas.openxmlformats.org/officeDocument/2006/relationships/customXml" Target="../ink/ink6.xml"/><Relationship Id="rId31" Type="http://schemas.openxmlformats.org/officeDocument/2006/relationships/image" Target="../media/image21.png"/><Relationship Id="rId52" Type="http://schemas.openxmlformats.org/officeDocument/2006/relationships/customXml" Target="../ink/ink27.xml"/><Relationship Id="rId73" Type="http://schemas.openxmlformats.org/officeDocument/2006/relationships/image" Target="../media/image42.png"/><Relationship Id="rId78" Type="http://schemas.openxmlformats.org/officeDocument/2006/relationships/customXml" Target="../ink/ink40.xml"/><Relationship Id="rId94" Type="http://schemas.openxmlformats.org/officeDocument/2006/relationships/customXml" Target="../ink/ink48.xml"/><Relationship Id="rId99" Type="http://schemas.openxmlformats.org/officeDocument/2006/relationships/image" Target="../media/image55.png"/><Relationship Id="rId101" Type="http://schemas.openxmlformats.org/officeDocument/2006/relationships/image" Target="../media/image56.png"/><Relationship Id="rId122" Type="http://schemas.openxmlformats.org/officeDocument/2006/relationships/customXml" Target="../ink/ink62.xml"/><Relationship Id="rId143" Type="http://schemas.openxmlformats.org/officeDocument/2006/relationships/image" Target="../media/image77.png"/><Relationship Id="rId148" Type="http://schemas.openxmlformats.org/officeDocument/2006/relationships/customXml" Target="../ink/ink75.xml"/><Relationship Id="rId164" Type="http://schemas.openxmlformats.org/officeDocument/2006/relationships/customXml" Target="../ink/ink83.xml"/><Relationship Id="rId169" Type="http://schemas.openxmlformats.org/officeDocument/2006/relationships/image" Target="../media/image90.png"/><Relationship Id="rId185" Type="http://schemas.openxmlformats.org/officeDocument/2006/relationships/image" Target="../media/image98.png"/><Relationship Id="rId4" Type="http://schemas.openxmlformats.org/officeDocument/2006/relationships/customXml" Target="../ink/ink3.xml"/><Relationship Id="rId9" Type="http://schemas.openxmlformats.org/officeDocument/2006/relationships/image" Target="../media/image10.png"/><Relationship Id="rId180" Type="http://schemas.openxmlformats.org/officeDocument/2006/relationships/customXml" Target="../ink/ink91.xml"/><Relationship Id="rId210" Type="http://schemas.openxmlformats.org/officeDocument/2006/relationships/customXml" Target="../ink/ink106.xml"/><Relationship Id="rId215" Type="http://schemas.openxmlformats.org/officeDocument/2006/relationships/image" Target="../media/image113.png"/><Relationship Id="rId236" Type="http://schemas.openxmlformats.org/officeDocument/2006/relationships/customXml" Target="../ink/ink119.xml"/><Relationship Id="rId26" Type="http://schemas.openxmlformats.org/officeDocument/2006/relationships/customXml" Target="../ink/ink14.xml"/><Relationship Id="rId231" Type="http://schemas.openxmlformats.org/officeDocument/2006/relationships/image" Target="../media/image121.png"/><Relationship Id="rId47" Type="http://schemas.openxmlformats.org/officeDocument/2006/relationships/image" Target="../media/image29.png"/><Relationship Id="rId68" Type="http://schemas.openxmlformats.org/officeDocument/2006/relationships/customXml" Target="../ink/ink35.xml"/><Relationship Id="rId89" Type="http://schemas.openxmlformats.org/officeDocument/2006/relationships/image" Target="../media/image50.png"/><Relationship Id="rId112" Type="http://schemas.openxmlformats.org/officeDocument/2006/relationships/customXml" Target="../ink/ink57.xml"/><Relationship Id="rId133" Type="http://schemas.openxmlformats.org/officeDocument/2006/relationships/image" Target="../media/image72.png"/><Relationship Id="rId154" Type="http://schemas.openxmlformats.org/officeDocument/2006/relationships/customXml" Target="../ink/ink78.xml"/><Relationship Id="rId175" Type="http://schemas.openxmlformats.org/officeDocument/2006/relationships/image" Target="../media/image93.png"/><Relationship Id="rId196" Type="http://schemas.openxmlformats.org/officeDocument/2006/relationships/customXml" Target="../ink/ink99.xml"/><Relationship Id="rId200" Type="http://schemas.openxmlformats.org/officeDocument/2006/relationships/customXml" Target="../ink/ink101.xml"/><Relationship Id="rId16" Type="http://schemas.openxmlformats.org/officeDocument/2006/relationships/customXml" Target="../ink/ink9.xml"/><Relationship Id="rId221" Type="http://schemas.openxmlformats.org/officeDocument/2006/relationships/image" Target="../media/image116.png"/><Relationship Id="rId37" Type="http://schemas.openxmlformats.org/officeDocument/2006/relationships/image" Target="../media/image24.png"/><Relationship Id="rId58" Type="http://schemas.openxmlformats.org/officeDocument/2006/relationships/customXml" Target="../ink/ink30.xml"/><Relationship Id="rId79" Type="http://schemas.openxmlformats.org/officeDocument/2006/relationships/image" Target="../media/image45.png"/><Relationship Id="rId102" Type="http://schemas.openxmlformats.org/officeDocument/2006/relationships/customXml" Target="../ink/ink52.xml"/><Relationship Id="rId123" Type="http://schemas.openxmlformats.org/officeDocument/2006/relationships/image" Target="../media/image67.png"/><Relationship Id="rId144" Type="http://schemas.openxmlformats.org/officeDocument/2006/relationships/customXml" Target="../ink/ink73.xml"/><Relationship Id="rId90" Type="http://schemas.openxmlformats.org/officeDocument/2006/relationships/customXml" Target="../ink/ink46.xml"/><Relationship Id="rId165" Type="http://schemas.openxmlformats.org/officeDocument/2006/relationships/image" Target="../media/image88.png"/><Relationship Id="rId186" Type="http://schemas.openxmlformats.org/officeDocument/2006/relationships/customXml" Target="../ink/ink94.xml"/><Relationship Id="rId211" Type="http://schemas.openxmlformats.org/officeDocument/2006/relationships/image" Target="../media/image111.png"/><Relationship Id="rId232" Type="http://schemas.openxmlformats.org/officeDocument/2006/relationships/customXml" Target="../ink/ink117.xml"/><Relationship Id="rId27" Type="http://schemas.openxmlformats.org/officeDocument/2006/relationships/image" Target="../media/image19.png"/><Relationship Id="rId48" Type="http://schemas.openxmlformats.org/officeDocument/2006/relationships/customXml" Target="../ink/ink25.xml"/><Relationship Id="rId69" Type="http://schemas.openxmlformats.org/officeDocument/2006/relationships/image" Target="../media/image40.png"/><Relationship Id="rId113" Type="http://schemas.openxmlformats.org/officeDocument/2006/relationships/image" Target="../media/image62.png"/><Relationship Id="rId134" Type="http://schemas.openxmlformats.org/officeDocument/2006/relationships/customXml" Target="../ink/ink68.xml"/><Relationship Id="rId80" Type="http://schemas.openxmlformats.org/officeDocument/2006/relationships/customXml" Target="../ink/ink41.xml"/><Relationship Id="rId155" Type="http://schemas.openxmlformats.org/officeDocument/2006/relationships/image" Target="../media/image83.png"/><Relationship Id="rId176" Type="http://schemas.openxmlformats.org/officeDocument/2006/relationships/customXml" Target="../ink/ink89.xml"/><Relationship Id="rId197" Type="http://schemas.openxmlformats.org/officeDocument/2006/relationships/image" Target="../media/image104.png"/><Relationship Id="rId201" Type="http://schemas.openxmlformats.org/officeDocument/2006/relationships/image" Target="../media/image106.png"/><Relationship Id="rId222" Type="http://schemas.openxmlformats.org/officeDocument/2006/relationships/customXml" Target="../ink/ink112.xml"/><Relationship Id="rId17" Type="http://schemas.openxmlformats.org/officeDocument/2006/relationships/image" Target="../media/image14.png"/><Relationship Id="rId38" Type="http://schemas.openxmlformats.org/officeDocument/2006/relationships/customXml" Target="../ink/ink20.xml"/><Relationship Id="rId59" Type="http://schemas.openxmlformats.org/officeDocument/2006/relationships/image" Target="../media/image35.png"/><Relationship Id="rId103" Type="http://schemas.openxmlformats.org/officeDocument/2006/relationships/image" Target="../media/image57.png"/><Relationship Id="rId124" Type="http://schemas.openxmlformats.org/officeDocument/2006/relationships/customXml" Target="../ink/ink63.xml"/><Relationship Id="rId70" Type="http://schemas.openxmlformats.org/officeDocument/2006/relationships/customXml" Target="../ink/ink36.xml"/><Relationship Id="rId91" Type="http://schemas.openxmlformats.org/officeDocument/2006/relationships/image" Target="../media/image51.png"/><Relationship Id="rId145" Type="http://schemas.openxmlformats.org/officeDocument/2006/relationships/image" Target="../media/image78.png"/><Relationship Id="rId166" Type="http://schemas.openxmlformats.org/officeDocument/2006/relationships/customXml" Target="../ink/ink84.xml"/><Relationship Id="rId187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7.xml"/><Relationship Id="rId233" Type="http://schemas.openxmlformats.org/officeDocument/2006/relationships/image" Target="../media/image122.png"/><Relationship Id="rId28" Type="http://schemas.openxmlformats.org/officeDocument/2006/relationships/customXml" Target="../ink/ink15.xml"/><Relationship Id="rId49" Type="http://schemas.openxmlformats.org/officeDocument/2006/relationships/image" Target="../media/image30.png"/><Relationship Id="rId114" Type="http://schemas.openxmlformats.org/officeDocument/2006/relationships/customXml" Target="../ink/ink58.xml"/><Relationship Id="rId60" Type="http://schemas.openxmlformats.org/officeDocument/2006/relationships/customXml" Target="../ink/ink31.xml"/><Relationship Id="rId81" Type="http://schemas.openxmlformats.org/officeDocument/2006/relationships/image" Target="../media/image46.png"/><Relationship Id="rId135" Type="http://schemas.openxmlformats.org/officeDocument/2006/relationships/image" Target="../media/image73.png"/><Relationship Id="rId156" Type="http://schemas.openxmlformats.org/officeDocument/2006/relationships/customXml" Target="../ink/ink79.xml"/><Relationship Id="rId177" Type="http://schemas.openxmlformats.org/officeDocument/2006/relationships/image" Target="../media/image94.png"/><Relationship Id="rId198" Type="http://schemas.openxmlformats.org/officeDocument/2006/relationships/customXml" Target="../ink/ink100.xml"/><Relationship Id="rId202" Type="http://schemas.openxmlformats.org/officeDocument/2006/relationships/customXml" Target="../ink/ink102.xml"/><Relationship Id="rId223" Type="http://schemas.openxmlformats.org/officeDocument/2006/relationships/image" Target="../media/image117.png"/><Relationship Id="rId18" Type="http://schemas.openxmlformats.org/officeDocument/2006/relationships/customXml" Target="../ink/ink10.xml"/><Relationship Id="rId39" Type="http://schemas.openxmlformats.org/officeDocument/2006/relationships/image" Target="../media/image25.png"/><Relationship Id="rId50" Type="http://schemas.openxmlformats.org/officeDocument/2006/relationships/customXml" Target="../ink/ink26.xml"/><Relationship Id="rId104" Type="http://schemas.openxmlformats.org/officeDocument/2006/relationships/customXml" Target="../ink/ink53.xml"/><Relationship Id="rId125" Type="http://schemas.openxmlformats.org/officeDocument/2006/relationships/image" Target="../media/image68.png"/><Relationship Id="rId146" Type="http://schemas.openxmlformats.org/officeDocument/2006/relationships/customXml" Target="../ink/ink74.xml"/><Relationship Id="rId167" Type="http://schemas.openxmlformats.org/officeDocument/2006/relationships/image" Target="../media/image89.png"/><Relationship Id="rId188" Type="http://schemas.openxmlformats.org/officeDocument/2006/relationships/customXml" Target="../ink/ink95.xml"/><Relationship Id="rId71" Type="http://schemas.openxmlformats.org/officeDocument/2006/relationships/image" Target="../media/image41.png"/><Relationship Id="rId92" Type="http://schemas.openxmlformats.org/officeDocument/2006/relationships/customXml" Target="../ink/ink47.xml"/><Relationship Id="rId213" Type="http://schemas.openxmlformats.org/officeDocument/2006/relationships/image" Target="../media/image112.png"/><Relationship Id="rId234" Type="http://schemas.openxmlformats.org/officeDocument/2006/relationships/customXml" Target="../ink/ink118.xml"/><Relationship Id="rId2" Type="http://schemas.openxmlformats.org/officeDocument/2006/relationships/customXml" Target="../ink/ink2.xml"/><Relationship Id="rId29" Type="http://schemas.openxmlformats.org/officeDocument/2006/relationships/image" Target="../media/image20.png"/><Relationship Id="rId40" Type="http://schemas.openxmlformats.org/officeDocument/2006/relationships/customXml" Target="../ink/ink21.xml"/><Relationship Id="rId115" Type="http://schemas.openxmlformats.org/officeDocument/2006/relationships/image" Target="../media/image63.png"/><Relationship Id="rId136" Type="http://schemas.openxmlformats.org/officeDocument/2006/relationships/customXml" Target="../ink/ink69.xml"/><Relationship Id="rId157" Type="http://schemas.openxmlformats.org/officeDocument/2006/relationships/image" Target="../media/image84.png"/><Relationship Id="rId178" Type="http://schemas.openxmlformats.org/officeDocument/2006/relationships/customXml" Target="../ink/ink90.xml"/><Relationship Id="rId61" Type="http://schemas.openxmlformats.org/officeDocument/2006/relationships/image" Target="../media/image36.png"/><Relationship Id="rId82" Type="http://schemas.openxmlformats.org/officeDocument/2006/relationships/customXml" Target="../ink/ink42.xml"/><Relationship Id="rId199" Type="http://schemas.openxmlformats.org/officeDocument/2006/relationships/image" Target="../media/image105.png"/><Relationship Id="rId203" Type="http://schemas.openxmlformats.org/officeDocument/2006/relationships/image" Target="../media/image107.png"/><Relationship Id="rId19" Type="http://schemas.openxmlformats.org/officeDocument/2006/relationships/image" Target="../media/image15.png"/><Relationship Id="rId224" Type="http://schemas.openxmlformats.org/officeDocument/2006/relationships/customXml" Target="../ink/ink113.xml"/><Relationship Id="rId30" Type="http://schemas.openxmlformats.org/officeDocument/2006/relationships/customXml" Target="../ink/ink16.xml"/><Relationship Id="rId105" Type="http://schemas.openxmlformats.org/officeDocument/2006/relationships/image" Target="../media/image58.png"/><Relationship Id="rId126" Type="http://schemas.openxmlformats.org/officeDocument/2006/relationships/customXml" Target="../ink/ink64.xml"/><Relationship Id="rId147" Type="http://schemas.openxmlformats.org/officeDocument/2006/relationships/image" Target="../media/image79.png"/><Relationship Id="rId168" Type="http://schemas.openxmlformats.org/officeDocument/2006/relationships/customXml" Target="../ink/ink85.xml"/><Relationship Id="rId51" Type="http://schemas.openxmlformats.org/officeDocument/2006/relationships/image" Target="../media/image31.png"/><Relationship Id="rId72" Type="http://schemas.openxmlformats.org/officeDocument/2006/relationships/customXml" Target="../ink/ink37.xml"/><Relationship Id="rId93" Type="http://schemas.openxmlformats.org/officeDocument/2006/relationships/image" Target="../media/image52.png"/><Relationship Id="rId189" Type="http://schemas.openxmlformats.org/officeDocument/2006/relationships/image" Target="../media/image100.png"/><Relationship Id="rId3" Type="http://schemas.openxmlformats.org/officeDocument/2006/relationships/image" Target="../media/image7.png"/><Relationship Id="rId214" Type="http://schemas.openxmlformats.org/officeDocument/2006/relationships/customXml" Target="../ink/ink108.xml"/><Relationship Id="rId235" Type="http://schemas.openxmlformats.org/officeDocument/2006/relationships/image" Target="../media/image123.png"/><Relationship Id="rId116" Type="http://schemas.openxmlformats.org/officeDocument/2006/relationships/customXml" Target="../ink/ink59.xml"/><Relationship Id="rId137" Type="http://schemas.openxmlformats.org/officeDocument/2006/relationships/image" Target="../media/image74.png"/><Relationship Id="rId158" Type="http://schemas.openxmlformats.org/officeDocument/2006/relationships/customXml" Target="../ink/ink80.xml"/><Relationship Id="rId20" Type="http://schemas.openxmlformats.org/officeDocument/2006/relationships/customXml" Target="../ink/ink11.xml"/><Relationship Id="rId41" Type="http://schemas.openxmlformats.org/officeDocument/2006/relationships/image" Target="../media/image26.png"/><Relationship Id="rId62" Type="http://schemas.openxmlformats.org/officeDocument/2006/relationships/customXml" Target="../ink/ink32.xml"/><Relationship Id="rId83" Type="http://schemas.openxmlformats.org/officeDocument/2006/relationships/image" Target="../media/image47.png"/><Relationship Id="rId179" Type="http://schemas.openxmlformats.org/officeDocument/2006/relationships/image" Target="../media/image9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yuztechnologies/SAP_BTP_Training_CLD200/blob/master/Day%203/03%20application/03application/app/purchaseorderapp/annotations.c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download/wi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3" Type="http://schemas.openxmlformats.org/officeDocument/2006/relationships/image" Target="../media/image1321.png"/><Relationship Id="rId2" Type="http://schemas.openxmlformats.org/officeDocument/2006/relationships/customXml" Target="../ink/ink120.xml"/><Relationship Id="rId1" Type="http://schemas.openxmlformats.org/officeDocument/2006/relationships/slideLayout" Target="../slideLayouts/slideLayout2.xml"/><Relationship Id="rId32" Type="http://schemas.openxmlformats.org/officeDocument/2006/relationships/customXml" Target="../ink/ink121.xml"/><Relationship Id="rId31" Type="http://schemas.openxmlformats.org/officeDocument/2006/relationships/image" Target="../media/image132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jp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4.png"/><Relationship Id="rId4" Type="http://schemas.openxmlformats.org/officeDocument/2006/relationships/hyperlink" Target="http://www.dribbble.com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jpeg"/><Relationship Id="rId3" Type="http://schemas.openxmlformats.org/officeDocument/2006/relationships/image" Target="../media/image135.jpeg"/><Relationship Id="rId7" Type="http://schemas.openxmlformats.org/officeDocument/2006/relationships/image" Target="../media/image139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8.tiff"/><Relationship Id="rId5" Type="http://schemas.openxmlformats.org/officeDocument/2006/relationships/image" Target="../media/image137.tiff"/><Relationship Id="rId4" Type="http://schemas.openxmlformats.org/officeDocument/2006/relationships/image" Target="../media/image136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10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3453886" y="134076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3453886" y="309649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3453886" y="485221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4118572" y="1593781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Fiori Apps</a:t>
              </a: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4118572" y="3349500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Annotations</a:t>
              </a: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4118572" y="5105223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243563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Integrate Actions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10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19E8C-444D-5436-F3E1-CBE9D1CC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324D81-42F2-E18B-71E0-01570C899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72" y="784925"/>
            <a:ext cx="10558909" cy="544975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393B5E-8459-2FA4-34B0-FB69B196BC1C}"/>
              </a:ext>
            </a:extLst>
          </p:cNvPr>
          <p:cNvSpPr/>
          <p:nvPr/>
        </p:nvSpPr>
        <p:spPr>
          <a:xfrm>
            <a:off x="549796" y="1900673"/>
            <a:ext cx="2088232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000" dirty="0"/>
              <a:t>Additional info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59C88F-E434-61BF-6983-D7A6A50713C3}"/>
              </a:ext>
            </a:extLst>
          </p:cNvPr>
          <p:cNvSpPr/>
          <p:nvPr/>
        </p:nvSpPr>
        <p:spPr>
          <a:xfrm>
            <a:off x="2926060" y="1900673"/>
            <a:ext cx="2088232" cy="3600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Items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B152BD-8207-F565-E21B-CDC86B8187E6}"/>
              </a:ext>
            </a:extLst>
          </p:cNvPr>
          <p:cNvSpPr/>
          <p:nvPr/>
        </p:nvSpPr>
        <p:spPr>
          <a:xfrm>
            <a:off x="5086300" y="1700808"/>
            <a:ext cx="576064" cy="55990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3B8EC4-E833-4246-AB23-FAD41FAFDDAB}"/>
              </a:ext>
            </a:extLst>
          </p:cNvPr>
          <p:cNvSpPr txBox="1"/>
          <p:nvPr/>
        </p:nvSpPr>
        <p:spPr>
          <a:xfrm>
            <a:off x="5734372" y="1700808"/>
            <a:ext cx="27363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Facets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61DB03-E6EC-66D7-82F5-DFBE23E2880F}"/>
              </a:ext>
            </a:extLst>
          </p:cNvPr>
          <p:cNvSpPr/>
          <p:nvPr/>
        </p:nvSpPr>
        <p:spPr>
          <a:xfrm>
            <a:off x="549796" y="2452392"/>
            <a:ext cx="10225136" cy="2274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Collection Facets</a:t>
            </a:r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95C74ED-4AE5-5BFF-EE37-52D961A8D36E}"/>
              </a:ext>
            </a:extLst>
          </p:cNvPr>
          <p:cNvSpPr/>
          <p:nvPr/>
        </p:nvSpPr>
        <p:spPr>
          <a:xfrm>
            <a:off x="621804" y="2924944"/>
            <a:ext cx="3240360" cy="162656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Identification</a:t>
            </a:r>
          </a:p>
          <a:p>
            <a:pPr algn="ctr"/>
            <a:r>
              <a:rPr lang="en-IN" dirty="0"/>
              <a:t>(only 1)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688168-5234-6F3F-166C-F6A055531DDC}"/>
              </a:ext>
            </a:extLst>
          </p:cNvPr>
          <p:cNvSpPr/>
          <p:nvPr/>
        </p:nvSpPr>
        <p:spPr>
          <a:xfrm>
            <a:off x="4006180" y="2996952"/>
            <a:ext cx="3240360" cy="151216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Field Group</a:t>
            </a:r>
          </a:p>
          <a:p>
            <a:pPr algn="ctr"/>
            <a:r>
              <a:rPr lang="en-IN" dirty="0"/>
              <a:t>Spiderman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F1B4E-0886-AFB7-5AE7-B7790FC12961}"/>
              </a:ext>
            </a:extLst>
          </p:cNvPr>
          <p:cNvSpPr/>
          <p:nvPr/>
        </p:nvSpPr>
        <p:spPr>
          <a:xfrm>
            <a:off x="7398868" y="3021861"/>
            <a:ext cx="3240360" cy="151216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Field Group</a:t>
            </a:r>
          </a:p>
          <a:p>
            <a:pPr algn="ctr"/>
            <a:r>
              <a:rPr lang="en-IN" dirty="0"/>
              <a:t>Superman</a:t>
            </a:r>
          </a:p>
        </p:txBody>
      </p:sp>
    </p:spTree>
    <p:extLst>
      <p:ext uri="{BB962C8B-B14F-4D97-AF65-F5344CB8AC3E}">
        <p14:creationId xmlns:p14="http://schemas.microsoft.com/office/powerpoint/2010/main" val="3691436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2D3F8-E96A-BCF6-6C4E-71E6C1EE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Fiori App using Annotation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0B560-9F3A-D55C-EABC-504B17B6E1E9}"/>
              </a:ext>
            </a:extLst>
          </p:cNvPr>
          <p:cNvSpPr/>
          <p:nvPr/>
        </p:nvSpPr>
        <p:spPr>
          <a:xfrm>
            <a:off x="189756" y="980728"/>
            <a:ext cx="11449272" cy="2664296"/>
          </a:xfrm>
          <a:prstGeom prst="rect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Exercise:</a:t>
            </a:r>
          </a:p>
          <a:p>
            <a:r>
              <a:rPr lang="en-US" dirty="0">
                <a:hlinkClick r:id="rId2"/>
              </a:rPr>
              <a:t>https://github.com/soyuztechnologies/SAP_BTP_Training_CLD200/blob/master/Day%203/03%20application/03application/app/purchaseorderapp/annotations.cds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D4F5402-6ADE-F04D-BFAF-D26033B48735}"/>
                  </a:ext>
                </a:extLst>
              </p14:cNvPr>
              <p14:cNvContentPartPr/>
              <p14:nvPr/>
            </p14:nvContentPartPr>
            <p14:xfrm>
              <a:off x="1216914" y="3184870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D4F5402-6ADE-F04D-BFAF-D26033B487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8914" y="3167230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049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</a:t>
            </a:r>
            <a:r>
              <a:rPr lang="en-US"/>
              <a:t>: Create &amp; F4 </a:t>
            </a:r>
            <a:r>
              <a:rPr lang="en-US" dirty="0"/>
              <a:t>Enablement for app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B14C9-6879-188A-7949-1530B690566F}"/>
              </a:ext>
            </a:extLst>
          </p:cNvPr>
          <p:cNvSpPr txBox="1"/>
          <p:nvPr/>
        </p:nvSpPr>
        <p:spPr>
          <a:xfrm>
            <a:off x="189756" y="980728"/>
            <a:ext cx="11737304" cy="120032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Solution: </a:t>
            </a:r>
            <a:r>
              <a:rPr lang="en-US" dirty="0">
                <a:solidFill>
                  <a:schemeClr val="bg1"/>
                </a:solidFill>
                <a:hlinkClick r:id="rId2"/>
              </a:rPr>
              <a:t>https://github.com/soyuztechnologies/SAP_BTP_Training_CLD200/tree/master/Day%204/capm%20draft%20and%20value%20helps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074" name="Picture 2" descr="Page 9 | Generating App Images - Free Download on Freepik">
            <a:extLst>
              <a:ext uri="{FF2B5EF4-FFF2-40B4-BE49-F238E27FC236}">
                <a16:creationId xmlns:a16="http://schemas.microsoft.com/office/drawing/2014/main" id="{C92DDBBF-543D-104B-3058-FFBBAFC41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4483" y="2708920"/>
            <a:ext cx="3820487" cy="3820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040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61E9-6D13-2889-D9F2-B0E864018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: Fiori App</a:t>
            </a:r>
          </a:p>
        </p:txBody>
      </p:sp>
      <p:pic>
        <p:nvPicPr>
          <p:cNvPr id="3074" name="Picture 2" descr="img.freepik.com/free-vector/app-development-illust...">
            <a:extLst>
              <a:ext uri="{FF2B5EF4-FFF2-40B4-BE49-F238E27FC236}">
                <a16:creationId xmlns:a16="http://schemas.microsoft.com/office/drawing/2014/main" id="{3736F10E-A3DF-EEBD-A236-0BAD43666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088" y="1443038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049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F9938-0752-6FD8-27F2-841D4004D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75C79CCC-D289-B6A1-16E1-4761A7E1C2DD}"/>
                  </a:ext>
                </a:extLst>
              </p14:cNvPr>
              <p14:cNvContentPartPr/>
              <p14:nvPr/>
            </p14:nvContentPartPr>
            <p14:xfrm>
              <a:off x="1715548" y="5745812"/>
              <a:ext cx="8280" cy="1692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75C79CCC-D289-B6A1-16E1-4761A7E1C2D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06548" y="5737172"/>
                <a:ext cx="25920" cy="3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83C8EEB7-06E1-03E5-67B7-C2143EDC222A}"/>
              </a:ext>
            </a:extLst>
          </p:cNvPr>
          <p:cNvGrpSpPr/>
          <p:nvPr/>
        </p:nvGrpSpPr>
        <p:grpSpPr>
          <a:xfrm>
            <a:off x="960628" y="910292"/>
            <a:ext cx="10331640" cy="5876640"/>
            <a:chOff x="960628" y="910292"/>
            <a:chExt cx="10331640" cy="587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576289D-26AB-5A7D-824A-F109F89067D6}"/>
                    </a:ext>
                  </a:extLst>
                </p14:cNvPr>
                <p14:cNvContentPartPr/>
                <p14:nvPr/>
              </p14:nvContentPartPr>
              <p14:xfrm>
                <a:off x="960628" y="3550172"/>
                <a:ext cx="4230720" cy="1311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576289D-26AB-5A7D-824A-F109F89067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1988" y="3541532"/>
                  <a:ext cx="4248360" cy="13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7DAF96B-2A29-2C9D-4D1A-1E7837C09D7A}"/>
                    </a:ext>
                  </a:extLst>
                </p14:cNvPr>
                <p14:cNvContentPartPr/>
                <p14:nvPr/>
              </p14:nvContentPartPr>
              <p14:xfrm>
                <a:off x="1954588" y="4435412"/>
                <a:ext cx="653760" cy="7009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7DAF96B-2A29-2C9D-4D1A-1E7837C09D7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45948" y="4426772"/>
                  <a:ext cx="67140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E9CD587-4EB7-8304-30B7-CE1F8DDA5590}"/>
                    </a:ext>
                  </a:extLst>
                </p14:cNvPr>
                <p14:cNvContentPartPr/>
                <p14:nvPr/>
              </p14:nvContentPartPr>
              <p14:xfrm>
                <a:off x="3297748" y="4511732"/>
                <a:ext cx="576720" cy="669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E9CD587-4EB7-8304-30B7-CE1F8DDA559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88748" y="4502732"/>
                  <a:ext cx="59436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802256D-ABD3-CC02-C22F-CE2EFF498D8D}"/>
                    </a:ext>
                  </a:extLst>
                </p14:cNvPr>
                <p14:cNvContentPartPr/>
                <p14:nvPr/>
              </p14:nvContentPartPr>
              <p14:xfrm>
                <a:off x="3308548" y="1683572"/>
                <a:ext cx="1291680" cy="1593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802256D-ABD3-CC02-C22F-CE2EFF498D8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99548" y="1674932"/>
                  <a:ext cx="1309320" cy="161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FC1199E-9F13-EF32-4C6A-78455B2662AF}"/>
                    </a:ext>
                  </a:extLst>
                </p14:cNvPr>
                <p14:cNvContentPartPr/>
                <p14:nvPr/>
              </p14:nvContentPartPr>
              <p14:xfrm>
                <a:off x="3828748" y="2886692"/>
                <a:ext cx="148320" cy="158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FC1199E-9F13-EF32-4C6A-78455B2662A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820108" y="2877692"/>
                  <a:ext cx="165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3F72DBE-F9AE-DCB5-62A6-C1EB5E3DC414}"/>
                    </a:ext>
                  </a:extLst>
                </p14:cNvPr>
                <p14:cNvContentPartPr/>
                <p14:nvPr/>
              </p14:nvContentPartPr>
              <p14:xfrm>
                <a:off x="1862428" y="1514732"/>
                <a:ext cx="284400" cy="509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3F72DBE-F9AE-DCB5-62A6-C1EB5E3DC41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53428" y="1506092"/>
                  <a:ext cx="30204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540996C-5B05-CB42-421E-B56673C8A5CF}"/>
                    </a:ext>
                  </a:extLst>
                </p14:cNvPr>
                <p14:cNvContentPartPr/>
                <p14:nvPr/>
              </p14:nvContentPartPr>
              <p14:xfrm>
                <a:off x="2220628" y="1731812"/>
                <a:ext cx="129240" cy="176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540996C-5B05-CB42-421E-B56673C8A5C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11628" y="1723172"/>
                  <a:ext cx="1468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A8982BF-D58D-6CCC-687E-059A779A7AA3}"/>
                    </a:ext>
                  </a:extLst>
                </p14:cNvPr>
                <p14:cNvContentPartPr/>
                <p14:nvPr/>
              </p14:nvContentPartPr>
              <p14:xfrm>
                <a:off x="2440228" y="1743332"/>
                <a:ext cx="4320" cy="1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A8982BF-D58D-6CCC-687E-059A779A7AA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31588" y="1734332"/>
                  <a:ext cx="219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FB707D-6933-2967-2954-8EA9094A2881}"/>
                    </a:ext>
                  </a:extLst>
                </p14:cNvPr>
                <p14:cNvContentPartPr/>
                <p14:nvPr/>
              </p14:nvContentPartPr>
              <p14:xfrm>
                <a:off x="2348068" y="1698692"/>
                <a:ext cx="81360" cy="156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FB707D-6933-2967-2954-8EA9094A28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39068" y="1689692"/>
                  <a:ext cx="990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063F6E6-786D-3A3B-B388-49FF9CA6EC4D}"/>
                    </a:ext>
                  </a:extLst>
                </p14:cNvPr>
                <p14:cNvContentPartPr/>
                <p14:nvPr/>
              </p14:nvContentPartPr>
              <p14:xfrm>
                <a:off x="2420428" y="1703372"/>
                <a:ext cx="68400" cy="222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063F6E6-786D-3A3B-B388-49FF9CA6EC4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1788" y="1694732"/>
                  <a:ext cx="860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DCD3F43-51C2-8C3D-4B19-6B648F33E8D4}"/>
                    </a:ext>
                  </a:extLst>
                </p14:cNvPr>
                <p14:cNvContentPartPr/>
                <p14:nvPr/>
              </p14:nvContentPartPr>
              <p14:xfrm>
                <a:off x="2520148" y="1685732"/>
                <a:ext cx="306720" cy="228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DCD3F43-51C2-8C3D-4B19-6B648F33E8D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11508" y="1676732"/>
                  <a:ext cx="3243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D141A1-DFDE-DAFB-E18C-CCC50D879F07}"/>
                    </a:ext>
                  </a:extLst>
                </p14:cNvPr>
                <p14:cNvContentPartPr/>
                <p14:nvPr/>
              </p14:nvContentPartPr>
              <p14:xfrm>
                <a:off x="2770708" y="1532372"/>
                <a:ext cx="5400" cy="7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D141A1-DFDE-DAFB-E18C-CCC50D879F0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762068" y="1523732"/>
                  <a:ext cx="23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B18B9FA-A55A-CF13-A06E-0E0A727A05AA}"/>
                    </a:ext>
                  </a:extLst>
                </p14:cNvPr>
                <p14:cNvContentPartPr/>
                <p14:nvPr/>
              </p14:nvContentPartPr>
              <p14:xfrm>
                <a:off x="2894908" y="1532732"/>
                <a:ext cx="146160" cy="400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B18B9FA-A55A-CF13-A06E-0E0A727A05A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86268" y="1523732"/>
                  <a:ext cx="16380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19EC1E0-C2A6-2C67-63CC-EB558F0622BF}"/>
                    </a:ext>
                  </a:extLst>
                </p14:cNvPr>
                <p14:cNvContentPartPr/>
                <p14:nvPr/>
              </p14:nvContentPartPr>
              <p14:xfrm>
                <a:off x="3525988" y="1939172"/>
                <a:ext cx="124920" cy="15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19EC1E0-C2A6-2C67-63CC-EB558F0622B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516988" y="1930172"/>
                  <a:ext cx="142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19182BD-FA02-5C75-5EC6-38444336EB82}"/>
                    </a:ext>
                  </a:extLst>
                </p14:cNvPr>
                <p14:cNvContentPartPr/>
                <p14:nvPr/>
              </p14:nvContentPartPr>
              <p14:xfrm>
                <a:off x="3490348" y="2106932"/>
                <a:ext cx="115200" cy="26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19182BD-FA02-5C75-5EC6-38444336EB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81348" y="2097932"/>
                  <a:ext cx="13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F5CBBD5-6C24-98AA-8CAF-41FE51687F67}"/>
                    </a:ext>
                  </a:extLst>
                </p14:cNvPr>
                <p14:cNvContentPartPr/>
                <p14:nvPr/>
              </p14:nvContentPartPr>
              <p14:xfrm>
                <a:off x="3506188" y="2217092"/>
                <a:ext cx="86040" cy="11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F5CBBD5-6C24-98AA-8CAF-41FE51687F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97548" y="2208092"/>
                  <a:ext cx="1036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352B17B-13D5-307E-E705-5098E6A6CC97}"/>
                    </a:ext>
                  </a:extLst>
                </p14:cNvPr>
                <p14:cNvContentPartPr/>
                <p14:nvPr/>
              </p14:nvContentPartPr>
              <p14:xfrm>
                <a:off x="3499348" y="2314292"/>
                <a:ext cx="178200" cy="13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352B17B-13D5-307E-E705-5098E6A6CC9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90708" y="2305652"/>
                  <a:ext cx="1958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3AA8468-057C-E1C3-1784-9B2869ECDE60}"/>
                    </a:ext>
                  </a:extLst>
                </p14:cNvPr>
                <p14:cNvContentPartPr/>
                <p14:nvPr/>
              </p14:nvContentPartPr>
              <p14:xfrm>
                <a:off x="3879508" y="2171372"/>
                <a:ext cx="106560" cy="15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3AA8468-057C-E1C3-1784-9B2869ECDE6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70868" y="2162372"/>
                  <a:ext cx="1242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D972310-12A3-AF83-8B31-2D62D9CC05B7}"/>
                    </a:ext>
                  </a:extLst>
                </p14:cNvPr>
                <p14:cNvContentPartPr/>
                <p14:nvPr/>
              </p14:nvContentPartPr>
              <p14:xfrm>
                <a:off x="3887788" y="2255972"/>
                <a:ext cx="100800" cy="208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D972310-12A3-AF83-8B31-2D62D9CC05B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78788" y="2247332"/>
                  <a:ext cx="1184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81691CE-D858-E0FE-4E01-24FB78F0465A}"/>
                    </a:ext>
                  </a:extLst>
                </p14:cNvPr>
                <p14:cNvContentPartPr/>
                <p14:nvPr/>
              </p14:nvContentPartPr>
              <p14:xfrm>
                <a:off x="3950788" y="2354972"/>
                <a:ext cx="100440" cy="10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81691CE-D858-E0FE-4E01-24FB78F0465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42148" y="2345972"/>
                  <a:ext cx="118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3AB3382-D7CA-1489-E213-4D410A077331}"/>
                    </a:ext>
                  </a:extLst>
                </p14:cNvPr>
                <p14:cNvContentPartPr/>
                <p14:nvPr/>
              </p14:nvContentPartPr>
              <p14:xfrm>
                <a:off x="4263628" y="2185052"/>
                <a:ext cx="24840" cy="5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3AB3382-D7CA-1489-E213-4D410A07733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54988" y="2176412"/>
                  <a:ext cx="42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07E8FEA-40BF-0BDE-3561-9BC97BD7DC10}"/>
                    </a:ext>
                  </a:extLst>
                </p14:cNvPr>
                <p14:cNvContentPartPr/>
                <p14:nvPr/>
              </p14:nvContentPartPr>
              <p14:xfrm>
                <a:off x="4229428" y="2262812"/>
                <a:ext cx="148320" cy="25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07E8FEA-40BF-0BDE-3561-9BC97BD7DC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220788" y="2253812"/>
                  <a:ext cx="165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C9121DB-BFF2-D4EA-F122-2ED9FE818234}"/>
                    </a:ext>
                  </a:extLst>
                </p14:cNvPr>
                <p14:cNvContentPartPr/>
                <p14:nvPr/>
              </p14:nvContentPartPr>
              <p14:xfrm>
                <a:off x="4367668" y="2342012"/>
                <a:ext cx="21600" cy="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C9121DB-BFF2-D4EA-F122-2ED9FE81823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59028" y="2333012"/>
                  <a:ext cx="39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9E09F31-B07E-0C1D-6A78-CA34A6EB0855}"/>
                    </a:ext>
                  </a:extLst>
                </p14:cNvPr>
                <p14:cNvContentPartPr/>
                <p14:nvPr/>
              </p14:nvContentPartPr>
              <p14:xfrm>
                <a:off x="3453628" y="2545772"/>
                <a:ext cx="41040" cy="6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9E09F31-B07E-0C1D-6A78-CA34A6EB085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44628" y="2536772"/>
                  <a:ext cx="586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E5BD10-A689-3880-6FE2-03247CC3E148}"/>
                    </a:ext>
                  </a:extLst>
                </p14:cNvPr>
                <p14:cNvContentPartPr/>
                <p14:nvPr/>
              </p14:nvContentPartPr>
              <p14:xfrm>
                <a:off x="3644068" y="2584652"/>
                <a:ext cx="15120" cy="3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E5BD10-A689-3880-6FE2-03247CC3E14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635068" y="2575652"/>
                  <a:ext cx="327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2722805-D258-D20F-C28E-00D24FB1D0AC}"/>
                    </a:ext>
                  </a:extLst>
                </p14:cNvPr>
                <p14:cNvContentPartPr/>
                <p14:nvPr/>
              </p14:nvContentPartPr>
              <p14:xfrm>
                <a:off x="4078228" y="2530292"/>
                <a:ext cx="149040" cy="15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2722805-D258-D20F-C28E-00D24FB1D0A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69588" y="2521652"/>
                  <a:ext cx="1666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34E1F41-64FF-7FEE-A659-1CEA24A7B3A8}"/>
                    </a:ext>
                  </a:extLst>
                </p14:cNvPr>
                <p14:cNvContentPartPr/>
                <p14:nvPr/>
              </p14:nvContentPartPr>
              <p14:xfrm>
                <a:off x="3453628" y="2713172"/>
                <a:ext cx="393840" cy="16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34E1F41-64FF-7FEE-A659-1CEA24A7B3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44628" y="2704172"/>
                  <a:ext cx="411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60355CE-85A3-7B51-CD83-B10669DB0D6C}"/>
                    </a:ext>
                  </a:extLst>
                </p14:cNvPr>
                <p14:cNvContentPartPr/>
                <p14:nvPr/>
              </p14:nvContentPartPr>
              <p14:xfrm>
                <a:off x="3525988" y="5019332"/>
                <a:ext cx="5598360" cy="243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60355CE-85A3-7B51-CD83-B10669DB0D6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516988" y="5010692"/>
                  <a:ext cx="56160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0E7F79-4CA6-B28A-F89E-BB6894B094CD}"/>
                    </a:ext>
                  </a:extLst>
                </p14:cNvPr>
                <p14:cNvContentPartPr/>
                <p14:nvPr/>
              </p14:nvContentPartPr>
              <p14:xfrm>
                <a:off x="8801788" y="3098372"/>
                <a:ext cx="1712520" cy="1061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0E7F79-4CA6-B28A-F89E-BB6894B094C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792788" y="3089732"/>
                  <a:ext cx="1730160" cy="10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A0249DD-A6AF-D303-B8D1-BDA9CBD7F5A9}"/>
                    </a:ext>
                  </a:extLst>
                </p14:cNvPr>
                <p14:cNvContentPartPr/>
                <p14:nvPr/>
              </p14:nvContentPartPr>
              <p14:xfrm>
                <a:off x="8564908" y="3099452"/>
                <a:ext cx="2011320" cy="1107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A0249DD-A6AF-D303-B8D1-BDA9CBD7F5A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56268" y="3090812"/>
                  <a:ext cx="2028960" cy="11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A0A45E5-1B0A-7DE1-786D-9BE8BAE2F9C8}"/>
                    </a:ext>
                  </a:extLst>
                </p14:cNvPr>
                <p14:cNvContentPartPr/>
                <p14:nvPr/>
              </p14:nvContentPartPr>
              <p14:xfrm>
                <a:off x="9505228" y="4128692"/>
                <a:ext cx="158760" cy="214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A0A45E5-1B0A-7DE1-786D-9BE8BAE2F9C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96228" y="4120052"/>
                  <a:ext cx="1764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3755530-36E7-E1FC-2EFD-5005DDF09400}"/>
                    </a:ext>
                  </a:extLst>
                </p14:cNvPr>
                <p14:cNvContentPartPr/>
                <p14:nvPr/>
              </p14:nvContentPartPr>
              <p14:xfrm>
                <a:off x="9663628" y="4157492"/>
                <a:ext cx="154080" cy="1702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3755530-36E7-E1FC-2EFD-5005DDF0940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54988" y="4148492"/>
                  <a:ext cx="1717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E51B8F5-8012-7530-4090-FDD5D78E8D4A}"/>
                    </a:ext>
                  </a:extLst>
                </p14:cNvPr>
                <p14:cNvContentPartPr/>
                <p14:nvPr/>
              </p14:nvContentPartPr>
              <p14:xfrm>
                <a:off x="9516028" y="4354772"/>
                <a:ext cx="183960" cy="7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E51B8F5-8012-7530-4090-FDD5D78E8D4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07028" y="4345772"/>
                  <a:ext cx="2016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3FD286-32ED-F85B-95C1-92E492A980B6}"/>
                    </a:ext>
                  </a:extLst>
                </p14:cNvPr>
                <p14:cNvContentPartPr/>
                <p14:nvPr/>
              </p14:nvContentPartPr>
              <p14:xfrm>
                <a:off x="10867108" y="3544412"/>
                <a:ext cx="18720" cy="651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3FD286-32ED-F85B-95C1-92E492A980B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58468" y="3535412"/>
                  <a:ext cx="36360" cy="66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510058D-BBF9-4A75-5ADD-FE3D181508D6}"/>
                    </a:ext>
                  </a:extLst>
                </p14:cNvPr>
                <p14:cNvContentPartPr/>
                <p14:nvPr/>
              </p14:nvContentPartPr>
              <p14:xfrm>
                <a:off x="10809148" y="3439652"/>
                <a:ext cx="483120" cy="890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510058D-BBF9-4A75-5ADD-FE3D181508D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800508" y="3431012"/>
                  <a:ext cx="50076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25513EA-6E95-3972-F8AC-7E97398270D0}"/>
                    </a:ext>
                  </a:extLst>
                </p14:cNvPr>
                <p14:cNvContentPartPr/>
                <p14:nvPr/>
              </p14:nvContentPartPr>
              <p14:xfrm>
                <a:off x="8678308" y="2493212"/>
                <a:ext cx="273240" cy="415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25513EA-6E95-3972-F8AC-7E97398270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69668" y="2484212"/>
                  <a:ext cx="2908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D5A84C4-F93C-FF6C-339F-CA289782A5AF}"/>
                    </a:ext>
                  </a:extLst>
                </p14:cNvPr>
                <p14:cNvContentPartPr/>
                <p14:nvPr/>
              </p14:nvContentPartPr>
              <p14:xfrm>
                <a:off x="9046948" y="2662772"/>
                <a:ext cx="353520" cy="182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D5A84C4-F93C-FF6C-339F-CA289782A5A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037948" y="2654132"/>
                  <a:ext cx="3711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AA0FF7F-6880-CB45-A9A4-C79C8FB8CD40}"/>
                    </a:ext>
                  </a:extLst>
                </p14:cNvPr>
                <p14:cNvContentPartPr/>
                <p14:nvPr/>
              </p14:nvContentPartPr>
              <p14:xfrm>
                <a:off x="9440068" y="2585372"/>
                <a:ext cx="255240" cy="199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AA0FF7F-6880-CB45-A9A4-C79C8FB8CD4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31068" y="2576372"/>
                  <a:ext cx="272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3F96B8-834A-6B0E-1CA0-5A3CEE6279B1}"/>
                    </a:ext>
                  </a:extLst>
                </p14:cNvPr>
                <p14:cNvContentPartPr/>
                <p14:nvPr/>
              </p14:nvContentPartPr>
              <p14:xfrm>
                <a:off x="9662908" y="2428772"/>
                <a:ext cx="20520" cy="38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3F96B8-834A-6B0E-1CA0-5A3CEE6279B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53908" y="2419772"/>
                  <a:ext cx="38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267C07-BBD6-7C85-BDA3-6716D08C3024}"/>
                    </a:ext>
                  </a:extLst>
                </p14:cNvPr>
                <p14:cNvContentPartPr/>
                <p14:nvPr/>
              </p14:nvContentPartPr>
              <p14:xfrm>
                <a:off x="9774868" y="2397452"/>
                <a:ext cx="24480" cy="383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267C07-BBD6-7C85-BDA3-6716D08C302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765868" y="2388812"/>
                  <a:ext cx="4212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3AD919-7BC0-CAF2-6FF4-7EC8E508203C}"/>
                    </a:ext>
                  </a:extLst>
                </p14:cNvPr>
                <p14:cNvContentPartPr/>
                <p14:nvPr/>
              </p14:nvContentPartPr>
              <p14:xfrm>
                <a:off x="3883468" y="910292"/>
                <a:ext cx="5402880" cy="2490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3AD919-7BC0-CAF2-6FF4-7EC8E508203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74828" y="901292"/>
                  <a:ext cx="5420520" cy="250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407422-095E-B030-F790-8295EAB8826D}"/>
                    </a:ext>
                  </a:extLst>
                </p14:cNvPr>
                <p14:cNvContentPartPr/>
                <p14:nvPr/>
              </p14:nvContentPartPr>
              <p14:xfrm>
                <a:off x="6647908" y="1303772"/>
                <a:ext cx="223920" cy="327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407422-095E-B030-F790-8295EAB8826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639268" y="1294772"/>
                  <a:ext cx="2415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8BD6D48-0533-E742-0828-FB5282CCE658}"/>
                    </a:ext>
                  </a:extLst>
                </p14:cNvPr>
                <p14:cNvContentPartPr/>
                <p14:nvPr/>
              </p14:nvContentPartPr>
              <p14:xfrm>
                <a:off x="6929428" y="1475132"/>
                <a:ext cx="420480" cy="137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8BD6D48-0533-E742-0828-FB5282CCE65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920428" y="1466492"/>
                  <a:ext cx="438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1066748-17C6-A8DD-F6B7-9CC0E672EBDB}"/>
                    </a:ext>
                  </a:extLst>
                </p14:cNvPr>
                <p14:cNvContentPartPr/>
                <p14:nvPr/>
              </p14:nvContentPartPr>
              <p14:xfrm>
                <a:off x="7370788" y="1385132"/>
                <a:ext cx="17280" cy="29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1066748-17C6-A8DD-F6B7-9CC0E672EBD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361788" y="1376492"/>
                  <a:ext cx="349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E2D916F-1A39-F1EA-131D-93CC5B458D6F}"/>
                    </a:ext>
                  </a:extLst>
                </p14:cNvPr>
                <p14:cNvContentPartPr/>
                <p14:nvPr/>
              </p14:nvContentPartPr>
              <p14:xfrm>
                <a:off x="7406068" y="1379732"/>
                <a:ext cx="8280" cy="203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E2D916F-1A39-F1EA-131D-93CC5B458D6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397068" y="1370732"/>
                  <a:ext cx="25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FAEDF8B-43F0-26E1-B7AA-C64F33CFC59A}"/>
                    </a:ext>
                  </a:extLst>
                </p14:cNvPr>
                <p14:cNvContentPartPr/>
                <p14:nvPr/>
              </p14:nvContentPartPr>
              <p14:xfrm>
                <a:off x="7407148" y="1464692"/>
                <a:ext cx="395640" cy="169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FAEDF8B-43F0-26E1-B7AA-C64F33CFC59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398508" y="1456052"/>
                  <a:ext cx="413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6D7DF52-704A-54B3-D2F3-6067DE58951F}"/>
                    </a:ext>
                  </a:extLst>
                </p14:cNvPr>
                <p14:cNvContentPartPr/>
                <p14:nvPr/>
              </p14:nvContentPartPr>
              <p14:xfrm>
                <a:off x="5214388" y="2552252"/>
                <a:ext cx="266040" cy="12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6D7DF52-704A-54B3-D2F3-6067DE58951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205748" y="2543252"/>
                  <a:ext cx="2836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1EAD1A-B53C-0B66-F74B-61F2AF4A22DD}"/>
                    </a:ext>
                  </a:extLst>
                </p14:cNvPr>
                <p14:cNvContentPartPr/>
                <p14:nvPr/>
              </p14:nvContentPartPr>
              <p14:xfrm>
                <a:off x="4979668" y="2531372"/>
                <a:ext cx="687600" cy="1282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1EAD1A-B53C-0B66-F74B-61F2AF4A22D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970668" y="2522732"/>
                  <a:ext cx="705240" cy="13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D2F542B-4BB2-4C23-6D72-28DE3E024038}"/>
                    </a:ext>
                  </a:extLst>
                </p14:cNvPr>
                <p14:cNvContentPartPr/>
                <p14:nvPr/>
              </p14:nvContentPartPr>
              <p14:xfrm>
                <a:off x="7047508" y="3409052"/>
                <a:ext cx="241920" cy="346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D2F542B-4BB2-4C23-6D72-28DE3E02403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038508" y="3400052"/>
                  <a:ext cx="2595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97BFCB6-4418-1B81-5D36-E426BBE970B0}"/>
                    </a:ext>
                  </a:extLst>
                </p14:cNvPr>
                <p14:cNvContentPartPr/>
                <p14:nvPr/>
              </p14:nvContentPartPr>
              <p14:xfrm>
                <a:off x="7344508" y="3518132"/>
                <a:ext cx="101520" cy="157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97BFCB6-4418-1B81-5D36-E426BBE970B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335508" y="3509492"/>
                  <a:ext cx="119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8D6B32-07B8-4B3B-C7CB-82E0D11E95CD}"/>
                    </a:ext>
                  </a:extLst>
                </p14:cNvPr>
                <p14:cNvContentPartPr/>
                <p14:nvPr/>
              </p14:nvContentPartPr>
              <p14:xfrm>
                <a:off x="7458628" y="3489332"/>
                <a:ext cx="111960" cy="168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8D6B32-07B8-4B3B-C7CB-82E0D11E95C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49988" y="3480332"/>
                  <a:ext cx="1296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2755AE4-7C8E-C0D6-6E18-CE95559ACD12}"/>
                    </a:ext>
                  </a:extLst>
                </p14:cNvPr>
                <p14:cNvContentPartPr/>
                <p14:nvPr/>
              </p14:nvContentPartPr>
              <p14:xfrm>
                <a:off x="7590388" y="3334532"/>
                <a:ext cx="131760" cy="457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2755AE4-7C8E-C0D6-6E18-CE95559ACD1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81748" y="3325892"/>
                  <a:ext cx="14940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B52ADA-778F-8CD0-2F8D-6B539DDC7B78}"/>
                    </a:ext>
                  </a:extLst>
                </p14:cNvPr>
                <p14:cNvContentPartPr/>
                <p14:nvPr/>
              </p14:nvContentPartPr>
              <p14:xfrm>
                <a:off x="7538548" y="3529652"/>
                <a:ext cx="186480" cy="88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B52ADA-778F-8CD0-2F8D-6B539DDC7B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29908" y="3521012"/>
                  <a:ext cx="2041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D7E10F4-E12D-02F2-674B-36EB41A952A4}"/>
                    </a:ext>
                  </a:extLst>
                </p14:cNvPr>
                <p14:cNvContentPartPr/>
                <p14:nvPr/>
              </p14:nvContentPartPr>
              <p14:xfrm>
                <a:off x="7781548" y="3418412"/>
                <a:ext cx="28800" cy="212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D7E10F4-E12D-02F2-674B-36EB41A952A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2548" y="3409412"/>
                  <a:ext cx="464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82A376D-F175-5732-E0E7-4B04F00ED9E1}"/>
                    </a:ext>
                  </a:extLst>
                </p14:cNvPr>
                <p14:cNvContentPartPr/>
                <p14:nvPr/>
              </p14:nvContentPartPr>
              <p14:xfrm>
                <a:off x="7763548" y="3491492"/>
                <a:ext cx="109080" cy="21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82A376D-F175-5732-E0E7-4B04F00ED9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754548" y="3482852"/>
                  <a:ext cx="1267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DA65154-D155-114A-9623-3D65A41173EC}"/>
                    </a:ext>
                  </a:extLst>
                </p14:cNvPr>
                <p14:cNvContentPartPr/>
                <p14:nvPr/>
              </p14:nvContentPartPr>
              <p14:xfrm>
                <a:off x="7851388" y="3366212"/>
                <a:ext cx="116280" cy="258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DA65154-D155-114A-9623-3D65A41173E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42748" y="3357212"/>
                  <a:ext cx="1339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6C8524F-7F51-B03A-AC05-90D36F9B1FAA}"/>
                    </a:ext>
                  </a:extLst>
                </p14:cNvPr>
                <p14:cNvContentPartPr/>
                <p14:nvPr/>
              </p14:nvContentPartPr>
              <p14:xfrm>
                <a:off x="6786148" y="3264332"/>
                <a:ext cx="222840" cy="381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6C8524F-7F51-B03A-AC05-90D36F9B1FA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777508" y="3255692"/>
                  <a:ext cx="240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34F58C7-D829-0375-47C9-6B299A61BF16}"/>
                    </a:ext>
                  </a:extLst>
                </p14:cNvPr>
                <p14:cNvContentPartPr/>
                <p14:nvPr/>
              </p14:nvContentPartPr>
              <p14:xfrm>
                <a:off x="7236508" y="3776612"/>
                <a:ext cx="744480" cy="79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34F58C7-D829-0375-47C9-6B299A61BF1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27508" y="3767972"/>
                  <a:ext cx="762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89E7D80-CDEE-4815-8540-013BB92191CC}"/>
                    </a:ext>
                  </a:extLst>
                </p14:cNvPr>
                <p14:cNvContentPartPr/>
                <p14:nvPr/>
              </p14:nvContentPartPr>
              <p14:xfrm>
                <a:off x="5598148" y="2133932"/>
                <a:ext cx="32040" cy="136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89E7D80-CDEE-4815-8540-013BB92191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589148" y="2125292"/>
                  <a:ext cx="49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C089762-089F-4286-9BA5-1D1FECB0AFDC}"/>
                    </a:ext>
                  </a:extLst>
                </p14:cNvPr>
                <p14:cNvContentPartPr/>
                <p14:nvPr/>
              </p14:nvContentPartPr>
              <p14:xfrm>
                <a:off x="5572228" y="1854212"/>
                <a:ext cx="194400" cy="297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C089762-089F-4286-9BA5-1D1FECB0AFD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563588" y="1845572"/>
                  <a:ext cx="2120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F3734A5-0256-8E97-4B13-C1820E8092CF}"/>
                    </a:ext>
                  </a:extLst>
                </p14:cNvPr>
                <p14:cNvContentPartPr/>
                <p14:nvPr/>
              </p14:nvContentPartPr>
              <p14:xfrm>
                <a:off x="5723068" y="2135732"/>
                <a:ext cx="143640" cy="99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F3734A5-0256-8E97-4B13-C1820E8092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714068" y="2127092"/>
                  <a:ext cx="1612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7D843C1-CC59-C5FD-2914-5474CEEC6915}"/>
                    </a:ext>
                  </a:extLst>
                </p14:cNvPr>
                <p14:cNvContentPartPr/>
                <p14:nvPr/>
              </p14:nvContentPartPr>
              <p14:xfrm>
                <a:off x="5880388" y="2145812"/>
                <a:ext cx="95040" cy="90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7D843C1-CC59-C5FD-2914-5474CEEC691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71748" y="2136812"/>
                  <a:ext cx="11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AA4CD12-56B3-27A7-7CE7-C94E1EBCE29F}"/>
                    </a:ext>
                  </a:extLst>
                </p14:cNvPr>
                <p14:cNvContentPartPr/>
                <p14:nvPr/>
              </p14:nvContentPartPr>
              <p14:xfrm>
                <a:off x="6032308" y="2040692"/>
                <a:ext cx="18720" cy="1591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AA4CD12-56B3-27A7-7CE7-C94E1EBCE29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023668" y="2032052"/>
                  <a:ext cx="36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00120D2-3460-9E78-F228-B3C1A84FE044}"/>
                    </a:ext>
                  </a:extLst>
                </p14:cNvPr>
                <p14:cNvContentPartPr/>
                <p14:nvPr/>
              </p14:nvContentPartPr>
              <p14:xfrm>
                <a:off x="6058588" y="2124572"/>
                <a:ext cx="200520" cy="113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00120D2-3460-9E78-F228-B3C1A84FE04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049948" y="2115572"/>
                  <a:ext cx="218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2B410F8-D321-00E0-F6C4-93EFAA4C0593}"/>
                    </a:ext>
                  </a:extLst>
                </p14:cNvPr>
                <p14:cNvContentPartPr/>
                <p14:nvPr/>
              </p14:nvContentPartPr>
              <p14:xfrm>
                <a:off x="6335068" y="2024132"/>
                <a:ext cx="193680" cy="1969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2B410F8-D321-00E0-F6C4-93EFAA4C059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26428" y="2015132"/>
                  <a:ext cx="21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410D14B-3EAC-0C1E-81C9-B8FF624C67B7}"/>
                    </a:ext>
                  </a:extLst>
                </p14:cNvPr>
                <p14:cNvContentPartPr/>
                <p14:nvPr/>
              </p14:nvContentPartPr>
              <p14:xfrm>
                <a:off x="6505708" y="2123852"/>
                <a:ext cx="142920" cy="60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410D14B-3EAC-0C1E-81C9-B8FF624C67B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97068" y="2114852"/>
                  <a:ext cx="1605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D5E5479-D78B-3991-490C-66CF204C2345}"/>
                    </a:ext>
                  </a:extLst>
                </p14:cNvPr>
                <p14:cNvContentPartPr/>
                <p14:nvPr/>
              </p14:nvContentPartPr>
              <p14:xfrm>
                <a:off x="5979028" y="2382692"/>
                <a:ext cx="181800" cy="293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D5E5479-D78B-3991-490C-66CF204C234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970388" y="2374052"/>
                  <a:ext cx="1994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48BC8EE-797C-C0CB-7680-8B4D3F8763AB}"/>
                    </a:ext>
                  </a:extLst>
                </p14:cNvPr>
                <p14:cNvContentPartPr/>
                <p14:nvPr/>
              </p14:nvContentPartPr>
              <p14:xfrm>
                <a:off x="6191068" y="2495372"/>
                <a:ext cx="445320" cy="164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48BC8EE-797C-C0CB-7680-8B4D3F8763A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82068" y="2486732"/>
                  <a:ext cx="4629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6535FCD-A899-3672-5EBA-403AAB7C4A11}"/>
                    </a:ext>
                  </a:extLst>
                </p14:cNvPr>
                <p14:cNvContentPartPr/>
                <p14:nvPr/>
              </p14:nvContentPartPr>
              <p14:xfrm>
                <a:off x="6662308" y="4137332"/>
                <a:ext cx="94320" cy="664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6535FCD-A899-3672-5EBA-403AAB7C4A1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653308" y="4128692"/>
                  <a:ext cx="11196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B4475B9-5BE0-C3AD-271F-444315DE0931}"/>
                    </a:ext>
                  </a:extLst>
                </p14:cNvPr>
                <p14:cNvContentPartPr/>
                <p14:nvPr/>
              </p14:nvContentPartPr>
              <p14:xfrm>
                <a:off x="6591028" y="4495172"/>
                <a:ext cx="253440" cy="169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B4475B9-5BE0-C3AD-271F-444315DE093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582388" y="4486172"/>
                  <a:ext cx="2710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D66EECB-4743-BA1E-75B0-208F65842815}"/>
                    </a:ext>
                  </a:extLst>
                </p14:cNvPr>
                <p14:cNvContentPartPr/>
                <p14:nvPr/>
              </p14:nvContentPartPr>
              <p14:xfrm>
                <a:off x="6852028" y="4391492"/>
                <a:ext cx="9720" cy="23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D66EECB-4743-BA1E-75B0-208F6584281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43028" y="4382492"/>
                  <a:ext cx="273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28F805D-7A8A-A005-D6B4-96DB117333DF}"/>
                    </a:ext>
                  </a:extLst>
                </p14:cNvPr>
                <p14:cNvContentPartPr/>
                <p14:nvPr/>
              </p14:nvContentPartPr>
              <p14:xfrm>
                <a:off x="6906028" y="4536932"/>
                <a:ext cx="384480" cy="151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28F805D-7A8A-A005-D6B4-96DB117333D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897028" y="4527932"/>
                  <a:ext cx="4021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F48A19E-1B5A-B5E1-2362-182CF4BA034A}"/>
                    </a:ext>
                  </a:extLst>
                </p14:cNvPr>
                <p14:cNvContentPartPr/>
                <p14:nvPr/>
              </p14:nvContentPartPr>
              <p14:xfrm>
                <a:off x="7268908" y="4383212"/>
                <a:ext cx="7200" cy="18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F48A19E-1B5A-B5E1-2362-182CF4BA034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260268" y="4374572"/>
                  <a:ext cx="248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5C4A5A6-42B1-58E2-A65C-0EB2E937C606}"/>
                    </a:ext>
                  </a:extLst>
                </p14:cNvPr>
                <p14:cNvContentPartPr/>
                <p14:nvPr/>
              </p14:nvContentPartPr>
              <p14:xfrm>
                <a:off x="6397348" y="4322732"/>
                <a:ext cx="269640" cy="5986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5C4A5A6-42B1-58E2-A65C-0EB2E937C60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388708" y="4314092"/>
                  <a:ext cx="2872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D9B72C3-BF17-CC49-C47E-DC5733B95B80}"/>
                    </a:ext>
                  </a:extLst>
                </p14:cNvPr>
                <p14:cNvContentPartPr/>
                <p14:nvPr/>
              </p14:nvContentPartPr>
              <p14:xfrm>
                <a:off x="7443868" y="4400852"/>
                <a:ext cx="112320" cy="409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D9B72C3-BF17-CC49-C47E-DC5733B95B8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435228" y="4392212"/>
                  <a:ext cx="12996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7F6DFD5-1EDB-5804-770E-A16525D0B852}"/>
                    </a:ext>
                  </a:extLst>
                </p14:cNvPr>
                <p14:cNvContentPartPr/>
                <p14:nvPr/>
              </p14:nvContentPartPr>
              <p14:xfrm>
                <a:off x="4952308" y="5648252"/>
                <a:ext cx="1355400" cy="678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7F6DFD5-1EDB-5804-770E-A16525D0B85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943308" y="5639612"/>
                  <a:ext cx="1373040" cy="6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739A65D-3CCB-FDBC-5062-6A877AABA13F}"/>
                    </a:ext>
                  </a:extLst>
                </p14:cNvPr>
                <p14:cNvContentPartPr/>
                <p14:nvPr/>
              </p14:nvContentPartPr>
              <p14:xfrm>
                <a:off x="5153188" y="5668772"/>
                <a:ext cx="1325160" cy="660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739A65D-3CCB-FDBC-5062-6A877AABA13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144188" y="5659772"/>
                  <a:ext cx="134280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8208447-509E-7C7F-5D82-9905E1482A15}"/>
                    </a:ext>
                  </a:extLst>
                </p14:cNvPr>
                <p14:cNvContentPartPr/>
                <p14:nvPr/>
              </p14:nvContentPartPr>
              <p14:xfrm>
                <a:off x="5432548" y="5372132"/>
                <a:ext cx="203400" cy="195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8208447-509E-7C7F-5D82-9905E1482A1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23548" y="5363132"/>
                  <a:ext cx="2210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12CAF99-3C40-406B-E069-781A0A07BA34}"/>
                    </a:ext>
                  </a:extLst>
                </p14:cNvPr>
                <p14:cNvContentPartPr/>
                <p14:nvPr/>
              </p14:nvContentPartPr>
              <p14:xfrm>
                <a:off x="5689948" y="5448812"/>
                <a:ext cx="87480" cy="88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12CAF99-3C40-406B-E069-781A0A07BA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81308" y="5439812"/>
                  <a:ext cx="105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A3619C-C716-235E-475D-19010386374C}"/>
                    </a:ext>
                  </a:extLst>
                </p14:cNvPr>
                <p14:cNvContentPartPr/>
                <p14:nvPr/>
              </p14:nvContentPartPr>
              <p14:xfrm>
                <a:off x="5821708" y="5421812"/>
                <a:ext cx="123480" cy="1303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A3619C-C716-235E-475D-19010386374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13068" y="5412812"/>
                  <a:ext cx="141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5BE88D8-9C03-490B-E822-573B44A7F450}"/>
                    </a:ext>
                  </a:extLst>
                </p14:cNvPr>
                <p14:cNvContentPartPr/>
                <p14:nvPr/>
              </p14:nvContentPartPr>
              <p14:xfrm>
                <a:off x="5973268" y="5327132"/>
                <a:ext cx="59760" cy="3117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5BE88D8-9C03-490B-E822-573B44A7F45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64268" y="5318492"/>
                  <a:ext cx="774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0AC6BCA-4D6D-B1CA-C160-8FE94CA9C3EC}"/>
                    </a:ext>
                  </a:extLst>
                </p14:cNvPr>
                <p14:cNvContentPartPr/>
                <p14:nvPr/>
              </p14:nvContentPartPr>
              <p14:xfrm>
                <a:off x="6123748" y="5327132"/>
                <a:ext cx="27360" cy="2426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0AC6BCA-4D6D-B1CA-C160-8FE94CA9C3E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115108" y="5318132"/>
                  <a:ext cx="4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EEFF911-AA39-65F8-6C18-F617DB6026E8}"/>
                    </a:ext>
                  </a:extLst>
                </p14:cNvPr>
                <p14:cNvContentPartPr/>
                <p14:nvPr/>
              </p14:nvContentPartPr>
              <p14:xfrm>
                <a:off x="6117628" y="5440172"/>
                <a:ext cx="107280" cy="68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EEFF911-AA39-65F8-6C18-F617DB6026E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108628" y="5431172"/>
                  <a:ext cx="1249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79DAF5C-E634-350E-A8AB-3C71E2B15C69}"/>
                    </a:ext>
                  </a:extLst>
                </p14:cNvPr>
                <p14:cNvContentPartPr/>
                <p14:nvPr/>
              </p14:nvContentPartPr>
              <p14:xfrm>
                <a:off x="4273348" y="3216812"/>
                <a:ext cx="622800" cy="20919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79DAF5C-E634-350E-A8AB-3C71E2B15C6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264348" y="3207812"/>
                  <a:ext cx="640440" cy="21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7E14B6D-E844-9E78-4FF7-539CCC0C6023}"/>
                    </a:ext>
                  </a:extLst>
                </p14:cNvPr>
                <p14:cNvContentPartPr/>
                <p14:nvPr/>
              </p14:nvContentPartPr>
              <p14:xfrm>
                <a:off x="4750708" y="5262332"/>
                <a:ext cx="233640" cy="157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7E14B6D-E844-9E78-4FF7-539CCC0C602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742068" y="5253332"/>
                  <a:ext cx="251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B84D5EB-9547-A4D4-027D-F7BFB4E8E6E8}"/>
                    </a:ext>
                  </a:extLst>
                </p14:cNvPr>
                <p14:cNvContentPartPr/>
                <p14:nvPr/>
              </p14:nvContentPartPr>
              <p14:xfrm>
                <a:off x="4402228" y="2919812"/>
                <a:ext cx="953640" cy="25603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B84D5EB-9547-A4D4-027D-F7BFB4E8E6E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393588" y="2911172"/>
                  <a:ext cx="971280" cy="257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5FDC1BB-F0E7-0C76-7683-544B07579757}"/>
                    </a:ext>
                  </a:extLst>
                </p14:cNvPr>
                <p14:cNvContentPartPr/>
                <p14:nvPr/>
              </p14:nvContentPartPr>
              <p14:xfrm>
                <a:off x="5194588" y="5324972"/>
                <a:ext cx="247680" cy="1854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5FDC1BB-F0E7-0C76-7683-544B0757975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85588" y="5315972"/>
                  <a:ext cx="265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945373E-789E-9FBE-AC0A-79560ECBB576}"/>
                    </a:ext>
                  </a:extLst>
                </p14:cNvPr>
                <p14:cNvContentPartPr/>
                <p14:nvPr/>
              </p14:nvContentPartPr>
              <p14:xfrm>
                <a:off x="5142748" y="5955332"/>
                <a:ext cx="185760" cy="44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945373E-789E-9FBE-AC0A-79560ECBB57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134108" y="5946692"/>
                  <a:ext cx="203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46686A8-CFF4-C29B-F9A5-BCDE6AE44FEF}"/>
                    </a:ext>
                  </a:extLst>
                </p14:cNvPr>
                <p14:cNvContentPartPr/>
                <p14:nvPr/>
              </p14:nvContentPartPr>
              <p14:xfrm>
                <a:off x="5097748" y="6131012"/>
                <a:ext cx="169560" cy="33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46686A8-CFF4-C29B-F9A5-BCDE6AE44FE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089108" y="6122372"/>
                  <a:ext cx="1872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FF173D6-D0EC-6141-616D-B9AD0F845324}"/>
                    </a:ext>
                  </a:extLst>
                </p14:cNvPr>
                <p14:cNvContentPartPr/>
                <p14:nvPr/>
              </p14:nvContentPartPr>
              <p14:xfrm>
                <a:off x="5622268" y="5972612"/>
                <a:ext cx="297720" cy="14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FF173D6-D0EC-6141-616D-B9AD0F84532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13628" y="5963972"/>
                  <a:ext cx="315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D5A019A-F081-6027-FA11-2EC3A5E94FC9}"/>
                    </a:ext>
                  </a:extLst>
                </p14:cNvPr>
                <p14:cNvContentPartPr/>
                <p14:nvPr/>
              </p14:nvContentPartPr>
              <p14:xfrm>
                <a:off x="5640988" y="6131012"/>
                <a:ext cx="227160" cy="13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D5A019A-F081-6027-FA11-2EC3A5E94FC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631988" y="6122372"/>
                  <a:ext cx="2448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EA4D83C-B43A-C7B4-CBF9-1F4F857D3B1E}"/>
                    </a:ext>
                  </a:extLst>
                </p14:cNvPr>
                <p14:cNvContentPartPr/>
                <p14:nvPr/>
              </p14:nvContentPartPr>
              <p14:xfrm>
                <a:off x="6113668" y="5985932"/>
                <a:ext cx="145800" cy="6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EA4D83C-B43A-C7B4-CBF9-1F4F857D3B1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104668" y="5977292"/>
                  <a:ext cx="163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F5E4EC-7EF4-4D56-11F8-3A0550F66916}"/>
                    </a:ext>
                  </a:extLst>
                </p14:cNvPr>
                <p14:cNvContentPartPr/>
                <p14:nvPr/>
              </p14:nvContentPartPr>
              <p14:xfrm>
                <a:off x="6071548" y="6111212"/>
                <a:ext cx="176760" cy="34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F5E4EC-7EF4-4D56-11F8-3A0550F6691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062548" y="6102572"/>
                  <a:ext cx="1944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769207-3719-E0A6-EDD4-FE521CFDB06D}"/>
                    </a:ext>
                  </a:extLst>
                </p14:cNvPr>
                <p14:cNvContentPartPr/>
                <p14:nvPr/>
              </p14:nvContentPartPr>
              <p14:xfrm>
                <a:off x="6716308" y="4128332"/>
                <a:ext cx="1919520" cy="1503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769207-3719-E0A6-EDD4-FE521CFDB06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07308" y="4119692"/>
                  <a:ext cx="1937160" cy="15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9B9467D-92F0-8333-4932-57B150CF256A}"/>
                    </a:ext>
                  </a:extLst>
                </p14:cNvPr>
                <p14:cNvContentPartPr/>
                <p14:nvPr/>
              </p14:nvContentPartPr>
              <p14:xfrm>
                <a:off x="7117348" y="4513892"/>
                <a:ext cx="2126880" cy="1334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9B9467D-92F0-8333-4932-57B150CF256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108708" y="4505252"/>
                  <a:ext cx="2144520" cy="13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6756D8D-672A-FE0C-77C9-F0D1E0D3047B}"/>
                    </a:ext>
                  </a:extLst>
                </p14:cNvPr>
                <p14:cNvContentPartPr/>
                <p14:nvPr/>
              </p14:nvContentPartPr>
              <p14:xfrm>
                <a:off x="9063508" y="4534412"/>
                <a:ext cx="351720" cy="123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6756D8D-672A-FE0C-77C9-F0D1E0D3047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054508" y="4525412"/>
                  <a:ext cx="369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F754333-313B-FACC-685E-7CAC2BE2F7C8}"/>
                    </a:ext>
                  </a:extLst>
                </p14:cNvPr>
                <p14:cNvContentPartPr/>
                <p14:nvPr/>
              </p14:nvContentPartPr>
              <p14:xfrm>
                <a:off x="8447908" y="4169732"/>
                <a:ext cx="130680" cy="82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F754333-313B-FACC-685E-7CAC2BE2F7C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38908" y="4160732"/>
                  <a:ext cx="1483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AC83C87-D5EA-8277-2F17-EDE3EFB5CA2B}"/>
                    </a:ext>
                  </a:extLst>
                </p14:cNvPr>
                <p14:cNvContentPartPr/>
                <p14:nvPr/>
              </p14:nvContentPartPr>
              <p14:xfrm>
                <a:off x="8597668" y="4166852"/>
                <a:ext cx="123120" cy="114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AC83C87-D5EA-8277-2F17-EDE3EFB5CA2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589028" y="4157852"/>
                  <a:ext cx="1407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197FBCC-3F7E-0424-4738-5092EBC01AF5}"/>
                    </a:ext>
                  </a:extLst>
                </p14:cNvPr>
                <p14:cNvContentPartPr/>
                <p14:nvPr/>
              </p14:nvContentPartPr>
              <p14:xfrm>
                <a:off x="9518548" y="3802892"/>
                <a:ext cx="142200" cy="182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197FBCC-3F7E-0424-4738-5092EBC01AF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509908" y="3794252"/>
                  <a:ext cx="1598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067391C-7E41-2C42-6740-7377D8D34A7F}"/>
                    </a:ext>
                  </a:extLst>
                </p14:cNvPr>
                <p14:cNvContentPartPr/>
                <p14:nvPr/>
              </p14:nvContentPartPr>
              <p14:xfrm>
                <a:off x="9439708" y="3672572"/>
                <a:ext cx="432000" cy="3697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067391C-7E41-2C42-6740-7377D8D34A7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31068" y="3663932"/>
                  <a:ext cx="4496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05C6C86-B2B2-82B5-BE92-8FFC2820A46E}"/>
                    </a:ext>
                  </a:extLst>
                </p14:cNvPr>
                <p14:cNvContentPartPr/>
                <p14:nvPr/>
              </p14:nvContentPartPr>
              <p14:xfrm>
                <a:off x="5291428" y="5935172"/>
                <a:ext cx="168120" cy="871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05C6C86-B2B2-82B5-BE92-8FFC2820A4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82788" y="5926532"/>
                  <a:ext cx="1857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AC1C08-B492-56A0-8E30-53E992D0CA8E}"/>
                    </a:ext>
                  </a:extLst>
                </p14:cNvPr>
                <p14:cNvContentPartPr/>
                <p14:nvPr/>
              </p14:nvContentPartPr>
              <p14:xfrm>
                <a:off x="5340388" y="5917532"/>
                <a:ext cx="80640" cy="102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AC1C08-B492-56A0-8E30-53E992D0CA8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331748" y="5908892"/>
                  <a:ext cx="982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7160A0C-43BB-1561-E180-06B2DFF48E34}"/>
                    </a:ext>
                  </a:extLst>
                </p14:cNvPr>
                <p14:cNvContentPartPr/>
                <p14:nvPr/>
              </p14:nvContentPartPr>
              <p14:xfrm>
                <a:off x="5736028" y="5915012"/>
                <a:ext cx="186120" cy="424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7160A0C-43BB-1561-E180-06B2DFF48E3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727388" y="5906372"/>
                  <a:ext cx="2037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378A28A-7AE1-3966-676C-DC63F77FA35E}"/>
                    </a:ext>
                  </a:extLst>
                </p14:cNvPr>
                <p14:cNvContentPartPr/>
                <p14:nvPr/>
              </p14:nvContentPartPr>
              <p14:xfrm>
                <a:off x="5844388" y="5877932"/>
                <a:ext cx="34920" cy="1076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378A28A-7AE1-3966-676C-DC63F77FA35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35748" y="5869292"/>
                  <a:ext cx="525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75FBE5B-70E9-D9A8-C520-1F73F3BB0031}"/>
                    </a:ext>
                  </a:extLst>
                </p14:cNvPr>
                <p14:cNvContentPartPr/>
                <p14:nvPr/>
              </p14:nvContentPartPr>
              <p14:xfrm>
                <a:off x="6071548" y="5904212"/>
                <a:ext cx="172440" cy="81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75FBE5B-70E9-D9A8-C520-1F73F3BB003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062908" y="5895572"/>
                  <a:ext cx="190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6B9E078-FA87-F0F2-30C3-3B1A081247BE}"/>
                    </a:ext>
                  </a:extLst>
                </p14:cNvPr>
                <p14:cNvContentPartPr/>
                <p14:nvPr/>
              </p14:nvContentPartPr>
              <p14:xfrm>
                <a:off x="6140668" y="5891252"/>
                <a:ext cx="75960" cy="92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6B9E078-FA87-F0F2-30C3-3B1A081247B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132028" y="5882612"/>
                  <a:ext cx="93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2DD4DFF-4449-6769-6B69-0CBE8C6920BA}"/>
                    </a:ext>
                  </a:extLst>
                </p14:cNvPr>
                <p14:cNvContentPartPr/>
                <p14:nvPr/>
              </p14:nvContentPartPr>
              <p14:xfrm>
                <a:off x="9564988" y="4403372"/>
                <a:ext cx="86400" cy="9324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2DD4DFF-4449-6769-6B69-0CBE8C6920B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555988" y="4394732"/>
                  <a:ext cx="104040" cy="9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569AC97-D92E-1A0A-BF8D-8333BB5BD438}"/>
                    </a:ext>
                  </a:extLst>
                </p14:cNvPr>
                <p14:cNvContentPartPr/>
                <p14:nvPr/>
              </p14:nvContentPartPr>
              <p14:xfrm>
                <a:off x="9571468" y="5288972"/>
                <a:ext cx="165960" cy="86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569AC97-D92E-1A0A-BF8D-8333BB5BD43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562828" y="5279972"/>
                  <a:ext cx="1836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6EF14AD-C7E9-21F2-6214-A2DCE6EFC1E5}"/>
                    </a:ext>
                  </a:extLst>
                </p14:cNvPr>
                <p14:cNvContentPartPr/>
                <p14:nvPr/>
              </p14:nvContentPartPr>
              <p14:xfrm>
                <a:off x="8972788" y="5583812"/>
                <a:ext cx="1193760" cy="819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6EF14AD-C7E9-21F2-6214-A2DCE6EFC1E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64148" y="5575172"/>
                  <a:ext cx="1211400" cy="83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9E97327-D69D-9A39-7894-619B1449CD59}"/>
                    </a:ext>
                  </a:extLst>
                </p14:cNvPr>
                <p14:cNvContentPartPr/>
                <p14:nvPr/>
              </p14:nvContentPartPr>
              <p14:xfrm>
                <a:off x="9203908" y="5807372"/>
                <a:ext cx="228960" cy="2228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9E97327-D69D-9A39-7894-619B1449CD5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195268" y="5798372"/>
                  <a:ext cx="2466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3B54CEE-FDA8-3EDD-3659-C450E7D71629}"/>
                    </a:ext>
                  </a:extLst>
                </p14:cNvPr>
                <p14:cNvContentPartPr/>
                <p14:nvPr/>
              </p14:nvContentPartPr>
              <p14:xfrm>
                <a:off x="9499828" y="5927972"/>
                <a:ext cx="48240" cy="122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3B54CEE-FDA8-3EDD-3659-C450E7D7162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491188" y="5918972"/>
                  <a:ext cx="658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C4455F0-0332-ED88-028D-DF76BC3267AB}"/>
                    </a:ext>
                  </a:extLst>
                </p14:cNvPr>
                <p14:cNvContentPartPr/>
                <p14:nvPr/>
              </p14:nvContentPartPr>
              <p14:xfrm>
                <a:off x="9330628" y="5844452"/>
                <a:ext cx="489240" cy="1810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C4455F0-0332-ED88-028D-DF76BC3267A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321988" y="5835812"/>
                  <a:ext cx="506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A73488F-35B3-C6B9-8AF3-B45BB3E201D0}"/>
                    </a:ext>
                  </a:extLst>
                </p14:cNvPr>
                <p14:cNvContentPartPr/>
                <p14:nvPr/>
              </p14:nvContentPartPr>
              <p14:xfrm>
                <a:off x="9802948" y="5742572"/>
                <a:ext cx="18720" cy="15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A73488F-35B3-C6B9-8AF3-B45BB3E201D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794308" y="5733572"/>
                  <a:ext cx="363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0B7403C-7ED0-F0E8-1AF9-8DF5A1F9F2FF}"/>
                    </a:ext>
                  </a:extLst>
                </p14:cNvPr>
                <p14:cNvContentPartPr/>
                <p14:nvPr/>
              </p14:nvContentPartPr>
              <p14:xfrm>
                <a:off x="9821308" y="5872892"/>
                <a:ext cx="146160" cy="95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0B7403C-7ED0-F0E8-1AF9-8DF5A1F9F2F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812668" y="5863892"/>
                  <a:ext cx="1638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D186418-BA86-9DAB-4521-AC7D916D031F}"/>
                    </a:ext>
                  </a:extLst>
                </p14:cNvPr>
                <p14:cNvContentPartPr/>
                <p14:nvPr/>
              </p14:nvContentPartPr>
              <p14:xfrm>
                <a:off x="3525988" y="4789652"/>
                <a:ext cx="7131960" cy="19972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D186418-BA86-9DAB-4521-AC7D916D031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517348" y="4780652"/>
                  <a:ext cx="7149600" cy="20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77C73737-00DB-0F6A-0D11-AA42A193630D}"/>
              </a:ext>
            </a:extLst>
          </p:cNvPr>
          <p:cNvGrpSpPr/>
          <p:nvPr/>
        </p:nvGrpSpPr>
        <p:grpSpPr>
          <a:xfrm>
            <a:off x="1375348" y="3038972"/>
            <a:ext cx="289800" cy="302760"/>
            <a:chOff x="1375348" y="3038972"/>
            <a:chExt cx="289800" cy="30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2511ED3-6C3E-8799-05A5-B0E8A0C33DBB}"/>
                    </a:ext>
                  </a:extLst>
                </p14:cNvPr>
                <p14:cNvContentPartPr/>
                <p14:nvPr/>
              </p14:nvContentPartPr>
              <p14:xfrm>
                <a:off x="1375348" y="3038972"/>
                <a:ext cx="289800" cy="302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2511ED3-6C3E-8799-05A5-B0E8A0C33DB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366708" y="3029972"/>
                  <a:ext cx="3074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9543D9D-0FE2-AF3E-21CD-EE0A7BF59FF0}"/>
                    </a:ext>
                  </a:extLst>
                </p14:cNvPr>
                <p14:cNvContentPartPr/>
                <p14:nvPr/>
              </p14:nvContentPartPr>
              <p14:xfrm>
                <a:off x="1533748" y="3150932"/>
                <a:ext cx="47880" cy="489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9543D9D-0FE2-AF3E-21CD-EE0A7BF59FF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524748" y="3141932"/>
                  <a:ext cx="65520" cy="66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9738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2D3F8-E96A-BCF6-6C4E-71E6C1EEC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Fiori App using Annotation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0B560-9F3A-D55C-EABC-504B17B6E1E9}"/>
              </a:ext>
            </a:extLst>
          </p:cNvPr>
          <p:cNvSpPr/>
          <p:nvPr/>
        </p:nvSpPr>
        <p:spPr>
          <a:xfrm>
            <a:off x="189756" y="980728"/>
            <a:ext cx="11449272" cy="2664296"/>
          </a:xfrm>
          <a:prstGeom prst="rect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Exercise:</a:t>
            </a:r>
          </a:p>
          <a:p>
            <a:r>
              <a:rPr lang="en-US" dirty="0">
                <a:hlinkClick r:id="rId2"/>
              </a:rPr>
              <a:t>https://github.com/soyuztechnologies/SAP_BTP_Training_CLD200/blob/master/Day%203/03%20application/03application/app/purchaseorderapp/annotations.cds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198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to share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99F7A-7987-2B1D-E6E7-B3874C0B6EC8}"/>
              </a:ext>
            </a:extLst>
          </p:cNvPr>
          <p:cNvSpPr txBox="1"/>
          <p:nvPr/>
        </p:nvSpPr>
        <p:spPr>
          <a:xfrm>
            <a:off x="189756" y="908720"/>
            <a:ext cx="1180931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1800" dirty="0">
                <a:solidFill>
                  <a:schemeClr val="bg1"/>
                </a:solidFill>
              </a:rPr>
              <a:t>Till now Anubhav is sharing zip file of project code with all of you, imagine in a team of 40 developers and at end of day if every developer share a zip file, who can merge all code.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When someone go on holiday or left team, how can we make sure that we have latest code available for successor to manage it.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Anubhav last evening my code was stable, this morning I came to office and made 40-50 changes which has disrupted everything, I pray to god to go back to last night state. Basically, we need version management.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In a team, one developer using BAS another using VS code another using </a:t>
            </a:r>
            <a:r>
              <a:rPr lang="en-IN" sz="1800" dirty="0" err="1">
                <a:solidFill>
                  <a:schemeClr val="bg1"/>
                </a:solidFill>
              </a:rPr>
              <a:t>WebIDE</a:t>
            </a:r>
            <a:r>
              <a:rPr lang="en-IN" sz="1800" dirty="0">
                <a:solidFill>
                  <a:schemeClr val="bg1"/>
                </a:solidFill>
              </a:rPr>
              <a:t>, how can we easily move code from one dev tool to another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When something cause production issues, we want to know which change was made by who last time that caused the issue.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How to share our code effectively between multiple team members as best practice from industry. And how to merge conflicts also.</a:t>
            </a:r>
          </a:p>
          <a:p>
            <a:endParaRPr lang="en-IN" sz="1800" dirty="0">
              <a:solidFill>
                <a:schemeClr val="bg1"/>
              </a:solidFill>
            </a:endParaRPr>
          </a:p>
          <a:p>
            <a:endParaRPr lang="en-IN" sz="1800" dirty="0">
              <a:solidFill>
                <a:schemeClr val="bg1"/>
              </a:solidFill>
            </a:endParaRPr>
          </a:p>
          <a:p>
            <a:r>
              <a:rPr lang="en-IN" sz="1800" dirty="0">
                <a:solidFill>
                  <a:schemeClr val="bg1"/>
                </a:solidFill>
              </a:rPr>
              <a:t>Git and </a:t>
            </a:r>
            <a:r>
              <a:rPr lang="en-IN" sz="1800" dirty="0" err="1">
                <a:solidFill>
                  <a:schemeClr val="bg1"/>
                </a:solidFill>
              </a:rPr>
              <a:t>Github</a:t>
            </a:r>
            <a:endParaRPr lang="en-IN" sz="1800" dirty="0">
              <a:solidFill>
                <a:schemeClr val="bg1"/>
              </a:solidFill>
            </a:endParaRPr>
          </a:p>
          <a:p>
            <a:r>
              <a:rPr lang="en-IN" sz="1800" dirty="0">
                <a:solidFill>
                  <a:schemeClr val="bg1"/>
                </a:solidFill>
              </a:rPr>
              <a:t>Git is a de-central repository management system for managing any kind of source code. And git hub is a central repository where everyone sync their changes (internet).</a:t>
            </a:r>
          </a:p>
          <a:p>
            <a:r>
              <a:rPr lang="en-IN" sz="18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https://git-scm.com/download/win</a:t>
            </a:r>
            <a:endParaRPr lang="en-IN" sz="1800" dirty="0">
              <a:solidFill>
                <a:schemeClr val="bg1"/>
              </a:solidFill>
            </a:endParaRPr>
          </a:p>
          <a:p>
            <a:endParaRPr lang="en-IN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930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 HUB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56007C54-3524-9466-6672-46E876D55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87" y="980728"/>
            <a:ext cx="10969943" cy="5519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633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HANA Cloud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D1B822-FD1F-30ED-76E7-5E494D6E61DA}"/>
              </a:ext>
            </a:extLst>
          </p:cNvPr>
          <p:cNvSpPr txBox="1"/>
          <p:nvPr/>
        </p:nvSpPr>
        <p:spPr>
          <a:xfrm>
            <a:off x="405781" y="974164"/>
            <a:ext cx="111616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is a fully managed, in-memory, cloud database as a service (DBaaS). It is the cloud-based data foundation for SAP Business Technology Platform. With SAP HANA Cloud you can create, run, and extend new and existing applications.</a:t>
            </a:r>
          </a:p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includes a number of software components. The core component is SAP HANA Database, but other components can be added at any time, such as a data lake.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2E0C3-2785-33E1-C2AE-1D0F297AB256}"/>
              </a:ext>
            </a:extLst>
          </p:cNvPr>
          <p:cNvSpPr txBox="1"/>
          <p:nvPr/>
        </p:nvSpPr>
        <p:spPr>
          <a:xfrm>
            <a:off x="405780" y="2451492"/>
            <a:ext cx="583423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defTabSz="914400"/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Key Components of SAP HANA Cloud</a:t>
            </a:r>
          </a:p>
          <a:p>
            <a:pPr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There are four key components of SAP HANA Cloud: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SAP HANA Database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In-memory database with built-in advanced analytics (spatial, graph, text, etc.)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data lake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Store and query large data sets and most file types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adaptive server enterprise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Support for extreme –performance transactional applications</a:t>
            </a:r>
          </a:p>
          <a:p>
            <a:pPr marL="285750" indent="-285750" algn="just" defTabSz="91440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SAP HANA Cloud, adaptive server enterprise replication</a:t>
            </a:r>
          </a:p>
          <a:p>
            <a:pPr marL="457200" lvl="1" algn="just"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Bi-directional real time data replication across databases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5E110644-46D4-5748-42EC-748B8BEACA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36" r="15934"/>
          <a:stretch/>
        </p:blipFill>
        <p:spPr bwMode="auto">
          <a:xfrm>
            <a:off x="6454452" y="2252115"/>
            <a:ext cx="5212531" cy="430878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37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01A0C-49FC-7BA3-CF59-A7C15038F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HANA Cloud v/s On-premise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EC22E48-21CE-5727-AE45-AAC559F4DE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1" r="4389"/>
          <a:stretch/>
        </p:blipFill>
        <p:spPr bwMode="auto">
          <a:xfrm>
            <a:off x="163242" y="2276872"/>
            <a:ext cx="6278151" cy="3602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DD2028-068C-7296-D417-1CF7F3B9981E}"/>
              </a:ext>
            </a:extLst>
          </p:cNvPr>
          <p:cNvSpPr txBox="1"/>
          <p:nvPr/>
        </p:nvSpPr>
        <p:spPr>
          <a:xfrm>
            <a:off x="6653380" y="1076543"/>
            <a:ext cx="539032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/>
            <a:r>
              <a:rPr lang="en-US" sz="1800" b="1" dirty="0">
                <a:solidFill>
                  <a:schemeClr val="bg1"/>
                </a:solidFill>
                <a:latin typeface="Calibri" panose="020F0502020204030204"/>
              </a:rPr>
              <a:t>Feature Differences</a:t>
            </a:r>
          </a:p>
          <a:p>
            <a:pPr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SAP HANA Cloud compares very closely with SAP HANA on-premise in terms of features but there are some differences.</a:t>
            </a:r>
            <a:endParaRPr lang="en-US" sz="1800" b="1" dirty="0">
              <a:solidFill>
                <a:schemeClr val="bg1"/>
              </a:solidFill>
              <a:latin typeface="Calibri" panose="020F0502020204030204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C2A828B7-B381-42D5-A741-CD7079B2E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8" r="2147"/>
          <a:stretch/>
        </p:blipFill>
        <p:spPr bwMode="auto">
          <a:xfrm>
            <a:off x="6753498" y="2276872"/>
            <a:ext cx="5190086" cy="383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5511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0ACD8-99C5-715D-47B1-B722AF07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Schema in HANA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63BFF-9905-49BA-CDA8-491A130A9728}"/>
              </a:ext>
            </a:extLst>
          </p:cNvPr>
          <p:cNvSpPr txBox="1"/>
          <p:nvPr/>
        </p:nvSpPr>
        <p:spPr>
          <a:xfrm>
            <a:off x="338571" y="884478"/>
            <a:ext cx="118502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Schema – Is a mandatory database object of database which stores other database objects. 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It’s a logical separation of database objects.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It is home of all the runtime object</a:t>
            </a:r>
          </a:p>
          <a:p>
            <a:pPr marL="285750" indent="-285750" defTabSz="914400">
              <a:buFontTx/>
              <a:buChar char="-"/>
            </a:pPr>
            <a:r>
              <a:rPr lang="en-US" sz="1800" dirty="0">
                <a:solidFill>
                  <a:schemeClr val="bg1"/>
                </a:solidFill>
                <a:latin typeface="Calibri" panose="020F0502020204030204"/>
              </a:rPr>
              <a:t>Security</a:t>
            </a:r>
          </a:p>
          <a:p>
            <a:pPr marL="285750" indent="-285750" defTabSz="914400">
              <a:buFontTx/>
              <a:buChar char="-"/>
            </a:pPr>
            <a:endParaRPr lang="en-US" sz="1800" dirty="0">
              <a:solidFill>
                <a:schemeClr val="bg1"/>
              </a:solidFill>
              <a:latin typeface="Calibri" panose="020F0502020204030204"/>
            </a:endParaRPr>
          </a:p>
          <a:p>
            <a:pPr marL="285750" indent="-285750" defTabSz="914400">
              <a:buFontTx/>
              <a:buChar char="-"/>
            </a:pPr>
            <a:endParaRPr lang="en-US" sz="1800" dirty="0">
              <a:solidFill>
                <a:schemeClr val="bg1"/>
              </a:solidFill>
              <a:latin typeface="Calibri" panose="020F0502020204030204"/>
            </a:endParaRPr>
          </a:p>
        </p:txBody>
      </p:sp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2DF3AC68-4734-9C09-3F5B-A68E318F20A5}"/>
              </a:ext>
            </a:extLst>
          </p:cNvPr>
          <p:cNvSpPr/>
          <p:nvPr/>
        </p:nvSpPr>
        <p:spPr>
          <a:xfrm>
            <a:off x="3251200" y="4572000"/>
            <a:ext cx="8432800" cy="1985818"/>
          </a:xfrm>
          <a:prstGeom prst="flowChartMagneticDisk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SAP HANA  600GB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8302C-9592-6298-CC80-D07CD85A71B4}"/>
              </a:ext>
            </a:extLst>
          </p:cNvPr>
          <p:cNvSpPr/>
          <p:nvPr/>
        </p:nvSpPr>
        <p:spPr>
          <a:xfrm>
            <a:off x="3860800" y="3241964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BW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ED573D-9479-5606-E379-F344204ADF77}"/>
              </a:ext>
            </a:extLst>
          </p:cNvPr>
          <p:cNvSpPr/>
          <p:nvPr/>
        </p:nvSpPr>
        <p:spPr>
          <a:xfrm>
            <a:off x="6400799" y="3224645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ECC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B5E973-27E9-815C-F666-ABA22AE46148}"/>
              </a:ext>
            </a:extLst>
          </p:cNvPr>
          <p:cNvSpPr/>
          <p:nvPr/>
        </p:nvSpPr>
        <p:spPr>
          <a:xfrm>
            <a:off x="8811491" y="3241964"/>
            <a:ext cx="1874982" cy="72967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S/4HANA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456D9-F5B2-364F-8358-081A37CF0A32}"/>
              </a:ext>
            </a:extLst>
          </p:cNvPr>
          <p:cNvCxnSpPr>
            <a:stCxn id="5" idx="2"/>
          </p:cNvCxnSpPr>
          <p:nvPr/>
        </p:nvCxnSpPr>
        <p:spPr>
          <a:xfrm flipH="1">
            <a:off x="4793673" y="3971636"/>
            <a:ext cx="4618" cy="692728"/>
          </a:xfrm>
          <a:prstGeom prst="straightConnector1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5C2FA129-2D8A-4A91-6B3B-CC328101A3FE}"/>
              </a:ext>
            </a:extLst>
          </p:cNvPr>
          <p:cNvCxnSpPr>
            <a:cxnSpLocks/>
          </p:cNvCxnSpPr>
          <p:nvPr/>
        </p:nvCxnSpPr>
        <p:spPr>
          <a:xfrm>
            <a:off x="2004292" y="4828309"/>
            <a:ext cx="1246908" cy="510309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E5E059E-EB61-7991-66E4-B76378D45CC9}"/>
              </a:ext>
            </a:extLst>
          </p:cNvPr>
          <p:cNvSpPr/>
          <p:nvPr/>
        </p:nvSpPr>
        <p:spPr>
          <a:xfrm>
            <a:off x="4544291" y="4828309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SCBW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2A8368-9E25-7960-31FA-777489354C47}"/>
              </a:ext>
            </a:extLst>
          </p:cNvPr>
          <p:cNvSpPr/>
          <p:nvPr/>
        </p:nvSpPr>
        <p:spPr>
          <a:xfrm>
            <a:off x="6638636" y="4846781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ECC001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8A8DE3-3559-C1BD-D746-6D5AF1FBAE8C}"/>
              </a:ext>
            </a:extLst>
          </p:cNvPr>
          <p:cNvSpPr/>
          <p:nvPr/>
        </p:nvSpPr>
        <p:spPr>
          <a:xfrm>
            <a:off x="9172863" y="4828309"/>
            <a:ext cx="1399309" cy="842818"/>
          </a:xfrm>
          <a:prstGeom prst="rect">
            <a:avLst/>
          </a:prstGeom>
          <a:solidFill>
            <a:srgbClr val="A7EA52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SAPS4C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8CA6B91-6F24-F3A1-5739-8970D1C15756}"/>
              </a:ext>
            </a:extLst>
          </p:cNvPr>
          <p:cNvCxnSpPr>
            <a:stCxn id="6" idx="2"/>
            <a:endCxn id="11" idx="0"/>
          </p:cNvCxnSpPr>
          <p:nvPr/>
        </p:nvCxnSpPr>
        <p:spPr>
          <a:xfrm rot="16200000" flipH="1">
            <a:off x="6892058" y="4400548"/>
            <a:ext cx="892464" cy="1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729AECB-71DB-3B69-271E-9D8C01DDF96F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9382414" y="4338204"/>
            <a:ext cx="856673" cy="123536"/>
          </a:xfrm>
          <a:prstGeom prst="bentConnector3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137D824-B767-6D55-ACC8-B8B9FE76895A}"/>
              </a:ext>
            </a:extLst>
          </p:cNvPr>
          <p:cNvSpPr/>
          <p:nvPr/>
        </p:nvSpPr>
        <p:spPr>
          <a:xfrm>
            <a:off x="4544290" y="5837382"/>
            <a:ext cx="1399309" cy="517451"/>
          </a:xfrm>
          <a:prstGeom prst="rect">
            <a:avLst/>
          </a:prstGeom>
          <a:solidFill>
            <a:srgbClr val="F14124">
              <a:lumMod val="75000"/>
            </a:srgbClr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516C57-7745-1FE5-9227-E054E963BBC9}"/>
              </a:ext>
            </a:extLst>
          </p:cNvPr>
          <p:cNvSpPr/>
          <p:nvPr/>
        </p:nvSpPr>
        <p:spPr>
          <a:xfrm>
            <a:off x="3251200" y="5082309"/>
            <a:ext cx="997527" cy="681182"/>
          </a:xfrm>
          <a:prstGeom prst="rect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MIG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ekko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9A7B03-0E45-C520-605C-FF4A229EC65B}"/>
              </a:ext>
            </a:extLst>
          </p:cNvPr>
          <p:cNvGrpSpPr/>
          <p:nvPr/>
        </p:nvGrpSpPr>
        <p:grpSpPr>
          <a:xfrm>
            <a:off x="7134383" y="5573524"/>
            <a:ext cx="284400" cy="60480"/>
            <a:chOff x="7134383" y="5573524"/>
            <a:chExt cx="284400" cy="6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8FDB6C-5815-0A00-C001-BB777DFA20C5}"/>
                    </a:ext>
                  </a:extLst>
                </p14:cNvPr>
                <p14:cNvContentPartPr/>
                <p14:nvPr/>
              </p14:nvContentPartPr>
              <p14:xfrm>
                <a:off x="7134383" y="5573524"/>
                <a:ext cx="284400" cy="1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2F3F907-6AC8-9E5B-18A3-03227722321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125383" y="5564524"/>
                  <a:ext cx="302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E8E2BB-AF00-7485-B4FF-D8C379630C01}"/>
                    </a:ext>
                  </a:extLst>
                </p14:cNvPr>
                <p14:cNvContentPartPr/>
                <p14:nvPr/>
              </p14:nvContentPartPr>
              <p14:xfrm>
                <a:off x="7157423" y="5623564"/>
                <a:ext cx="229680" cy="1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D9170FC-C85B-7048-08A3-6118F66FD4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48783" y="5614564"/>
                  <a:ext cx="247320" cy="28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2AC1E59-BF40-61BD-2778-D1F7EEACDEDE}"/>
              </a:ext>
            </a:extLst>
          </p:cNvPr>
          <p:cNvSpPr/>
          <p:nvPr/>
        </p:nvSpPr>
        <p:spPr>
          <a:xfrm>
            <a:off x="693812" y="4365104"/>
            <a:ext cx="1422470" cy="71720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Non-SAP</a:t>
            </a:r>
          </a:p>
        </p:txBody>
      </p:sp>
    </p:spTree>
    <p:extLst>
      <p:ext uri="{BB962C8B-B14F-4D97-AF65-F5344CB8AC3E}">
        <p14:creationId xmlns:p14="http://schemas.microsoft.com/office/powerpoint/2010/main" val="19881339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3B2C1-2D72-48F5-D6C5-A17C95C8F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HDI Container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36AE77-6D9D-323A-80AD-336A21B8B2E3}"/>
              </a:ext>
            </a:extLst>
          </p:cNvPr>
          <p:cNvSpPr txBox="1"/>
          <p:nvPr/>
        </p:nvSpPr>
        <p:spPr>
          <a:xfrm>
            <a:off x="164670" y="784925"/>
            <a:ext cx="111616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An HDI Container is also a </a:t>
            </a: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. But it is managed differently from a normal schema.</a:t>
            </a:r>
          </a:p>
          <a:p>
            <a:pPr defTabSz="914400">
              <a:defRPr/>
            </a:pPr>
            <a:endParaRPr lang="en-US" sz="1800" b="1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Schema -- How its created?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Manually create it in BTP</a:t>
            </a:r>
          </a:p>
          <a:p>
            <a:pPr marL="342900" indent="-342900" defTabSz="914400">
              <a:buFontTx/>
              <a:buAutoNum type="arabicPeriod"/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Application Managed HDI Container (You as developer ONLY work with App, App will talk to HANA to create and manage this schema to store/read data internally)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You cant access HDI Container using HANA Studio (Deprecated tool), We can use new SAP HANA Database Explorer, SAP HANA </a:t>
            </a:r>
            <a:r>
              <a:rPr lang="en-US" sz="1800" dirty="0" err="1">
                <a:solidFill>
                  <a:schemeClr val="bg1"/>
                </a:solidFill>
                <a:latin typeface="Calibri"/>
              </a:rPr>
              <a:t>WebIDE</a:t>
            </a:r>
            <a:r>
              <a:rPr lang="en-US" sz="1800" dirty="0">
                <a:solidFill>
                  <a:schemeClr val="bg1"/>
                </a:solidFill>
                <a:latin typeface="Calibri"/>
              </a:rPr>
              <a:t> for OP or BAS to access HDI Container.</a:t>
            </a:r>
          </a:p>
          <a:p>
            <a:pPr defTabSz="914400">
              <a:defRPr/>
            </a:pPr>
            <a:endParaRPr lang="en-US" sz="1800" dirty="0">
              <a:solidFill>
                <a:schemeClr val="bg1"/>
              </a:solidFill>
              <a:latin typeface="Calibri"/>
            </a:endParaRPr>
          </a:p>
          <a:p>
            <a:pPr defTabSz="914400">
              <a:defRPr/>
            </a:pPr>
            <a:r>
              <a:rPr lang="en-US" sz="1800" b="1" dirty="0">
                <a:solidFill>
                  <a:schemeClr val="bg1"/>
                </a:solidFill>
                <a:latin typeface="Calibri"/>
              </a:rPr>
              <a:t>HDI -- Who creates it?</a:t>
            </a:r>
          </a:p>
          <a:p>
            <a:pPr defTabSz="914400">
              <a:defRPr/>
            </a:pPr>
            <a:r>
              <a:rPr lang="en-US" sz="1800" dirty="0">
                <a:solidFill>
                  <a:schemeClr val="bg1"/>
                </a:solidFill>
                <a:latin typeface="Calibri"/>
              </a:rPr>
              <a:t>There is a new service in SAP HANA called SAP HDI (HANA Deployer Infrastructure) which is just a microservice responsible to managing the container. HDI Deployer is a component which is used to talk to this service from our app.</a:t>
            </a:r>
          </a:p>
          <a:p>
            <a:pPr defTabSz="914400"/>
            <a:endParaRPr lang="en-US" sz="180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55595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A2947-8BD4-1919-0AE6-C14C8F6F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- Create HANA Cloud Instance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B5A8D5-EF9E-9286-069A-7C912612B4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56" r="7337"/>
          <a:stretch/>
        </p:blipFill>
        <p:spPr bwMode="auto">
          <a:xfrm>
            <a:off x="190016" y="1702420"/>
            <a:ext cx="5174395" cy="1837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53BBD-DA91-2996-8A54-0B82D95D8890}"/>
              </a:ext>
            </a:extLst>
          </p:cNvPr>
          <p:cNvSpPr txBox="1"/>
          <p:nvPr/>
        </p:nvSpPr>
        <p:spPr>
          <a:xfrm>
            <a:off x="261763" y="779090"/>
            <a:ext cx="5174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Login to your trial and navigate to your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dev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space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SAP HANA Cloud</a:t>
            </a:r>
          </a:p>
          <a:p>
            <a:pPr marL="342900" indent="-342900" algn="just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Manage SAP HANA Cloud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SAP HANA Cloud Central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3EF897-818D-A144-9DAA-ED76C105C4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" t="15296"/>
          <a:stretch/>
        </p:blipFill>
        <p:spPr bwMode="auto">
          <a:xfrm>
            <a:off x="6674485" y="1527830"/>
            <a:ext cx="4543262" cy="197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Chevron 5">
            <a:extLst>
              <a:ext uri="{FF2B5EF4-FFF2-40B4-BE49-F238E27FC236}">
                <a16:creationId xmlns:a16="http://schemas.microsoft.com/office/drawing/2014/main" id="{F9ED8215-03AA-D8FB-EE7A-028B143BC7BD}"/>
              </a:ext>
            </a:extLst>
          </p:cNvPr>
          <p:cNvSpPr/>
          <p:nvPr/>
        </p:nvSpPr>
        <p:spPr>
          <a:xfrm>
            <a:off x="5617029" y="1733197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65EBF26E-6D84-D4F3-490D-2C8E2ECA0675}"/>
              </a:ext>
            </a:extLst>
          </p:cNvPr>
          <p:cNvSpPr/>
          <p:nvPr/>
        </p:nvSpPr>
        <p:spPr>
          <a:xfrm rot="5400000">
            <a:off x="8770215" y="3566145"/>
            <a:ext cx="351801" cy="474214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6">
            <a:extLst>
              <a:ext uri="{FF2B5EF4-FFF2-40B4-BE49-F238E27FC236}">
                <a16:creationId xmlns:a16="http://schemas.microsoft.com/office/drawing/2014/main" id="{462670FC-3E42-A072-DD2C-754FA0F8C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4485" y="4017448"/>
            <a:ext cx="4805728" cy="2651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BE4A37-E533-D631-EC68-7557BDA35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614" y="3938076"/>
            <a:ext cx="5328976" cy="270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5D2515A-A0D2-B87A-B280-CC3F1560B881}"/>
              </a:ext>
            </a:extLst>
          </p:cNvPr>
          <p:cNvSpPr/>
          <p:nvPr/>
        </p:nvSpPr>
        <p:spPr>
          <a:xfrm rot="10800000">
            <a:off x="5926368" y="5151312"/>
            <a:ext cx="296160" cy="590450"/>
          </a:xfrm>
          <a:prstGeom prst="chevron">
            <a:avLst/>
          </a:prstGeom>
          <a:solidFill>
            <a:srgbClr val="4E67C8"/>
          </a:solidFill>
          <a:ln w="12700" cap="flat" cmpd="sng" algn="ctr">
            <a:solidFill>
              <a:srgbClr val="4E67C8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B66864-1F90-CAC7-3886-475219B67685}"/>
              </a:ext>
            </a:extLst>
          </p:cNvPr>
          <p:cNvCxnSpPr/>
          <p:nvPr/>
        </p:nvCxnSpPr>
        <p:spPr>
          <a:xfrm>
            <a:off x="190016" y="3753010"/>
            <a:ext cx="5915500" cy="0"/>
          </a:xfrm>
          <a:prstGeom prst="line">
            <a:avLst/>
          </a:prstGeom>
          <a:noFill/>
          <a:ln w="6350" cap="flat" cmpd="sng" algn="ctr">
            <a:solidFill>
              <a:srgbClr val="4E67C8"/>
            </a:solidFill>
            <a:prstDash val="solid"/>
            <a:miter lim="800000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8502F2-40B4-4D81-DD19-83B489ECC97A}"/>
              </a:ext>
            </a:extLst>
          </p:cNvPr>
          <p:cNvSpPr txBox="1"/>
          <p:nvPr/>
        </p:nvSpPr>
        <p:spPr>
          <a:xfrm>
            <a:off x="6105516" y="779090"/>
            <a:ext cx="5681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Create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start the wizard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SAP HANA Cloud instance Type to create</a:t>
            </a:r>
          </a:p>
          <a:p>
            <a:pPr marL="342900" indent="-342900" defTabSz="914400">
              <a:buFontTx/>
              <a:buAutoNum type="arabicPeriod"/>
            </a:pP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Select the </a:t>
            </a:r>
            <a:r>
              <a:rPr lang="en-US" sz="1400" b="1" dirty="0">
                <a:solidFill>
                  <a:schemeClr val="bg1"/>
                </a:solidFill>
                <a:latin typeface="Calibri" panose="020F0502020204030204"/>
              </a:rPr>
              <a:t>Next Step </a:t>
            </a:r>
            <a:r>
              <a:rPr lang="en-US" sz="1400" dirty="0">
                <a:solidFill>
                  <a:schemeClr val="bg1"/>
                </a:solidFill>
                <a:latin typeface="Calibri" panose="020F0502020204030204"/>
              </a:rPr>
              <a:t>button to continue</a:t>
            </a:r>
          </a:p>
        </p:txBody>
      </p:sp>
    </p:spTree>
    <p:extLst>
      <p:ext uri="{BB962C8B-B14F-4D97-AF65-F5344CB8AC3E}">
        <p14:creationId xmlns:p14="http://schemas.microsoft.com/office/powerpoint/2010/main" val="3848172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Hands on – HANA Cloud Integration</a:t>
            </a:r>
            <a:endParaRPr lang="en-IN" sz="3600" dirty="0">
              <a:latin typeface="Cooper Black" panose="0208090404030B0204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B33051-A262-4738-BE23-009A377F6D2B}"/>
              </a:ext>
            </a:extLst>
          </p:cNvPr>
          <p:cNvSpPr txBox="1"/>
          <p:nvPr/>
        </p:nvSpPr>
        <p:spPr>
          <a:xfrm>
            <a:off x="189756" y="908720"/>
            <a:ext cx="11809312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Pre-requisites</a:t>
            </a:r>
          </a:p>
          <a:p>
            <a:pPr marL="457200" indent="-4572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Check the version of CDS (which must be &gt; 2.0) </a:t>
            </a:r>
            <a:r>
              <a:rPr lang="en-US" sz="1800" b="1" dirty="0" err="1">
                <a:solidFill>
                  <a:schemeClr val="bg1"/>
                </a:solidFill>
              </a:rPr>
              <a:t>cds</a:t>
            </a:r>
            <a:r>
              <a:rPr lang="en-US" sz="1800" b="1" dirty="0">
                <a:solidFill>
                  <a:schemeClr val="bg1"/>
                </a:solidFill>
              </a:rPr>
              <a:t> –v</a:t>
            </a:r>
          </a:p>
          <a:p>
            <a:pPr marL="342900" indent="-3429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Start a HANA cloud instance in SAP BTP</a:t>
            </a:r>
          </a:p>
          <a:p>
            <a:r>
              <a:rPr lang="en-US" sz="1800" dirty="0">
                <a:solidFill>
                  <a:schemeClr val="bg1"/>
                </a:solidFill>
              </a:rPr>
              <a:t>Main steps</a:t>
            </a:r>
          </a:p>
          <a:p>
            <a:pPr marL="342900" indent="-342900">
              <a:buAutoNum type="arabicPeriod"/>
            </a:pPr>
            <a:r>
              <a:rPr lang="en-US" sz="1800" dirty="0">
                <a:solidFill>
                  <a:schemeClr val="bg1"/>
                </a:solidFill>
              </a:rPr>
              <a:t>Add </a:t>
            </a:r>
            <a:r>
              <a:rPr lang="en-US" sz="1800" dirty="0" err="1">
                <a:solidFill>
                  <a:schemeClr val="bg1"/>
                </a:solidFill>
              </a:rPr>
              <a:t>hana</a:t>
            </a:r>
            <a:r>
              <a:rPr lang="en-US" sz="1800" dirty="0">
                <a:solidFill>
                  <a:schemeClr val="bg1"/>
                </a:solidFill>
              </a:rPr>
              <a:t> configuration to our app, which tell cap framework that the default </a:t>
            </a:r>
            <a:r>
              <a:rPr lang="en-US" sz="1800" dirty="0" err="1">
                <a:solidFill>
                  <a:schemeClr val="bg1"/>
                </a:solidFill>
              </a:rPr>
              <a:t>db</a:t>
            </a:r>
            <a:r>
              <a:rPr lang="en-US" sz="1800" dirty="0">
                <a:solidFill>
                  <a:schemeClr val="bg1"/>
                </a:solidFill>
              </a:rPr>
              <a:t> is now </a:t>
            </a:r>
            <a:r>
              <a:rPr lang="en-US" sz="1800" dirty="0" err="1">
                <a:solidFill>
                  <a:schemeClr val="bg1"/>
                </a:solidFill>
              </a:rPr>
              <a:t>hana</a:t>
            </a:r>
            <a:r>
              <a:rPr lang="en-US" sz="1800" dirty="0">
                <a:solidFill>
                  <a:schemeClr val="bg1"/>
                </a:solidFill>
              </a:rPr>
              <a:t> – </a:t>
            </a:r>
            <a:r>
              <a:rPr lang="en-US" sz="1800" b="1" dirty="0" err="1">
                <a:solidFill>
                  <a:schemeClr val="bg1"/>
                </a:solidFill>
              </a:rPr>
              <a:t>cds</a:t>
            </a:r>
            <a:r>
              <a:rPr lang="en-US" sz="1800" b="1" dirty="0">
                <a:solidFill>
                  <a:schemeClr val="bg1"/>
                </a:solidFill>
              </a:rPr>
              <a:t> add </a:t>
            </a:r>
            <a:r>
              <a:rPr lang="en-US" sz="1800" b="1" dirty="0" err="1">
                <a:solidFill>
                  <a:schemeClr val="bg1"/>
                </a:solidFill>
              </a:rPr>
              <a:t>hana</a:t>
            </a:r>
            <a:endParaRPr lang="en-US" sz="1800" b="1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2.   Add the </a:t>
            </a:r>
            <a:r>
              <a:rPr lang="en-IN" sz="1600" dirty="0" err="1">
                <a:solidFill>
                  <a:schemeClr val="bg1"/>
                </a:solidFill>
              </a:rPr>
              <a:t>hana</a:t>
            </a:r>
            <a:r>
              <a:rPr lang="en-IN" sz="1600" dirty="0">
                <a:solidFill>
                  <a:schemeClr val="bg1"/>
                </a:solidFill>
              </a:rPr>
              <a:t> specific deployment format name to our project under </a:t>
            </a:r>
            <a:r>
              <a:rPr lang="en-IN" sz="1600" dirty="0" err="1">
                <a:solidFill>
                  <a:schemeClr val="bg1"/>
                </a:solidFill>
              </a:rPr>
              <a:t>cds</a:t>
            </a:r>
            <a:r>
              <a:rPr lang="en-IN" sz="1600" dirty="0">
                <a:solidFill>
                  <a:schemeClr val="bg1"/>
                </a:solidFill>
              </a:rPr>
              <a:t> section as below inside </a:t>
            </a:r>
            <a:r>
              <a:rPr lang="en-IN" sz="1600" dirty="0" err="1">
                <a:solidFill>
                  <a:schemeClr val="bg1"/>
                </a:solidFill>
              </a:rPr>
              <a:t>package.json</a:t>
            </a:r>
            <a:r>
              <a:rPr lang="en-IN" sz="1600" dirty="0">
                <a:solidFill>
                  <a:schemeClr val="bg1"/>
                </a:solidFill>
              </a:rPr>
              <a:t> file</a:t>
            </a:r>
            <a:br>
              <a:rPr lang="en-IN" sz="1600" dirty="0">
                <a:solidFill>
                  <a:schemeClr val="bg1"/>
                </a:solidFill>
              </a:rPr>
            </a:b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hana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":{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"deploy-format":"</a:t>
            </a:r>
            <a:r>
              <a:rPr lang="en-US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hdbtable</a:t>
            </a:r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IN" sz="1600" dirty="0">
                <a:solidFill>
                  <a:schemeClr val="bg1"/>
                </a:solidFill>
              </a:rPr>
              <a:t>3. Since the first step added the </a:t>
            </a:r>
            <a:r>
              <a:rPr lang="en-IN" sz="1600" dirty="0" err="1">
                <a:solidFill>
                  <a:schemeClr val="bg1"/>
                </a:solidFill>
              </a:rPr>
              <a:t>hdb</a:t>
            </a:r>
            <a:r>
              <a:rPr lang="en-IN" sz="1600" dirty="0">
                <a:solidFill>
                  <a:schemeClr val="bg1"/>
                </a:solidFill>
              </a:rPr>
              <a:t> node module, we need to install it. Run </a:t>
            </a:r>
            <a:r>
              <a:rPr lang="en-IN" sz="1600" b="1" dirty="0" err="1">
                <a:solidFill>
                  <a:schemeClr val="bg1"/>
                </a:solidFill>
              </a:rPr>
              <a:t>npm</a:t>
            </a:r>
            <a:r>
              <a:rPr lang="en-IN" sz="1600" b="1" dirty="0">
                <a:solidFill>
                  <a:schemeClr val="bg1"/>
                </a:solidFill>
              </a:rPr>
              <a:t> install</a:t>
            </a:r>
          </a:p>
          <a:p>
            <a:r>
              <a:rPr lang="en-IN" sz="1600" dirty="0">
                <a:solidFill>
                  <a:schemeClr val="bg1"/>
                </a:solidFill>
              </a:rPr>
              <a:t>4. We need to perform a build, which will create all the </a:t>
            </a:r>
            <a:r>
              <a:rPr lang="en-IN" sz="1600" dirty="0" err="1">
                <a:solidFill>
                  <a:schemeClr val="bg1"/>
                </a:solidFill>
              </a:rPr>
              <a:t>hana</a:t>
            </a:r>
            <a:r>
              <a:rPr lang="en-IN" sz="1600" dirty="0">
                <a:solidFill>
                  <a:schemeClr val="bg1"/>
                </a:solidFill>
              </a:rPr>
              <a:t> specific files which will be deployed to HANA cloud.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build --production</a:t>
            </a:r>
            <a:endParaRPr lang="en-IN" sz="1600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5. We need to login to cloud foundry from BAS – </a:t>
            </a:r>
            <a:r>
              <a:rPr lang="en-IN" sz="1600" b="1" dirty="0" err="1">
                <a:solidFill>
                  <a:schemeClr val="bg1"/>
                </a:solidFill>
              </a:rPr>
              <a:t>cf</a:t>
            </a:r>
            <a:r>
              <a:rPr lang="en-IN" sz="1600" b="1" dirty="0">
                <a:solidFill>
                  <a:schemeClr val="bg1"/>
                </a:solidFill>
              </a:rPr>
              <a:t> login</a:t>
            </a:r>
          </a:p>
          <a:p>
            <a:r>
              <a:rPr lang="en-IN" sz="1600" dirty="0">
                <a:solidFill>
                  <a:schemeClr val="bg1"/>
                </a:solidFill>
              </a:rPr>
              <a:t>6. Finally we need to deploy the DB and everything to SAP HANA Cloud –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deploy --to </a:t>
            </a:r>
            <a:r>
              <a:rPr lang="en-IN" sz="1600" b="1" dirty="0" err="1">
                <a:solidFill>
                  <a:schemeClr val="bg1"/>
                </a:solidFill>
              </a:rPr>
              <a:t>hana:batman</a:t>
            </a:r>
            <a:endParaRPr lang="en-IN" sz="1600" b="1" dirty="0">
              <a:solidFill>
                <a:schemeClr val="bg1"/>
              </a:solidFill>
            </a:endParaRPr>
          </a:p>
          <a:p>
            <a:r>
              <a:rPr lang="en-IN" sz="1600" dirty="0">
                <a:solidFill>
                  <a:schemeClr val="bg1"/>
                </a:solidFill>
              </a:rPr>
              <a:t>7. We fixed issues related to excel format of HANA and changed the size of field </a:t>
            </a:r>
            <a:r>
              <a:rPr lang="en-IN" sz="1600" dirty="0" err="1">
                <a:solidFill>
                  <a:schemeClr val="bg1"/>
                </a:solidFill>
              </a:rPr>
              <a:t>bankid</a:t>
            </a:r>
            <a:r>
              <a:rPr lang="en-IN" sz="1600" dirty="0">
                <a:solidFill>
                  <a:schemeClr val="bg1"/>
                </a:solidFill>
              </a:rPr>
              <a:t> for employee, redo the build and deploy</a:t>
            </a:r>
          </a:p>
          <a:p>
            <a:r>
              <a:rPr lang="en-IN" sz="1600" dirty="0">
                <a:solidFill>
                  <a:schemeClr val="bg1"/>
                </a:solidFill>
              </a:rPr>
              <a:t>8. If deployment worked, a new file </a:t>
            </a:r>
            <a:r>
              <a:rPr lang="en-IN" sz="1600" b="1" dirty="0" err="1">
                <a:solidFill>
                  <a:schemeClr val="bg1"/>
                </a:solidFill>
              </a:rPr>
              <a:t>cdsrc-private.json</a:t>
            </a:r>
            <a:r>
              <a:rPr lang="en-IN" sz="1600" b="1" dirty="0">
                <a:solidFill>
                  <a:schemeClr val="bg1"/>
                </a:solidFill>
              </a:rPr>
              <a:t> </a:t>
            </a:r>
            <a:r>
              <a:rPr lang="en-IN" sz="1600" dirty="0">
                <a:solidFill>
                  <a:schemeClr val="bg1"/>
                </a:solidFill>
              </a:rPr>
              <a:t>gets created automatically, this file contain the information about which container in SAP BTP HANA Cloud to connect to. And the private key is stored in this file.</a:t>
            </a:r>
          </a:p>
          <a:p>
            <a:r>
              <a:rPr lang="en-IN" sz="1600" dirty="0">
                <a:solidFill>
                  <a:schemeClr val="bg1"/>
                </a:solidFill>
              </a:rPr>
              <a:t>9. Provide the credentials which will be used to connect database, start using </a:t>
            </a:r>
            <a:r>
              <a:rPr lang="en-IN" sz="1600" b="1" dirty="0" err="1">
                <a:solidFill>
                  <a:schemeClr val="bg1"/>
                </a:solidFill>
              </a:rPr>
              <a:t>cds</a:t>
            </a:r>
            <a:r>
              <a:rPr lang="en-IN" sz="1600" b="1" dirty="0">
                <a:solidFill>
                  <a:schemeClr val="bg1"/>
                </a:solidFill>
              </a:rPr>
              <a:t> watch --profile hybrid</a:t>
            </a:r>
            <a:endParaRPr lang="en-IN" sz="1600" dirty="0">
              <a:solidFill>
                <a:schemeClr val="bg1"/>
              </a:solidFill>
            </a:endParaRP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"credentials": {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  "database": "batman-key"</a:t>
            </a:r>
          </a:p>
          <a:p>
            <a:r>
              <a:rPr 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endParaRPr lang="en-IN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6666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7672</TotalTime>
  <Words>1257</Words>
  <Application>Microsoft Office PowerPoint</Application>
  <PresentationFormat>Custom</PresentationFormat>
  <Paragraphs>149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Amasis MT Pro Black</vt:lpstr>
      <vt:lpstr>Arial</vt:lpstr>
      <vt:lpstr>Arial Black</vt:lpstr>
      <vt:lpstr>Calibri</vt:lpstr>
      <vt:lpstr>Consolas</vt:lpstr>
      <vt:lpstr>Cooper Black</vt:lpstr>
      <vt:lpstr>Segoe UI</vt:lpstr>
      <vt:lpstr>Segoe UI Light</vt:lpstr>
      <vt:lpstr>Wingdings</vt:lpstr>
      <vt:lpstr>Office Theme</vt:lpstr>
      <vt:lpstr>SAP BTP Extension Suite Training</vt:lpstr>
      <vt:lpstr>PowerPoint Presentation</vt:lpstr>
      <vt:lpstr>Agenda – Day 10</vt:lpstr>
      <vt:lpstr>Object page</vt:lpstr>
      <vt:lpstr>Create Fiori App using Annotation</vt:lpstr>
      <vt:lpstr>Hands on: Create &amp; F4 Enablement for app</vt:lpstr>
      <vt:lpstr>Hands on : Fiori App</vt:lpstr>
      <vt:lpstr>PowerPoint Presentation</vt:lpstr>
      <vt:lpstr>Create Fiori App using Annotation</vt:lpstr>
      <vt:lpstr>Challenges to share code</vt:lpstr>
      <vt:lpstr>Git and Git HUB</vt:lpstr>
      <vt:lpstr>Introduction to HANA Cloud</vt:lpstr>
      <vt:lpstr>HANA Cloud v/s On-premise</vt:lpstr>
      <vt:lpstr>What is Schema in HANA</vt:lpstr>
      <vt:lpstr>HDI Container</vt:lpstr>
      <vt:lpstr>Hands on - Create HANA Cloud Instance</vt:lpstr>
      <vt:lpstr>Hands on – HANA Cloud Integration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277</cp:revision>
  <dcterms:created xsi:type="dcterms:W3CDTF">2013-09-12T13:05:01Z</dcterms:created>
  <dcterms:modified xsi:type="dcterms:W3CDTF">2026-02-26T10:37:03Z</dcterms:modified>
</cp:coreProperties>
</file>
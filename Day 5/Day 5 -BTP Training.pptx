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24"/>
  </p:notesMasterIdLst>
  <p:sldIdLst>
    <p:sldId id="276" r:id="rId3"/>
    <p:sldId id="4122" r:id="rId4"/>
    <p:sldId id="277" r:id="rId5"/>
    <p:sldId id="774" r:id="rId6"/>
    <p:sldId id="4758" r:id="rId7"/>
    <p:sldId id="4774" r:id="rId8"/>
    <p:sldId id="4775" r:id="rId9"/>
    <p:sldId id="4760" r:id="rId10"/>
    <p:sldId id="4761" r:id="rId11"/>
    <p:sldId id="4776" r:id="rId12"/>
    <p:sldId id="4788" r:id="rId13"/>
    <p:sldId id="4777" r:id="rId14"/>
    <p:sldId id="4769" r:id="rId15"/>
    <p:sldId id="4757" r:id="rId16"/>
    <p:sldId id="4759" r:id="rId17"/>
    <p:sldId id="4787" r:id="rId18"/>
    <p:sldId id="4780" r:id="rId19"/>
    <p:sldId id="282" r:id="rId20"/>
    <p:sldId id="280" r:id="rId21"/>
    <p:sldId id="4711" r:id="rId22"/>
    <p:sldId id="4773" r:id="rId2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817DAF-671E-40FA-9B34-C817E16E6842}">
          <p14:sldIdLst>
            <p14:sldId id="276"/>
            <p14:sldId id="4122"/>
            <p14:sldId id="277"/>
            <p14:sldId id="774"/>
            <p14:sldId id="4758"/>
            <p14:sldId id="4774"/>
            <p14:sldId id="4775"/>
            <p14:sldId id="4760"/>
            <p14:sldId id="4761"/>
            <p14:sldId id="4776"/>
            <p14:sldId id="4788"/>
            <p14:sldId id="4777"/>
            <p14:sldId id="4769"/>
            <p14:sldId id="4757"/>
            <p14:sldId id="4759"/>
            <p14:sldId id="4787"/>
            <p14:sldId id="4780"/>
            <p14:sldId id="282"/>
            <p14:sldId id="280"/>
            <p14:sldId id="4711"/>
            <p14:sldId id="4773"/>
          </p14:sldIdLst>
        </p14:section>
      </p14:sectionLst>
    </p:ex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95250" autoAdjust="0"/>
  </p:normalViewPr>
  <p:slideViewPr>
    <p:cSldViewPr>
      <p:cViewPr varScale="1">
        <p:scale>
          <a:sx n="105" d="100"/>
          <a:sy n="105" d="100"/>
        </p:scale>
        <p:origin x="368" y="6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7:57.157"/>
    </inkml:context>
    <inkml:brush xml:id="br0">
      <inkml:brushProperty name="width" value="0.05" units="cm"/>
      <inkml:brushProperty name="height" value="0.05" units="cm"/>
      <inkml:brushProperty name="color" value="#FFC114"/>
    </inkml:brush>
  </inkml:definitions>
  <inkml:trace contextRef="#ctx0" brushRef="#br0">79 98 24575,'-5'-3'0,"1"0"0,-1 1 0,1 0 0,-1 0 0,0 0 0,0 1 0,0 0 0,0 0 0,0 0 0,-1 0 0,-7 1 0,2 0 0,51 1 0,14-1-4,464-3-344,-3-32 45,-348 7-953,-114 14-5024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7:57.346"/>
    </inkml:context>
    <inkml:brush xml:id="br0">
      <inkml:brushProperty name="width" value="0.05" units="cm"/>
      <inkml:brushProperty name="height" value="0.05" units="cm"/>
      <inkml:brushProperty name="color" value="#FFC114"/>
    </inkml:brush>
  </inkml:definitions>
  <inkml:trace contextRef="#ctx0" brushRef="#br0">60 0 24575,'-4'3'0,"0"-1"0,0 1 0,0 0 0,0 0 0,0 0 0,1 1 0,-1-1 0,1 1 0,0 0 0,0 0 0,1 0 0,-1 0 0,1 0 0,0 1 0,0-1 0,0 1 0,1-1 0,0 1 0,-1 0 0,2-1 0,-1 1 0,0 9 0,1 5 0,0-1 0,1 0 0,1 0 0,8 32 0,53 251 0,-50-218 0,3 140 0,-16-146-455,-4-1 0,-20 113 0,12-128-6371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7:57.764"/>
    </inkml:context>
    <inkml:brush xml:id="br0">
      <inkml:brushProperty name="width" value="0.05" units="cm"/>
      <inkml:brushProperty name="height" value="0.05" units="cm"/>
      <inkml:brushProperty name="color" value="#FFC114"/>
    </inkml:brush>
  </inkml:definitions>
  <inkml:trace contextRef="#ctx0" brushRef="#br0">30 197 24575,'7'1'0,"-1"0"0,1 0 0,-1 1 0,1 0 0,-1 0 0,0 1 0,9 4 0,15 6 0,-5-5 0,0 0 0,1-2 0,40 5 0,-59-10 0,0-1 0,0 0 0,0 0 0,1 0 0,-1-1 0,0 0 0,0 0 0,0-1 0,0 0 0,-1 0 0,1 0 0,0-1 0,-1 0 0,1 0 0,-1-1 0,0 0 0,0 0 0,6-6 0,-10 7 0,1 0 0,0 0 0,-1-1 0,1 1 0,-1-1 0,0 0 0,0 1 0,-1-1 0,1 0 0,-1 0 0,0 0 0,0 0 0,0 0 0,0 0 0,-1-1 0,0 1 0,1 0 0,-2 0 0,1 0 0,0-1 0,-1 1 0,0 0 0,0 0 0,0 0 0,0 0 0,-1 0 0,0 0 0,-3-5 0,1 1 0,0 1 0,-1 0 0,0 0 0,-1 0 0,1 1 0,-1 0 0,-1 0 0,1 0 0,-1 1 0,0 0 0,0 0 0,0 1 0,-9-4 0,9 5 0,-1 0 0,0 1 0,0 0 0,0 0 0,0 1 0,0 0 0,0 0 0,0 1 0,-1 0 0,1 0 0,0 1 0,0 0 0,0 0 0,0 1 0,0 0 0,0 1 0,1 0 0,-1 0 0,-12 7 0,9-3 0,1 1 0,-1 0 0,1 0 0,1 1 0,-1 0 0,2 1 0,-1 0 0,1 0 0,1 1 0,0 0 0,-11 22 0,13-22 0,1 0 0,0 0 0,0 1 0,1-1 0,1 1 0,-1 0 0,2 0 0,0-1 0,0 1 0,1 0 0,1 0 0,3 22 0,-2-26 0,0-1 0,1 1 0,0-1 0,0 0 0,0 0 0,1 0 0,0 0 0,1-1 0,-1 1 0,1-1 0,0 0 0,1-1 0,0 1 0,-1-1 0,2 0 0,-1-1 0,0 1 0,1-1 0,0 0 0,13 5 0,-5-5-151,0 0-1,0 0 0,0-1 0,0-1 1,0-1-1,1 0 0,-1-1 1,27-3-1,13-3-6674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7:57.954"/>
    </inkml:context>
    <inkml:brush xml:id="br0">
      <inkml:brushProperty name="width" value="0.05" units="cm"/>
      <inkml:brushProperty name="height" value="0.05" units="cm"/>
      <inkml:brushProperty name="color" value="#FFC114"/>
    </inkml:brush>
  </inkml:definitions>
  <inkml:trace contextRef="#ctx0" brushRef="#br0">85 58 24575,'0'-3'0,"-1"0"0,0 0 0,0 1 0,0-1 0,0 0 0,-1 0 0,1 1 0,-1-1 0,1 1 0,-1-1 0,0 1 0,0 0 0,0 0 0,-5-4 0,6 5 0,-1-1 0,1 1 0,-1 0 0,1-1 0,-1 1 0,0 0 0,1 0 0,-1 0 0,0 0 0,0 1 0,0-1 0,0 0 0,1 1 0,-1-1 0,0 1 0,0 0 0,0 0 0,0 0 0,0-1 0,0 2 0,0-1 0,-4 1 0,5-1 0,0 1 0,0 0 0,0 0 0,0 0 0,0 0 0,0 0 0,1 0 0,-1 0 0,0 0 0,0 0 0,1 1 0,-1-1 0,1 0 0,-1 0 0,1 1 0,0-1 0,-1 0 0,1 0 0,0 1 0,0-1 0,0 0 0,0 1 0,0-1 0,0 0 0,0 1 0,1 1 0,9 36 0,-2-19 0,1-1 0,1 0 0,1 0 0,1-1 0,0-1 0,24 27 0,-23-31 0,-1 0 0,2-1 0,0-1 0,0 0 0,1-1 0,0 0 0,1-1 0,22 9 0,-31-16-341,1 1 0,0-1-1,14 2 1,-6-3-6485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7:58.124"/>
    </inkml:context>
    <inkml:brush xml:id="br0">
      <inkml:brushProperty name="width" value="0.05" units="cm"/>
      <inkml:brushProperty name="height" value="0.05" units="cm"/>
      <inkml:brushProperty name="color" value="#FFC114"/>
    </inkml:brush>
  </inkml:definitions>
  <inkml:trace contextRef="#ctx0" brushRef="#br0">305 4 24575,'-3'-3'0,"-3"2"0,-5 7 0,-2 8 0,-2 8 0,-2 5 0,-3 7 0,-4 6 0,-4 3 0,-3 1 0,-1 0 0,1-2 0,1-6 0,4-5 0,8-9-8191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7:58.329"/>
    </inkml:context>
    <inkml:brush xml:id="br0">
      <inkml:brushProperty name="width" value="0.05" units="cm"/>
      <inkml:brushProperty name="height" value="0.05" units="cm"/>
      <inkml:brushProperty name="color" value="#FFC114"/>
    </inkml:brush>
  </inkml:definitions>
  <inkml:trace contextRef="#ctx0" brushRef="#br0">34 60 24575,'3'-6'0,"0"-4"0,1-4 0,-1-2 0,-4 5 0,-4 9 0,-2 14 0,-2 14 0,0 10 0,2 9 0,2 7 0,2 3 0,4 5 0,5 0 0,1-2 0,3-2 0,-1-4 0,-1-12-8191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7:58.497"/>
    </inkml:context>
    <inkml:brush xml:id="br0">
      <inkml:brushProperty name="width" value="0.05" units="cm"/>
      <inkml:brushProperty name="height" value="0.05" units="cm"/>
      <inkml:brushProperty name="color" value="#FFC114"/>
    </inkml:brush>
  </inkml:definitions>
  <inkml:trace contextRef="#ctx0" brushRef="#br0">11 116 24575,'0'-3'0,"-3"-3"0,-1-4 0,1-4 0,6 2 0,8 2 0,11 0 0,13 2 0,15 2 0,14 2 0,12-1 0,14-2 0,8-4 0,-11 1-8191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7:58.920"/>
    </inkml:context>
    <inkml:brush xml:id="br0">
      <inkml:brushProperty name="width" value="0.05" units="cm"/>
      <inkml:brushProperty name="height" value="0.05" units="cm"/>
      <inkml:brushProperty name="color" value="#FFC114"/>
    </inkml:brush>
  </inkml:definitions>
  <inkml:trace contextRef="#ctx0" brushRef="#br0">198 287 24575,'-34'-11'0,"-90"-33"0,124 44 0,-30-18 0,29 18 0,1 0 0,-1-1 0,0 1 0,1-1 0,-1 0 0,1 1 0,-1-1 0,1 1 0,-1-1 0,1 0 0,-1 1 0,1-1 0,0 0 0,-1 0 0,1 1 0,0-1 0,0 0 0,-1 0 0,1 1 0,0-1 0,0 0 0,0 0 0,0 0 0,0 1 0,0-1 0,0 0 0,0 0 0,0 0 0,1 1 0,-1-1 0,0 0 0,0 0 0,1 1 0,-1-1 0,1 0 0,-1 1 0,0-1 0,1 0 0,0 0 0,3-2 0,-1-1 0,1 1 0,0 0 0,0 0 0,0 1 0,1-1 0,-1 1 0,1 0 0,-1 0 0,6-1 0,54-13 0,-41 11 0,385-58 0,-62 13 0,-307 41 0,-39 9 0,1 0 0,-1 0 0,1 0 0,-1 0 0,1 0 0,0-1 0,-1 1 0,1 0 0,-1 0 0,1-1 0,-1 1 0,1 0 0,-1 0 0,1-1 0,-1 1 0,1-1 0,-1 1 0,0 0 0,1-1 0,-1 1 0,1-1 0,-10-3 0,-25 1 0,8 3 0,-1 2 0,1 0 0,0 2 0,-1 1 0,2 1 0,-1 1 0,-27 12 0,39-14 0,0 2 0,1 0 0,0 0 0,0 1 0,0 1 0,1 0 0,1 1 0,0 0 0,0 1 0,1 0 0,0 0 0,1 1 0,0 1 0,-7 14 0,4-2 54,2 0 0,1 1 0,1 0 0,1 0 0,-4 33 0,-7 136-843,14-135-111,-1 6-5926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7:59.734"/>
    </inkml:context>
    <inkml:brush xml:id="br0">
      <inkml:brushProperty name="width" value="0.05" units="cm"/>
      <inkml:brushProperty name="height" value="0.05" units="cm"/>
      <inkml:brushProperty name="color" value="#FFC114"/>
    </inkml:brush>
  </inkml:definitions>
  <inkml:trace contextRef="#ctx0" brushRef="#br0">306 565 24575,'32'-29'0,"-26"25"0,-1-1 0,1 1 0,-1-1 0,0 0 0,0-1 0,0 1 0,-1-1 0,0 0 0,0 0 0,-1 0 0,1-1 0,-1 1 0,4-14 0,-6 16 0,0 1 0,0-1 0,-1 0 0,1 0 0,-1 0 0,0 0 0,0 1 0,0-1 0,0 0 0,-1 0 0,0 0 0,1 0 0,-1 1 0,-1-1 0,1 0 0,-1 1 0,1-1 0,-1 1 0,0-1 0,0 1 0,0 0 0,-1 0 0,1 0 0,-1 0 0,0 0 0,0 1 0,0-1 0,0 1 0,0 0 0,0-1 0,-1 2 0,1-1 0,-1 0 0,-6-2 0,1 1 0,0 1 0,-1 0 0,1 0 0,0 1 0,-1 0 0,1 0 0,-1 1 0,1 1 0,0-1 0,-1 1 0,1 1 0,0 0 0,-15 5 0,10-1 0,0 1 0,1 0 0,0 1 0,0 0 0,1 1 0,0 1 0,0-1 0,1 2 0,1 0 0,-19 24 0,23-28 0,1 1 0,0 0 0,0 0 0,1 1 0,0-1 0,1 1 0,0 0 0,0 0 0,1 0 0,0 0 0,0 0 0,1 1 0,0-1 0,1 1 0,0-1 0,1 0 0,0 1 0,4 17 0,-3-22 0,0 1 0,0-1 0,1 1 0,0-1 0,0 0 0,0 0 0,0-1 0,1 1 0,0-1 0,0 0 0,0 1 0,1-2 0,-1 1 0,1 0 0,0-1 0,0 0 0,0 0 0,0-1 0,1 1 0,-1-1 0,1 0 0,0-1 0,6 2 0,-4-2 0,0 1 0,0-1 0,0-1 0,0 0 0,0 0 0,0-1 0,0 0 0,0 0 0,0 0 0,0-1 0,0-1 0,-1 1 0,1-1 0,-1 0 0,0-1 0,10-6 0,-13 7 0,-1-1 0,1 1 0,-1-1 0,0 1 0,0-1 0,0 0 0,-1-1 0,1 1 0,-1 0 0,0-1 0,0 1 0,-1-1 0,1 1 0,-1-1 0,0 0 0,0 0 0,-1 0 0,1 1 0,-1-1 0,0 0 0,0 0 0,-1 0 0,0 0 0,0 0 0,-1-5 0,1 9 0,1 0 0,0 0 0,0 1 0,0-1 0,-1 0 0,1 0 0,-1 1 0,1-1 0,0 0 0,-1 0 0,1 1 0,-1-1 0,0 1 0,1-1 0,-1 0 0,1 1 0,-1-1 0,0 1 0,1 0 0,-2-1 0,2 1 0,-1 0 0,1 0 0,-1 0 0,1 0 0,-1 0 0,1 0 0,-1 0 0,1 1 0,-1-1 0,1 0 0,-1 0 0,1 0 0,0 1 0,-1-1 0,1 0 0,-1 1 0,1-1 0,0 0 0,-1 1 0,1-1 0,0 0 0,-1 1 0,1 0 0,-2 2 0,0 0 0,1 0 0,0 0 0,-1 0 0,1 1 0,0-1 0,0 0 0,0 5 0,1-3 0,-1 0 0,1 0 0,0 0 0,1-1 0,-1 1 0,1 0 0,0 0 0,0-1 0,1 1 0,-1 0 0,1-1 0,0 1 0,0-1 0,1 0 0,-1 0 0,1 0 0,0 0 0,5 5 0,-4-5 0,1 0 0,0-1 0,0 1 0,0-1 0,0 0 0,1-1 0,-1 1 0,1-1 0,0 0 0,0-1 0,0 1 0,0-1 0,0 0 0,9 0 0,0-1 0,-1-1 0,0 0 0,1-1 0,-1 0 0,0-1 0,0-1 0,0 0 0,-1-1 0,1 0 0,-1-1 0,-1-1 0,1 0 0,-1-1 0,0 0 0,0 0 0,-1-2 0,12-12 0,-8 7 0,-1-1 0,-1-1 0,0-1 0,-1 0 0,-1 0 0,0-1 0,-2 0 0,0-1 0,-1 0 0,9-41 0,-9 23 0,-2 0 0,-2-1 0,-2 1 0,-1-1 0,-2 0 0,-2 1 0,-11-57 0,7 71 0,7 24 0,0 0 0,0 0 0,0 0 0,0 0 0,0 0 0,0-1 0,0 1 0,0 0 0,0 0 0,0 0 0,0 0 0,0 0 0,0 0 0,0-1 0,0 1 0,0 0 0,0 0 0,0 0 0,0 0 0,0 0 0,0 0 0,-1 0 0,1 0 0,0 0 0,0-1 0,0 1 0,0 0 0,0 0 0,0 0 0,0 0 0,0 0 0,-1 0 0,1 0 0,0 0 0,0 0 0,0 0 0,0 0 0,0 0 0,0 0 0,-1 0 0,1 0 0,0 0 0,0 0 0,0 0 0,0 0 0,0 0 0,0 0 0,-1 0 0,1 0 0,0 0 0,0 0 0,0 0 0,0 0 0,0 1 0,0-1 0,0 0 0,0 0 0,-1 0 0,1 0 0,0 0 0,0 0 0,0 0 0,-4 13 0,0 18 0,-1 130 0,22 228 0,-15-374 0,0-1 0,4 18 0,-1-25 0,-3-14 0,1-15 0,-2 12 0,0-18 0,1 0 0,2 0 0,9-36 0,-11 56 0,1 0 0,0 1 0,0-1 0,0 1 0,1-1 0,0 1 0,1 0 0,0 1 0,0-1 0,0 1 0,1 0 0,-1 0 0,2 1 0,-1 0 0,0 0 0,10-5 0,-9 6 0,0 1 0,1 0 0,-1 0 0,1 0 0,0 1 0,0 0 0,0 1 0,0 0 0,0 0 0,0 1 0,13 1 0,-9 0 0,0 1 0,0 0 0,-1 1 0,1 1 0,-1 0 0,0 0 0,15 9 0,-12-6 0,0 2 0,-1 0 0,0 1 0,0 0 0,-1 1 0,-1 0 0,1 1 0,-2 0 0,0 1 0,0 0 0,14 28 0,-22-36 0,1 0 0,-1 1 0,0 0 0,0-1 0,-1 1 0,0 0 0,0 0 0,0 0 0,0 0 0,-1 0 0,0 0 0,-1 0 0,1 0 0,-1 0 0,0 0 0,-3 9 0,1-10 0,1 1 0,-1-1 0,0 0 0,0-1 0,-1 1 0,1 0 0,-1-1 0,0 0 0,0 0 0,0 0 0,-1 0 0,0-1 0,1 0 0,-1 0 0,0 0 0,-1 0 0,-6 2 0,-3 0-80,0-1 0,0 0-1,0-2 1,0 1 0,-1-2-1,0 0 1,1-1 0,-1 0-1,1-1 1,-1-1 0,1 0 0,0-2-1,0 1 1,0-2 0,0 0-1,-23-12 1,-7-8-6746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7:59.921"/>
    </inkml:context>
    <inkml:brush xml:id="br0">
      <inkml:brushProperty name="width" value="0.05" units="cm"/>
      <inkml:brushProperty name="height" value="0.05" units="cm"/>
      <inkml:brushProperty name="color" value="#FFC114"/>
    </inkml:brush>
  </inkml:definitions>
  <inkml:trace contextRef="#ctx0" brushRef="#br0">1 0 24575,'7'0'0,"1"0"0,-1 0 0,1 1 0,-1 0 0,1 0 0,-1 1 0,11 4 0,-16-5 0,1 0 0,-1 0 0,0 1 0,0-1 0,0 1 0,0 0 0,0-1 0,-1 1 0,1 0 0,0 0 0,-1 0 0,1 0 0,-1 0 0,0 1 0,0-1 0,0 0 0,0 1 0,0-1 0,0 0 0,-1 1 0,1-1 0,-1 1 0,0-1 0,1 1 0,-1 0 0,-1 2 0,-7 104 0,0-28 0,5 129-1365,3-165-5461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00.284"/>
    </inkml:context>
    <inkml:brush xml:id="br0">
      <inkml:brushProperty name="width" value="0.05" units="cm"/>
      <inkml:brushProperty name="height" value="0.05" units="cm"/>
      <inkml:brushProperty name="color" value="#FFC114"/>
    </inkml:brush>
  </inkml:definitions>
  <inkml:trace contextRef="#ctx0" brushRef="#br0">1 264 24575,'5'0'0,"1"1"0,-1 0 0,1 0 0,0 0 0,-1 1 0,0-1 0,1 1 0,6 4 0,41 26 0,-6-3 0,-36-25 0,-1 0 0,1-1 0,-1 0 0,1-1 0,0 0 0,0 0 0,0-1 0,0-1 0,0 0 0,0 0 0,0-1 0,0-1 0,16-3 0,-20 3 0,0 1 0,0-1 0,-1-1 0,1 1 0,-1-1 0,0 0 0,0-1 0,0 1 0,0-1 0,-1 0 0,1-1 0,-1 1 0,0-1 0,0 0 0,-1-1 0,0 1 0,0-1 0,0 1 0,0-1 0,-1-1 0,0 1 0,4-10 0,-6 7 0,0 1 0,0 0 0,-1 0 0,0 0 0,0-1 0,-1 1 0,0 0 0,0 0 0,-1 0 0,0 0 0,0 0 0,-1 0 0,0 1 0,-1-1 0,0 1 0,0 0 0,0 0 0,-1 0 0,-5-6 0,4 6 0,1 0 0,-1 0 0,-1 1 0,1 0 0,-1 0 0,0 1 0,-1-1 0,1 2 0,-1-1 0,0 1 0,0 0 0,-1 1 0,1-1 0,-1 2 0,1-1 0,-1 1 0,-11 0 0,14 1 0,0 1 0,-1 1 0,1 0 0,0-1 0,-1 2 0,1-1 0,0 1 0,0 0 0,0 0 0,0 1 0,0 0 0,1 0 0,-10 6 0,8-3 0,0 0 0,1 0 0,0 1 0,0 0 0,0 0 0,0 0 0,1 1 0,-7 15 0,6-10 0,0 1 0,1-1 0,1 1 0,1 0 0,0 0 0,0 0 0,1 1 0,1-1 0,1 1 0,0-1 0,1 0 0,2 16 0,0-19 19,-1-1 0,2 1 0,-1-1 0,1 0 0,1 0 0,0 0 0,1 0 0,-1-1 0,2 0 0,-1 0 0,1-1 0,1 0 0,-1 0 0,1-1 0,1 0 0,-1 0 0,19 10 0,-5-5-263,1-1 0,0-2 0,0 0 0,1-1 1,0-2-1,41 7 0,21-2-6582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00.969"/>
    </inkml:context>
    <inkml:brush xml:id="br0">
      <inkml:brushProperty name="width" value="0.05" units="cm"/>
      <inkml:brushProperty name="height" value="0.05" units="cm"/>
      <inkml:brushProperty name="color" value="#FFC114"/>
    </inkml:brush>
  </inkml:definitions>
  <inkml:trace contextRef="#ctx0" brushRef="#br0">0 8 24575,'0'-3'0,"3"0"0,1 2 0,-1 8 0,0 8 0,-1 7 0,-1 8 0,0 9 0,2 8 0,1 10 0,3 8 0,2 4 0,0-11-8191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0.894"/>
    </inkml:context>
    <inkml:brush xml:id="br0">
      <inkml:brushProperty name="width" value="0.05" units="cm"/>
      <inkml:brushProperty name="height" value="0.05" units="cm"/>
      <inkml:brushProperty name="color" value="#FFC114"/>
    </inkml:brush>
  </inkml:definitions>
  <inkml:trace contextRef="#ctx0" brushRef="#br0">1 0 24575,'1268'18'-3816,"543"61"-3283,2 30 5248,-242-12 1743,-1039-76 4466,-481-21-4033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1.472"/>
    </inkml:context>
    <inkml:brush xml:id="br0">
      <inkml:brushProperty name="width" value="0.05" units="cm"/>
      <inkml:brushProperty name="height" value="0.05" units="cm"/>
      <inkml:brushProperty name="color" value="#FFC114"/>
    </inkml:brush>
  </inkml:definitions>
  <inkml:trace contextRef="#ctx0" brushRef="#br0">103 5 24575,'0'0'0,"0"1"0,0-1 0,-1 0 0,1 0 0,0 0 0,0 0 0,0 0 0,0 0 0,0 1 0,-1-1 0,1 0 0,0 0 0,0 0 0,0 0 0,0 0 0,-1 0 0,1 0 0,0 0 0,0 0 0,0 0 0,-1 0 0,1 0 0,0 0 0,0 0 0,0 0 0,-1 0 0,1 0 0,0 0 0,0 0 0,0 0 0,0 0 0,-1-1 0,1 1 0,0 0 0,0 0 0,0 0 0,0 0 0,0 0 0,-1 0 0,1-1 0,0 1 0,0 0 0,0 0 0,0 0 0,0 0 0,0 0 0,0-1 0,0 1 0,-1 0 0,1 0 0,0 0 0,0-1 0,0 1 0,0 0 0,0 0 0,0 0 0,0 0 0,0-1 0,0 1 0,0 0 0,0 0 0,0 0 0,0-1 0,1 1 0,-1 0 0,0 0 0,-9 13 0,0 14 0,2 0 0,1 1 0,-4 53 0,3-24 0,-9 43 0,4-29 0,2 0 0,1 82 0,9-149 0,0 1 0,0-1 0,0 0 0,1 1 0,0-1 0,0 0 0,0 1 0,0-1 0,0 0 0,1 0 0,0 0 0,0 0 0,0 0 0,0-1 0,1 1 0,0-1 0,-1 1 0,1-1 0,0 0 0,1 0 0,-1 0 0,0 0 0,1-1 0,0 1 0,-1-1 0,1 0 0,0 0 0,0-1 0,0 1 0,5 0 0,17 6 81,0-1-1,0-1 0,29 2 1,83 2-813,-92-7-223,9 0-5871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2.399"/>
    </inkml:context>
    <inkml:brush xml:id="br0">
      <inkml:brushProperty name="width" value="0.05" units="cm"/>
      <inkml:brushProperty name="height" value="0.05" units="cm"/>
      <inkml:brushProperty name="color" value="#FFC114"/>
    </inkml:brush>
  </inkml:definitions>
  <inkml:trace contextRef="#ctx0" brushRef="#br0">289 103 24575,'1'-10'0,"-1"3"0,0-1 0,0 1 0,-1-1 0,0 1 0,-3-13 0,3 17 0,0 1 0,0 0 0,0 0 0,0 0 0,0 1 0,-1-1 0,1 0 0,0 0 0,-1 1 0,1-1 0,-1 1 0,0-1 0,0 1 0,1 0 0,-1-1 0,0 1 0,0 0 0,0 0 0,0 0 0,-1 1 0,1-1 0,0 0 0,0 1 0,-3-1 0,-3 1 0,1-1 0,-1 1 0,0 1 0,0-1 0,0 1 0,0 1 0,0 0 0,1 0 0,-1 0 0,1 1 0,0 0 0,-1 0 0,1 1 0,-9 6 0,6-3 0,0 0 0,0 0 0,1 1 0,0 0 0,0 1 0,1 0 0,0 1 0,-11 16 0,15-19 0,1 0 0,0 1 0,0-1 0,0 0 0,1 1 0,0 0 0,0 0 0,1-1 0,-1 13 0,2-17 0,0 0 0,0 0 0,1 0 0,-1 0 0,1 0 0,-1 0 0,1 0 0,0 0 0,0 0 0,0-1 0,0 1 0,1 0 0,-1-1 0,1 1 0,-1 0 0,1-1 0,0 0 0,0 1 0,0-1 0,1 0 0,-1 0 0,0 0 0,1-1 0,-1 1 0,1 0 0,5 1 0,-1 0 0,1-1 0,-1 0 0,1 0 0,0-1 0,0 0 0,0 0 0,0-1 0,0 0 0,0 0 0,0-1 0,-1 0 0,1 0 0,0-1 0,0 0 0,-1-1 0,1 1 0,-1-1 0,8-5 0,-8 4 0,0 0 0,-1 0 0,0 0 0,0-1 0,0 0 0,0 0 0,-1 0 0,0-1 0,0 0 0,-1 0 0,1 0 0,-1-1 0,0 0 0,-1 1 0,0-1 0,0 0 0,0-1 0,2-11 0,-2-24 0,-3 42 0,1-1 0,-1 1 0,0 0 0,0 0 0,0 0 0,-1 0 0,1-1 0,0 1 0,0 0 0,0 0 0,-1 0 0,1 0 0,-1 0 0,1 0 0,-1 0 0,1 0 0,-1 0 0,0 0 0,1 0 0,-1 0 0,0 0 0,0 0 0,0 0 0,1 1 0,-1-1 0,0 0 0,0 1 0,0-1 0,0 0 0,0 1 0,-1-1 0,-1 1 0,2 0 0,0 0 0,-1 1 0,1-1 0,0 0 0,-1 1 0,1 0 0,0-1 0,0 1 0,0 0 0,-1 0 0,1 0 0,0 0 0,0 0 0,0 0 0,0 0 0,0 0 0,1 0 0,-1 0 0,0 0 0,0 0 0,1 1 0,-1-1 0,1 0 0,-1 1 0,1-1 0,0 0 0,-1 1 0,1 1 0,-2 4 0,1 0 0,0 0 0,0 0 0,0 10 0,2-11 0,-1 0 0,1 0 0,0 0 0,0 0 0,1 0 0,0 0 0,0 0 0,0-1 0,0 1 0,1-1 0,0 0 0,0 1 0,1-1 0,0-1 0,0 1 0,5 5 0,-3-5 0,-1-1 0,1 0 0,0 0 0,1 0 0,-1-1 0,0 0 0,1 0 0,0-1 0,0 1 0,0-2 0,0 1 0,0-1 0,11 1 0,-3-2 0,1 0 0,-1-1 0,0-1 0,0 0 0,0-1 0,0-1 0,0 0 0,-1-1 0,21-11 0,-17 8 0,-1-2 0,0 0 0,-1-1 0,-1 0 0,1-2 0,-2 0 0,14-15 0,-24 24 0,0-1 0,0 0 0,0 0 0,-1 0 0,0-1 0,0 1 0,0-1 0,-1 0 0,4-11 0,-6 15 0,1 0 0,-1 0 0,0 0 0,0 0 0,0-1 0,-1 1 0,1 0 0,0 0 0,-1 0 0,1 0 0,-1 0 0,0 0 0,0 0 0,1 1 0,-1-1 0,0 0 0,-1 0 0,1 1 0,0-1 0,0 0 0,-1 1 0,1-1 0,-1 1 0,0 0 0,1 0 0,-1-1 0,0 1 0,0 0 0,1 0 0,-1 1 0,0-1 0,0 0 0,-2 0 0,-1-1 0,0 1 0,0 0 0,0-1 0,0 2 0,0-1 0,0 1 0,0-1 0,0 1 0,0 1 0,0-1 0,-1 1 0,1 0 0,0 0 0,1 0 0,-1 1 0,0 0 0,0 0 0,1 0 0,-1 0 0,1 1 0,-1 0 0,1 0 0,0 0 0,0 0 0,1 1 0,-1-1 0,1 1 0,-1 0 0,1 0 0,1 0 0,-1 0 0,0 1 0,1-1 0,0 1 0,0 0 0,0 0 0,1 0 0,0-1 0,-1 1 0,2 0 0,-1 1 0,0 4 0,1-8 0,0 0 0,0 0 0,0 0 0,0 0 0,1 0 0,-1 0 0,1 0 0,-1 0 0,1-1 0,-1 1 0,1 0 0,0 0 0,0-1 0,0 1 0,0 0 0,0-1 0,0 1 0,0-1 0,1 1 0,-1-1 0,1 0 0,-1 1 0,1-1 0,-1 0 0,1 0 0,-1 0 0,5 1 0,1 0 0,0 0 0,1-1 0,-1 0 0,1 0 0,15-1 0,-17 0 0,1 0 0,0 0 0,0 1 0,0 0 0,0 0 0,8 3 0,-14-3 0,1 0 0,0 0 0,0 1 0,0-1 0,-1 0 0,1 1 0,-1-1 0,1 1 0,-1 0 0,0 0 0,0-1 0,1 1 0,-1 0 0,0 0 0,-1 0 0,1 0 0,0 0 0,-1 0 0,1 0 0,-1 0 0,1 1 0,-1-1 0,0 0 0,0 0 0,0 0 0,0 3 0,-1 8 0,-1 0 0,0 0 0,-4 15 0,2-13 0,-67 293 0,69-298 0,-5 21 0,7-30 0,-1 1 0,1-1 0,-1 1 0,0-1 0,1 0 0,-1 1 0,0-1 0,0 0 0,0 1 0,0-1 0,0 0 0,0 0 0,0 0 0,0 0 0,-2 1 0,2-2 0,1 0 0,-1 0 0,1 0 0,-1 0 0,1 0 0,-1 0 0,1 0 0,-1 0 0,0 0 0,1 0 0,-1 0 0,1 0 0,-1 0 0,1-1 0,-1 1 0,1 0 0,-1 0 0,1-1 0,0 1 0,-1 0 0,1-1 0,-1 1 0,1 0 0,0-1 0,-1 1 0,1-1 0,0 1 0,-1 0 0,1-1 0,0 1 0,0-1 0,-1 1 0,1-1 0,0 1 0,0-1 0,0 1 0,0-1 0,-1 0 0,-5-22 0,4 11 0,1 0 0,0 0 0,0 0 0,1 0 0,0 1 0,1-1 0,1 0 0,0 0 0,6-19 0,-5 23 0,0 0 0,1 0 0,0 1 0,0-1 0,1 1 0,0 0 0,0 1 0,0-1 0,1 1 0,0 0 0,0 0 0,1 1 0,0 0 0,10-6 0,0 2-340,0 0-1,32-9 1,-45 17-4,11-5-6482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4.791"/>
    </inkml:context>
    <inkml:brush xml:id="br0">
      <inkml:brushProperty name="width" value="0.05" units="cm"/>
      <inkml:brushProperty name="height" value="0.05" units="cm"/>
      <inkml:brushProperty name="color" value="#FFC114"/>
    </inkml:brush>
  </inkml:definitions>
  <inkml:trace contextRef="#ctx0" brushRef="#br0">1 68 24575,'0'-11'0,"-1"-23"0,1 33 0,0 0 0,0 0 0,0 0 0,0 0 0,1 0 0,-1 0 0,0 0 0,0 0 0,1 0 0,-1 0 0,1 0 0,-1 0 0,0 0 0,1 0 0,0 0 0,-1 0 0,1 0 0,0 1 0,-1-1 0,1 0 0,0 0 0,1 0 0,-1 1 0,0 0 0,0 0 0,0 0 0,0 0 0,0 0 0,0 0 0,0 0 0,0 1 0,0-1 0,0 0 0,-1 1 0,1-1 0,0 1 0,0-1 0,0 1 0,0-1 0,-1 1 0,1-1 0,0 1 0,-1 0 0,1 0 0,0-1 0,0 2 0,15 22 0,-15-22 0,12 20 0,-2 1 0,-1 0 0,-1 1 0,-1 0 0,-1 0 0,6 37 0,-6-6 0,3 105 0,-11-119-682,-10 75-1,3-76-6143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5.120"/>
    </inkml:context>
    <inkml:brush xml:id="br0">
      <inkml:brushProperty name="width" value="0.05" units="cm"/>
      <inkml:brushProperty name="height" value="0.05" units="cm"/>
      <inkml:brushProperty name="color" value="#FFC114"/>
    </inkml:brush>
  </inkml:definitions>
  <inkml:trace contextRef="#ctx0" brushRef="#br0">156 28 24575,'18'-11'0,"-17"9"0,1 0 0,0 1 0,0-1 0,0 1 0,1 0 0,-1 0 0,0 0 0,0 0 0,1 0 0,-1 0 0,0 0 0,1 1 0,4-1 0,-7 1 0,1 0 0,-1 0 0,0 0 0,1 1 0,-1-1 0,0 0 0,1 1 0,-1-1 0,0 0 0,1 1 0,-1-1 0,0 0 0,0 1 0,0-1 0,1 1 0,-1-1 0,0 0 0,0 1 0,0-1 0,0 1 0,0-1 0,0 1 0,0-1 0,0 1 0,0-1 0,0 0 0,0 1 0,0-1 0,0 1 0,0-1 0,0 1 0,0-1 0,0 0 0,-1 1 0,1-1 0,0 1 0,0-1 0,0 0 0,-1 1 0,1-1 0,-1 1 0,-9 18 0,10-19 0,-22 31 0,-1-1 0,-2-1 0,-43 39 0,29-30 0,37-36 0,-1 0 0,1 0 0,0 1 0,0-1 0,0 1 0,0 0 0,1 0 0,-1-1 0,1 1 0,-1 0 0,-1 6 0,3-7 0,0 0 0,0-1 0,0 1 0,1 0 0,-1-1 0,0 1 0,1 0 0,-1-1 0,1 1 0,-1 0 0,1-1 0,0 1 0,0-1 0,-1 1 0,1-1 0,0 1 0,0-1 0,1 0 0,-1 0 0,0 1 0,0-1 0,1 0 0,-1 0 0,2 1 0,79 50 0,-57-37 0,45 34 0,-2 3-1365,-49-40-5461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6.043"/>
    </inkml:context>
    <inkml:brush xml:id="br0">
      <inkml:brushProperty name="width" value="0.05" units="cm"/>
      <inkml:brushProperty name="height" value="0.05" units="cm"/>
      <inkml:brushProperty name="color" value="#FFC114"/>
    </inkml:brush>
  </inkml:definitions>
  <inkml:trace contextRef="#ctx0" brushRef="#br0">154 233 24575,'-13'-16'0,"12"14"0,0 0 0,0 0 0,-1 0 0,1 0 0,-1 0 0,0 0 0,1 1 0,-1-1 0,0 1 0,0-1 0,0 1 0,-2-1 0,7 2 0,0 1 0,1 0 0,-1-1 0,1 1 0,-1-1 0,0 0 0,1 0 0,-1-1 0,1 1 0,-1-1 0,1 1 0,-1-1 0,0 0 0,0 0 0,1-1 0,-1 1 0,0-1 0,0 1 0,0-1 0,0 0 0,-1 0 0,1-1 0,-1 1 0,1 0 0,-1-1 0,1 1 0,-1-1 0,0 0 0,-1 0 0,1 0 0,0 0 0,-1 0 0,1 0 0,-1 0 0,0-1 0,0 1 0,0 0 0,0-6 0,-1 3 0,0 1 0,0 0 0,-1 0 0,1 0 0,-1 0 0,0 0 0,0 0 0,-1 0 0,0 0 0,0 0 0,0 0 0,0 1 0,-1-1 0,0 1 0,1 0 0,-2 0 0,1 0 0,0 0 0,-1 0 0,-5-3 0,7 4 0,0 1 0,-1 0 0,1 0 0,-1 0 0,0 1 0,0-1 0,0 0 0,0 1 0,0 0 0,0 0 0,0 0 0,0 0 0,0 0 0,-1 1 0,1-1 0,0 1 0,-1 0 0,1 0 0,0 0 0,0 0 0,-1 1 0,1-1 0,0 1 0,0 0 0,0 0 0,-1 0 0,1 0 0,0 1 0,0-1 0,1 1 0,-1 0 0,-3 2 0,-1 3 0,0 0 0,1 1 0,0-1 0,0 2 0,1-1 0,0 0 0,0 1 0,1 0 0,0 0 0,1 1 0,0-1 0,0 0 0,1 1 0,0 0 0,1 0 0,0 0 0,0 12 0,1-12 0,0-1 0,1 1 0,0-1 0,0 1 0,1-1 0,1 1 0,-1-1 0,1 0 0,1 0 0,0 0 0,0-1 0,1 1 0,0-1 0,0 0 0,1 0 0,0-1 0,12 12 0,-11-13 0,0-1 0,1 0 0,0 0 0,0-1 0,0 0 0,1 0 0,-1-1 0,1 0 0,0 0 0,0-1 0,0-1 0,0 1 0,0-1 0,1-1 0,-1 0 0,0 0 0,0-1 0,12-2 0,-11 1 0,-1 0 0,1-1 0,-1 0 0,1-1 0,-1 0 0,0 0 0,-1-1 0,1 0 0,-1-1 0,0 1 0,0-2 0,-1 1 0,0-1 0,0 0 0,0-1 0,9-13 0,-7 4 0,0 1 0,-1-2 0,-1 1 0,0-1 0,-1 0 0,-1 0 0,-1-1 0,-1 0 0,0 0 0,-1-21 0,-4 74 0,-1 36 0,3-63 0,0-1 0,1 1 0,0 0 0,0-1 0,0 1 0,1 0 0,5 11 0,-6-16 0,1 1 0,-1-1 0,1 1 0,0-1 0,0 0 0,0 0 0,1 0 0,-1 0 0,0 0 0,1 0 0,-1-1 0,1 1 0,-1-1 0,1 1 0,0-1 0,0 0 0,0 0 0,-1-1 0,1 1 0,0 0 0,0-1 0,0 0 0,0 0 0,0 0 0,0 0 0,0 0 0,0 0 0,6-2 0,-1 0 0,0 0 0,0 0 0,0-1 0,0 0 0,0-1 0,-1 0 0,1 0 0,-1 0 0,7-6 0,-1-2 0,-1 1 0,11-16 0,17-15 0,-40 42 0,0 0 0,0 0 0,0-1 0,0 1 0,1 0 0,-1 0 0,0 0 0,0 0 0,1 0 0,-1-1 0,0 1 0,0 0 0,1 0 0,-1 0 0,0 0 0,0 0 0,1 0 0,-1 0 0,0 0 0,0 0 0,1 0 0,-1 0 0,0 0 0,0 0 0,1 0 0,-1 0 0,0 1 0,0-1 0,1 0 0,-1 0 0,0 0 0,0 0 0,0 0 0,1 0 0,-1 1 0,0-1 0,0 0 0,0 0 0,0 0 0,1 1 0,-1-1 0,0 0 0,0 0 0,0 0 0,0 1 0,0-1 0,0 0 0,1 0 0,-1 1 0,0-1 0,0 0 0,0 0 0,0 1 0,0-1 0,0 0 0,0 0 0,0 1 0,0-1 0,0 0 0,0 0 0,-1 1 0,1-1 0,0 0 0,0 0 0,0 1 0,-1 19 0,-13 219 0,11-137 0,-18 107 0,19-197 0,0 0 0,-1-1 0,-1 1 0,1-1 0,-2 0 0,-8 15 0,12-24 0,0 0 0,0 0 0,0 0 0,-1-1 0,1 1 0,-1-1 0,1 1 0,-1-1 0,0 1 0,0-1 0,1 0 0,-1 0 0,0 0 0,0 0 0,0 0 0,0 0 0,-3 0 0,2-1 0,1 0 0,0 0 0,-1 0 0,1-1 0,-1 1 0,1-1 0,0 0 0,-1 1 0,1-1 0,0 0 0,0 0 0,0-1 0,-1 1 0,1 0 0,1-1 0,-1 1 0,0-1 0,0 0 0,-2-2 0,-4-5 0,-1-1 0,2-1 0,-1 1 0,1-1 0,1 0 0,0-1 0,1 1 0,0-1 0,1 0 0,0-1 0,-4-24 0,5 22 0,1 1 0,1-1 0,1 0 0,0 0 0,1 0 0,0 0 0,1 0 0,1 0 0,0 0 0,6-14 0,-4 19 0,0-1 0,1 1 0,0 0 0,0 0 0,1 0 0,1 1 0,0 0 0,0 1 0,0 0 0,1 0 0,0 0 0,1 1 0,0 1 0,0 0 0,0 0 0,1 1 0,0 0 0,0 1 0,0 0 0,0 1 0,1 0 0,-1 1 0,1 0 0,0 1 0,0 0 0,19 1 0,-27 1-151,0-1-1,0 0 0,1 1 0,-1 0 1,0 0-1,0 0 0,0 1 1,4 1-1,5 6-6674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8.261"/>
    </inkml:context>
    <inkml:brush xml:id="br0">
      <inkml:brushProperty name="width" value="0.05" units="cm"/>
      <inkml:brushProperty name="height" value="0.05" units="cm"/>
      <inkml:brushProperty name="color" value="#FFC114"/>
    </inkml:brush>
  </inkml:definitions>
  <inkml:trace contextRef="#ctx0" brushRef="#br0">0 20 24575,'3'0'0,"4"0"0,3 0 0,4 0 0,7 0 0,6 0 0,7 0 0,6 0 0,5 0 0,4-3 0,-1-1 0,-4-2 0,-8-1-8191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8.462"/>
    </inkml:context>
    <inkml:brush xml:id="br0">
      <inkml:brushProperty name="width" value="0.05" units="cm"/>
      <inkml:brushProperty name="height" value="0.05" units="cm"/>
      <inkml:brushProperty name="color" value="#FFC114"/>
    </inkml:brush>
  </inkml:definitions>
  <inkml:trace contextRef="#ctx0" brushRef="#br0">12 8 24575,'0'-3'0,"-3"-1"0,-1 3 0,0 5 0,4 7 0,2 7 0,0 7 0,0 11 0,0 9 0,0 10 0,-2 10 0,1 4 0,-1 6 0,0-11-8191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8.977"/>
    </inkml:context>
    <inkml:brush xml:id="br0">
      <inkml:brushProperty name="width" value="0.05" units="cm"/>
      <inkml:brushProperty name="height" value="0.05" units="cm"/>
      <inkml:brushProperty name="color" value="#FFC114"/>
    </inkml:brush>
  </inkml:definitions>
  <inkml:trace contextRef="#ctx0" brushRef="#br0">437 104 24575,'7'-8'0,"-2"4"0,0 0 0,-1-1 0,0 0 0,0 0 0,7-10 0,-11 13 0,1 1 0,-1 0 0,1 0 0,-1 0 0,0 0 0,0 0 0,1-1 0,-1 1 0,0 0 0,0 0 0,0-1 0,0 1 0,0 0 0,0 0 0,-1 0 0,1-1 0,0 1 0,-1 0 0,1 0 0,-1 0 0,1 0 0,-1 0 0,1 0 0,-1 0 0,0 0 0,0 0 0,1 0 0,-1 0 0,0 0 0,0 0 0,0 0 0,0 1 0,0-1 0,0 0 0,0 1 0,0-1 0,0 1 0,-2-1 0,-4-3 0,-1 2 0,1-1 0,-1 1 0,0 0 0,1 0 0,-1 1 0,0 0 0,0 0 0,-12 2 0,-6 0 0,-39 7 0,32-2 0,0 1 0,-39 15 0,61-18 0,0 0 0,0 1 0,0 1 0,0 0 0,1 0 0,0 1 0,0 0 0,1 1 0,-14 14 0,20-19 0,1 0 0,0 0 0,-1 0 0,1 0 0,0 1 0,1-1 0,-1 1 0,1-1 0,-1 1 0,1 0 0,0-1 0,0 1 0,1 0 0,-1 0 0,1 0 0,0-1 0,0 1 0,0 0 0,0 0 0,1 0 0,0 0 0,-1-1 0,1 1 0,1 0 0,-1-1 0,0 1 0,1-1 0,0 1 0,0-1 0,0 0 0,0 1 0,4 3 0,5 5 0,0-1 0,0 0 0,1 0 0,0-1 0,1-1 0,22 13 0,27 11 0,111 43 0,-164-73 0,26 12 0,-33-14 0,-1 0 0,1 0 0,0 0 0,-1 0 0,1 1 0,0-1 0,-1 0 0,0 1 0,1-1 0,-1 1 0,0 0 0,0-1 0,0 1 0,2 3 0,-3-4 0,0-1 0,0 1 0,0 0 0,0-1 0,0 1 0,0 0 0,0-1 0,0 1 0,0 0 0,0 0 0,0-1 0,-1 1 0,1 0 0,0-1 0,0 1 0,-1 0 0,1-1 0,-1 1 0,1-1 0,0 1 0,-1-1 0,1 1 0,-1-1 0,1 1 0,-1-1 0,1 1 0,-1-1 0,0 1 0,1-1 0,-1 0 0,0 1 0,1-1 0,-1 0 0,0 0 0,0 1 0,-28 5 0,28-5 0,-44 3-227,0-1-1,0-2 1,0-3-1,0-1 1,-48-10-1,57 6-6598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9.228"/>
    </inkml:context>
    <inkml:brush xml:id="br0">
      <inkml:brushProperty name="width" value="0.05" units="cm"/>
      <inkml:brushProperty name="height" value="0.05" units="cm"/>
      <inkml:brushProperty name="color" value="#FFC114"/>
    </inkml:brush>
  </inkml:definitions>
  <inkml:trace contextRef="#ctx0" brushRef="#br0">1 8 24575,'0'-3'0,"3"0"0,1 2 0,-1 5 0,3 4 0,0 7 0,-1 6 0,-1 6 0,-2 3 0,0 3 0,-2 1 0,0-2 0,0-3 0,0-8-8191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19.480"/>
    </inkml:context>
    <inkml:brush xml:id="br0">
      <inkml:brushProperty name="width" value="0.05" units="cm"/>
      <inkml:brushProperty name="height" value="0.05" units="cm"/>
      <inkml:brushProperty name="color" value="#FFC114"/>
    </inkml:brush>
  </inkml:definitions>
  <inkml:trace contextRef="#ctx0" brushRef="#br0">12 142 24575,'-6'-73'0,"2"37"0,3 35 0,1 0 0,0-1 0,0 1 0,0 0 0,0-1 0,0 1 0,0 0 0,0-1 0,0 1 0,0 0 0,1 0 0,-1-1 0,0 1 0,1 0 0,-1 0 0,1-1 0,0 1 0,-1 0 0,1 0 0,0 0 0,0 0 0,1-2 0,-1 3 0,0-1 0,1 1 0,-1-1 0,0 1 0,1 0 0,-1 0 0,0-1 0,0 1 0,1 0 0,-1 0 0,0 0 0,1 1 0,-1-1 0,0 0 0,1 0 0,-1 1 0,0-1 0,2 1 0,5 3 0,0 0 0,0 0 0,-1 0 0,0 1 0,10 8 0,-12-9 0,-1-1 0,1 1 0,-1 0 0,0 1 0,-1-1 0,1 1 0,-1-1 0,0 1 0,0 0 0,3 9 0,-5-11 0,0-1 0,-1 1 0,0 0 0,1 0 0,-1 0 0,0-1 0,0 1 0,-1 0 0,1 0 0,-1 0 0,1-1 0,-1 1 0,0 0 0,0-1 0,0 1 0,0 0 0,-1-1 0,1 1 0,0-1 0,-1 0 0,0 0 0,0 1 0,-3 2 0,-34 29-1365,20-20-5461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0.043"/>
    </inkml:context>
    <inkml:brush xml:id="br0">
      <inkml:brushProperty name="width" value="0.05" units="cm"/>
      <inkml:brushProperty name="height" value="0.05" units="cm"/>
      <inkml:brushProperty name="color" value="#FFC114"/>
    </inkml:brush>
  </inkml:definitions>
  <inkml:trace contextRef="#ctx0" brushRef="#br0">18 155 24575,'1'73'0,"-3"78"0,-2-127 0,0-18 0,-1-16 0,3-7 0,1 0 0,0 0 0,1 0 0,1-1 0,1 1 0,3-18 0,31-100 0,-33 124 0,1 1 0,0 0 0,1 0 0,0 0 0,1 1 0,0-1 0,0 1 0,13-12 0,-17 18 0,0 1 0,0 0 0,0 0 0,1 0 0,-1 0 0,1 1 0,-1-1 0,1 0 0,0 1 0,0 0 0,0 0 0,-1 0 0,1 0 0,0 0 0,0 1 0,0-1 0,0 1 0,0 0 0,1-1 0,-1 2 0,0-1 0,0 0 0,0 0 0,0 1 0,0 0 0,0 0 0,0 0 0,-1 0 0,1 0 0,0 0 0,0 1 0,-1-1 0,1 1 0,4 4 0,-4-4 0,0 0 0,0 1 0,-1-1 0,1 1 0,-1 0 0,0 0 0,1 0 0,-1 0 0,0 0 0,-1 0 0,1 1 0,-1-1 0,1 0 0,-1 1 0,0-1 0,0 1 0,-1 0 0,1-1 0,-1 1 0,1 0 0,-1 0 0,-1-1 0,1 1 0,0 0 0,-1-1 0,0 1 0,1-1 0,-2 1 0,1 0 0,0-1 0,-1 0 0,1 1 0,-5 5 0,-1 1 0,0 0 0,0 0 0,-1-1 0,0 0 0,-1 0 0,0-1 0,0 0 0,-1 0 0,-11 6 0,2-4 0,15-9 0,0 0 0,1 1 0,-1 0 0,1 0 0,-1 0 0,1 0 0,0 0 0,0 1 0,0 0 0,0-1 0,0 1 0,-3 5 0,6-7 0,0 0 0,0 0 0,-1 0 0,1 0 0,0 0 0,0 1 0,0-1 0,1 0 0,-1 0 0,0 0 0,0 0 0,0 0 0,1 0 0,-1 0 0,1 0 0,-1 0 0,1-1 0,-1 1 0,1 0 0,-1 0 0,1 0 0,0 0 0,-1-1 0,1 1 0,1 1 0,24 18 0,-21-17 0,34 24 116,-4-4-610,-1 2 1,54 51-1,-75-61-6332</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0.419"/>
    </inkml:context>
    <inkml:brush xml:id="br0">
      <inkml:brushProperty name="width" value="0.05" units="cm"/>
      <inkml:brushProperty name="height" value="0.05" units="cm"/>
      <inkml:brushProperty name="color" value="#FFC114"/>
    </inkml:brush>
  </inkml:definitions>
  <inkml:trace contextRef="#ctx0" brushRef="#br0">18 187 24575,'1'-18'0,"-1"1"0,-4 31 0,-3 24 0,3 0 0,1 0 0,2 48 0,15-168 0,-13 79 0,19-124 0,-16 112 0,0 1 0,0-1 0,1 1 0,1 0 0,1 1 0,12-20 0,-17 30 0,0 0 0,0 1 0,0-1 0,0 0 0,1 1 0,-1-1 0,1 1 0,0 0 0,0 0 0,0 0 0,0 1 0,0-1 0,0 0 0,6-1 0,-7 3 0,0 0 0,0-1 0,0 1 0,0 1 0,0-1 0,-1 0 0,1 0 0,0 1 0,0-1 0,0 1 0,-1-1 0,1 1 0,0 0 0,-1 0 0,1-1 0,0 1 0,-1 1 0,1-1 0,-1 0 0,0 0 0,1 0 0,-1 1 0,0-1 0,0 1 0,0-1 0,0 1 0,0-1 0,2 4 0,3 8 0,0 0 0,-1 0 0,0 0 0,-1 1 0,4 17 0,6 74 0,-11-79 0,5 63-1365,-6-52-5461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0.593"/>
    </inkml:context>
    <inkml:brush xml:id="br0">
      <inkml:brushProperty name="width" value="0.05" units="cm"/>
      <inkml:brushProperty name="height" value="0.05" units="cm"/>
      <inkml:brushProperty name="color" value="#FFC114"/>
    </inkml:brush>
  </inkml:definitions>
  <inkml:trace contextRef="#ctx0" brushRef="#br0">3 0 24575,'-3'0'0,"5"0"0,5 0 0,7 0 0,4 0 0,7 0 0,6 0 0,3 0 0,4 0 0,-4 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0.858"/>
    </inkml:context>
    <inkml:brush xml:id="br0">
      <inkml:brushProperty name="width" value="0.05" units="cm"/>
      <inkml:brushProperty name="height" value="0.05" units="cm"/>
      <inkml:brushProperty name="color" value="#FFC114"/>
    </inkml:brush>
  </inkml:definitions>
  <inkml:trace contextRef="#ctx0" brushRef="#br0">55 124 24575,'5'-4'0,"1"-1"0,-1 1 0,1 0 0,0 1 0,6-4 0,-5 3 0,0 0 0,-1 0 0,11-9 0,-13 11 0,-1-1 0,0 0 0,-1 0 0,1 0 0,0 0 0,-1 0 0,0-1 0,1 1 0,-1-1 0,-1 1 0,1-1 0,-1 0 0,1 0 0,-1 0 0,1-7 0,-2 10 0,0 0 0,0 1 0,-1-1 0,1 1 0,-1-1 0,1 1 0,0-1 0,-1 0 0,1 1 0,-1 0 0,1-1 0,-1 1 0,1-1 0,-1 1 0,0 0 0,1-1 0,-1 1 0,1 0 0,-1-1 0,0 1 0,1 0 0,-1 0 0,0 0 0,1 0 0,-1 0 0,0 0 0,1 0 0,-1 0 0,0 0 0,0 0 0,1 0 0,-1 0 0,0 0 0,1 0 0,-1 1 0,1-1 0,-1 0 0,-1 1 0,-28 9 0,29-10 0,-9 5 0,0-1 0,1 1 0,0 1 0,0 0 0,0 0 0,1 1 0,0-1 0,-8 10 0,13-13 0,1-1 0,-1 1 0,1 0 0,0 0 0,0 0 0,0 0 0,1 0 0,-1 0 0,1 1 0,0-1 0,-1 0 0,2 1 0,-1-1 0,0 1 0,1-1 0,-1 1 0,1 0 0,0-1 0,0 1 0,1-1 0,-1 1 0,1-1 0,-1 1 0,1-1 0,0 1 0,0-1 0,3 5 0,1 1 0,0-1 0,1 0 0,0 0 0,0-1 0,1 0 0,0 0 0,10 8 0,7 2 0,27 16 0,-28-19 0,34 26 0,-56-39 6,0-1 0,0 1 0,0 0 1,0 0-1,0 0 0,0 0 0,0 0 0,0 0 0,0 0 0,0 0 0,-1 0 0,1 0 0,0 1 0,-1-1 0,1 0 1,-1 1-1,1-1 0,-1 0 0,0 0 0,1 1 0,-1-1 0,0 1 0,0-1 0,0 0 0,0 1 0,-1 0 0,0 0 6,0 0-1,0 0 0,0 0 0,0-1 0,0 1 0,-1-1 0,1 1 0,-1-1 0,1 1 0,-1-1 0,0 0 0,1 0 0,-1 0 0,0 0 0,-2 1 0,-10 4-388,0-1 0,0 0 0,-24 4 0,36-9 179,-53 11-6628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2.370"/>
    </inkml:context>
    <inkml:brush xml:id="br0">
      <inkml:brushProperty name="width" value="0.05" units="cm"/>
      <inkml:brushProperty name="height" value="0.05" units="cm"/>
      <inkml:brushProperty name="color" value="#FFC114"/>
    </inkml:brush>
  </inkml:definitions>
  <inkml:trace contextRef="#ctx0" brushRef="#br0">0 178 24575,'1'-6'0,"1"0"0,-1 0 0,1 0 0,0 0 0,1 0 0,-1 0 0,1 1 0,7-11 0,-3 4 0,-6 10 0,34-54 0,-31 52 0,-1-1 0,1 1 0,0 0 0,0 0 0,0 0 0,0 0 0,1 1 0,-1 0 0,8-4 0,-12 6 0,1 1 0,-1 0 0,1 0 0,-1-1 0,1 1 0,0 0 0,-1 0 0,1 0 0,-1-1 0,1 1 0,0 0 0,-1 0 0,1 0 0,0 0 0,-1 0 0,1 0 0,0 0 0,-1 1 0,1-1 0,-1 0 0,1 0 0,0 0 0,-1 1 0,1-1 0,-1 0 0,1 1 0,-1-1 0,1 0 0,-1 1 0,1-1 0,-1 1 0,1-1 0,-1 1 0,1-1 0,-1 1 0,0-1 0,1 1 0,-1-1 0,0 1 0,0-1 0,1 1 0,-1 0 0,0-1 0,0 1 0,0-1 0,0 1 0,0 0 0,0-1 0,0 1 0,0 0 0,0-1 0,0 2 0,0 5 0,0 1 0,0 0 0,-3 11 0,2-13 0,-46 255 0,3-27 0,34-162 0,-1 91 0,11-134 114,1 0 0,6 43 0,-6-65-215,1 0 1,-1-1-1,1 1 1,0 0 0,1-1-1,-1 1 1,1-1-1,0 0 1,1 0 0,0 0-1,0 0 1,0-1 0,1 0-1,-1 1 1,1-2-1,7 7 1,10 0-6726</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3.105"/>
    </inkml:context>
    <inkml:brush xml:id="br0">
      <inkml:brushProperty name="width" value="0.05" units="cm"/>
      <inkml:brushProperty name="height" value="0.05" units="cm"/>
      <inkml:brushProperty name="color" value="#FFC114"/>
    </inkml:brush>
  </inkml:definitions>
  <inkml:trace contextRef="#ctx0" brushRef="#br0">145 153 24575,'-64'-15'0,"44"11"0,-29-9 0,49 13 0,-1 0 0,0 0 0,1-1 0,-1 1 0,0 0 0,1 0 0,-1 0 0,0-1 0,1 1 0,-1 0 0,1-1 0,-1 1 0,1-1 0,-1 1 0,1-1 0,-1 1 0,1-1 0,-1 1 0,1-1 0,-1 0 0,10-4 0,23 0 0,284 3 0,-178 4 0,-134-2 0,1 0 0,1 0 0,-1 0 0,0-1 0,11-2 0,-1 12 0,1-5 0,-1-1 0,0 0 0,1 0 0,0-2 0,0 0 0,-1-1 0,1 0 0,0-1 0,0-1 0,18-5 0,-31 7 0,1-1 0,-1 0 0,0 0 0,0-1 0,0 1 0,0-1 0,0 1 0,0-1 0,0 0 0,0 0 0,-1 0 0,1-1 0,-1 1 0,1-1 0,-1 1 0,0-1 0,0 0 0,0 0 0,1-3 0,-3 5 0,1 0 0,-1-1 0,1 1 0,-1-1 0,0 0 0,1 1 0,-1-1 0,0 1 0,0-1 0,0 1 0,0-1 0,-1 1 0,1-1 0,0 0 0,-1 1 0,1-1 0,-1-1 0,-1 1 0,1 0 0,0 0 0,-1 0 0,1 0 0,-1 0 0,0 0 0,0 1 0,0-1 0,0 1 0,0-1 0,0 1 0,0 0 0,0 0 0,-3-1 0,-2-2 0,0 2 0,-1-1 0,0 1 0,1 0 0,-1 1 0,0-1 0,0 2 0,0-1 0,0 1 0,0 0 0,0 1 0,1 0 0,-1 0 0,0 1 0,0 0 0,1 0 0,-1 0 0,1 1 0,0 1 0,0-1 0,0 1 0,0 0 0,0 1 0,-6 5 0,5-3 0,0 0 0,1 0 0,0 1 0,0 0 0,1 0 0,0 1 0,0 0 0,1 0 0,0 0 0,1 0 0,0 1 0,0 0 0,1 0 0,0 0 0,1 0 0,0 0 0,0 21 0,2-20 0,1 1 0,0-1 0,1 1 0,0-1 0,1 0 0,0 0 0,1 0 0,0 0 0,1-1 0,0 0 0,0 0 0,1 0 0,1 0 0,-1-1 0,2 0 0,-1-1 0,1 1 0,0-1 0,15 10 0,-11-9 0,0-1 0,1-1 0,0 0 0,0-1 0,0 0 0,1-1 0,0 0 0,0-2 0,0 1 0,0-2 0,1 0 0,-1 0 0,1-1 0,-1-1 0,15-2 0,-13 0 0,-1 0 0,0-1 0,-1-1 0,1 0 0,-1-1 0,1-1 0,-2 0 0,1-1 0,-1 0 0,19-14 0,-25 15 0,0 0 0,0 0 0,0-1 0,-1 1 0,0-2 0,-1 1 0,1-1 0,-1 1 0,-1-1 0,1-1 0,-1 1 0,-1-1 0,0 1 0,0-1 0,-1 0 0,0 0 0,0 0 0,0-13 0,-2 10 0,0-1 0,0 1 0,-2 0 0,-3-16 0,5 23 0,-2 1 0,1 0 0,0-1 0,-1 1 0,0 0 0,0 0 0,0 0 0,0 0 0,-1 0 0,1 0 0,-1 0 0,0 1 0,0 0 0,-6-5 0,9 8 0,0-1 0,-1 1 0,1 0 0,0-1 0,-1 1 0,1 0 0,-1-1 0,1 1 0,0 0 0,-1 0 0,1 0 0,-1-1 0,1 1 0,0 0 0,-1 0 0,1 0 0,-1 0 0,1 0 0,-1 0 0,1 0 0,-1 0 0,1 0 0,0 0 0,-1 0 0,1 0 0,-1 0 0,1 0 0,-1 0 0,1 0 0,0 1 0,-1-1 0,1 0 0,-1 0 0,1 0 0,0 1 0,-1-1 0,1 0 0,0 1 0,-1-1 0,1 0 0,0 1 0,-1-1 0,1 0 0,0 1 0,0-1 0,-1 1 0,1-1 0,0 0 0,0 1 0,0-1 0,0 1 0,0-1 0,-1 1 0,1-1 0,0 0 0,0 1 0,0-1 0,0 1 0,0-1 0,1 2 0,2 28 0,3-12 0,0 0 0,2 0 0,0-1 0,1 0 0,22 31 0,-6-16 0,50 53 0,-72-82 13,1 1-150,1 1-1,-1-1 0,1 0 0,-1-1 0,1 1 0,0-1 1,0 1-1,1-2 0,5 4 0,1-4-6688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3.263"/>
    </inkml:context>
    <inkml:brush xml:id="br0">
      <inkml:brushProperty name="width" value="0.05" units="cm"/>
      <inkml:brushProperty name="height" value="0.05" units="cm"/>
      <inkml:brushProperty name="color" value="#FFC114"/>
    </inkml:brush>
  </inkml:definitions>
  <inkml:trace contextRef="#ctx0" brushRef="#br0">244 45 24575,'0'-6'0,"0"-7"0,-2-2 0,-5 5 0,-3 9 0,-3 12 0,-3 11 0,-3 9 0,-2 6 0,-3 7 0,-3 4 0,0-1 0,2-2 0,2-3 0,5-6 0,6-10-8191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3.529"/>
    </inkml:context>
    <inkml:brush xml:id="br0">
      <inkml:brushProperty name="width" value="0.05" units="cm"/>
      <inkml:brushProperty name="height" value="0.05" units="cm"/>
      <inkml:brushProperty name="color" value="#FFC114"/>
    </inkml:brush>
  </inkml:definitions>
  <inkml:trace contextRef="#ctx0" brushRef="#br0">0 84 24575,'6'-45'0,"-5"42"0,-1-1 0,1 1 0,0-1 0,1 1 0,-1 0 0,0-1 0,1 1 0,0 0 0,3-5 0,-5 8 0,0 0 0,1 0 0,-1 0 0,0 0 0,0 0 0,0 0 0,0 0 0,0 0 0,0 0 0,0 0 0,1-1 0,-1 1 0,0 0 0,0 0 0,0 0 0,0 0 0,0 0 0,0 0 0,1 0 0,-1 0 0,0 0 0,0 0 0,0 0 0,0 0 0,0 0 0,0 0 0,1 0 0,-1 1 0,0-1 0,0 0 0,0 0 0,0 0 0,0 0 0,0 0 0,0 0 0,1 0 0,-1 0 0,0 0 0,0 0 0,0 0 0,0 1 0,0-1 0,0 0 0,0 0 0,0 0 0,4 9 0,-2 11 0,1 243 0,-4-76 0,1-186 0,0 16 86,1 0-1,1 1 0,5 18 1,-6-32-129,0 1 0,1-1 0,-1 0 0,1 0 0,0 0 0,0 0 0,5 7 1,-5-10-27,-1 1 1,0-1 0,1 0 0,-1 1 0,1-1-1,-1 0 1,1 0 0,-1 0 0,1 0 0,0 0 0,-1-1-1,1 1 1,0 0 0,0-1 0,0 1 0,0-1-1,-1 0 1,1 0 0,2 0 0,11-1-6758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3.668"/>
    </inkml:context>
    <inkml:brush xml:id="br0">
      <inkml:brushProperty name="width" value="0.05" units="cm"/>
      <inkml:brushProperty name="height" value="0.05" units="cm"/>
      <inkml:brushProperty name="color" value="#FFC114"/>
    </inkml:brush>
  </inkml:definitions>
  <inkml:trace contextRef="#ctx0" brushRef="#br0">35 13 24575,'-6'0'0,"-5"0"0,0-3 0,5 0 0,8-1 0,10 1 0,12 4 0,10 2 0,8 2 0,5 2 0,-5-1-8191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4.559"/>
    </inkml:context>
    <inkml:brush xml:id="br0">
      <inkml:brushProperty name="width" value="0.05" units="cm"/>
      <inkml:brushProperty name="height" value="0.05" units="cm"/>
      <inkml:brushProperty name="color" value="#FFC114"/>
    </inkml:brush>
  </inkml:definitions>
  <inkml:trace contextRef="#ctx0" brushRef="#br0">194 111 24575,'0'-5'0,"1"1"0,0-1 0,1 0 0,-1 1 0,1-1 0,0 1 0,0 0 0,1 0 0,-1-1 0,1 1 0,0 1 0,0-1 0,0 0 0,4-2 0,15-24 0,-21 29 0,-1 1 0,0 0 0,1-1 0,-1 1 0,0-1 0,0 1 0,1-1 0,-1 1 0,0-1 0,0 1 0,0-1 0,0 1 0,0-1 0,1 0 0,-1 1 0,0-1 0,0 1 0,0-1 0,-1 1 0,1-1 0,0 1 0,0-2 0,-10 1 0,-17 10 0,5 1 0,1 0 0,1 2 0,0 0 0,0 1 0,1 1 0,-20 19 0,33-27 0,1 0 0,-1 1 0,1 0 0,0 0 0,0 0 0,1 1 0,0 0 0,-5 14 0,7-17 0,1 1 0,-1 0 0,2 0 0,-1 0 0,1 1 0,-1-1 0,2 0 0,-1 0 0,1 0 0,0 0 0,0 0 0,0 0 0,5 10 0,-1-4 0,0 0 0,2 0 0,-1-1 0,2 0 0,-1 0 0,19 19 0,63 51 0,-10-11 0,-69-60 0,1 2 0,-2-1 0,0 1 0,14 24 0,-21-32 0,0 0 0,0 0 0,-1 0 0,0 1 0,1-1 0,-1 0 0,-1 0 0,1 1 0,0-1 0,-1 0 0,0 1 0,0-1 0,-1 1 0,-1 6 0,1-5 0,-1 0 0,0 0 0,-1-1 0,1 1 0,-1-1 0,0 0 0,-1 0 0,1 0 0,-7 7 0,-5 2 0,0-1 0,-1 0 0,0-1 0,-1 0 0,-22 10 0,13-7 0,-2-1 0,0-2 0,-32 10 0,88-28 0,-8 1 0,0 1 0,1 1 0,0 1 0,31 0 0,-48 2 0,0 0 0,0 0 0,0 1 0,0 0 0,0-1 0,0 1 0,-1 1 0,1-1 0,0 0 0,-1 1 0,1 0 0,-1 0 0,1 0 0,-1 0 0,0 1 0,0-1 0,0 1 0,0 0 0,0 0 0,-1 0 0,1 0 0,-1 0 0,0 1 0,0-1 0,0 1 0,0-1 0,-1 1 0,1 0 0,1 7 0,-2-3 0,1 1 0,-2 0 0,1 0 0,-1-1 0,-1 1 0,1 0 0,-4 13 0,-20 63 0,10-37 0,7-25 114,2 0 0,-4 33 0,8-49-236,1-1 0,0 1 0,0 0 0,1-1 0,-1 1 0,2 0 0,-1-1 0,1 1 0,0-1 1,0 1-1,0-1 0,1 0 0,4 7 0,10 10-6704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7.900"/>
    </inkml:context>
    <inkml:brush xml:id="br0">
      <inkml:brushProperty name="width" value="0.05" units="cm"/>
      <inkml:brushProperty name="height" value="0.05" units="cm"/>
      <inkml:brushProperty name="color" value="#FFC114"/>
    </inkml:brush>
  </inkml:definitions>
  <inkml:trace contextRef="#ctx0" brushRef="#br0">96 0 24575,'-3'0'0,"-1"3"0,0 4 0,-2 6 0,-3 7 0,-2 6 0,0 4 0,-1 2 0,2 5 0,-1 2 0,3-1 0,1-6-8191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8.385"/>
    </inkml:context>
    <inkml:brush xml:id="br0">
      <inkml:brushProperty name="width" value="0.05" units="cm"/>
      <inkml:brushProperty name="height" value="0.05" units="cm"/>
      <inkml:brushProperty name="color" value="#FFC114"/>
    </inkml:brush>
  </inkml:definitions>
  <inkml:trace contextRef="#ctx0" brushRef="#br0">77 623 24575,'-15'-58'0,"-7"-25"0,-15-110 0,36 183 0,0 0 0,0 0 0,1 0 0,0 1 0,1-1 0,0 0 0,1 0 0,0 0 0,0 1 0,1-1 0,1 1 0,-1 0 0,1 0 0,1 0 0,0 0 0,0 1 0,1 0 0,0 0 0,0 0 0,0 1 0,1 0 0,1 0 0,-1 1 0,1-1 0,16-8 0,-10 7 0,2 0 0,-1 1 0,1 0 0,1 2 0,-1 0 0,1 1 0,0 0 0,30-2 0,-39 6 0,0-1 0,0 1 0,0 0 0,0 1 0,0 0 0,0 1 0,0-1 0,0 1 0,0 1 0,0 0 0,-1 0 0,1 0 0,-1 1 0,0 0 0,0 0 0,0 1 0,-1 0 0,1 0 0,-1 0 0,7 9 0,-10-9 0,0-1 0,0 1 0,0-1 0,-1 1 0,1 0 0,-1 0 0,0 0 0,-1 0 0,1 0 0,-1 1 0,0-1 0,0 0 0,-1 1 0,0 7 0,0-5 0,-1 0 0,-1 1 0,0-1 0,0 0 0,0 0 0,-1 0 0,0 0 0,-7 11 0,-1-1 0,-1 0 0,-1-1 0,0 0 0,-2 0 0,0-2 0,-23 19 0,10-13 0,-1-1 0,-61 30 0,27-16 0,62-33 0,-31 20 0,23-8 0,9-13 0,0 1 0,0-1 0,0 1 0,0-1 0,0 0 0,0 1 0,0-1 0,0 1 0,0-1 0,0 0 0,1 1 0,-1-1 0,0 0 0,0 1 0,0-1 0,1 0 0,-1 1 0,0-1 0,0 0 0,1 1 0,-1-1 0,0 0 0,1 0 0,-1 1 0,0-1 0,1 0 0,-1 0 0,0 0 0,1 1 0,-1-1 0,1 0 0,-1 0 0,1 0 0,21 7 0,0-2 0,1-1 0,36 3 0,9 1 0,-42-3 0,0 1 0,0 0 0,48 21 0,-66-24 0,-1 0 0,0 1 0,-1 0 0,1 0 0,0 0 0,-1 1 0,0 0 0,0 0 0,-1 1 0,0 0 0,1 0 0,-2 0 0,1 0 0,-1 1 0,0-1 0,0 1 0,-1 0 0,3 8 0,-5-9 0,0 0 0,0 0 0,-1 0 0,0 0 0,0 0 0,0 0 0,-1 0 0,0-1 0,0 1 0,0 0 0,-1 0 0,0-1 0,0 1 0,0-1 0,-1 0 0,0 1 0,0-1 0,0 0 0,-1-1 0,1 1 0,-1 0 0,-7 5 0,-1 1 0,0 0 0,-2 0 0,1-2 0,-1 1 0,0-2 0,-28 13 0,19-12-341,-1-1 0,0-1-1,-42 7 1,28-8-6485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8.745"/>
    </inkml:context>
    <inkml:brush xml:id="br0">
      <inkml:brushProperty name="width" value="0.05" units="cm"/>
      <inkml:brushProperty name="height" value="0.05" units="cm"/>
      <inkml:brushProperty name="color" value="#FFC114"/>
    </inkml:brush>
  </inkml:definitions>
  <inkml:trace contextRef="#ctx0" brushRef="#br0">152 70 24575,'32'-21'0,"-31"21"0,0-1 0,0 0 0,-1 1 0,1-1 0,0 0 0,-1 1 0,1-1 0,-1 0 0,1 0 0,-1 0 0,1 1 0,-1-1 0,0 0 0,1 0 0,-1-2 0,0 3 0,0-1 0,0 1 0,0-1 0,-1 1 0,1-1 0,0 1 0,-1-1 0,1 1 0,0-1 0,-1 1 0,1-1 0,-1 1 0,1-1 0,0 1 0,-1 0 0,1-1 0,-1 1 0,1 0 0,-1-1 0,0 1 0,1 0 0,-1 0 0,1 0 0,-1-1 0,1 1 0,-1 0 0,0 0 0,0 0 0,-3 0 0,0-1 0,0 1 0,1 0 0,-1 0 0,0 1 0,0-1 0,1 1 0,-1 0 0,0 0 0,1 0 0,-1 0 0,1 1 0,-1-1 0,1 1 0,0 0 0,-1 0 0,1 0 0,-4 5 0,-3 1 0,1 1 0,0-1 0,1 2 0,-10 13 0,10-11 0,1-1 0,1 1 0,0 0 0,1 0 0,0 1 0,1-1 0,0 1 0,-3 24 0,6-32 0,1 0 0,0 1 0,0-1 0,0 0 0,1 0 0,0 1 0,0-1 0,0 0 0,0 0 0,1 0 0,2 5 0,-2-7 0,0 0 0,0 0 0,0 0 0,0 0 0,1 0 0,-1 0 0,1-1 0,0 0 0,0 1 0,0-1 0,0 0 0,0 0 0,0-1 0,1 1 0,-1-1 0,0 1 0,6 0 0,-2 0 0,1-1 0,-1 0 0,1 0 0,-1-1 0,0 0 0,1 0 0,-1-1 0,1 0 0,-1-1 0,0 1 0,0-1 0,0 0 0,0-1 0,0 0 0,0 0 0,0-1 0,-1 1 0,0-1 0,0-1 0,0 1 0,6-6 0,-3 1 0,-1 1 0,1-1 0,-2 0 0,1-1 0,-1 0 0,-1 0 0,1 0 0,-2-1 0,1 0 0,-2 0 0,0-1 0,4-13 0,-7 19 0,0 0 0,0 1 0,0-1 0,-1 0 0,0 0 0,0 0 0,0 0 0,-1 1 0,0-1 0,0 0 0,0 0 0,-1 1 0,0-1 0,0 1 0,0 0 0,-1-1 0,0 1 0,-6-9 0,5 9 0,0 1 0,-1 1 0,1-1 0,-1 1 0,1-1 0,-1 1 0,0 0 0,0 1 0,0-1 0,-1 1 0,1 0 0,0 1 0,-1-1 0,0 1 0,1 0 0,-1 0 0,0 1 0,1 0 0,-9 0 0,2 1-170,0 1-1,-1 0 0,1 1 1,0 0-1,1 1 0,-1 0 1,-12 6-1,-3 4-6655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9.118"/>
    </inkml:context>
    <inkml:brush xml:id="br0">
      <inkml:brushProperty name="width" value="0.05" units="cm"/>
      <inkml:brushProperty name="height" value="0.05" units="cm"/>
      <inkml:brushProperty name="color" value="#FFC114"/>
    </inkml:brush>
  </inkml:definitions>
  <inkml:trace contextRef="#ctx0" brushRef="#br0">200 67 24575,'1'0'0,"0"-1"0,0 0 0,0 0 0,0 1 0,-1-1 0,1 0 0,0 0 0,0 0 0,-1 0 0,1 0 0,-1 0 0,1 0 0,-1 0 0,1-1 0,-1 1 0,1 0 0,-1 0 0,0 0 0,0 0 0,0-1 0,0 1 0,0 0 0,0 0 0,0 0 0,0 0 0,0-1 0,0 1 0,-1 0 0,1 0 0,0 0 0,-1 0 0,1 0 0,-1-1 0,1 1 0,-1 0 0,0 0 0,0 1 0,1-1 0,-1 0 0,0 0 0,0 0 0,0 0 0,0 1 0,-1-2 0,-2-1 0,0 1 0,0 0 0,0-1 0,0 2 0,0-1 0,0 0 0,0 1 0,0 0 0,-1 0 0,-8-1 0,8 2 0,-1 0 0,1 0 0,-1 1 0,1 0 0,0 0 0,-1 0 0,1 0 0,0 1 0,-1 0 0,1 0 0,0 1 0,1-1 0,-1 1 0,0 0 0,1 0 0,-1 1 0,-4 4 0,4-3 0,0 1 0,1 0 0,-1 0 0,1 0 0,1 1 0,-1-1 0,1 1 0,0 0 0,1 0 0,-1 0 0,-1 14 0,2-12 0,1-1 0,1 0 0,-1 0 0,2 1 0,-1-1 0,1 0 0,0 0 0,1 0 0,-1 1 0,7 13 0,-6-17 0,1 1 0,-1-1 0,1 0 0,1 0 0,-1 0 0,1 0 0,0-1 0,0 1 0,0-1 0,0 0 0,1 0 0,0-1 0,0 1 0,0-1 0,9 4 0,-6-3 0,0-1 0,1-1 0,-1 0 0,0 0 0,1-1 0,0 0 0,-1 0 0,1-1 0,0 0 0,0 0 0,-1-1 0,1-1 0,-1 1 0,1-1 0,-1-1 0,1 1 0,-1-1 0,0-1 0,0 0 0,-1 0 0,14-9 0,-15 8 0,-1 1 0,1 0 0,-1-1 0,0 0 0,0-1 0,-1 1 0,1-1 0,-1 0 0,-1 0 0,1 0 0,-1 0 0,0-1 0,0 1 0,-1-1 0,0 0 0,0 0 0,-1 0 0,1 0 0,-1 0 0,-1 0 0,0 0 0,0 0 0,0 0 0,-1 0 0,0 0 0,-3-14 0,2 16 0,1 0 0,-1 0 0,0 1 0,-1-1 0,1 0 0,-1 1 0,0-1 0,0 1 0,0 0 0,0 0 0,-1 0 0,0 0 0,1 1 0,-2-1 0,1 1 0,0 0 0,-1 0 0,1 1 0,-1-1 0,0 1 0,1 0 0,-1 0 0,0 1 0,-1 0 0,1-1 0,-9 1 0,7 0 0,1 1 0,-1 1 0,1-1 0,-1 1 0,0 0 0,1 0 0,0 1 0,-1 0 0,1 0 0,0 1 0,0 0 0,0 0 0,1 0 0,-1 1 0,1-1 0,-1 1 0,1 1 0,0-1 0,1 1 0,-1-1 0,-3 7 0,5-7-136,0 0-1,1 0 1,-1 0-1,1 0 1,1 1-1,-1-1 1,0 1-1,1-1 0,-1 7 1,1 10-6690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9.335"/>
    </inkml:context>
    <inkml:brush xml:id="br0">
      <inkml:brushProperty name="width" value="0.05" units="cm"/>
      <inkml:brushProperty name="height" value="0.05" units="cm"/>
      <inkml:brushProperty name="color" value="#FFC114"/>
    </inkml:brush>
  </inkml:definitions>
  <inkml:trace contextRef="#ctx0" brushRef="#br0">70 73 24575,'-6'-13'0,"3"6"0,0 0 0,0 1 0,-1-1 0,0 1 0,0 0 0,0 0 0,-6-5 0,9 10 0,1 1 0,0 0 0,0 0 0,-1-1 0,1 1 0,-1 0 0,1 0 0,0-1 0,-1 1 0,1 0 0,0 0 0,-1 0 0,1 0 0,-1 0 0,1 0 0,-1 0 0,1 0 0,0 0 0,-1 0 0,1 0 0,-1 0 0,1 0 0,0 0 0,-1 0 0,1 0 0,-1 0 0,1 0 0,0 0 0,-1 1 0,1-1 0,-1 0 0,1 0 0,0 1 0,-1-1 0,1 0 0,0 0 0,-1 1 0,1-1 0,0 0 0,0 1 0,-1-1 0,1 0 0,0 1 0,0-1 0,0 0 0,-1 1 0,1-1 0,0 1 0,0-1 0,0 0 0,0 1 0,0 0 0,-6 24 0,6-24 0,-4 39 0,2 0 0,5 66 0,19 81 0,-16-144 0,23 165-1365,-24-177-5461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9.586"/>
    </inkml:context>
    <inkml:brush xml:id="br0">
      <inkml:brushProperty name="width" value="0.05" units="cm"/>
      <inkml:brushProperty name="height" value="0.05" units="cm"/>
      <inkml:brushProperty name="color" value="#FFC114"/>
    </inkml:brush>
  </inkml:definitions>
  <inkml:trace contextRef="#ctx0" brushRef="#br0">241 3 24575,'6'-2'0,"-9"9"0,-7 10 0,-11 5 0,-1-1 0,-1-1 0,-1-1 0,0-1 0,-29 16 0,32-20 0,16-12 0,0 1 0,1 1 0,0-1 0,-1 1 0,1 0 0,0 0 0,-6 8 0,9-11 0,1 1 0,-1-1 0,0 1 0,1-1 0,-1 1 0,1 0 0,0-1 0,-1 1 0,1 0 0,0-1 0,0 1 0,0-1 0,0 1 0,0 0 0,1-1 0,-1 1 0,0 0 0,1-1 0,-1 1 0,1-1 0,-1 1 0,1-1 0,0 1 0,0-1 0,0 1 0,0-1 0,0 0 0,0 0 0,0 1 0,2 1 0,6 5 38,0-1 0,0 1 0,0-1 0,1-1 0,0 0 0,1 0 0,-1-1 0,17 5 0,0-1-607,1-1 0,35 6 0,-31-9-6257</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29.836"/>
    </inkml:context>
    <inkml:brush xml:id="br0">
      <inkml:brushProperty name="width" value="0.05" units="cm"/>
      <inkml:brushProperty name="height" value="0.05" units="cm"/>
      <inkml:brushProperty name="color" value="#FFC114"/>
    </inkml:brush>
  </inkml:definitions>
  <inkml:trace contextRef="#ctx0" brushRef="#br0">205 268 24575,'6'-7'0,"0"0"0,0 0 0,-1 0 0,0-1 0,-1 0 0,6-12 0,17-54 0,-21 57 0,-2 5 0,12-38 0,-16 48 0,1-1 0,-1 1 0,1 0 0,-1 0 0,0 0 0,0 0 0,0-1 0,0 1 0,0 0 0,0 0 0,-1 0 0,1 0 0,-1-1 0,1 1 0,-1 0 0,0 0 0,0 0 0,-2-2 0,2 3 0,-1 0 0,1 0 0,-1 0 0,0 0 0,0 1 0,1-1 0,-1 1 0,0-1 0,0 1 0,0 0 0,0-1 0,0 1 0,1 0 0,-1 0 0,0 0 0,0 1 0,0-1 0,0 0 0,0 1 0,1-1 0,-1 1 0,0 0 0,0-1 0,-1 2 0,-44 22 0,35-17 0,1 1 0,1 1 0,-1-1 0,1 2 0,0-1 0,1 1 0,1 1 0,-1 0 0,1 0 0,1 1 0,0-1 0,1 2 0,-7 17 0,10-22 0,1 0 0,0 1 0,0-1 0,1 1 0,0-1 0,0 1 0,1 0 0,0-1 0,1 1 0,0 0 0,0-1 0,0 1 0,1-1 0,1 0 0,0 0 0,0 1 0,0-2 0,1 1 0,0 0 0,0-1 0,1 0 0,7 9 0,51 43 0,-63-59 0,1 1 0,-1-1 0,1 0 0,-1 1 0,1-1 0,-1 1 0,1-1 0,-1 1 0,1-1 0,-1 1 0,0-1 0,1 1 0,-1 0 0,0-1 0,1 1 0,-1-1 0,0 1 0,0 0 0,0-1 0,0 1 0,1 0 0,-1-1 0,0 1 0,0 0 0,0-1 0,0 1 0,0 0 0,-1-1 0,1 1 0,0 0 0,0-1 0,0 1 0,-1-1 0,1 1 0,0 0 0,0-1 0,-1 1 0,1-1 0,-1 1 0,1-1 0,0 1 0,-1-1 0,1 1 0,-1-1 0,1 1 0,-1-1 0,0 1 0,1-1 0,-1 0 0,1 0 0,-2 1 0,-4 2 0,0-1 0,-1 0 0,1-1 0,-10 2 0,7-1 0,-46 7-1365,-4 1-5461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30.116"/>
    </inkml:context>
    <inkml:brush xml:id="br0">
      <inkml:brushProperty name="width" value="0.05" units="cm"/>
      <inkml:brushProperty name="height" value="0.05" units="cm"/>
      <inkml:brushProperty name="color" value="#FFC114"/>
    </inkml:brush>
  </inkml:definitions>
  <inkml:trace contextRef="#ctx0" brushRef="#br0">153 82 24575,'-12'0'0,"-14"-3"0,-13 0 0,2-4 0,9-2 0,18-1 0,28 2 0,33 0 0,41 0 0,43 3 0,46-2 0,43 1-2216,37 1 2216,30 2-2909,18 4 2909,7 5 0,-6 1 0,-55-1-3066</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31.815"/>
    </inkml:context>
    <inkml:brush xml:id="br0">
      <inkml:brushProperty name="width" value="0.05" units="cm"/>
      <inkml:brushProperty name="height" value="0.05" units="cm"/>
      <inkml:brushProperty name="color" value="#FFC114"/>
    </inkml:brush>
  </inkml:definitions>
  <inkml:trace contextRef="#ctx0" brushRef="#br0">432 114 24575,'1'-2'0,"-1"0"0,1 0 0,0 0 0,0-1 0,-1 1 0,1 0 0,1 0 0,-1 0 0,0 0 0,0 1 0,3-4 0,-2 3 0,0 0 0,-1-1 0,1 1 0,0-1 0,-1 0 0,0 1 0,2-6 0,-3 6 0,1 0 0,-1 0 0,0 0 0,1 0 0,-1 0 0,0 0 0,-1 0 0,1 0 0,0 0 0,-1 0 0,1 1 0,-1-1 0,1 0 0,-1 0 0,0 0 0,0 0 0,0 1 0,0-1 0,0 0 0,0 1 0,0-1 0,0 1 0,-1-1 0,1 1 0,-1-1 0,1 1 0,-1 0 0,1 0 0,-1 0 0,0 0 0,0 0 0,1 0 0,-1 1 0,0-1 0,-4 0 0,-1-1 0,0 1 0,0 0 0,0 0 0,0 0 0,0 1 0,-1 0 0,1 1 0,-12 2 0,2 1 0,0 1 0,0 0 0,1 1 0,0 1 0,0 1 0,0 0 0,-23 18 0,33-22 0,0 0 0,0 1 0,0 0 0,1 0 0,0 0 0,0 1 0,0 0 0,1 0 0,0 0 0,0 0 0,0 1 0,1 0 0,0-1 0,0 1 0,1 0 0,0 1 0,0-1 0,1 0 0,0 0 0,-1 13 0,3-14 0,0 0 0,0-1 0,0 1 0,1 0 0,0 0 0,0-1 0,1 1 0,-1-1 0,1 0 0,0 0 0,1 0 0,-1 0 0,1 0 0,0-1 0,0 1 0,0-1 0,1 0 0,-1 0 0,1-1 0,9 6 0,0-1 0,0-1 0,0-1 0,1 0 0,-1-1 0,1 0 0,26 4 0,-92 11 0,16-9 0,0 2 0,-38 21 0,63-29 0,1 0 0,-1 1 0,1 0 0,1 0 0,-1 1 0,1 1 0,0-1 0,1 1 0,0 1 0,0-1 0,1 1 0,-6 10 0,10-16 0,1 0 0,0 0 0,0 0 0,0-1 0,0 1 0,0 0 0,0 1 0,1-1 0,-1 0 0,1 0 0,0 0 0,0 0 0,0 0 0,1 0 0,-1 0 0,1 0 0,-1 0 0,1 1 0,1 1 0,0-1 0,0-1 0,1 1 0,-1-1 0,1 0 0,-1 0 0,1 0 0,0 0 0,0-1 0,0 1 0,0-1 0,1 1 0,6 2 0,3 1 0,-1-2 0,0 1 0,1-2 0,0 0 0,0 0 0,0-1 0,0-1 0,13 1 0,30-5-1365,-3-3-5461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32.625"/>
    </inkml:context>
    <inkml:brush xml:id="br0">
      <inkml:brushProperty name="width" value="0.05" units="cm"/>
      <inkml:brushProperty name="height" value="0.05" units="cm"/>
      <inkml:brushProperty name="color" value="#FFC114"/>
    </inkml:brush>
  </inkml:definitions>
  <inkml:trace contextRef="#ctx0" brushRef="#br0">28 187 24575,'-3'-3'0,"1"0"0,-1 0 0,1 0 0,-1-1 0,1 1 0,0 0 0,0-1 0,1 0 0,-1 1 0,1-1 0,0 0 0,0 0 0,0 0 0,-1-7 0,2 9 0,0 1 0,0-1 0,0 0 0,0 1 0,1-1 0,-1 0 0,0 1 0,1-1 0,-1 1 0,1-1 0,0 1 0,-1-1 0,1 1 0,0-1 0,0 1 0,0-1 0,0 1 0,0 0 0,0 0 0,1 0 0,-1 0 0,0-1 0,0 1 0,1 1 0,-1-1 0,1 0 0,-1 0 0,1 1 0,-1-1 0,1 0 0,-1 1 0,1 0 0,0-1 0,-1 1 0,1 0 0,3 0 0,3-1 0,1 2 0,0-1 0,0 1 0,0 0 0,-1 1 0,1 0 0,-1 0 0,1 1 0,-1 0 0,0 1 0,0-1 0,0 2 0,-1-1 0,13 10 0,-14-9 0,0 0 0,0 0 0,0 0 0,-1 1 0,0 0 0,0 0 0,-1 0 0,0 1 0,0 0 0,0-1 0,-1 1 0,0 1 0,0-1 0,0 0 0,-1 1 0,2 14 0,-4-15 0,0 0 0,-1 0 0,1 1 0,-1-1 0,-1 0 0,1 0 0,-1 0 0,-5 10 0,6-14 0,0 1 0,-1-1 0,0 1 0,0-1 0,0 0 0,0 0 0,0 0 0,0 0 0,-1 0 0,0-1 0,1 1 0,-1-1 0,0 0 0,0 1 0,0-1 0,-1-1 0,-6 4 0,10-5 0,0 0 0,-1 1 0,1-1 0,-1 0 0,1 0 0,-1 0 0,1 0 0,-1 0 0,1 0 0,-1 0 0,1 0 0,-1 0 0,1 0 0,-1 0 0,1 0 0,-1 0 0,1 0 0,0 0 0,-1 0 0,1 0 0,-1-1 0,1 1 0,-1 0 0,1 0 0,0 0 0,-1-1 0,1 1 0,-1 0 0,1-1 0,0 1 0,-1 0 0,1-1 0,0 1 0,0-1 0,-1 1 0,1 0 0,0-1 0,0 1 0,0-1 0,-1 1 0,1-1 0,0 1 0,0-1 0,0 1 0,0-1 0,0 1 0,0 0 0,0-1 0,0 1 0,0-1 0,0 1 0,0-1 0,0 1 0,0-1 0,1 1 0,-1-1 0,9-29 0,-9 29 0,10-19 0,0-1 0,1 2 0,1-1 0,1 1 0,1 1 0,30-32 0,-42 48 0,0 1 0,-1-1 0,1 0 0,0 1 0,0-1 0,0 1 0,1-1 0,-1 1 0,0 0 0,0 0 0,1 0 0,-1 0 0,0 1 0,1-1 0,-1 0 0,1 1 0,-1 0 0,5 0 0,-5 0 0,0 1 0,0 0 0,0-1 0,-1 1 0,1 0 0,0 0 0,-1 1 0,1-1 0,0 0 0,-1 0 0,0 1 0,1-1 0,-1 1 0,0-1 0,0 1 0,0-1 0,0 1 0,0 0 0,0 0 0,0 0 0,0-1 0,-1 1 0,1 0 0,0 3 0,8 31 0,-7-25 0,0 0 0,1 0 0,1-1 0,0 1 0,10 19 0,-13-28 0,1 1 0,0-1 0,0 0 0,0 0 0,0 0 0,0 0 0,0 0 0,1-1 0,-1 1 0,1-1 0,-1 1 0,1-1 0,-1 0 0,1 0 0,0 0 0,0 0 0,-1 0 0,1-1 0,0 1 0,0-1 0,0 0 0,0 0 0,0 0 0,-1 0 0,1 0 0,0-1 0,0 1 0,3-2 0,9-2 0,0-1 0,-1 0 0,0-1 0,0-1 0,0 0 0,-1-1 0,0 0 0,0-1 0,19-18 0,-8 4 0,-1-1 0,-1-1 0,28-41 0,-45 59 0,22-37 0,-25 42 0,-1-1 0,1 0 0,-1 0 0,0 1 0,0-1 0,0 0 0,-1 0 0,1 0 0,-1 0 0,1 0 0,-1 0 0,0 0 0,0-4 0,-1 6 0,1 1 0,0-1 0,0 0 0,-1 1 0,1-1 0,0 1 0,-1-1 0,1 0 0,-1 1 0,1-1 0,-1 1 0,1-1 0,-1 1 0,1-1 0,-1 1 0,1 0 0,-1-1 0,0 1 0,1 0 0,-1-1 0,1 1 0,-1 0 0,0 0 0,1 0 0,-1-1 0,0 1 0,1 0 0,-1 0 0,0 0 0,0 0 0,1 0 0,-1 0 0,0 0 0,1 1 0,-1-1 0,0 0 0,1 0 0,-1 0 0,0 1 0,1-1 0,-1 0 0,1 1 0,-1-1 0,0 1 0,-30 19 0,18-10 0,1 0 0,0 1 0,0 0 0,1 1 0,0 1 0,1 0 0,1 0 0,0 1 0,0 0 0,-6 17 0,14-30 0,0 1 0,1-1 0,-1 1 0,1-1 0,-1 1 0,1-1 0,0 1 0,0-1 0,0 1 0,-1 0 0,1-1 0,1 1 0,-1-1 0,0 1 0,0 0 0,1-1 0,-1 1 0,0-1 0,1 1 0,0-1 0,-1 1 0,1-1 0,0 0 0,0 1 0,0-1 0,0 0 0,0 0 0,0 1 0,0-1 0,0 0 0,0 0 0,1 0 0,-1 0 0,0 0 0,1-1 0,-1 1 0,0 0 0,1-1 0,2 2 0,2-1 0,-1 0 0,1 1 0,-1-2 0,1 1 0,0-1 0,-1 0 0,1 0 0,0 0 0,0-1 0,5-1 0,8-4 0,0-1 0,0 0 0,26-16 0,5-1 0,-50 23 0,0 1 0,0 0 0,1 0 0,-1 0 0,0-1 0,1 1 0,-1 0 0,0 0 0,0 0 0,1 0 0,-1 0 0,0 0 0,1 0 0,-1-1 0,0 1 0,1 0 0,-1 0 0,0 0 0,1 0 0,-1 0 0,0 0 0,1 1 0,-1-1 0,0 0 0,1 0 0,-1 0 0,0 0 0,1 0 0,-1 0 0,0 1 0,0-1 0,1 0 0,-1 0 0,0 0 0,0 1 0,1-1 0,-1 0 0,0 0 0,0 1 0,1-1 0,-1 0 0,0 0 0,0 1 0,0-1 0,0 0 0,0 1 0,0-1 0,1 0 0,-1 1 0,0-1 0,0 0 0,0 1 0,0-1 0,0 0 0,0 1 0,0-1 0,0 0 0,0 1 0,-1-1 0,1 0 0,0 1 0,0-1 0,0 0 0,0 1 0,-1-1 0,-8 28 0,8-26 0,-41 94 0,-14 34 0,-44 150 0,76-180 0,-8 25 0,22-107 0,10-18 0,0 0 0,0 1 0,0-1 0,-1 0 0,1 0 0,0 0 0,0 0 0,-1 0 0,1 0 0,0 0 0,0 0 0,0 0 0,-1 0 0,1 0 0,0 0 0,0 0 0,-1 0 0,1 0 0,0 0 0,0 0 0,-1 0 0,1 0 0,0 0 0,0 0 0,0 0 0,-1-1 0,1 1 0,0 0 0,0 0 0,0 0 0,-1 0 0,1 0 0,0-1 0,0 1 0,0 0 0,0 0 0,0 0 0,-1 0 0,1-1 0,-2-2 0,1-1 0,0 1 0,-1 0 0,1-1 0,0 0 0,0 1 0,0-7 0,-3-26 0,1 0 0,1 0 0,3 0 0,1 0 0,1 1 0,2-1 0,1 1 0,14-40 0,-18 69 0,0-1 0,1 1 0,0 0 0,0 0 0,1 1 0,0-1 0,0 1 0,0-1 0,9-7 0,-11 12 0,-1 0 0,1-1 0,-1 1 0,1 0 0,0 0 0,-1 0 0,1 1 0,0-1 0,0 0 0,0 1 0,0-1 0,0 1 0,-1 0 0,1-1 0,0 1 0,0 0 0,0 0 0,0 0 0,0 1 0,0-1 0,0 0 0,0 1 0,0-1 0,0 1 0,-1 0 0,1-1 0,0 1 0,0 0 0,-1 0 0,1 0 0,-1 1 0,1-1 0,-1 0 0,1 0 0,-1 1 0,0-1 0,2 3 0,0 0-195,0-1 0,0 1 0,-1 0 0,1 0 0,-1 0 0,3 8 0,0 5-6631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49.836"/>
    </inkml:context>
    <inkml:brush xml:id="br0">
      <inkml:brushProperty name="width" value="0.05" units="cm"/>
      <inkml:brushProperty name="height" value="0.05" units="cm"/>
      <inkml:brushProperty name="color" value="#FFC114"/>
    </inkml:brush>
  </inkml:definitions>
  <inkml:trace contextRef="#ctx0" brushRef="#br0">15 65 24575,'-8'-37'0,"1"9"0,13 45 0,7 23 0,22 45 0,-29-74 0,1 0 0,1 0 0,-1 0 0,2-1 0,-1-1 0,1 1 0,1-1 0,17 12 0,-24-18 0,0-1 0,1 0 0,-1 0 0,1 0 0,0-1 0,-1 1 0,1-1 0,0 0 0,0 0 0,0 0 0,0-1 0,0 1 0,0-1 0,0 0 0,-1 0 0,1 0 0,0-1 0,0 0 0,0 1 0,0-1 0,0 0 0,0-1 0,-1 1 0,1-1 0,0 0 0,-1 0 0,0 0 0,1 0 0,-1 0 0,0-1 0,0 1 0,4-5 0,4-4 0,-1-1 0,0 0 0,0-1 0,-1 0 0,-1-1 0,0 1 0,-1-1 0,9-25 0,-25 46 0,-5 13 0,-8 23-227,2 1-1,1 0 1,3 2-1,1 0 1,-14 86-1,18-65-6598</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0.364"/>
    </inkml:context>
    <inkml:brush xml:id="br0">
      <inkml:brushProperty name="width" value="0.05" units="cm"/>
      <inkml:brushProperty name="height" value="0.05" units="cm"/>
      <inkml:brushProperty name="color" value="#FFC114"/>
    </inkml:brush>
  </inkml:definitions>
  <inkml:trace contextRef="#ctx0" brushRef="#br0">8 149 24575,'0'0'0,"0"0"0,-1 0 0,1 0 0,0 0 0,-1 0 0,1 0 0,0 0 0,-1 0 0,1 0 0,0 0 0,-1 0 0,1-1 0,0 1 0,-1 0 0,1 0 0,0 0 0,0-1 0,-1 1 0,1 0 0,0 0 0,0-1 0,0 1 0,-1 0 0,1 0 0,0-1 0,0 1 0,0 0 0,0-1 0,0 1 0,-1 0 0,1-1 0,0 1 0,0 0 0,0-1 0,0 1 0,0 0 0,0-1 0,0 1 0,0 0 0,0-1 0,0 1 0,0 0 0,1 0 0,-1-1 0,0 1 0,0 0 0,0-1 0,0 1 0,0 0 0,1-1 0,-1 1 0,0 0 0,12-18 0,2 8 0,1 1 0,1 1 0,-1 0 0,1 1 0,0 1 0,22-6 0,-8 2 0,5-3 0,1 2 0,72-13 0,-105 24 0,-1 0 0,1-1 0,-1 1 0,1 0 0,0 0 0,-1 1 0,1-1 0,-1 0 0,1 1 0,0 0 0,-1-1 0,1 1 0,-1 0 0,3 2 0,-4-2 0,0 0 0,0-1 0,-1 1 0,1 0 0,0 0 0,-1 0 0,1 0 0,-1 1 0,1-1 0,-1 0 0,0 0 0,0 0 0,1 0 0,-1 0 0,0 0 0,0 1 0,0-1 0,0 0 0,0 0 0,0 0 0,0 0 0,-1 1 0,1-1 0,0 0 0,-1 0 0,1 0 0,0 0 0,-1 0 0,0 0 0,1 0 0,-1 0 0,0 0 0,0 1 0,-18 26 0,-1-1 0,-1-1 0,-48 46 0,18-20 0,44-44 0,-85 98 0,80-91 0,2 1 0,0 0 0,0 0 0,2 1 0,-10 25 0,16-38 0,1 1 0,0 0 0,0-1 0,0 1 0,0 0 0,1 0 0,-1 0 0,1-1 0,1 1 0,-1 0 0,1 0 0,-1 0 0,1-1 0,1 1 0,1 5 0,-1-6 0,0-1 0,0 0 0,0 0 0,0 0 0,1 0 0,0 0 0,-1 0 0,1-1 0,0 1 0,0-1 0,0 0 0,0 0 0,1 0 0,-1 0 0,1-1 0,-1 1 0,1-1 0,-1 0 0,9 1 0,3 0-151,-1 0-1,1-2 0,0 0 0,1 0 1,-2-2-1,1 0 0,0 0 1,18-6-1,18-7-6674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0.504"/>
    </inkml:context>
    <inkml:brush xml:id="br0">
      <inkml:brushProperty name="width" value="0.05" units="cm"/>
      <inkml:brushProperty name="height" value="0.05" units="cm"/>
      <inkml:brushProperty name="color" value="#FFC114"/>
    </inkml:brush>
  </inkml:definitions>
  <inkml:trace contextRef="#ctx0" brushRef="#br0">18 107 24575,'-3'0'0,"-3"0"0,-2-2 0,7-5 0,12-3 0,16-3 0,17-3 0,16 0 0,15-1 0,8 2 0,-9 4-8191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48.874"/>
    </inkml:context>
    <inkml:brush xml:id="br0">
      <inkml:brushProperty name="width" value="0.05" units="cm"/>
      <inkml:brushProperty name="height" value="0.05" units="cm"/>
      <inkml:brushProperty name="color" value="#FFC114"/>
    </inkml:brush>
  </inkml:definitions>
  <inkml:trace contextRef="#ctx0" brushRef="#br0">21 37 24575,'-3'-3'0,"-3"-4"0,-2-3 0,4 0 0,6 4 0,8 6 0,8 9 0,6 9 0,6 7 0,2 7 0,3 7 0,0 3 0,0 3 0,-3-1 0,-4-2 0,-4-2 0,-3-5 0,-5-9-8191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49.044"/>
    </inkml:context>
    <inkml:brush xml:id="br0">
      <inkml:brushProperty name="width" value="0.05" units="cm"/>
      <inkml:brushProperty name="height" value="0.05" units="cm"/>
      <inkml:brushProperty name="color" value="#FFC114"/>
    </inkml:brush>
  </inkml:definitions>
  <inkml:trace contextRef="#ctx0" brushRef="#br0">410 8 24575,'0'-3'0,"-3"-1"0,-4 3 0,-6 5 0,-7 10 0,-6 11 0,-6 13 0,-5 12 0,-6 8 0,-5 6 0,0 4 0,-1 1 0,3-2 0,9-13-8191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2.275"/>
    </inkml:context>
    <inkml:brush xml:id="br0">
      <inkml:brushProperty name="width" value="0.05" units="cm"/>
      <inkml:brushProperty name="height" value="0.05" units="cm"/>
      <inkml:brushProperty name="color" value="#FFC114"/>
    </inkml:brush>
  </inkml:definitions>
  <inkml:trace contextRef="#ctx0" brushRef="#br0">101 163 24575,'-1'24'0,"-2"0"0,-1 0 0,-12 39 0,7-27 0,2-8 0,-2 0 0,-1 0 0,-1-1 0,-20 36 0,146-266 0,-76 140 0,-9 11 0,3 3 0,46-56 0,-75 100 0,1 0 0,-1 1 0,1 0 0,11-8 0,-16 11 0,1 1 0,0-1 0,0 1 0,0-1 0,0 1 0,0-1 0,0 1 0,0 0 0,1-1 0,-1 1 0,0 0 0,0 0 0,0 0 0,0-1 0,0 1 0,0 1 0,0-1 0,0 0 0,1 0 0,-1 0 0,0 0 0,0 1 0,0-1 0,0 1 0,0-1 0,0 1 0,0-1 0,0 1 0,0-1 0,0 1 0,-1 0 0,1 0 0,0-1 0,0 1 0,-1 0 0,2 1 0,1 3 0,0 0 0,-1 0 0,0 0 0,0 1 0,0-1 0,0 1 0,-1-1 0,1 12 0,1 51 0,-2-48 0,-1 97 282,4 84-1929,-1-165-5179</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2.915"/>
    </inkml:context>
    <inkml:brush xml:id="br0">
      <inkml:brushProperty name="width" value="0.05" units="cm"/>
      <inkml:brushProperty name="height" value="0.05" units="cm"/>
      <inkml:brushProperty name="color" value="#FFC114"/>
    </inkml:brush>
  </inkml:definitions>
  <inkml:trace contextRef="#ctx0" brushRef="#br0">23 297 24575,'-2'-1'0,"0"-1"0,0 0 0,0 0 0,1 0 0,-1-1 0,1 1 0,-1 0 0,1-1 0,0 1 0,-1 0 0,1-1 0,1 0 0,-1 1 0,0-1 0,1 0 0,-1-4 0,1 5 0,0 1 0,1-1 0,-1 0 0,1 0 0,0 0 0,0 1 0,-1-1 0,1 0 0,0 1 0,0-1 0,1 0 0,-1 1 0,0 0 0,0-1 0,1 1 0,-1 0 0,1-1 0,-1 1 0,1 0 0,0 0 0,-1 0 0,1 1 0,0-1 0,2-1 0,34-12 0,1 2 0,1 2 0,63-9 0,-35 6 0,63-14 0,-129 27 0,-1 0 0,0 0 0,1 0 0,-1 0 0,0 0 0,1 0 0,-1 0 0,0 0 0,1 1 0,-1-1 0,0 0 0,0 1 0,1-1 0,-1 1 0,0-1 0,0 1 0,0 0 0,0-1 0,0 1 0,0 0 0,0 0 0,0 0 0,0 0 0,0 0 0,0 0 0,0 0 0,-1 0 0,1 0 0,0 0 0,-1 0 0,1 1 0,-1-1 0,1 2 0,2 6 0,0 0 0,-1 0 0,1 19 0,1-7 0,4 9 0,-5-24 0,-1 0 0,-1 0 0,1 0 0,-1 0 0,0 1 0,0-1 0,-1 12 0,1-17 0,-1 0 0,0-1 0,0 1 0,-1 0 0,1-1 0,0 1 0,0 0 0,0-1 0,0 1 0,-1 0 0,1-1 0,0 1 0,0 0 0,-1-1 0,1 1 0,-1-1 0,1 1 0,0 0 0,-1-1 0,1 1 0,-1-1 0,0 0 0,1 1 0,-1-1 0,1 1 0,-1-1 0,1 0 0,-1 1 0,0-1 0,1 0 0,-1 0 0,0 1 0,1-1 0,-1 0 0,0 0 0,0 0 0,1 0 0,-1 0 0,0 0 0,1 0 0,-1 0 0,0 0 0,1-1 0,-1 1 0,0 0 0,1 0 0,-1 0 0,0-1 0,1 1 0,-2-1 0,0 0 0,0 0 0,0-1 0,0 1 0,-1-1 0,1 0 0,1 0 0,-1 1 0,0-1 0,0 0 0,1 0 0,-1-1 0,-1-3 0,1 0 0,1-1 0,-1 1 0,2-1 0,-1 1 0,1-1 0,0 0 0,0 1 0,1-1 0,-1 1 0,2-1 0,-1 1 0,1-1 0,0 1 0,3-7 0,2-5 0,1 0 0,1 1 0,18-26 0,-18 30 0,1 0 0,0 1 0,16-15 0,-22 23 0,0 1 0,0 0 0,0 0 0,0 0 0,1 0 0,-1 0 0,1 1 0,0 0 0,0 0 0,0 0 0,0 1 0,0 0 0,10-2 0,-13 3 0,0 0 0,0 0 0,0 1 0,1-1 0,-1 0 0,0 1 0,0 0 0,0-1 0,0 1 0,0 0 0,0 0 0,0 0 0,0 0 0,-1 0 0,1 1 0,0-1 0,2 3 0,-1-1 0,0 1 0,0 0 0,-1-1 0,0 1 0,1 0 0,-1 1 0,-1-1 0,3 5 0,-1 4 0,0 1 0,0-1 0,-1 1 0,0 22 0,-2-32 0,1 1 0,-1-1 0,1 0 0,-1 0 0,1 0 0,1 0 0,-1 0 0,0 0 0,1 0 0,0 0 0,0 0 0,3 3 0,2 2 0,0 0 0,1-1 0,11 9 0,-14-13 0,0 1 0,0 0 0,0 0 0,0 0 0,-1 0 0,0 1 0,0 0 0,4 7 0,-7-11 0,0 0 0,0 0 0,-1 0 0,1 0 0,-1 1 0,1-1 0,-1 0 0,0 1 0,0-1 0,0 0 0,0 0 0,0 1 0,0-1 0,-1 0 0,1 1 0,-1-1 0,1 0 0,-1 0 0,0 0 0,0 0 0,0 0 0,0 0 0,-1 0 0,1 0 0,-3 3 0,0 0 24,-1-1 1,-1 1-1,1-1 0,-1 0 0,1 0 1,-1 0-1,0-1 0,-1 0 0,1 0 0,0-1 1,-1 0-1,0 0 0,-9 2 0,-11 0-692,-54 2 0,71-6 300,-33 1-6458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3.167"/>
    </inkml:context>
    <inkml:brush xml:id="br0">
      <inkml:brushProperty name="width" value="0.05" units="cm"/>
      <inkml:brushProperty name="height" value="0.05" units="cm"/>
      <inkml:brushProperty name="color" value="#FFC114"/>
    </inkml:brush>
  </inkml:definitions>
  <inkml:trace contextRef="#ctx0" brushRef="#br0">113 66 24575,'12'-3'0,"1"-1"0,-1 0 0,0-1 0,0 0 0,0-1 0,0 0 0,16-12 0,-28 18 0,-1 0 0,1 0 0,0 0 0,-1 0 0,1 0 0,0 0 0,-1 0 0,1 0 0,0 0 0,-1 0 0,1 0 0,0 0 0,-1 0 0,1 0 0,0 0 0,0-1 0,-1 1 0,1 0 0,0 0 0,-1 0 0,1 0 0,0-1 0,0 1 0,-1 0 0,1 0 0,0-1 0,0 1 0,0 0 0,-1 0 0,1-1 0,0 1 0,0 0 0,0-1 0,0 1 0,0 0 0,-1-1 0,1 1 0,0 0 0,0-1 0,0 1 0,0 0 0,0-1 0,0 1 0,0 0 0,0-1 0,0 1 0,0 0 0,1-1 0,-1 1 0,0 0 0,0 0 0,0-1 0,0 1 0,0 0 0,0-1 0,1 1 0,-1 0 0,0 0 0,0-1 0,1 1 0,-1 0 0,0 0 0,0-1 0,1 1 0,-1 0 0,0 0 0,0 0 0,1-1 0,-28 2 0,17 0 0,-1 2 0,0 0 0,1 0 0,-1 0 0,1 2 0,0-1 0,0 1 0,1 1 0,0-1 0,-1 2 0,2-1 0,-1 1 0,1 1 0,-12 12 0,16-14 0,0 0 0,0 0 0,0 0 0,1 0 0,-1 1 0,2 0 0,-1-1 0,1 1 0,0 0 0,0 0 0,1 0 0,0 1 0,0-1 0,1 0 0,0 0 0,0 0 0,0 1 0,1-1 0,0 0 0,1 0 0,0 0 0,0 0 0,3 7 0,-1-6 20,-1 0 0,2 0 0,-1-1 1,1 1-1,0-1 0,1 0 0,0-1 0,0 1 0,0-1 0,1-1 0,0 1 0,0-1 0,0 0 0,1-1 0,0 1 0,8 2 1,3 1-306,1-1 1,1-1-1,-1-1 1,1-1-1,31 3 1,4-3-6542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3.603"/>
    </inkml:context>
    <inkml:brush xml:id="br0">
      <inkml:brushProperty name="width" value="0.05" units="cm"/>
      <inkml:brushProperty name="height" value="0.05" units="cm"/>
      <inkml:brushProperty name="color" value="#FFC114"/>
    </inkml:brush>
  </inkml:definitions>
  <inkml:trace contextRef="#ctx0" brushRef="#br0">180 131 24575,'14'-12'0,"1"0"0,0 1 0,18-11 0,-16 12 0,-1-1 0,20-17 0,-35 27 0,0 1 0,-1-1 0,1 0 0,0 1 0,0-1 0,-1 0 0,1 1 0,-1-1 0,1 0 0,0 0 0,-1 0 0,0 0 0,1 1 0,-1-1 0,1 0 0,-1 0 0,0 0 0,0 0 0,1-2 0,-2 3 0,1-1 0,0 1 0,-1-1 0,1 1 0,0 0 0,-1-1 0,1 1 0,-1-1 0,1 1 0,0 0 0,-1-1 0,1 1 0,-1 0 0,1 0 0,-1-1 0,1 1 0,-1 0 0,1 0 0,-1 0 0,1 0 0,-1 0 0,0 0 0,1 0 0,-1 0 0,-5-1 0,0 1 0,0 1 0,0-1 0,1 1 0,-7 2 0,-16 4 0,0 2 0,1 2 0,-32 16 0,45-20 0,0 1 0,1 1 0,-1 1 0,2-1 0,-1 2 0,2 0 0,-15 17 0,23-25 0,0 1 0,1-1 0,0 1 0,-1-1 0,1 1 0,1 0 0,-1 0 0,1 0 0,-1 0 0,1 0 0,0 1 0,1-1 0,-1 0 0,1 0 0,0 8 0,0-9 0,1 0 0,0 0 0,0 0 0,0-1 0,0 1 0,0 0 0,0 0 0,1 0 0,-1-1 0,1 1 0,0-1 0,0 1 0,0-1 0,0 0 0,0 0 0,1 0 0,-1 0 0,1 0 0,-1 0 0,1-1 0,-1 1 0,6 1 0,9 3-133,0-1-1,0-1 1,1-1-1,0 0 1,-1-1-1,29 0 1,-37-2-298,52 2-6395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3.835"/>
    </inkml:context>
    <inkml:brush xml:id="br0">
      <inkml:brushProperty name="width" value="0.05" units="cm"/>
      <inkml:brushProperty name="height" value="0.05" units="cm"/>
      <inkml:brushProperty name="color" value="#FFC114"/>
    </inkml:brush>
  </inkml:definitions>
  <inkml:trace contextRef="#ctx0" brushRef="#br0">73 21 24575,'-2'-2'0,"0"0"0,-1 0 0,1 0 0,0 1 0,-1-1 0,1 1 0,-1-1 0,1 1 0,-1 0 0,1 0 0,-1 0 0,0 1 0,0-1 0,1 0 0,-1 1 0,-3 0 0,5 0 0,0 0 0,-1 0 0,1 0 0,0 1 0,0-1 0,0 0 0,0 1 0,-1-1 0,1 1 0,0-1 0,0 1 0,0 0 0,0-1 0,0 1 0,0 0 0,1 0 0,-1-1 0,0 1 0,0 0 0,0 0 0,1 0 0,-1 0 0,1 0 0,-1 0 0,1 1 0,-1-1 0,1 0 0,-1 0 0,1 0 0,0 0 0,0 0 0,0 1 0,-1-1 0,1 0 0,0 0 0,0 0 0,1 3 0,1 27 0,2 1 0,9 37 0,3 18 0,-12-53-1365,-4-26-5461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4.038"/>
    </inkml:context>
    <inkml:brush xml:id="br0">
      <inkml:brushProperty name="width" value="0.05" units="cm"/>
      <inkml:brushProperty name="height" value="0.05" units="cm"/>
      <inkml:brushProperty name="color" value="#FFC114"/>
    </inkml:brush>
  </inkml:definitions>
  <inkml:trace contextRef="#ctx0" brushRef="#br0">1 203 24575,'0'-8'0,"0"-12"0,0 1 0,1-1 0,2 0 0,5-26 0,-7 41 0,1 1 0,0-1 0,-1 1 0,1 0 0,1-1 0,-1 1 0,1 0 0,0 0 0,0 0 0,4-3 0,-5 4 0,1 1 0,-1 1 0,1-1 0,0 0 0,0 1 0,0-1 0,0 1 0,0 0 0,0 0 0,0 0 0,1 0 0,-1 0 0,0 1 0,0 0 0,1-1 0,4 2 0,0-1 0,1 1 0,0 0 0,-1 1 0,1 0 0,-1 0 0,0 1 0,0 0 0,0 0 0,0 1 0,0 0 0,-1 1 0,1 0 0,-1 0 0,-1 0 0,1 1 0,-1 0 0,10 11 0,-12-11 0,0-1 0,0 1 0,0 0 0,-1 0 0,0 1 0,0-1 0,-1 1 0,0-1 0,0 1 0,0 0 0,-1 0 0,0 0 0,0 0 0,-1-1 0,0 1 0,0 0 0,-1 0 0,1 0 0,-2 0 0,1 0 0,-1 0 0,-3 8 0,0-3-76,-1 0 1,0-1-1,-1-1 0,0 1 0,0-1 0,-2 0 0,1 0 0,-1-1 1,0 0-1,-1-1 0,0 0 0,0-1 0,-1 0 0,0 0 1,0-1-1,0-1 0,-18 7 0,3-5-6750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4.461"/>
    </inkml:context>
    <inkml:brush xml:id="br0">
      <inkml:brushProperty name="width" value="0.05" units="cm"/>
      <inkml:brushProperty name="height" value="0.05" units="cm"/>
      <inkml:brushProperty name="color" value="#FFC114"/>
    </inkml:brush>
  </inkml:definitions>
  <inkml:trace contextRef="#ctx0" brushRef="#br0">18 27 24575,'-8'-20'0,"3"13"0,4 7 0,1 0 0,0 0 0,0 0 0,0 0 0,0 0 0,-1 0 0,1 0 0,0 0 0,0 0 0,0 0 0,0 1 0,0-1 0,0 0 0,-1 0 0,1 0 0,0 0 0,0 0 0,0 0 0,0 0 0,0 0 0,0 0 0,-1 1 0,1-1 0,0 0 0,0 0 0,0 0 0,0 0 0,0 0 0,0 1 0,0-1 0,0 0 0,0 0 0,0 0 0,0 0 0,0 0 0,0 1 0,0-1 0,0 0 0,0 0 0,0 0 0,0 0 0,0 0 0,0 1 0,0-1 0,0 0 0,0 0 0,-1 16 0,1 0 0,1 0 0,1 0 0,0-1 0,5 20 0,2 0 0,16 40 0,-22-69 53,-2-3-162,-1 0 0,2 0 0,-1 0 0,0 0 0,1-1 0,-1 1-1,1 0 1,0-1 0,0 1 0,0-1 0,0 0 0,3 3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4.675"/>
    </inkml:context>
    <inkml:brush xml:id="br0">
      <inkml:brushProperty name="width" value="0.05" units="cm"/>
      <inkml:brushProperty name="height" value="0.05" units="cm"/>
      <inkml:brushProperty name="color" value="#FFC114"/>
    </inkml:brush>
  </inkml:definitions>
  <inkml:trace contextRef="#ctx0" brushRef="#br0">34 19 24575,'-4'-3'0,"-14"-12"0,11 17 0,3 13 0,4-10 0,1 0 0,-1 1 0,1-1 0,0 0 0,1 0 0,-1 0 0,1 0 0,0 0 0,0 0 0,1 0 0,-1 0 0,1-1 0,0 0 0,0 1 0,1-1 0,-1 0 0,1 0 0,0-1 0,0 1 0,0-1 0,1 0 0,-1 0 0,1 0 0,-1-1 0,1 0 0,0 0 0,0 0 0,0 0 0,0-1 0,9 2 0,5-2-341,-1 0 0,1-1-1,25-4 1,-19 0-6485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4.896"/>
    </inkml:context>
    <inkml:brush xml:id="br0">
      <inkml:brushProperty name="width" value="0.05" units="cm"/>
      <inkml:brushProperty name="height" value="0.05" units="cm"/>
      <inkml:brushProperty name="color" value="#FFC114"/>
    </inkml:brush>
  </inkml:definitions>
  <inkml:trace contextRef="#ctx0" brushRef="#br0">4 29 24575,'-2'0'0,"1"0"0,6 0 0,7-3 0,5-1 0,7 1 0,7 0 0,4 0 0,2-1 0,4 0 0,-6 0-8191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5.052"/>
    </inkml:context>
    <inkml:brush xml:id="br0">
      <inkml:brushProperty name="width" value="0.05" units="cm"/>
      <inkml:brushProperty name="height" value="0.05" units="cm"/>
      <inkml:brushProperty name="color" value="#FFC114"/>
    </inkml:brush>
  </inkml:definitions>
  <inkml:trace contextRef="#ctx0" brushRef="#br0">0 117 24575,'0'-3'0,"0"-4"0,3-3 0,7-3 0,7-3 0,6 3 0,9-1 0,4 0 0,1 3 0,1 2 0,-1 3 0,-4 6 0,-7 2-8191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6.113"/>
    </inkml:context>
    <inkml:brush xml:id="br0">
      <inkml:brushProperty name="width" value="0.05" units="cm"/>
      <inkml:brushProperty name="height" value="0.05" units="cm"/>
      <inkml:brushProperty name="color" value="#FFC114"/>
    </inkml:brush>
  </inkml:definitions>
  <inkml:trace contextRef="#ctx0" brushRef="#br0">36 286 24575,'-12'-3'0,"12"3"0,0-1 0,-1 1 0,1 0 0,-1 0 0,1-1 0,0 1 0,-1 0 0,1 0 0,-1 0 0,1 0 0,-1-1 0,1 1 0,-1 0 0,1 0 0,-1 0 0,1 0 0,-1 0 0,1 0 0,-1 0 0,1 0 0,-1 0 0,1 1 0,-1-1 0,1 0 0,0 0 0,-1 0 0,1 0 0,-1 1 0,1-1 0,-1 0 0,1 1 0,0-1 0,-1 0 0,1 0 0,0 1 0,-1-1 0,1 1 0,0-1 0,-1 0 0,1 1 0,0-1 0,0 1 0,0-1 0,-1 1 0,1-1 0,0 0 0,0 1 0,0-1 0,0 1 0,0-1 0,0 1 0,0 0 0,-2 6 0,1 0 0,0 0 0,0 0 0,0 0 0,1 0 0,1 0 0,1 13 0,13 53 0,-6-36 0,-4-13 0,-4-12 0,2 0 0,-1-1 0,1 1 0,1-1 0,10 21 0,-14-32 0,0 0 0,0 0 0,-1 0 0,1 0 0,0-1 0,0 1 0,1 0 0,-1 0 0,0 0 0,0-1 0,0 1 0,0 0 0,0 0 0,0 0 0,0 0 0,0-1 0,0 1 0,0 0 0,0 0 0,0 0 0,1 0 0,-1 0 0,0-1 0,0 1 0,0 0 0,0 0 0,0 0 0,1 0 0,-1 0 0,0 0 0,0 0 0,0 0 0,0 0 0,0-1 0,1 1 0,-1 0 0,0 0 0,0 0 0,0 0 0,1 0 0,-1 0 0,0 0 0,0 0 0,0 0 0,0 0 0,1 0 0,-1 0 0,0 1 0,0-1 0,0 0 0,1 0 0,-1 0 0,0 0 0,0 0 0,0 0 0,0 0 0,0 0 0,1 0 0,-1 1 0,0-1 0,0 0 0,0 0 0,0 0 0,0 0 0,0 0 0,0 1 0,3-18 0,-3 17 0,2-177 0,-4 123 0,2 0 0,14-100 0,-12 145 0,0-1 0,1 1 0,0 0 0,0 0 0,1 1 0,0-1 0,0 1 0,11-14 0,-13 19 0,0 0 0,0 1 0,1-1 0,-1 1 0,1 0 0,-1-1 0,1 1 0,0 1 0,0-1 0,0 0 0,0 1 0,0-1 0,0 1 0,1 0 0,-1 0 0,0 0 0,1 1 0,-1-1 0,1 1 0,-1 0 0,0 0 0,1 0 0,-1 0 0,1 0 0,-1 1 0,0 0 0,5 1 0,-1 0 0,-1 0 0,0 0 0,0 1 0,0-1 0,0 2 0,0-1 0,-1 0 0,1 1 0,-1 0 0,0 1 0,0-1 0,-1 1 0,1 0 0,-1 0 0,0 0 0,0 1 0,-1-1 0,1 1 0,-1 0 0,-1 0 0,1 0 0,-1 1 0,0-1 0,0 0 0,-1 1 0,1 11 0,-3 15 0,0-26 0,1 1 0,0-1 0,0 1 0,2 11 0,-2-17 0,1 1 0,0-1 0,-1 0 0,1 0 0,0 0 0,0 1 0,1-1 0,-1 0 0,0-1 0,1 1 0,-1 0 0,1 0 0,-1-1 0,1 1 0,0 0 0,0-1 0,0 0 0,0 1 0,2 0 0,1 0 0,0 1 0,0 0 0,-1 0 0,1 1 0,-1-1 0,0 1 0,0 0 0,0 0 0,0 1 0,-1-1 0,0 1 0,0-1 0,3 7 0,-5-8 0,0-1 0,0 1 0,-1 0 0,1-1 0,0 1 0,-1 0 0,0 0 0,0 0 0,0 0 0,0-1 0,0 1 0,-1 0 0,1 0 0,-1 0 0,0-1 0,0 1 0,0 0 0,0-1 0,0 1 0,0-1 0,-1 1 0,1-1 0,-1 0 0,0 1 0,0-1 0,0 0 0,-4 3 0,-4 3 38,0 0 0,0-1 0,-1 0 0,0-1 0,0 0 0,-1-1 0,0 0 0,-23 6 0,-3-2-892,-61 6 1,50-10-5973</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6.537"/>
    </inkml:context>
    <inkml:brush xml:id="br0">
      <inkml:brushProperty name="width" value="0.05" units="cm"/>
      <inkml:brushProperty name="height" value="0.05" units="cm"/>
      <inkml:brushProperty name="color" value="#FFC114"/>
    </inkml:brush>
  </inkml:definitions>
  <inkml:trace contextRef="#ctx0" brushRef="#br0">1 182 24575,'21'-2'0,"-15"1"0,0 1 0,-1-1 0,1 1 0,10 1 0,-14 0 0,-1-1 0,0 0 0,0 1 0,0-1 0,0 0 0,1 1 0,-1 0 0,0-1 0,0 1 0,0 0 0,0-1 0,0 1 0,0 0 0,0 0 0,-1 0 0,1 0 0,0 0 0,0 0 0,-1 0 0,1 0 0,0 0 0,-1 0 0,1 0 0,-1 0 0,0 0 0,1 1 0,-1 0 0,3 19 0,-1 0 0,-1 0 0,-1-1 0,-3 25 0,1 6 0,1 31 0,-4-128 0,3 30 0,0 0 0,0-1 0,2-23 0,4 11 0,2 1 0,0 0 0,2 0 0,1 1 0,2 0 0,0 0 0,2 1 0,18-29 0,-27 49 0,0 1 0,0-1 0,0 1 0,1 0 0,0 0 0,0 1 0,8-7 0,-12 10 0,1 0 0,-1 0 0,1 1 0,-1-1 0,1 0 0,0 1 0,-1-1 0,1 1 0,0 0 0,-1 0 0,1-1 0,0 1 0,-1 0 0,1 0 0,0 0 0,-1 1 0,1-1 0,0 0 0,-1 1 0,1-1 0,-1 1 0,1-1 0,-1 1 0,1 0 0,-1 0 0,1 0 0,-1 0 0,1 0 0,-1 0 0,0 0 0,0 0 0,0 0 0,1 0 0,-1 1 0,1 1 0,4 7 0,1-1 0,-2 1 0,1 1 0,-2-1 0,1 1 0,-1 0 0,2 11 0,16 84 0,-20-92 0,35 243-1365,-31-223-5461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7.024"/>
    </inkml:context>
    <inkml:brush xml:id="br0">
      <inkml:brushProperty name="width" value="0.05" units="cm"/>
      <inkml:brushProperty name="height" value="0.05" units="cm"/>
      <inkml:brushProperty name="color" value="#FFC114"/>
    </inkml:brush>
  </inkml:definitions>
  <inkml:trace contextRef="#ctx0" brushRef="#br0">1 401 24575,'0'-10'0,"0"4"0,0 1 0,0-1 0,0 1 0,1-1 0,2-8 0,-2 12 0,-1 0 0,1 0 0,1 0 0,-1 0 0,0 0 0,0 0 0,1 1 0,-1-1 0,1 0 0,-1 1 0,1-1 0,0 1 0,-1 0 0,1 0 0,0-1 0,0 1 0,0 0 0,2 0 0,27-10 0,0 2 0,1 1 0,0 2 0,55-4 0,-12 1 0,-14 3 0,-40 5 0,0-2 0,0 0 0,29-8 0,-49 13 0,-1 0 0,0 0 0,0 0 0,1 0 0,-1 0 0,0 0 0,-1 0 0,1 0 0,0 0 0,0 0 0,-1-1 0,1 1 0,-2 3 0,0 4 0,1 12 0,0-1 0,2 0 0,5 41 0,1 7 0,-7-50 0,0-13 0,0 1 0,0-1 0,0 1 0,1-1 0,2 10 0,-3-16 0,0 1 0,0 0 0,0 0 0,0 0 0,0 0 0,0 0 0,0-1 0,0 1 0,0 0 0,0 0 0,0 0 0,1 0 0,-1 0 0,0-1 0,0 1 0,0 0 0,0 0 0,0 0 0,0 0 0,0 0 0,0 0 0,1 0 0,-1-1 0,0 1 0,0 0 0,0 0 0,0 0 0,0 0 0,1 0 0,-1 0 0,0 0 0,0 0 0,0 0 0,0 0 0,1 0 0,-1 0 0,0 0 0,0 0 0,0 0 0,0 0 0,0 0 0,1 0 0,-1 0 0,0 0 0,0 0 0,0 0 0,0 0 0,0 1 0,1-1 0,-1 0 0,0 0 0,0 0 0,0 0 0,0 0 0,0 0 0,0 0 0,0 0 0,1 1 0,-1-1 0,0 0 0,0 0 0,0 0 0,5-16 0,-5 15 0,31-121 0,14-52 0,-35 142 0,2 0 0,1 2 0,22-39 0,-33 64 0,1 1 0,0-1 0,0 1 0,1-1 0,-1 1 0,1 0 0,0 0 0,0 1 0,9-7 0,-12 9 0,1 1 0,0-1 0,0 0 0,0 1 0,0-1 0,0 1 0,0 0 0,0 0 0,0 0 0,0 0 0,0 0 0,0 0 0,-1 0 0,1 0 0,0 1 0,0-1 0,0 1 0,0 0 0,0-1 0,0 1 0,-1 0 0,1 0 0,0 0 0,-1 0 0,1 0 0,0 1 0,-1-1 0,0 0 0,1 1 0,0 1 0,9 8 0,-2 1 0,1 0 0,-2 0 0,14 25 0,23 61 0,-34-72 0,28 74-1365,-26-58-5461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7.161"/>
    </inkml:context>
    <inkml:brush xml:id="br0">
      <inkml:brushProperty name="width" value="0.05" units="cm"/>
      <inkml:brushProperty name="height" value="0.05" units="cm"/>
      <inkml:brushProperty name="color" value="#FFC114"/>
    </inkml:brush>
  </inkml:definitions>
  <inkml:trace contextRef="#ctx0" brushRef="#br0">0 33 24575,'0'-3'0,"6"-1"0,10-2 0,17-1 0,17 2 0,18 0 0,13 3 0,14 3 0,8 2 0,-14 1-8191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8.393"/>
    </inkml:context>
    <inkml:brush xml:id="br0">
      <inkml:brushProperty name="width" value="0.05" units="cm"/>
      <inkml:brushProperty name="height" value="0.05" units="cm"/>
      <inkml:brushProperty name="color" value="#FFC114"/>
    </inkml:brush>
  </inkml:definitions>
  <inkml:trace contextRef="#ctx0" brushRef="#br0">1214 20 24575,'-2'0'0,"0"0"0,0 0 0,0-1 0,0 1 0,1-1 0,-1 0 0,0 0 0,1 1 0,-1-1 0,-2-2 0,-11-5 0,8 7 0,0 0 0,-1 0 0,1 0 0,0 1 0,0 0 0,0 1 0,0-1 0,-1 1 0,1 1 0,0-1 0,-8 4 0,-2 1 0,1 0 0,0 2 0,-23 14 0,6 0 6,1 2 0,1 2-1,1 0 1,2 2-1,-43 54 1,-104 174-175,-93 227-467,199-337 586,-72 227 0,110-266 83,4 1 0,-24 220 0,45-244-41,5-1 0,2 1 0,5-1 0,25 135 0,-20-169-12,1 0 0,3-1 0,1-1 1,3 0-1,39 69 0,-45-95 72,0 0 0,1-1 0,1-1 0,1 0 1,1-1-1,0-1 0,2-1 0,0 0 0,0-2 1,1 0-1,1-1 0,0-1 0,33 13 0,-24-15-35,0-1 0,1-2 0,0-1 0,0-1-1,0-2 1,1-1 0,-1-2 0,1-1 0,-1-1-1,0-1 1,50-13 0,-38 5-17,-1-2 0,0-2 0,0-2 0,-2-1 0,0-3-1,-2-1 1,61-44 0,-64 37-21,-1-1 1,-2-1-1,-1-2 0,-1-1 0,48-74 1,-47 56-49,-2-1 1,-3-1-1,37-111 1,-36 75-69,25-174 0,-21-93 12,-27 216 125,-6 0 0,-6 0 0,-31-163 0,21 220 0,-3 0 0,-40-99 0,36 123 0,-2 2 0,-3 0 0,-58-84 0,64 109-5,-1 2-1,-2 0 1,-1 2-1,-1 1 1,-1 2-1,-1 0 1,-56-33-1,64 47 6,1 0 0,-2 2 0,1 0 1,-1 2-1,-38-9 0,43 14 14,0 0 1,0 2 0,0 0-1,0 1 1,0 0-1,0 2 1,0 0 0,-19 6-1,-28 13-841,10 2-5828</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45.035"/>
    </inkml:context>
    <inkml:brush xml:id="br0">
      <inkml:brushProperty name="width" value="0.05" units="cm"/>
      <inkml:brushProperty name="height" value="0.05" units="cm"/>
      <inkml:brushProperty name="color" value="#FFC114"/>
    </inkml:brush>
  </inkml:definitions>
  <inkml:trace contextRef="#ctx0" brushRef="#br0">96 56 24575,'-10'-27'0,"10"26"0,0 0 0,-1 0 0,1-1 0,0 1 0,0 0 0,0 0 0,0 0 0,0-1 0,0 1 0,0 0 0,0 0 0,1 0 0,-1 0 0,0-1 0,1 1 0,-1 0 0,1 0 0,-1 0 0,1 0 0,1-2 0,-2 3 0,1 0 0,-1-1 0,0 1 0,1 0 0,-1 0 0,1 0 0,-1 0 0,0-1 0,1 1 0,-1 0 0,1 0 0,-1 0 0,1 0 0,-1 0 0,1 0 0,-1 0 0,1 0 0,-1 0 0,0 0 0,1 0 0,-1 0 0,1 1 0,-1-1 0,1 0 0,-1 0 0,0 0 0,1 1 0,-1-1 0,1 0 0,-1 0 0,0 1 0,1-1 0,-1 0 0,0 1 0,1-1 0,-1 0 0,0 1 0,0-1 0,1 0 0,-1 1 0,0-1 0,0 1 0,0-1 0,1 1 0,8 21 0,-4-1 0,-2 0 0,0 1 0,-1-1 0,-1 31 0,-11 86 0,-62 284 202,32-213-1769,31-161-5259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45.254"/>
    </inkml:context>
    <inkml:brush xml:id="br0">
      <inkml:brushProperty name="width" value="0.05" units="cm"/>
      <inkml:brushProperty name="height" value="0.05" units="cm"/>
      <inkml:brushProperty name="color" value="#FFC114"/>
    </inkml:brush>
  </inkml:definitions>
  <inkml:trace contextRef="#ctx0" brushRef="#br0">20 149 24575,'-2'-3'0,"-5"-3"0,0-5 0,3 1 0,9-2 0,8 2 0,14 0 0,17-2 0,15-2 0,17 0 0,14-2 0,7 0 0,-11 2-8191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45.628"/>
    </inkml:context>
    <inkml:brush xml:id="br0">
      <inkml:brushProperty name="width" value="0.05" units="cm"/>
      <inkml:brushProperty name="height" value="0.05" units="cm"/>
      <inkml:brushProperty name="color" value="#FFC114"/>
    </inkml:brush>
  </inkml:definitions>
  <inkml:trace contextRef="#ctx0" brushRef="#br0">20 40 24575,'-2'1'0,"0"1"0,1-1 0,-1 1 0,1 0 0,-1 0 0,1 0 0,0 0 0,-1 0 0,1 0 0,0 0 0,0 1 0,1-1 0,-1 0 0,0 1 0,1-1 0,0 0 0,-1 1 0,1-1 0,0 5 0,1-5 0,-1 0 0,1 0 0,0 0 0,0 0 0,0 0 0,0 0 0,0 0 0,1 0 0,-1-1 0,1 1 0,-1 0 0,1-1 0,-1 1 0,1-1 0,0 0 0,-1 0 0,1 1 0,0-1 0,0 0 0,0-1 0,0 1 0,3 1 0,16 5 0,0-1 0,1-1 0,37 4 0,67 0 0,-110-8 0,-3 0 0,-1-1 0,1 0 0,0 0 0,-1-2 0,16-2 0,-25 3 0,0 0 0,0 0 0,-1 0 0,1 0 0,-1 0 0,1 0 0,-1-1 0,1 1 0,-1-1 0,0 0 0,0 0 0,0 0 0,0 0 0,0 0 0,0 0 0,-1 0 0,1-1 0,-1 1 0,1 0 0,-1-1 0,0 0 0,0 1 0,0-1 0,0 0 0,0 1 0,-1-1 0,1 0 0,-1 0 0,0-3 0,0 2 0,0 0 0,0 0 0,0 0 0,-1 0 0,1 1 0,-1-1 0,0 0 0,-1 0 0,1 0 0,-1 1 0,1-1 0,-1 1 0,0-1 0,0 1 0,-1 0 0,1-1 0,0 1 0,-6-4 0,6 5 0,0 0 0,0 1 0,-1-1 0,1 1 0,-1-1 0,1 1 0,-1 0 0,0 0 0,1 0 0,-1 0 0,0 1 0,0-1 0,1 1 0,-1-1 0,0 1 0,0 0 0,0 0 0,0 0 0,0 1 0,1-1 0,-1 1 0,0-1 0,0 1 0,1 0 0,-1 0 0,-4 2 0,-2 3 0,0 0 0,0 0 0,1 0 0,0 1 0,0 1 0,1-1 0,-1 1 0,2 0 0,-12 18 0,9-11 0,0 1 0,1-1 0,1 2 0,1-1 0,-6 22 0,11-33 22,0 0-1,0 0 0,0 0 1,1 1-1,-1-1 0,1 0 1,0 0-1,1 0 0,-1 0 1,1 1-1,0-1 0,0 0 1,1 0-1,-1 0 0,5 7 1,-3-7-123,0-1 1,0 0-1,0-1 1,0 1 0,1-1-1,-1 1 1,1-1-1,0 0 1,0 0 0,0-1-1,1 1 1,-1-1 0,1 0-1,-1 0 1,1-1-1,6 3 1,19 3-6726</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45.812"/>
    </inkml:context>
    <inkml:brush xml:id="br0">
      <inkml:brushProperty name="width" value="0.05" units="cm"/>
      <inkml:brushProperty name="height" value="0.05" units="cm"/>
      <inkml:brushProperty name="color" value="#FFC114"/>
    </inkml:brush>
  </inkml:definitions>
  <inkml:trace contextRef="#ctx0" brushRef="#br0">35 19 24575,'0'-1'0,"0"1"0,0-1 0,0 0 0,0 0 0,-1 0 0,1 0 0,0 1 0,0-1 0,-1 0 0,1 0 0,-1 0 0,1 1 0,-1-1 0,1 0 0,-1 1 0,1-1 0,-1 0 0,0 1 0,1-1 0,-1 1 0,0-1 0,1 1 0,-3-2 0,3 2 0,-1 0 0,1 0 0,-1 0 0,1 0 0,-1-1 0,1 1 0,-1 0 0,1 0 0,-1 0 0,1 0 0,-1 0 0,1 1 0,-1-1 0,1 0 0,-1 0 0,1 0 0,-1 0 0,1 0 0,-1 1 0,1-1 0,0 0 0,-1 0 0,1 1 0,-1-1 0,1 0 0,-1 1 0,1-1 0,0 1 0,-1-1 0,1 0 0,0 1 0,0-1 0,-1 1 0,1-1 0,0 1 0,0-1 0,0 1 0,-1-1 0,1 1 0,0-1 0,0 1 0,-2 8 0,0 0 0,1 1 0,0-1 0,1 0 0,0 1 0,0-1 0,1 1 0,0-1 0,1 0 0,0 0 0,0 0 0,6 13 0,-2-7 0,0-1 0,1 1 0,1-1 0,0-1 0,1 1 0,16 17 0,-17-23-105,-1 0 0,1-1 0,0 0 0,1 0 0,0-1 0,0 0 0,0-1 0,1 0 0,-1 0 0,1-1 0,0 0 0,16 3 0,4-2-6721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45.966"/>
    </inkml:context>
    <inkml:brush xml:id="br0">
      <inkml:brushProperty name="width" value="0.05" units="cm"/>
      <inkml:brushProperty name="height" value="0.05" units="cm"/>
      <inkml:brushProperty name="color" value="#FFC114"/>
    </inkml:brush>
  </inkml:definitions>
  <inkml:trace contextRef="#ctx0" brushRef="#br0">201 1 24575,'-3'0'0,"-4"3"0,-3 6 0,-3 8 0,-6 6 0,-1 9 0,-4 3 0,0 6 0,1 0 0,1-3 0,2-2 0,4-8-8191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46.190"/>
    </inkml:context>
    <inkml:brush xml:id="br0">
      <inkml:brushProperty name="width" value="0.05" units="cm"/>
      <inkml:brushProperty name="height" value="0.05" units="cm"/>
      <inkml:brushProperty name="color" value="#FFC114"/>
    </inkml:brush>
  </inkml:definitions>
  <inkml:trace contextRef="#ctx0" brushRef="#br0">0 82 24575,'6'-8'0,"4"-10"0,4-3 0,2 1 0,-1 7 0,-4 12 0,-3 11 0,-1 13 0,-1 14 0,-2 12 0,-1 9 0,-2 6 0,0 6 0,-1 1 0,0-1 0,2-7 0,2-8 0,-1-13-8191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46.306"/>
    </inkml:context>
    <inkml:brush xml:id="br0">
      <inkml:brushProperty name="width" value="0.05" units="cm"/>
      <inkml:brushProperty name="height" value="0.05" units="cm"/>
      <inkml:brushProperty name="color" value="#FFC114"/>
    </inkml:brush>
  </inkml:definitions>
  <inkml:trace contextRef="#ctx0" brushRef="#br0">1 115 24575,'0'-6'0,"3"-7"0,4-7 0,6-4 0,7 3 0,8 5 0,9 5 0,6 7 0,7 10 0,7 7 0,-7 2-8191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9.281"/>
    </inkml:context>
    <inkml:brush xml:id="br0">
      <inkml:brushProperty name="width" value="0.05" units="cm"/>
      <inkml:brushProperty name="height" value="0.05" units="cm"/>
      <inkml:brushProperty name="color" value="#FFC114"/>
    </inkml:brush>
  </inkml:definitions>
  <inkml:trace contextRef="#ctx0" brushRef="#br0">9 76 24575,'-4'-23'0,"2"19"0,1-1 0,0 1 0,1-1 0,-1 1 0,1-1 0,0-8 0,0 12 0,1 0 0,-1 1 0,0-1 0,0 1 0,0-1 0,1 0 0,-1 1 0,0-1 0,1 1 0,-1-1 0,0 1 0,1-1 0,-1 1 0,1-1 0,-1 1 0,1-1 0,-1 1 0,1 0 0,-1-1 0,1 1 0,0-1 0,1 1 0,0 0 0,-1-1 0,1 1 0,-1 0 0,1 0 0,0 0 0,-1 0 0,1 1 0,-1-1 0,1 0 0,0 1 0,2 0 0,7 3 0,0 1 0,1 1 0,-2 0 0,1 0 0,-1 1 0,14 12 0,54 53 0,87 118-1365,-147-166-5461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8:59.468"/>
    </inkml:context>
    <inkml:brush xml:id="br0">
      <inkml:brushProperty name="width" value="0.05" units="cm"/>
      <inkml:brushProperty name="height" value="0.05" units="cm"/>
      <inkml:brushProperty name="color" value="#FFC114"/>
    </inkml:brush>
  </inkml:definitions>
  <inkml:trace contextRef="#ctx0" brushRef="#br0">535 48 24575,'1'-2'0,"-1"0"0,0 0 0,0 0 0,-1 1 0,1-1 0,0 0 0,0 0 0,-1 0 0,0 1 0,1-1 0,-1 0 0,0 0 0,1 1 0,-1-1 0,0 1 0,0-1 0,-1 1 0,1-1 0,0 1 0,0-1 0,-1 1 0,1 0 0,-1 0 0,1 0 0,-1 0 0,1 0 0,-1 0 0,0 0 0,-2-1 0,1 2 0,0-1 0,-1 1 0,1 0 0,0 0 0,0 0 0,-1 0 0,1 0 0,0 1 0,0-1 0,0 1 0,0 0 0,0 0 0,-1 0 0,2 0 0,-1 1 0,-4 1 0,-17 15 0,1 0 0,1 2 0,0 0 0,-33 41 0,41-44 0,-31 34-227,2 2-1,2 2 1,3 2-1,3 1 1,-36 79-1,56-98-6598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1.184"/>
    </inkml:context>
    <inkml:brush xml:id="br0">
      <inkml:brushProperty name="width" value="0.05" units="cm"/>
      <inkml:brushProperty name="height" value="0.05" units="cm"/>
      <inkml:brushProperty name="color" value="#FFC114"/>
    </inkml:brush>
  </inkml:definitions>
  <inkml:trace contextRef="#ctx0" brushRef="#br0">288 420 24575,'4'-17'0,"-3"16"0,0 0 0,-1 0 0,1 0 0,-1 0 0,0-1 0,1 1 0,-1 0 0,0 0 0,0 0 0,0 0 0,0-1 0,0 1 0,0 0 0,0 0 0,0 0 0,0-1 0,-1 1 0,1 0 0,0 0 0,-1 0 0,0-2 0,-2-2 0,0 0 0,-1 0 0,0 0 0,0 1 0,0-1 0,-1 1 0,1 0 0,-1 0 0,0 0 0,0 1 0,-1 0 0,1 0 0,-1 0 0,1 1 0,-1-1 0,0 1 0,0 1 0,-8-2 0,3 0 0,0 1 0,0 1 0,0 0 0,1 1 0,-1 0 0,0 0 0,0 1 0,0 0 0,-17 5 0,24-4 0,0-1 0,1 0 0,-1 1 0,1-1 0,-1 1 0,1 0 0,0 0 0,-1 1 0,1-1 0,0 1 0,1-1 0,-1 1 0,0 0 0,1 0 0,0 0 0,-1 1 0,1-1 0,1 0 0,-1 1 0,0-1 0,1 1 0,0 0 0,-1-1 0,2 1 0,-1 0 0,0 0 0,1 0 0,-1 0 0,1-1 0,0 1 0,1 0 0,-1 0 0,1 0 0,1 6 0,0-1 0,1 1 0,0-1 0,0 0 0,1-1 0,0 1 0,1-1 0,0 1 0,0-1 0,0-1 0,1 1 0,1-1 0,-1 0 0,11 8 0,-11-10 0,0-1 0,1 1 0,-1-2 0,1 1 0,0-1 0,0 0 0,0 0 0,1-1 0,-1 0 0,1 0 0,-1-1 0,1 0 0,0 0 0,-1-1 0,1 0 0,0 0 0,0-1 0,-1 0 0,1 0 0,-1-1 0,1 0 0,-1 0 0,0-1 0,0 0 0,14-7 0,-7 1 0,0 0 0,0-1 0,-1-1 0,0 0 0,0-1 0,-2 0 0,1-1 0,-2 0 0,1-1 0,14-27 0,-15 20 0,0 0 0,-2 0 0,0-1 0,-2 0 0,8-46 0,-10 30 0,-1-1 0,-3-67 0,-1 101 0,1 1 0,-1-1 0,0 1 0,0-1 0,0 1 0,-3-8 0,3 12 0,1-1 0,0 1 0,0 0 0,0-1 0,0 1 0,0 0 0,-1 0 0,1-1 0,0 1 0,0 0 0,0 0 0,-1-1 0,1 1 0,0 0 0,0 0 0,-1 0 0,1-1 0,0 1 0,-1 0 0,1 0 0,0 0 0,0 0 0,-1 0 0,1 0 0,0-1 0,-1 1 0,1 0 0,0 0 0,-1 0 0,1 0 0,0 0 0,-1 0 0,1 1 0,-1-1 0,-1 1 0,2 0 0,-1 0 0,0 0 0,0 0 0,0 0 0,0 0 0,1 0 0,-1 1 0,0-1 0,1 0 0,-1 0 0,1 0 0,-1 2 0,-7 22 0,0 0 0,2 1 0,1 0 0,-3 33 0,2 108 0,6-137-227,1 1-1,2 0 1,1-1-1,1 0 1,13 41-1,-5-35-6598</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1.554"/>
    </inkml:context>
    <inkml:brush xml:id="br0">
      <inkml:brushProperty name="width" value="0.05" units="cm"/>
      <inkml:brushProperty name="height" value="0.05" units="cm"/>
      <inkml:brushProperty name="color" value="#FFC114"/>
    </inkml:brush>
  </inkml:definitions>
  <inkml:trace contextRef="#ctx0" brushRef="#br0">184 165 24575,'-6'1'0,"1"0"0,-1 1 0,1 0 0,0 0 0,0 0 0,0 1 0,0-1 0,0 1 0,0 0 0,-4 4 0,8-6 0,1-1 0,-1 0 0,1 1 0,-1-1 0,1 0 0,-1 1 0,1-1 0,-1 1 0,1-1 0,-1 1 0,1-1 0,0 1 0,-1-1 0,1 1 0,0-1 0,0 1 0,-1-1 0,1 1 0,0 0 0,0-1 0,0 1 0,0 0 0,0-1 0,0 1 0,0-1 0,0 1 0,0 0 0,0-1 0,0 1 0,0 0 0,0-1 0,0 1 0,0-1 0,1 1 0,-1 0 0,0-1 0,0 1 0,1-1 0,-1 1 0,1-1 0,-1 1 0,0-1 0,1 1 0,-1-1 0,1 0 0,-1 1 0,1-1 0,-1 1 0,1-1 0,-1 0 0,1 0 0,-1 1 0,1-1 0,0 0 0,-1 0 0,1 0 0,0 1 0,0-1 0,4 1 0,0 1 0,0-1 0,0 0 0,1 0 0,9 0 0,5-2 0,0-1 0,0-1 0,0 0 0,24-9 0,-34 9 0,0 0 0,-1-1 0,1 0 0,-1-1 0,0 0 0,-1 0 0,1-1 0,-1 0 0,0 0 0,9-11 0,-15 15 0,0 0 0,0 0 0,-1 0 0,1 0 0,-1 0 0,1 0 0,-1 0 0,0-1 0,0 1 0,0-1 0,0 1 0,-1-1 0,1 1 0,-1-1 0,1 1 0,-1-1 0,0 0 0,0 1 0,0-1 0,0 1 0,-1-1 0,1 1 0,-1-1 0,1 0 0,-1 1 0,0-1 0,0 1 0,0 0 0,-2-4 0,0 2 0,-1-1 0,1 1 0,-1 0 0,0 0 0,0 1 0,-1-1 0,1 1 0,-1 0 0,0 0 0,1 0 0,-1 1 0,-10-4 0,0 1 0,0 1 0,0 1 0,0 0 0,-1 1 0,1 0 0,-1 2 0,1 0 0,-1 0 0,1 1 0,-1 1 0,-17 5 0,26-6 0,-1 1 0,1 1 0,0-1 0,-1 1 0,1 0 0,1 1 0,-1 0 0,0 0 0,1 0 0,0 1 0,0 0 0,0 0 0,1 0 0,0 1 0,0 0 0,0 0 0,0 0 0,1 1 0,0-1 0,1 1 0,-1 0 0,1 0 0,1 0 0,-3 10 0,3-9 0,1 0 0,0-1 0,1 1 0,0 0 0,0-1 0,1 1 0,-1 0 0,2-1 0,-1 1 0,1-1 0,0 1 0,1-1 0,0 0 0,0 0 0,0 0 0,1 0 0,0 0 0,0-1 0,1 0 0,0 0 0,0 0 0,0-1 0,12 9 0,-5-4 0,0-1 0,1-1 0,0 0 0,1 0 0,0-2 0,0 0 0,1 0 0,-1-2 0,1 1 0,0-2 0,16 2 0,31-1-1365,-5-5-5461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1.801"/>
    </inkml:context>
    <inkml:brush xml:id="br0">
      <inkml:brushProperty name="width" value="0.05" units="cm"/>
      <inkml:brushProperty name="height" value="0.05" units="cm"/>
      <inkml:brushProperty name="color" value="#FFC114"/>
    </inkml:brush>
  </inkml:definitions>
  <inkml:trace contextRef="#ctx0" brushRef="#br0">24 102 24575,'-2'0'0,"-5"0"0,-3-3 0,5-4 0,10-3 0,9 0 0,14-2 0,17 2 0,14-1 0,12 2 0,11 2 0,6 0 0,-1 1 0,-6 1 0,-12 2 0,-17 1-8191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2.973"/>
    </inkml:context>
    <inkml:brush xml:id="br0">
      <inkml:brushProperty name="width" value="0.05" units="cm"/>
      <inkml:brushProperty name="height" value="0.05" units="cm"/>
      <inkml:brushProperty name="color" value="#FFC114"/>
    </inkml:brush>
  </inkml:definitions>
  <inkml:trace contextRef="#ctx0" brushRef="#br0">1 26 24575,'0'-1'0,"0"0"0,0 0 0,0 0 0,0 0 0,0 0 0,0-1 0,0 1 0,0 0 0,0 0 0,0 0 0,0 0 0,1 0 0,-1 0 0,0 0 0,1 0 0,-1 0 0,1 0 0,-1 0 0,1 0 0,0 1 0,-1-1 0,1 0 0,0 0 0,1-1 0,0 2 0,-1 0 0,1 0 0,0 1 0,-1-1 0,1 0 0,0 1 0,-1-1 0,1 1 0,0-1 0,-1 1 0,1 0 0,-1 0 0,1 0 0,-1 0 0,3 2 0,14 10 0,0 1 0,-1 1 0,0 1 0,23 28 0,51 79 0,-84-114 0,10 15 88,70 95-1541,-69-96-5373</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3.219"/>
    </inkml:context>
    <inkml:brush xml:id="br0">
      <inkml:brushProperty name="width" value="0.05" units="cm"/>
      <inkml:brushProperty name="height" value="0.05" units="cm"/>
      <inkml:brushProperty name="color" value="#FFC114"/>
    </inkml:brush>
  </inkml:definitions>
  <inkml:trace contextRef="#ctx0" brushRef="#br0">339 8 24575,'0'0'0,"0"0"0,0-1 0,0 1 0,0 0 0,0-1 0,0 1 0,-1 0 0,1-1 0,0 1 0,0 0 0,0-1 0,0 1 0,-1 0 0,1-1 0,0 1 0,0 0 0,0 0 0,-1-1 0,1 1 0,0 0 0,-1 0 0,1-1 0,0 1 0,0 0 0,-1 0 0,1 0 0,0 0 0,-1-1 0,1 1 0,0 0 0,-1 0 0,1 0 0,-1 0 0,1 0 0,0 0 0,-1 0 0,1 0 0,0 0 0,-1 0 0,1 0 0,0 0 0,-1 0 0,1 1 0,0-1 0,-1 0 0,1 0 0,0 0 0,-1 0 0,1 1 0,0-1 0,-1 0 0,1 0 0,0 0 0,0 1 0,-1-1 0,-18 13 0,-1 9 0,1 0 0,1 1 0,-21 36 0,-2 1 0,-4 0 0,25-37 0,2 1 0,0 1 0,2 1 0,1 0 0,-14 34 0,28-58-72,0 0 1,0 0-1,0 0 0,1 0 0,-1 0 0,1 0 0,-1 0 0,1 0 1,0 0-1,0 0 0,0 0 0,0 0 0,0 0 0,0 0 0,0 0 1,1 0-1,-1 0 0,2 4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4.010"/>
    </inkml:context>
    <inkml:brush xml:id="br0">
      <inkml:brushProperty name="width" value="0.05" units="cm"/>
      <inkml:brushProperty name="height" value="0.05" units="cm"/>
      <inkml:brushProperty name="color" value="#FFC114"/>
    </inkml:brush>
  </inkml:definitions>
  <inkml:trace contextRef="#ctx0" brushRef="#br0">123 182 24575,'1'-1'0,"17"-18"0,24-29 0,-38 43 0,0 0 0,0-1 0,-1 1 0,0-1 0,0 0 0,-1 0 0,1 0 0,-1 0 0,-1 0 0,1 0 0,1-11 0,-3 15 0,0 1 0,0 0 0,0 0 0,0-1 0,0 1 0,0 0 0,0 0 0,0 0 0,-1-1 0,1 1 0,0 0 0,-1 0 0,1 0 0,-1 0 0,1 0 0,-1 0 0,0 0 0,1 0 0,-1 0 0,0 0 0,0 0 0,0 0 0,0 0 0,0 0 0,0 1 0,0-1 0,0 0 0,0 1 0,0-1 0,0 1 0,0-1 0,0 1 0,0-1 0,-1 1 0,1 0 0,0 0 0,0-1 0,0 1 0,-1 0 0,1 0 0,0 0 0,0 1 0,-1-1 0,1 0 0,0 0 0,0 1 0,0-1 0,-2 1 0,-4 1 0,1 0 0,-1 0 0,0 1 0,1 0 0,-1 1 0,-11 7 0,9-3 0,-1 1 0,2 0 0,-1 1 0,1-1 0,0 2 0,1-1 0,0 1 0,1 0 0,0 1 0,1-1 0,0 1 0,1 0 0,-4 18 0,1 2 0,2 1 0,1-1 0,1 1 0,2 35 0,4-22 0,13 67 0,-8-69 0,4 74 0,-17-73-1365,1-29-5461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4.383"/>
    </inkml:context>
    <inkml:brush xml:id="br0">
      <inkml:brushProperty name="width" value="0.05" units="cm"/>
      <inkml:brushProperty name="height" value="0.05" units="cm"/>
      <inkml:brushProperty name="color" value="#FFC114"/>
    </inkml:brush>
  </inkml:definitions>
  <inkml:trace contextRef="#ctx0" brushRef="#br0">0 138 24575,'21'-28'0,"-17"23"0,0-1 0,0 1 0,0 0 0,0 0 0,8-6 0,1 2 0,1 1 0,0 0 0,0 1 0,0 1 0,1 0 0,0 1 0,0 0 0,1 2 0,25-4 0,-36 6 0,-1 1 0,0 0 0,1-1 0,-1 2 0,1-1 0,-1 0 0,0 1 0,1 0 0,-1 0 0,0 0 0,0 1 0,0-1 0,0 1 0,0 0 0,0 0 0,0 1 0,-1-1 0,1 1 0,-1 0 0,1-1 0,-1 2 0,0-1 0,0 0 0,-1 0 0,4 5 0,-2 1 0,1-1 0,-1 1 0,-1 0 0,0 0 0,0 0 0,-1 0 0,0 0 0,0 0 0,-1 1 0,0 15 0,-1-9 0,1-5 0,-1 1 0,0-1 0,-1 1 0,0-1 0,-4 17 0,0-20 0,1-12 0,3-14 0,6-2 0,2 1 0,0 0 0,1 1 0,1-1 0,0 2 0,2-1 0,13-16 0,-17 24 49,1 0 0,0 0 0,0 1-1,1 1 1,0 0 0,12-8 0,-18 13-135,1 1 1,0-1 0,0 1-1,0 0 1,0 0 0,0 1-1,0-1 1,0 1 0,1 0-1,-1 0 1,1 0 0,-1 1-1,1-1 1,-1 1 0,0 0-1,1 1 1,-1-1 0,1 1-1,8 2 1,-2 1-6741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4.723"/>
    </inkml:context>
    <inkml:brush xml:id="br0">
      <inkml:brushProperty name="width" value="0.05" units="cm"/>
      <inkml:brushProperty name="height" value="0.05" units="cm"/>
      <inkml:brushProperty name="color" value="#FFC114"/>
    </inkml:brush>
  </inkml:definitions>
  <inkml:trace contextRef="#ctx0" brushRef="#br0">1 97 24575,'0'-1'0,"0"0"0,1 0 0,-1 1 0,0-1 0,1 0 0,-1 1 0,1-1 0,-1 0 0,1 1 0,0-1 0,-1 1 0,1-1 0,-1 1 0,1-1 0,0 1 0,0-1 0,-1 1 0,1 0 0,0 0 0,0-1 0,0 1 0,22-8 0,-18 7 0,33-10 0,1 3 0,51-6 0,83 1 0,-92 9 0,248-11 0,-324 14 0,1 1 0,-1 0 0,1-1 0,-1 1 0,1-1 0,7-3 0,-10 1-1365</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6.361"/>
    </inkml:context>
    <inkml:brush xml:id="br0">
      <inkml:brushProperty name="width" value="0.05" units="cm"/>
      <inkml:brushProperty name="height" value="0.05" units="cm"/>
      <inkml:brushProperty name="color" value="#FFC114"/>
    </inkml:brush>
  </inkml:definitions>
  <inkml:trace contextRef="#ctx0" brushRef="#br0">14 46 24575,'-1'0'0,"1"0"0,-1-1 0,0 1 0,1 0 0,-1 0 0,1 0 0,-1-1 0,0 1 0,1 0 0,-1 0 0,1-1 0,-1 1 0,1-1 0,-1 1 0,1 0 0,-1-1 0,1 1 0,-1-1 0,1 1 0,0-1 0,-1 0 0,1 1 0,0-1 0,-1 1 0,1-1 0,0 1 0,0-1 0,0 0 0,0 1 0,-1-1 0,1 0 0,0 1 0,0-1 0,0 0 0,0 1 0,0-1 0,1 1 0,-1-1 0,0 0 0,0 0 0,0-1 0,1 1 0,-1 0 0,0-1 0,1 1 0,-1 0 0,0 0 0,1 0 0,-1-1 0,1 1 0,0 0 0,-1 0 0,1 0 0,0 0 0,0 0 0,0 0 0,0 0 0,0 0 0,0 0 0,0 0 0,2 0 0,-1 0 0,-1 1 0,1 0 0,0-1 0,0 1 0,0 0 0,0 0 0,0 1 0,0-1 0,0 0 0,0 1 0,0-1 0,-1 1 0,1-1 0,0 1 0,0 0 0,-1 0 0,1 0 0,0 0 0,-1 0 0,1 0 0,-1 0 0,1 1 0,1 1 0,4 5 0,0 0 0,-1 0 0,6 10 0,-9-14 0,23 40 0,-2 1 0,-2 1 0,16 48 0,-33-81 0,-5-12 0,0 0 0,1 0 0,-1 0 0,1 0 0,-1 0 0,1 0 0,-1 0 0,1 0 0,0 0 0,-1 0 0,1 0 0,0 0 0,0-1 0,-1 1 0,1 0 0,0-1 0,0 1 0,0-1 0,0 1 0,0-1 0,0 1 0,0-1 0,0 1 0,0-1 0,0 0 0,0 0 0,0 0 0,1 1 0,-1-1 0,0 0 0,0 0 0,0 0 0,0-1 0,0 1 0,0 0 0,0 0 0,0-1 0,0 1 0,0 0 0,0-1 0,0 1 0,0-1 0,0 1 0,0-1 0,0 0 0,0 1 0,1-2 0,6-5 0,0 1 0,-1-1 0,1 0 0,5-9 0,-10 12 0,40-48 0,70-113 0,-127 229 0,-5 15 0,3 1 0,4 0 0,4 1 0,2 96 0,6-169 89,0-5-201,-1 0 0,1 0 0,0 0 1,0 0-1,1 0 0,-1 0 0,1 0 0,-1 0 0,1 0 1,0-1-1,0 1 0,3 4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7.030"/>
    </inkml:context>
    <inkml:brush xml:id="br0">
      <inkml:brushProperty name="width" value="0.05" units="cm"/>
      <inkml:brushProperty name="height" value="0.05" units="cm"/>
      <inkml:brushProperty name="color" value="#FFC114"/>
    </inkml:brush>
  </inkml:definitions>
  <inkml:trace contextRef="#ctx0" brushRef="#br0">234 503 24575,'1'-6'0,"0"0"0,0 0 0,0 0 0,1 0 0,4-10 0,4-11 0,-8 18 0,-1-1 0,0 0 0,0 1 0,-1-1 0,0 0 0,-1 0 0,0 1 0,0-1 0,-1 0 0,-4-11 0,5 18 0,0 0 0,0-1 0,0 1 0,-1 0 0,0 0 0,1-1 0,-1 1 0,0 1 0,0-1 0,-1 0 0,1 0 0,-1 1 0,1-1 0,-1 1 0,0 0 0,0 0 0,0 0 0,0 0 0,0 0 0,0 1 0,0 0 0,-1-1 0,1 1 0,-1 0 0,1 1 0,-1-1 0,1 0 0,-1 1 0,1 0 0,-1 0 0,-4 1 0,2 0 0,-1 0 0,1 1 0,0 0 0,-1 1 0,1 0 0,0 0 0,1 0 0,-1 0 0,0 1 0,1 0 0,0 0 0,0 0 0,0 1 0,1 0 0,-1 0 0,-6 10 0,2-2 0,1-1 0,1 1 0,0 1 0,1-1 0,0 1 0,-5 21 0,9-28 0,1-1 0,0 0 0,0 0 0,1 1 0,0-1 0,0 0 0,0 1 0,1-1 0,0 0 0,0 0 0,0 1 0,1-1 0,4 9 0,-5-12 0,0 0 0,1-1 0,0 1 0,0 0 0,0-1 0,0 1 0,0-1 0,1 0 0,-1 0 0,1 0 0,-1 0 0,1 0 0,0-1 0,-1 1 0,1-1 0,0 1 0,0-1 0,0 0 0,0 0 0,0-1 0,1 1 0,-1-1 0,0 1 0,0-1 0,0 0 0,1 0 0,-1 0 0,4-1 0,0-1 0,0 1 0,0-1 0,0-1 0,0 1 0,0-1 0,-1-1 0,1 1 0,-1-1 0,0 0 0,0 0 0,0-1 0,-1 1 0,10-12 0,1-2 0,-1-2 0,23-36 0,-20 25 0,0-1 0,-2-1 0,-2 0 0,-1-1 0,-1-1 0,-3 0 0,0-1 0,7-71 0,-16 104 0,0 0 0,0 1 0,0-1 0,0 0 0,-1 1 0,1-1 0,-1 0 0,0 1 0,0-1 0,1 1 0,-2-1 0,1 1 0,-2-3 0,3 5 0,0 0 0,0-1 0,0 1 0,-1 0 0,1-1 0,0 1 0,-1 0 0,1 0 0,0 0 0,-1-1 0,1 1 0,0 0 0,-1 0 0,1 0 0,0 0 0,-1 0 0,1 0 0,0-1 0,-1 1 0,1 0 0,0 0 0,-1 0 0,1 0 0,-1 0 0,1 1 0,0-1 0,-1 0 0,1 0 0,0 0 0,-1 0 0,0 0 0,0 2 0,0-1 0,-1 0 0,1 0 0,0 0 0,0 1 0,0-1 0,0 0 0,0 1 0,0-1 0,1 1 0,-2 2 0,-5 13 0,1 0 0,1 0 0,1 1 0,0-1 0,-1 24 0,1 91 0,4-105 114,2 1 0,7 37 0,-7-54-285,1-1 0,0 0 1,0 1-1,1-1 0,0-1 1,1 1-1,0-1 0,1 0 1,7 10-1,3-1-6655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7.389"/>
    </inkml:context>
    <inkml:brush xml:id="br0">
      <inkml:brushProperty name="width" value="0.05" units="cm"/>
      <inkml:brushProperty name="height" value="0.05" units="cm"/>
      <inkml:brushProperty name="color" value="#FFC114"/>
    </inkml:brush>
  </inkml:definitions>
  <inkml:trace contextRef="#ctx0" brushRef="#br0">98 173 24575,'-27'1'0,"-15"-1"0,42 0 0,0 0 0,0 0 0,0 0 0,0 0 0,1 0 0,-1-1 0,0 1 0,0 0 0,0 0 0,0 0 0,0 0 0,0 0 0,0 0 0,0 0 0,0 0 0,0 0 0,0 0 0,0 0 0,0 0 0,0 0 0,0-1 0,0 1 0,0 0 0,0 0 0,0 0 0,0 0 0,0 0 0,0 0 0,0 0 0,0 0 0,0 0 0,0 0 0,0 0 0,-1 0 0,28-6 0,3 2 0,1-2 0,-1-2 0,-1 0 0,57-26 0,-84 34 0,0-1 0,0 0 0,0-1 0,0 1 0,0 0 0,0-1 0,-1 1 0,1-1 0,0 1 0,-1-1 0,1 0 0,-1 0 0,0 1 0,1-1 0,-1 0 0,0 0 0,0-1 0,0 1 0,0 0 0,0-3 0,-1 3 0,0 0 0,0 0 0,-1 0 0,1 1 0,0-1 0,-1 0 0,0 0 0,1 0 0,-1 1 0,0-1 0,0 0 0,0 1 0,0-1 0,0 0 0,0 1 0,0 0 0,-1-1 0,1 1 0,0 0 0,-1-1 0,1 1 0,-1 0 0,0 0 0,1 0 0,-3 0 0,-8-5 0,0 2 0,-1-1 0,1 2 0,-1 0 0,0 0 0,0 1 0,0 1 0,0 0 0,-1 0 0,1 2 0,0 0 0,-14 2 0,22-2 0,1 0 0,-1 0 0,1 0 0,-1 1 0,1-1 0,0 1 0,0 0 0,0 0 0,0 1 0,0-1 0,0 1 0,1 0 0,-1 0 0,1 0 0,0 0 0,-4 5 0,5-5 0,0 0 0,1 1 0,-1-1 0,0 1 0,1-1 0,0 1 0,0-1 0,0 1 0,0 0 0,1 0 0,0-1 0,-1 1 0,1 0 0,0 0 0,1-1 0,-1 1 0,1 0 0,0 0 0,2 6 0,1 1 29,1-1-1,0 1 1,0-1-1,1-1 0,0 1 1,1-1-1,0 0 1,1-1-1,0 1 1,0-2-1,16 13 1,-8-8-314,1-1 1,0-1-1,1-1 1,0 0-1,34 11 1,4-5-6542</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7.623"/>
    </inkml:context>
    <inkml:brush xml:id="br0">
      <inkml:brushProperty name="width" value="0.05" units="cm"/>
      <inkml:brushProperty name="height" value="0.05" units="cm"/>
      <inkml:brushProperty name="color" value="#FFC114"/>
    </inkml:brush>
  </inkml:definitions>
  <inkml:trace contextRef="#ctx0" brushRef="#br0">0 78 24575,'5'-3'0,"-1"0"0,1 0 0,0 0 0,0 1 0,0-1 0,1 1 0,-1 1 0,0-1 0,1 1 0,6-2 0,-2 1 0,47-10 0,2 2 0,60-1 0,119 5 0,-94 4 0,-138 2 0,-1 0 0,-1 0 0,1 0 0,0-1 0,0 0 0,0 0 0,5-1 0,-10 2-20,0 0-1,0 0 0,0 0 1,0 0-1,0 0 0,0 0 0,0 0 1,0 0-1,1 0 0,-1 0 1,0 0-1,0 0 0,0 0 1,0 0-1,0 0 0,0-1 1,0 1-1,0 0 0,0 0 1,0 0-1,0 0 0,0 0 0,0 0 1,0 0-1,0 0 0,0 0 1,1 0-1,-1 0 0,0 0 1,0 0-1,0 0 0,0 0 1,0 0-1,0-1 0,0 1 1,0 0-1,0 0 0,0 0 0,0 0 1,0 0-1,0 0 0,0 0 1,0 0-1,0 0 0,0 0 1,0 0-1,0 0 0,0-1 1,0 1-1,0 0 0,-1 0 1,1 0-1,0 0 0,0 0 0,0 0 1,0 0-1,0 0 0,0 0 1,0 0-1,0 0 0,0 0 1,0 0-1,0 0 0,0 0 1,0 0-1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8.795"/>
    </inkml:context>
    <inkml:brush xml:id="br0">
      <inkml:brushProperty name="width" value="0.05" units="cm"/>
      <inkml:brushProperty name="height" value="0.05" units="cm"/>
      <inkml:brushProperty name="color" value="#FFC114"/>
    </inkml:brush>
  </inkml:definitions>
  <inkml:trace contextRef="#ctx0" brushRef="#br0">0 263 24575,'0'-34'0,"8"-55"0,-7 78 0,2-1 0,0 1 0,0-1 0,1 1 0,0 0 0,1 0 0,0 1 0,9-14 0,-14 23 0,0 1 0,0 0 0,1-1 0,-1 1 0,0 0 0,0 0 0,0-1 0,0 1 0,1 0 0,-1-1 0,0 1 0,0 0 0,1 0 0,-1-1 0,0 1 0,1 0 0,-1 0 0,0 0 0,1-1 0,-1 1 0,0 0 0,1 0 0,-1 0 0,0 0 0,1 0 0,-1 0 0,0 0 0,1 0 0,-1 0 0,1 0 0,0 0 0,4 11 0,-1 25 0,-4-31 0,1 3 0,0 0 0,0 0 0,1 0 0,0 0 0,0 0 0,1-1 0,0 1 0,1-1 0,-1 0 0,1 0 0,1 0 0,8 11 0,-9-14 0,0 0 0,0 0 0,1 0 0,-1-1 0,1 1 0,0-1 0,0 0 0,0-1 0,0 1 0,0-1 0,1 0 0,-1-1 0,1 1 0,-1-1 0,1 0 0,0 0 0,-1-1 0,1 0 0,6 0 0,0-1 0,-1-1 0,1-1 0,-1 0 0,0 0 0,1-1 0,-1 0 0,-1-1 0,1 0 0,-1-1 0,19-13 0,-16 8 0,0 1 0,0-2 0,-1 0 0,0 0 0,-1-1 0,18-28 0,-24 30 0,1 1 0,-1-1 0,4-17 0,-29 143 0,14-67 0,1 1 0,2-1 0,3 1 0,2 0 0,1 0 0,20 90 0,-21-131 53,-1-4-155,-1 0 1,1-1 0,0 1-1,0 0 1,1-1 0,-1 1 0,1-1-1,-1 0 1,1 1 0,0-1 0,0 0-1,1 0 1,4 5 0,3-3-6725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9.214"/>
    </inkml:context>
    <inkml:brush xml:id="br0">
      <inkml:brushProperty name="width" value="0.05" units="cm"/>
      <inkml:brushProperty name="height" value="0.05" units="cm"/>
      <inkml:brushProperty name="color" value="#FFC114"/>
    </inkml:brush>
  </inkml:definitions>
  <inkml:trace contextRef="#ctx0" brushRef="#br0">67 253 24575,'11'-13'0,"0"0"0,-1-1 0,0 0 0,-1 0 0,-1-1 0,-1-1 0,0 1 0,-1-1 0,0 0 0,-1-1 0,4-25 0,-9 40 0,1 0 0,-1 1 0,0-1 0,0 0 0,0 1 0,0-1 0,0 0 0,0 0 0,0 1 0,-1-1 0,1 0 0,-1 1 0,1-1 0,-1 1 0,1-1 0,-1 0 0,0 1 0,0-1 0,0 1 0,0 0 0,0-1 0,0 1 0,0 0 0,0 0 0,-1-1 0,1 1 0,0 0 0,-3-1 0,2 1 0,-1 1 0,1-1 0,0 1 0,-1 0 0,1 0 0,0 0 0,-1 0 0,1 0 0,0 0 0,-1 1 0,1-1 0,0 1 0,-1-1 0,1 1 0,0 0 0,0 0 0,0 0 0,0 0 0,0 0 0,-3 3 0,-2 1 0,0 2 0,0-1 0,0 1 0,1 0 0,0 1 0,0-1 0,1 1 0,0 0 0,1 1 0,-1-1 0,2 1 0,-1 0 0,1-1 0,-2 14 0,-1 1 0,2 0 0,1 0 0,1 1 0,1 38 0,5-21 0,2 0 0,1 0 0,17 50 0,-12-49 0,-1 1 0,7 71 0,-19-86-1365,-1-6-5461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9.665"/>
    </inkml:context>
    <inkml:brush xml:id="br0">
      <inkml:brushProperty name="width" value="0.05" units="cm"/>
      <inkml:brushProperty name="height" value="0.05" units="cm"/>
      <inkml:brushProperty name="color" value="#FFC114"/>
    </inkml:brush>
  </inkml:definitions>
  <inkml:trace contextRef="#ctx0" brushRef="#br0">0 89 24575,'25'0'0,"12"-1"0,0 2 0,0 1 0,54 11 0,-80-11 0,-1 1 0,0 0 0,0 1 0,-1 0 0,1 0 0,-1 1 0,0 1 0,0-1 0,0 1 0,-1 1 0,0-1 0,0 2 0,-1-1 0,0 1 0,0 0 0,0 0 0,5 10 0,-11-14 0,1-1 0,-1 0 0,0 0 0,1 1 0,-2-1 0,1 1 0,0-1 0,-1 1 0,1-1 0,-1 1 0,0-1 0,-1 5 0,1-6 0,0-1 0,0 0 0,0 0 0,-1 0 0,1 0 0,0 0 0,-1 1 0,1-1 0,-1 0 0,1 0 0,-1 0 0,0 0 0,1 0 0,-1 0 0,0-1 0,0 1 0,0 0 0,0 0 0,1 0 0,-1-1 0,0 1 0,0 0 0,-1-1 0,1 1 0,0-1 0,0 1 0,0-1 0,0 0 0,0 0 0,0 1 0,-1-1 0,1 0 0,0 0 0,0 0 0,0 0 0,-1 0 0,1 0 0,0 0 0,-2-1 0,1 0 0,0 1 0,0-1 0,0 1 0,0-1 0,1 1 0,-1-1 0,0 0 0,0 0 0,1 0 0,-1 0 0,1 0 0,-1-1 0,1 1 0,-1 0 0,1-1 0,0 1 0,-1-1 0,1 1 0,0-1 0,0 0 0,0 1 0,0-1 0,1 0 0,-1 0 0,0 0 0,1 0 0,-1 0 0,1 1 0,0-1 0,0 0 0,0 0 0,0 0 0,0-4 0,0 0 0,1 0 0,0 0 0,0 0 0,0 1 0,1-1 0,0 0 0,0 1 0,1-1 0,5-10 0,3 2 0,0 0 0,1 0 0,1 1 0,0 1 0,1 0 0,0 1 0,1 0 0,0 1 0,0 1 0,1 1 0,1 0 0,-1 1 0,1 0 0,0 1 0,1 1 0,24-3 0,-38 7-195,1 1 0,-1 0 0,0 0 0,0 0 0,0 0 0,8 3 0,-1 1-6631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09.991"/>
    </inkml:context>
    <inkml:brush xml:id="br0">
      <inkml:brushProperty name="width" value="0.05" units="cm"/>
      <inkml:brushProperty name="height" value="0.05" units="cm"/>
      <inkml:brushProperty name="color" value="#FFC114"/>
    </inkml:brush>
  </inkml:definitions>
  <inkml:trace contextRef="#ctx0" brushRef="#br0">0 78 24575,'1'-1'0,"-1"0"0,0 0 0,1 0 0,-1 0 0,0 1 0,1-1 0,-1 0 0,1 0 0,-1 0 0,1 1 0,0-1 0,-1 0 0,1 1 0,0-1 0,-1 0 0,1 1 0,0-1 0,0 1 0,-1-1 0,1 1 0,1-1 0,21-8 0,-22 8 0,34-7 0,0 0 0,1 2 0,0 2 0,38 1 0,-31 0 0,422-7 0,-451 10 171,-14 0-167,0 0-1,0 0 1,0 0 0,0 0 0,0 0 0,0 0-1,0 0 1,0 0 0,0 0 0,0 0 0,0 0-1,0 0 1,0-1 0,0 1 0,0 0 0,0 0-1,0 0 1,0 0 0,0 0 0,0 0 0,0 0-1,0 0 1,0 0 0,0 0 0,-1 0 0,1 0-1,0 0 1,0 0 0,0 0 0,0 0-1,0 0 1,0 0 0,0 0 0,1 0 0,-1 0-1,0 0 1,0-1 0,0 1 0,0 0 0,0 0-1,0 0 1,0 0 0,0 0 0,0 0 0,-23-4-1711,-8 1-5119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3T09:49:13.734"/>
    </inkml:context>
    <inkml:brush xml:id="br0">
      <inkml:brushProperty name="width" value="0.05" units="cm"/>
      <inkml:brushProperty name="height" value="0.05" units="cm"/>
      <inkml:brushProperty name="color" value="#FFC114"/>
    </inkml:brush>
  </inkml:definitions>
  <inkml:trace contextRef="#ctx0" brushRef="#br0">2361 305 24575,'11'-11'0,"-1"0"0,0-1 0,-1 0 0,0-1 0,13-23 0,-20 32 0,-1 0 0,1 0 0,0 0 0,-1 0 0,0 0 0,0 0 0,0 0 0,0 0 0,-1-1 0,1 1 0,-1 0 0,0-1 0,-1 1 0,1 0 0,-1 0 0,1-1 0,-1 1 0,-1 0 0,1 0 0,-1 0 0,1 0 0,-1 0 0,0 0 0,-5-6 0,0 3 0,1 0 0,-1 1 0,0 0 0,-1 1 0,1-1 0,-1 1 0,0 1 0,-1 0 0,1 0 0,-1 0 0,-10-2 0,-10-2 0,0 1 0,-38-3 0,-15 2-152,0 4 0,-90 7 1,-165 39-305,250-25 456,2 4 0,0 3 0,2 5 0,1 2 0,2 5 0,1 3 0,2 3 0,1 4 0,3 3 0,2 3 0,3 3 0,-65 66 0,68-53 0,2 4 0,-64 94 0,98-123 0,2 1 0,2 1 0,2 2 0,2 0 0,-24 83 0,39-108-10,2 0-1,0 0 1,1 1-1,2-1 1,0 1-1,1 0 1,1-1-1,5 23 1,-3-28 6,1 0 1,1-1-1,1 1 0,0-1 1,1-1-1,0 1 0,2-1 1,-1 0-1,2-1 1,0 0-1,14 14 0,-3-7 1,1-1-1,2-1 1,0 0-1,0-2 1,2-1 0,0-1-1,52 21 1,-12-11-361,1-3 0,88 16 0,-12-12-116,1-6 0,154 1 0,295-39-709,47-72-298,-494 58 1423,-2-7 0,182-75 0,-248 81-249,-3-4 1,-1-2-1,113-81 0,-155 97 327,-1-3-1,-1 0 0,-1-2 0,-1-2 1,-2 0-1,-1-2 0,-1 0 0,-2-2 0,30-59 1,-43 73 41,-1-1 1,-1 0 0,-1 0-1,-1-1 1,0 0 0,-2 1 0,0-2-1,-2 1 1,0 0 0,-2 0-1,0 0 1,-2-1 0,0 1-1,-2 1 1,0-1 0,-1 1 0,-1 0-1,-1 0 1,-1 0 0,-1 2-1,-1-1 1,-20-29 0,10 24-17,-1 0 1,0 1-1,-2 1 1,-47-36-1,30 31 106,-1 2 0,-74-34-1,25 22 67,-1 5-1,-161-36 1,86 37-347,-2 6 1,-316-6-1,324 33-2598</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7:36:39.665"/>
    </inkml:context>
    <inkml:brush xml:id="br0">
      <inkml:brushProperty name="width" value="0.05" units="cm"/>
      <inkml:brushProperty name="height" value="0.05" units="cm"/>
      <inkml:brushProperty name="color" value="#FFC114"/>
    </inkml:brush>
  </inkml:definitions>
  <inkml:trace contextRef="#ctx0" brushRef="#br0">0 0 24575,'0'0'-8191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7:36:40.443"/>
    </inkml:context>
    <inkml:brush xml:id="br0">
      <inkml:brushProperty name="width" value="0.05" units="cm"/>
      <inkml:brushProperty name="height" value="0.05" units="cm"/>
      <inkml:brushProperty name="color" value="#FFC11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6/23/2026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B74D3-113B-530D-5551-E93D8669E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8F0C8-20A0-F52B-BB4D-93B9FDFE9AF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741CEF9-20F7-E20B-A344-3647A1101F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043BBE-9C17-59A4-718E-2CE9434B1766}"/>
              </a:ext>
            </a:extLst>
          </p:cNvPr>
          <p:cNvSpPr>
            <a:spLocks noGrp="1"/>
          </p:cNvSpPr>
          <p:nvPr>
            <p:ph type="sldNum" sz="quarter" idx="5"/>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CA2D21D1-52E2-420B-B491-CFF6D7BB79FB}"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26006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6/23/2026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78D6DB-6798-42D2-B9AD-FC6F1C72FC30}"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DE275-BE14-4364-AEA2-5F5667C0FD49}" type="slidenum">
              <a:rPr lang="en-US" smtClean="0"/>
              <a:pPr/>
              <a:t>‹#›</a:t>
            </a:fld>
            <a:endParaRPr lang="en-US"/>
          </a:p>
        </p:txBody>
      </p:sp>
      <p:sp>
        <p:nvSpPr>
          <p:cNvPr id="12" name="Title 1"/>
          <p:cNvSpPr>
            <a:spLocks noGrp="1"/>
          </p:cNvSpPr>
          <p:nvPr>
            <p:ph type="ctrTitle"/>
          </p:nvPr>
        </p:nvSpPr>
        <p:spPr>
          <a:xfrm>
            <a:off x="765821" y="4172482"/>
            <a:ext cx="5256584" cy="1560774"/>
          </a:xfrm>
        </p:spPr>
        <p:txBody>
          <a:bodyPr anchor="t">
            <a:noAutofit/>
          </a:bodyPr>
          <a:lstStyle>
            <a:lvl1pPr algn="l">
              <a:defRPr lang="en-US" sz="4800" kern="1200" smtClean="0">
                <a:solidFill>
                  <a:schemeClr val="tx1">
                    <a:lumMod val="95000"/>
                    <a:lumOff val="5000"/>
                  </a:schemeClr>
                </a:solidFill>
                <a:latin typeface="Segoe UI Black" panose="020B0A02040204020203" pitchFamily="34" charset="0"/>
                <a:ea typeface="Segoe UI Black" panose="020B0A02040204020203" pitchFamily="34" charset="0"/>
                <a:cs typeface="+mj-cs"/>
              </a:defRPr>
            </a:lvl1pPr>
          </a:lstStyle>
          <a:p>
            <a:r>
              <a:rPr lang="en-US" dirty="0"/>
              <a:t>Click to edit Master title style</a:t>
            </a:r>
          </a:p>
        </p:txBody>
      </p:sp>
    </p:spTree>
    <p:extLst>
      <p:ext uri="{BB962C8B-B14F-4D97-AF65-F5344CB8AC3E}">
        <p14:creationId xmlns:p14="http://schemas.microsoft.com/office/powerpoint/2010/main" val="3336415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5404F2-BE9A-4460-8815-8F645183555F}" type="datetimeFigureOut">
              <a:rPr lang="en-US" smtClean="0"/>
              <a:pPr/>
              <a:t>6/23/2026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1976811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600">
                <a:latin typeface="Cooper Black" panose="0208090404030B020404" pitchFamily="18"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6/23/2026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595328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6/23/2026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1782371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meline">
    <p:spTree>
      <p:nvGrpSpPr>
        <p:cNvPr id="1" name=""/>
        <p:cNvGrpSpPr/>
        <p:nvPr/>
      </p:nvGrpSpPr>
      <p:grpSpPr>
        <a:xfrm>
          <a:off x="0" y="0"/>
          <a:ext cx="0" cy="0"/>
          <a:chOff x="0" y="0"/>
          <a:chExt cx="0" cy="0"/>
        </a:xfrm>
      </p:grpSpPr>
      <p:sp>
        <p:nvSpPr>
          <p:cNvPr id="2" name="Title 1"/>
          <p:cNvSpPr>
            <a:spLocks noGrp="1"/>
          </p:cNvSpPr>
          <p:nvPr>
            <p:ph type="title"/>
          </p:nvPr>
        </p:nvSpPr>
        <p:spPr>
          <a:xfrm>
            <a:off x="190128" y="0"/>
            <a:ext cx="9733444" cy="711081"/>
          </a:xfrm>
          <a:prstGeom prst="rect">
            <a:avLst/>
          </a:prstGeom>
        </p:spPr>
        <p:txBody>
          <a:bodyPr>
            <a:noAutofit/>
          </a:bodyPr>
          <a:lstStyle>
            <a:lvl1pPr>
              <a:defRPr sz="3600" b="0">
                <a:solidFill>
                  <a:schemeClr val="accent6"/>
                </a:solidFill>
                <a:latin typeface="Cooper Black" panose="0208090404030B020404" pitchFamily="18" charset="0"/>
              </a:defRPr>
            </a:lvl1pPr>
          </a:lstStyle>
          <a:p>
            <a:r>
              <a:rPr lang="en-US" dirty="0"/>
              <a:t>Click to edit Master title style</a:t>
            </a:r>
          </a:p>
        </p:txBody>
      </p:sp>
      <p:sp>
        <p:nvSpPr>
          <p:cNvPr id="5" name="TextBox 4">
            <a:extLst>
              <a:ext uri="{FF2B5EF4-FFF2-40B4-BE49-F238E27FC236}">
                <a16:creationId xmlns:a16="http://schemas.microsoft.com/office/drawing/2014/main" id="{A5C5638B-B677-974A-A667-0478687C5541}"/>
              </a:ext>
            </a:extLst>
          </p:cNvPr>
          <p:cNvSpPr txBox="1"/>
          <p:nvPr userDrawn="1"/>
        </p:nvSpPr>
        <p:spPr>
          <a:xfrm>
            <a:off x="8974732" y="6381328"/>
            <a:ext cx="3096344" cy="338554"/>
          </a:xfrm>
          <a:prstGeom prst="rect">
            <a:avLst/>
          </a:prstGeom>
          <a:noFill/>
        </p:spPr>
        <p:txBody>
          <a:bodyPr wrap="square" rtlCol="0">
            <a:spAutoFit/>
          </a:bodyPr>
          <a:lstStyle/>
          <a:p>
            <a:r>
              <a:rPr lang="en-US" sz="1600" b="1" dirty="0">
                <a:solidFill>
                  <a:schemeClr val="accent5">
                    <a:lumMod val="75000"/>
                  </a:schemeClr>
                </a:solidFill>
              </a:rPr>
              <a:t>www.anubhavtrainings.com</a:t>
            </a:r>
          </a:p>
        </p:txBody>
      </p:sp>
      <p:pic>
        <p:nvPicPr>
          <p:cNvPr id="14" name="Picture 13">
            <a:extLst>
              <a:ext uri="{FF2B5EF4-FFF2-40B4-BE49-F238E27FC236}">
                <a16:creationId xmlns:a16="http://schemas.microsoft.com/office/drawing/2014/main" id="{4B91050B-06DD-6B9B-5D4B-52C80C0910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89108" y="40947"/>
            <a:ext cx="801948" cy="792088"/>
          </a:xfrm>
          <a:prstGeom prst="rect">
            <a:avLst/>
          </a:prstGeom>
          <a:effectLst>
            <a:reflection endPos="0" dist="50800" dir="5400000" sy="-100000" algn="bl" rotWithShape="0"/>
          </a:effectLst>
        </p:spPr>
      </p:pic>
      <p:sp>
        <p:nvSpPr>
          <p:cNvPr id="15" name="Text Placeholder 3">
            <a:extLst>
              <a:ext uri="{FF2B5EF4-FFF2-40B4-BE49-F238E27FC236}">
                <a16:creationId xmlns:a16="http://schemas.microsoft.com/office/drawing/2014/main" id="{863B6F30-DCC2-D394-EDCF-46E8F95750EC}"/>
              </a:ext>
            </a:extLst>
          </p:cNvPr>
          <p:cNvSpPr>
            <a:spLocks noGrp="1"/>
          </p:cNvSpPr>
          <p:nvPr>
            <p:ph type="body" sz="quarter" idx="10"/>
          </p:nvPr>
        </p:nvSpPr>
        <p:spPr>
          <a:xfrm>
            <a:off x="368762" y="836712"/>
            <a:ext cx="11342274" cy="5616624"/>
          </a:xfrm>
        </p:spPr>
        <p:txBody>
          <a:bodyPr>
            <a:normAutofit/>
          </a:bodyPr>
          <a:lstStyle>
            <a:lvl1pPr marL="0" indent="0">
              <a:buNone/>
              <a:defRPr sz="2000">
                <a:solidFill>
                  <a:schemeClr val="tx1"/>
                </a:solidFill>
                <a:latin typeface="Amasis MT Pro" panose="02040504050005020304" pitchFamily="18" charset="0"/>
              </a:defRPr>
            </a:lvl1pPr>
          </a:lstStyle>
          <a:p>
            <a:endParaRPr lang="en-US" dirty="0"/>
          </a:p>
        </p:txBody>
      </p:sp>
    </p:spTree>
    <p:extLst>
      <p:ext uri="{BB962C8B-B14F-4D97-AF65-F5344CB8AC3E}">
        <p14:creationId xmlns:p14="http://schemas.microsoft.com/office/powerpoint/2010/main" val="1795080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13E3D308-5757-C0AB-DF1B-BAAA1120B8A8}"/>
              </a:ext>
            </a:extLst>
          </p:cNvPr>
          <p:cNvSpPr>
            <a:spLocks noGrp="1"/>
          </p:cNvSpPr>
          <p:nvPr>
            <p:ph type="pic" sz="quarter" idx="10"/>
          </p:nvPr>
        </p:nvSpPr>
        <p:spPr>
          <a:xfrm>
            <a:off x="1583825" y="1922288"/>
            <a:ext cx="3303993" cy="3304854"/>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463747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2399925A-B7E0-BC1F-AE78-65034C6C65DB}"/>
              </a:ext>
            </a:extLst>
          </p:cNvPr>
          <p:cNvSpPr>
            <a:spLocks noGrp="1"/>
          </p:cNvSpPr>
          <p:nvPr>
            <p:ph type="pic" sz="quarter" idx="10"/>
          </p:nvPr>
        </p:nvSpPr>
        <p:spPr>
          <a:xfrm>
            <a:off x="6334518" y="1721219"/>
            <a:ext cx="3706027" cy="3706992"/>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5134366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63D206DC-21C0-5B91-F039-7C7253B5257F}"/>
              </a:ext>
            </a:extLst>
          </p:cNvPr>
          <p:cNvSpPr>
            <a:spLocks noGrp="1"/>
          </p:cNvSpPr>
          <p:nvPr>
            <p:ph type="pic" sz="quarter" idx="10"/>
          </p:nvPr>
        </p:nvSpPr>
        <p:spPr>
          <a:xfrm>
            <a:off x="7803737" y="1748799"/>
            <a:ext cx="3247160" cy="3248006"/>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6307146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1683E417-1443-7CC4-BB89-9C4377324DF6}"/>
              </a:ext>
            </a:extLst>
          </p:cNvPr>
          <p:cNvSpPr>
            <a:spLocks noGrp="1"/>
          </p:cNvSpPr>
          <p:nvPr>
            <p:ph type="pic" sz="quarter" idx="13"/>
          </p:nvPr>
        </p:nvSpPr>
        <p:spPr>
          <a:xfrm>
            <a:off x="7027592" y="3020745"/>
            <a:ext cx="4715880" cy="2944148"/>
          </a:xfrm>
          <a:pattFill prst="pct10">
            <a:fgClr>
              <a:schemeClr val="accent1"/>
            </a:fgClr>
            <a:bgClr>
              <a:schemeClr val="bg1"/>
            </a:bgClr>
          </a:pattFill>
        </p:spPr>
        <p:txBody>
          <a:bodyPr>
            <a:normAutofit/>
          </a:bodyPr>
          <a:lstStyle>
            <a:lvl1pPr>
              <a:defRPr sz="1200"/>
            </a:lvl1pPr>
          </a:lstStyle>
          <a:p>
            <a:endParaRPr lang="en-US"/>
          </a:p>
        </p:txBody>
      </p:sp>
    </p:spTree>
    <p:extLst>
      <p:ext uri="{BB962C8B-B14F-4D97-AF65-F5344CB8AC3E}">
        <p14:creationId xmlns:p14="http://schemas.microsoft.com/office/powerpoint/2010/main" val="3183046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12FA1C9-6FC3-FE26-77FF-BF6E982FDFC1}"/>
              </a:ext>
            </a:extLst>
          </p:cNvPr>
          <p:cNvSpPr>
            <a:spLocks noGrp="1"/>
          </p:cNvSpPr>
          <p:nvPr>
            <p:ph type="pic" sz="quarter" idx="10"/>
          </p:nvPr>
        </p:nvSpPr>
        <p:spPr>
          <a:xfrm>
            <a:off x="8794487" y="-644779"/>
            <a:ext cx="4505509" cy="4506683"/>
          </a:xfrm>
          <a:custGeom>
            <a:avLst/>
            <a:gdLst>
              <a:gd name="connsiteX0" fmla="*/ 2110615 w 4221230"/>
              <a:gd name="connsiteY0" fmla="*/ 0 h 4062856"/>
              <a:gd name="connsiteX1" fmla="*/ 4221230 w 4221230"/>
              <a:gd name="connsiteY1" fmla="*/ 2031428 h 4062856"/>
              <a:gd name="connsiteX2" fmla="*/ 2110615 w 4221230"/>
              <a:gd name="connsiteY2" fmla="*/ 4062856 h 4062856"/>
              <a:gd name="connsiteX3" fmla="*/ 0 w 4221230"/>
              <a:gd name="connsiteY3" fmla="*/ 2031428 h 4062856"/>
              <a:gd name="connsiteX4" fmla="*/ 2110615 w 4221230"/>
              <a:gd name="connsiteY4" fmla="*/ 0 h 406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1230" h="4062856">
                <a:moveTo>
                  <a:pt x="2110615" y="0"/>
                </a:moveTo>
                <a:cubicBezTo>
                  <a:pt x="3276275" y="0"/>
                  <a:pt x="4221230" y="909501"/>
                  <a:pt x="4221230" y="2031428"/>
                </a:cubicBezTo>
                <a:cubicBezTo>
                  <a:pt x="4221230" y="3153355"/>
                  <a:pt x="3276275" y="4062856"/>
                  <a:pt x="2110615" y="4062856"/>
                </a:cubicBezTo>
                <a:cubicBezTo>
                  <a:pt x="944955" y="4062856"/>
                  <a:pt x="0" y="3153355"/>
                  <a:pt x="0" y="2031428"/>
                </a:cubicBezTo>
                <a:cubicBezTo>
                  <a:pt x="0" y="909501"/>
                  <a:pt x="944955" y="0"/>
                  <a:pt x="2110615" y="0"/>
                </a:cubicBezTo>
                <a:close/>
              </a:path>
            </a:pathLst>
          </a:custGeom>
        </p:spPr>
        <p:txBody>
          <a:bodyPr wrap="square">
            <a:noAutofit/>
          </a:bodyPr>
          <a:lstStyle/>
          <a:p>
            <a:endParaRPr lang="en-US"/>
          </a:p>
        </p:txBody>
      </p:sp>
    </p:spTree>
    <p:extLst>
      <p:ext uri="{BB962C8B-B14F-4D97-AF65-F5344CB8AC3E}">
        <p14:creationId xmlns:p14="http://schemas.microsoft.com/office/powerpoint/2010/main" val="8854297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sp>
        <p:nvSpPr>
          <p:cNvPr id="5" name="Picture Placeholder 8">
            <a:extLst>
              <a:ext uri="{FF2B5EF4-FFF2-40B4-BE49-F238E27FC236}">
                <a16:creationId xmlns:a16="http://schemas.microsoft.com/office/drawing/2014/main" id="{BA84E635-75CE-490A-A880-EFFBD03694EC}"/>
              </a:ext>
            </a:extLst>
          </p:cNvPr>
          <p:cNvSpPr>
            <a:spLocks noGrp="1"/>
          </p:cNvSpPr>
          <p:nvPr>
            <p:ph type="pic" sz="quarter" idx="13"/>
          </p:nvPr>
        </p:nvSpPr>
        <p:spPr>
          <a:xfrm>
            <a:off x="1343" y="0"/>
            <a:ext cx="12186138" cy="6858000"/>
          </a:xfrm>
        </p:spPr>
        <p:txBody>
          <a:bodyPr anchor="t"/>
          <a:lstStyle>
            <a:lvl1pPr marL="0" indent="0" algn="ctr">
              <a:buFontTx/>
              <a:buNone/>
              <a:defRPr/>
            </a:lvl1pPr>
          </a:lstStyle>
          <a:p>
            <a:endParaRPr lang="en-IN" dirty="0"/>
          </a:p>
        </p:txBody>
      </p:sp>
    </p:spTree>
    <p:extLst>
      <p:ext uri="{BB962C8B-B14F-4D97-AF65-F5344CB8AC3E}">
        <p14:creationId xmlns:p14="http://schemas.microsoft.com/office/powerpoint/2010/main" val="428229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6/23/2026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6/23/2026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2043099138"/>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1218987" rtl="0" eaLnBrk="1" latinLnBrk="0" hangingPunct="1">
        <a:spcBef>
          <a:spcPct val="0"/>
        </a:spcBef>
        <a:buNone/>
        <a:defRPr sz="3600" kern="1200">
          <a:solidFill>
            <a:schemeClr val="tx1"/>
          </a:solidFill>
          <a:latin typeface="+mj-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17" Type="http://schemas.openxmlformats.org/officeDocument/2006/relationships/customXml" Target="../ink/ink58.xml"/><Relationship Id="rId21" Type="http://schemas.openxmlformats.org/officeDocument/2006/relationships/customXml" Target="../ink/ink10.xml"/><Relationship Id="rId42" Type="http://schemas.openxmlformats.org/officeDocument/2006/relationships/image" Target="../media/image24.png"/><Relationship Id="rId63" Type="http://schemas.openxmlformats.org/officeDocument/2006/relationships/customXml" Target="../ink/ink31.xml"/><Relationship Id="rId84" Type="http://schemas.openxmlformats.org/officeDocument/2006/relationships/image" Target="../media/image45.png"/><Relationship Id="rId138" Type="http://schemas.openxmlformats.org/officeDocument/2006/relationships/image" Target="../media/image72.png"/><Relationship Id="rId159" Type="http://schemas.openxmlformats.org/officeDocument/2006/relationships/customXml" Target="../ink/ink79.xml"/><Relationship Id="rId170" Type="http://schemas.openxmlformats.org/officeDocument/2006/relationships/image" Target="../media/image88.png"/><Relationship Id="rId107" Type="http://schemas.openxmlformats.org/officeDocument/2006/relationships/customXml" Target="../ink/ink53.xml"/><Relationship Id="rId11" Type="http://schemas.openxmlformats.org/officeDocument/2006/relationships/customXml" Target="../ink/ink5.xml"/><Relationship Id="rId32" Type="http://schemas.openxmlformats.org/officeDocument/2006/relationships/image" Target="../media/image19.png"/><Relationship Id="rId53" Type="http://schemas.openxmlformats.org/officeDocument/2006/relationships/customXml" Target="../ink/ink26.xml"/><Relationship Id="rId74" Type="http://schemas.openxmlformats.org/officeDocument/2006/relationships/image" Target="../media/image40.png"/><Relationship Id="rId128" Type="http://schemas.openxmlformats.org/officeDocument/2006/relationships/image" Target="../media/image67.png"/><Relationship Id="rId149" Type="http://schemas.openxmlformats.org/officeDocument/2006/relationships/customXml" Target="../ink/ink74.xml"/><Relationship Id="rId5" Type="http://schemas.openxmlformats.org/officeDocument/2006/relationships/customXml" Target="../ink/ink2.xml"/><Relationship Id="rId95" Type="http://schemas.openxmlformats.org/officeDocument/2006/relationships/customXml" Target="../ink/ink47.xml"/><Relationship Id="rId160" Type="http://schemas.openxmlformats.org/officeDocument/2006/relationships/image" Target="../media/image83.png"/><Relationship Id="rId22" Type="http://schemas.openxmlformats.org/officeDocument/2006/relationships/image" Target="../media/image14.png"/><Relationship Id="rId43" Type="http://schemas.openxmlformats.org/officeDocument/2006/relationships/customXml" Target="../ink/ink21.xml"/><Relationship Id="rId64" Type="http://schemas.openxmlformats.org/officeDocument/2006/relationships/image" Target="../media/image35.png"/><Relationship Id="rId118" Type="http://schemas.openxmlformats.org/officeDocument/2006/relationships/image" Target="../media/image62.png"/><Relationship Id="rId139" Type="http://schemas.openxmlformats.org/officeDocument/2006/relationships/customXml" Target="../ink/ink69.xml"/><Relationship Id="rId85" Type="http://schemas.openxmlformats.org/officeDocument/2006/relationships/customXml" Target="../ink/ink42.xml"/><Relationship Id="rId150" Type="http://schemas.openxmlformats.org/officeDocument/2006/relationships/image" Target="../media/image78.png"/><Relationship Id="rId171" Type="http://schemas.openxmlformats.org/officeDocument/2006/relationships/customXml" Target="../ink/ink85.xml"/><Relationship Id="rId12" Type="http://schemas.openxmlformats.org/officeDocument/2006/relationships/image" Target="../media/image9.png"/><Relationship Id="rId33" Type="http://schemas.openxmlformats.org/officeDocument/2006/relationships/customXml" Target="../ink/ink16.xml"/><Relationship Id="rId108" Type="http://schemas.openxmlformats.org/officeDocument/2006/relationships/image" Target="../media/image57.png"/><Relationship Id="rId129" Type="http://schemas.openxmlformats.org/officeDocument/2006/relationships/customXml" Target="../ink/ink64.xml"/><Relationship Id="rId54" Type="http://schemas.openxmlformats.org/officeDocument/2006/relationships/image" Target="../media/image30.png"/><Relationship Id="rId75" Type="http://schemas.openxmlformats.org/officeDocument/2006/relationships/customXml" Target="../ink/ink37.xml"/><Relationship Id="rId96" Type="http://schemas.openxmlformats.org/officeDocument/2006/relationships/image" Target="../media/image51.png"/><Relationship Id="rId140" Type="http://schemas.openxmlformats.org/officeDocument/2006/relationships/image" Target="../media/image73.png"/><Relationship Id="rId161" Type="http://schemas.openxmlformats.org/officeDocument/2006/relationships/customXml" Target="../ink/ink80.xml"/><Relationship Id="rId6" Type="http://schemas.openxmlformats.org/officeDocument/2006/relationships/image" Target="../media/image6.png"/><Relationship Id="rId23" Type="http://schemas.openxmlformats.org/officeDocument/2006/relationships/customXml" Target="../ink/ink11.xml"/><Relationship Id="rId28" Type="http://schemas.openxmlformats.org/officeDocument/2006/relationships/image" Target="../media/image17.png"/><Relationship Id="rId49" Type="http://schemas.openxmlformats.org/officeDocument/2006/relationships/customXml" Target="../ink/ink24.xml"/><Relationship Id="rId114" Type="http://schemas.openxmlformats.org/officeDocument/2006/relationships/image" Target="../media/image60.png"/><Relationship Id="rId119" Type="http://schemas.openxmlformats.org/officeDocument/2006/relationships/customXml" Target="../ink/ink59.xml"/><Relationship Id="rId44" Type="http://schemas.openxmlformats.org/officeDocument/2006/relationships/image" Target="../media/image25.png"/><Relationship Id="rId60" Type="http://schemas.openxmlformats.org/officeDocument/2006/relationships/image" Target="../media/image33.png"/><Relationship Id="rId65" Type="http://schemas.openxmlformats.org/officeDocument/2006/relationships/customXml" Target="../ink/ink32.xml"/><Relationship Id="rId81" Type="http://schemas.openxmlformats.org/officeDocument/2006/relationships/customXml" Target="../ink/ink40.xml"/><Relationship Id="rId86" Type="http://schemas.openxmlformats.org/officeDocument/2006/relationships/image" Target="../media/image46.png"/><Relationship Id="rId130" Type="http://schemas.openxmlformats.org/officeDocument/2006/relationships/image" Target="../media/image68.png"/><Relationship Id="rId135" Type="http://schemas.openxmlformats.org/officeDocument/2006/relationships/customXml" Target="../ink/ink67.xml"/><Relationship Id="rId151" Type="http://schemas.openxmlformats.org/officeDocument/2006/relationships/customXml" Target="../ink/ink75.xml"/><Relationship Id="rId156" Type="http://schemas.openxmlformats.org/officeDocument/2006/relationships/image" Target="../media/image81.png"/><Relationship Id="rId177" Type="http://schemas.openxmlformats.org/officeDocument/2006/relationships/customXml" Target="../ink/ink88.xml"/><Relationship Id="rId172" Type="http://schemas.openxmlformats.org/officeDocument/2006/relationships/image" Target="../media/image89.png"/><Relationship Id="rId13" Type="http://schemas.openxmlformats.org/officeDocument/2006/relationships/customXml" Target="../ink/ink6.xml"/><Relationship Id="rId18" Type="http://schemas.openxmlformats.org/officeDocument/2006/relationships/image" Target="../media/image12.png"/><Relationship Id="rId39" Type="http://schemas.openxmlformats.org/officeDocument/2006/relationships/customXml" Target="../ink/ink19.xml"/><Relationship Id="rId109" Type="http://schemas.openxmlformats.org/officeDocument/2006/relationships/customXml" Target="../ink/ink54.xml"/><Relationship Id="rId34" Type="http://schemas.openxmlformats.org/officeDocument/2006/relationships/image" Target="../media/image20.png"/><Relationship Id="rId50" Type="http://schemas.openxmlformats.org/officeDocument/2006/relationships/image" Target="../media/image28.png"/><Relationship Id="rId55" Type="http://schemas.openxmlformats.org/officeDocument/2006/relationships/customXml" Target="../ink/ink27.xml"/><Relationship Id="rId76" Type="http://schemas.openxmlformats.org/officeDocument/2006/relationships/image" Target="../media/image41.png"/><Relationship Id="rId97" Type="http://schemas.openxmlformats.org/officeDocument/2006/relationships/customXml" Target="../ink/ink48.xml"/><Relationship Id="rId104" Type="http://schemas.openxmlformats.org/officeDocument/2006/relationships/image" Target="../media/image55.png"/><Relationship Id="rId120" Type="http://schemas.openxmlformats.org/officeDocument/2006/relationships/image" Target="../media/image63.png"/><Relationship Id="rId125" Type="http://schemas.openxmlformats.org/officeDocument/2006/relationships/customXml" Target="../ink/ink62.xml"/><Relationship Id="rId141" Type="http://schemas.openxmlformats.org/officeDocument/2006/relationships/customXml" Target="../ink/ink70.xml"/><Relationship Id="rId146" Type="http://schemas.openxmlformats.org/officeDocument/2006/relationships/image" Target="../media/image76.png"/><Relationship Id="rId167" Type="http://schemas.openxmlformats.org/officeDocument/2006/relationships/customXml" Target="../ink/ink83.xml"/><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49.png"/><Relationship Id="rId162" Type="http://schemas.openxmlformats.org/officeDocument/2006/relationships/image" Target="../media/image84.png"/><Relationship Id="rId2" Type="http://schemas.openxmlformats.org/officeDocument/2006/relationships/hyperlink" Target="https://cap.cloud.sap/" TargetMode="External"/><Relationship Id="rId29" Type="http://schemas.openxmlformats.org/officeDocument/2006/relationships/customXml" Target="../ink/ink14.xml"/><Relationship Id="rId24" Type="http://schemas.openxmlformats.org/officeDocument/2006/relationships/image" Target="../media/image15.png"/><Relationship Id="rId40" Type="http://schemas.openxmlformats.org/officeDocument/2006/relationships/image" Target="../media/image23.png"/><Relationship Id="rId45" Type="http://schemas.openxmlformats.org/officeDocument/2006/relationships/customXml" Target="../ink/ink22.xml"/><Relationship Id="rId66" Type="http://schemas.openxmlformats.org/officeDocument/2006/relationships/image" Target="../media/image36.png"/><Relationship Id="rId87" Type="http://schemas.openxmlformats.org/officeDocument/2006/relationships/customXml" Target="../ink/ink43.xml"/><Relationship Id="rId110" Type="http://schemas.openxmlformats.org/officeDocument/2006/relationships/image" Target="../media/image58.png"/><Relationship Id="rId115" Type="http://schemas.openxmlformats.org/officeDocument/2006/relationships/customXml" Target="../ink/ink57.xml"/><Relationship Id="rId131" Type="http://schemas.openxmlformats.org/officeDocument/2006/relationships/customXml" Target="../ink/ink65.xml"/><Relationship Id="rId136" Type="http://schemas.openxmlformats.org/officeDocument/2006/relationships/image" Target="../media/image71.png"/><Relationship Id="rId157" Type="http://schemas.openxmlformats.org/officeDocument/2006/relationships/customXml" Target="../ink/ink78.xml"/><Relationship Id="rId178" Type="http://schemas.openxmlformats.org/officeDocument/2006/relationships/image" Target="../media/image92.png"/><Relationship Id="rId61" Type="http://schemas.openxmlformats.org/officeDocument/2006/relationships/customXml" Target="../ink/ink30.xml"/><Relationship Id="rId82" Type="http://schemas.openxmlformats.org/officeDocument/2006/relationships/image" Target="../media/image44.png"/><Relationship Id="rId152" Type="http://schemas.openxmlformats.org/officeDocument/2006/relationships/image" Target="../media/image79.png"/><Relationship Id="rId173" Type="http://schemas.openxmlformats.org/officeDocument/2006/relationships/customXml" Target="../ink/ink86.xml"/><Relationship Id="rId19" Type="http://schemas.openxmlformats.org/officeDocument/2006/relationships/customXml" Target="../ink/ink9.xml"/><Relationship Id="rId14" Type="http://schemas.openxmlformats.org/officeDocument/2006/relationships/image" Target="../media/image10.png"/><Relationship Id="rId30" Type="http://schemas.openxmlformats.org/officeDocument/2006/relationships/image" Target="../media/image18.png"/><Relationship Id="rId35" Type="http://schemas.openxmlformats.org/officeDocument/2006/relationships/customXml" Target="../ink/ink17.xml"/><Relationship Id="rId56" Type="http://schemas.openxmlformats.org/officeDocument/2006/relationships/image" Target="../media/image31.png"/><Relationship Id="rId77" Type="http://schemas.openxmlformats.org/officeDocument/2006/relationships/customXml" Target="../ink/ink38.xml"/><Relationship Id="rId100" Type="http://schemas.openxmlformats.org/officeDocument/2006/relationships/image" Target="../media/image53.png"/><Relationship Id="rId105" Type="http://schemas.openxmlformats.org/officeDocument/2006/relationships/customXml" Target="../ink/ink52.xml"/><Relationship Id="rId126" Type="http://schemas.openxmlformats.org/officeDocument/2006/relationships/image" Target="../media/image66.png"/><Relationship Id="rId147" Type="http://schemas.openxmlformats.org/officeDocument/2006/relationships/customXml" Target="../ink/ink73.xml"/><Relationship Id="rId168" Type="http://schemas.openxmlformats.org/officeDocument/2006/relationships/image" Target="../media/image87.png"/><Relationship Id="rId8" Type="http://schemas.openxmlformats.org/officeDocument/2006/relationships/image" Target="../media/image7.png"/><Relationship Id="rId51" Type="http://schemas.openxmlformats.org/officeDocument/2006/relationships/customXml" Target="../ink/ink25.xml"/><Relationship Id="rId72" Type="http://schemas.openxmlformats.org/officeDocument/2006/relationships/image" Target="../media/image39.png"/><Relationship Id="rId93" Type="http://schemas.openxmlformats.org/officeDocument/2006/relationships/customXml" Target="../ink/ink46.xml"/><Relationship Id="rId98" Type="http://schemas.openxmlformats.org/officeDocument/2006/relationships/image" Target="../media/image52.png"/><Relationship Id="rId121" Type="http://schemas.openxmlformats.org/officeDocument/2006/relationships/customXml" Target="../ink/ink60.xml"/><Relationship Id="rId142" Type="http://schemas.openxmlformats.org/officeDocument/2006/relationships/image" Target="../media/image74.png"/><Relationship Id="rId163" Type="http://schemas.openxmlformats.org/officeDocument/2006/relationships/customXml" Target="../ink/ink81.xml"/><Relationship Id="rId3" Type="http://schemas.openxmlformats.org/officeDocument/2006/relationships/customXml" Target="../ink/ink1.xml"/><Relationship Id="rId25" Type="http://schemas.openxmlformats.org/officeDocument/2006/relationships/customXml" Target="../ink/ink12.xml"/><Relationship Id="rId46" Type="http://schemas.openxmlformats.org/officeDocument/2006/relationships/image" Target="../media/image26.png"/><Relationship Id="rId67" Type="http://schemas.openxmlformats.org/officeDocument/2006/relationships/customXml" Target="../ink/ink33.xml"/><Relationship Id="rId116" Type="http://schemas.openxmlformats.org/officeDocument/2006/relationships/image" Target="../media/image61.png"/><Relationship Id="rId137" Type="http://schemas.openxmlformats.org/officeDocument/2006/relationships/customXml" Target="../ink/ink68.xml"/><Relationship Id="rId158" Type="http://schemas.openxmlformats.org/officeDocument/2006/relationships/image" Target="../media/image82.png"/><Relationship Id="rId20" Type="http://schemas.openxmlformats.org/officeDocument/2006/relationships/image" Target="../media/image13.png"/><Relationship Id="rId41" Type="http://schemas.openxmlformats.org/officeDocument/2006/relationships/customXml" Target="../ink/ink20.xml"/><Relationship Id="rId62" Type="http://schemas.openxmlformats.org/officeDocument/2006/relationships/image" Target="../media/image34.png"/><Relationship Id="rId83" Type="http://schemas.openxmlformats.org/officeDocument/2006/relationships/customXml" Target="../ink/ink41.xml"/><Relationship Id="rId88" Type="http://schemas.openxmlformats.org/officeDocument/2006/relationships/image" Target="../media/image47.png"/><Relationship Id="rId111" Type="http://schemas.openxmlformats.org/officeDocument/2006/relationships/customXml" Target="../ink/ink55.xml"/><Relationship Id="rId132" Type="http://schemas.openxmlformats.org/officeDocument/2006/relationships/image" Target="../media/image69.png"/><Relationship Id="rId153" Type="http://schemas.openxmlformats.org/officeDocument/2006/relationships/customXml" Target="../ink/ink76.xml"/><Relationship Id="rId174" Type="http://schemas.openxmlformats.org/officeDocument/2006/relationships/image" Target="../media/image90.png"/><Relationship Id="rId179" Type="http://schemas.openxmlformats.org/officeDocument/2006/relationships/customXml" Target="../ink/ink89.xml"/><Relationship Id="rId15" Type="http://schemas.openxmlformats.org/officeDocument/2006/relationships/customXml" Target="../ink/ink7.xml"/><Relationship Id="rId36" Type="http://schemas.openxmlformats.org/officeDocument/2006/relationships/image" Target="../media/image21.png"/><Relationship Id="rId57" Type="http://schemas.openxmlformats.org/officeDocument/2006/relationships/customXml" Target="../ink/ink28.xml"/><Relationship Id="rId106" Type="http://schemas.openxmlformats.org/officeDocument/2006/relationships/image" Target="../media/image56.png"/><Relationship Id="rId127" Type="http://schemas.openxmlformats.org/officeDocument/2006/relationships/customXml" Target="../ink/ink63.xml"/><Relationship Id="rId10" Type="http://schemas.openxmlformats.org/officeDocument/2006/relationships/image" Target="../media/image8.png"/><Relationship Id="rId31" Type="http://schemas.openxmlformats.org/officeDocument/2006/relationships/customXml" Target="../ink/ink15.xml"/><Relationship Id="rId52" Type="http://schemas.openxmlformats.org/officeDocument/2006/relationships/image" Target="../media/image29.png"/><Relationship Id="rId73" Type="http://schemas.openxmlformats.org/officeDocument/2006/relationships/customXml" Target="../ink/ink36.xml"/><Relationship Id="rId78" Type="http://schemas.openxmlformats.org/officeDocument/2006/relationships/image" Target="../media/image42.png"/><Relationship Id="rId94" Type="http://schemas.openxmlformats.org/officeDocument/2006/relationships/image" Target="../media/image50.png"/><Relationship Id="rId99" Type="http://schemas.openxmlformats.org/officeDocument/2006/relationships/customXml" Target="../ink/ink49.xml"/><Relationship Id="rId101" Type="http://schemas.openxmlformats.org/officeDocument/2006/relationships/customXml" Target="../ink/ink50.xml"/><Relationship Id="rId122" Type="http://schemas.openxmlformats.org/officeDocument/2006/relationships/image" Target="../media/image64.png"/><Relationship Id="rId143" Type="http://schemas.openxmlformats.org/officeDocument/2006/relationships/customXml" Target="../ink/ink71.xml"/><Relationship Id="rId148" Type="http://schemas.openxmlformats.org/officeDocument/2006/relationships/image" Target="../media/image77.png"/><Relationship Id="rId164" Type="http://schemas.openxmlformats.org/officeDocument/2006/relationships/image" Target="../media/image85.png"/><Relationship Id="rId169" Type="http://schemas.openxmlformats.org/officeDocument/2006/relationships/customXml" Target="../ink/ink84.xml"/><Relationship Id="rId4" Type="http://schemas.openxmlformats.org/officeDocument/2006/relationships/image" Target="../media/image5.png"/><Relationship Id="rId9" Type="http://schemas.openxmlformats.org/officeDocument/2006/relationships/customXml" Target="../ink/ink4.xml"/><Relationship Id="rId180" Type="http://schemas.openxmlformats.org/officeDocument/2006/relationships/image" Target="../media/image93.png"/><Relationship Id="rId26" Type="http://schemas.openxmlformats.org/officeDocument/2006/relationships/image" Target="../media/image16.png"/><Relationship Id="rId47" Type="http://schemas.openxmlformats.org/officeDocument/2006/relationships/customXml" Target="../ink/ink23.xml"/><Relationship Id="rId68" Type="http://schemas.openxmlformats.org/officeDocument/2006/relationships/image" Target="../media/image37.png"/><Relationship Id="rId89" Type="http://schemas.openxmlformats.org/officeDocument/2006/relationships/customXml" Target="../ink/ink44.xml"/><Relationship Id="rId112" Type="http://schemas.openxmlformats.org/officeDocument/2006/relationships/image" Target="../media/image59.png"/><Relationship Id="rId133" Type="http://schemas.openxmlformats.org/officeDocument/2006/relationships/customXml" Target="../ink/ink66.xml"/><Relationship Id="rId154" Type="http://schemas.openxmlformats.org/officeDocument/2006/relationships/image" Target="../media/image80.png"/><Relationship Id="rId175" Type="http://schemas.openxmlformats.org/officeDocument/2006/relationships/customXml" Target="../ink/ink87.xml"/><Relationship Id="rId16" Type="http://schemas.openxmlformats.org/officeDocument/2006/relationships/image" Target="../media/image11.png"/><Relationship Id="rId37" Type="http://schemas.openxmlformats.org/officeDocument/2006/relationships/customXml" Target="../ink/ink18.xml"/><Relationship Id="rId58" Type="http://schemas.openxmlformats.org/officeDocument/2006/relationships/image" Target="../media/image32.png"/><Relationship Id="rId79" Type="http://schemas.openxmlformats.org/officeDocument/2006/relationships/customXml" Target="../ink/ink39.xml"/><Relationship Id="rId102" Type="http://schemas.openxmlformats.org/officeDocument/2006/relationships/image" Target="../media/image54.png"/><Relationship Id="rId123" Type="http://schemas.openxmlformats.org/officeDocument/2006/relationships/customXml" Target="../ink/ink61.xml"/><Relationship Id="rId144" Type="http://schemas.openxmlformats.org/officeDocument/2006/relationships/image" Target="../media/image75.png"/><Relationship Id="rId90" Type="http://schemas.openxmlformats.org/officeDocument/2006/relationships/image" Target="../media/image48.png"/><Relationship Id="rId165" Type="http://schemas.openxmlformats.org/officeDocument/2006/relationships/customXml" Target="../ink/ink82.xml"/><Relationship Id="rId27" Type="http://schemas.openxmlformats.org/officeDocument/2006/relationships/customXml" Target="../ink/ink13.xml"/><Relationship Id="rId48" Type="http://schemas.openxmlformats.org/officeDocument/2006/relationships/image" Target="../media/image27.png"/><Relationship Id="rId69" Type="http://schemas.openxmlformats.org/officeDocument/2006/relationships/customXml" Target="../ink/ink34.xml"/><Relationship Id="rId113" Type="http://schemas.openxmlformats.org/officeDocument/2006/relationships/customXml" Target="../ink/ink56.xml"/><Relationship Id="rId134" Type="http://schemas.openxmlformats.org/officeDocument/2006/relationships/image" Target="../media/image70.png"/><Relationship Id="rId80" Type="http://schemas.openxmlformats.org/officeDocument/2006/relationships/image" Target="../media/image43.png"/><Relationship Id="rId155" Type="http://schemas.openxmlformats.org/officeDocument/2006/relationships/customXml" Target="../ink/ink77.xml"/><Relationship Id="rId176" Type="http://schemas.openxmlformats.org/officeDocument/2006/relationships/image" Target="../media/image91.png"/><Relationship Id="rId17" Type="http://schemas.openxmlformats.org/officeDocument/2006/relationships/customXml" Target="../ink/ink8.xml"/><Relationship Id="rId38" Type="http://schemas.openxmlformats.org/officeDocument/2006/relationships/image" Target="../media/image22.png"/><Relationship Id="rId59" Type="http://schemas.openxmlformats.org/officeDocument/2006/relationships/customXml" Target="../ink/ink29.xml"/><Relationship Id="rId103" Type="http://schemas.openxmlformats.org/officeDocument/2006/relationships/customXml" Target="../ink/ink51.xml"/><Relationship Id="rId124" Type="http://schemas.openxmlformats.org/officeDocument/2006/relationships/image" Target="../media/image65.png"/><Relationship Id="rId70" Type="http://schemas.openxmlformats.org/officeDocument/2006/relationships/image" Target="../media/image38.png"/><Relationship Id="rId91" Type="http://schemas.openxmlformats.org/officeDocument/2006/relationships/customXml" Target="../ink/ink45.xml"/><Relationship Id="rId145" Type="http://schemas.openxmlformats.org/officeDocument/2006/relationships/customXml" Target="../ink/ink72.xml"/><Relationship Id="rId166" Type="http://schemas.openxmlformats.org/officeDocument/2006/relationships/image" Target="../media/image8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coreybutler/nvm-windows/release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hyperlink" Target="https://github.com/soyuztechnologies/SAP_BTP_Training_CLD200/blob/master/Day%203/01%20db.zi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20srv.zip" TargetMode="External"/><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soyuztechnologies/SAP_BTP_Training_CLD200/blob/master/Day%203/01%20db/01db/CDSViews.cd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customXml" Target="../ink/ink90.xml"/><Relationship Id="rId1" Type="http://schemas.openxmlformats.org/officeDocument/2006/relationships/slideLayout" Target="../slideLayouts/slideLayout2.xml"/><Relationship Id="rId4" Type="http://schemas.openxmlformats.org/officeDocument/2006/relationships/customXml" Target="../ink/ink91.xml"/></Relationships>
</file>

<file path=ppt/slides/_rels/slide18.xml.rels><?xml version="1.0" encoding="UTF-8" standalone="yes"?>
<Relationships xmlns="http://schemas.openxmlformats.org/package/2006/relationships"><Relationship Id="rId2" Type="http://schemas.openxmlformats.org/officeDocument/2006/relationships/image" Target="../media/image97.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98.png"/><Relationship Id="rId4" Type="http://schemas.openxmlformats.org/officeDocument/2006/relationships/hyperlink" Target="http://www.dribbble.com/" TargetMode="External"/></Relationships>
</file>

<file path=ppt/slides/_rels/slide20.xml.rels><?xml version="1.0" encoding="UTF-8" standalone="yes"?>
<Relationships xmlns="http://schemas.openxmlformats.org/package/2006/relationships"><Relationship Id="rId8" Type="http://schemas.openxmlformats.org/officeDocument/2006/relationships/image" Target="../media/image104.jpeg"/><Relationship Id="rId3" Type="http://schemas.openxmlformats.org/officeDocument/2006/relationships/image" Target="../media/image99.jpeg"/><Relationship Id="rId7" Type="http://schemas.openxmlformats.org/officeDocument/2006/relationships/image" Target="../media/image103.tiff"/><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102.tiff"/><Relationship Id="rId5" Type="http://schemas.openxmlformats.org/officeDocument/2006/relationships/image" Target="../media/image101.tiff"/><Relationship Id="rId4" Type="http://schemas.openxmlformats.org/officeDocument/2006/relationships/image" Target="../media/image100.tiff"/><Relationship Id="rId9"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Architect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5</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133" name="Rectangle: Rounded Corners 1132">
            <a:extLst>
              <a:ext uri="{FF2B5EF4-FFF2-40B4-BE49-F238E27FC236}">
                <a16:creationId xmlns:a16="http://schemas.microsoft.com/office/drawing/2014/main" id="{47299741-729A-4FA6-A73E-373218C0B948}"/>
              </a:ext>
            </a:extLst>
          </p:cNvPr>
          <p:cNvSpPr/>
          <p:nvPr/>
        </p:nvSpPr>
        <p:spPr>
          <a:xfrm>
            <a:off x="3646140" y="1357715"/>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3646140" y="3113437"/>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3646140" y="4869160"/>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41" name="Group 1140">
            <a:extLst>
              <a:ext uri="{FF2B5EF4-FFF2-40B4-BE49-F238E27FC236}">
                <a16:creationId xmlns:a16="http://schemas.microsoft.com/office/drawing/2014/main" id="{010C7D28-B781-409B-AFDB-2EB8DCBAB471}"/>
              </a:ext>
            </a:extLst>
          </p:cNvPr>
          <p:cNvGrpSpPr/>
          <p:nvPr/>
        </p:nvGrpSpPr>
        <p:grpSpPr>
          <a:xfrm>
            <a:off x="4310825" y="1610728"/>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243564"/>
              <a:ext cx="2236930" cy="31958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Introduction to CAPM</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4310825" y="3366447"/>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243562"/>
              <a:ext cx="2236930" cy="319585"/>
            </a:xfrm>
            <a:prstGeom prst="rect">
              <a:avLst/>
            </a:prstGeom>
            <a:noFill/>
          </p:spPr>
          <p:txBody>
            <a:bodyPr wrap="square" lIns="0" tIns="0" rIns="0" bIns="0" rtlCol="0" anchor="ctr">
              <a:spAutoFit/>
            </a:bodyPr>
            <a:lstStyle/>
            <a:p>
              <a:pPr marL="0" marR="0" indent="0" algn="l" rtl="0" eaLnBrk="1" fontAlgn="auto" latinLnBrk="0" hangingPunct="1">
                <a:spcBef>
                  <a:spcPts val="0"/>
                </a:spcBef>
                <a:spcAft>
                  <a:spcPts val="0"/>
                </a:spcAft>
              </a:pPr>
              <a:r>
                <a:rPr lang="en-US" sz="1800" b="0" i="0" kern="1200" spc="0" baseline="0" dirty="0">
                  <a:ln>
                    <a:noFill/>
                  </a:ln>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Create DB Module</a:t>
              </a:r>
              <a:endParaRPr lang="en-US" sz="1400" dirty="0">
                <a:effectLst/>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4310825" y="5122170"/>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Deploy to SQLite</a:t>
              </a: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5</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B7542-2499-28B9-08E3-4F10984DA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1DA86-9526-DAE2-DD48-2C40AD3FC6B6}"/>
              </a:ext>
            </a:extLst>
          </p:cNvPr>
          <p:cNvSpPr>
            <a:spLocks noGrp="1"/>
          </p:cNvSpPr>
          <p:nvPr>
            <p:ph type="title"/>
          </p:nvPr>
        </p:nvSpPr>
        <p:spPr>
          <a:xfrm>
            <a:off x="345105" y="0"/>
            <a:ext cx="9733444" cy="711081"/>
          </a:xfrm>
        </p:spPr>
        <p:txBody>
          <a:bodyPr/>
          <a:lstStyle/>
          <a:p>
            <a:r>
              <a:rPr lang="en-US" dirty="0"/>
              <a:t>Comparison</a:t>
            </a:r>
          </a:p>
        </p:txBody>
      </p:sp>
      <p:graphicFrame>
        <p:nvGraphicFramePr>
          <p:cNvPr id="6" name="Table 5">
            <a:extLst>
              <a:ext uri="{FF2B5EF4-FFF2-40B4-BE49-F238E27FC236}">
                <a16:creationId xmlns:a16="http://schemas.microsoft.com/office/drawing/2014/main" id="{CD5F2C74-9266-1B84-6E6B-97E0E769917A}"/>
              </a:ext>
            </a:extLst>
          </p:cNvPr>
          <p:cNvGraphicFramePr>
            <a:graphicFrameLocks noGrp="1"/>
          </p:cNvGraphicFramePr>
          <p:nvPr/>
        </p:nvGraphicFramePr>
        <p:xfrm>
          <a:off x="261764" y="764704"/>
          <a:ext cx="11737305" cy="5920670"/>
        </p:xfrm>
        <a:graphic>
          <a:graphicData uri="http://schemas.openxmlformats.org/drawingml/2006/table">
            <a:tbl>
              <a:tblPr firstRow="1" bandRow="1">
                <a:tableStyleId>{5C22544A-7EE6-4342-B048-85BDC9FD1C3A}</a:tableStyleId>
              </a:tblPr>
              <a:tblGrid>
                <a:gridCol w="3912435">
                  <a:extLst>
                    <a:ext uri="{9D8B030D-6E8A-4147-A177-3AD203B41FA5}">
                      <a16:colId xmlns:a16="http://schemas.microsoft.com/office/drawing/2014/main" val="669905705"/>
                    </a:ext>
                  </a:extLst>
                </a:gridCol>
                <a:gridCol w="3912435">
                  <a:extLst>
                    <a:ext uri="{9D8B030D-6E8A-4147-A177-3AD203B41FA5}">
                      <a16:colId xmlns:a16="http://schemas.microsoft.com/office/drawing/2014/main" val="2938741228"/>
                    </a:ext>
                  </a:extLst>
                </a:gridCol>
                <a:gridCol w="3912435">
                  <a:extLst>
                    <a:ext uri="{9D8B030D-6E8A-4147-A177-3AD203B41FA5}">
                      <a16:colId xmlns:a16="http://schemas.microsoft.com/office/drawing/2014/main" val="3541153254"/>
                    </a:ext>
                  </a:extLst>
                </a:gridCol>
              </a:tblGrid>
              <a:tr h="528059">
                <a:tc>
                  <a:txBody>
                    <a:bodyPr/>
                    <a:lstStyle/>
                    <a:p>
                      <a:r>
                        <a:rPr lang="en-IN" dirty="0"/>
                        <a:t>Comparison</a:t>
                      </a:r>
                    </a:p>
                  </a:txBody>
                  <a:tcPr/>
                </a:tc>
                <a:tc>
                  <a:txBody>
                    <a:bodyPr/>
                    <a:lstStyle/>
                    <a:p>
                      <a:r>
                        <a:rPr lang="en-IN" dirty="0"/>
                        <a:t>BAS</a:t>
                      </a:r>
                    </a:p>
                  </a:txBody>
                  <a:tcPr/>
                </a:tc>
                <a:tc>
                  <a:txBody>
                    <a:bodyPr/>
                    <a:lstStyle/>
                    <a:p>
                      <a:r>
                        <a:rPr lang="en-IN" dirty="0"/>
                        <a:t>VS Code</a:t>
                      </a:r>
                    </a:p>
                  </a:txBody>
                  <a:tcPr/>
                </a:tc>
                <a:extLst>
                  <a:ext uri="{0D108BD9-81ED-4DB2-BD59-A6C34878D82A}">
                    <a16:rowId xmlns:a16="http://schemas.microsoft.com/office/drawing/2014/main" val="2301439761"/>
                  </a:ext>
                </a:extLst>
              </a:tr>
              <a:tr h="528059">
                <a:tc>
                  <a:txBody>
                    <a:bodyPr/>
                    <a:lstStyle/>
                    <a:p>
                      <a:r>
                        <a:rPr lang="en-IN" sz="1800" b="1" dirty="0"/>
                        <a:t>Cost</a:t>
                      </a:r>
                    </a:p>
                  </a:txBody>
                  <a:tcPr/>
                </a:tc>
                <a:tc>
                  <a:txBody>
                    <a:bodyPr/>
                    <a:lstStyle/>
                    <a:p>
                      <a:r>
                        <a:rPr lang="en-IN" sz="1800" dirty="0"/>
                        <a:t>No restriction mode, you need to pay</a:t>
                      </a:r>
                    </a:p>
                  </a:txBody>
                  <a:tcPr/>
                </a:tc>
                <a:tc>
                  <a:txBody>
                    <a:bodyPr/>
                    <a:lstStyle/>
                    <a:p>
                      <a:r>
                        <a:rPr lang="en-IN" sz="1800" dirty="0"/>
                        <a:t>FREE for lifetime</a:t>
                      </a:r>
                    </a:p>
                  </a:txBody>
                  <a:tcPr/>
                </a:tc>
                <a:extLst>
                  <a:ext uri="{0D108BD9-81ED-4DB2-BD59-A6C34878D82A}">
                    <a16:rowId xmlns:a16="http://schemas.microsoft.com/office/drawing/2014/main" val="1825946482"/>
                  </a:ext>
                </a:extLst>
              </a:tr>
              <a:tr h="528059">
                <a:tc>
                  <a:txBody>
                    <a:bodyPr/>
                    <a:lstStyle/>
                    <a:p>
                      <a:r>
                        <a:rPr lang="en-IN" sz="1800" b="1" dirty="0"/>
                        <a:t>Plugins</a:t>
                      </a:r>
                    </a:p>
                  </a:txBody>
                  <a:tcPr/>
                </a:tc>
                <a:tc>
                  <a:txBody>
                    <a:bodyPr/>
                    <a:lstStyle/>
                    <a:p>
                      <a:r>
                        <a:rPr lang="en-IN" sz="1800" dirty="0"/>
                        <a:t>CSV, other plugin pre-installed</a:t>
                      </a:r>
                    </a:p>
                  </a:txBody>
                  <a:tcPr/>
                </a:tc>
                <a:tc>
                  <a:txBody>
                    <a:bodyPr/>
                    <a:lstStyle/>
                    <a:p>
                      <a:r>
                        <a:rPr lang="en-IN" sz="1800" dirty="0"/>
                        <a:t>All the plugin needs to be installed</a:t>
                      </a:r>
                    </a:p>
                  </a:txBody>
                  <a:tcPr/>
                </a:tc>
                <a:extLst>
                  <a:ext uri="{0D108BD9-81ED-4DB2-BD59-A6C34878D82A}">
                    <a16:rowId xmlns:a16="http://schemas.microsoft.com/office/drawing/2014/main" val="3625150835"/>
                  </a:ext>
                </a:extLst>
              </a:tr>
              <a:tr h="528059">
                <a:tc>
                  <a:txBody>
                    <a:bodyPr/>
                    <a:lstStyle/>
                    <a:p>
                      <a:r>
                        <a:rPr lang="en-IN" sz="1800" b="1" dirty="0"/>
                        <a:t>Offline </a:t>
                      </a:r>
                    </a:p>
                  </a:txBody>
                  <a:tcPr/>
                </a:tc>
                <a:tc>
                  <a:txBody>
                    <a:bodyPr/>
                    <a:lstStyle/>
                    <a:p>
                      <a:r>
                        <a:rPr lang="en-IN" sz="1800" dirty="0"/>
                        <a:t>No</a:t>
                      </a:r>
                    </a:p>
                  </a:txBody>
                  <a:tcPr/>
                </a:tc>
                <a:tc>
                  <a:txBody>
                    <a:bodyPr/>
                    <a:lstStyle/>
                    <a:p>
                      <a:r>
                        <a:rPr lang="en-IN" sz="1800" dirty="0"/>
                        <a:t>Yes</a:t>
                      </a:r>
                    </a:p>
                  </a:txBody>
                  <a:tcPr/>
                </a:tc>
                <a:extLst>
                  <a:ext uri="{0D108BD9-81ED-4DB2-BD59-A6C34878D82A}">
                    <a16:rowId xmlns:a16="http://schemas.microsoft.com/office/drawing/2014/main" val="252894691"/>
                  </a:ext>
                </a:extLst>
              </a:tr>
              <a:tr h="528059">
                <a:tc>
                  <a:txBody>
                    <a:bodyPr/>
                    <a:lstStyle/>
                    <a:p>
                      <a:r>
                        <a:rPr lang="en-IN" sz="1800" b="1" dirty="0"/>
                        <a:t>Device Swich</a:t>
                      </a:r>
                    </a:p>
                  </a:txBody>
                  <a:tcPr/>
                </a:tc>
                <a:tc>
                  <a:txBody>
                    <a:bodyPr/>
                    <a:lstStyle/>
                    <a:p>
                      <a:r>
                        <a:rPr lang="en-IN" sz="1800" dirty="0"/>
                        <a:t>Yes</a:t>
                      </a:r>
                    </a:p>
                  </a:txBody>
                  <a:tcPr/>
                </a:tc>
                <a:tc>
                  <a:txBody>
                    <a:bodyPr/>
                    <a:lstStyle/>
                    <a:p>
                      <a:r>
                        <a:rPr lang="en-IN" sz="1800" dirty="0"/>
                        <a:t>No, There is a effort</a:t>
                      </a:r>
                    </a:p>
                  </a:txBody>
                  <a:tcPr/>
                </a:tc>
                <a:extLst>
                  <a:ext uri="{0D108BD9-81ED-4DB2-BD59-A6C34878D82A}">
                    <a16:rowId xmlns:a16="http://schemas.microsoft.com/office/drawing/2014/main" val="2668713781"/>
                  </a:ext>
                </a:extLst>
              </a:tr>
              <a:tr h="528059">
                <a:tc>
                  <a:txBody>
                    <a:bodyPr/>
                    <a:lstStyle/>
                    <a:p>
                      <a:r>
                        <a:rPr lang="en-IN" sz="1800" b="1" dirty="0"/>
                        <a:t>Speed</a:t>
                      </a:r>
                    </a:p>
                  </a:txBody>
                  <a:tcPr/>
                </a:tc>
                <a:tc>
                  <a:txBody>
                    <a:bodyPr/>
                    <a:lstStyle/>
                    <a:p>
                      <a:r>
                        <a:rPr lang="en-IN" sz="1800" dirty="0"/>
                        <a:t>Slow</a:t>
                      </a:r>
                    </a:p>
                  </a:txBody>
                  <a:tcPr/>
                </a:tc>
                <a:tc>
                  <a:txBody>
                    <a:bodyPr/>
                    <a:lstStyle/>
                    <a:p>
                      <a:r>
                        <a:rPr lang="en-IN" sz="1800" dirty="0"/>
                        <a:t>Amazing</a:t>
                      </a:r>
                    </a:p>
                  </a:txBody>
                  <a:tcPr/>
                </a:tc>
                <a:extLst>
                  <a:ext uri="{0D108BD9-81ED-4DB2-BD59-A6C34878D82A}">
                    <a16:rowId xmlns:a16="http://schemas.microsoft.com/office/drawing/2014/main" val="4142930825"/>
                  </a:ext>
                </a:extLst>
              </a:tr>
              <a:tr h="528059">
                <a:tc>
                  <a:txBody>
                    <a:bodyPr/>
                    <a:lstStyle/>
                    <a:p>
                      <a:r>
                        <a:rPr lang="en-IN" sz="1800" b="1" dirty="0"/>
                        <a:t>Code backup</a:t>
                      </a:r>
                    </a:p>
                  </a:txBody>
                  <a:tcPr/>
                </a:tc>
                <a:tc>
                  <a:txBody>
                    <a:bodyPr/>
                    <a:lstStyle/>
                    <a:p>
                      <a:r>
                        <a:rPr lang="en-IN" sz="1800" dirty="0"/>
                        <a:t>Need to take backup</a:t>
                      </a:r>
                    </a:p>
                  </a:txBody>
                  <a:tcPr/>
                </a:tc>
                <a:tc>
                  <a:txBody>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lang="en-IN" sz="1800" dirty="0"/>
                        <a:t>Need to take backup</a:t>
                      </a:r>
                    </a:p>
                  </a:txBody>
                  <a:tcPr/>
                </a:tc>
                <a:extLst>
                  <a:ext uri="{0D108BD9-81ED-4DB2-BD59-A6C34878D82A}">
                    <a16:rowId xmlns:a16="http://schemas.microsoft.com/office/drawing/2014/main" val="440801856"/>
                  </a:ext>
                </a:extLst>
              </a:tr>
              <a:tr h="528059">
                <a:tc>
                  <a:txBody>
                    <a:bodyPr/>
                    <a:lstStyle/>
                    <a:p>
                      <a:r>
                        <a:rPr lang="en-IN" sz="1800" b="1" dirty="0"/>
                        <a:t>Setup Effort</a:t>
                      </a:r>
                    </a:p>
                  </a:txBody>
                  <a:tcPr/>
                </a:tc>
                <a:tc>
                  <a:txBody>
                    <a:bodyPr/>
                    <a:lstStyle/>
                    <a:p>
                      <a:r>
                        <a:rPr lang="en-IN" sz="1800" dirty="0"/>
                        <a:t>Low</a:t>
                      </a:r>
                    </a:p>
                  </a:txBody>
                  <a:tcPr/>
                </a:tc>
                <a:tc>
                  <a:txBody>
                    <a:bodyPr/>
                    <a:lstStyle/>
                    <a:p>
                      <a:r>
                        <a:rPr lang="en-IN" sz="1800" dirty="0"/>
                        <a:t>High</a:t>
                      </a:r>
                    </a:p>
                  </a:txBody>
                  <a:tcPr/>
                </a:tc>
                <a:extLst>
                  <a:ext uri="{0D108BD9-81ED-4DB2-BD59-A6C34878D82A}">
                    <a16:rowId xmlns:a16="http://schemas.microsoft.com/office/drawing/2014/main" val="3409800806"/>
                  </a:ext>
                </a:extLst>
              </a:tr>
              <a:tr h="528059">
                <a:tc>
                  <a:txBody>
                    <a:bodyPr/>
                    <a:lstStyle/>
                    <a:p>
                      <a:r>
                        <a:rPr lang="en-IN" sz="1800" b="1" dirty="0"/>
                        <a:t>Which company</a:t>
                      </a:r>
                    </a:p>
                  </a:txBody>
                  <a:tcPr/>
                </a:tc>
                <a:tc>
                  <a:txBody>
                    <a:bodyPr/>
                    <a:lstStyle/>
                    <a:p>
                      <a:r>
                        <a:rPr lang="en-IN" sz="1800" dirty="0"/>
                        <a:t>SAP with BTP</a:t>
                      </a:r>
                    </a:p>
                  </a:txBody>
                  <a:tcPr/>
                </a:tc>
                <a:tc>
                  <a:txBody>
                    <a:bodyPr/>
                    <a:lstStyle/>
                    <a:p>
                      <a:r>
                        <a:rPr lang="en-IN" sz="1800" dirty="0"/>
                        <a:t>Microsoft</a:t>
                      </a:r>
                    </a:p>
                  </a:txBody>
                  <a:tcPr/>
                </a:tc>
                <a:extLst>
                  <a:ext uri="{0D108BD9-81ED-4DB2-BD59-A6C34878D82A}">
                    <a16:rowId xmlns:a16="http://schemas.microsoft.com/office/drawing/2014/main" val="3005002255"/>
                  </a:ext>
                </a:extLst>
              </a:tr>
              <a:tr h="528059">
                <a:tc>
                  <a:txBody>
                    <a:bodyPr/>
                    <a:lstStyle/>
                    <a:p>
                      <a:r>
                        <a:rPr lang="en-IN" sz="1800" b="1" dirty="0"/>
                        <a:t>License</a:t>
                      </a:r>
                    </a:p>
                  </a:txBody>
                  <a:tcPr/>
                </a:tc>
                <a:tc>
                  <a:txBody>
                    <a:bodyPr/>
                    <a:lstStyle/>
                    <a:p>
                      <a:r>
                        <a:rPr lang="en-IN" sz="1800" dirty="0"/>
                        <a:t>Subscription</a:t>
                      </a:r>
                    </a:p>
                  </a:txBody>
                  <a:tcPr/>
                </a:tc>
                <a:tc>
                  <a:txBody>
                    <a:bodyPr/>
                    <a:lstStyle/>
                    <a:p>
                      <a:r>
                        <a:rPr lang="en-IN" sz="1800" dirty="0"/>
                        <a:t>Open Source</a:t>
                      </a:r>
                    </a:p>
                  </a:txBody>
                  <a:tcPr/>
                </a:tc>
                <a:extLst>
                  <a:ext uri="{0D108BD9-81ED-4DB2-BD59-A6C34878D82A}">
                    <a16:rowId xmlns:a16="http://schemas.microsoft.com/office/drawing/2014/main" val="3518779598"/>
                  </a:ext>
                </a:extLst>
              </a:tr>
              <a:tr h="528059">
                <a:tc>
                  <a:txBody>
                    <a:bodyPr/>
                    <a:lstStyle/>
                    <a:p>
                      <a:r>
                        <a:rPr lang="en-IN" sz="1800" b="1" dirty="0"/>
                        <a:t>OS</a:t>
                      </a:r>
                    </a:p>
                  </a:txBody>
                  <a:tcPr/>
                </a:tc>
                <a:tc>
                  <a:txBody>
                    <a:bodyPr/>
                    <a:lstStyle/>
                    <a:p>
                      <a:r>
                        <a:rPr lang="en-IN" sz="1800" dirty="0"/>
                        <a:t>Linux</a:t>
                      </a:r>
                    </a:p>
                  </a:txBody>
                  <a:tcPr/>
                </a:tc>
                <a:tc>
                  <a:txBody>
                    <a:bodyPr/>
                    <a:lstStyle/>
                    <a:p>
                      <a:r>
                        <a:rPr lang="en-IN" sz="1800" dirty="0"/>
                        <a:t>Any</a:t>
                      </a:r>
                    </a:p>
                  </a:txBody>
                  <a:tcPr/>
                </a:tc>
                <a:extLst>
                  <a:ext uri="{0D108BD9-81ED-4DB2-BD59-A6C34878D82A}">
                    <a16:rowId xmlns:a16="http://schemas.microsoft.com/office/drawing/2014/main" val="3386713493"/>
                  </a:ext>
                </a:extLst>
              </a:tr>
            </a:tbl>
          </a:graphicData>
        </a:graphic>
      </p:graphicFrame>
    </p:spTree>
    <p:extLst>
      <p:ext uri="{BB962C8B-B14F-4D97-AF65-F5344CB8AC3E}">
        <p14:creationId xmlns:p14="http://schemas.microsoft.com/office/powerpoint/2010/main" val="3534730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CAPM Introduction</a:t>
            </a:r>
          </a:p>
        </p:txBody>
      </p:sp>
      <p:sp>
        <p:nvSpPr>
          <p:cNvPr id="3" name="TextBox 2">
            <a:extLst>
              <a:ext uri="{FF2B5EF4-FFF2-40B4-BE49-F238E27FC236}">
                <a16:creationId xmlns:a16="http://schemas.microsoft.com/office/drawing/2014/main" id="{3B5C91F9-8D30-80D7-24C7-7E4D9F3757AA}"/>
              </a:ext>
            </a:extLst>
          </p:cNvPr>
          <p:cNvSpPr txBox="1"/>
          <p:nvPr/>
        </p:nvSpPr>
        <p:spPr>
          <a:xfrm>
            <a:off x="189757" y="784925"/>
            <a:ext cx="11809312"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CAPM is a framework of (a framework is a collection of libraries, classes, function, attributes, events)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Languages – Java and Node 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Libraries – Node modules like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etc.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And Tools – VS Code or BAS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The CAP framework is used for building enterprise grade applications &amp; extensions which are cloud-native in SAP BTP.</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30072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CDS – Core Data and Services </a:t>
            </a:r>
            <a:endParaRPr lang="en-US" dirty="0"/>
          </a:p>
        </p:txBody>
      </p:sp>
      <p:sp>
        <p:nvSpPr>
          <p:cNvPr id="3" name="TextBox 2">
            <a:extLst>
              <a:ext uri="{FF2B5EF4-FFF2-40B4-BE49-F238E27FC236}">
                <a16:creationId xmlns:a16="http://schemas.microsoft.com/office/drawing/2014/main" id="{DC6F944F-40C8-B576-8042-58CDF7803F33}"/>
              </a:ext>
            </a:extLst>
          </p:cNvPr>
          <p:cNvSpPr txBox="1"/>
          <p:nvPr/>
        </p:nvSpPr>
        <p:spPr>
          <a:xfrm>
            <a:off x="189757" y="764802"/>
            <a:ext cx="1180931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Conceptually CDS is same concept but different flavor. The concept says that, we have a design time object which is a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file. We will create a </a:t>
            </a:r>
            <a:r>
              <a:rPr kumimoji="0" lang="en-US" sz="2000" b="1" i="0" u="none" strike="noStrike" kern="0" cap="none" spc="0" normalizeH="0" baseline="0" noProof="0" dirty="0">
                <a:ln>
                  <a:noFill/>
                </a:ln>
                <a:solidFill>
                  <a:prstClr val="white"/>
                </a:solidFill>
                <a:effectLst/>
                <a:uLnTx/>
                <a:uFillTx/>
                <a:latin typeface="Segoe UI"/>
                <a:ea typeface="+mn-ea"/>
                <a:cs typeface="+mn-cs"/>
              </a:rPr>
              <a:t>.</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file for almost everything e.g. database tables, views, models, services, UI/UX. This design time object file is compiled by CAPM framework (inside CAP we have node module called </a:t>
            </a:r>
            <a:r>
              <a:rPr kumimoji="0" lang="en-US" sz="2000" b="1" i="0" u="none" strike="noStrike" kern="0" cap="none" spc="0" normalizeH="0" baseline="0" noProof="0" dirty="0">
                <a:ln>
                  <a:noFill/>
                </a:ln>
                <a:solidFill>
                  <a:prstClr val="white"/>
                </a:solidFill>
                <a:effectLst/>
                <a:uLnTx/>
                <a:uFillTx/>
                <a:latin typeface="Segoe UI"/>
                <a:ea typeface="+mn-ea"/>
                <a:cs typeface="+mn-cs"/>
              </a:rPr>
              <a:t>@sap/cds)</a:t>
            </a:r>
            <a:r>
              <a:rPr kumimoji="0" lang="en-US" sz="2000" b="0" i="0" u="none" strike="noStrike" kern="0" cap="none" spc="0" normalizeH="0" baseline="0" noProof="0" dirty="0">
                <a:ln>
                  <a:noFill/>
                </a:ln>
                <a:solidFill>
                  <a:prstClr val="white"/>
                </a:solidFill>
                <a:effectLst/>
                <a:uLnTx/>
                <a:uFillTx/>
                <a:latin typeface="Segoe UI"/>
                <a:ea typeface="+mn-ea"/>
                <a:cs typeface="+mn-cs"/>
              </a:rPr>
              <a:t> Once the compilation is successful a </a:t>
            </a:r>
            <a:r>
              <a:rPr kumimoji="0" lang="en-US" sz="2000" b="1" i="0" u="none" strike="noStrike" kern="0" cap="none" spc="0" normalizeH="0" baseline="0" noProof="0" dirty="0">
                <a:ln>
                  <a:noFill/>
                </a:ln>
                <a:solidFill>
                  <a:prstClr val="white"/>
                </a:solidFill>
                <a:effectLst/>
                <a:uLnTx/>
                <a:uFillTx/>
                <a:latin typeface="Segoe UI"/>
                <a:ea typeface="+mn-ea"/>
                <a:cs typeface="+mn-cs"/>
              </a:rPr>
              <a:t>runtime</a:t>
            </a:r>
            <a:r>
              <a:rPr kumimoji="0" lang="en-US" sz="2000" b="0" i="0" u="none" strike="noStrike" kern="0" cap="none" spc="0" normalizeH="0" baseline="0" noProof="0" dirty="0">
                <a:ln>
                  <a:noFill/>
                </a:ln>
                <a:solidFill>
                  <a:prstClr val="white"/>
                </a:solidFill>
                <a:effectLst/>
                <a:uLnTx/>
                <a:uFillTx/>
                <a:latin typeface="Segoe UI"/>
                <a:ea typeface="+mn-ea"/>
                <a:cs typeface="+mn-cs"/>
              </a:rPr>
              <a:t> object gets created.</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14C97D6F-AA53-D025-A8BC-97B38BF92B0E}"/>
              </a:ext>
            </a:extLst>
          </p:cNvPr>
          <p:cNvSpPr/>
          <p:nvPr/>
        </p:nvSpPr>
        <p:spPr>
          <a:xfrm>
            <a:off x="1243076"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MySQL</a:t>
            </a:r>
          </a:p>
        </p:txBody>
      </p:sp>
      <p:sp>
        <p:nvSpPr>
          <p:cNvPr id="5" name="TextBox 4">
            <a:extLst>
              <a:ext uri="{FF2B5EF4-FFF2-40B4-BE49-F238E27FC236}">
                <a16:creationId xmlns:a16="http://schemas.microsoft.com/office/drawing/2014/main" id="{502740B2-396C-7B09-6F05-57352F5B989E}"/>
              </a:ext>
            </a:extLst>
          </p:cNvPr>
          <p:cNvSpPr txBox="1"/>
          <p:nvPr/>
        </p:nvSpPr>
        <p:spPr>
          <a:xfrm>
            <a:off x="693812" y="2413183"/>
            <a:ext cx="324036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 COLUMNS c1 integer, c2 varchar,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--20 lakh SQL statements</a:t>
            </a:r>
          </a:p>
        </p:txBody>
      </p:sp>
      <p:sp>
        <p:nvSpPr>
          <p:cNvPr id="6" name="Arrow: Down 5">
            <a:extLst>
              <a:ext uri="{FF2B5EF4-FFF2-40B4-BE49-F238E27FC236}">
                <a16:creationId xmlns:a16="http://schemas.microsoft.com/office/drawing/2014/main" id="{BC027F23-20DB-1584-2B1F-2C706F4CC0A7}"/>
              </a:ext>
            </a:extLst>
          </p:cNvPr>
          <p:cNvSpPr/>
          <p:nvPr/>
        </p:nvSpPr>
        <p:spPr>
          <a:xfrm>
            <a:off x="1989956"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3658874E-454E-1BD0-F383-B955248FFC11}"/>
              </a:ext>
            </a:extLst>
          </p:cNvPr>
          <p:cNvSpPr/>
          <p:nvPr/>
        </p:nvSpPr>
        <p:spPr>
          <a:xfrm>
            <a:off x="5086300"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8" name="Arrow: Down 7">
            <a:extLst>
              <a:ext uri="{FF2B5EF4-FFF2-40B4-BE49-F238E27FC236}">
                <a16:creationId xmlns:a16="http://schemas.microsoft.com/office/drawing/2014/main" id="{E66C5E84-AD3A-5B03-4F0B-B866473C75EE}"/>
              </a:ext>
            </a:extLst>
          </p:cNvPr>
          <p:cNvSpPr/>
          <p:nvPr/>
        </p:nvSpPr>
        <p:spPr>
          <a:xfrm>
            <a:off x="5734372"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Arrow: Down 8">
            <a:extLst>
              <a:ext uri="{FF2B5EF4-FFF2-40B4-BE49-F238E27FC236}">
                <a16:creationId xmlns:a16="http://schemas.microsoft.com/office/drawing/2014/main" id="{01BA5F7C-EEBF-9116-7607-D8BA196BFC0E}"/>
              </a:ext>
            </a:extLst>
          </p:cNvPr>
          <p:cNvSpPr/>
          <p:nvPr/>
        </p:nvSpPr>
        <p:spPr>
          <a:xfrm rot="19225908">
            <a:off x="3709153" y="3237906"/>
            <a:ext cx="648072" cy="1872208"/>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0" name="&quot;Not Allowed&quot; Symbol 9">
            <a:extLst>
              <a:ext uri="{FF2B5EF4-FFF2-40B4-BE49-F238E27FC236}">
                <a16:creationId xmlns:a16="http://schemas.microsoft.com/office/drawing/2014/main" id="{81E2AC82-DED5-D611-95D1-34338C0945F7}"/>
              </a:ext>
            </a:extLst>
          </p:cNvPr>
          <p:cNvSpPr/>
          <p:nvPr/>
        </p:nvSpPr>
        <p:spPr>
          <a:xfrm>
            <a:off x="3574132" y="3569122"/>
            <a:ext cx="864096" cy="830997"/>
          </a:xfrm>
          <a:prstGeom prst="noSmoking">
            <a:avLst/>
          </a:prstGeom>
          <a:solidFill>
            <a:srgbClr val="FF0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1" name="TextBox 10">
            <a:extLst>
              <a:ext uri="{FF2B5EF4-FFF2-40B4-BE49-F238E27FC236}">
                <a16:creationId xmlns:a16="http://schemas.microsoft.com/office/drawing/2014/main" id="{EF5E6E4A-BCB9-A94B-FB06-D6F0D7F285F3}"/>
              </a:ext>
            </a:extLst>
          </p:cNvPr>
          <p:cNvSpPr txBox="1"/>
          <p:nvPr/>
        </p:nvSpPr>
        <p:spPr>
          <a:xfrm>
            <a:off x="4294212" y="2236621"/>
            <a:ext cx="324036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tab(c1 integer, c2 varchar(30), primary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---2mn </a:t>
            </a:r>
            <a:r>
              <a:rPr kumimoji="0" lang="en-US" sz="1600" b="0" i="0" u="none" strike="noStrike" kern="0" cap="none" spc="0" normalizeH="0" baseline="0" noProof="0" dirty="0" err="1">
                <a:ln>
                  <a:noFill/>
                </a:ln>
                <a:solidFill>
                  <a:prstClr val="white"/>
                </a:solidFill>
                <a:effectLst/>
                <a:uLnTx/>
                <a:uFillTx/>
                <a:latin typeface="Segoe UI"/>
                <a:ea typeface="+mn-ea"/>
                <a:cs typeface="+mn-cs"/>
              </a:rPr>
              <a:t>sql</a:t>
            </a:r>
            <a:r>
              <a:rPr kumimoji="0" lang="en-US" sz="1600" b="0" i="0" u="none" strike="noStrike" kern="0" cap="none" spc="0" normalizeH="0" baseline="0" noProof="0" dirty="0">
                <a:ln>
                  <a:noFill/>
                </a:ln>
                <a:solidFill>
                  <a:prstClr val="white"/>
                </a:solidFill>
                <a:effectLst/>
                <a:uLnTx/>
                <a:uFillTx/>
                <a:latin typeface="Segoe UI"/>
                <a:ea typeface="+mn-ea"/>
                <a:cs typeface="+mn-cs"/>
              </a:rPr>
              <a:t> statements again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0" dirty="0">
                <a:solidFill>
                  <a:prstClr val="white"/>
                </a:solidFill>
                <a:latin typeface="Segoe UI"/>
              </a:rPr>
              <a:t>1m</a:t>
            </a:r>
            <a:r>
              <a:rPr kumimoji="0" lang="en-US" sz="1600" b="0" i="0" u="none" strike="noStrike" kern="0" cap="none" spc="0" normalizeH="0" baseline="0" noProof="0" dirty="0">
                <a:ln>
                  <a:noFill/>
                </a:ln>
                <a:solidFill>
                  <a:prstClr val="white"/>
                </a:solidFill>
                <a:effectLst/>
                <a:uLnTx/>
                <a:uFillTx/>
                <a:latin typeface="Segoe UI"/>
                <a:ea typeface="+mn-ea"/>
                <a:cs typeface="+mn-cs"/>
              </a:rPr>
              <a:t>n dollars of investment</a:t>
            </a:r>
          </a:p>
        </p:txBody>
      </p:sp>
      <p:sp>
        <p:nvSpPr>
          <p:cNvPr id="12" name="TextBox 11">
            <a:extLst>
              <a:ext uri="{FF2B5EF4-FFF2-40B4-BE49-F238E27FC236}">
                <a16:creationId xmlns:a16="http://schemas.microsoft.com/office/drawing/2014/main" id="{1D03AE17-3F96-D0FF-95A3-FD2B8476D1F6}"/>
              </a:ext>
            </a:extLst>
          </p:cNvPr>
          <p:cNvSpPr txBox="1"/>
          <p:nvPr/>
        </p:nvSpPr>
        <p:spPr>
          <a:xfrm>
            <a:off x="2472148" y="6111399"/>
            <a:ext cx="36724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Too much database coupled</a:t>
            </a:r>
          </a:p>
        </p:txBody>
      </p:sp>
    </p:spTree>
    <p:extLst>
      <p:ext uri="{BB962C8B-B14F-4D97-AF65-F5344CB8AC3E}">
        <p14:creationId xmlns:p14="http://schemas.microsoft.com/office/powerpoint/2010/main" val="18116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heel(1)">
                                      <p:cBhvr>
                                        <p:cTn id="38" dur="2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000"/>
                                        <p:tgtEl>
                                          <p:spTgt spid="11"/>
                                        </p:tgtEl>
                                      </p:cBhvr>
                                    </p:animEffect>
                                    <p:anim calcmode="lin" valueType="num">
                                      <p:cBhvr>
                                        <p:cTn id="49" dur="1000" fill="hold"/>
                                        <p:tgtEl>
                                          <p:spTgt spid="11"/>
                                        </p:tgtEl>
                                        <p:attrNameLst>
                                          <p:attrName>ppt_x</p:attrName>
                                        </p:attrNameLst>
                                      </p:cBhvr>
                                      <p:tavLst>
                                        <p:tav tm="0">
                                          <p:val>
                                            <p:strVal val="#ppt_x"/>
                                          </p:val>
                                        </p:tav>
                                        <p:tav tm="100000">
                                          <p:val>
                                            <p:strVal val="#ppt_x"/>
                                          </p:val>
                                        </p:tav>
                                      </p:tavLst>
                                    </p:anim>
                                    <p:anim calcmode="lin" valueType="num">
                                      <p:cBhvr>
                                        <p:cTn id="5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animBg="1"/>
      <p:bldP spid="8" grpId="0" animBg="1"/>
      <p:bldP spid="9" grpId="0" animBg="1"/>
      <p:bldP spid="10" grpId="0" animBg="1"/>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Solution – use CAP framework</a:t>
            </a:r>
            <a:endParaRPr lang="en-US" dirty="0"/>
          </a:p>
        </p:txBody>
      </p:sp>
      <p:sp>
        <p:nvSpPr>
          <p:cNvPr id="3" name="Rectangle: Folded Corner 2">
            <a:extLst>
              <a:ext uri="{FF2B5EF4-FFF2-40B4-BE49-F238E27FC236}">
                <a16:creationId xmlns:a16="http://schemas.microsoft.com/office/drawing/2014/main" id="{9A95FA0B-4A9F-333C-1AA7-C5E921F7181F}"/>
              </a:ext>
            </a:extLst>
          </p:cNvPr>
          <p:cNvSpPr/>
          <p:nvPr/>
        </p:nvSpPr>
        <p:spPr>
          <a:xfrm>
            <a:off x="1413892" y="980728"/>
            <a:ext cx="2232248" cy="1728192"/>
          </a:xfrm>
          <a:prstGeom prst="foldedCorner">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entity tab{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c1 number,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c2 string(20)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a:t>
            </a:r>
          </a:p>
        </p:txBody>
      </p:sp>
      <p:sp>
        <p:nvSpPr>
          <p:cNvPr id="4" name="TextBox 3">
            <a:extLst>
              <a:ext uri="{FF2B5EF4-FFF2-40B4-BE49-F238E27FC236}">
                <a16:creationId xmlns:a16="http://schemas.microsoft.com/office/drawing/2014/main" id="{45DD6FC9-763F-819C-63CC-1867BA47F2F0}"/>
              </a:ext>
            </a:extLst>
          </p:cNvPr>
          <p:cNvSpPr txBox="1"/>
          <p:nvPr/>
        </p:nvSpPr>
        <p:spPr>
          <a:xfrm>
            <a:off x="3646140" y="1124744"/>
            <a:ext cx="187220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Design time artefact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Segoe UI"/>
                <a:ea typeface="+mn-ea"/>
                <a:cs typeface="+mn-cs"/>
              </a:rPr>
              <a:t>.</a:t>
            </a:r>
            <a:r>
              <a:rPr kumimoji="0" lang="en-US" sz="1800" b="1" i="0" u="none" strike="noStrike" kern="0" cap="none" spc="0" normalizeH="0" baseline="0" noProof="0" dirty="0" err="1">
                <a:ln>
                  <a:noFill/>
                </a:ln>
                <a:solidFill>
                  <a:prstClr val="white"/>
                </a:solidFill>
                <a:effectLst/>
                <a:uLnTx/>
                <a:uFillTx/>
                <a:latin typeface="Segoe UI"/>
                <a:ea typeface="+mn-ea"/>
                <a:cs typeface="+mn-cs"/>
              </a:rPr>
              <a:t>cds</a:t>
            </a:r>
            <a:endParaRPr kumimoji="0" lang="en-US" sz="1800" b="1" i="0" u="none" strike="noStrike" kern="0" cap="none" spc="0" normalizeH="0" baseline="0" noProof="0" dirty="0">
              <a:ln>
                <a:noFill/>
              </a:ln>
              <a:solidFill>
                <a:prstClr val="white"/>
              </a:solidFill>
              <a:effectLst/>
              <a:uLnTx/>
              <a:uFillTx/>
              <a:latin typeface="Segoe UI"/>
              <a:ea typeface="+mn-ea"/>
              <a:cs typeface="+mn-cs"/>
            </a:endParaRPr>
          </a:p>
        </p:txBody>
      </p:sp>
      <p:sp>
        <p:nvSpPr>
          <p:cNvPr id="5" name="Arrow: Down 4">
            <a:extLst>
              <a:ext uri="{FF2B5EF4-FFF2-40B4-BE49-F238E27FC236}">
                <a16:creationId xmlns:a16="http://schemas.microsoft.com/office/drawing/2014/main" id="{BEF93AA1-4FB8-2205-EE54-FA761629A5E9}"/>
              </a:ext>
            </a:extLst>
          </p:cNvPr>
          <p:cNvSpPr/>
          <p:nvPr/>
        </p:nvSpPr>
        <p:spPr>
          <a:xfrm>
            <a:off x="2195025" y="2872911"/>
            <a:ext cx="792088" cy="720080"/>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6" name="Rectangle: Rounded Corners 5">
            <a:extLst>
              <a:ext uri="{FF2B5EF4-FFF2-40B4-BE49-F238E27FC236}">
                <a16:creationId xmlns:a16="http://schemas.microsoft.com/office/drawing/2014/main" id="{BEED0806-C88E-25DF-81EA-74AD3B4FCCB8}"/>
              </a:ext>
            </a:extLst>
          </p:cNvPr>
          <p:cNvSpPr/>
          <p:nvPr/>
        </p:nvSpPr>
        <p:spPr>
          <a:xfrm>
            <a:off x="970889" y="3681516"/>
            <a:ext cx="3240359" cy="1060145"/>
          </a:xfrm>
          <a:prstGeom prst="round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CAPM Framework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
        <p:nvSpPr>
          <p:cNvPr id="7" name="Rectangle: Rounded Corners 6">
            <a:extLst>
              <a:ext uri="{FF2B5EF4-FFF2-40B4-BE49-F238E27FC236}">
                <a16:creationId xmlns:a16="http://schemas.microsoft.com/office/drawing/2014/main" id="{15722310-6A47-C40B-8707-AFC990AD696F}"/>
              </a:ext>
            </a:extLst>
          </p:cNvPr>
          <p:cNvSpPr/>
          <p:nvPr/>
        </p:nvSpPr>
        <p:spPr>
          <a:xfrm>
            <a:off x="1485900" y="4077072"/>
            <a:ext cx="2232248" cy="576064"/>
          </a:xfrm>
          <a:prstGeom prst="roundRect">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rgbClr val="38C6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@sap/cds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CDS Engine</a:t>
            </a:r>
          </a:p>
        </p:txBody>
      </p:sp>
      <p:sp>
        <p:nvSpPr>
          <p:cNvPr id="8" name="Arrow: Down 7">
            <a:extLst>
              <a:ext uri="{FF2B5EF4-FFF2-40B4-BE49-F238E27FC236}">
                <a16:creationId xmlns:a16="http://schemas.microsoft.com/office/drawing/2014/main" id="{0FF8E203-9B98-83E5-9DFF-897861D81898}"/>
              </a:ext>
            </a:extLst>
          </p:cNvPr>
          <p:cNvSpPr/>
          <p:nvPr/>
        </p:nvSpPr>
        <p:spPr>
          <a:xfrm>
            <a:off x="2277988" y="4893603"/>
            <a:ext cx="648072" cy="521822"/>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AE3AC2C6-5214-3993-1341-66AEBD051856}"/>
              </a:ext>
            </a:extLst>
          </p:cNvPr>
          <p:cNvSpPr/>
          <p:nvPr/>
        </p:nvSpPr>
        <p:spPr>
          <a:xfrm>
            <a:off x="1618960" y="5555116"/>
            <a:ext cx="1944216" cy="580872"/>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 Code</a:t>
            </a:r>
          </a:p>
        </p:txBody>
      </p:sp>
      <p:sp>
        <p:nvSpPr>
          <p:cNvPr id="10" name="Flowchart: Magnetic Disk 9">
            <a:extLst>
              <a:ext uri="{FF2B5EF4-FFF2-40B4-BE49-F238E27FC236}">
                <a16:creationId xmlns:a16="http://schemas.microsoft.com/office/drawing/2014/main" id="{AFC8D9F1-7729-B25E-62C2-EC833E7F6DA2}"/>
              </a:ext>
            </a:extLst>
          </p:cNvPr>
          <p:cNvSpPr/>
          <p:nvPr/>
        </p:nvSpPr>
        <p:spPr>
          <a:xfrm>
            <a:off x="4726260" y="3681516"/>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SQLite</a:t>
            </a:r>
          </a:p>
        </p:txBody>
      </p:sp>
      <p:sp>
        <p:nvSpPr>
          <p:cNvPr id="11" name="&quot;Not Allowed&quot; Symbol 10">
            <a:extLst>
              <a:ext uri="{FF2B5EF4-FFF2-40B4-BE49-F238E27FC236}">
                <a16:creationId xmlns:a16="http://schemas.microsoft.com/office/drawing/2014/main" id="{12C1A82B-0D62-BB78-32C4-B2E3B6C53FE3}"/>
              </a:ext>
            </a:extLst>
          </p:cNvPr>
          <p:cNvSpPr/>
          <p:nvPr/>
        </p:nvSpPr>
        <p:spPr>
          <a:xfrm>
            <a:off x="5014292" y="3592991"/>
            <a:ext cx="1080120" cy="720080"/>
          </a:xfrm>
          <a:prstGeom prst="noSmoking">
            <a:avLst/>
          </a:prstGeom>
          <a:solidFill>
            <a:srgbClr val="FFC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w="22225">
                <a:solidFill>
                  <a:srgbClr val="38C6C6"/>
                </a:solidFill>
                <a:prstDash val="solid"/>
              </a:ln>
              <a:solidFill>
                <a:prstClr val="white"/>
              </a:solidFill>
              <a:effectLst/>
              <a:uLnTx/>
              <a:uFillTx/>
              <a:latin typeface="Segoe UI"/>
              <a:ea typeface="+mn-ea"/>
              <a:cs typeface="+mn-cs"/>
            </a:endParaRPr>
          </a:p>
        </p:txBody>
      </p:sp>
      <p:sp>
        <p:nvSpPr>
          <p:cNvPr id="12" name="Flowchart: Magnetic Disk 11">
            <a:extLst>
              <a:ext uri="{FF2B5EF4-FFF2-40B4-BE49-F238E27FC236}">
                <a16:creationId xmlns:a16="http://schemas.microsoft.com/office/drawing/2014/main" id="{82D31DB3-9CB9-25FA-5DC2-7C2E7DF2ACAD}"/>
              </a:ext>
            </a:extLst>
          </p:cNvPr>
          <p:cNvSpPr/>
          <p:nvPr/>
        </p:nvSpPr>
        <p:spPr>
          <a:xfrm>
            <a:off x="4762266" y="4465471"/>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13" name="TextBox 12">
            <a:extLst>
              <a:ext uri="{FF2B5EF4-FFF2-40B4-BE49-F238E27FC236}">
                <a16:creationId xmlns:a16="http://schemas.microsoft.com/office/drawing/2014/main" id="{6C3A3EF8-9D04-0A9E-B2CC-C8AA3142A0D9}"/>
              </a:ext>
            </a:extLst>
          </p:cNvPr>
          <p:cNvSpPr txBox="1"/>
          <p:nvPr/>
        </p:nvSpPr>
        <p:spPr>
          <a:xfrm>
            <a:off x="4396790" y="5692606"/>
            <a:ext cx="22431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Database Agnostic</a:t>
            </a:r>
          </a:p>
        </p:txBody>
      </p:sp>
      <p:sp>
        <p:nvSpPr>
          <p:cNvPr id="14" name="TextBox 13">
            <a:extLst>
              <a:ext uri="{FF2B5EF4-FFF2-40B4-BE49-F238E27FC236}">
                <a16:creationId xmlns:a16="http://schemas.microsoft.com/office/drawing/2014/main" id="{315DC700-9C1A-9BAC-FDEA-995B1D72F73D}"/>
              </a:ext>
            </a:extLst>
          </p:cNvPr>
          <p:cNvSpPr txBox="1"/>
          <p:nvPr/>
        </p:nvSpPr>
        <p:spPr>
          <a:xfrm>
            <a:off x="7174532" y="1092863"/>
            <a:ext cx="388276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https://cap.cloud.sap/</a:t>
            </a: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grpSp>
        <p:nvGrpSpPr>
          <p:cNvPr id="27" name="Group 26">
            <a:extLst>
              <a:ext uri="{FF2B5EF4-FFF2-40B4-BE49-F238E27FC236}">
                <a16:creationId xmlns:a16="http://schemas.microsoft.com/office/drawing/2014/main" id="{E9774D4E-5C57-C0E0-E9CF-7DBC7D93FE69}"/>
              </a:ext>
            </a:extLst>
          </p:cNvPr>
          <p:cNvGrpSpPr/>
          <p:nvPr/>
        </p:nvGrpSpPr>
        <p:grpSpPr>
          <a:xfrm>
            <a:off x="7068762" y="1968070"/>
            <a:ext cx="2154240" cy="460080"/>
            <a:chOff x="7068762" y="1968070"/>
            <a:chExt cx="2154240" cy="460080"/>
          </a:xfrm>
        </p:grpSpPr>
        <mc:AlternateContent xmlns:mc="http://schemas.openxmlformats.org/markup-compatibility/2006">
          <mc:Choice xmlns:p14="http://schemas.microsoft.com/office/powerpoint/2010/main" Requires="p14">
            <p:contentPart p14:bwMode="auto" r:id="rId3">
              <p14:nvContentPartPr>
                <p14:cNvPr id="15" name="Ink 14">
                  <a:extLst>
                    <a:ext uri="{FF2B5EF4-FFF2-40B4-BE49-F238E27FC236}">
                      <a16:creationId xmlns:a16="http://schemas.microsoft.com/office/drawing/2014/main" id="{0436A189-8A06-E582-3115-394618B80E0F}"/>
                    </a:ext>
                  </a:extLst>
                </p14:cNvPr>
                <p14:cNvContentPartPr/>
                <p14:nvPr/>
              </p14:nvContentPartPr>
              <p14:xfrm>
                <a:off x="7068762" y="1981390"/>
                <a:ext cx="485640" cy="35280"/>
              </p14:xfrm>
            </p:contentPart>
          </mc:Choice>
          <mc:Fallback>
            <p:pic>
              <p:nvPicPr>
                <p:cNvPr id="15" name="Ink 14">
                  <a:extLst>
                    <a:ext uri="{FF2B5EF4-FFF2-40B4-BE49-F238E27FC236}">
                      <a16:creationId xmlns:a16="http://schemas.microsoft.com/office/drawing/2014/main" id="{0436A189-8A06-E582-3115-394618B80E0F}"/>
                    </a:ext>
                  </a:extLst>
                </p:cNvPr>
                <p:cNvPicPr/>
                <p:nvPr/>
              </p:nvPicPr>
              <p:blipFill>
                <a:blip r:embed="rId4"/>
                <a:stretch>
                  <a:fillRect/>
                </a:stretch>
              </p:blipFill>
              <p:spPr>
                <a:xfrm>
                  <a:off x="7059762" y="1972390"/>
                  <a:ext cx="50328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6" name="Ink 15">
                  <a:extLst>
                    <a:ext uri="{FF2B5EF4-FFF2-40B4-BE49-F238E27FC236}">
                      <a16:creationId xmlns:a16="http://schemas.microsoft.com/office/drawing/2014/main" id="{7BD45E31-AEEA-D3EE-AC0D-F038101F4F91}"/>
                    </a:ext>
                  </a:extLst>
                </p14:cNvPr>
                <p14:cNvContentPartPr/>
                <p14:nvPr/>
              </p14:nvContentPartPr>
              <p14:xfrm>
                <a:off x="7275402" y="1968070"/>
                <a:ext cx="38520" cy="443880"/>
              </p14:xfrm>
            </p:contentPart>
          </mc:Choice>
          <mc:Fallback>
            <p:pic>
              <p:nvPicPr>
                <p:cNvPr id="16" name="Ink 15">
                  <a:extLst>
                    <a:ext uri="{FF2B5EF4-FFF2-40B4-BE49-F238E27FC236}">
                      <a16:creationId xmlns:a16="http://schemas.microsoft.com/office/drawing/2014/main" id="{7BD45E31-AEEA-D3EE-AC0D-F038101F4F91}"/>
                    </a:ext>
                  </a:extLst>
                </p:cNvPr>
                <p:cNvPicPr/>
                <p:nvPr/>
              </p:nvPicPr>
              <p:blipFill>
                <a:blip r:embed="rId6"/>
                <a:stretch>
                  <a:fillRect/>
                </a:stretch>
              </p:blipFill>
              <p:spPr>
                <a:xfrm>
                  <a:off x="7266762" y="1959070"/>
                  <a:ext cx="56160" cy="4615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7" name="Ink 16">
                  <a:extLst>
                    <a:ext uri="{FF2B5EF4-FFF2-40B4-BE49-F238E27FC236}">
                      <a16:creationId xmlns:a16="http://schemas.microsoft.com/office/drawing/2014/main" id="{D1CD0F7F-2B56-A719-B63E-1CF0BAC9FF55}"/>
                    </a:ext>
                  </a:extLst>
                </p14:cNvPr>
                <p14:cNvContentPartPr/>
                <p14:nvPr/>
              </p14:nvContentPartPr>
              <p14:xfrm>
                <a:off x="7437402" y="2254270"/>
                <a:ext cx="152640" cy="173880"/>
              </p14:xfrm>
            </p:contentPart>
          </mc:Choice>
          <mc:Fallback>
            <p:pic>
              <p:nvPicPr>
                <p:cNvPr id="17" name="Ink 16">
                  <a:extLst>
                    <a:ext uri="{FF2B5EF4-FFF2-40B4-BE49-F238E27FC236}">
                      <a16:creationId xmlns:a16="http://schemas.microsoft.com/office/drawing/2014/main" id="{D1CD0F7F-2B56-A719-B63E-1CF0BAC9FF55}"/>
                    </a:ext>
                  </a:extLst>
                </p:cNvPr>
                <p:cNvPicPr/>
                <p:nvPr/>
              </p:nvPicPr>
              <p:blipFill>
                <a:blip r:embed="rId8"/>
                <a:stretch>
                  <a:fillRect/>
                </a:stretch>
              </p:blipFill>
              <p:spPr>
                <a:xfrm>
                  <a:off x="7428402" y="2245630"/>
                  <a:ext cx="17028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8" name="Ink 17">
                  <a:extLst>
                    <a:ext uri="{FF2B5EF4-FFF2-40B4-BE49-F238E27FC236}">
                      <a16:creationId xmlns:a16="http://schemas.microsoft.com/office/drawing/2014/main" id="{B60C4404-5A71-6685-0CE7-5A40D75764C9}"/>
                    </a:ext>
                  </a:extLst>
                </p14:cNvPr>
                <p14:cNvContentPartPr/>
                <p14:nvPr/>
              </p14:nvContentPartPr>
              <p14:xfrm>
                <a:off x="7647642" y="2268310"/>
                <a:ext cx="116280" cy="125640"/>
              </p14:xfrm>
            </p:contentPart>
          </mc:Choice>
          <mc:Fallback>
            <p:pic>
              <p:nvPicPr>
                <p:cNvPr id="18" name="Ink 17">
                  <a:extLst>
                    <a:ext uri="{FF2B5EF4-FFF2-40B4-BE49-F238E27FC236}">
                      <a16:creationId xmlns:a16="http://schemas.microsoft.com/office/drawing/2014/main" id="{B60C4404-5A71-6685-0CE7-5A40D75764C9}"/>
                    </a:ext>
                  </a:extLst>
                </p:cNvPr>
                <p:cNvPicPr/>
                <p:nvPr/>
              </p:nvPicPr>
              <p:blipFill>
                <a:blip r:embed="rId10"/>
                <a:stretch>
                  <a:fillRect/>
                </a:stretch>
              </p:blipFill>
              <p:spPr>
                <a:xfrm>
                  <a:off x="7639002" y="2259310"/>
                  <a:ext cx="13392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9" name="Ink 18">
                  <a:extLst>
                    <a:ext uri="{FF2B5EF4-FFF2-40B4-BE49-F238E27FC236}">
                      <a16:creationId xmlns:a16="http://schemas.microsoft.com/office/drawing/2014/main" id="{7D66B288-5292-CE9F-E17F-CC3795259E14}"/>
                    </a:ext>
                  </a:extLst>
                </p14:cNvPr>
                <p14:cNvContentPartPr/>
                <p14:nvPr/>
              </p14:nvContentPartPr>
              <p14:xfrm>
                <a:off x="7623162" y="2263270"/>
                <a:ext cx="110160" cy="146160"/>
              </p14:xfrm>
            </p:contentPart>
          </mc:Choice>
          <mc:Fallback>
            <p:pic>
              <p:nvPicPr>
                <p:cNvPr id="19" name="Ink 18">
                  <a:extLst>
                    <a:ext uri="{FF2B5EF4-FFF2-40B4-BE49-F238E27FC236}">
                      <a16:creationId xmlns:a16="http://schemas.microsoft.com/office/drawing/2014/main" id="{7D66B288-5292-CE9F-E17F-CC3795259E14}"/>
                    </a:ext>
                  </a:extLst>
                </p:cNvPr>
                <p:cNvPicPr/>
                <p:nvPr/>
              </p:nvPicPr>
              <p:blipFill>
                <a:blip r:embed="rId12"/>
                <a:stretch>
                  <a:fillRect/>
                </a:stretch>
              </p:blipFill>
              <p:spPr>
                <a:xfrm>
                  <a:off x="7614162" y="2254270"/>
                  <a:ext cx="12780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0" name="Ink 19">
                  <a:extLst>
                    <a:ext uri="{FF2B5EF4-FFF2-40B4-BE49-F238E27FC236}">
                      <a16:creationId xmlns:a16="http://schemas.microsoft.com/office/drawing/2014/main" id="{2F82994E-851D-4C1A-ECAD-2F4F285EBF2D}"/>
                    </a:ext>
                  </a:extLst>
                </p14:cNvPr>
                <p14:cNvContentPartPr/>
                <p14:nvPr/>
              </p14:nvContentPartPr>
              <p14:xfrm>
                <a:off x="7842042" y="2140150"/>
                <a:ext cx="16920" cy="199080"/>
              </p14:xfrm>
            </p:contentPart>
          </mc:Choice>
          <mc:Fallback>
            <p:pic>
              <p:nvPicPr>
                <p:cNvPr id="20" name="Ink 19">
                  <a:extLst>
                    <a:ext uri="{FF2B5EF4-FFF2-40B4-BE49-F238E27FC236}">
                      <a16:creationId xmlns:a16="http://schemas.microsoft.com/office/drawing/2014/main" id="{2F82994E-851D-4C1A-ECAD-2F4F285EBF2D}"/>
                    </a:ext>
                  </a:extLst>
                </p:cNvPr>
                <p:cNvPicPr/>
                <p:nvPr/>
              </p:nvPicPr>
              <p:blipFill>
                <a:blip r:embed="rId14"/>
                <a:stretch>
                  <a:fillRect/>
                </a:stretch>
              </p:blipFill>
              <p:spPr>
                <a:xfrm>
                  <a:off x="7833402" y="2131510"/>
                  <a:ext cx="3456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1" name="Ink 20">
                  <a:extLst>
                    <a:ext uri="{FF2B5EF4-FFF2-40B4-BE49-F238E27FC236}">
                      <a16:creationId xmlns:a16="http://schemas.microsoft.com/office/drawing/2014/main" id="{7E4F43BF-7A0F-C169-022A-E5D1F12C0B9A}"/>
                    </a:ext>
                  </a:extLst>
                </p14:cNvPr>
                <p14:cNvContentPartPr/>
                <p14:nvPr/>
              </p14:nvContentPartPr>
              <p14:xfrm>
                <a:off x="7801722" y="2253190"/>
                <a:ext cx="193320" cy="42120"/>
              </p14:xfrm>
            </p:contentPart>
          </mc:Choice>
          <mc:Fallback>
            <p:pic>
              <p:nvPicPr>
                <p:cNvPr id="21" name="Ink 20">
                  <a:extLst>
                    <a:ext uri="{FF2B5EF4-FFF2-40B4-BE49-F238E27FC236}">
                      <a16:creationId xmlns:a16="http://schemas.microsoft.com/office/drawing/2014/main" id="{7E4F43BF-7A0F-C169-022A-E5D1F12C0B9A}"/>
                    </a:ext>
                  </a:extLst>
                </p:cNvPr>
                <p:cNvPicPr/>
                <p:nvPr/>
              </p:nvPicPr>
              <p:blipFill>
                <a:blip r:embed="rId16"/>
                <a:stretch>
                  <a:fillRect/>
                </a:stretch>
              </p:blipFill>
              <p:spPr>
                <a:xfrm>
                  <a:off x="7793082" y="2244190"/>
                  <a:ext cx="21096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2" name="Ink 21">
                  <a:extLst>
                    <a:ext uri="{FF2B5EF4-FFF2-40B4-BE49-F238E27FC236}">
                      <a16:creationId xmlns:a16="http://schemas.microsoft.com/office/drawing/2014/main" id="{91924A35-E227-7FD6-55F5-A3BC72B8F17B}"/>
                    </a:ext>
                  </a:extLst>
                </p14:cNvPr>
                <p14:cNvContentPartPr/>
                <p14:nvPr/>
              </p14:nvContentPartPr>
              <p14:xfrm>
                <a:off x="8176482" y="2040430"/>
                <a:ext cx="341280" cy="255960"/>
              </p14:xfrm>
            </p:contentPart>
          </mc:Choice>
          <mc:Fallback>
            <p:pic>
              <p:nvPicPr>
                <p:cNvPr id="22" name="Ink 21">
                  <a:extLst>
                    <a:ext uri="{FF2B5EF4-FFF2-40B4-BE49-F238E27FC236}">
                      <a16:creationId xmlns:a16="http://schemas.microsoft.com/office/drawing/2014/main" id="{91924A35-E227-7FD6-55F5-A3BC72B8F17B}"/>
                    </a:ext>
                  </a:extLst>
                </p:cNvPr>
                <p:cNvPicPr/>
                <p:nvPr/>
              </p:nvPicPr>
              <p:blipFill>
                <a:blip r:embed="rId18"/>
                <a:stretch>
                  <a:fillRect/>
                </a:stretch>
              </p:blipFill>
              <p:spPr>
                <a:xfrm>
                  <a:off x="8167842" y="2031430"/>
                  <a:ext cx="35892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3" name="Ink 22">
                  <a:extLst>
                    <a:ext uri="{FF2B5EF4-FFF2-40B4-BE49-F238E27FC236}">
                      <a16:creationId xmlns:a16="http://schemas.microsoft.com/office/drawing/2014/main" id="{FB8EC487-6F19-7559-B2C4-41979258181C}"/>
                    </a:ext>
                  </a:extLst>
                </p14:cNvPr>
                <p14:cNvContentPartPr/>
                <p14:nvPr/>
              </p14:nvContentPartPr>
              <p14:xfrm>
                <a:off x="8416242" y="2109910"/>
                <a:ext cx="457560" cy="264960"/>
              </p14:xfrm>
            </p:contentPart>
          </mc:Choice>
          <mc:Fallback>
            <p:pic>
              <p:nvPicPr>
                <p:cNvPr id="23" name="Ink 22">
                  <a:extLst>
                    <a:ext uri="{FF2B5EF4-FFF2-40B4-BE49-F238E27FC236}">
                      <a16:creationId xmlns:a16="http://schemas.microsoft.com/office/drawing/2014/main" id="{FB8EC487-6F19-7559-B2C4-41979258181C}"/>
                    </a:ext>
                  </a:extLst>
                </p:cNvPr>
                <p:cNvPicPr/>
                <p:nvPr/>
              </p:nvPicPr>
              <p:blipFill>
                <a:blip r:embed="rId20"/>
                <a:stretch>
                  <a:fillRect/>
                </a:stretch>
              </p:blipFill>
              <p:spPr>
                <a:xfrm>
                  <a:off x="8407242" y="2101270"/>
                  <a:ext cx="47520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4" name="Ink 23">
                  <a:extLst>
                    <a:ext uri="{FF2B5EF4-FFF2-40B4-BE49-F238E27FC236}">
                      <a16:creationId xmlns:a16="http://schemas.microsoft.com/office/drawing/2014/main" id="{DC6DF115-3934-BE1D-425E-C0C7A1D06BB2}"/>
                    </a:ext>
                  </a:extLst>
                </p14:cNvPr>
                <p14:cNvContentPartPr/>
                <p14:nvPr/>
              </p14:nvContentPartPr>
              <p14:xfrm>
                <a:off x="8919522" y="2137630"/>
                <a:ext cx="37800" cy="185400"/>
              </p14:xfrm>
            </p:contentPart>
          </mc:Choice>
          <mc:Fallback>
            <p:pic>
              <p:nvPicPr>
                <p:cNvPr id="24" name="Ink 23">
                  <a:extLst>
                    <a:ext uri="{FF2B5EF4-FFF2-40B4-BE49-F238E27FC236}">
                      <a16:creationId xmlns:a16="http://schemas.microsoft.com/office/drawing/2014/main" id="{DC6DF115-3934-BE1D-425E-C0C7A1D06BB2}"/>
                    </a:ext>
                  </a:extLst>
                </p:cNvPr>
                <p:cNvPicPr/>
                <p:nvPr/>
              </p:nvPicPr>
              <p:blipFill>
                <a:blip r:embed="rId22"/>
                <a:stretch>
                  <a:fillRect/>
                </a:stretch>
              </p:blipFill>
              <p:spPr>
                <a:xfrm>
                  <a:off x="8910882" y="2128630"/>
                  <a:ext cx="55440" cy="2030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5" name="Ink 24">
                  <a:extLst>
                    <a:ext uri="{FF2B5EF4-FFF2-40B4-BE49-F238E27FC236}">
                      <a16:creationId xmlns:a16="http://schemas.microsoft.com/office/drawing/2014/main" id="{8477878E-D62E-A0A7-CF89-8CFD93D954C5}"/>
                    </a:ext>
                  </a:extLst>
                </p14:cNvPr>
                <p14:cNvContentPartPr/>
                <p14:nvPr/>
              </p14:nvContentPartPr>
              <p14:xfrm>
                <a:off x="9046962" y="2199910"/>
                <a:ext cx="176040" cy="199800"/>
              </p14:xfrm>
            </p:contentPart>
          </mc:Choice>
          <mc:Fallback>
            <p:pic>
              <p:nvPicPr>
                <p:cNvPr id="25" name="Ink 24">
                  <a:extLst>
                    <a:ext uri="{FF2B5EF4-FFF2-40B4-BE49-F238E27FC236}">
                      <a16:creationId xmlns:a16="http://schemas.microsoft.com/office/drawing/2014/main" id="{8477878E-D62E-A0A7-CF89-8CFD93D954C5}"/>
                    </a:ext>
                  </a:extLst>
                </p:cNvPr>
                <p:cNvPicPr/>
                <p:nvPr/>
              </p:nvPicPr>
              <p:blipFill>
                <a:blip r:embed="rId24"/>
                <a:stretch>
                  <a:fillRect/>
                </a:stretch>
              </p:blipFill>
              <p:spPr>
                <a:xfrm>
                  <a:off x="9038322" y="2190910"/>
                  <a:ext cx="193680" cy="2174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6" name="Ink 25">
                  <a:extLst>
                    <a:ext uri="{FF2B5EF4-FFF2-40B4-BE49-F238E27FC236}">
                      <a16:creationId xmlns:a16="http://schemas.microsoft.com/office/drawing/2014/main" id="{36D74130-A344-D697-86D0-34ECD028EA56}"/>
                    </a:ext>
                  </a:extLst>
                </p14:cNvPr>
                <p14:cNvContentPartPr/>
                <p14:nvPr/>
              </p14:nvContentPartPr>
              <p14:xfrm>
                <a:off x="8344602" y="2255710"/>
                <a:ext cx="18000" cy="147960"/>
              </p14:xfrm>
            </p:contentPart>
          </mc:Choice>
          <mc:Fallback>
            <p:pic>
              <p:nvPicPr>
                <p:cNvPr id="26" name="Ink 25">
                  <a:extLst>
                    <a:ext uri="{FF2B5EF4-FFF2-40B4-BE49-F238E27FC236}">
                      <a16:creationId xmlns:a16="http://schemas.microsoft.com/office/drawing/2014/main" id="{36D74130-A344-D697-86D0-34ECD028EA56}"/>
                    </a:ext>
                  </a:extLst>
                </p:cNvPr>
                <p:cNvPicPr/>
                <p:nvPr/>
              </p:nvPicPr>
              <p:blipFill>
                <a:blip r:embed="rId26"/>
                <a:stretch>
                  <a:fillRect/>
                </a:stretch>
              </p:blipFill>
              <p:spPr>
                <a:xfrm>
                  <a:off x="8335602" y="2247070"/>
                  <a:ext cx="35640" cy="165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7">
            <p14:nvContentPartPr>
              <p14:cNvPr id="28" name="Ink 27">
                <a:extLst>
                  <a:ext uri="{FF2B5EF4-FFF2-40B4-BE49-F238E27FC236}">
                    <a16:creationId xmlns:a16="http://schemas.microsoft.com/office/drawing/2014/main" id="{80960746-41E2-865A-43BA-552C60BCDD85}"/>
                  </a:ext>
                </a:extLst>
              </p14:cNvPr>
              <p14:cNvContentPartPr/>
              <p14:nvPr/>
            </p14:nvContentPartPr>
            <p14:xfrm>
              <a:off x="7066602" y="2531110"/>
              <a:ext cx="2536920" cy="116640"/>
            </p14:xfrm>
          </p:contentPart>
        </mc:Choice>
        <mc:Fallback>
          <p:pic>
            <p:nvPicPr>
              <p:cNvPr id="28" name="Ink 27">
                <a:extLst>
                  <a:ext uri="{FF2B5EF4-FFF2-40B4-BE49-F238E27FC236}">
                    <a16:creationId xmlns:a16="http://schemas.microsoft.com/office/drawing/2014/main" id="{80960746-41E2-865A-43BA-552C60BCDD85}"/>
                  </a:ext>
                </a:extLst>
              </p:cNvPr>
              <p:cNvPicPr/>
              <p:nvPr/>
            </p:nvPicPr>
            <p:blipFill>
              <a:blip r:embed="rId28"/>
              <a:stretch>
                <a:fillRect/>
              </a:stretch>
            </p:blipFill>
            <p:spPr>
              <a:xfrm>
                <a:off x="7057962" y="2522110"/>
                <a:ext cx="2554560" cy="134280"/>
              </a:xfrm>
              <a:prstGeom prst="rect">
                <a:avLst/>
              </a:prstGeom>
            </p:spPr>
          </p:pic>
        </mc:Fallback>
      </mc:AlternateContent>
      <p:grpSp>
        <p:nvGrpSpPr>
          <p:cNvPr id="31" name="Group 30">
            <a:extLst>
              <a:ext uri="{FF2B5EF4-FFF2-40B4-BE49-F238E27FC236}">
                <a16:creationId xmlns:a16="http://schemas.microsoft.com/office/drawing/2014/main" id="{AFC7F0ED-0A70-84D2-D3E5-FA239207BAB5}"/>
              </a:ext>
            </a:extLst>
          </p:cNvPr>
          <p:cNvGrpSpPr/>
          <p:nvPr/>
        </p:nvGrpSpPr>
        <p:grpSpPr>
          <a:xfrm>
            <a:off x="9985122" y="2232670"/>
            <a:ext cx="460800" cy="398520"/>
            <a:chOff x="9985122" y="2232670"/>
            <a:chExt cx="460800" cy="398520"/>
          </a:xfrm>
        </p:grpSpPr>
        <mc:AlternateContent xmlns:mc="http://schemas.openxmlformats.org/markup-compatibility/2006">
          <mc:Choice xmlns:p14="http://schemas.microsoft.com/office/powerpoint/2010/main" Requires="p14">
            <p:contentPart p14:bwMode="auto" r:id="rId29">
              <p14:nvContentPartPr>
                <p14:cNvPr id="29" name="Ink 28">
                  <a:extLst>
                    <a:ext uri="{FF2B5EF4-FFF2-40B4-BE49-F238E27FC236}">
                      <a16:creationId xmlns:a16="http://schemas.microsoft.com/office/drawing/2014/main" id="{450D0AF4-E0C9-DDF7-06E4-C6240915DD89}"/>
                    </a:ext>
                  </a:extLst>
                </p14:cNvPr>
                <p14:cNvContentPartPr/>
                <p14:nvPr/>
              </p14:nvContentPartPr>
              <p14:xfrm>
                <a:off x="9985122" y="2232670"/>
                <a:ext cx="161640" cy="280080"/>
              </p14:xfrm>
            </p:contentPart>
          </mc:Choice>
          <mc:Fallback>
            <p:pic>
              <p:nvPicPr>
                <p:cNvPr id="29" name="Ink 28">
                  <a:extLst>
                    <a:ext uri="{FF2B5EF4-FFF2-40B4-BE49-F238E27FC236}">
                      <a16:creationId xmlns:a16="http://schemas.microsoft.com/office/drawing/2014/main" id="{450D0AF4-E0C9-DDF7-06E4-C6240915DD89}"/>
                    </a:ext>
                  </a:extLst>
                </p:cNvPr>
                <p:cNvPicPr/>
                <p:nvPr/>
              </p:nvPicPr>
              <p:blipFill>
                <a:blip r:embed="rId30"/>
                <a:stretch>
                  <a:fillRect/>
                </a:stretch>
              </p:blipFill>
              <p:spPr>
                <a:xfrm>
                  <a:off x="9976482" y="2224030"/>
                  <a:ext cx="17928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30" name="Ink 29">
                  <a:extLst>
                    <a:ext uri="{FF2B5EF4-FFF2-40B4-BE49-F238E27FC236}">
                      <a16:creationId xmlns:a16="http://schemas.microsoft.com/office/drawing/2014/main" id="{D8AFAE55-775B-252D-8AAD-FF3B27146F55}"/>
                    </a:ext>
                  </a:extLst>
                </p14:cNvPr>
                <p14:cNvContentPartPr/>
                <p14:nvPr/>
              </p14:nvContentPartPr>
              <p14:xfrm>
                <a:off x="10166202" y="2379190"/>
                <a:ext cx="279720" cy="252000"/>
              </p14:xfrm>
            </p:contentPart>
          </mc:Choice>
          <mc:Fallback>
            <p:pic>
              <p:nvPicPr>
                <p:cNvPr id="30" name="Ink 29">
                  <a:extLst>
                    <a:ext uri="{FF2B5EF4-FFF2-40B4-BE49-F238E27FC236}">
                      <a16:creationId xmlns:a16="http://schemas.microsoft.com/office/drawing/2014/main" id="{D8AFAE55-775B-252D-8AAD-FF3B27146F55}"/>
                    </a:ext>
                  </a:extLst>
                </p:cNvPr>
                <p:cNvPicPr/>
                <p:nvPr/>
              </p:nvPicPr>
              <p:blipFill>
                <a:blip r:embed="rId32"/>
                <a:stretch>
                  <a:fillRect/>
                </a:stretch>
              </p:blipFill>
              <p:spPr>
                <a:xfrm>
                  <a:off x="10157202" y="2370190"/>
                  <a:ext cx="297360" cy="269640"/>
                </a:xfrm>
                <a:prstGeom prst="rect">
                  <a:avLst/>
                </a:prstGeom>
              </p:spPr>
            </p:pic>
          </mc:Fallback>
        </mc:AlternateContent>
      </p:grpSp>
      <p:grpSp>
        <p:nvGrpSpPr>
          <p:cNvPr id="45" name="Group 44">
            <a:extLst>
              <a:ext uri="{FF2B5EF4-FFF2-40B4-BE49-F238E27FC236}">
                <a16:creationId xmlns:a16="http://schemas.microsoft.com/office/drawing/2014/main" id="{0EC60C2B-2548-EC4B-BA9C-321D5110F042}"/>
              </a:ext>
            </a:extLst>
          </p:cNvPr>
          <p:cNvGrpSpPr/>
          <p:nvPr/>
        </p:nvGrpSpPr>
        <p:grpSpPr>
          <a:xfrm>
            <a:off x="8962002" y="3305830"/>
            <a:ext cx="805680" cy="839520"/>
            <a:chOff x="8962002" y="3305830"/>
            <a:chExt cx="805680" cy="839520"/>
          </a:xfrm>
        </p:grpSpPr>
        <mc:AlternateContent xmlns:mc="http://schemas.openxmlformats.org/markup-compatibility/2006">
          <mc:Choice xmlns:p14="http://schemas.microsoft.com/office/powerpoint/2010/main" Requires="p14">
            <p:contentPart p14:bwMode="auto" r:id="rId33">
              <p14:nvContentPartPr>
                <p14:cNvPr id="32" name="Ink 31">
                  <a:extLst>
                    <a:ext uri="{FF2B5EF4-FFF2-40B4-BE49-F238E27FC236}">
                      <a16:creationId xmlns:a16="http://schemas.microsoft.com/office/drawing/2014/main" id="{D55D9460-2AF2-28D2-8123-03EE7ABA349B}"/>
                    </a:ext>
                  </a:extLst>
                </p14:cNvPr>
                <p14:cNvContentPartPr/>
                <p14:nvPr/>
              </p14:nvContentPartPr>
              <p14:xfrm>
                <a:off x="8962002" y="3305830"/>
                <a:ext cx="49320" cy="234000"/>
              </p14:xfrm>
            </p:contentPart>
          </mc:Choice>
          <mc:Fallback>
            <p:pic>
              <p:nvPicPr>
                <p:cNvPr id="32" name="Ink 31">
                  <a:extLst>
                    <a:ext uri="{FF2B5EF4-FFF2-40B4-BE49-F238E27FC236}">
                      <a16:creationId xmlns:a16="http://schemas.microsoft.com/office/drawing/2014/main" id="{D55D9460-2AF2-28D2-8123-03EE7ABA349B}"/>
                    </a:ext>
                  </a:extLst>
                </p:cNvPr>
                <p:cNvPicPr/>
                <p:nvPr/>
              </p:nvPicPr>
              <p:blipFill>
                <a:blip r:embed="rId34"/>
                <a:stretch>
                  <a:fillRect/>
                </a:stretch>
              </p:blipFill>
              <p:spPr>
                <a:xfrm>
                  <a:off x="8953002" y="3297190"/>
                  <a:ext cx="6696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3" name="Ink 32">
                  <a:extLst>
                    <a:ext uri="{FF2B5EF4-FFF2-40B4-BE49-F238E27FC236}">
                      <a16:creationId xmlns:a16="http://schemas.microsoft.com/office/drawing/2014/main" id="{A445FDA6-7160-2CBD-3E91-4BF66C8FA728}"/>
                    </a:ext>
                  </a:extLst>
                </p14:cNvPr>
                <p14:cNvContentPartPr/>
                <p14:nvPr/>
              </p14:nvContentPartPr>
              <p14:xfrm>
                <a:off x="9009162" y="3386830"/>
                <a:ext cx="102600" cy="175680"/>
              </p14:xfrm>
            </p:contentPart>
          </mc:Choice>
          <mc:Fallback>
            <p:pic>
              <p:nvPicPr>
                <p:cNvPr id="33" name="Ink 32">
                  <a:extLst>
                    <a:ext uri="{FF2B5EF4-FFF2-40B4-BE49-F238E27FC236}">
                      <a16:creationId xmlns:a16="http://schemas.microsoft.com/office/drawing/2014/main" id="{A445FDA6-7160-2CBD-3E91-4BF66C8FA728}"/>
                    </a:ext>
                  </a:extLst>
                </p:cNvPr>
                <p:cNvPicPr/>
                <p:nvPr/>
              </p:nvPicPr>
              <p:blipFill>
                <a:blip r:embed="rId36"/>
                <a:stretch>
                  <a:fillRect/>
                </a:stretch>
              </p:blipFill>
              <p:spPr>
                <a:xfrm>
                  <a:off x="9000162" y="3378190"/>
                  <a:ext cx="12024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4" name="Ink 33">
                  <a:extLst>
                    <a:ext uri="{FF2B5EF4-FFF2-40B4-BE49-F238E27FC236}">
                      <a16:creationId xmlns:a16="http://schemas.microsoft.com/office/drawing/2014/main" id="{7406DB6E-217C-A452-3D14-0DFE0898E8FC}"/>
                    </a:ext>
                  </a:extLst>
                </p14:cNvPr>
                <p14:cNvContentPartPr/>
                <p14:nvPr/>
              </p14:nvContentPartPr>
              <p14:xfrm>
                <a:off x="9148842" y="3404110"/>
                <a:ext cx="302040" cy="307440"/>
              </p14:xfrm>
            </p:contentPart>
          </mc:Choice>
          <mc:Fallback>
            <p:pic>
              <p:nvPicPr>
                <p:cNvPr id="34" name="Ink 33">
                  <a:extLst>
                    <a:ext uri="{FF2B5EF4-FFF2-40B4-BE49-F238E27FC236}">
                      <a16:creationId xmlns:a16="http://schemas.microsoft.com/office/drawing/2014/main" id="{7406DB6E-217C-A452-3D14-0DFE0898E8FC}"/>
                    </a:ext>
                  </a:extLst>
                </p:cNvPr>
                <p:cNvPicPr/>
                <p:nvPr/>
              </p:nvPicPr>
              <p:blipFill>
                <a:blip r:embed="rId38"/>
                <a:stretch>
                  <a:fillRect/>
                </a:stretch>
              </p:blipFill>
              <p:spPr>
                <a:xfrm>
                  <a:off x="9140202" y="3395470"/>
                  <a:ext cx="319680" cy="3250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6" name="Ink 35">
                  <a:extLst>
                    <a:ext uri="{FF2B5EF4-FFF2-40B4-BE49-F238E27FC236}">
                      <a16:creationId xmlns:a16="http://schemas.microsoft.com/office/drawing/2014/main" id="{5B01D3D7-5DAE-7150-22C7-B318A5CCAF8D}"/>
                    </a:ext>
                  </a:extLst>
                </p14:cNvPr>
                <p14:cNvContentPartPr/>
                <p14:nvPr/>
              </p14:nvContentPartPr>
              <p14:xfrm>
                <a:off x="9004482" y="3729190"/>
                <a:ext cx="136440" cy="7560"/>
              </p14:xfrm>
            </p:contentPart>
          </mc:Choice>
          <mc:Fallback>
            <p:pic>
              <p:nvPicPr>
                <p:cNvPr id="36" name="Ink 35">
                  <a:extLst>
                    <a:ext uri="{FF2B5EF4-FFF2-40B4-BE49-F238E27FC236}">
                      <a16:creationId xmlns:a16="http://schemas.microsoft.com/office/drawing/2014/main" id="{5B01D3D7-5DAE-7150-22C7-B318A5CCAF8D}"/>
                    </a:ext>
                  </a:extLst>
                </p:cNvPr>
                <p:cNvPicPr/>
                <p:nvPr/>
              </p:nvPicPr>
              <p:blipFill>
                <a:blip r:embed="rId40"/>
                <a:stretch>
                  <a:fillRect/>
                </a:stretch>
              </p:blipFill>
              <p:spPr>
                <a:xfrm>
                  <a:off x="8995482" y="3720190"/>
                  <a:ext cx="1540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7" name="Ink 36">
                  <a:extLst>
                    <a:ext uri="{FF2B5EF4-FFF2-40B4-BE49-F238E27FC236}">
                      <a16:creationId xmlns:a16="http://schemas.microsoft.com/office/drawing/2014/main" id="{941CA731-A970-7AEA-F07A-AD4012BA3E75}"/>
                    </a:ext>
                  </a:extLst>
                </p14:cNvPr>
                <p14:cNvContentPartPr/>
                <p14:nvPr/>
              </p14:nvContentPartPr>
              <p14:xfrm>
                <a:off x="9073242" y="3673030"/>
                <a:ext cx="4320" cy="168480"/>
              </p14:xfrm>
            </p:contentPart>
          </mc:Choice>
          <mc:Fallback>
            <p:pic>
              <p:nvPicPr>
                <p:cNvPr id="37" name="Ink 36">
                  <a:extLst>
                    <a:ext uri="{FF2B5EF4-FFF2-40B4-BE49-F238E27FC236}">
                      <a16:creationId xmlns:a16="http://schemas.microsoft.com/office/drawing/2014/main" id="{941CA731-A970-7AEA-F07A-AD4012BA3E75}"/>
                    </a:ext>
                  </a:extLst>
                </p:cNvPr>
                <p:cNvPicPr/>
                <p:nvPr/>
              </p:nvPicPr>
              <p:blipFill>
                <a:blip r:embed="rId42"/>
                <a:stretch>
                  <a:fillRect/>
                </a:stretch>
              </p:blipFill>
              <p:spPr>
                <a:xfrm>
                  <a:off x="9064602" y="3664030"/>
                  <a:ext cx="2196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8" name="Ink 37">
                  <a:extLst>
                    <a:ext uri="{FF2B5EF4-FFF2-40B4-BE49-F238E27FC236}">
                      <a16:creationId xmlns:a16="http://schemas.microsoft.com/office/drawing/2014/main" id="{3BA8DDEE-FE2C-F638-E026-A46CEC44C73E}"/>
                    </a:ext>
                  </a:extLst>
                </p14:cNvPr>
                <p14:cNvContentPartPr/>
                <p14:nvPr/>
              </p14:nvContentPartPr>
              <p14:xfrm>
                <a:off x="8992962" y="3935110"/>
                <a:ext cx="172800" cy="184680"/>
              </p14:xfrm>
            </p:contentPart>
          </mc:Choice>
          <mc:Fallback>
            <p:pic>
              <p:nvPicPr>
                <p:cNvPr id="38" name="Ink 37">
                  <a:extLst>
                    <a:ext uri="{FF2B5EF4-FFF2-40B4-BE49-F238E27FC236}">
                      <a16:creationId xmlns:a16="http://schemas.microsoft.com/office/drawing/2014/main" id="{3BA8DDEE-FE2C-F638-E026-A46CEC44C73E}"/>
                    </a:ext>
                  </a:extLst>
                </p:cNvPr>
                <p:cNvPicPr/>
                <p:nvPr/>
              </p:nvPicPr>
              <p:blipFill>
                <a:blip r:embed="rId44"/>
                <a:stretch>
                  <a:fillRect/>
                </a:stretch>
              </p:blipFill>
              <p:spPr>
                <a:xfrm>
                  <a:off x="8984322" y="3926110"/>
                  <a:ext cx="19044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9" name="Ink 38">
                  <a:extLst>
                    <a:ext uri="{FF2B5EF4-FFF2-40B4-BE49-F238E27FC236}">
                      <a16:creationId xmlns:a16="http://schemas.microsoft.com/office/drawing/2014/main" id="{3DEC607A-C679-A1BB-996A-243CF1448A31}"/>
                    </a:ext>
                  </a:extLst>
                </p14:cNvPr>
                <p14:cNvContentPartPr/>
                <p14:nvPr/>
              </p14:nvContentPartPr>
              <p14:xfrm>
                <a:off x="9222282" y="4017910"/>
                <a:ext cx="13320" cy="91800"/>
              </p14:xfrm>
            </p:contentPart>
          </mc:Choice>
          <mc:Fallback>
            <p:pic>
              <p:nvPicPr>
                <p:cNvPr id="39" name="Ink 38">
                  <a:extLst>
                    <a:ext uri="{FF2B5EF4-FFF2-40B4-BE49-F238E27FC236}">
                      <a16:creationId xmlns:a16="http://schemas.microsoft.com/office/drawing/2014/main" id="{3DEC607A-C679-A1BB-996A-243CF1448A31}"/>
                    </a:ext>
                  </a:extLst>
                </p:cNvPr>
                <p:cNvPicPr/>
                <p:nvPr/>
              </p:nvPicPr>
              <p:blipFill>
                <a:blip r:embed="rId46"/>
                <a:stretch>
                  <a:fillRect/>
                </a:stretch>
              </p:blipFill>
              <p:spPr>
                <a:xfrm>
                  <a:off x="9213642" y="4009270"/>
                  <a:ext cx="3096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40" name="Ink 39">
                  <a:extLst>
                    <a:ext uri="{FF2B5EF4-FFF2-40B4-BE49-F238E27FC236}">
                      <a16:creationId xmlns:a16="http://schemas.microsoft.com/office/drawing/2014/main" id="{56A59E90-E254-D0A6-3CB3-58E04D56D347}"/>
                    </a:ext>
                  </a:extLst>
                </p14:cNvPr>
                <p14:cNvContentPartPr/>
                <p14:nvPr/>
              </p14:nvContentPartPr>
              <p14:xfrm>
                <a:off x="9242802" y="3939430"/>
                <a:ext cx="49680" cy="75240"/>
              </p14:xfrm>
            </p:contentPart>
          </mc:Choice>
          <mc:Fallback>
            <p:pic>
              <p:nvPicPr>
                <p:cNvPr id="40" name="Ink 39">
                  <a:extLst>
                    <a:ext uri="{FF2B5EF4-FFF2-40B4-BE49-F238E27FC236}">
                      <a16:creationId xmlns:a16="http://schemas.microsoft.com/office/drawing/2014/main" id="{56A59E90-E254-D0A6-3CB3-58E04D56D347}"/>
                    </a:ext>
                  </a:extLst>
                </p:cNvPr>
                <p:cNvPicPr/>
                <p:nvPr/>
              </p:nvPicPr>
              <p:blipFill>
                <a:blip r:embed="rId48"/>
                <a:stretch>
                  <a:fillRect/>
                </a:stretch>
              </p:blipFill>
              <p:spPr>
                <a:xfrm>
                  <a:off x="9234162" y="3930430"/>
                  <a:ext cx="6732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41" name="Ink 40">
                  <a:extLst>
                    <a:ext uri="{FF2B5EF4-FFF2-40B4-BE49-F238E27FC236}">
                      <a16:creationId xmlns:a16="http://schemas.microsoft.com/office/drawing/2014/main" id="{3A11D535-4537-190C-483D-384323DC96A5}"/>
                    </a:ext>
                  </a:extLst>
                </p14:cNvPr>
                <p14:cNvContentPartPr/>
                <p14:nvPr/>
              </p14:nvContentPartPr>
              <p14:xfrm>
                <a:off x="9343602" y="3959230"/>
                <a:ext cx="112680" cy="176400"/>
              </p14:xfrm>
            </p:contentPart>
          </mc:Choice>
          <mc:Fallback>
            <p:pic>
              <p:nvPicPr>
                <p:cNvPr id="41" name="Ink 40">
                  <a:extLst>
                    <a:ext uri="{FF2B5EF4-FFF2-40B4-BE49-F238E27FC236}">
                      <a16:creationId xmlns:a16="http://schemas.microsoft.com/office/drawing/2014/main" id="{3A11D535-4537-190C-483D-384323DC96A5}"/>
                    </a:ext>
                  </a:extLst>
                </p:cNvPr>
                <p:cNvPicPr/>
                <p:nvPr/>
              </p:nvPicPr>
              <p:blipFill>
                <a:blip r:embed="rId50"/>
                <a:stretch>
                  <a:fillRect/>
                </a:stretch>
              </p:blipFill>
              <p:spPr>
                <a:xfrm>
                  <a:off x="9334602" y="3950230"/>
                  <a:ext cx="13032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42" name="Ink 41">
                  <a:extLst>
                    <a:ext uri="{FF2B5EF4-FFF2-40B4-BE49-F238E27FC236}">
                      <a16:creationId xmlns:a16="http://schemas.microsoft.com/office/drawing/2014/main" id="{656DE77D-4FA6-7293-0B2A-1AC617F68A7A}"/>
                    </a:ext>
                  </a:extLst>
                </p14:cNvPr>
                <p14:cNvContentPartPr/>
                <p14:nvPr/>
              </p14:nvContentPartPr>
              <p14:xfrm>
                <a:off x="9513162" y="3983710"/>
                <a:ext cx="85320" cy="137160"/>
              </p14:xfrm>
            </p:contentPart>
          </mc:Choice>
          <mc:Fallback>
            <p:pic>
              <p:nvPicPr>
                <p:cNvPr id="42" name="Ink 41">
                  <a:extLst>
                    <a:ext uri="{FF2B5EF4-FFF2-40B4-BE49-F238E27FC236}">
                      <a16:creationId xmlns:a16="http://schemas.microsoft.com/office/drawing/2014/main" id="{656DE77D-4FA6-7293-0B2A-1AC617F68A7A}"/>
                    </a:ext>
                  </a:extLst>
                </p:cNvPr>
                <p:cNvPicPr/>
                <p:nvPr/>
              </p:nvPicPr>
              <p:blipFill>
                <a:blip r:embed="rId52"/>
                <a:stretch>
                  <a:fillRect/>
                </a:stretch>
              </p:blipFill>
              <p:spPr>
                <a:xfrm>
                  <a:off x="9504162" y="3974710"/>
                  <a:ext cx="102960" cy="1548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43" name="Ink 42">
                  <a:extLst>
                    <a:ext uri="{FF2B5EF4-FFF2-40B4-BE49-F238E27FC236}">
                      <a16:creationId xmlns:a16="http://schemas.microsoft.com/office/drawing/2014/main" id="{2C633DF3-FCE9-0575-3C7F-57EBFEA76C7B}"/>
                    </a:ext>
                  </a:extLst>
                </p14:cNvPr>
                <p14:cNvContentPartPr/>
                <p14:nvPr/>
              </p14:nvContentPartPr>
              <p14:xfrm>
                <a:off x="9524322" y="4063270"/>
                <a:ext cx="73080" cy="360"/>
              </p14:xfrm>
            </p:contentPart>
          </mc:Choice>
          <mc:Fallback>
            <p:pic>
              <p:nvPicPr>
                <p:cNvPr id="43" name="Ink 42">
                  <a:extLst>
                    <a:ext uri="{FF2B5EF4-FFF2-40B4-BE49-F238E27FC236}">
                      <a16:creationId xmlns:a16="http://schemas.microsoft.com/office/drawing/2014/main" id="{2C633DF3-FCE9-0575-3C7F-57EBFEA76C7B}"/>
                    </a:ext>
                  </a:extLst>
                </p:cNvPr>
                <p:cNvPicPr/>
                <p:nvPr/>
              </p:nvPicPr>
              <p:blipFill>
                <a:blip r:embed="rId54"/>
                <a:stretch>
                  <a:fillRect/>
                </a:stretch>
              </p:blipFill>
              <p:spPr>
                <a:xfrm>
                  <a:off x="9515322" y="4054270"/>
                  <a:ext cx="907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44" name="Ink 43">
                  <a:extLst>
                    <a:ext uri="{FF2B5EF4-FFF2-40B4-BE49-F238E27FC236}">
                      <a16:creationId xmlns:a16="http://schemas.microsoft.com/office/drawing/2014/main" id="{7465947A-2F6F-F9CB-84E9-1C38C4E84F05}"/>
                    </a:ext>
                  </a:extLst>
                </p14:cNvPr>
                <p14:cNvContentPartPr/>
                <p14:nvPr/>
              </p14:nvContentPartPr>
              <p14:xfrm>
                <a:off x="9681282" y="3988390"/>
                <a:ext cx="86400" cy="156960"/>
              </p14:xfrm>
            </p:contentPart>
          </mc:Choice>
          <mc:Fallback>
            <p:pic>
              <p:nvPicPr>
                <p:cNvPr id="44" name="Ink 43">
                  <a:extLst>
                    <a:ext uri="{FF2B5EF4-FFF2-40B4-BE49-F238E27FC236}">
                      <a16:creationId xmlns:a16="http://schemas.microsoft.com/office/drawing/2014/main" id="{7465947A-2F6F-F9CB-84E9-1C38C4E84F05}"/>
                    </a:ext>
                  </a:extLst>
                </p:cNvPr>
                <p:cNvPicPr/>
                <p:nvPr/>
              </p:nvPicPr>
              <p:blipFill>
                <a:blip r:embed="rId56"/>
                <a:stretch>
                  <a:fillRect/>
                </a:stretch>
              </p:blipFill>
              <p:spPr>
                <a:xfrm>
                  <a:off x="9672282" y="3979750"/>
                  <a:ext cx="104040" cy="174600"/>
                </a:xfrm>
                <a:prstGeom prst="rect">
                  <a:avLst/>
                </a:prstGeom>
              </p:spPr>
            </p:pic>
          </mc:Fallback>
        </mc:AlternateContent>
      </p:grpSp>
      <p:grpSp>
        <p:nvGrpSpPr>
          <p:cNvPr id="124" name="Group 123">
            <a:extLst>
              <a:ext uri="{FF2B5EF4-FFF2-40B4-BE49-F238E27FC236}">
                <a16:creationId xmlns:a16="http://schemas.microsoft.com/office/drawing/2014/main" id="{C60D724C-D586-A036-C551-795B6525530C}"/>
              </a:ext>
            </a:extLst>
          </p:cNvPr>
          <p:cNvGrpSpPr/>
          <p:nvPr/>
        </p:nvGrpSpPr>
        <p:grpSpPr>
          <a:xfrm>
            <a:off x="6812082" y="4308070"/>
            <a:ext cx="4567320" cy="2414160"/>
            <a:chOff x="6812082" y="4308070"/>
            <a:chExt cx="4567320" cy="2414160"/>
          </a:xfrm>
        </p:grpSpPr>
        <mc:AlternateContent xmlns:mc="http://schemas.openxmlformats.org/markup-compatibility/2006">
          <mc:Choice xmlns:p14="http://schemas.microsoft.com/office/powerpoint/2010/main" Requires="p14">
            <p:contentPart p14:bwMode="auto" r:id="rId57">
              <p14:nvContentPartPr>
                <p14:cNvPr id="46" name="Ink 45">
                  <a:extLst>
                    <a:ext uri="{FF2B5EF4-FFF2-40B4-BE49-F238E27FC236}">
                      <a16:creationId xmlns:a16="http://schemas.microsoft.com/office/drawing/2014/main" id="{CBBC0AE2-E36C-33FE-E204-28A40ADB109D}"/>
                    </a:ext>
                  </a:extLst>
                </p14:cNvPr>
                <p14:cNvContentPartPr/>
                <p14:nvPr/>
              </p14:nvContentPartPr>
              <p14:xfrm>
                <a:off x="9065322" y="4350550"/>
                <a:ext cx="50400" cy="376560"/>
              </p14:xfrm>
            </p:contentPart>
          </mc:Choice>
          <mc:Fallback>
            <p:pic>
              <p:nvPicPr>
                <p:cNvPr id="46" name="Ink 45">
                  <a:extLst>
                    <a:ext uri="{FF2B5EF4-FFF2-40B4-BE49-F238E27FC236}">
                      <a16:creationId xmlns:a16="http://schemas.microsoft.com/office/drawing/2014/main" id="{CBBC0AE2-E36C-33FE-E204-28A40ADB109D}"/>
                    </a:ext>
                  </a:extLst>
                </p:cNvPr>
                <p:cNvPicPr/>
                <p:nvPr/>
              </p:nvPicPr>
              <p:blipFill>
                <a:blip r:embed="rId58"/>
                <a:stretch>
                  <a:fillRect/>
                </a:stretch>
              </p:blipFill>
              <p:spPr>
                <a:xfrm>
                  <a:off x="9056322" y="4341550"/>
                  <a:ext cx="68040" cy="3942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7" name="Ink 46">
                  <a:extLst>
                    <a:ext uri="{FF2B5EF4-FFF2-40B4-BE49-F238E27FC236}">
                      <a16:creationId xmlns:a16="http://schemas.microsoft.com/office/drawing/2014/main" id="{7B4F8902-1AEF-963E-E7B4-2820C95C00DF}"/>
                    </a:ext>
                  </a:extLst>
                </p14:cNvPr>
                <p14:cNvContentPartPr/>
                <p14:nvPr/>
              </p14:nvContentPartPr>
              <p14:xfrm>
                <a:off x="9031482" y="4534870"/>
                <a:ext cx="455400" cy="181800"/>
              </p14:xfrm>
            </p:contentPart>
          </mc:Choice>
          <mc:Fallback>
            <p:pic>
              <p:nvPicPr>
                <p:cNvPr id="47" name="Ink 46">
                  <a:extLst>
                    <a:ext uri="{FF2B5EF4-FFF2-40B4-BE49-F238E27FC236}">
                      <a16:creationId xmlns:a16="http://schemas.microsoft.com/office/drawing/2014/main" id="{7B4F8902-1AEF-963E-E7B4-2820C95C00DF}"/>
                    </a:ext>
                  </a:extLst>
                </p:cNvPr>
                <p:cNvPicPr/>
                <p:nvPr/>
              </p:nvPicPr>
              <p:blipFill>
                <a:blip r:embed="rId60"/>
                <a:stretch>
                  <a:fillRect/>
                </a:stretch>
              </p:blipFill>
              <p:spPr>
                <a:xfrm>
                  <a:off x="9022482" y="4525870"/>
                  <a:ext cx="47304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8" name="Ink 47">
                  <a:extLst>
                    <a:ext uri="{FF2B5EF4-FFF2-40B4-BE49-F238E27FC236}">
                      <a16:creationId xmlns:a16="http://schemas.microsoft.com/office/drawing/2014/main" id="{3DF66387-A819-AA63-5288-6CBB1967E28D}"/>
                    </a:ext>
                  </a:extLst>
                </p14:cNvPr>
                <p14:cNvContentPartPr/>
                <p14:nvPr/>
              </p14:nvContentPartPr>
              <p14:xfrm>
                <a:off x="9419202" y="4555750"/>
                <a:ext cx="88200" cy="140400"/>
              </p14:xfrm>
            </p:contentPart>
          </mc:Choice>
          <mc:Fallback>
            <p:pic>
              <p:nvPicPr>
                <p:cNvPr id="48" name="Ink 47">
                  <a:extLst>
                    <a:ext uri="{FF2B5EF4-FFF2-40B4-BE49-F238E27FC236}">
                      <a16:creationId xmlns:a16="http://schemas.microsoft.com/office/drawing/2014/main" id="{3DF66387-A819-AA63-5288-6CBB1967E28D}"/>
                    </a:ext>
                  </a:extLst>
                </p:cNvPr>
                <p:cNvPicPr/>
                <p:nvPr/>
              </p:nvPicPr>
              <p:blipFill>
                <a:blip r:embed="rId62"/>
                <a:stretch>
                  <a:fillRect/>
                </a:stretch>
              </p:blipFill>
              <p:spPr>
                <a:xfrm>
                  <a:off x="9410202" y="4546750"/>
                  <a:ext cx="10584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9" name="Ink 48">
                  <a:extLst>
                    <a:ext uri="{FF2B5EF4-FFF2-40B4-BE49-F238E27FC236}">
                      <a16:creationId xmlns:a16="http://schemas.microsoft.com/office/drawing/2014/main" id="{D370286D-6E1E-D3CE-B068-F1599513DC74}"/>
                    </a:ext>
                  </a:extLst>
                </p14:cNvPr>
                <p14:cNvContentPartPr/>
                <p14:nvPr/>
              </p14:nvContentPartPr>
              <p14:xfrm>
                <a:off x="9592002" y="4444870"/>
                <a:ext cx="41040" cy="225720"/>
              </p14:xfrm>
            </p:contentPart>
          </mc:Choice>
          <mc:Fallback>
            <p:pic>
              <p:nvPicPr>
                <p:cNvPr id="49" name="Ink 48">
                  <a:extLst>
                    <a:ext uri="{FF2B5EF4-FFF2-40B4-BE49-F238E27FC236}">
                      <a16:creationId xmlns:a16="http://schemas.microsoft.com/office/drawing/2014/main" id="{D370286D-6E1E-D3CE-B068-F1599513DC74}"/>
                    </a:ext>
                  </a:extLst>
                </p:cNvPr>
                <p:cNvPicPr/>
                <p:nvPr/>
              </p:nvPicPr>
              <p:blipFill>
                <a:blip r:embed="rId64"/>
                <a:stretch>
                  <a:fillRect/>
                </a:stretch>
              </p:blipFill>
              <p:spPr>
                <a:xfrm>
                  <a:off x="9583002" y="4435870"/>
                  <a:ext cx="5868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50" name="Ink 49">
                  <a:extLst>
                    <a:ext uri="{FF2B5EF4-FFF2-40B4-BE49-F238E27FC236}">
                      <a16:creationId xmlns:a16="http://schemas.microsoft.com/office/drawing/2014/main" id="{FA6B9287-0147-FC1D-DFA2-4DE2F85D7A6B}"/>
                    </a:ext>
                  </a:extLst>
                </p14:cNvPr>
                <p14:cNvContentPartPr/>
                <p14:nvPr/>
              </p14:nvContentPartPr>
              <p14:xfrm>
                <a:off x="9573642" y="4548910"/>
                <a:ext cx="73800" cy="7920"/>
              </p14:xfrm>
            </p:contentPart>
          </mc:Choice>
          <mc:Fallback>
            <p:pic>
              <p:nvPicPr>
                <p:cNvPr id="50" name="Ink 49">
                  <a:extLst>
                    <a:ext uri="{FF2B5EF4-FFF2-40B4-BE49-F238E27FC236}">
                      <a16:creationId xmlns:a16="http://schemas.microsoft.com/office/drawing/2014/main" id="{FA6B9287-0147-FC1D-DFA2-4DE2F85D7A6B}"/>
                    </a:ext>
                  </a:extLst>
                </p:cNvPr>
                <p:cNvPicPr/>
                <p:nvPr/>
              </p:nvPicPr>
              <p:blipFill>
                <a:blip r:embed="rId66"/>
                <a:stretch>
                  <a:fillRect/>
                </a:stretch>
              </p:blipFill>
              <p:spPr>
                <a:xfrm>
                  <a:off x="9565002" y="4539910"/>
                  <a:ext cx="9144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51" name="Ink 50">
                  <a:extLst>
                    <a:ext uri="{FF2B5EF4-FFF2-40B4-BE49-F238E27FC236}">
                      <a16:creationId xmlns:a16="http://schemas.microsoft.com/office/drawing/2014/main" id="{EFEDDA96-9051-1E9C-8D91-45CE1551FCB3}"/>
                    </a:ext>
                  </a:extLst>
                </p14:cNvPr>
                <p14:cNvContentPartPr/>
                <p14:nvPr/>
              </p14:nvContentPartPr>
              <p14:xfrm>
                <a:off x="8844282" y="4308070"/>
                <a:ext cx="114480" cy="499680"/>
              </p14:xfrm>
            </p:contentPart>
          </mc:Choice>
          <mc:Fallback>
            <p:pic>
              <p:nvPicPr>
                <p:cNvPr id="51" name="Ink 50">
                  <a:extLst>
                    <a:ext uri="{FF2B5EF4-FFF2-40B4-BE49-F238E27FC236}">
                      <a16:creationId xmlns:a16="http://schemas.microsoft.com/office/drawing/2014/main" id="{EFEDDA96-9051-1E9C-8D91-45CE1551FCB3}"/>
                    </a:ext>
                  </a:extLst>
                </p:cNvPr>
                <p:cNvPicPr/>
                <p:nvPr/>
              </p:nvPicPr>
              <p:blipFill>
                <a:blip r:embed="rId68"/>
                <a:stretch>
                  <a:fillRect/>
                </a:stretch>
              </p:blipFill>
              <p:spPr>
                <a:xfrm>
                  <a:off x="8835282" y="4299430"/>
                  <a:ext cx="132120" cy="51732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53" name="Ink 52">
                  <a:extLst>
                    <a:ext uri="{FF2B5EF4-FFF2-40B4-BE49-F238E27FC236}">
                      <a16:creationId xmlns:a16="http://schemas.microsoft.com/office/drawing/2014/main" id="{ED8EA4FA-01AB-688F-2420-3C034D8F901F}"/>
                    </a:ext>
                  </a:extLst>
                </p14:cNvPr>
                <p14:cNvContentPartPr/>
                <p14:nvPr/>
              </p14:nvContentPartPr>
              <p14:xfrm>
                <a:off x="6953922" y="5025910"/>
                <a:ext cx="34560" cy="100080"/>
              </p14:xfrm>
            </p:contentPart>
          </mc:Choice>
          <mc:Fallback>
            <p:pic>
              <p:nvPicPr>
                <p:cNvPr id="53" name="Ink 52">
                  <a:extLst>
                    <a:ext uri="{FF2B5EF4-FFF2-40B4-BE49-F238E27FC236}">
                      <a16:creationId xmlns:a16="http://schemas.microsoft.com/office/drawing/2014/main" id="{ED8EA4FA-01AB-688F-2420-3C034D8F901F}"/>
                    </a:ext>
                  </a:extLst>
                </p:cNvPr>
                <p:cNvPicPr/>
                <p:nvPr/>
              </p:nvPicPr>
              <p:blipFill>
                <a:blip r:embed="rId70"/>
                <a:stretch>
                  <a:fillRect/>
                </a:stretch>
              </p:blipFill>
              <p:spPr>
                <a:xfrm>
                  <a:off x="6944922" y="5016910"/>
                  <a:ext cx="5220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54" name="Ink 53">
                  <a:extLst>
                    <a:ext uri="{FF2B5EF4-FFF2-40B4-BE49-F238E27FC236}">
                      <a16:creationId xmlns:a16="http://schemas.microsoft.com/office/drawing/2014/main" id="{72661139-8702-D356-4DBC-23FD63DF6765}"/>
                    </a:ext>
                  </a:extLst>
                </p14:cNvPr>
                <p14:cNvContentPartPr/>
                <p14:nvPr/>
              </p14:nvContentPartPr>
              <p14:xfrm>
                <a:off x="6942402" y="4771750"/>
                <a:ext cx="198000" cy="352440"/>
              </p14:xfrm>
            </p:contentPart>
          </mc:Choice>
          <mc:Fallback>
            <p:pic>
              <p:nvPicPr>
                <p:cNvPr id="54" name="Ink 53">
                  <a:extLst>
                    <a:ext uri="{FF2B5EF4-FFF2-40B4-BE49-F238E27FC236}">
                      <a16:creationId xmlns:a16="http://schemas.microsoft.com/office/drawing/2014/main" id="{72661139-8702-D356-4DBC-23FD63DF6765}"/>
                    </a:ext>
                  </a:extLst>
                </p:cNvPr>
                <p:cNvPicPr/>
                <p:nvPr/>
              </p:nvPicPr>
              <p:blipFill>
                <a:blip r:embed="rId72"/>
                <a:stretch>
                  <a:fillRect/>
                </a:stretch>
              </p:blipFill>
              <p:spPr>
                <a:xfrm>
                  <a:off x="6933402" y="4762750"/>
                  <a:ext cx="215640" cy="3700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55" name="Ink 54">
                  <a:extLst>
                    <a:ext uri="{FF2B5EF4-FFF2-40B4-BE49-F238E27FC236}">
                      <a16:creationId xmlns:a16="http://schemas.microsoft.com/office/drawing/2014/main" id="{A9414717-3641-6BE6-1079-D6EC74F44F2D}"/>
                    </a:ext>
                  </a:extLst>
                </p14:cNvPr>
                <p14:cNvContentPartPr/>
                <p14:nvPr/>
              </p14:nvContentPartPr>
              <p14:xfrm>
                <a:off x="7205922" y="4958590"/>
                <a:ext cx="114480" cy="127440"/>
              </p14:xfrm>
            </p:contentPart>
          </mc:Choice>
          <mc:Fallback>
            <p:pic>
              <p:nvPicPr>
                <p:cNvPr id="55" name="Ink 54">
                  <a:extLst>
                    <a:ext uri="{FF2B5EF4-FFF2-40B4-BE49-F238E27FC236}">
                      <a16:creationId xmlns:a16="http://schemas.microsoft.com/office/drawing/2014/main" id="{A9414717-3641-6BE6-1079-D6EC74F44F2D}"/>
                    </a:ext>
                  </a:extLst>
                </p:cNvPr>
                <p:cNvPicPr/>
                <p:nvPr/>
              </p:nvPicPr>
              <p:blipFill>
                <a:blip r:embed="rId74"/>
                <a:stretch>
                  <a:fillRect/>
                </a:stretch>
              </p:blipFill>
              <p:spPr>
                <a:xfrm>
                  <a:off x="7197282" y="4949950"/>
                  <a:ext cx="13212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56" name="Ink 55">
                  <a:extLst>
                    <a:ext uri="{FF2B5EF4-FFF2-40B4-BE49-F238E27FC236}">
                      <a16:creationId xmlns:a16="http://schemas.microsoft.com/office/drawing/2014/main" id="{C901C7BA-45D6-E9D5-8D42-0ABFCE476898}"/>
                    </a:ext>
                  </a:extLst>
                </p14:cNvPr>
                <p14:cNvContentPartPr/>
                <p14:nvPr/>
              </p14:nvContentPartPr>
              <p14:xfrm>
                <a:off x="7364322" y="4965430"/>
                <a:ext cx="127440" cy="116640"/>
              </p14:xfrm>
            </p:contentPart>
          </mc:Choice>
          <mc:Fallback>
            <p:pic>
              <p:nvPicPr>
                <p:cNvPr id="56" name="Ink 55">
                  <a:extLst>
                    <a:ext uri="{FF2B5EF4-FFF2-40B4-BE49-F238E27FC236}">
                      <a16:creationId xmlns:a16="http://schemas.microsoft.com/office/drawing/2014/main" id="{C901C7BA-45D6-E9D5-8D42-0ABFCE476898}"/>
                    </a:ext>
                  </a:extLst>
                </p:cNvPr>
                <p:cNvPicPr/>
                <p:nvPr/>
              </p:nvPicPr>
              <p:blipFill>
                <a:blip r:embed="rId76"/>
                <a:stretch>
                  <a:fillRect/>
                </a:stretch>
              </p:blipFill>
              <p:spPr>
                <a:xfrm>
                  <a:off x="7355322" y="4956790"/>
                  <a:ext cx="1450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7" name="Ink 56">
                  <a:extLst>
                    <a:ext uri="{FF2B5EF4-FFF2-40B4-BE49-F238E27FC236}">
                      <a16:creationId xmlns:a16="http://schemas.microsoft.com/office/drawing/2014/main" id="{F6C2C045-B040-16C6-514B-A4A226DBF4E3}"/>
                    </a:ext>
                  </a:extLst>
                </p14:cNvPr>
                <p14:cNvContentPartPr/>
                <p14:nvPr/>
              </p14:nvContentPartPr>
              <p14:xfrm>
                <a:off x="7574562" y="4854550"/>
                <a:ext cx="25560" cy="248760"/>
              </p14:xfrm>
            </p:contentPart>
          </mc:Choice>
          <mc:Fallback>
            <p:pic>
              <p:nvPicPr>
                <p:cNvPr id="57" name="Ink 56">
                  <a:extLst>
                    <a:ext uri="{FF2B5EF4-FFF2-40B4-BE49-F238E27FC236}">
                      <a16:creationId xmlns:a16="http://schemas.microsoft.com/office/drawing/2014/main" id="{F6C2C045-B040-16C6-514B-A4A226DBF4E3}"/>
                    </a:ext>
                  </a:extLst>
                </p:cNvPr>
                <p:cNvPicPr/>
                <p:nvPr/>
              </p:nvPicPr>
              <p:blipFill>
                <a:blip r:embed="rId78"/>
                <a:stretch>
                  <a:fillRect/>
                </a:stretch>
              </p:blipFill>
              <p:spPr>
                <a:xfrm>
                  <a:off x="7565562" y="4845910"/>
                  <a:ext cx="4320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8" name="Ink 57">
                  <a:extLst>
                    <a:ext uri="{FF2B5EF4-FFF2-40B4-BE49-F238E27FC236}">
                      <a16:creationId xmlns:a16="http://schemas.microsoft.com/office/drawing/2014/main" id="{C6A9161F-1582-2BB8-892D-79C3845C6147}"/>
                    </a:ext>
                  </a:extLst>
                </p14:cNvPr>
                <p14:cNvContentPartPr/>
                <p14:nvPr/>
              </p14:nvContentPartPr>
              <p14:xfrm>
                <a:off x="7591482" y="4958230"/>
                <a:ext cx="96840" cy="128520"/>
              </p14:xfrm>
            </p:contentPart>
          </mc:Choice>
          <mc:Fallback>
            <p:pic>
              <p:nvPicPr>
                <p:cNvPr id="58" name="Ink 57">
                  <a:extLst>
                    <a:ext uri="{FF2B5EF4-FFF2-40B4-BE49-F238E27FC236}">
                      <a16:creationId xmlns:a16="http://schemas.microsoft.com/office/drawing/2014/main" id="{C6A9161F-1582-2BB8-892D-79C3845C6147}"/>
                    </a:ext>
                  </a:extLst>
                </p:cNvPr>
                <p:cNvPicPr/>
                <p:nvPr/>
              </p:nvPicPr>
              <p:blipFill>
                <a:blip r:embed="rId80"/>
                <a:stretch>
                  <a:fillRect/>
                </a:stretch>
              </p:blipFill>
              <p:spPr>
                <a:xfrm>
                  <a:off x="7582482" y="4949590"/>
                  <a:ext cx="11448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9" name="Ink 58">
                  <a:extLst>
                    <a:ext uri="{FF2B5EF4-FFF2-40B4-BE49-F238E27FC236}">
                      <a16:creationId xmlns:a16="http://schemas.microsoft.com/office/drawing/2014/main" id="{0224B96A-9E65-A7B8-C5B4-F9F1B22A7484}"/>
                    </a:ext>
                  </a:extLst>
                </p14:cNvPr>
                <p14:cNvContentPartPr/>
                <p14:nvPr/>
              </p14:nvContentPartPr>
              <p14:xfrm>
                <a:off x="7756002" y="4917550"/>
                <a:ext cx="109080" cy="182160"/>
              </p14:xfrm>
            </p:contentPart>
          </mc:Choice>
          <mc:Fallback>
            <p:pic>
              <p:nvPicPr>
                <p:cNvPr id="59" name="Ink 58">
                  <a:extLst>
                    <a:ext uri="{FF2B5EF4-FFF2-40B4-BE49-F238E27FC236}">
                      <a16:creationId xmlns:a16="http://schemas.microsoft.com/office/drawing/2014/main" id="{0224B96A-9E65-A7B8-C5B4-F9F1B22A7484}"/>
                    </a:ext>
                  </a:extLst>
                </p:cNvPr>
                <p:cNvPicPr/>
                <p:nvPr/>
              </p:nvPicPr>
              <p:blipFill>
                <a:blip r:embed="rId82"/>
                <a:stretch>
                  <a:fillRect/>
                </a:stretch>
              </p:blipFill>
              <p:spPr>
                <a:xfrm>
                  <a:off x="7747362" y="4908550"/>
                  <a:ext cx="12672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60" name="Ink 59">
                  <a:extLst>
                    <a:ext uri="{FF2B5EF4-FFF2-40B4-BE49-F238E27FC236}">
                      <a16:creationId xmlns:a16="http://schemas.microsoft.com/office/drawing/2014/main" id="{6B21BFCB-BB55-AFAA-AF9E-1B19EBB15351}"/>
                    </a:ext>
                  </a:extLst>
                </p14:cNvPr>
                <p14:cNvContentPartPr/>
                <p14:nvPr/>
              </p14:nvContentPartPr>
              <p14:xfrm>
                <a:off x="6812082" y="5281150"/>
                <a:ext cx="880200" cy="29880"/>
              </p14:xfrm>
            </p:contentPart>
          </mc:Choice>
          <mc:Fallback>
            <p:pic>
              <p:nvPicPr>
                <p:cNvPr id="60" name="Ink 59">
                  <a:extLst>
                    <a:ext uri="{FF2B5EF4-FFF2-40B4-BE49-F238E27FC236}">
                      <a16:creationId xmlns:a16="http://schemas.microsoft.com/office/drawing/2014/main" id="{6B21BFCB-BB55-AFAA-AF9E-1B19EBB15351}"/>
                    </a:ext>
                  </a:extLst>
                </p:cNvPr>
                <p:cNvPicPr/>
                <p:nvPr/>
              </p:nvPicPr>
              <p:blipFill>
                <a:blip r:embed="rId84"/>
                <a:stretch>
                  <a:fillRect/>
                </a:stretch>
              </p:blipFill>
              <p:spPr>
                <a:xfrm>
                  <a:off x="6803442" y="5272150"/>
                  <a:ext cx="897840" cy="475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62" name="Ink 61">
                  <a:extLst>
                    <a:ext uri="{FF2B5EF4-FFF2-40B4-BE49-F238E27FC236}">
                      <a16:creationId xmlns:a16="http://schemas.microsoft.com/office/drawing/2014/main" id="{F254CF07-2573-34AC-0205-3C09E80BDBE8}"/>
                    </a:ext>
                  </a:extLst>
                </p14:cNvPr>
                <p14:cNvContentPartPr/>
                <p14:nvPr/>
              </p14:nvContentPartPr>
              <p14:xfrm>
                <a:off x="7026282" y="5518030"/>
                <a:ext cx="166680" cy="245880"/>
              </p14:xfrm>
            </p:contentPart>
          </mc:Choice>
          <mc:Fallback>
            <p:pic>
              <p:nvPicPr>
                <p:cNvPr id="62" name="Ink 61">
                  <a:extLst>
                    <a:ext uri="{FF2B5EF4-FFF2-40B4-BE49-F238E27FC236}">
                      <a16:creationId xmlns:a16="http://schemas.microsoft.com/office/drawing/2014/main" id="{F254CF07-2573-34AC-0205-3C09E80BDBE8}"/>
                    </a:ext>
                  </a:extLst>
                </p:cNvPr>
                <p:cNvPicPr/>
                <p:nvPr/>
              </p:nvPicPr>
              <p:blipFill>
                <a:blip r:embed="rId86"/>
                <a:stretch>
                  <a:fillRect/>
                </a:stretch>
              </p:blipFill>
              <p:spPr>
                <a:xfrm>
                  <a:off x="7017282" y="5509030"/>
                  <a:ext cx="18432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63" name="Ink 62">
                  <a:extLst>
                    <a:ext uri="{FF2B5EF4-FFF2-40B4-BE49-F238E27FC236}">
                      <a16:creationId xmlns:a16="http://schemas.microsoft.com/office/drawing/2014/main" id="{07166B95-F061-BE17-D94C-9B7FDA51A447}"/>
                    </a:ext>
                  </a:extLst>
                </p14:cNvPr>
                <p14:cNvContentPartPr/>
                <p14:nvPr/>
              </p14:nvContentPartPr>
              <p14:xfrm>
                <a:off x="7196202" y="5564470"/>
                <a:ext cx="317880" cy="343440"/>
              </p14:xfrm>
            </p:contentPart>
          </mc:Choice>
          <mc:Fallback>
            <p:pic>
              <p:nvPicPr>
                <p:cNvPr id="63" name="Ink 62">
                  <a:extLst>
                    <a:ext uri="{FF2B5EF4-FFF2-40B4-BE49-F238E27FC236}">
                      <a16:creationId xmlns:a16="http://schemas.microsoft.com/office/drawing/2014/main" id="{07166B95-F061-BE17-D94C-9B7FDA51A447}"/>
                    </a:ext>
                  </a:extLst>
                </p:cNvPr>
                <p:cNvPicPr/>
                <p:nvPr/>
              </p:nvPicPr>
              <p:blipFill>
                <a:blip r:embed="rId88"/>
                <a:stretch>
                  <a:fillRect/>
                </a:stretch>
              </p:blipFill>
              <p:spPr>
                <a:xfrm>
                  <a:off x="7187202" y="5555470"/>
                  <a:ext cx="335520" cy="36108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76" name="Ink 75">
                  <a:extLst>
                    <a:ext uri="{FF2B5EF4-FFF2-40B4-BE49-F238E27FC236}">
                      <a16:creationId xmlns:a16="http://schemas.microsoft.com/office/drawing/2014/main" id="{3CF77162-E51A-F510-37CC-9CC4657827E0}"/>
                    </a:ext>
                  </a:extLst>
                </p14:cNvPr>
                <p14:cNvContentPartPr/>
                <p14:nvPr/>
              </p14:nvContentPartPr>
              <p14:xfrm>
                <a:off x="7757802" y="5869030"/>
                <a:ext cx="129240" cy="195120"/>
              </p14:xfrm>
            </p:contentPart>
          </mc:Choice>
          <mc:Fallback>
            <p:pic>
              <p:nvPicPr>
                <p:cNvPr id="76" name="Ink 75">
                  <a:extLst>
                    <a:ext uri="{FF2B5EF4-FFF2-40B4-BE49-F238E27FC236}">
                      <a16:creationId xmlns:a16="http://schemas.microsoft.com/office/drawing/2014/main" id="{3CF77162-E51A-F510-37CC-9CC4657827E0}"/>
                    </a:ext>
                  </a:extLst>
                </p:cNvPr>
                <p:cNvPicPr/>
                <p:nvPr/>
              </p:nvPicPr>
              <p:blipFill>
                <a:blip r:embed="rId90"/>
                <a:stretch>
                  <a:fillRect/>
                </a:stretch>
              </p:blipFill>
              <p:spPr>
                <a:xfrm>
                  <a:off x="7748802" y="5860030"/>
                  <a:ext cx="14688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77" name="Ink 76">
                  <a:extLst>
                    <a:ext uri="{FF2B5EF4-FFF2-40B4-BE49-F238E27FC236}">
                      <a16:creationId xmlns:a16="http://schemas.microsoft.com/office/drawing/2014/main" id="{AF8308ED-C349-4C0F-9267-2F27D144E123}"/>
                    </a:ext>
                  </a:extLst>
                </p14:cNvPr>
                <p14:cNvContentPartPr/>
                <p14:nvPr/>
              </p14:nvContentPartPr>
              <p14:xfrm>
                <a:off x="7736202" y="6231910"/>
                <a:ext cx="145080" cy="222840"/>
              </p14:xfrm>
            </p:contentPart>
          </mc:Choice>
          <mc:Fallback>
            <p:pic>
              <p:nvPicPr>
                <p:cNvPr id="77" name="Ink 76">
                  <a:extLst>
                    <a:ext uri="{FF2B5EF4-FFF2-40B4-BE49-F238E27FC236}">
                      <a16:creationId xmlns:a16="http://schemas.microsoft.com/office/drawing/2014/main" id="{AF8308ED-C349-4C0F-9267-2F27D144E123}"/>
                    </a:ext>
                  </a:extLst>
                </p:cNvPr>
                <p:cNvPicPr/>
                <p:nvPr/>
              </p:nvPicPr>
              <p:blipFill>
                <a:blip r:embed="rId92"/>
                <a:stretch>
                  <a:fillRect/>
                </a:stretch>
              </p:blipFill>
              <p:spPr>
                <a:xfrm>
                  <a:off x="7727202" y="6222910"/>
                  <a:ext cx="16272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78" name="Ink 77">
                  <a:extLst>
                    <a:ext uri="{FF2B5EF4-FFF2-40B4-BE49-F238E27FC236}">
                      <a16:creationId xmlns:a16="http://schemas.microsoft.com/office/drawing/2014/main" id="{98E8A880-C238-1E15-0739-5C084B13EBD5}"/>
                    </a:ext>
                  </a:extLst>
                </p14:cNvPr>
                <p14:cNvContentPartPr/>
                <p14:nvPr/>
              </p14:nvContentPartPr>
              <p14:xfrm>
                <a:off x="7768962" y="6343870"/>
                <a:ext cx="135000" cy="38880"/>
              </p14:xfrm>
            </p:contentPart>
          </mc:Choice>
          <mc:Fallback>
            <p:pic>
              <p:nvPicPr>
                <p:cNvPr id="78" name="Ink 77">
                  <a:extLst>
                    <a:ext uri="{FF2B5EF4-FFF2-40B4-BE49-F238E27FC236}">
                      <a16:creationId xmlns:a16="http://schemas.microsoft.com/office/drawing/2014/main" id="{98E8A880-C238-1E15-0739-5C084B13EBD5}"/>
                    </a:ext>
                  </a:extLst>
                </p:cNvPr>
                <p:cNvPicPr/>
                <p:nvPr/>
              </p:nvPicPr>
              <p:blipFill>
                <a:blip r:embed="rId94"/>
                <a:stretch>
                  <a:fillRect/>
                </a:stretch>
              </p:blipFill>
              <p:spPr>
                <a:xfrm>
                  <a:off x="7759962" y="6334870"/>
                  <a:ext cx="15264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73" name="Ink 72">
                  <a:extLst>
                    <a:ext uri="{FF2B5EF4-FFF2-40B4-BE49-F238E27FC236}">
                      <a16:creationId xmlns:a16="http://schemas.microsoft.com/office/drawing/2014/main" id="{6CD03BA9-C2F9-A862-383F-209F52D942F7}"/>
                    </a:ext>
                  </a:extLst>
                </p14:cNvPr>
                <p14:cNvContentPartPr/>
                <p14:nvPr/>
              </p14:nvContentPartPr>
              <p14:xfrm>
                <a:off x="7804242" y="5551870"/>
                <a:ext cx="123480" cy="143280"/>
              </p14:xfrm>
            </p:contentPart>
          </mc:Choice>
          <mc:Fallback>
            <p:pic>
              <p:nvPicPr>
                <p:cNvPr id="73" name="Ink 72">
                  <a:extLst>
                    <a:ext uri="{FF2B5EF4-FFF2-40B4-BE49-F238E27FC236}">
                      <a16:creationId xmlns:a16="http://schemas.microsoft.com/office/drawing/2014/main" id="{6CD03BA9-C2F9-A862-383F-209F52D942F7}"/>
                    </a:ext>
                  </a:extLst>
                </p:cNvPr>
                <p:cNvPicPr/>
                <p:nvPr/>
              </p:nvPicPr>
              <p:blipFill>
                <a:blip r:embed="rId96"/>
                <a:stretch>
                  <a:fillRect/>
                </a:stretch>
              </p:blipFill>
              <p:spPr>
                <a:xfrm>
                  <a:off x="7795242" y="5543230"/>
                  <a:ext cx="141120" cy="16092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74" name="Ink 73">
                  <a:extLst>
                    <a:ext uri="{FF2B5EF4-FFF2-40B4-BE49-F238E27FC236}">
                      <a16:creationId xmlns:a16="http://schemas.microsoft.com/office/drawing/2014/main" id="{FD4587E5-141D-11CD-638E-D758973AD097}"/>
                    </a:ext>
                  </a:extLst>
                </p14:cNvPr>
                <p14:cNvContentPartPr/>
                <p14:nvPr/>
              </p14:nvContentPartPr>
              <p14:xfrm>
                <a:off x="7779402" y="5532070"/>
                <a:ext cx="147600" cy="184320"/>
              </p14:xfrm>
            </p:contentPart>
          </mc:Choice>
          <mc:Fallback>
            <p:pic>
              <p:nvPicPr>
                <p:cNvPr id="74" name="Ink 73">
                  <a:extLst>
                    <a:ext uri="{FF2B5EF4-FFF2-40B4-BE49-F238E27FC236}">
                      <a16:creationId xmlns:a16="http://schemas.microsoft.com/office/drawing/2014/main" id="{FD4587E5-141D-11CD-638E-D758973AD097}"/>
                    </a:ext>
                  </a:extLst>
                </p:cNvPr>
                <p:cNvPicPr/>
                <p:nvPr/>
              </p:nvPicPr>
              <p:blipFill>
                <a:blip r:embed="rId98"/>
                <a:stretch>
                  <a:fillRect/>
                </a:stretch>
              </p:blipFill>
              <p:spPr>
                <a:xfrm>
                  <a:off x="7770762" y="5523070"/>
                  <a:ext cx="16524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80" name="Ink 79">
                  <a:extLst>
                    <a:ext uri="{FF2B5EF4-FFF2-40B4-BE49-F238E27FC236}">
                      <a16:creationId xmlns:a16="http://schemas.microsoft.com/office/drawing/2014/main" id="{77039E2A-6713-0B40-F19A-ACB0CCA93343}"/>
                    </a:ext>
                  </a:extLst>
                </p14:cNvPr>
                <p14:cNvContentPartPr/>
                <p14:nvPr/>
              </p14:nvContentPartPr>
              <p14:xfrm>
                <a:off x="8138682" y="5500390"/>
                <a:ext cx="143280" cy="185040"/>
              </p14:xfrm>
            </p:contentPart>
          </mc:Choice>
          <mc:Fallback>
            <p:pic>
              <p:nvPicPr>
                <p:cNvPr id="80" name="Ink 79">
                  <a:extLst>
                    <a:ext uri="{FF2B5EF4-FFF2-40B4-BE49-F238E27FC236}">
                      <a16:creationId xmlns:a16="http://schemas.microsoft.com/office/drawing/2014/main" id="{77039E2A-6713-0B40-F19A-ACB0CCA93343}"/>
                    </a:ext>
                  </a:extLst>
                </p:cNvPr>
                <p:cNvPicPr/>
                <p:nvPr/>
              </p:nvPicPr>
              <p:blipFill>
                <a:blip r:embed="rId100"/>
                <a:stretch>
                  <a:fillRect/>
                </a:stretch>
              </p:blipFill>
              <p:spPr>
                <a:xfrm>
                  <a:off x="8129682" y="5491390"/>
                  <a:ext cx="16092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81" name="Ink 80">
                  <a:extLst>
                    <a:ext uri="{FF2B5EF4-FFF2-40B4-BE49-F238E27FC236}">
                      <a16:creationId xmlns:a16="http://schemas.microsoft.com/office/drawing/2014/main" id="{F904F331-88EF-7AB4-DCEF-D8347D692725}"/>
                    </a:ext>
                  </a:extLst>
                </p14:cNvPr>
                <p14:cNvContentPartPr/>
                <p14:nvPr/>
              </p14:nvContentPartPr>
              <p14:xfrm>
                <a:off x="8197002" y="5518750"/>
                <a:ext cx="302760" cy="150840"/>
              </p14:xfrm>
            </p:contentPart>
          </mc:Choice>
          <mc:Fallback>
            <p:pic>
              <p:nvPicPr>
                <p:cNvPr id="81" name="Ink 80">
                  <a:extLst>
                    <a:ext uri="{FF2B5EF4-FFF2-40B4-BE49-F238E27FC236}">
                      <a16:creationId xmlns:a16="http://schemas.microsoft.com/office/drawing/2014/main" id="{F904F331-88EF-7AB4-DCEF-D8347D692725}"/>
                    </a:ext>
                  </a:extLst>
                </p:cNvPr>
                <p:cNvPicPr/>
                <p:nvPr/>
              </p:nvPicPr>
              <p:blipFill>
                <a:blip r:embed="rId102"/>
                <a:stretch>
                  <a:fillRect/>
                </a:stretch>
              </p:blipFill>
              <p:spPr>
                <a:xfrm>
                  <a:off x="8188362" y="5509750"/>
                  <a:ext cx="32040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82" name="Ink 81">
                  <a:extLst>
                    <a:ext uri="{FF2B5EF4-FFF2-40B4-BE49-F238E27FC236}">
                      <a16:creationId xmlns:a16="http://schemas.microsoft.com/office/drawing/2014/main" id="{25CC3E91-8DF7-B2C9-3B32-188395A9E770}"/>
                    </a:ext>
                  </a:extLst>
                </p14:cNvPr>
                <p14:cNvContentPartPr/>
                <p14:nvPr/>
              </p14:nvContentPartPr>
              <p14:xfrm>
                <a:off x="8527842" y="5535310"/>
                <a:ext cx="120240" cy="147240"/>
              </p14:xfrm>
            </p:contentPart>
          </mc:Choice>
          <mc:Fallback>
            <p:pic>
              <p:nvPicPr>
                <p:cNvPr id="82" name="Ink 81">
                  <a:extLst>
                    <a:ext uri="{FF2B5EF4-FFF2-40B4-BE49-F238E27FC236}">
                      <a16:creationId xmlns:a16="http://schemas.microsoft.com/office/drawing/2014/main" id="{25CC3E91-8DF7-B2C9-3B32-188395A9E770}"/>
                    </a:ext>
                  </a:extLst>
                </p:cNvPr>
                <p:cNvPicPr/>
                <p:nvPr/>
              </p:nvPicPr>
              <p:blipFill>
                <a:blip r:embed="rId104"/>
                <a:stretch>
                  <a:fillRect/>
                </a:stretch>
              </p:blipFill>
              <p:spPr>
                <a:xfrm>
                  <a:off x="8519202" y="5526310"/>
                  <a:ext cx="13788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83" name="Ink 82">
                  <a:extLst>
                    <a:ext uri="{FF2B5EF4-FFF2-40B4-BE49-F238E27FC236}">
                      <a16:creationId xmlns:a16="http://schemas.microsoft.com/office/drawing/2014/main" id="{94BB35B9-D4A1-2483-882A-E25E7580DD73}"/>
                    </a:ext>
                  </a:extLst>
                </p14:cNvPr>
                <p14:cNvContentPartPr/>
                <p14:nvPr/>
              </p14:nvContentPartPr>
              <p14:xfrm>
                <a:off x="8104122" y="5941750"/>
                <a:ext cx="121320" cy="109800"/>
              </p14:xfrm>
            </p:contentPart>
          </mc:Choice>
          <mc:Fallback>
            <p:pic>
              <p:nvPicPr>
                <p:cNvPr id="83" name="Ink 82">
                  <a:extLst>
                    <a:ext uri="{FF2B5EF4-FFF2-40B4-BE49-F238E27FC236}">
                      <a16:creationId xmlns:a16="http://schemas.microsoft.com/office/drawing/2014/main" id="{94BB35B9-D4A1-2483-882A-E25E7580DD73}"/>
                    </a:ext>
                  </a:extLst>
                </p:cNvPr>
                <p:cNvPicPr/>
                <p:nvPr/>
              </p:nvPicPr>
              <p:blipFill>
                <a:blip r:embed="rId106"/>
                <a:stretch>
                  <a:fillRect/>
                </a:stretch>
              </p:blipFill>
              <p:spPr>
                <a:xfrm>
                  <a:off x="8095482" y="5932750"/>
                  <a:ext cx="13896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84" name="Ink 83">
                  <a:extLst>
                    <a:ext uri="{FF2B5EF4-FFF2-40B4-BE49-F238E27FC236}">
                      <a16:creationId xmlns:a16="http://schemas.microsoft.com/office/drawing/2014/main" id="{59D4F213-B796-B230-89A8-2AF3F2CE0746}"/>
                    </a:ext>
                  </a:extLst>
                </p14:cNvPr>
                <p14:cNvContentPartPr/>
                <p14:nvPr/>
              </p14:nvContentPartPr>
              <p14:xfrm>
                <a:off x="8360802" y="5957230"/>
                <a:ext cx="26280" cy="106200"/>
              </p14:xfrm>
            </p:contentPart>
          </mc:Choice>
          <mc:Fallback>
            <p:pic>
              <p:nvPicPr>
                <p:cNvPr id="84" name="Ink 83">
                  <a:extLst>
                    <a:ext uri="{FF2B5EF4-FFF2-40B4-BE49-F238E27FC236}">
                      <a16:creationId xmlns:a16="http://schemas.microsoft.com/office/drawing/2014/main" id="{59D4F213-B796-B230-89A8-2AF3F2CE0746}"/>
                    </a:ext>
                  </a:extLst>
                </p:cNvPr>
                <p:cNvPicPr/>
                <p:nvPr/>
              </p:nvPicPr>
              <p:blipFill>
                <a:blip r:embed="rId108"/>
                <a:stretch>
                  <a:fillRect/>
                </a:stretch>
              </p:blipFill>
              <p:spPr>
                <a:xfrm>
                  <a:off x="8351802" y="5948590"/>
                  <a:ext cx="4392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85" name="Ink 84">
                  <a:extLst>
                    <a:ext uri="{FF2B5EF4-FFF2-40B4-BE49-F238E27FC236}">
                      <a16:creationId xmlns:a16="http://schemas.microsoft.com/office/drawing/2014/main" id="{5EA9212D-CC3C-CF42-4485-FAC3ADA25F32}"/>
                    </a:ext>
                  </a:extLst>
                </p14:cNvPr>
                <p14:cNvContentPartPr/>
                <p14:nvPr/>
              </p14:nvContentPartPr>
              <p14:xfrm>
                <a:off x="8368362" y="5915830"/>
                <a:ext cx="101880" cy="146520"/>
              </p14:xfrm>
            </p:contentPart>
          </mc:Choice>
          <mc:Fallback>
            <p:pic>
              <p:nvPicPr>
                <p:cNvPr id="85" name="Ink 84">
                  <a:extLst>
                    <a:ext uri="{FF2B5EF4-FFF2-40B4-BE49-F238E27FC236}">
                      <a16:creationId xmlns:a16="http://schemas.microsoft.com/office/drawing/2014/main" id="{5EA9212D-CC3C-CF42-4485-FAC3ADA25F32}"/>
                    </a:ext>
                  </a:extLst>
                </p:cNvPr>
                <p:cNvPicPr/>
                <p:nvPr/>
              </p:nvPicPr>
              <p:blipFill>
                <a:blip r:embed="rId110"/>
                <a:stretch>
                  <a:fillRect/>
                </a:stretch>
              </p:blipFill>
              <p:spPr>
                <a:xfrm>
                  <a:off x="8359722" y="5906830"/>
                  <a:ext cx="11952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86" name="Ink 85">
                  <a:extLst>
                    <a:ext uri="{FF2B5EF4-FFF2-40B4-BE49-F238E27FC236}">
                      <a16:creationId xmlns:a16="http://schemas.microsoft.com/office/drawing/2014/main" id="{56C2CBD4-9A3F-7161-9E87-3D14CBB60716}"/>
                    </a:ext>
                  </a:extLst>
                </p14:cNvPr>
                <p14:cNvContentPartPr/>
                <p14:nvPr/>
              </p14:nvContentPartPr>
              <p14:xfrm>
                <a:off x="8556282" y="5942830"/>
                <a:ext cx="26280" cy="98280"/>
              </p14:xfrm>
            </p:contentPart>
          </mc:Choice>
          <mc:Fallback>
            <p:pic>
              <p:nvPicPr>
                <p:cNvPr id="86" name="Ink 85">
                  <a:extLst>
                    <a:ext uri="{FF2B5EF4-FFF2-40B4-BE49-F238E27FC236}">
                      <a16:creationId xmlns:a16="http://schemas.microsoft.com/office/drawing/2014/main" id="{56C2CBD4-9A3F-7161-9E87-3D14CBB60716}"/>
                    </a:ext>
                  </a:extLst>
                </p:cNvPr>
                <p:cNvPicPr/>
                <p:nvPr/>
              </p:nvPicPr>
              <p:blipFill>
                <a:blip r:embed="rId112"/>
                <a:stretch>
                  <a:fillRect/>
                </a:stretch>
              </p:blipFill>
              <p:spPr>
                <a:xfrm>
                  <a:off x="8547282" y="5933830"/>
                  <a:ext cx="4392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87" name="Ink 86">
                  <a:extLst>
                    <a:ext uri="{FF2B5EF4-FFF2-40B4-BE49-F238E27FC236}">
                      <a16:creationId xmlns:a16="http://schemas.microsoft.com/office/drawing/2014/main" id="{AC55C0C7-80B2-7095-537F-7E42698400CA}"/>
                    </a:ext>
                  </a:extLst>
                </p14:cNvPr>
                <p14:cNvContentPartPr/>
                <p14:nvPr/>
              </p14:nvContentPartPr>
              <p14:xfrm>
                <a:off x="8568882" y="6000430"/>
                <a:ext cx="83520" cy="50040"/>
              </p14:xfrm>
            </p:contentPart>
          </mc:Choice>
          <mc:Fallback>
            <p:pic>
              <p:nvPicPr>
                <p:cNvPr id="87" name="Ink 86">
                  <a:extLst>
                    <a:ext uri="{FF2B5EF4-FFF2-40B4-BE49-F238E27FC236}">
                      <a16:creationId xmlns:a16="http://schemas.microsoft.com/office/drawing/2014/main" id="{AC55C0C7-80B2-7095-537F-7E42698400CA}"/>
                    </a:ext>
                  </a:extLst>
                </p:cNvPr>
                <p:cNvPicPr/>
                <p:nvPr/>
              </p:nvPicPr>
              <p:blipFill>
                <a:blip r:embed="rId114"/>
                <a:stretch>
                  <a:fillRect/>
                </a:stretch>
              </p:blipFill>
              <p:spPr>
                <a:xfrm>
                  <a:off x="8560242" y="5991790"/>
                  <a:ext cx="10116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88" name="Ink 87">
                  <a:extLst>
                    <a:ext uri="{FF2B5EF4-FFF2-40B4-BE49-F238E27FC236}">
                      <a16:creationId xmlns:a16="http://schemas.microsoft.com/office/drawing/2014/main" id="{598D0272-16B1-884A-1ED4-1904604BF798}"/>
                    </a:ext>
                  </a:extLst>
                </p14:cNvPr>
                <p14:cNvContentPartPr/>
                <p14:nvPr/>
              </p14:nvContentPartPr>
              <p14:xfrm>
                <a:off x="8542962" y="5966590"/>
                <a:ext cx="85680" cy="10440"/>
              </p14:xfrm>
            </p:contentPart>
          </mc:Choice>
          <mc:Fallback>
            <p:pic>
              <p:nvPicPr>
                <p:cNvPr id="88" name="Ink 87">
                  <a:extLst>
                    <a:ext uri="{FF2B5EF4-FFF2-40B4-BE49-F238E27FC236}">
                      <a16:creationId xmlns:a16="http://schemas.microsoft.com/office/drawing/2014/main" id="{598D0272-16B1-884A-1ED4-1904604BF798}"/>
                    </a:ext>
                  </a:extLst>
                </p:cNvPr>
                <p:cNvPicPr/>
                <p:nvPr/>
              </p:nvPicPr>
              <p:blipFill>
                <a:blip r:embed="rId116"/>
                <a:stretch>
                  <a:fillRect/>
                </a:stretch>
              </p:blipFill>
              <p:spPr>
                <a:xfrm>
                  <a:off x="8534322" y="5957950"/>
                  <a:ext cx="10332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89" name="Ink 88">
                  <a:extLst>
                    <a:ext uri="{FF2B5EF4-FFF2-40B4-BE49-F238E27FC236}">
                      <a16:creationId xmlns:a16="http://schemas.microsoft.com/office/drawing/2014/main" id="{A0148F34-FC25-5A69-C627-C6309F36BC07}"/>
                    </a:ext>
                  </a:extLst>
                </p14:cNvPr>
                <p14:cNvContentPartPr/>
                <p14:nvPr/>
              </p14:nvContentPartPr>
              <p14:xfrm>
                <a:off x="8568522" y="5898550"/>
                <a:ext cx="105480" cy="42120"/>
              </p14:xfrm>
            </p:contentPart>
          </mc:Choice>
          <mc:Fallback>
            <p:pic>
              <p:nvPicPr>
                <p:cNvPr id="89" name="Ink 88">
                  <a:extLst>
                    <a:ext uri="{FF2B5EF4-FFF2-40B4-BE49-F238E27FC236}">
                      <a16:creationId xmlns:a16="http://schemas.microsoft.com/office/drawing/2014/main" id="{A0148F34-FC25-5A69-C627-C6309F36BC07}"/>
                    </a:ext>
                  </a:extLst>
                </p:cNvPr>
                <p:cNvPicPr/>
                <p:nvPr/>
              </p:nvPicPr>
              <p:blipFill>
                <a:blip r:embed="rId118"/>
                <a:stretch>
                  <a:fillRect/>
                </a:stretch>
              </p:blipFill>
              <p:spPr>
                <a:xfrm>
                  <a:off x="8559522" y="5889910"/>
                  <a:ext cx="12312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90" name="Ink 89">
                  <a:extLst>
                    <a:ext uri="{FF2B5EF4-FFF2-40B4-BE49-F238E27FC236}">
                      <a16:creationId xmlns:a16="http://schemas.microsoft.com/office/drawing/2014/main" id="{77A7106B-5172-7E69-981B-D5E65A66E76A}"/>
                    </a:ext>
                  </a:extLst>
                </p14:cNvPr>
                <p14:cNvContentPartPr/>
                <p14:nvPr/>
              </p14:nvContentPartPr>
              <p14:xfrm>
                <a:off x="8113842" y="6218950"/>
                <a:ext cx="151200" cy="210960"/>
              </p14:xfrm>
            </p:contentPart>
          </mc:Choice>
          <mc:Fallback>
            <p:pic>
              <p:nvPicPr>
                <p:cNvPr id="90" name="Ink 89">
                  <a:extLst>
                    <a:ext uri="{FF2B5EF4-FFF2-40B4-BE49-F238E27FC236}">
                      <a16:creationId xmlns:a16="http://schemas.microsoft.com/office/drawing/2014/main" id="{77A7106B-5172-7E69-981B-D5E65A66E76A}"/>
                    </a:ext>
                  </a:extLst>
                </p:cNvPr>
                <p:cNvPicPr/>
                <p:nvPr/>
              </p:nvPicPr>
              <p:blipFill>
                <a:blip r:embed="rId120"/>
                <a:stretch>
                  <a:fillRect/>
                </a:stretch>
              </p:blipFill>
              <p:spPr>
                <a:xfrm>
                  <a:off x="8104842" y="6210310"/>
                  <a:ext cx="168840" cy="22860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91" name="Ink 90">
                  <a:extLst>
                    <a:ext uri="{FF2B5EF4-FFF2-40B4-BE49-F238E27FC236}">
                      <a16:creationId xmlns:a16="http://schemas.microsoft.com/office/drawing/2014/main" id="{518015A2-C721-7008-AC88-41312A2AA8EF}"/>
                    </a:ext>
                  </a:extLst>
                </p14:cNvPr>
                <p14:cNvContentPartPr/>
                <p14:nvPr/>
              </p14:nvContentPartPr>
              <p14:xfrm>
                <a:off x="8283762" y="6244510"/>
                <a:ext cx="137520" cy="188640"/>
              </p14:xfrm>
            </p:contentPart>
          </mc:Choice>
          <mc:Fallback>
            <p:pic>
              <p:nvPicPr>
                <p:cNvPr id="91" name="Ink 90">
                  <a:extLst>
                    <a:ext uri="{FF2B5EF4-FFF2-40B4-BE49-F238E27FC236}">
                      <a16:creationId xmlns:a16="http://schemas.microsoft.com/office/drawing/2014/main" id="{518015A2-C721-7008-AC88-41312A2AA8EF}"/>
                    </a:ext>
                  </a:extLst>
                </p:cNvPr>
                <p:cNvPicPr/>
                <p:nvPr/>
              </p:nvPicPr>
              <p:blipFill>
                <a:blip r:embed="rId122"/>
                <a:stretch>
                  <a:fillRect/>
                </a:stretch>
              </p:blipFill>
              <p:spPr>
                <a:xfrm>
                  <a:off x="8275122" y="6235510"/>
                  <a:ext cx="15516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92" name="Ink 91">
                  <a:extLst>
                    <a:ext uri="{FF2B5EF4-FFF2-40B4-BE49-F238E27FC236}">
                      <a16:creationId xmlns:a16="http://schemas.microsoft.com/office/drawing/2014/main" id="{1796ECAE-31DC-0463-215E-6814CD6B9B6A}"/>
                    </a:ext>
                  </a:extLst>
                </p14:cNvPr>
                <p14:cNvContentPartPr/>
                <p14:nvPr/>
              </p14:nvContentPartPr>
              <p14:xfrm>
                <a:off x="8362602" y="6226150"/>
                <a:ext cx="336240" cy="191160"/>
              </p14:xfrm>
            </p:contentPart>
          </mc:Choice>
          <mc:Fallback>
            <p:pic>
              <p:nvPicPr>
                <p:cNvPr id="92" name="Ink 91">
                  <a:extLst>
                    <a:ext uri="{FF2B5EF4-FFF2-40B4-BE49-F238E27FC236}">
                      <a16:creationId xmlns:a16="http://schemas.microsoft.com/office/drawing/2014/main" id="{1796ECAE-31DC-0463-215E-6814CD6B9B6A}"/>
                    </a:ext>
                  </a:extLst>
                </p:cNvPr>
                <p:cNvPicPr/>
                <p:nvPr/>
              </p:nvPicPr>
              <p:blipFill>
                <a:blip r:embed="rId124"/>
                <a:stretch>
                  <a:fillRect/>
                </a:stretch>
              </p:blipFill>
              <p:spPr>
                <a:xfrm>
                  <a:off x="8353962" y="6217510"/>
                  <a:ext cx="35388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93" name="Ink 92">
                  <a:extLst>
                    <a:ext uri="{FF2B5EF4-FFF2-40B4-BE49-F238E27FC236}">
                      <a16:creationId xmlns:a16="http://schemas.microsoft.com/office/drawing/2014/main" id="{1A72CE1E-815B-79A7-C4A2-EF253DAE7068}"/>
                    </a:ext>
                  </a:extLst>
                </p14:cNvPr>
                <p14:cNvContentPartPr/>
                <p14:nvPr/>
              </p14:nvContentPartPr>
              <p14:xfrm>
                <a:off x="8538282" y="6352510"/>
                <a:ext cx="194760" cy="11880"/>
              </p14:xfrm>
            </p:contentPart>
          </mc:Choice>
          <mc:Fallback>
            <p:pic>
              <p:nvPicPr>
                <p:cNvPr id="93" name="Ink 92">
                  <a:extLst>
                    <a:ext uri="{FF2B5EF4-FFF2-40B4-BE49-F238E27FC236}">
                      <a16:creationId xmlns:a16="http://schemas.microsoft.com/office/drawing/2014/main" id="{1A72CE1E-815B-79A7-C4A2-EF253DAE7068}"/>
                    </a:ext>
                  </a:extLst>
                </p:cNvPr>
                <p:cNvPicPr/>
                <p:nvPr/>
              </p:nvPicPr>
              <p:blipFill>
                <a:blip r:embed="rId126"/>
                <a:stretch>
                  <a:fillRect/>
                </a:stretch>
              </p:blipFill>
              <p:spPr>
                <a:xfrm>
                  <a:off x="8529282" y="6343870"/>
                  <a:ext cx="21240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97" name="Ink 96">
                  <a:extLst>
                    <a:ext uri="{FF2B5EF4-FFF2-40B4-BE49-F238E27FC236}">
                      <a16:creationId xmlns:a16="http://schemas.microsoft.com/office/drawing/2014/main" id="{CC5EA26A-0615-1C1A-AD6E-E74FFF0453BC}"/>
                    </a:ext>
                  </a:extLst>
                </p14:cNvPr>
                <p14:cNvContentPartPr/>
                <p14:nvPr/>
              </p14:nvContentPartPr>
              <p14:xfrm>
                <a:off x="7483842" y="5418310"/>
                <a:ext cx="633240" cy="1172520"/>
              </p14:xfrm>
            </p:contentPart>
          </mc:Choice>
          <mc:Fallback>
            <p:pic>
              <p:nvPicPr>
                <p:cNvPr id="97" name="Ink 96">
                  <a:extLst>
                    <a:ext uri="{FF2B5EF4-FFF2-40B4-BE49-F238E27FC236}">
                      <a16:creationId xmlns:a16="http://schemas.microsoft.com/office/drawing/2014/main" id="{CC5EA26A-0615-1C1A-AD6E-E74FFF0453BC}"/>
                    </a:ext>
                  </a:extLst>
                </p:cNvPr>
                <p:cNvPicPr/>
                <p:nvPr/>
              </p:nvPicPr>
              <p:blipFill>
                <a:blip r:embed="rId128"/>
                <a:stretch>
                  <a:fillRect/>
                </a:stretch>
              </p:blipFill>
              <p:spPr>
                <a:xfrm>
                  <a:off x="7475202" y="5409310"/>
                  <a:ext cx="650880" cy="119016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65" name="Ink 64">
                  <a:extLst>
                    <a:ext uri="{FF2B5EF4-FFF2-40B4-BE49-F238E27FC236}">
                      <a16:creationId xmlns:a16="http://schemas.microsoft.com/office/drawing/2014/main" id="{C042B52E-AF5C-7B50-D8BA-3559AFD45BAB}"/>
                    </a:ext>
                  </a:extLst>
                </p14:cNvPr>
                <p14:cNvContentPartPr/>
                <p14:nvPr/>
              </p14:nvContentPartPr>
              <p14:xfrm>
                <a:off x="9097362" y="5066590"/>
                <a:ext cx="47520" cy="354600"/>
              </p14:xfrm>
            </p:contentPart>
          </mc:Choice>
          <mc:Fallback>
            <p:pic>
              <p:nvPicPr>
                <p:cNvPr id="65" name="Ink 64">
                  <a:extLst>
                    <a:ext uri="{FF2B5EF4-FFF2-40B4-BE49-F238E27FC236}">
                      <a16:creationId xmlns:a16="http://schemas.microsoft.com/office/drawing/2014/main" id="{C042B52E-AF5C-7B50-D8BA-3559AFD45BAB}"/>
                    </a:ext>
                  </a:extLst>
                </p:cNvPr>
                <p:cNvPicPr/>
                <p:nvPr/>
              </p:nvPicPr>
              <p:blipFill>
                <a:blip r:embed="rId130"/>
                <a:stretch>
                  <a:fillRect/>
                </a:stretch>
              </p:blipFill>
              <p:spPr>
                <a:xfrm>
                  <a:off x="9088362" y="5057950"/>
                  <a:ext cx="6516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66" name="Ink 65">
                  <a:extLst>
                    <a:ext uri="{FF2B5EF4-FFF2-40B4-BE49-F238E27FC236}">
                      <a16:creationId xmlns:a16="http://schemas.microsoft.com/office/drawing/2014/main" id="{56EA3E43-953D-A1E3-DE03-E68FA81709CB}"/>
                    </a:ext>
                  </a:extLst>
                </p14:cNvPr>
                <p14:cNvContentPartPr/>
                <p14:nvPr/>
              </p14:nvContentPartPr>
              <p14:xfrm>
                <a:off x="9033642" y="5069470"/>
                <a:ext cx="179280" cy="54000"/>
              </p14:xfrm>
            </p:contentPart>
          </mc:Choice>
          <mc:Fallback>
            <p:pic>
              <p:nvPicPr>
                <p:cNvPr id="66" name="Ink 65">
                  <a:extLst>
                    <a:ext uri="{FF2B5EF4-FFF2-40B4-BE49-F238E27FC236}">
                      <a16:creationId xmlns:a16="http://schemas.microsoft.com/office/drawing/2014/main" id="{56EA3E43-953D-A1E3-DE03-E68FA81709CB}"/>
                    </a:ext>
                  </a:extLst>
                </p:cNvPr>
                <p:cNvPicPr/>
                <p:nvPr/>
              </p:nvPicPr>
              <p:blipFill>
                <a:blip r:embed="rId132"/>
                <a:stretch>
                  <a:fillRect/>
                </a:stretch>
              </p:blipFill>
              <p:spPr>
                <a:xfrm>
                  <a:off x="9024642" y="5060830"/>
                  <a:ext cx="19692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67" name="Ink 66">
                  <a:extLst>
                    <a:ext uri="{FF2B5EF4-FFF2-40B4-BE49-F238E27FC236}">
                      <a16:creationId xmlns:a16="http://schemas.microsoft.com/office/drawing/2014/main" id="{78FDBC51-D0F5-43B6-935D-18E552D752CE}"/>
                    </a:ext>
                  </a:extLst>
                </p14:cNvPr>
                <p14:cNvContentPartPr/>
                <p14:nvPr/>
              </p14:nvContentPartPr>
              <p14:xfrm>
                <a:off x="9185202" y="5248030"/>
                <a:ext cx="159840" cy="130320"/>
              </p14:xfrm>
            </p:contentPart>
          </mc:Choice>
          <mc:Fallback>
            <p:pic>
              <p:nvPicPr>
                <p:cNvPr id="67" name="Ink 66">
                  <a:extLst>
                    <a:ext uri="{FF2B5EF4-FFF2-40B4-BE49-F238E27FC236}">
                      <a16:creationId xmlns:a16="http://schemas.microsoft.com/office/drawing/2014/main" id="{78FDBC51-D0F5-43B6-935D-18E552D752CE}"/>
                    </a:ext>
                  </a:extLst>
                </p:cNvPr>
                <p:cNvPicPr/>
                <p:nvPr/>
              </p:nvPicPr>
              <p:blipFill>
                <a:blip r:embed="rId134"/>
                <a:stretch>
                  <a:fillRect/>
                </a:stretch>
              </p:blipFill>
              <p:spPr>
                <a:xfrm>
                  <a:off x="9176202" y="5239030"/>
                  <a:ext cx="177480" cy="14796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68" name="Ink 67">
                  <a:extLst>
                    <a:ext uri="{FF2B5EF4-FFF2-40B4-BE49-F238E27FC236}">
                      <a16:creationId xmlns:a16="http://schemas.microsoft.com/office/drawing/2014/main" id="{02019F29-43FA-4D12-FF2F-B25C2E5A409A}"/>
                    </a:ext>
                  </a:extLst>
                </p14:cNvPr>
                <p14:cNvContentPartPr/>
                <p14:nvPr/>
              </p14:nvContentPartPr>
              <p14:xfrm>
                <a:off x="9415962" y="5249470"/>
                <a:ext cx="89280" cy="124200"/>
              </p14:xfrm>
            </p:contentPart>
          </mc:Choice>
          <mc:Fallback>
            <p:pic>
              <p:nvPicPr>
                <p:cNvPr id="68" name="Ink 67">
                  <a:extLst>
                    <a:ext uri="{FF2B5EF4-FFF2-40B4-BE49-F238E27FC236}">
                      <a16:creationId xmlns:a16="http://schemas.microsoft.com/office/drawing/2014/main" id="{02019F29-43FA-4D12-FF2F-B25C2E5A409A}"/>
                    </a:ext>
                  </a:extLst>
                </p:cNvPr>
                <p:cNvPicPr/>
                <p:nvPr/>
              </p:nvPicPr>
              <p:blipFill>
                <a:blip r:embed="rId136"/>
                <a:stretch>
                  <a:fillRect/>
                </a:stretch>
              </p:blipFill>
              <p:spPr>
                <a:xfrm>
                  <a:off x="9407322" y="5240470"/>
                  <a:ext cx="10692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69" name="Ink 68">
                  <a:extLst>
                    <a:ext uri="{FF2B5EF4-FFF2-40B4-BE49-F238E27FC236}">
                      <a16:creationId xmlns:a16="http://schemas.microsoft.com/office/drawing/2014/main" id="{8FEDF692-3776-B820-13A8-DE5AB778BDF2}"/>
                    </a:ext>
                  </a:extLst>
                </p14:cNvPr>
                <p14:cNvContentPartPr/>
                <p14:nvPr/>
              </p14:nvContentPartPr>
              <p14:xfrm>
                <a:off x="9441162" y="5237950"/>
                <a:ext cx="72360" cy="109440"/>
              </p14:xfrm>
            </p:contentPart>
          </mc:Choice>
          <mc:Fallback>
            <p:pic>
              <p:nvPicPr>
                <p:cNvPr id="69" name="Ink 68">
                  <a:extLst>
                    <a:ext uri="{FF2B5EF4-FFF2-40B4-BE49-F238E27FC236}">
                      <a16:creationId xmlns:a16="http://schemas.microsoft.com/office/drawing/2014/main" id="{8FEDF692-3776-B820-13A8-DE5AB778BDF2}"/>
                    </a:ext>
                  </a:extLst>
                </p:cNvPr>
                <p:cNvPicPr/>
                <p:nvPr/>
              </p:nvPicPr>
              <p:blipFill>
                <a:blip r:embed="rId138"/>
                <a:stretch>
                  <a:fillRect/>
                </a:stretch>
              </p:blipFill>
              <p:spPr>
                <a:xfrm>
                  <a:off x="9432162" y="5229310"/>
                  <a:ext cx="90000" cy="12708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70" name="Ink 69">
                  <a:extLst>
                    <a:ext uri="{FF2B5EF4-FFF2-40B4-BE49-F238E27FC236}">
                      <a16:creationId xmlns:a16="http://schemas.microsoft.com/office/drawing/2014/main" id="{C0D0697E-B696-1A48-9170-E3D3E916B559}"/>
                    </a:ext>
                  </a:extLst>
                </p14:cNvPr>
                <p14:cNvContentPartPr/>
                <p14:nvPr/>
              </p14:nvContentPartPr>
              <p14:xfrm>
                <a:off x="9604242" y="5093590"/>
                <a:ext cx="40320" cy="220680"/>
              </p14:xfrm>
            </p:contentPart>
          </mc:Choice>
          <mc:Fallback>
            <p:pic>
              <p:nvPicPr>
                <p:cNvPr id="70" name="Ink 69">
                  <a:extLst>
                    <a:ext uri="{FF2B5EF4-FFF2-40B4-BE49-F238E27FC236}">
                      <a16:creationId xmlns:a16="http://schemas.microsoft.com/office/drawing/2014/main" id="{C0D0697E-B696-1A48-9170-E3D3E916B559}"/>
                    </a:ext>
                  </a:extLst>
                </p:cNvPr>
                <p:cNvPicPr/>
                <p:nvPr/>
              </p:nvPicPr>
              <p:blipFill>
                <a:blip r:embed="rId140"/>
                <a:stretch>
                  <a:fillRect/>
                </a:stretch>
              </p:blipFill>
              <p:spPr>
                <a:xfrm>
                  <a:off x="9595242" y="5084950"/>
                  <a:ext cx="5796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71" name="Ink 70">
                  <a:extLst>
                    <a:ext uri="{FF2B5EF4-FFF2-40B4-BE49-F238E27FC236}">
                      <a16:creationId xmlns:a16="http://schemas.microsoft.com/office/drawing/2014/main" id="{8C6EF11F-73A4-2609-3B78-FD3E17CE2216}"/>
                    </a:ext>
                  </a:extLst>
                </p14:cNvPr>
                <p14:cNvContentPartPr/>
                <p14:nvPr/>
              </p14:nvContentPartPr>
              <p14:xfrm>
                <a:off x="9621882" y="5172430"/>
                <a:ext cx="111240" cy="41760"/>
              </p14:xfrm>
            </p:contentPart>
          </mc:Choice>
          <mc:Fallback>
            <p:pic>
              <p:nvPicPr>
                <p:cNvPr id="71" name="Ink 70">
                  <a:extLst>
                    <a:ext uri="{FF2B5EF4-FFF2-40B4-BE49-F238E27FC236}">
                      <a16:creationId xmlns:a16="http://schemas.microsoft.com/office/drawing/2014/main" id="{8C6EF11F-73A4-2609-3B78-FD3E17CE2216}"/>
                    </a:ext>
                  </a:extLst>
                </p:cNvPr>
                <p:cNvPicPr/>
                <p:nvPr/>
              </p:nvPicPr>
              <p:blipFill>
                <a:blip r:embed="rId142"/>
                <a:stretch>
                  <a:fillRect/>
                </a:stretch>
              </p:blipFill>
              <p:spPr>
                <a:xfrm>
                  <a:off x="9613242" y="5163430"/>
                  <a:ext cx="12888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98" name="Ink 97">
                  <a:extLst>
                    <a:ext uri="{FF2B5EF4-FFF2-40B4-BE49-F238E27FC236}">
                      <a16:creationId xmlns:a16="http://schemas.microsoft.com/office/drawing/2014/main" id="{C9CF6DE5-B4D4-E4EA-7A03-B758A34E5AAB}"/>
                    </a:ext>
                  </a:extLst>
                </p14:cNvPr>
                <p14:cNvContentPartPr/>
                <p14:nvPr/>
              </p14:nvContentPartPr>
              <p14:xfrm>
                <a:off x="9643482" y="5458990"/>
                <a:ext cx="138240" cy="123480"/>
              </p14:xfrm>
            </p:contentPart>
          </mc:Choice>
          <mc:Fallback>
            <p:pic>
              <p:nvPicPr>
                <p:cNvPr id="98" name="Ink 97">
                  <a:extLst>
                    <a:ext uri="{FF2B5EF4-FFF2-40B4-BE49-F238E27FC236}">
                      <a16:creationId xmlns:a16="http://schemas.microsoft.com/office/drawing/2014/main" id="{C9CF6DE5-B4D4-E4EA-7A03-B758A34E5AAB}"/>
                    </a:ext>
                  </a:extLst>
                </p:cNvPr>
                <p:cNvPicPr/>
                <p:nvPr/>
              </p:nvPicPr>
              <p:blipFill>
                <a:blip r:embed="rId144"/>
                <a:stretch>
                  <a:fillRect/>
                </a:stretch>
              </p:blipFill>
              <p:spPr>
                <a:xfrm>
                  <a:off x="9634482" y="5449990"/>
                  <a:ext cx="15588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99" name="Ink 98">
                  <a:extLst>
                    <a:ext uri="{FF2B5EF4-FFF2-40B4-BE49-F238E27FC236}">
                      <a16:creationId xmlns:a16="http://schemas.microsoft.com/office/drawing/2014/main" id="{C6D66E7C-FA63-1F5D-B39C-467A1E9CF3DE}"/>
                    </a:ext>
                  </a:extLst>
                </p14:cNvPr>
                <p14:cNvContentPartPr/>
                <p14:nvPr/>
              </p14:nvContentPartPr>
              <p14:xfrm>
                <a:off x="9611442" y="5420830"/>
                <a:ext cx="192960" cy="221760"/>
              </p14:xfrm>
            </p:contentPart>
          </mc:Choice>
          <mc:Fallback>
            <p:pic>
              <p:nvPicPr>
                <p:cNvPr id="99" name="Ink 98">
                  <a:extLst>
                    <a:ext uri="{FF2B5EF4-FFF2-40B4-BE49-F238E27FC236}">
                      <a16:creationId xmlns:a16="http://schemas.microsoft.com/office/drawing/2014/main" id="{C6D66E7C-FA63-1F5D-B39C-467A1E9CF3DE}"/>
                    </a:ext>
                  </a:extLst>
                </p:cNvPr>
                <p:cNvPicPr/>
                <p:nvPr/>
              </p:nvPicPr>
              <p:blipFill>
                <a:blip r:embed="rId146"/>
                <a:stretch>
                  <a:fillRect/>
                </a:stretch>
              </p:blipFill>
              <p:spPr>
                <a:xfrm>
                  <a:off x="9602802" y="5412190"/>
                  <a:ext cx="21060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102" name="Ink 101">
                  <a:extLst>
                    <a:ext uri="{FF2B5EF4-FFF2-40B4-BE49-F238E27FC236}">
                      <a16:creationId xmlns:a16="http://schemas.microsoft.com/office/drawing/2014/main" id="{0E6E15B1-9733-33C1-2A1C-5BF650D6C012}"/>
                    </a:ext>
                  </a:extLst>
                </p14:cNvPr>
                <p14:cNvContentPartPr/>
                <p14:nvPr/>
              </p14:nvContentPartPr>
              <p14:xfrm>
                <a:off x="10088082" y="5323270"/>
                <a:ext cx="178200" cy="218160"/>
              </p14:xfrm>
            </p:contentPart>
          </mc:Choice>
          <mc:Fallback>
            <p:pic>
              <p:nvPicPr>
                <p:cNvPr id="102" name="Ink 101">
                  <a:extLst>
                    <a:ext uri="{FF2B5EF4-FFF2-40B4-BE49-F238E27FC236}">
                      <a16:creationId xmlns:a16="http://schemas.microsoft.com/office/drawing/2014/main" id="{0E6E15B1-9733-33C1-2A1C-5BF650D6C012}"/>
                    </a:ext>
                  </a:extLst>
                </p:cNvPr>
                <p:cNvPicPr/>
                <p:nvPr/>
              </p:nvPicPr>
              <p:blipFill>
                <a:blip r:embed="rId148"/>
                <a:stretch>
                  <a:fillRect/>
                </a:stretch>
              </p:blipFill>
              <p:spPr>
                <a:xfrm>
                  <a:off x="10079082" y="5314270"/>
                  <a:ext cx="19584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103" name="Ink 102">
                  <a:extLst>
                    <a:ext uri="{FF2B5EF4-FFF2-40B4-BE49-F238E27FC236}">
                      <a16:creationId xmlns:a16="http://schemas.microsoft.com/office/drawing/2014/main" id="{43E53674-9169-0314-A227-E24CB3487B38}"/>
                    </a:ext>
                  </a:extLst>
                </p14:cNvPr>
                <p14:cNvContentPartPr/>
                <p14:nvPr/>
              </p14:nvContentPartPr>
              <p14:xfrm>
                <a:off x="10288962" y="5415070"/>
                <a:ext cx="150840" cy="144720"/>
              </p14:xfrm>
            </p:contentPart>
          </mc:Choice>
          <mc:Fallback>
            <p:pic>
              <p:nvPicPr>
                <p:cNvPr id="103" name="Ink 102">
                  <a:extLst>
                    <a:ext uri="{FF2B5EF4-FFF2-40B4-BE49-F238E27FC236}">
                      <a16:creationId xmlns:a16="http://schemas.microsoft.com/office/drawing/2014/main" id="{43E53674-9169-0314-A227-E24CB3487B38}"/>
                    </a:ext>
                  </a:extLst>
                </p:cNvPr>
                <p:cNvPicPr/>
                <p:nvPr/>
              </p:nvPicPr>
              <p:blipFill>
                <a:blip r:embed="rId150"/>
                <a:stretch>
                  <a:fillRect/>
                </a:stretch>
              </p:blipFill>
              <p:spPr>
                <a:xfrm>
                  <a:off x="10280322" y="5406430"/>
                  <a:ext cx="16848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104" name="Ink 103">
                  <a:extLst>
                    <a:ext uri="{FF2B5EF4-FFF2-40B4-BE49-F238E27FC236}">
                      <a16:creationId xmlns:a16="http://schemas.microsoft.com/office/drawing/2014/main" id="{15A62688-9873-AC8A-1863-528F16A6C446}"/>
                    </a:ext>
                  </a:extLst>
                </p14:cNvPr>
                <p14:cNvContentPartPr/>
                <p14:nvPr/>
              </p14:nvContentPartPr>
              <p14:xfrm>
                <a:off x="10854882" y="5437750"/>
                <a:ext cx="245520" cy="36720"/>
              </p14:xfrm>
            </p:contentPart>
          </mc:Choice>
          <mc:Fallback>
            <p:pic>
              <p:nvPicPr>
                <p:cNvPr id="104" name="Ink 103">
                  <a:extLst>
                    <a:ext uri="{FF2B5EF4-FFF2-40B4-BE49-F238E27FC236}">
                      <a16:creationId xmlns:a16="http://schemas.microsoft.com/office/drawing/2014/main" id="{15A62688-9873-AC8A-1863-528F16A6C446}"/>
                    </a:ext>
                  </a:extLst>
                </p:cNvPr>
                <p:cNvPicPr/>
                <p:nvPr/>
              </p:nvPicPr>
              <p:blipFill>
                <a:blip r:embed="rId152"/>
                <a:stretch>
                  <a:fillRect/>
                </a:stretch>
              </p:blipFill>
              <p:spPr>
                <a:xfrm>
                  <a:off x="10845882" y="5428750"/>
                  <a:ext cx="263160" cy="5436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06" name="Ink 105">
                  <a:extLst>
                    <a:ext uri="{FF2B5EF4-FFF2-40B4-BE49-F238E27FC236}">
                      <a16:creationId xmlns:a16="http://schemas.microsoft.com/office/drawing/2014/main" id="{D1ED21F6-3E69-B2DF-14E9-E75316A2B069}"/>
                    </a:ext>
                  </a:extLst>
                </p14:cNvPr>
                <p14:cNvContentPartPr/>
                <p14:nvPr/>
              </p14:nvContentPartPr>
              <p14:xfrm>
                <a:off x="9670482" y="5761750"/>
                <a:ext cx="132840" cy="147960"/>
              </p14:xfrm>
            </p:contentPart>
          </mc:Choice>
          <mc:Fallback>
            <p:pic>
              <p:nvPicPr>
                <p:cNvPr id="106" name="Ink 105">
                  <a:extLst>
                    <a:ext uri="{FF2B5EF4-FFF2-40B4-BE49-F238E27FC236}">
                      <a16:creationId xmlns:a16="http://schemas.microsoft.com/office/drawing/2014/main" id="{D1ED21F6-3E69-B2DF-14E9-E75316A2B069}"/>
                    </a:ext>
                  </a:extLst>
                </p:cNvPr>
                <p:cNvPicPr/>
                <p:nvPr/>
              </p:nvPicPr>
              <p:blipFill>
                <a:blip r:embed="rId154"/>
                <a:stretch>
                  <a:fillRect/>
                </a:stretch>
              </p:blipFill>
              <p:spPr>
                <a:xfrm>
                  <a:off x="9661842" y="5752750"/>
                  <a:ext cx="15048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07" name="Ink 106">
                  <a:extLst>
                    <a:ext uri="{FF2B5EF4-FFF2-40B4-BE49-F238E27FC236}">
                      <a16:creationId xmlns:a16="http://schemas.microsoft.com/office/drawing/2014/main" id="{8A171671-3692-A3AE-8C3A-46793BDEB8DF}"/>
                    </a:ext>
                  </a:extLst>
                </p14:cNvPr>
                <p14:cNvContentPartPr/>
                <p14:nvPr/>
              </p14:nvContentPartPr>
              <p14:xfrm>
                <a:off x="9664002" y="5749870"/>
                <a:ext cx="122040" cy="176040"/>
              </p14:xfrm>
            </p:contentPart>
          </mc:Choice>
          <mc:Fallback>
            <p:pic>
              <p:nvPicPr>
                <p:cNvPr id="107" name="Ink 106">
                  <a:extLst>
                    <a:ext uri="{FF2B5EF4-FFF2-40B4-BE49-F238E27FC236}">
                      <a16:creationId xmlns:a16="http://schemas.microsoft.com/office/drawing/2014/main" id="{8A171671-3692-A3AE-8C3A-46793BDEB8DF}"/>
                    </a:ext>
                  </a:extLst>
                </p:cNvPr>
                <p:cNvPicPr/>
                <p:nvPr/>
              </p:nvPicPr>
              <p:blipFill>
                <a:blip r:embed="rId156"/>
                <a:stretch>
                  <a:fillRect/>
                </a:stretch>
              </p:blipFill>
              <p:spPr>
                <a:xfrm>
                  <a:off x="9655362" y="5740870"/>
                  <a:ext cx="13968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08" name="Ink 107">
                  <a:extLst>
                    <a:ext uri="{FF2B5EF4-FFF2-40B4-BE49-F238E27FC236}">
                      <a16:creationId xmlns:a16="http://schemas.microsoft.com/office/drawing/2014/main" id="{3944D5BC-7C39-BF85-2D44-D1A48582F454}"/>
                    </a:ext>
                  </a:extLst>
                </p14:cNvPr>
                <p14:cNvContentPartPr/>
                <p14:nvPr/>
              </p14:nvContentPartPr>
              <p14:xfrm>
                <a:off x="10207962" y="5669230"/>
                <a:ext cx="78840" cy="279360"/>
              </p14:xfrm>
            </p:contentPart>
          </mc:Choice>
          <mc:Fallback>
            <p:pic>
              <p:nvPicPr>
                <p:cNvPr id="108" name="Ink 107">
                  <a:extLst>
                    <a:ext uri="{FF2B5EF4-FFF2-40B4-BE49-F238E27FC236}">
                      <a16:creationId xmlns:a16="http://schemas.microsoft.com/office/drawing/2014/main" id="{3944D5BC-7C39-BF85-2D44-D1A48582F454}"/>
                    </a:ext>
                  </a:extLst>
                </p:cNvPr>
                <p:cNvPicPr/>
                <p:nvPr/>
              </p:nvPicPr>
              <p:blipFill>
                <a:blip r:embed="rId158"/>
                <a:stretch>
                  <a:fillRect/>
                </a:stretch>
              </p:blipFill>
              <p:spPr>
                <a:xfrm>
                  <a:off x="10198962" y="5660230"/>
                  <a:ext cx="9648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109" name="Ink 108">
                  <a:extLst>
                    <a:ext uri="{FF2B5EF4-FFF2-40B4-BE49-F238E27FC236}">
                      <a16:creationId xmlns:a16="http://schemas.microsoft.com/office/drawing/2014/main" id="{0300EE3C-5CFE-D6FF-4C36-795483F25EAB}"/>
                    </a:ext>
                  </a:extLst>
                </p14:cNvPr>
                <p14:cNvContentPartPr/>
                <p14:nvPr/>
              </p14:nvContentPartPr>
              <p14:xfrm>
                <a:off x="10191762" y="5788030"/>
                <a:ext cx="214560" cy="100800"/>
              </p14:xfrm>
            </p:contentPart>
          </mc:Choice>
          <mc:Fallback>
            <p:pic>
              <p:nvPicPr>
                <p:cNvPr id="109" name="Ink 108">
                  <a:extLst>
                    <a:ext uri="{FF2B5EF4-FFF2-40B4-BE49-F238E27FC236}">
                      <a16:creationId xmlns:a16="http://schemas.microsoft.com/office/drawing/2014/main" id="{0300EE3C-5CFE-D6FF-4C36-795483F25EAB}"/>
                    </a:ext>
                  </a:extLst>
                </p:cNvPr>
                <p:cNvPicPr/>
                <p:nvPr/>
              </p:nvPicPr>
              <p:blipFill>
                <a:blip r:embed="rId160"/>
                <a:stretch>
                  <a:fillRect/>
                </a:stretch>
              </p:blipFill>
              <p:spPr>
                <a:xfrm>
                  <a:off x="10182762" y="5779030"/>
                  <a:ext cx="23220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110" name="Ink 109">
                  <a:extLst>
                    <a:ext uri="{FF2B5EF4-FFF2-40B4-BE49-F238E27FC236}">
                      <a16:creationId xmlns:a16="http://schemas.microsoft.com/office/drawing/2014/main" id="{B3F9EAA2-6EE8-8AB8-46D4-FECE94C317D4}"/>
                    </a:ext>
                  </a:extLst>
                </p14:cNvPr>
                <p14:cNvContentPartPr/>
                <p14:nvPr/>
              </p14:nvContentPartPr>
              <p14:xfrm>
                <a:off x="10875762" y="5790910"/>
                <a:ext cx="302760" cy="34920"/>
              </p14:xfrm>
            </p:contentPart>
          </mc:Choice>
          <mc:Fallback>
            <p:pic>
              <p:nvPicPr>
                <p:cNvPr id="110" name="Ink 109">
                  <a:extLst>
                    <a:ext uri="{FF2B5EF4-FFF2-40B4-BE49-F238E27FC236}">
                      <a16:creationId xmlns:a16="http://schemas.microsoft.com/office/drawing/2014/main" id="{B3F9EAA2-6EE8-8AB8-46D4-FECE94C317D4}"/>
                    </a:ext>
                  </a:extLst>
                </p:cNvPr>
                <p:cNvPicPr/>
                <p:nvPr/>
              </p:nvPicPr>
              <p:blipFill>
                <a:blip r:embed="rId162"/>
                <a:stretch>
                  <a:fillRect/>
                </a:stretch>
              </p:blipFill>
              <p:spPr>
                <a:xfrm>
                  <a:off x="10867122" y="5782270"/>
                  <a:ext cx="32040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13" name="Ink 112">
                  <a:extLst>
                    <a:ext uri="{FF2B5EF4-FFF2-40B4-BE49-F238E27FC236}">
                      <a16:creationId xmlns:a16="http://schemas.microsoft.com/office/drawing/2014/main" id="{A99B8373-7C4A-2522-8A7A-854C2840B0E2}"/>
                    </a:ext>
                  </a:extLst>
                </p14:cNvPr>
                <p14:cNvContentPartPr/>
                <p14:nvPr/>
              </p14:nvContentPartPr>
              <p14:xfrm>
                <a:off x="9684162" y="6081430"/>
                <a:ext cx="164520" cy="239040"/>
              </p14:xfrm>
            </p:contentPart>
          </mc:Choice>
          <mc:Fallback>
            <p:pic>
              <p:nvPicPr>
                <p:cNvPr id="113" name="Ink 112">
                  <a:extLst>
                    <a:ext uri="{FF2B5EF4-FFF2-40B4-BE49-F238E27FC236}">
                      <a16:creationId xmlns:a16="http://schemas.microsoft.com/office/drawing/2014/main" id="{A99B8373-7C4A-2522-8A7A-854C2840B0E2}"/>
                    </a:ext>
                  </a:extLst>
                </p:cNvPr>
                <p:cNvPicPr/>
                <p:nvPr/>
              </p:nvPicPr>
              <p:blipFill>
                <a:blip r:embed="rId164"/>
                <a:stretch>
                  <a:fillRect/>
                </a:stretch>
              </p:blipFill>
              <p:spPr>
                <a:xfrm>
                  <a:off x="9675162" y="6072430"/>
                  <a:ext cx="18216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14" name="Ink 113">
                  <a:extLst>
                    <a:ext uri="{FF2B5EF4-FFF2-40B4-BE49-F238E27FC236}">
                      <a16:creationId xmlns:a16="http://schemas.microsoft.com/office/drawing/2014/main" id="{ACE07751-B972-8819-F84D-078729513E3C}"/>
                    </a:ext>
                  </a:extLst>
                </p14:cNvPr>
                <p14:cNvContentPartPr/>
                <p14:nvPr/>
              </p14:nvContentPartPr>
              <p14:xfrm>
                <a:off x="10264842" y="6080710"/>
                <a:ext cx="141480" cy="205920"/>
              </p14:xfrm>
            </p:contentPart>
          </mc:Choice>
          <mc:Fallback>
            <p:pic>
              <p:nvPicPr>
                <p:cNvPr id="114" name="Ink 113">
                  <a:extLst>
                    <a:ext uri="{FF2B5EF4-FFF2-40B4-BE49-F238E27FC236}">
                      <a16:creationId xmlns:a16="http://schemas.microsoft.com/office/drawing/2014/main" id="{ACE07751-B972-8819-F84D-078729513E3C}"/>
                    </a:ext>
                  </a:extLst>
                </p:cNvPr>
                <p:cNvPicPr/>
                <p:nvPr/>
              </p:nvPicPr>
              <p:blipFill>
                <a:blip r:embed="rId166"/>
                <a:stretch>
                  <a:fillRect/>
                </a:stretch>
              </p:blipFill>
              <p:spPr>
                <a:xfrm>
                  <a:off x="10256202" y="6071710"/>
                  <a:ext cx="15912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15" name="Ink 114">
                  <a:extLst>
                    <a:ext uri="{FF2B5EF4-FFF2-40B4-BE49-F238E27FC236}">
                      <a16:creationId xmlns:a16="http://schemas.microsoft.com/office/drawing/2014/main" id="{31E00FF1-DAE0-07C3-9B6C-A8030D2C9691}"/>
                    </a:ext>
                  </a:extLst>
                </p14:cNvPr>
                <p14:cNvContentPartPr/>
                <p14:nvPr/>
              </p14:nvContentPartPr>
              <p14:xfrm>
                <a:off x="10471482" y="6144790"/>
                <a:ext cx="106200" cy="120600"/>
              </p14:xfrm>
            </p:contentPart>
          </mc:Choice>
          <mc:Fallback>
            <p:pic>
              <p:nvPicPr>
                <p:cNvPr id="115" name="Ink 114">
                  <a:extLst>
                    <a:ext uri="{FF2B5EF4-FFF2-40B4-BE49-F238E27FC236}">
                      <a16:creationId xmlns:a16="http://schemas.microsoft.com/office/drawing/2014/main" id="{31E00FF1-DAE0-07C3-9B6C-A8030D2C9691}"/>
                    </a:ext>
                  </a:extLst>
                </p:cNvPr>
                <p:cNvPicPr/>
                <p:nvPr/>
              </p:nvPicPr>
              <p:blipFill>
                <a:blip r:embed="rId168"/>
                <a:stretch>
                  <a:fillRect/>
                </a:stretch>
              </p:blipFill>
              <p:spPr>
                <a:xfrm>
                  <a:off x="10462482" y="6135790"/>
                  <a:ext cx="123840" cy="13824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16" name="Ink 115">
                  <a:extLst>
                    <a:ext uri="{FF2B5EF4-FFF2-40B4-BE49-F238E27FC236}">
                      <a16:creationId xmlns:a16="http://schemas.microsoft.com/office/drawing/2014/main" id="{32897E69-5541-5FD0-26A3-97CA2EF83571}"/>
                    </a:ext>
                  </a:extLst>
                </p14:cNvPr>
                <p14:cNvContentPartPr/>
                <p14:nvPr/>
              </p14:nvContentPartPr>
              <p14:xfrm>
                <a:off x="10990962" y="6160630"/>
                <a:ext cx="265680" cy="28440"/>
              </p14:xfrm>
            </p:contentPart>
          </mc:Choice>
          <mc:Fallback>
            <p:pic>
              <p:nvPicPr>
                <p:cNvPr id="116" name="Ink 115">
                  <a:extLst>
                    <a:ext uri="{FF2B5EF4-FFF2-40B4-BE49-F238E27FC236}">
                      <a16:creationId xmlns:a16="http://schemas.microsoft.com/office/drawing/2014/main" id="{32897E69-5541-5FD0-26A3-97CA2EF83571}"/>
                    </a:ext>
                  </a:extLst>
                </p:cNvPr>
                <p:cNvPicPr/>
                <p:nvPr/>
              </p:nvPicPr>
              <p:blipFill>
                <a:blip r:embed="rId170"/>
                <a:stretch>
                  <a:fillRect/>
                </a:stretch>
              </p:blipFill>
              <p:spPr>
                <a:xfrm>
                  <a:off x="10981962" y="6151990"/>
                  <a:ext cx="28332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18" name="Ink 117">
                  <a:extLst>
                    <a:ext uri="{FF2B5EF4-FFF2-40B4-BE49-F238E27FC236}">
                      <a16:creationId xmlns:a16="http://schemas.microsoft.com/office/drawing/2014/main" id="{5A25824C-CC30-ABFA-8EA6-6821DCBC7CB8}"/>
                    </a:ext>
                  </a:extLst>
                </p14:cNvPr>
                <p14:cNvContentPartPr/>
                <p14:nvPr/>
              </p14:nvContentPartPr>
              <p14:xfrm>
                <a:off x="9767682" y="6475630"/>
                <a:ext cx="187920" cy="220680"/>
              </p14:xfrm>
            </p:contentPart>
          </mc:Choice>
          <mc:Fallback>
            <p:pic>
              <p:nvPicPr>
                <p:cNvPr id="118" name="Ink 117">
                  <a:extLst>
                    <a:ext uri="{FF2B5EF4-FFF2-40B4-BE49-F238E27FC236}">
                      <a16:creationId xmlns:a16="http://schemas.microsoft.com/office/drawing/2014/main" id="{5A25824C-CC30-ABFA-8EA6-6821DCBC7CB8}"/>
                    </a:ext>
                  </a:extLst>
                </p:cNvPr>
                <p:cNvPicPr/>
                <p:nvPr/>
              </p:nvPicPr>
              <p:blipFill>
                <a:blip r:embed="rId172"/>
                <a:stretch>
                  <a:fillRect/>
                </a:stretch>
              </p:blipFill>
              <p:spPr>
                <a:xfrm>
                  <a:off x="9758682" y="6466630"/>
                  <a:ext cx="20556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19" name="Ink 118">
                  <a:extLst>
                    <a:ext uri="{FF2B5EF4-FFF2-40B4-BE49-F238E27FC236}">
                      <a16:creationId xmlns:a16="http://schemas.microsoft.com/office/drawing/2014/main" id="{E9B5FC9F-ACA4-C81C-FA04-167E59B84DA3}"/>
                    </a:ext>
                  </a:extLst>
                </p14:cNvPr>
                <p14:cNvContentPartPr/>
                <p14:nvPr/>
              </p14:nvContentPartPr>
              <p14:xfrm>
                <a:off x="10397682" y="6448990"/>
                <a:ext cx="60120" cy="273240"/>
              </p14:xfrm>
            </p:contentPart>
          </mc:Choice>
          <mc:Fallback>
            <p:pic>
              <p:nvPicPr>
                <p:cNvPr id="119" name="Ink 118">
                  <a:extLst>
                    <a:ext uri="{FF2B5EF4-FFF2-40B4-BE49-F238E27FC236}">
                      <a16:creationId xmlns:a16="http://schemas.microsoft.com/office/drawing/2014/main" id="{E9B5FC9F-ACA4-C81C-FA04-167E59B84DA3}"/>
                    </a:ext>
                  </a:extLst>
                </p:cNvPr>
                <p:cNvPicPr/>
                <p:nvPr/>
              </p:nvPicPr>
              <p:blipFill>
                <a:blip r:embed="rId174"/>
                <a:stretch>
                  <a:fillRect/>
                </a:stretch>
              </p:blipFill>
              <p:spPr>
                <a:xfrm>
                  <a:off x="10389042" y="6440350"/>
                  <a:ext cx="77760" cy="29088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20" name="Ink 119">
                  <a:extLst>
                    <a:ext uri="{FF2B5EF4-FFF2-40B4-BE49-F238E27FC236}">
                      <a16:creationId xmlns:a16="http://schemas.microsoft.com/office/drawing/2014/main" id="{7C482C82-40FC-7B1F-9688-5DC9818F4EF2}"/>
                    </a:ext>
                  </a:extLst>
                </p14:cNvPr>
                <p14:cNvContentPartPr/>
                <p14:nvPr/>
              </p14:nvContentPartPr>
              <p14:xfrm>
                <a:off x="10458162" y="6574630"/>
                <a:ext cx="240840" cy="104760"/>
              </p14:xfrm>
            </p:contentPart>
          </mc:Choice>
          <mc:Fallback>
            <p:pic>
              <p:nvPicPr>
                <p:cNvPr id="120" name="Ink 119">
                  <a:extLst>
                    <a:ext uri="{FF2B5EF4-FFF2-40B4-BE49-F238E27FC236}">
                      <a16:creationId xmlns:a16="http://schemas.microsoft.com/office/drawing/2014/main" id="{7C482C82-40FC-7B1F-9688-5DC9818F4EF2}"/>
                    </a:ext>
                  </a:extLst>
                </p:cNvPr>
                <p:cNvPicPr/>
                <p:nvPr/>
              </p:nvPicPr>
              <p:blipFill>
                <a:blip r:embed="rId176"/>
                <a:stretch>
                  <a:fillRect/>
                </a:stretch>
              </p:blipFill>
              <p:spPr>
                <a:xfrm>
                  <a:off x="10449162" y="6565990"/>
                  <a:ext cx="25848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21" name="Ink 120">
                  <a:extLst>
                    <a:ext uri="{FF2B5EF4-FFF2-40B4-BE49-F238E27FC236}">
                      <a16:creationId xmlns:a16="http://schemas.microsoft.com/office/drawing/2014/main" id="{B240D668-673B-5677-FC12-42044AF1719C}"/>
                    </a:ext>
                  </a:extLst>
                </p14:cNvPr>
                <p14:cNvContentPartPr/>
                <p14:nvPr/>
              </p14:nvContentPartPr>
              <p14:xfrm>
                <a:off x="11099682" y="6608830"/>
                <a:ext cx="279720" cy="28080"/>
              </p14:xfrm>
            </p:contentPart>
          </mc:Choice>
          <mc:Fallback>
            <p:pic>
              <p:nvPicPr>
                <p:cNvPr id="121" name="Ink 120">
                  <a:extLst>
                    <a:ext uri="{FF2B5EF4-FFF2-40B4-BE49-F238E27FC236}">
                      <a16:creationId xmlns:a16="http://schemas.microsoft.com/office/drawing/2014/main" id="{B240D668-673B-5677-FC12-42044AF1719C}"/>
                    </a:ext>
                  </a:extLst>
                </p:cNvPr>
                <p:cNvPicPr/>
                <p:nvPr/>
              </p:nvPicPr>
              <p:blipFill>
                <a:blip r:embed="rId178"/>
                <a:stretch>
                  <a:fillRect/>
                </a:stretch>
              </p:blipFill>
              <p:spPr>
                <a:xfrm>
                  <a:off x="11090682" y="6600190"/>
                  <a:ext cx="297360" cy="4572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23" name="Ink 122">
                  <a:extLst>
                    <a:ext uri="{FF2B5EF4-FFF2-40B4-BE49-F238E27FC236}">
                      <a16:creationId xmlns:a16="http://schemas.microsoft.com/office/drawing/2014/main" id="{F80AE0AB-C7E4-36D7-530D-CA972EB0C00E}"/>
                    </a:ext>
                  </a:extLst>
                </p14:cNvPr>
                <p14:cNvContentPartPr/>
                <p14:nvPr/>
              </p14:nvContentPartPr>
              <p14:xfrm>
                <a:off x="8845002" y="4825750"/>
                <a:ext cx="1380600" cy="723240"/>
              </p14:xfrm>
            </p:contentPart>
          </mc:Choice>
          <mc:Fallback>
            <p:pic>
              <p:nvPicPr>
                <p:cNvPr id="123" name="Ink 122">
                  <a:extLst>
                    <a:ext uri="{FF2B5EF4-FFF2-40B4-BE49-F238E27FC236}">
                      <a16:creationId xmlns:a16="http://schemas.microsoft.com/office/drawing/2014/main" id="{F80AE0AB-C7E4-36D7-530D-CA972EB0C00E}"/>
                    </a:ext>
                  </a:extLst>
                </p:cNvPr>
                <p:cNvPicPr/>
                <p:nvPr/>
              </p:nvPicPr>
              <p:blipFill>
                <a:blip r:embed="rId180"/>
                <a:stretch>
                  <a:fillRect/>
                </a:stretch>
              </p:blipFill>
              <p:spPr>
                <a:xfrm>
                  <a:off x="8836362" y="4816750"/>
                  <a:ext cx="1398240" cy="740880"/>
                </a:xfrm>
                <a:prstGeom prst="rect">
                  <a:avLst/>
                </a:prstGeom>
              </p:spPr>
            </p:pic>
          </mc:Fallback>
        </mc:AlternateContent>
      </p:grpSp>
    </p:spTree>
    <p:extLst>
      <p:ext uri="{BB962C8B-B14F-4D97-AF65-F5344CB8AC3E}">
        <p14:creationId xmlns:p14="http://schemas.microsoft.com/office/powerpoint/2010/main" val="91619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circle(in)">
                                      <p:cBhvr>
                                        <p:cTn id="49" dur="20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5"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2000"/>
                                        <p:tgtEl>
                                          <p:spTgt spid="13"/>
                                        </p:tgtEl>
                                      </p:cBhvr>
                                    </p:animEffect>
                                    <p:anim calcmode="lin" valueType="num">
                                      <p:cBhvr>
                                        <p:cTn id="62" dur="2000" fill="hold"/>
                                        <p:tgtEl>
                                          <p:spTgt spid="13"/>
                                        </p:tgtEl>
                                        <p:attrNameLst>
                                          <p:attrName>ppt_w</p:attrName>
                                        </p:attrNameLst>
                                      </p:cBhvr>
                                      <p:tavLst>
                                        <p:tav tm="0" fmla="#ppt_w*sin(2.5*pi*$)">
                                          <p:val>
                                            <p:fltVal val="0"/>
                                          </p:val>
                                        </p:tav>
                                        <p:tav tm="100000">
                                          <p:val>
                                            <p:fltVal val="1"/>
                                          </p:val>
                                        </p:tav>
                                      </p:tavLst>
                                    </p:anim>
                                    <p:anim calcmode="lin" valueType="num">
                                      <p:cBhvr>
                                        <p:cTn id="63" dur="20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animBg="1"/>
      <p:bldP spid="8" grpId="0" animBg="1"/>
      <p:bldP spid="9" grpId="0" animBg="1"/>
      <p:bldP spid="10" grpId="0" animBg="1"/>
      <p:bldP spid="11" grpId="0" animBg="1"/>
      <p:bldP spid="12" grpId="0" animBg="1"/>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Business Application Studio</a:t>
            </a:r>
            <a:endParaRPr lang="en-US" dirty="0"/>
          </a:p>
        </p:txBody>
      </p:sp>
      <p:sp>
        <p:nvSpPr>
          <p:cNvPr id="6" name="TextBox 5">
            <a:extLst>
              <a:ext uri="{FF2B5EF4-FFF2-40B4-BE49-F238E27FC236}">
                <a16:creationId xmlns:a16="http://schemas.microsoft.com/office/drawing/2014/main" id="{C594CE1D-B3DA-A62D-88CA-50DE7E765445}"/>
              </a:ext>
            </a:extLst>
          </p:cNvPr>
          <p:cNvSpPr txBox="1"/>
          <p:nvPr/>
        </p:nvSpPr>
        <p:spPr>
          <a:xfrm>
            <a:off x="94877" y="980728"/>
            <a:ext cx="11999069" cy="2246769"/>
          </a:xfrm>
          <a:prstGeom prst="rect">
            <a:avLst/>
          </a:prstGeom>
          <a:noFill/>
        </p:spPr>
        <p:txBody>
          <a:bodyPr wrap="square">
            <a:spAutoFit/>
          </a:bodyPr>
          <a:lstStyle/>
          <a:p>
            <a:pPr algn="l"/>
            <a:r>
              <a:rPr lang="en-US" sz="2000" b="0" i="0" dirty="0">
                <a:solidFill>
                  <a:schemeClr val="bg1"/>
                </a:solidFill>
                <a:effectLst/>
                <a:latin typeface="72-Regular"/>
              </a:rPr>
              <a:t>SAP Business Application Studio is a development environment available on SAP Business Technology Platform. Before you can start developing using SAP Business Application Studio.</a:t>
            </a:r>
          </a:p>
          <a:p>
            <a:pPr algn="l"/>
            <a:r>
              <a:rPr lang="en-US" sz="2000" b="0" i="0" dirty="0">
                <a:solidFill>
                  <a:schemeClr val="bg1"/>
                </a:solidFill>
                <a:effectLst/>
                <a:latin typeface="72-Regular"/>
              </a:rPr>
              <a:t>In an Enterprise Account you can set up SAP Business Application Studio as a Free-Tier service by checking its </a:t>
            </a:r>
            <a:r>
              <a:rPr lang="en-US" sz="2000" b="0" i="0" dirty="0">
                <a:solidFill>
                  <a:schemeClr val="bg1"/>
                </a:solidFill>
                <a:effectLst/>
                <a:latin typeface="72-Bold"/>
              </a:rPr>
              <a:t>free</a:t>
            </a:r>
            <a:r>
              <a:rPr lang="en-US" sz="2000" b="0" i="0" dirty="0">
                <a:solidFill>
                  <a:schemeClr val="bg1"/>
                </a:solidFill>
                <a:effectLst/>
                <a:latin typeface="72-Regular"/>
              </a:rPr>
              <a:t> plan during its entitlement configuration.</a:t>
            </a:r>
          </a:p>
          <a:p>
            <a:br>
              <a:rPr lang="en-US" sz="2000" dirty="0">
                <a:solidFill>
                  <a:schemeClr val="bg1"/>
                </a:solidFill>
              </a:rPr>
            </a:br>
            <a:br>
              <a:rPr lang="en-US" sz="2000" dirty="0">
                <a:solidFill>
                  <a:schemeClr val="bg1"/>
                </a:solidFill>
              </a:rPr>
            </a:br>
            <a:endParaRPr lang="en-US" sz="2000" dirty="0">
              <a:solidFill>
                <a:schemeClr val="bg1"/>
              </a:solidFill>
            </a:endParaRPr>
          </a:p>
        </p:txBody>
      </p:sp>
      <p:pic>
        <p:nvPicPr>
          <p:cNvPr id="1026" name="Picture 2" descr="launch sap business application studio">
            <a:extLst>
              <a:ext uri="{FF2B5EF4-FFF2-40B4-BE49-F238E27FC236}">
                <a16:creationId xmlns:a16="http://schemas.microsoft.com/office/drawing/2014/main" id="{45B63570-F26D-A3DA-B361-D7EDE2AAA5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2004" y="2852936"/>
            <a:ext cx="6696744" cy="36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388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Dev Space in BAS</a:t>
            </a:r>
          </a:p>
        </p:txBody>
      </p:sp>
      <p:sp>
        <p:nvSpPr>
          <p:cNvPr id="17" name="Rectangle 16">
            <a:extLst>
              <a:ext uri="{FF2B5EF4-FFF2-40B4-BE49-F238E27FC236}">
                <a16:creationId xmlns:a16="http://schemas.microsoft.com/office/drawing/2014/main" id="{BDC1B650-F7AB-4DF4-479E-6E9EA76770BC}"/>
              </a:ext>
            </a:extLst>
          </p:cNvPr>
          <p:cNvSpPr/>
          <p:nvPr/>
        </p:nvSpPr>
        <p:spPr>
          <a:xfrm>
            <a:off x="981844" y="5805264"/>
            <a:ext cx="10009112" cy="711081"/>
          </a:xfrm>
          <a:prstGeom prst="rect">
            <a:avLst/>
          </a:prstGeom>
          <a:solidFill>
            <a:schemeClr val="accent4">
              <a:lumMod val="7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IaaS – Infrastructure as a Service</a:t>
            </a:r>
            <a:endParaRPr lang="en-US" dirty="0"/>
          </a:p>
        </p:txBody>
      </p:sp>
      <p:sp>
        <p:nvSpPr>
          <p:cNvPr id="18" name="Rectangle 17">
            <a:extLst>
              <a:ext uri="{FF2B5EF4-FFF2-40B4-BE49-F238E27FC236}">
                <a16:creationId xmlns:a16="http://schemas.microsoft.com/office/drawing/2014/main" id="{DD1DB476-E02C-82F6-8D1A-6016946C24F4}"/>
              </a:ext>
            </a:extLst>
          </p:cNvPr>
          <p:cNvSpPr/>
          <p:nvPr/>
        </p:nvSpPr>
        <p:spPr>
          <a:xfrm>
            <a:off x="986946" y="4437112"/>
            <a:ext cx="10009112" cy="1115319"/>
          </a:xfrm>
          <a:prstGeom prst="rect">
            <a:avLst/>
          </a:prstGeom>
          <a:solidFill>
            <a:schemeClr val="accent4">
              <a:lumMod val="7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SAP BTP – Platform as a Service</a:t>
            </a:r>
            <a:endParaRPr lang="en-US" dirty="0"/>
          </a:p>
        </p:txBody>
      </p:sp>
      <p:sp>
        <p:nvSpPr>
          <p:cNvPr id="19" name="Rectangle 18">
            <a:extLst>
              <a:ext uri="{FF2B5EF4-FFF2-40B4-BE49-F238E27FC236}">
                <a16:creationId xmlns:a16="http://schemas.microsoft.com/office/drawing/2014/main" id="{89EEE269-6CAC-FCAE-3101-01FB77B70447}"/>
              </a:ext>
            </a:extLst>
          </p:cNvPr>
          <p:cNvSpPr/>
          <p:nvPr/>
        </p:nvSpPr>
        <p:spPr>
          <a:xfrm>
            <a:off x="981844" y="3473198"/>
            <a:ext cx="10009112" cy="711081"/>
          </a:xfrm>
          <a:prstGeom prst="rect">
            <a:avLst/>
          </a:prstGeom>
          <a:solidFill>
            <a:schemeClr val="accent4">
              <a:lumMod val="7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SAP BAS – Business App Studio</a:t>
            </a:r>
            <a:endParaRPr lang="en-US" dirty="0"/>
          </a:p>
        </p:txBody>
      </p:sp>
      <p:sp>
        <p:nvSpPr>
          <p:cNvPr id="20" name="Smiley Face 19">
            <a:extLst>
              <a:ext uri="{FF2B5EF4-FFF2-40B4-BE49-F238E27FC236}">
                <a16:creationId xmlns:a16="http://schemas.microsoft.com/office/drawing/2014/main" id="{5939B698-1347-5870-D247-F9E45CA78A21}"/>
              </a:ext>
            </a:extLst>
          </p:cNvPr>
          <p:cNvSpPr/>
          <p:nvPr/>
        </p:nvSpPr>
        <p:spPr>
          <a:xfrm>
            <a:off x="1125860"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miley Face 20">
            <a:extLst>
              <a:ext uri="{FF2B5EF4-FFF2-40B4-BE49-F238E27FC236}">
                <a16:creationId xmlns:a16="http://schemas.microsoft.com/office/drawing/2014/main" id="{C126ABD9-EFE0-A42A-B1F7-43C982841B4F}"/>
              </a:ext>
            </a:extLst>
          </p:cNvPr>
          <p:cNvSpPr/>
          <p:nvPr/>
        </p:nvSpPr>
        <p:spPr>
          <a:xfrm>
            <a:off x="2710036"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miley Face 21">
            <a:extLst>
              <a:ext uri="{FF2B5EF4-FFF2-40B4-BE49-F238E27FC236}">
                <a16:creationId xmlns:a16="http://schemas.microsoft.com/office/drawing/2014/main" id="{38EFB29A-3506-2B63-2C81-189C0D48D09E}"/>
              </a:ext>
            </a:extLst>
          </p:cNvPr>
          <p:cNvSpPr/>
          <p:nvPr/>
        </p:nvSpPr>
        <p:spPr>
          <a:xfrm>
            <a:off x="4438228"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miley Face 22">
            <a:extLst>
              <a:ext uri="{FF2B5EF4-FFF2-40B4-BE49-F238E27FC236}">
                <a16:creationId xmlns:a16="http://schemas.microsoft.com/office/drawing/2014/main" id="{806381B3-A5F3-9EEE-09FA-6C62C392C21A}"/>
              </a:ext>
            </a:extLst>
          </p:cNvPr>
          <p:cNvSpPr/>
          <p:nvPr/>
        </p:nvSpPr>
        <p:spPr>
          <a:xfrm>
            <a:off x="6241331" y="784923"/>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miley Face 23">
            <a:extLst>
              <a:ext uri="{FF2B5EF4-FFF2-40B4-BE49-F238E27FC236}">
                <a16:creationId xmlns:a16="http://schemas.microsoft.com/office/drawing/2014/main" id="{B1A74A0F-0775-3446-1858-4CEFA8F955A0}"/>
              </a:ext>
            </a:extLst>
          </p:cNvPr>
          <p:cNvSpPr/>
          <p:nvPr/>
        </p:nvSpPr>
        <p:spPr>
          <a:xfrm>
            <a:off x="8304471" y="784923"/>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6401AF4-348B-66F7-3106-0A6B01EAFF5E}"/>
              </a:ext>
            </a:extLst>
          </p:cNvPr>
          <p:cNvSpPr txBox="1"/>
          <p:nvPr/>
        </p:nvSpPr>
        <p:spPr>
          <a:xfrm>
            <a:off x="5734372" y="1628800"/>
            <a:ext cx="6264696" cy="1477328"/>
          </a:xfrm>
          <a:prstGeom prst="rect">
            <a:avLst/>
          </a:prstGeom>
          <a:noFill/>
        </p:spPr>
        <p:txBody>
          <a:bodyPr wrap="square" rtlCol="0">
            <a:spAutoFit/>
          </a:bodyPr>
          <a:lstStyle/>
          <a:p>
            <a:pPr marL="285750" indent="-285750">
              <a:buFont typeface="Arial" panose="020B0604020202020204" pitchFamily="34" charset="0"/>
              <a:buChar char="•"/>
            </a:pPr>
            <a:r>
              <a:rPr lang="en-US" sz="1800" dirty="0">
                <a:solidFill>
                  <a:srgbClr val="FF0000"/>
                </a:solidFill>
              </a:rPr>
              <a:t>We don’t want a single developer to consume all the available resources</a:t>
            </a:r>
          </a:p>
          <a:p>
            <a:pPr marL="285750" indent="-285750">
              <a:buFont typeface="Arial" panose="020B0604020202020204" pitchFamily="34" charset="0"/>
              <a:buChar char="•"/>
            </a:pPr>
            <a:r>
              <a:rPr lang="en-US" sz="1800" dirty="0">
                <a:solidFill>
                  <a:srgbClr val="FF0000"/>
                </a:solidFill>
              </a:rPr>
              <a:t>We want a clear isolation of one developer with another</a:t>
            </a:r>
          </a:p>
          <a:p>
            <a:pPr marL="285750" indent="-285750">
              <a:buFont typeface="Arial" panose="020B0604020202020204" pitchFamily="34" charset="0"/>
              <a:buChar char="•"/>
            </a:pPr>
            <a:r>
              <a:rPr lang="en-US" sz="1800" dirty="0">
                <a:solidFill>
                  <a:srgbClr val="FF0000"/>
                </a:solidFill>
              </a:rPr>
              <a:t>Pre-configured by sap for specific development</a:t>
            </a:r>
          </a:p>
          <a:p>
            <a:r>
              <a:rPr lang="en-US" sz="1800" dirty="0">
                <a:solidFill>
                  <a:srgbClr val="FF0000"/>
                </a:solidFill>
              </a:rPr>
              <a:t>Solution - Virtualize</a:t>
            </a:r>
          </a:p>
        </p:txBody>
      </p:sp>
      <p:sp>
        <p:nvSpPr>
          <p:cNvPr id="26" name="Rectangle 25">
            <a:extLst>
              <a:ext uri="{FF2B5EF4-FFF2-40B4-BE49-F238E27FC236}">
                <a16:creationId xmlns:a16="http://schemas.microsoft.com/office/drawing/2014/main" id="{7BA8F4EC-11B3-5EFF-EF93-2BA08C3E35A3}"/>
              </a:ext>
            </a:extLst>
          </p:cNvPr>
          <p:cNvSpPr/>
          <p:nvPr/>
        </p:nvSpPr>
        <p:spPr>
          <a:xfrm>
            <a:off x="981844" y="2060848"/>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7" name="Rectangle 26">
            <a:extLst>
              <a:ext uri="{FF2B5EF4-FFF2-40B4-BE49-F238E27FC236}">
                <a16:creationId xmlns:a16="http://schemas.microsoft.com/office/drawing/2014/main" id="{DBD2BB0E-599E-0962-4C77-91109A4D9C54}"/>
              </a:ext>
            </a:extLst>
          </p:cNvPr>
          <p:cNvSpPr/>
          <p:nvPr/>
        </p:nvSpPr>
        <p:spPr>
          <a:xfrm>
            <a:off x="2458008" y="2058700"/>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8" name="Rectangle 27">
            <a:extLst>
              <a:ext uri="{FF2B5EF4-FFF2-40B4-BE49-F238E27FC236}">
                <a16:creationId xmlns:a16="http://schemas.microsoft.com/office/drawing/2014/main" id="{FA7CD5C9-81B7-2433-A65B-748BA1E9CCAD}"/>
              </a:ext>
            </a:extLst>
          </p:cNvPr>
          <p:cNvSpPr/>
          <p:nvPr/>
        </p:nvSpPr>
        <p:spPr>
          <a:xfrm>
            <a:off x="3946987" y="2037670"/>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9" name="Explosion: 8 Points 28">
            <a:extLst>
              <a:ext uri="{FF2B5EF4-FFF2-40B4-BE49-F238E27FC236}">
                <a16:creationId xmlns:a16="http://schemas.microsoft.com/office/drawing/2014/main" id="{D2C17AAB-8CC5-373A-CEA9-A57771005ED2}"/>
              </a:ext>
            </a:extLst>
          </p:cNvPr>
          <p:cNvSpPr/>
          <p:nvPr/>
        </p:nvSpPr>
        <p:spPr>
          <a:xfrm>
            <a:off x="646896" y="1808015"/>
            <a:ext cx="839004" cy="597895"/>
          </a:xfrm>
          <a:prstGeom prst="irregularSeal1">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445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Modules for using CAP</a:t>
            </a:r>
            <a:endParaRPr lang="en-IN" sz="3600" dirty="0">
              <a:latin typeface="Cooper Black" panose="0208090404030B020404" pitchFamily="18" charset="0"/>
            </a:endParaRPr>
          </a:p>
        </p:txBody>
      </p:sp>
      <p:sp>
        <p:nvSpPr>
          <p:cNvPr id="3" name="TextBox 2">
            <a:extLst>
              <a:ext uri="{FF2B5EF4-FFF2-40B4-BE49-F238E27FC236}">
                <a16:creationId xmlns:a16="http://schemas.microsoft.com/office/drawing/2014/main" id="{3BD5C468-C983-C981-7134-1C975624C2ED}"/>
              </a:ext>
            </a:extLst>
          </p:cNvPr>
          <p:cNvSpPr txBox="1"/>
          <p:nvPr/>
        </p:nvSpPr>
        <p:spPr>
          <a:xfrm>
            <a:off x="189757" y="836712"/>
            <a:ext cx="11809312" cy="440120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We need to install sap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(Development kit), This kit includes required framework libraries and source code to build, test, deploy, run cap applications. It comes along with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CLI which will be used by developers to quickly generate the cap project skeleton. This module needs to be installed globally in our system if we are using VS Code, in case we use BAS, this module is pre-installed.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npm</a:t>
            </a:r>
            <a:r>
              <a:rPr kumimoji="0" lang="en-US" sz="2000" b="1" i="0" u="none" strike="noStrike" kern="0" cap="none" spc="0" normalizeH="0" baseline="0" noProof="0" dirty="0">
                <a:ln>
                  <a:noFill/>
                </a:ln>
                <a:solidFill>
                  <a:prstClr val="white"/>
                </a:solidFill>
                <a:effectLst/>
                <a:uLnTx/>
                <a:uFillTx/>
                <a:latin typeface="Segoe UI"/>
                <a:ea typeface="+mn-ea"/>
                <a:cs typeface="+mn-cs"/>
              </a:rPr>
              <a:t> install -g @sap/cds-dk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      node version &gt;= 14</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Check if the CAP is installed in my system </a:t>
            </a:r>
            <a:r>
              <a:rPr kumimoji="0" lang="en-US" sz="2000" b="0"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–v &amp;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--help</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Create a folder in our computer, and run </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init</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command. This will create a project skeleton automatically which includes </a:t>
            </a:r>
            <a:r>
              <a:rPr kumimoji="0" lang="en-US" sz="2000" b="1" i="0" u="none" strike="noStrike" kern="0" cap="none" spc="0" normalizeH="0" baseline="0" noProof="0" dirty="0" err="1">
                <a:ln>
                  <a:noFill/>
                </a:ln>
                <a:solidFill>
                  <a:prstClr val="white"/>
                </a:solidFill>
                <a:effectLst/>
                <a:uLnTx/>
                <a:uFillTx/>
                <a:latin typeface="Segoe UI"/>
                <a:ea typeface="+mn-ea"/>
                <a:cs typeface="+mn-cs"/>
              </a:rPr>
              <a:t>db</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srv</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ui</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folders.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If you want to quickly manage multiple node versions in your computer you can use </a:t>
            </a:r>
            <a:r>
              <a:rPr kumimoji="0" lang="en-IN" sz="2000" b="0" i="0" u="none" strike="noStrike" kern="0" cap="none" spc="0" normalizeH="0" baseline="0" noProof="0" dirty="0" err="1">
                <a:ln>
                  <a:noFill/>
                </a:ln>
                <a:solidFill>
                  <a:prstClr val="white"/>
                </a:solidFill>
                <a:effectLst/>
                <a:uLnTx/>
                <a:uFillTx/>
                <a:latin typeface="Segoe UI"/>
                <a:ea typeface="+mn-ea"/>
                <a:cs typeface="+mn-cs"/>
              </a:rPr>
              <a:t>nvm</a:t>
            </a:r>
            <a:r>
              <a:rPr kumimoji="0" lang="en-IN" sz="2000" b="0" i="0" u="none" strike="noStrike" kern="0" cap="none" spc="0" normalizeH="0" baseline="0" noProof="0" dirty="0">
                <a:ln>
                  <a:noFill/>
                </a:ln>
                <a:solidFill>
                  <a:prstClr val="white"/>
                </a:solidFill>
                <a:effectLst/>
                <a:uLnTx/>
                <a:uFillTx/>
                <a:latin typeface="Segoe UI"/>
                <a:ea typeface="+mn-ea"/>
                <a:cs typeface="+mn-cs"/>
              </a:rPr>
              <a:t> tool - </a:t>
            </a:r>
            <a:r>
              <a:rPr kumimoji="0" lang="en-IN" sz="20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https://github.com/coreybutler/nvm-windows/releases</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When we make constant changes to the project, we want project to detect a correction and automatically restart the server. We can use the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watch </a:t>
            </a:r>
            <a:r>
              <a:rPr kumimoji="0" lang="en-IN" sz="2000" b="0" i="0" u="none" strike="noStrike" kern="0" cap="none" spc="0" normalizeH="0" baseline="0" noProof="0" dirty="0">
                <a:ln>
                  <a:noFill/>
                </a:ln>
                <a:solidFill>
                  <a:prstClr val="white"/>
                </a:solidFill>
                <a:effectLst/>
                <a:uLnTx/>
                <a:uFillTx/>
                <a:latin typeface="Segoe UI"/>
                <a:ea typeface="+mn-ea"/>
                <a:cs typeface="+mn-cs"/>
              </a:rPr>
              <a:t>command instead of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run</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8436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AE33-034B-63E1-BDE2-F22807810A6B}"/>
              </a:ext>
            </a:extLst>
          </p:cNvPr>
          <p:cNvSpPr>
            <a:spLocks noGrp="1"/>
          </p:cNvSpPr>
          <p:nvPr>
            <p:ph type="title"/>
          </p:nvPr>
        </p:nvSpPr>
        <p:spPr/>
        <p:txBody>
          <a:bodyPr/>
          <a:lstStyle/>
          <a:p>
            <a:endParaRPr lang="en-IN"/>
          </a:p>
        </p:txBody>
      </p:sp>
      <p:sp>
        <p:nvSpPr>
          <p:cNvPr id="3" name="Rectangle 2">
            <a:extLst>
              <a:ext uri="{FF2B5EF4-FFF2-40B4-BE49-F238E27FC236}">
                <a16:creationId xmlns:a16="http://schemas.microsoft.com/office/drawing/2014/main" id="{CD0F4478-04E7-DD42-C3A5-E82582E0DDD6}"/>
              </a:ext>
            </a:extLst>
          </p:cNvPr>
          <p:cNvSpPr/>
          <p:nvPr/>
        </p:nvSpPr>
        <p:spPr>
          <a:xfrm>
            <a:off x="3718148" y="4797152"/>
            <a:ext cx="3816424" cy="10801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Database – tables, views, structures, types</a:t>
            </a:r>
          </a:p>
        </p:txBody>
      </p:sp>
      <p:sp>
        <p:nvSpPr>
          <p:cNvPr id="4" name="Rectangle 3">
            <a:extLst>
              <a:ext uri="{FF2B5EF4-FFF2-40B4-BE49-F238E27FC236}">
                <a16:creationId xmlns:a16="http://schemas.microsoft.com/office/drawing/2014/main" id="{47282151-B1D1-CD36-91EC-09FAE637D21E}"/>
              </a:ext>
            </a:extLst>
          </p:cNvPr>
          <p:cNvSpPr/>
          <p:nvPr/>
        </p:nvSpPr>
        <p:spPr>
          <a:xfrm>
            <a:off x="3718148" y="3429000"/>
            <a:ext cx="3816424" cy="10801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Service – logic, manipulation, services</a:t>
            </a:r>
          </a:p>
        </p:txBody>
      </p:sp>
      <p:sp>
        <p:nvSpPr>
          <p:cNvPr id="5" name="Rectangle 4">
            <a:extLst>
              <a:ext uri="{FF2B5EF4-FFF2-40B4-BE49-F238E27FC236}">
                <a16:creationId xmlns:a16="http://schemas.microsoft.com/office/drawing/2014/main" id="{104697CB-5FFA-37CF-57B0-D8C34D473959}"/>
              </a:ext>
            </a:extLst>
          </p:cNvPr>
          <p:cNvSpPr/>
          <p:nvPr/>
        </p:nvSpPr>
        <p:spPr>
          <a:xfrm>
            <a:off x="3718148" y="2084710"/>
            <a:ext cx="3816424" cy="10801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App – UI/UX</a:t>
            </a:r>
          </a:p>
        </p:txBody>
      </p:sp>
    </p:spTree>
    <p:extLst>
      <p:ext uri="{BB962C8B-B14F-4D97-AF65-F5344CB8AC3E}">
        <p14:creationId xmlns:p14="http://schemas.microsoft.com/office/powerpoint/2010/main" val="3135477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DB Design</a:t>
            </a:r>
          </a:p>
        </p:txBody>
      </p:sp>
      <p:sp>
        <p:nvSpPr>
          <p:cNvPr id="3" name="Rectangle 2">
            <a:extLst>
              <a:ext uri="{FF2B5EF4-FFF2-40B4-BE49-F238E27FC236}">
                <a16:creationId xmlns:a16="http://schemas.microsoft.com/office/drawing/2014/main" id="{EA20F50A-CB9E-23E1-DC37-E78CCBD617BA}"/>
              </a:ext>
            </a:extLst>
          </p:cNvPr>
          <p:cNvSpPr/>
          <p:nvPr/>
        </p:nvSpPr>
        <p:spPr>
          <a:xfrm>
            <a:off x="449806" y="2889216"/>
            <a:ext cx="2448272" cy="1296144"/>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Business partner</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t>
            </a:r>
            <a:r>
              <a:rPr kumimoji="0" lang="en-US" sz="1800" b="0" i="0" u="none" strike="noStrike" kern="1200" cap="none" spc="0" normalizeH="0" baseline="0" noProof="0" dirty="0">
                <a:ln>
                  <a:noFill/>
                </a:ln>
                <a:solidFill>
                  <a:prstClr val="white"/>
                </a:solidFill>
                <a:effectLst/>
                <a:uLnTx/>
                <a:uFillTx/>
                <a:latin typeface="Segoe UI"/>
                <a:ea typeface="+mn-ea"/>
                <a:cs typeface="+mn-cs"/>
              </a:rPr>
              <a:t>Customers, Suppliers)</a:t>
            </a: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3C70A250-995E-4FAE-671E-12D15849E10E}"/>
              </a:ext>
            </a:extLst>
          </p:cNvPr>
          <p:cNvSpPr/>
          <p:nvPr/>
        </p:nvSpPr>
        <p:spPr>
          <a:xfrm>
            <a:off x="449806" y="1310939"/>
            <a:ext cx="2448272" cy="786189"/>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Addresses</a:t>
            </a:r>
          </a:p>
        </p:txBody>
      </p:sp>
      <p:cxnSp>
        <p:nvCxnSpPr>
          <p:cNvPr id="5" name="Straight Connector 4">
            <a:extLst>
              <a:ext uri="{FF2B5EF4-FFF2-40B4-BE49-F238E27FC236}">
                <a16:creationId xmlns:a16="http://schemas.microsoft.com/office/drawing/2014/main" id="{23CAA533-07B7-451A-408E-566D8082B1EF}"/>
              </a:ext>
            </a:extLst>
          </p:cNvPr>
          <p:cNvCxnSpPr>
            <a:stCxn id="4" idx="2"/>
            <a:endCxn id="3" idx="0"/>
          </p:cNvCxnSpPr>
          <p:nvPr/>
        </p:nvCxnSpPr>
        <p:spPr>
          <a:xfrm>
            <a:off x="1673942" y="2097128"/>
            <a:ext cx="0" cy="7920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5EE02F7-7DF6-2EE9-BEA7-743EC18A42AE}"/>
              </a:ext>
            </a:extLst>
          </p:cNvPr>
          <p:cNvSpPr/>
          <p:nvPr/>
        </p:nvSpPr>
        <p:spPr>
          <a:xfrm>
            <a:off x="4122214" y="2924944"/>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a:t>
            </a:r>
          </a:p>
        </p:txBody>
      </p:sp>
      <p:cxnSp>
        <p:nvCxnSpPr>
          <p:cNvPr id="7" name="Connector: Elbow 6">
            <a:extLst>
              <a:ext uri="{FF2B5EF4-FFF2-40B4-BE49-F238E27FC236}">
                <a16:creationId xmlns:a16="http://schemas.microsoft.com/office/drawing/2014/main" id="{F917C211-2860-8724-D9F5-9329ABAE0B00}"/>
              </a:ext>
            </a:extLst>
          </p:cNvPr>
          <p:cNvCxnSpPr>
            <a:cxnSpLocks/>
            <a:stCxn id="3" idx="3"/>
            <a:endCxn id="6" idx="1"/>
          </p:cNvCxnSpPr>
          <p:nvPr/>
        </p:nvCxnSpPr>
        <p:spPr>
          <a:xfrm flipV="1">
            <a:off x="2898078" y="3336198"/>
            <a:ext cx="1224136" cy="201090"/>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2F37EE8-FC34-37D5-E210-AFE042B15CA9}"/>
              </a:ext>
            </a:extLst>
          </p:cNvPr>
          <p:cNvSpPr/>
          <p:nvPr/>
        </p:nvSpPr>
        <p:spPr>
          <a:xfrm>
            <a:off x="4103572" y="4703191"/>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 Items</a:t>
            </a:r>
          </a:p>
        </p:txBody>
      </p:sp>
      <p:cxnSp>
        <p:nvCxnSpPr>
          <p:cNvPr id="9" name="Connector: Elbow 8">
            <a:extLst>
              <a:ext uri="{FF2B5EF4-FFF2-40B4-BE49-F238E27FC236}">
                <a16:creationId xmlns:a16="http://schemas.microsoft.com/office/drawing/2014/main" id="{B5AE692E-309C-6D07-FB96-3BDA7FC1B78D}"/>
              </a:ext>
            </a:extLst>
          </p:cNvPr>
          <p:cNvCxnSpPr>
            <a:stCxn id="6" idx="2"/>
            <a:endCxn id="8" idx="0"/>
          </p:cNvCxnSpPr>
          <p:nvPr/>
        </p:nvCxnSpPr>
        <p:spPr>
          <a:xfrm rot="5400000">
            <a:off x="4859159" y="4216000"/>
            <a:ext cx="955740" cy="18642"/>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DDE7273-06D2-D315-6382-B8DD1BF36F53}"/>
              </a:ext>
            </a:extLst>
          </p:cNvPr>
          <p:cNvSpPr/>
          <p:nvPr/>
        </p:nvSpPr>
        <p:spPr>
          <a:xfrm>
            <a:off x="8442694" y="4617408"/>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a:t>
            </a:r>
          </a:p>
        </p:txBody>
      </p:sp>
      <p:cxnSp>
        <p:nvCxnSpPr>
          <p:cNvPr id="11" name="Connector: Elbow 10">
            <a:extLst>
              <a:ext uri="{FF2B5EF4-FFF2-40B4-BE49-F238E27FC236}">
                <a16:creationId xmlns:a16="http://schemas.microsoft.com/office/drawing/2014/main" id="{6ECB2D63-79EE-1B31-E55B-79CAEC7FF367}"/>
              </a:ext>
            </a:extLst>
          </p:cNvPr>
          <p:cNvCxnSpPr>
            <a:stCxn id="8" idx="3"/>
            <a:endCxn id="10" idx="1"/>
          </p:cNvCxnSpPr>
          <p:nvPr/>
        </p:nvCxnSpPr>
        <p:spPr>
          <a:xfrm>
            <a:off x="6551844" y="5114445"/>
            <a:ext cx="1890850" cy="10795"/>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9DF3925-FFE3-01C8-92A3-82EA23EC9784}"/>
              </a:ext>
            </a:extLst>
          </p:cNvPr>
          <p:cNvSpPr/>
          <p:nvPr/>
        </p:nvSpPr>
        <p:spPr>
          <a:xfrm>
            <a:off x="8457382" y="2828365"/>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 Text</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(localized)</a:t>
            </a:r>
          </a:p>
        </p:txBody>
      </p:sp>
      <p:cxnSp>
        <p:nvCxnSpPr>
          <p:cNvPr id="13" name="Connector: Elbow 12">
            <a:extLst>
              <a:ext uri="{FF2B5EF4-FFF2-40B4-BE49-F238E27FC236}">
                <a16:creationId xmlns:a16="http://schemas.microsoft.com/office/drawing/2014/main" id="{EBDD0C4B-85D4-E4B5-4A6C-6D11C2F9A5D5}"/>
              </a:ext>
            </a:extLst>
          </p:cNvPr>
          <p:cNvCxnSpPr>
            <a:stCxn id="12" idx="2"/>
            <a:endCxn id="10" idx="0"/>
          </p:cNvCxnSpPr>
          <p:nvPr/>
        </p:nvCxnSpPr>
        <p:spPr>
          <a:xfrm rot="5400000">
            <a:off x="9431500" y="4223374"/>
            <a:ext cx="773380" cy="14688"/>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3DC6AFA-1A63-88AE-E9CA-25885343CC64}"/>
              </a:ext>
            </a:extLst>
          </p:cNvPr>
          <p:cNvSpPr txBox="1"/>
          <p:nvPr/>
        </p:nvSpPr>
        <p:spPr>
          <a:xfrm>
            <a:off x="1853963" y="2241144"/>
            <a:ext cx="1116122" cy="461665"/>
          </a:xfrm>
          <a:prstGeom prst="rect">
            <a:avLst/>
          </a:prstGeom>
          <a:noFill/>
          <a:ln>
            <a:no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5" name="TextBox 14">
            <a:extLst>
              <a:ext uri="{FF2B5EF4-FFF2-40B4-BE49-F238E27FC236}">
                <a16:creationId xmlns:a16="http://schemas.microsoft.com/office/drawing/2014/main" id="{E3F4B239-2E8C-B6BF-1237-BF1705B90805}"/>
              </a:ext>
            </a:extLst>
          </p:cNvPr>
          <p:cNvSpPr txBox="1"/>
          <p:nvPr/>
        </p:nvSpPr>
        <p:spPr>
          <a:xfrm>
            <a:off x="3096377" y="2895202"/>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6" name="TextBox 15">
            <a:extLst>
              <a:ext uri="{FF2B5EF4-FFF2-40B4-BE49-F238E27FC236}">
                <a16:creationId xmlns:a16="http://schemas.microsoft.com/office/drawing/2014/main" id="{4FAE37F6-701D-F062-A38D-693DE4C4C026}"/>
              </a:ext>
            </a:extLst>
          </p:cNvPr>
          <p:cNvSpPr txBox="1"/>
          <p:nvPr/>
        </p:nvSpPr>
        <p:spPr>
          <a:xfrm>
            <a:off x="5571790" y="3994488"/>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7" name="TextBox 16">
            <a:extLst>
              <a:ext uri="{FF2B5EF4-FFF2-40B4-BE49-F238E27FC236}">
                <a16:creationId xmlns:a16="http://schemas.microsoft.com/office/drawing/2014/main" id="{8B15D7C1-BF60-5530-53BD-C009CCE0D8F0}"/>
              </a:ext>
            </a:extLst>
          </p:cNvPr>
          <p:cNvSpPr txBox="1"/>
          <p:nvPr/>
        </p:nvSpPr>
        <p:spPr>
          <a:xfrm>
            <a:off x="7218558" y="4730269"/>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8" name="TextBox 17">
            <a:extLst>
              <a:ext uri="{FF2B5EF4-FFF2-40B4-BE49-F238E27FC236}">
                <a16:creationId xmlns:a16="http://schemas.microsoft.com/office/drawing/2014/main" id="{DAB2FCD0-92E2-B406-33F3-FB25960B1291}"/>
              </a:ext>
            </a:extLst>
          </p:cNvPr>
          <p:cNvSpPr txBox="1"/>
          <p:nvPr/>
        </p:nvSpPr>
        <p:spPr>
          <a:xfrm>
            <a:off x="9954862" y="3985420"/>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Tree>
    <p:extLst>
      <p:ext uri="{BB962C8B-B14F-4D97-AF65-F5344CB8AC3E}">
        <p14:creationId xmlns:p14="http://schemas.microsoft.com/office/powerpoint/2010/main" val="184549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Create DB Module</a:t>
            </a:r>
            <a:endParaRPr lang="en-US" dirty="0"/>
          </a:p>
        </p:txBody>
      </p:sp>
      <p:sp>
        <p:nvSpPr>
          <p:cNvPr id="5" name="TextBox 4">
            <a:extLst>
              <a:ext uri="{FF2B5EF4-FFF2-40B4-BE49-F238E27FC236}">
                <a16:creationId xmlns:a16="http://schemas.microsoft.com/office/drawing/2014/main" id="{C21469E4-175F-C0F0-122A-A58E62C81574}"/>
              </a:ext>
            </a:extLst>
          </p:cNvPr>
          <p:cNvSpPr txBox="1"/>
          <p:nvPr/>
        </p:nvSpPr>
        <p:spPr>
          <a:xfrm>
            <a:off x="189756" y="980728"/>
            <a:ext cx="11665296" cy="1200329"/>
          </a:xfrm>
          <a:prstGeom prst="rect">
            <a:avLst/>
          </a:prstGeom>
          <a:noFill/>
          <a:ln>
            <a:solidFill>
              <a:schemeClr val="bg1"/>
            </a:solid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Solution:</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a:ea typeface="+mn-ea"/>
                <a:cs typeface="+mn-cs"/>
                <a:hlinkClick r:id="rId2"/>
              </a:rPr>
              <a:t>https://github.com/soyuztechnologies/SAP_BTP_Training_CLD200/blob/master/Day%203/01%20db.zip</a:t>
            </a:r>
            <a:endParaRPr kumimoji="0" lang="en-US" sz="24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1026" name="Picture 2" descr="Database icons for free download | Freepik">
            <a:extLst>
              <a:ext uri="{FF2B5EF4-FFF2-40B4-BE49-F238E27FC236}">
                <a16:creationId xmlns:a16="http://schemas.microsoft.com/office/drawing/2014/main" id="{53697E66-CE08-835A-8815-829DBD6ED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172" y="2708920"/>
            <a:ext cx="3580656" cy="3580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15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Reuse Types and aspects</a:t>
            </a:r>
            <a:endParaRPr lang="en-US" dirty="0"/>
          </a:p>
        </p:txBody>
      </p:sp>
      <p:sp>
        <p:nvSpPr>
          <p:cNvPr id="3" name="TextBox 2">
            <a:extLst>
              <a:ext uri="{FF2B5EF4-FFF2-40B4-BE49-F238E27FC236}">
                <a16:creationId xmlns:a16="http://schemas.microsoft.com/office/drawing/2014/main" id="{7D710071-42A0-95C3-A71A-A66D7DB444D3}"/>
              </a:ext>
            </a:extLst>
          </p:cNvPr>
          <p:cNvSpPr txBox="1"/>
          <p:nvPr/>
        </p:nvSpPr>
        <p:spPr>
          <a:xfrm>
            <a:off x="189756" y="791728"/>
            <a:ext cx="11809312" cy="3170099"/>
          </a:xfrm>
          <a:prstGeom prst="rect">
            <a:avLst/>
          </a:prstGeom>
          <a:noFill/>
        </p:spPr>
        <p:txBody>
          <a:bodyPr wrap="square" rtlCol="0">
            <a:spAutoFit/>
          </a:bodyPr>
          <a:lstStyle/>
          <a:p>
            <a:r>
              <a:rPr lang="en-US" sz="2000" dirty="0">
                <a:solidFill>
                  <a:schemeClr val="bg1"/>
                </a:solidFill>
              </a:rPr>
              <a:t>When we design database artefacts, at times we have many similar objects and their data types. Instead of hardcoding the type as primitive type, it is recommended to create custom data types. Using custom data type increase reusability and reduce maintenance.</a:t>
            </a:r>
          </a:p>
          <a:p>
            <a:r>
              <a:rPr lang="en-US" sz="2000" dirty="0">
                <a:solidFill>
                  <a:schemeClr val="bg1"/>
                </a:solidFill>
              </a:rPr>
              <a:t>When we create a separate CDS file for reuse purpose and consume it. This file contain types, enumerators and aspects.</a:t>
            </a:r>
          </a:p>
          <a:p>
            <a:endParaRPr lang="en-US" sz="2000" dirty="0">
              <a:solidFill>
                <a:schemeClr val="bg1"/>
              </a:solidFill>
            </a:endParaRPr>
          </a:p>
          <a:p>
            <a:r>
              <a:rPr lang="en-US" sz="2000" dirty="0">
                <a:solidFill>
                  <a:schemeClr val="bg1"/>
                </a:solidFill>
              </a:rPr>
              <a:t>Every project would need some common aspects and types related to primary key generation, admin data (created by, created on, changed by, changed on) – temporal, Currency.</a:t>
            </a:r>
          </a:p>
          <a:p>
            <a:endParaRPr lang="en-IN" sz="2000" dirty="0">
              <a:solidFill>
                <a:schemeClr val="bg1"/>
              </a:solidFill>
            </a:endParaRPr>
          </a:p>
          <a:p>
            <a:r>
              <a:rPr lang="en-IN" sz="2000" dirty="0">
                <a:solidFill>
                  <a:schemeClr val="bg1"/>
                </a:solidFill>
              </a:rPr>
              <a:t>Aspect (structures in </a:t>
            </a:r>
            <a:r>
              <a:rPr lang="en-IN" sz="2000" dirty="0" err="1">
                <a:solidFill>
                  <a:schemeClr val="bg1"/>
                </a:solidFill>
              </a:rPr>
              <a:t>abap</a:t>
            </a:r>
            <a:r>
              <a:rPr lang="en-IN" sz="2000" dirty="0">
                <a:solidFill>
                  <a:schemeClr val="bg1"/>
                </a:solidFill>
              </a:rPr>
              <a:t>) is combination of many fields.</a:t>
            </a:r>
          </a:p>
        </p:txBody>
      </p:sp>
    </p:spTree>
    <p:extLst>
      <p:ext uri="{BB962C8B-B14F-4D97-AF65-F5344CB8AC3E}">
        <p14:creationId xmlns:p14="http://schemas.microsoft.com/office/powerpoint/2010/main" val="33397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Service creation</a:t>
            </a:r>
            <a:endParaRPr lang="en-US" dirty="0"/>
          </a:p>
        </p:txBody>
      </p:sp>
      <p:pic>
        <p:nvPicPr>
          <p:cNvPr id="2050" name="Picture 2" descr="Page 12 | Clean Input Images - Free Download on Freepik">
            <a:extLst>
              <a:ext uri="{FF2B5EF4-FFF2-40B4-BE49-F238E27FC236}">
                <a16:creationId xmlns:a16="http://schemas.microsoft.com/office/drawing/2014/main" id="{BAA36297-F35D-C0B5-2012-493056F98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6140" y="2996952"/>
            <a:ext cx="3374505" cy="33745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5E34EB-DCB8-C785-1853-C655B5BF6A95}"/>
              </a:ext>
            </a:extLst>
          </p:cNvPr>
          <p:cNvSpPr txBox="1"/>
          <p:nvPr/>
        </p:nvSpPr>
        <p:spPr>
          <a:xfrm>
            <a:off x="189756" y="980728"/>
            <a:ext cx="11737304" cy="1200329"/>
          </a:xfrm>
          <a:prstGeom prst="rect">
            <a:avLst/>
          </a:prstGeom>
          <a:noFill/>
          <a:ln>
            <a:solidFill>
              <a:schemeClr val="bg1"/>
            </a:solidFill>
          </a:ln>
        </p:spPr>
        <p:txBody>
          <a:bodyPr wrap="square" rtlCol="0">
            <a:spAutoFit/>
          </a:bodyPr>
          <a:lstStyle/>
          <a:p>
            <a:r>
              <a:rPr lang="en-US" dirty="0">
                <a:solidFill>
                  <a:schemeClr val="bg1"/>
                </a:solidFill>
              </a:rPr>
              <a:t>Solution</a:t>
            </a:r>
          </a:p>
          <a:p>
            <a:r>
              <a:rPr lang="en-US" dirty="0">
                <a:solidFill>
                  <a:schemeClr val="bg1"/>
                </a:solidFill>
                <a:hlinkClick r:id="rId3"/>
              </a:rPr>
              <a:t>https://github.com/soyuztechnologies/SAP_BTP_Training_CLD200/blob/master/Day%203/02%20srv.zip</a:t>
            </a:r>
            <a:endParaRPr lang="en-US" dirty="0">
              <a:solidFill>
                <a:schemeClr val="bg1"/>
              </a:solidFill>
            </a:endParaRPr>
          </a:p>
        </p:txBody>
      </p:sp>
    </p:spTree>
    <p:extLst>
      <p:ext uri="{BB962C8B-B14F-4D97-AF65-F5344CB8AC3E}">
        <p14:creationId xmlns:p14="http://schemas.microsoft.com/office/powerpoint/2010/main" val="3656999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71F3-7223-6535-6631-0650302FAD8B}"/>
              </a:ext>
            </a:extLst>
          </p:cNvPr>
          <p:cNvSpPr>
            <a:spLocks noGrp="1"/>
          </p:cNvSpPr>
          <p:nvPr>
            <p:ph type="title"/>
          </p:nvPr>
        </p:nvSpPr>
        <p:spPr/>
        <p:txBody>
          <a:bodyPr/>
          <a:lstStyle/>
          <a:p>
            <a:r>
              <a:rPr lang="en-US" dirty="0"/>
              <a:t>Introduction to CDS Views</a:t>
            </a:r>
          </a:p>
        </p:txBody>
      </p:sp>
      <p:sp>
        <p:nvSpPr>
          <p:cNvPr id="4" name="TextBox 3">
            <a:extLst>
              <a:ext uri="{FF2B5EF4-FFF2-40B4-BE49-F238E27FC236}">
                <a16:creationId xmlns:a16="http://schemas.microsoft.com/office/drawing/2014/main" id="{F93B2F40-10EC-C526-D717-5D1C55DAF2E7}"/>
              </a:ext>
            </a:extLst>
          </p:cNvPr>
          <p:cNvSpPr txBox="1"/>
          <p:nvPr/>
        </p:nvSpPr>
        <p:spPr>
          <a:xfrm>
            <a:off x="130881" y="784925"/>
            <a:ext cx="11927061" cy="2862322"/>
          </a:xfrm>
          <a:prstGeom prst="rect">
            <a:avLst/>
          </a:prstGeom>
          <a:noFill/>
        </p:spPr>
        <p:txBody>
          <a:bodyPr wrap="square">
            <a:spAutoFit/>
          </a:bodyPr>
          <a:lstStyle/>
          <a:p>
            <a:r>
              <a:rPr lang="en-US" sz="2000" dirty="0">
                <a:solidFill>
                  <a:schemeClr val="bg1"/>
                </a:solidFill>
              </a:rPr>
              <a:t>1. Usually we have all our data distributed across multiple tables, and if we need to get this data out, we need to write complex queries with joins. It becomes very complex to handle the maintenance of these large queries. Views will simplify the consumption and make it easy to maintenance.</a:t>
            </a:r>
          </a:p>
          <a:p>
            <a:r>
              <a:rPr lang="en-US" sz="2000" dirty="0">
                <a:solidFill>
                  <a:schemeClr val="bg1"/>
                </a:solidFill>
              </a:rPr>
              <a:t>2. We can perform operations like aggregation on the view.</a:t>
            </a:r>
          </a:p>
          <a:p>
            <a:r>
              <a:rPr lang="en-US" sz="2000" dirty="0">
                <a:solidFill>
                  <a:schemeClr val="bg1"/>
                </a:solidFill>
              </a:rPr>
              <a:t>3. Security</a:t>
            </a:r>
          </a:p>
          <a:p>
            <a:r>
              <a:rPr lang="en-US" sz="2000" dirty="0">
                <a:solidFill>
                  <a:schemeClr val="bg1"/>
                </a:solidFill>
              </a:rPr>
              <a:t>4. CDS views are also the contracts for data consumption</a:t>
            </a:r>
          </a:p>
          <a:p>
            <a:r>
              <a:rPr lang="en-US" sz="2000" dirty="0">
                <a:solidFill>
                  <a:schemeClr val="bg1"/>
                </a:solidFill>
              </a:rPr>
              <a:t>5. They include annotations which drive functionality.</a:t>
            </a:r>
          </a:p>
          <a:p>
            <a:r>
              <a:rPr lang="en-US" sz="2000" dirty="0">
                <a:solidFill>
                  <a:schemeClr val="bg1"/>
                </a:solidFill>
              </a:rPr>
              <a:t>6. View provide lose coupling to load data. Whereas when we use queries and joins, they are always tight coupling.</a:t>
            </a:r>
            <a:endParaRPr lang="en-IN" sz="2000" dirty="0">
              <a:solidFill>
                <a:schemeClr val="bg1"/>
              </a:solidFill>
            </a:endParaRPr>
          </a:p>
        </p:txBody>
      </p:sp>
      <p:sp>
        <p:nvSpPr>
          <p:cNvPr id="5" name="Rectangle 4">
            <a:extLst>
              <a:ext uri="{FF2B5EF4-FFF2-40B4-BE49-F238E27FC236}">
                <a16:creationId xmlns:a16="http://schemas.microsoft.com/office/drawing/2014/main" id="{F0D287AE-20B2-4CAD-0046-02C2B69712EA}"/>
              </a:ext>
            </a:extLst>
          </p:cNvPr>
          <p:cNvSpPr/>
          <p:nvPr/>
        </p:nvSpPr>
        <p:spPr>
          <a:xfrm>
            <a:off x="5446340" y="3789040"/>
            <a:ext cx="1800200" cy="2160240"/>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a:t>
            </a:r>
          </a:p>
        </p:txBody>
      </p:sp>
      <p:sp>
        <p:nvSpPr>
          <p:cNvPr id="6" name="Arrow: Right 5">
            <a:extLst>
              <a:ext uri="{FF2B5EF4-FFF2-40B4-BE49-F238E27FC236}">
                <a16:creationId xmlns:a16="http://schemas.microsoft.com/office/drawing/2014/main" id="{2000159E-ACDA-6DBB-DC5F-1AC1515897A5}"/>
              </a:ext>
            </a:extLst>
          </p:cNvPr>
          <p:cNvSpPr/>
          <p:nvPr/>
        </p:nvSpPr>
        <p:spPr>
          <a:xfrm>
            <a:off x="7179342" y="4213674"/>
            <a:ext cx="1944216" cy="936104"/>
          </a:xfrm>
          <a:prstGeom prst="rightArrow">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Load what is needed</a:t>
            </a:r>
          </a:p>
        </p:txBody>
      </p:sp>
      <p:sp>
        <p:nvSpPr>
          <p:cNvPr id="7" name="Rectangle 6">
            <a:extLst>
              <a:ext uri="{FF2B5EF4-FFF2-40B4-BE49-F238E27FC236}">
                <a16:creationId xmlns:a16="http://schemas.microsoft.com/office/drawing/2014/main" id="{F745815F-5E17-7D9A-42DC-0AA3D9422CB3}"/>
              </a:ext>
            </a:extLst>
          </p:cNvPr>
          <p:cNvSpPr/>
          <p:nvPr/>
        </p:nvSpPr>
        <p:spPr>
          <a:xfrm>
            <a:off x="9123558" y="3853634"/>
            <a:ext cx="2664296" cy="1872208"/>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 items</a:t>
            </a:r>
          </a:p>
        </p:txBody>
      </p:sp>
      <p:sp>
        <p:nvSpPr>
          <p:cNvPr id="8" name="Rectangle 7">
            <a:extLst>
              <a:ext uri="{FF2B5EF4-FFF2-40B4-BE49-F238E27FC236}">
                <a16:creationId xmlns:a16="http://schemas.microsoft.com/office/drawing/2014/main" id="{24B7DD77-5F7E-3374-6366-C97D3A0D58E3}"/>
              </a:ext>
            </a:extLst>
          </p:cNvPr>
          <p:cNvSpPr/>
          <p:nvPr/>
        </p:nvSpPr>
        <p:spPr>
          <a:xfrm>
            <a:off x="189756" y="3789040"/>
            <a:ext cx="4968552"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2"/>
              </a:rPr>
              <a:t>https://github.com/soyuztechnologies/SAP_BTP_Training_CLD200/blob/master/Day%203/01%20db/01db/CDSViews.cds</a:t>
            </a:r>
            <a:endParaRPr lang="en-US" dirty="0"/>
          </a:p>
        </p:txBody>
      </p:sp>
    </p:spTree>
    <p:extLst>
      <p:ext uri="{BB962C8B-B14F-4D97-AF65-F5344CB8AC3E}">
        <p14:creationId xmlns:p14="http://schemas.microsoft.com/office/powerpoint/2010/main" val="383963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72374-4141-516C-26A1-A350786D67CE}"/>
              </a:ext>
            </a:extLst>
          </p:cNvPr>
          <p:cNvSpPr>
            <a:spLocks noGrp="1"/>
          </p:cNvSpPr>
          <p:nvPr>
            <p:ph type="title"/>
          </p:nvPr>
        </p:nvSpPr>
        <p:spPr/>
        <p:txBody>
          <a:bodyPr/>
          <a:lstStyle/>
          <a:p>
            <a:r>
              <a:rPr lang="en-US" dirty="0"/>
              <a:t>Views – (CDS Views)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CFACC54-D083-39E6-7313-64BBE519DDFC}"/>
                  </a:ext>
                </a:extLst>
              </p14:cNvPr>
              <p14:cNvContentPartPr/>
              <p14:nvPr/>
            </p14:nvContentPartPr>
            <p14:xfrm>
              <a:off x="658444" y="2979116"/>
              <a:ext cx="360" cy="360"/>
            </p14:xfrm>
          </p:contentPart>
        </mc:Choice>
        <mc:Fallback xmlns="">
          <p:pic>
            <p:nvPicPr>
              <p:cNvPr id="3" name="Ink 2">
                <a:extLst>
                  <a:ext uri="{FF2B5EF4-FFF2-40B4-BE49-F238E27FC236}">
                    <a16:creationId xmlns:a16="http://schemas.microsoft.com/office/drawing/2014/main" id="{7CFACC54-D083-39E6-7313-64BBE519DDFC}"/>
                  </a:ext>
                </a:extLst>
              </p:cNvPr>
              <p:cNvPicPr/>
              <p:nvPr/>
            </p:nvPicPr>
            <p:blipFill>
              <a:blip r:embed="rId3"/>
              <a:stretch>
                <a:fillRect/>
              </a:stretch>
            </p:blipFill>
            <p:spPr>
              <a:xfrm>
                <a:off x="649444" y="297011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00B18A42-295D-3682-652A-5565771C4637}"/>
                  </a:ext>
                </a:extLst>
              </p14:cNvPr>
              <p14:cNvContentPartPr/>
              <p14:nvPr/>
            </p14:nvContentPartPr>
            <p14:xfrm>
              <a:off x="1474564" y="471515"/>
              <a:ext cx="360" cy="360"/>
            </p14:xfrm>
          </p:contentPart>
        </mc:Choice>
        <mc:Fallback xmlns="">
          <p:pic>
            <p:nvPicPr>
              <p:cNvPr id="4" name="Ink 3">
                <a:extLst>
                  <a:ext uri="{FF2B5EF4-FFF2-40B4-BE49-F238E27FC236}">
                    <a16:creationId xmlns:a16="http://schemas.microsoft.com/office/drawing/2014/main" id="{00B18A42-295D-3682-652A-5565771C4637}"/>
                  </a:ext>
                </a:extLst>
              </p:cNvPr>
              <p:cNvPicPr/>
              <p:nvPr/>
            </p:nvPicPr>
            <p:blipFill>
              <a:blip r:embed="rId3"/>
              <a:stretch>
                <a:fillRect/>
              </a:stretch>
            </p:blipFill>
            <p:spPr>
              <a:xfrm>
                <a:off x="1465924" y="462875"/>
                <a:ext cx="18000" cy="18000"/>
              </a:xfrm>
              <a:prstGeom prst="rect">
                <a:avLst/>
              </a:prstGeom>
            </p:spPr>
          </p:pic>
        </mc:Fallback>
      </mc:AlternateContent>
    </p:spTree>
    <p:extLst>
      <p:ext uri="{BB962C8B-B14F-4D97-AF65-F5344CB8AC3E}">
        <p14:creationId xmlns:p14="http://schemas.microsoft.com/office/powerpoint/2010/main" val="2021169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3</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40,000+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923980"/>
              <a:ext cx="2236930" cy="95875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Understanding Aspects and associations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01</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2"/>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Working with Service Layer</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02</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Generic Service handlers</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083770"/>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Introduction to Fiori Elements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05</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Business Application Studio</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Adding UI module</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06</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3014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Custom 927">
      <a:dk1>
        <a:sysClr val="windowText" lastClr="000000"/>
      </a:dk1>
      <a:lt1>
        <a:sysClr val="window" lastClr="FFFFFF"/>
      </a:lt1>
      <a:dk2>
        <a:srgbClr val="153153"/>
      </a:dk2>
      <a:lt2>
        <a:srgbClr val="EEECE1"/>
      </a:lt2>
      <a:accent1>
        <a:srgbClr val="FF4823"/>
      </a:accent1>
      <a:accent2>
        <a:srgbClr val="346CE8"/>
      </a:accent2>
      <a:accent3>
        <a:srgbClr val="8BB74C"/>
      </a:accent3>
      <a:accent4>
        <a:srgbClr val="D0AD49"/>
      </a:accent4>
      <a:accent5>
        <a:srgbClr val="5CEEA6"/>
      </a:accent5>
      <a:accent6>
        <a:srgbClr val="7740B5"/>
      </a:accent6>
      <a:hlink>
        <a:srgbClr val="0000FF"/>
      </a:hlink>
      <a:folHlink>
        <a:srgbClr val="800080"/>
      </a:folHlink>
    </a:clrScheme>
    <a:fontScheme name="slidemodel">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7583</TotalTime>
  <Words>1229</Words>
  <Application>Microsoft Office PowerPoint</Application>
  <PresentationFormat>Custom</PresentationFormat>
  <Paragraphs>181</Paragraphs>
  <Slides>21</Slides>
  <Notes>2</Notes>
  <HiddenSlides>1</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21</vt:i4>
      </vt:variant>
    </vt:vector>
  </HeadingPairs>
  <TitlesOfParts>
    <vt:vector size="34" baseType="lpstr">
      <vt:lpstr>72-Bold</vt:lpstr>
      <vt:lpstr>72-Regular</vt:lpstr>
      <vt:lpstr>Amasis MT Pro</vt:lpstr>
      <vt:lpstr>Amasis MT Pro Black</vt:lpstr>
      <vt:lpstr>Arial</vt:lpstr>
      <vt:lpstr>Arial Black</vt:lpstr>
      <vt:lpstr>Calibri</vt:lpstr>
      <vt:lpstr>Cooper Black</vt:lpstr>
      <vt:lpstr>Segoe UI</vt:lpstr>
      <vt:lpstr>Segoe UI Black</vt:lpstr>
      <vt:lpstr>Segoe UI Light</vt:lpstr>
      <vt:lpstr>Office Theme</vt:lpstr>
      <vt:lpstr>3_Office Theme</vt:lpstr>
      <vt:lpstr>SAP BTP Architect Training</vt:lpstr>
      <vt:lpstr>PowerPoint Presentation</vt:lpstr>
      <vt:lpstr>Agenda – Day 5</vt:lpstr>
      <vt:lpstr>Comparison</vt:lpstr>
      <vt:lpstr>CAPM Introduction</vt:lpstr>
      <vt:lpstr>CDS – Core Data and Services </vt:lpstr>
      <vt:lpstr>Solution – use CAP framework</vt:lpstr>
      <vt:lpstr>Business Application Studio</vt:lpstr>
      <vt:lpstr>Dev Space in BAS</vt:lpstr>
      <vt:lpstr>Hands on: Modules for using CAP</vt:lpstr>
      <vt:lpstr>PowerPoint Presentation</vt:lpstr>
      <vt:lpstr>DB Design</vt:lpstr>
      <vt:lpstr>Hands on: Create DB Module</vt:lpstr>
      <vt:lpstr>Reuse Types and aspects</vt:lpstr>
      <vt:lpstr>Hands on: Service creation</vt:lpstr>
      <vt:lpstr>Introduction to CDS Views</vt:lpstr>
      <vt:lpstr>Views – (CDS Views)</vt:lpstr>
      <vt:lpstr>PowerPoint Presentation</vt:lpstr>
      <vt:lpstr>PowerPoint Presentation</vt:lpstr>
      <vt:lpstr>PowerPoint Presentation</vt:lpstr>
      <vt:lpstr>Agenda – Day 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238</cp:revision>
  <dcterms:created xsi:type="dcterms:W3CDTF">2013-09-12T13:05:01Z</dcterms:created>
  <dcterms:modified xsi:type="dcterms:W3CDTF">2026-06-23T11:28:25Z</dcterms:modified>
</cp:coreProperties>
</file>
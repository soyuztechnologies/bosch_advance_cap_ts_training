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6" r:id="rId2"/>
    <p:sldId id="4122" r:id="rId3"/>
    <p:sldId id="277" r:id="rId4"/>
    <p:sldId id="4795" r:id="rId5"/>
    <p:sldId id="4803" r:id="rId6"/>
    <p:sldId id="4804" r:id="rId7"/>
    <p:sldId id="4805" r:id="rId8"/>
    <p:sldId id="4807" r:id="rId9"/>
    <p:sldId id="4806" r:id="rId10"/>
    <p:sldId id="4772" r:id="rId11"/>
    <p:sldId id="4791" r:id="rId12"/>
    <p:sldId id="4767" r:id="rId13"/>
    <p:sldId id="4768" r:id="rId14"/>
    <p:sldId id="4796" r:id="rId15"/>
    <p:sldId id="4797" r:id="rId16"/>
    <p:sldId id="282" r:id="rId17"/>
    <p:sldId id="280" r:id="rId18"/>
    <p:sldId id="4711" r:id="rId19"/>
    <p:sldId id="4786" r:id="rId20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84" autoAdjust="0"/>
    <p:restoredTop sz="95250" autoAdjust="0"/>
  </p:normalViewPr>
  <p:slideViewPr>
    <p:cSldViewPr>
      <p:cViewPr varScale="1">
        <p:scale>
          <a:sx n="105" d="100"/>
          <a:sy n="105" d="100"/>
        </p:scale>
        <p:origin x="568" y="6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0:01:31.4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24575,'0'3'0,"3"1"0,4 0 0,4-4 0,1-2-8191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0:01:31.9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 0 24575,'-3'0'0,"-5"3"0,-3 2 0,3-1 0,3-4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4T09:08:56.9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01.1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566 182 24575,'17'-1'0,"-1"-1"0,-1-1 0,1-1 0,26-9 0,11-2 0,333-54 0,-64 14 0,-313 53 0,-1 1 0,0-1 0,0 0 0,0-1 0,12-5 0,-20 6 0,-5 2 0,-9 6 0,8 1 0,0 1 0,1 0 0,0 0 0,0 1 0,-5 13 0,-7 14 0,-42 77 0,-74 201 0,102-234 0,-196 592 0,196-558 0,-18 55 0,40-144 0,1 0 0,1 0 0,0 1 0,-2 38 0,11-50 0,-2-14 0,0 0 0,1 0 0,-1 1 0,0-1 0,0 0 0,1 0 0,-1 0 0,0 0 0,0 0 0,1 0 0,-1 0 0,0 0 0,1 0 0,-1 0 0,0 0 0,0 0 0,1 0 0,-1 0 0,0 0 0,0 0 0,1 0 0,-1 0 0,0 0 0,0 0 0,1 0 0,-1 0 0,0-1 0,0 1 0,1 0 0,20-20 0,-13 12 0,25-19 0,1 2 0,68-37 0,-37 24 0,66-32 0,6-5 0,-134 73 0,0 0 0,0 1 0,1-1 0,-1 1 0,0-1 0,0 1 0,1 0 0,5-1 0,-9 2 0,1 0 0,-1 0 0,1 0 0,-1 0 0,1 0 0,-1 1 0,1-1 0,-1 0 0,1 0 0,-1 0 0,1 0 0,-1 0 0,0 1 0,1-1 0,-1 0 0,1 0 0,-1 1 0,0-1 0,1 0 0,-1 1 0,1-1 0,-1 0 0,0 1 0,1 0 0,-1 0 0,1 0 0,-1 1 0,0-1 0,1 0 0,-1 1 0,0-1 0,0 0 0,0 0 0,0 1 0,-1-1 0,1 0 0,0 1 0,0-1 0,-1 2 0,-18 54 0,-3-1 0,-2-1 0,-46 76 0,-29 66 0,25-15 0,-58 135 0,-19-10 0,96-209 0,-244 409 0,234-411 0,24-37 0,1 2 0,-49 106 0,-42 156 0,116-291 0,-1 0 0,-2-1 0,-1-1 0,-31 36 0,43-61 0,5-13 0,7-18 0,-5 21 0,5-35 0,-1-64 0,-1-8 0,38-199 0,10-144 0,-15-105 0,-19 212 0,5-53 0,4 213 0,-25 148 0,-2 33 0,1 0 0,-1 0 0,2 0 0,-1 0 0,1 0 0,0 0 0,1 0 0,-1 1 0,4-10 0,-5 16 0,1 0 0,-1-1 0,0 1 0,0 0 0,0-1 0,1 1 0,-1 0 0,0-1 0,1 1 0,-1 0 0,0 0 0,0-1 0,1 1 0,-1 0 0,0 0 0,1 0 0,-1 0 0,0-1 0,1 1 0,-1 0 0,1 0 0,-1 0 0,0 0 0,1 0 0,-1 0 0,0 0 0,1 0 0,-1 0 0,1 0 0,-1 0 0,0 0 0,1 0 0,-1 0 0,0 0 0,1 1 0,-1-1 0,1 0 0,14 14 0,8 22 0,-1 6 0,-3 1 0,-2 1 0,13 47 0,-27-76 0,-1 1 0,-1-1 0,0 0 0,-2 17 0,7-84 0,3 1 0,29-102 0,-8 38 0,19-127 0,31-435 0,-72 514 0,17-177 0,-18 235-1365,-7 91-5461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0:32.9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1317 178 24575,'0'0'0,"0"0"0,0 0 0,0 0 0,0 0 0,0 0 0,0 0 0,0-1 0,0 1 0,0 0 0,0 0 0,0 0 0,0 0 0,0 0 0,0-1 0,0 1 0,0 0 0,0 0 0,0 0 0,0 0 0,0 0 0,0-1 0,0 1 0,0 0 0,0 0 0,0 0 0,0 0 0,0 0 0,0-1 0,0 1 0,0 0 0,0 0 0,0 0 0,1 0 0,-1 0 0,0 0 0,0 0 0,0-1 0,0 1 0,0 0 0,0 0 0,0 0 0,1 0 0,-1 0 0,0 0 0,0 0 0,0 0 0,0 0 0,0 0 0,1 0 0,-1 0 0,0 0 0,0 0 0,0 0 0,0 0 0,1 0 0,-1 0 0,0 0 0,3 11 0,-5-2 0,0 1 0,0-1 0,-1 0 0,0 0 0,-1-1 0,0 1 0,0-1 0,0 1 0,-1-1 0,-1-1 0,1 1 0,-1-1 0,-1 0 0,-11 10 0,-247 271 0,186-195 0,-20 26 0,5 4 0,5 4 0,6 4 0,5 3 0,-105 255 0,115-212 0,8 4 0,-70 363 0,121-477 0,-3 123 0,13-149 0,2 0 0,1 0 0,2-1 0,15 52 0,-19-84 0,0 0 0,1-1 0,0 1 0,1-1 0,0 0 0,0 0 0,0 0 0,1 0 0,6 6 0,-8-10 0,0 0 0,1 0 0,-1 0 0,1 0 0,0-1 0,0 0 0,0 0 0,0 0 0,0 0 0,0-1 0,1 1 0,-1-1 0,1 0 0,-1-1 0,0 1 0,1-1 0,8 0 0,8-3 0,0-1 0,0-1 0,-1 0 0,0-2 0,0 0 0,28-15 0,0 1 0,1 0 0,2 3 0,-1 1 0,2 3 0,0 2 0,79-7 0,-72 17 0,-1 2 0,74 10 0,112 30 0,-171-27 0,292 30 0,-233-30 0,-129-13 0,0 0 0,0 1 0,0-1 0,0 0 0,0 0 0,0-1 0,0 1 0,0-1 0,3 0 0,-5 0 0,0 1 0,-1-1 0,1 0 0,0 1 0,-1-1 0,1 1 0,-1-1 0,1 0 0,-1 0 0,1 1 0,-1-1 0,1 0 0,-1 0 0,0 0 0,1 1 0,-1-1 0,0 0 0,0 0 0,0 0 0,0 0 0,0 0 0,0 0 0,0 1 0,0-1 0,0 0 0,0 0 0,0 0 0,0 0 0,-1 0 0,1 1 0,0-1 0,-1 0 0,1 0 0,0 0 0,-1 0 0,-11-27 0,-1 2 0,-1-1 0,-2 2 0,-28-38 0,16 30 0,21 26 0,0-1 0,0 1 0,1-1 0,1-1 0,-6-9 0,9 14 0,1 1 0,0 0 0,0-1 0,0 1 0,0-1 0,1 1 0,-1-1 0,1 1 0,0-1 0,0 1 0,0-1 0,1 0 0,-1 1 0,1-1 0,0 1 0,0 0 0,0-1 0,3-5 0,4-5 0,0 0 0,1 1 0,0 0 0,1 0 0,0 1 0,1 0 0,1 1 0,-1 1 0,18-12 0,7-3 0,1 2 0,46-21 0,-7 8 0,105-33 0,-131 53 0,2 2 0,0 3 0,65-6 0,-108 16 0,1 1 0,0-1 0,-1 1 0,1 1 0,0 0 0,-1 0 0,1 1 0,-1 0 0,1 1 0,-1 0 0,0 1 0,0-1 0,0 2 0,-1-1 0,1 1 0,-1 1 0,0-1 0,-1 1 0,1 1 0,-1-1 0,9 12 0,23 32 0,44 75 0,-38-54 0,7 8 0,56 119 0,-90-160 0,-3 1 0,0 0 0,-3 1 0,-1 1 0,8 67 0,-16-50 0,-2-65 0,0 0 0,1 0 0,0 0 0,0 0 0,1 0 0,0 0 0,0 1 0,1-1 0,-1 1 0,1 0 0,7-7 0,-3 2 0,1 1 0,0 0 0,1 0 0,0 1 0,1 0 0,11-7 0,2 3 0,1 0 0,0 2 0,0 1 0,1 1 0,39-9 0,138-15 0,-187 31 0,803-71 0,-470 48 0,-255 17 0,283-14 0,-376 22 0,3 0 0,0 0 0,0 0 0,0 0 0,0 0 0,-1-1 0,1 0 0,6-1 0,-10 1 0,0 1 0,1 0 0,-1 0 0,1-1 0,-1 1 0,1 0 0,-1-1 0,0 1 0,1-1 0,-1 1 0,0 0 0,0-1 0,1 1 0,-1-1 0,0 1 0,0-1 0,1 1 0,-1-1 0,0 1 0,0-1 0,0 1 0,0-1 0,0 0 0,0 0 0,0-1 0,0 0 0,-1 1 0,1-1 0,-1 0 0,1 1 0,-1-1 0,1 1 0,-1-1 0,-2-2 0,-1-3 0,0 0 0,0 0 0,0 0 0,1-1 0,0 1 0,1-1 0,-1 0 0,1 0 0,1 0 0,0 0 0,0 0 0,0 0 0,1 0 0,0 0 0,1 0 0,0 0 0,0 0 0,1 0 0,2-9 0,2-2 0,1-1 0,1 2 0,0-1 0,2 1 0,0 0 0,1 1 0,0 1 0,22-25 0,-12 20 0,0 0 0,1 2 0,2 0 0,0 2 0,31-18 0,-6 9 0,102-39 0,51 1 0,-108 36 0,2 4 0,192-21 0,-271 44 0,0 1 0,0 1 0,-1 0 0,1 1 0,0 0 0,17 6 0,-24-5 0,-1 1 0,0-1 0,1 2 0,-2-1 0,1 1 0,0 0 0,-1 1 0,0 0 0,0 0 0,-1 1 0,11 12 0,-5-2 0,-1 0 0,0 1 0,17 37 0,19 64 0,-15-35 0,8 9 0,37 95 0,-71-168 0,-2-1 0,0 1 0,-2 0 0,0 0 0,-1 1 0,-1-1 0,-2 35 0,-4-39 0,5-15 0,0-1 0,0 0 0,0 0 0,-1 0 0,1 0 0,0 0 0,0 1 0,0-1 0,0 0 0,0 0 0,0 0 0,-1 0 0,1 0 0,0 0 0,0 0 0,0 0 0,0 1 0,0-1 0,-1 0 0,1 0 0,0 0 0,0 0 0,0 0 0,-1 0 0,1 0 0,0 0 0,0 0 0,0 0 0,0 0 0,-1 0 0,1 0 0,0 0 0,0 0 0,0-1 0,0 1 0,-1 0 0,1 0 0,0 0 0,0 0 0,0 0 0,-1-1 0,0-1 0,1 1 0,-1 0 0,0 0 0,1-1 0,-1 1 0,1 0 0,0-1 0,-1 1 0,1 0 0,0-1 0,0 1 0,0 0 0,0-1 0,0 1 0,0-1 0,0 1 0,1-2 0,1-4 0,0 1 0,0 0 0,0 0 0,1 0 0,0 0 0,0 1 0,0-1 0,1 1 0,0 0 0,0 0 0,0 0 0,1 0 0,0 1 0,-1 0 0,2 0 0,-1 0 0,8-4 0,3-1 0,1 0 0,0 1 0,1 1 0,32-8 0,7 2 0,1 2 0,62-2 0,120 3 0,-203 9 0,790 12 0,-1 35 0,-681-37 0,618 39 0,-739-46 0,-16-1 0,0 0 0,0 0 0,1-1 0,-1 0 0,0-1 0,0 0 0,11-2 0,-18 2 0,0 1 0,0 0 0,-1-1 0,1 1 0,0-1 0,0 1 0,-1-1 0,1 1 0,-1-1 0,1 0 0,0 1 0,-1-1 0,1 0 0,-1 0 0,0 1 0,1-1 0,-1 0 0,0 0 0,1 0 0,-1 1 0,0-1 0,0 0 0,1 0 0,-1 0 0,0 0 0,0 1 0,0-1 0,0 0 0,0 0 0,-1 0 0,1 0 0,0 0 0,0 1 0,0-1 0,-1 0 0,1 0 0,-1 0 0,1 1 0,-1-2 0,-22-37 0,16 27 0,-1-2 0,1-1 0,1 0 0,1 0 0,0 0 0,1-1 0,0 0 0,-1-19 0,-2-118 0,7 122 0,-2-158 0,-39-277 0,28 380 0,-22-117 0,26 168 0,0 1 0,-3 0 0,-25-54 0,30 75 0,-1 1 0,0 0 0,-1 0 0,0 1 0,-1 0 0,-1 1 0,1 0 0,-2 0 0,1 1 0,-1 1 0,-1 0 0,1 0 0,-1 2 0,-1-1 0,-21-6 0,-16-2 0,-1 1 0,-102-11 0,122 20 0,-672-53 0,394 39 0,-86-10 0,391 29 0,0-1 0,0 0 0,1-1 0,-1 1 0,0-1 0,1 0 0,-1 0 0,1 0 0,0 0 0,0-1 0,0 0 0,0 0 0,-5-4 0,-2-5 0,0 0 0,-16-24 0,18 23 0,-1 0 0,-20-20 0,-22-12 0,-2 4 0,-2 1 0,-67-34 0,-190-84 0,280 142 0,-212-96-156,-3 12 0,-6 10 0,-458-100-1,-92 71 157,571 101 0,-347 19 0,238 28-28,3 16 0,-522 137 0,779-160 35,-567 164 372,509-138-271,3 6 0,-204 112-1,224-89-1472,109-72-5461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0:33.7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1692 100 24575,'-3'-2'0,"1"1"0,-1-1 0,1 1 0,-1-1 0,0 1 0,0 0 0,1 0 0,-1 0 0,0 0 0,0 1 0,0-1 0,-3 1 0,-37-2 0,14 4 0,0 0 0,1 3 0,-48 12 0,-83 36 0,99-32 0,-807 310 0,691-250 0,146-65 0,1 1 0,0 2 0,-41 35 0,67-51 0,0-1 0,1 1 0,-1-1 0,1 1 0,-1 0 0,1 0 0,0 0 0,0 1 0,1-1 0,-2 4 0,2-6 0,1 0 0,0 0 0,0 1 0,0-1 0,0 0 0,0 0 0,0 1 0,0-1 0,0 0 0,0 0 0,1 1 0,-1-1 0,0 0 0,1 0 0,-1 0 0,1 0 0,0 1 0,-1-1 0,1 0 0,0 0 0,-1 0 0,1 0 0,0 0 0,0-1 0,0 1 0,0 0 0,0 0 0,0-1 0,0 1 0,0 0 0,0-1 0,2 2 0,8 3 0,0-1 0,0 0 0,1 0 0,-1-1 0,1-1 0,13 2 0,78 3 0,-79-7 0,557-20-747,-378 6 599,492-21-515,310-20-491,-971 53 1178,-20 2 70,0-1-1,0 0 0,0-1 0,0 0 0,-1-1 1,16-6-1,-29 9-64,1 0 1,-1 0 0,1 0-1,-1-1 1,1 1-1,-1 0 1,1 0 0,-1 0-1,0-1 1,1 1-1,-1 0 1,1-1 0,-1 1-1,0 0 1,1-1-1,-1 1 1,0-1 0,1 1-1,-1 0 1,0-1-1,0 1 1,1-1 0,-1 1-1,0-1 1,0 1-1,0-1 1,0 1 0,0-1-1,0 0 1,0 1 5,0-1 1,-1 0 0,1 0-1,0 0 1,-1 0 0,1 0 0,-1 1-1,0-1 1,1 0 0,-1 1-1,1-1 1,-1 0 0,0 1-1,-1-2 1,-35-18 425,31 17-393,-65-31 6,1 1-70,-127-82 1,149 81-5,1-2 0,-69-69 0,100 87 0,1 0 0,1 0 0,-22-39 0,29 44 0,1-1 0,0 1 0,1-1 0,1 0 0,0 0 0,1-1 0,-2-16 0,2 12 342,0 20-684,-2 10-1023,0 4-5461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0:34.0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8 24575,'-3'-3'0,"-3"0"0,-5 2 0,1 5 0,1 4 0,3 7 0,5 3 0,3 5 0,0 4 0,4 6 0,0 3 0,2 1 0,0 3 0,1 0 0,2-1 0,5 2 0,3 0 0,-3-8-8191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0:34.9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1381 813 24575,'517'0'0,"-515"0"0,0 0 0,0 0 0,0 0 0,0 0 0,0 0 0,0 0 0,0-1 0,0 1 0,0-1 0,0 0 0,3-1 0,-5 2 0,0 0 0,0 0 0,0-1 0,0 1 0,0 0 0,1 0 0,-1 0 0,0 0 0,0-1 0,0 1 0,0 0 0,0 0 0,0 0 0,0-1 0,0 1 0,0 0 0,0 0 0,0 0 0,0-1 0,-1 1 0,1 0 0,0 0 0,0 0 0,0 0 0,0-1 0,0 1 0,0 0 0,0 0 0,0 0 0,-1 0 0,1 0 0,0-1 0,0 1 0,0 0 0,-1 0 0,-13-9 0,4 3 0,1 1 0,0-2 0,0 1 0,0-1 0,0 0 0,1-1 0,0 0 0,1 0 0,0-1 0,0 0 0,1 0 0,0-1 0,1 1 0,0-1 0,0 0 0,1-1 0,-3-13 0,-2-4 0,-5-17 0,-34-73 0,41 104 0,-1 0 0,0 0 0,-1 1 0,-1 0 0,0 1 0,-1 0 0,0 1 0,0 0 0,-14-9 0,0 3 0,0 2 0,-1 0 0,-1 2 0,0 1 0,-44-12 0,-148-29 0,-256-17 0,11 1 0,380 52 0,100 54 0,-13-32 0,-1 0 0,0 1 0,0-1 0,-1 0 0,0 1 0,0-1 0,0 1 0,0-1 0,-1 1 0,0-1 0,-1 10 0,0-12 0,0 0 0,0 0 0,0 1 0,0-1 0,0 0 0,-1 0 0,0 0 0,1 0 0,-1-1 0,0 1 0,-1 0 0,1-1 0,0 0 0,-1 1 0,1-1 0,-1 0 0,0 0 0,0 0 0,1-1 0,-5 3 0,-15 6 0,10-4 0,0 0 0,-19 13 0,27-15 0,-1 0 0,1 0 0,0 0 0,0 0 0,0 0 0,1 1 0,0 0 0,0 0 0,-4 8 0,3-3 0,0 1 0,1 0 0,0 0 0,1 0 0,0 0 0,0 1 0,2-1 0,-1 0 0,1 1 0,1-1 0,0 1 0,4 13 0,0-2 0,1 0 0,1 0 0,2-1 0,20 40 0,-26-56 0,2 0 0,-1 0 0,1 0 0,0-1 0,0 0 0,0 0 0,1 0 0,-1-1 0,1 1 0,0-1 0,1-1 0,-1 1 0,1-1 0,-1-1 0,1 1 0,0-1 0,0 0 0,8 1 0,15 2 0,1-1 0,59-1 0,-77-3 0,258 0 0,162 2 0,-2 21 0,-357-16-1365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0:35.8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994 175 24575,'0'-5'0,"0"0"0,0 0 0,-1 0 0,0 0 0,0 0 0,-1 0 0,1 0 0,-1 0 0,0 0 0,-1 1 0,1-1 0,-1 1 0,-3-6 0,0 4 0,1 0 0,-1 0 0,0 0 0,-1 1 0,1 0 0,-1 0 0,-12-6 0,2 3 0,1 1 0,-1 1 0,0 0 0,-1 2 0,1 0 0,-1 0 0,-18 0 0,8 3 0,0 1 0,0 2 0,1 0 0,-1 2 0,1 1 0,0 1 0,0 2 0,-26 10 0,21-5 0,1 1 0,1 2 0,1 1 0,0 1 0,1 1 0,-30 28 0,36-26 0,1 1 0,1 0 0,1 1 0,1 2 0,1-1 0,1 2 0,-21 48 0,23-40 0,1 1 0,2 1 0,2 0 0,1 0 0,-6 73 0,12-69 0,2-1 0,1 1 0,2-1 0,2 1 0,2-1 0,1-1 0,2 1 0,1-2 0,3 1 0,1-1 0,1-1 0,41 64 0,-42-78 0,2-1 0,0-1 0,2 0 0,0-1 0,1-1 0,1-1 0,0-1 0,1-1 0,1-1 0,1-1 0,-1 0 0,2-2 0,0-1 0,31 8 0,-24-10 0,1-1 0,0-2 0,0-1 0,0-2 0,1-1 0,-1-2 0,0-1 0,0-1 0,0-2 0,0-1 0,34-12 0,-34 7 0,0-2 0,-1-1 0,-1-1 0,0-2 0,-1-1 0,-1-1 0,-1-2 0,-1 0 0,0-2 0,-2-1 0,-1-2 0,30-38 0,-28 28 0,-3-1 0,0-1 0,-3-1 0,-1-1 0,-2-1 0,-1 0 0,-3-1 0,-1-1 0,8-62 0,-13 54 0,-2 0 0,-2 0 0,-3-1 0,-9-75 0,6 103 0,-1-1 0,-1 1 0,-2 0 0,0 0 0,-2 1 0,0 0 0,-1 1 0,-2 0 0,0 0 0,-2 1 0,-20-25 0,23 34 0,-1 0 0,0 1 0,-1 0 0,0 1 0,-1 0 0,0 1 0,-1 1 0,-18-8 0,12 7 0,-1 2 0,0 0 0,-1 2 0,1 0 0,-32-2 0,8 5 0,1 3 0,-1 1 0,1 2 0,0 2 0,-67 18 0,68-12-341,1 1 0,0 2-1,-61 31 1,55-18-6485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0:36.6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1051 50 24575,'0'-2'0,"-1"1"0,1-1 0,0 1 0,0-1 0,-1 1 0,1 0 0,0-1 0,-1 1 0,0-1 0,1 1 0,-1 0 0,0 0 0,1-1 0,-1 1 0,0 0 0,0 0 0,0 0 0,0 0 0,-2-2 0,0 1 0,0 0 0,0 0 0,-1 1 0,1-1 0,-1 1 0,1-1 0,-6 0 0,-5-1 0,0 1 0,-1 0 0,-13 1 0,-4 2 0,0 1 0,1 1 0,-1 2 0,1 1 0,-51 18 0,35-7 0,1 1 0,-84 49 0,93-44 0,1 2 0,1 1 0,1 1 0,2 2 0,0 2 0,3 1 0,0 1 0,2 1 0,2 1 0,-22 40 0,30-43 0,1 1 0,2 0 0,1 2 0,1-1 0,3 1 0,0 1 0,2 0 0,2 0 0,2 0 0,1 0 0,1 1 0,6 48 0,0-53 0,0-1 0,2-1 0,2 1 0,0-1 0,2-1 0,2 1 0,0-2 0,2 0 0,28 40 0,-20-37 0,2-1 0,1-2 0,0-1 0,2-1 0,2-1 0,0-1 0,47 27 0,-39-29 0,2-1 0,0-3 0,1-1 0,1-2 0,0-1 0,1-3 0,1-1 0,-1-3 0,1-1 0,1-2 0,-1-2 0,0-2 0,1-2 0,63-11 0,-67 3-12,0 0-1,-1-3 1,0-1-1,-1-2 0,0-2 1,59-38-1,-57 28-19,-1-1 0,-1-3 0,-2-1-1,-1-1 1,41-53 0,-42 42 8,-3 0 1,-1-3-1,-3 0 1,-2-2-1,-2-1 1,-2 0 0,-3-2-1,-1-1 1,-4 0-1,-1-1 1,5-59-1,-15 87 24,-2 0 0,0-1 0,-2 1 0,-1-1 0,-1 1 0,-2 0 0,-8-28 0,8 37 0,-1 1 0,-1 0 0,-1 0 0,-1 1 0,0 0 0,-1 0 0,0 1 0,-1 1 0,-1 0 0,-1 0 0,-20-17 0,6 10 48,-1 1 0,-1 2 0,0 1 0,-1 1 1,-1 2-1,-1 1 0,0 1 0,0 2 0,-45-9 0,10 8-369,-1 2 0,-1 3 1,-111 5-1,138 3-6505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13.8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0 461 24575,'18'-5'0,"0"1"0,1 1 0,19-2 0,11-1 0,541-64-345,7 32-395,772-2-2660,-806 29 2731,1360-45-3203,374-8 1494,-1774 53 2378,2719-43 0,-1467 51-688,-254 3 1557,-197-53 3871,-1241 48-3338,-22 2 659,85-15 0,-127 12-3048,-7 0-5258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14.1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 24575,'0'0'0,"0"-1"0,0 0 0,1 0 0,-1 1 0,1-1 0,-1 0 0,0 1 0,1-1 0,-1 1 0,1-1 0,0 0 0,-1 1 0,1-1 0,-1 1 0,1-1 0,0 1 0,-1 0 0,1-1 0,0 1 0,0 0 0,-1-1 0,1 1 0,0 0 0,0 0 0,-1 0 0,1 0 0,1 0 0,26-3 0,-25 2 0,8 2 0,-1-1 0,1 2 0,0-1 0,0 1 0,-1 1 0,1 0 0,-1 0 0,0 1 0,0 1 0,10 5 0,14 10 0,43 32 0,-66-44 0,0 0 0,-1 1 0,0 0 0,0 1 0,-1 0 0,-1 1 0,1 0 0,11 22 0,-17-28 0,-1 0 0,0 1 0,0-1 0,0 1 0,0 0 0,-1 0 0,0 0 0,0-1 0,-1 1 0,1 0 0,-1 0 0,-1 0 0,1 0 0,-1 0 0,0 0 0,0 0 0,-1-1 0,0 1 0,0 0 0,0-1 0,0 1 0,-6 7 0,-17 20-1365,-2-4-5461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0:43.1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115 336 24575,'15'212'0,"0"-41"0,-17 521 0,-35 2 0,19-396 0,-12 144 0,-16 534 0,48-795 0,-3 179 0,-11-218 0,12-140 0,0 0 0,0-1 0,0 1 0,0-1 0,0 1 0,0-1 0,0 1 0,0-1 0,1 1 0,-1-1 0,1 1 0,-1-1 0,1 1 0,-1-1 0,1 1 0,0-1 0,0 0 0,0 1 0,0-1 0,0 0 0,0 0 0,0 0 0,0 0 0,0 0 0,0 0 0,1 0 0,-1 0 0,0 0 0,1-1 0,-1 1 0,1 0 0,-1-1 0,1 1 0,-1-1 0,1 0 0,-1 1 0,2-1 0,7 0 0,-1 0 0,0 0 0,1-1 0,-1 0 0,12-3 0,0 0 0,544-42-365,4 43-167,-345 4 461,1792 0-1256,-2000-1 1371,22 1 649,-36-1-621,0-1 1,0 1-1,0 0 0,0-1 1,0 1-1,-1-1 0,1 1 1,0-1-1,0 0 0,0 0 0,0 0 1,-1 0-1,4-2 0,-4 2-59,-1 0 0,0 0 0,1 0-1,-1 0 1,0 0 0,1 0-1,-1 0 1,0 0 0,0 0 0,0 0-1,0 0 1,0 0 0,0 0-1,0 0 1,0 0 0,0 0 0,0 0-1,-1 0 1,1 0 0,0 0-1,-2-2 1,-11-26 211,6 17-182,-2-12-42,0-1 0,2 0 0,1-1 0,1 0 0,1 0 0,-1-35 0,11-160 0,-4 188 0,39-524-287,5-82-63,-36 480 350,34-625 0,-25 0-1,-43 139 636,12 310-632,12 333-3,0 0 0,0 1 0,0-1 0,0 0 0,0 0 0,0 0 0,-1 0 0,1 1 0,0-1 0,-1 0 0,0 0 0,1 1 0,-1-1 0,0 1 0,0-1 0,0 0 0,0 1 0,0-1 0,0 1 0,0 0 0,-2-2 0,1 2 0,-1 0 0,1 0 0,-1 0 0,1 1 0,-1-1 0,0 1 0,1-1 0,-1 1 0,1 0 0,-1 0 0,0 0 0,1 0 0,-1 0 0,-3 2 0,-135 20 0,-43 6 0,-966 59-371,890-72 256,-137 10 16,-519 27 101,841-51-21,-30 2 524,103-2-498,0-1 1,0 1-1,0 0 1,0-1-1,0 1 1,0 0-1,0 0 0,0 0 1,1 1-1,-1-1 1,0 0-1,1 1 1,-1-1-1,1 1 0,-2 2 1,-19 30-23,15-22 8,-13 14 7,0-2 0,-1 1 0,-1-2 0,-33 25 0,-11 14 0,63-59-47,-1 1 0,1 1 0,0-1 0,0 0 0,1 1 0,-1-1 0,1 1 0,0 0 0,1 0-1,-1 0 1,1 0 0,0 0 0,0 0 0,0 0 0,1 1 0,0-1 0,0 0 0,0 0 0,0 0 0,1 0 0,0 1 0,0-1-1,1 0 1,-1 0 0,1 0 0,0-1 0,0 1 0,4 5 0,3 4-6779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0:44.2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435 288 24575,'1'-6'0,"-1"1"0,1-1 0,1 0 0,-1 0 0,1 1 0,0-1 0,4-5 0,7-26 0,-9 16 0,1-41 0,-4 54 0,-1 0 0,-1 0 0,0 0 0,0 0 0,0 1 0,-1-1 0,0 0 0,-4-9 0,5 14 0,-1 1 0,1 0 0,-1-1 0,0 1 0,1 0 0,-1 0 0,0 0 0,0 0 0,-1 0 0,1 0 0,0 1 0,0-1 0,-1 1 0,1 0 0,-1-1 0,1 1 0,-1 0 0,0 1 0,1-1 0,-1 0 0,0 1 0,0-1 0,0 1 0,1 0 0,-1 0 0,0 0 0,0 0 0,0 1 0,1-1 0,-1 1 0,-3 1 0,-4 0 0,1 1 0,0 1 0,-1-1 0,1 2 0,1-1 0,-1 1 0,-12 10 0,-1 3 0,2 2 0,0 0 0,2 0 0,0 2 0,1 0 0,-26 47 0,19-23 0,2 0 0,-30 92 0,43-106 0,0-1 0,2 2 0,2-1 0,0 1 0,3-1 0,0 1 0,4 40 0,0-59 0,0 1 0,0-1 0,1 0 0,1 0 0,1 0 0,0-1 0,0 1 0,1-1 0,1-1 0,0 1 0,1-1 0,0 0 0,1-1 0,1 0 0,-1 0 0,2-1 0,-1 0 0,22 14 0,-16-14 0,0-1 0,0-1 0,1 0 0,1-2 0,-1 0 0,1 0 0,0-2 0,0 0 0,27 2 0,-29-5 0,-1-1 0,1 0 0,-1-1 0,1 0 0,-1-1 0,0-1 0,0-1 0,0 0 0,0-1 0,0 0 0,22-13 0,-31 15 0,1-2 0,-1 1 0,0-1 0,-1 0 0,1 0 0,-1 0 0,0-1 0,0 0 0,-1 0 0,1 0 0,-2-1 0,5-7 0,-4 3 0,1 0 0,-2 0 0,0 0 0,0-1 0,-1 1 0,0-1 0,-1-13 0,-1-3 0,-1-1 0,-2 0 0,-1 1 0,-1 0 0,-15-44 0,18 65 0,-8-23 0,10 29 0,-1-1 0,1 1 0,-1 0 0,1 0 0,-1 0 0,0 0 0,1 0 0,-1 0 0,0 0 0,0 0 0,0 0 0,0 0 0,0 0 0,0 0 0,0 1 0,0-1 0,0 0 0,-2 0 0,2 1 0,0 0 0,1 1 0,-1-1 0,0 1 0,1-1 0,-1 0 0,0 1 0,1 0 0,-1-1 0,1 1 0,-1-1 0,1 1 0,-1 0 0,1-1 0,-1 1 0,1 0 0,0 0 0,-1-1 0,1 1 0,0 0 0,0 0 0,0-1 0,-1 1 0,1 0 0,0 0 0,0 0 0,0-1 0,0 3 0,-2 26 0,2-29 0,3 60 0,17 105 0,-11-104 0,-6-38 38,1 12-389,2-1 1,1 0-1,21 62 0,-19-78-6475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0:44.9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19 184 24575,'-5'-5'0,"-8"-11"0,12 11 0,9 5 0,-6 1 0,0 0 0,-1 0 0,1 0 0,0 0 0,0 0 0,0 0 0,-1 1 0,1-1 0,-1 1 0,1-1 0,-1 1 0,0 0 0,3 3 0,13 27 0,-16-32 0,9 23 0,-1 0 0,-1 1 0,-1 0 0,0 0 0,-2 0 0,-1 1 0,-2 0 0,1 27 0,-5-38 0,-3-21 0,-3-23 0,6 4 0,0-1 0,2 1 0,1-1 0,6-34 0,-3 43 0,-1 0 0,2 0 0,0 1 0,1 0 0,1 0 0,1 1 0,12-20 0,-19 33 0,2 0 0,-1-1 0,0 1 0,1 0 0,-1 1 0,1-1 0,0 0 0,0 1 0,0-1 0,0 1 0,1 0 0,-1 0 0,1 0 0,-1 1 0,1-1 0,-1 1 0,1 0 0,7-2 0,-7 3 0,1 0 0,-1 1 0,0-1 0,0 1 0,0-1 0,0 1 0,-1 1 0,1-1 0,0 0 0,0 1 0,-1 0 0,1 0 0,-1 0 0,1 0 0,-1 0 0,0 1 0,6 5 0,-2 0 0,-1 0 0,1 0 0,-1 0 0,-1 1 0,0 0 0,0 0 0,0 1 0,-1-1 0,-1 1 0,0 0 0,4 18 0,-6-22 0,0 0 0,0 0 0,-1 0 0,1 1 0,-1-1 0,0 0 0,-1 0 0,0 0 0,0 0 0,0 0 0,0 0 0,-1 0 0,0 0 0,0 0 0,-1-1 0,0 1 0,0-1 0,0 0 0,-1 0 0,-7 9 0,10-13 0,1 0 0,-1-1 0,1 1 0,-1-1 0,0 1 0,0 0 0,1-1 0,-1 0 0,0 1 0,0-1 0,1 1 0,-1-1 0,0 0 0,0 0 0,0 1 0,0-1 0,0 0 0,1 0 0,-2 0 0,1 0 0,1 0 0,-1-1 0,1 1 0,-1 0 0,1 0 0,0-1 0,-1 1 0,1 0 0,-1-1 0,1 1 0,0-1 0,-1 1 0,1 0 0,0-1 0,0 1 0,-1-1 0,1 1 0,0-1 0,0 1 0,0-1 0,-1 1 0,1-2 0,-1-2 0,1 0 0,-1 0 0,1 0 0,0-1 0,0 1 0,2-5 0,1-8 0,1 1 0,1 0 0,0 0 0,1 0 0,10-18 0,1 4 0,31-43 0,-40 61 0,1 1 0,0 1 0,0 0 0,1 0 0,1 1 0,13-9 0,-22 16 0,1 0 0,-1 0 0,1 1 0,0-1 0,0 1 0,0 0 0,0-1 0,0 1 0,0 1 0,0-1 0,0 0 0,0 1 0,0 0 0,0 0 0,0 0 0,1 0 0,-1 0 0,0 0 0,0 1 0,0 0 0,0-1 0,0 1 0,0 0 0,0 1 0,0-1 0,0 0 0,-1 1 0,1 0 0,0-1 0,-1 1 0,1 0 0,2 4 0,1 0 27,-1 1-1,0-1 0,-1 1 0,0 0 1,0 1-1,0-1 0,-1 1 0,0-1 1,0 1-1,-1 0 0,0 0 0,1 12 1,-1-5-271,-1 0 0,-1 0 0,0-1 0,-1 1 1,-1 0-1,-3 15 0,1-13-6582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0:45.7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240 208 24575,'-1'-10'0,"0"0"0,0 0 0,-1 0 0,-1 0 0,0 0 0,0 0 0,-1 1 0,0-1 0,0 1 0,-8-10 0,9 14 0,0 0 0,0 0 0,0 0 0,-1 1 0,0 0 0,0 0 0,0 0 0,-1 0 0,1 0 0,-1 1 0,0 0 0,0 0 0,0 0 0,0 0 0,0 1 0,-1 0 0,1 0 0,-1 1 0,-6-2 0,8 3 0,1 0 0,0 1 0,0-1 0,0 1 0,-1 0 0,1 0 0,0 0 0,0 0 0,0 1 0,0-1 0,1 1 0,-1-1 0,0 1 0,1 0 0,-1 0 0,1 0 0,-1 1 0,1-1 0,0 1 0,0-1 0,0 1 0,0-1 0,1 1 0,-1 0 0,-1 4 0,-2 5 0,0 0 0,0 0 0,1 1 0,-4 24 0,4-6 0,1 0 0,1 0 0,2 1 0,3 31 0,-3-62 0,0 1 0,0-1 0,0 1 0,0-1 0,0 0 0,1 1 0,-1-1 0,0 1 0,1-1 0,-1 0 0,1 0 0,-1 1 0,1-1 0,0 0 0,0 0 0,-1 1 0,1-1 0,0 0 0,0 0 0,0 0 0,0 0 0,0 0 0,0-1 0,1 1 0,-1 0 0,0 0 0,0-1 0,1 1 0,-1-1 0,0 1 0,1-1 0,-1 1 0,0-1 0,1 0 0,-1 0 0,1 0 0,-1 0 0,0 0 0,1 0 0,-1 0 0,1 0 0,-1 0 0,2-1 0,2-1 0,-1 1 0,0-1 0,1 1 0,-1-1 0,0-1 0,0 1 0,-1-1 0,1 1 0,0-1 0,-1 0 0,0 0 0,5-6 0,1-3 0,0-1 0,-1-1 0,-1 0 0,11-28 0,12-61 0,-14 41 0,-16 62 0,0 0 0,0 0 0,0 0 0,0 0 0,1 0 0,-1 1 0,0-1 0,0 0 0,0 0 0,0 0 0,0 0 0,0 0 0,0 0 0,0 0 0,1 0 0,-1 0 0,0 0 0,0 0 0,0 0 0,0 0 0,0 0 0,0 0 0,1 0 0,-1 0 0,0 0 0,0 0 0,0 0 0,0 0 0,0 0 0,1 0 0,-1 0 0,0 0 0,0 0 0,0 0 0,0 0 0,0 0 0,0 0 0,0 0 0,1 0 0,-1 0 0,0-1 0,0 1 0,0 0 0,0 0 0,0 0 0,0 0 0,0 0 0,0 0 0,0 0 0,0-1 0,0 1 0,0 0 0,0 0 0,0 0 0,1 0 0,-1 0 0,0 0 0,0-1 0,0 1 0,0 0 0,0 0 0,0 0 0,0 0 0,-1 0 0,7 17 0,2 26 0,-4 0 0,4 28 0,-6-64 0,-1 1 0,1-1 0,1 0 0,-1 0 0,1 0 0,0-1 0,6 9 0,-8-13 0,0-1 0,1 1 0,0 0 0,0-1 0,-1 1 0,1-1 0,0 1 0,0-1 0,0 0 0,0 0 0,1 0 0,-1 0 0,0 0 0,0 0 0,1 0 0,-1-1 0,0 1 0,1-1 0,-1 0 0,0 0 0,1 0 0,-1 0 0,0 0 0,1 0 0,-1-1 0,0 1 0,1-1 0,-1 0 0,0 1 0,1-1 0,2-2 0,5-2 0,-1 0 0,1 0 0,-1-1 0,0 0 0,13-13 0,-10 8 0,-1-1 0,-1 0 0,0-1 0,0 0 0,-1-1 0,-1 0 0,-1 0 0,0-1 0,0 0 0,-2 0 0,0-1 0,0 0 0,-2 1 0,0-1 0,2-31 0,-5 45 0,0 1 0,0-1 0,0 1 0,-1-1 0,1 1 0,0 0 0,-1-1 0,1 1 0,0-1 0,-1 1 0,0 0 0,1 0 0,-1-1 0,0 1 0,0 0 0,0 0 0,1 0 0,-3-2 0,3 3 0,-1 0 0,1-1 0,0 1 0,0 0 0,-1 0 0,1 0 0,0 0 0,-1 0 0,1 0 0,0 0 0,-1 0 0,1 0 0,0 0 0,-1 0 0,1 0 0,0 0 0,-1 0 0,1 0 0,0 0 0,-1 0 0,1 0 0,0 0 0,-1 0 0,1 1 0,0-1 0,-1 0 0,1 0 0,0 0 0,-9 16 0,7-6 34,0 0 1,1-1-1,0 1 0,0 0 0,1 0 0,1 0 0,-1 0 0,2 0 0,3 14 1,0-1-604,2-1 0,19 42 0,-18-47-6257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0:45.9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0 24575,'-3'0'0,"-3"0"0,-5 0 0,1 0-8191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0:46.2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8 24575,'-9'-7'0,"5"7"0,6 18 0,-1-11 0,55 388 297,-21-130-1959,-33-249-5164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0:47.0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 24575,'0'3'0,"6"1"0,4-1 0,7 0 0,9-1 0,8-1 0,8 0 0,7-1 0,7-3 0,3 0 0,3-1 0,-2 1 0,-3 1 0,-8-2 0,-8-1 0,-8 1 0,-10 1-8191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0:47.3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35 24575,'203'-9'0,"-28"1"0,176-9-1365,-326 17-5461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0:48.0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79 24575,'0'0'0,"-1"0"0,1 0 0,0 0 0,0 0 0,-1 0 0,1 0 0,0 1 0,-1-1 0,1 0 0,0 0 0,-1 0 0,1 0 0,0 0 0,-1 0 0,1 0 0,0 0 0,0 0 0,-1 0 0,1-1 0,0 1 0,-1 0 0,1 0 0,0 0 0,-1 0 0,1 0 0,0-1 0,0 1 0,-1 0 0,1 0 0,0 0 0,0-1 0,0 1 0,-1 0 0,1 0 0,0-1 0,12-5 0,25-5 0,84-7 0,175-3 0,-235 18 0,25 0 248,91-7-1861,-150 7-5213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0:48.4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58 24575,'35'-3'0,"46"-9"0,-7 1 0,452-15 0,-483 24-1365,-31-1-5461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0:49.1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58 24575,'192'-9'0,"-79"2"0,163-8 0,113-4 0,-343 15-1365,-35 0-5461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0:49.4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65 24575,'521'-22'0,"-356"12"0,-139 7-311,-1 0 0,1-2-1,35-12 1,-59 17 191,12-4-6706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0:50.0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0 125 24575,'6'-3'0,"-1"0"0,1 0 0,0 1 0,-1-1 0,1 2 0,1-1 0,-1 0 0,0 1 0,0 1 0,11-1 0,-1-1 0,386-30 0,-182 19 0,-135 8 0,-24 2 0,-1-2 0,119-27 0,-163 26-1365,-5 1-5461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0:50.3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40 24575,'74'1'0,"95"-3"0,-138 0 0,0-1 0,0-2 0,40-11 0,-56 10-1365,-5 0-5461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29.6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87 24575,'0'-4'0,"1"1"0,-1-1 0,1 1 0,0 0 0,-1-1 0,2 1 0,-1 0 0,0 0 0,1 0 0,-1 0 0,1 0 0,0 0 0,0 0 0,0 0 0,0 1 0,0-1 0,1 1 0,-1 0 0,1 0 0,0-1 0,0 2 0,0-1 0,0 0 0,0 1 0,0-1 0,0 1 0,0 0 0,6-2 0,5 0 0,-1 0 0,1 1 0,-1 0 0,1 1 0,25 1 0,-23 1 0,-1 1 0,1 1 0,-1 0 0,0 1 0,0 1 0,0 1 0,-1 0 0,1 0 0,22 16 0,-20-11 0,0 1 0,-1 1 0,-1 0 0,0 1 0,-1 1 0,-1 0 0,13 19 0,-19-25 0,-1 1 0,-1 0 0,0 0 0,0 0 0,-1 0 0,0 1 0,-1 0 0,0-1 0,-1 1 0,0 0 0,0 18 0,-2-13 0,-1-1 0,-1 1 0,0-1 0,-1 0 0,-1 0 0,0 0 0,-9 21 0,-1-5 0,-1-1 0,-31 45 0,-42 46 0,55-79 0,2 3 0,1 0 0,3 2 0,-30 69 0,49-96 0,1 1 0,1-1 0,0 1 0,2 1 0,0-1 0,2 1 0,0-1 0,2 1 0,0 0 0,1-1 0,1 1 0,2-1 0,10 41 0,-6-39 0,1 0 0,2-1 0,0 0 0,1-1 0,1 0 0,1-1 0,1-1 0,1 0 0,0 0 0,1-2 0,1 0 0,1-2 0,24 17 0,-22-18 0,1-1 0,0-1 0,1-1 0,0 0 0,0-2 0,1-1 0,1-1 0,-1-1 0,1-1 0,0-1 0,1-2 0,41 0 0,-67-2 0,1 0 0,-1 0 0,1 0 0,-1 0 0,0-1 0,1 1 0,-1 0 0,1 0 0,-1 0 0,0 0 0,1 0 0,-1 0 0,0 1 0,1-1 0,-1 0 0,1 0 0,-1 0 0,0 0 0,1 0 0,-1 1 0,0-1 0,1 0 0,-1 0 0,0 0 0,1 1 0,-1-1 0,0 0 0,1 1 0,-1-1 0,0 0 0,0 1 0,1-1 0,-8 12 0,-29 18 0,28-24 0,-8 7 0,-28 21 0,2 2 0,1 1 0,-48 59 0,79-83 0,0 0 0,1 1 0,0 0 0,1 0 0,1 1 0,1 0 0,0 1 0,0-1 0,2 1 0,0 0 0,1 1 0,0-1 0,2 0 0,-1 1 0,4 31 0,1-24 0,1 0 0,1 0 0,1-1 0,17 40 0,49 86 0,-42-93 0,23 63 0,-39-75 0,-2 0 0,-1 0 0,-3 1 0,-1 0 0,-2 0 0,-3 90 0,-7-65 0,-4 0 0,-2-1 0,-36 123 0,45-185 0,0 0 0,-1 0 0,0 0 0,0-1 0,0 1 0,-1-1 0,0 0 0,-4 6 0,5-10 0,1 1 0,-1-1 0,0 0 0,0 0 0,0 0 0,0 0 0,0 0 0,0 0 0,-1-1 0,1 0 0,-1 1 0,1-1 0,-1 0 0,1-1 0,-1 1 0,1-1 0,-7 0 0,3 1-124,0-1 0,0-1 0,0 1 0,1-1 0,-1 0 0,0-1-1,1 0 1,-1 0 0,1 0 0,-9-5 0,4 0-6702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2:00.5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0 336 24575,'0'-4'0,"0"0"0,1 0 0,-1 0 0,1-1 0,0 1 0,0 0 0,0 0 0,0 1 0,1-1 0,0 0 0,0 0 0,0 1 0,0-1 0,0 1 0,1-1 0,-1 1 0,1 0 0,0 0 0,0 0 0,0 1 0,1-1 0,-1 1 0,0-1 0,1 1 0,0 0 0,-1 1 0,1-1 0,0 1 0,0-1 0,0 1 0,0 0 0,0 1 0,0-1 0,1 1 0,-1-1 0,0 1 0,0 1 0,0-1 0,0 0 0,0 1 0,0 0 0,0 0 0,0 0 0,0 1 0,0-1 0,0 1 0,4 3 0,4 2 0,0 1 0,-1 0 0,0 1 0,0 0 0,-1 1 0,17 20 0,-21-22 0,-1-1 0,0 1 0,0 0 0,-1 0 0,0 1 0,0-1 0,-1 1 0,0 0 0,-1 0 0,0 0 0,1 13 0,-3-18 0,0-1 0,0 1 0,-1 0 0,1-1 0,-1 1 0,0 0 0,0-1 0,-3 5 0,4-6 0,-1 0 0,0-1 0,1 1 0,-1 0 0,0-1 0,0 1 0,0-1 0,-1 0 0,1 1 0,0-1 0,0 0 0,-1 0 0,1 0 0,-1 1 0,1-2 0,-1 1 0,1 0 0,-3 1 0,3-2 0,1 0 0,-1 0 0,1 0 0,-1 0 0,1 0 0,-1 0 0,1 0 0,0 0 0,-1 0 0,1 0 0,-1 0 0,1 0 0,-1 0 0,1-1 0,-1 1 0,1 0 0,0 0 0,-1-1 0,1 1 0,-1 0 0,1 0 0,0-1 0,-1 1 0,1 0 0,0-1 0,-1 1 0,1 0 0,0-1 0,0 1 0,0-1 0,-1 1 0,1 0 0,0-1 0,0 1 0,0-1 0,0 1 0,-1-1 0,1 1 0,0-1 0,0 1 0,0-1 0,0 1 0,0-1 0,0 1 0,1 0 0,-1-1 0,0 0 0,4-24 0,-4 24 0,12-44 0,2 0 0,1 1 0,3 1 0,32-58 0,-39 84 0,1-1 0,0 1 0,1 1 0,1 0 0,18-15 0,-22 22 0,1 0 0,1 1 0,-1 1 0,1 0 0,0 0 0,1 2 0,-1-1 0,24-6 0,-27 10 0,0 0 0,0 1 0,0 0 0,0 0 0,1 1 0,-1 0 0,0 0 0,1 1 0,-1 1 0,0-1 0,0 1 0,0 1 0,0 0 0,-1 0 0,1 1 0,-1 0 0,14 9 0,-13-7 0,-1 1 0,0 0 0,0 0 0,0 1 0,-1 0 0,0 1 0,-1-1 0,0 1 0,0 0 0,-1 1 0,0 0 0,-1-1 0,0 1 0,0 1 0,2 10 0,-4-9 0,0 1 0,0-1 0,-2 0 0,1 1 0,-1-1 0,-1 0 0,0 1 0,-4 13 0,3-18 0,0 0 0,0 0 0,-1 0 0,0 0 0,0-1 0,-1 0 0,0 1 0,0-1 0,-1 0 0,0-1 0,0 1 0,-1-1 0,-6 6 0,11-11 0,0-1 0,0 1 0,0 0 0,0 0 0,0-1 0,0 1 0,0 0 0,0-1 0,0 1 0,0-1 0,0 1 0,-1-1 0,1 0 0,-2 1 0,3-1 0,-1 0 0,1-1 0,0 1 0,-1 0 0,1 0 0,0 0 0,-1 0 0,1-1 0,0 1 0,-1 0 0,1 0 0,0-1 0,0 1 0,-1 0 0,1 0 0,0-1 0,0 1 0,0 0 0,0-1 0,-1 1 0,1 0 0,0-1 0,0 1 0,0 0 0,0-1 0,0 1 0,0 0 0,0-1 0,0 1 0,0-1 0,0-3 0,0 0 0,1 0 0,-1 1 0,1-1 0,0 0 0,0 0 0,2-5 0,12-27 0,2 0 0,1 1 0,2 1 0,27-37 0,-39 60 0,0 1 0,1 1 0,0 0 0,1 0 0,0 0 0,0 1 0,1 1 0,0 0 0,0 0 0,1 1 0,0 1 0,0 0 0,0 0 0,0 1 0,1 1 0,18-3 0,-17 5 0,1 1 0,-1 0 0,0 1 0,1 0 0,-1 1 0,0 1 0,0 0 0,-1 1 0,1 0 0,-1 2 0,1-1 0,-2 1 0,1 1 0,-1 1 0,0-1 0,18 17 0,-23-18 0,0-1 0,-1 2 0,0-1 0,-1 1 0,1 0 0,-1 0 0,-1 1 0,1-1 0,-1 1 0,0 0 0,-1 0 0,0 0 0,0 1 0,-1-1 0,0 1 0,-1 0 0,1-1 0,-2 1 0,1 0 0,-1 0 0,-1-1 0,0 1 0,0 0 0,0 0 0,-1-1 0,0 1 0,-7 15 0,4-14-136,1-1-1,-2 1 1,1-1-1,-1 0 1,-1-1-1,1 1 1,-2-1-1,1-1 0,-16 13 1,4-7-6690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2:00.7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29 24575,'6'-2'0,"7"-5"0,11 0 0,6 0 0,4 2 0,2 5 0,-2 4 0,-4 8 0,-8 8 0,-6 5 0,-8 6 0,-6 4 0,-7 4 0,-9 2 0,-10 1 0,-10-1 0,-7-3 0,3-6-8191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2:01.0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24575,'0'11'0,"0"16"0,3 14 0,4 12 0,6 8 0,10 5 0,12 3 0,12 1 0,9-2 0,9-5 0,9-4 0,5-7 0,1-6 0,1-8 0,-2-11 0,-14-9-8191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2:01.9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133 2 24575,'12'0'0,"-6"-1"0,0 1 0,0 0 0,0 0 0,0 1 0,8 1 0,-13-2 0,-1 1 0,1-1 0,0 0 0,0 1 0,-1-1 0,1 0 0,0 1 0,-1-1 0,1 1 0,-1-1 0,1 1 0,0-1 0,-1 1 0,1-1 0,-1 1 0,1 0 0,-1-1 0,0 1 0,1 0 0,-1 1 0,1-1 0,-1 0 0,0 0 0,0 0 0,0 0 0,0 1 0,0-1 0,-1 0 0,1 0 0,0 0 0,0 0 0,-1 0 0,1 1 0,-1-1 0,1 0 0,-2 2 0,-51 85 0,30-51 0,-28 58 0,37-64 0,2 1 0,0 1 0,2 0 0,-9 62 0,17-82 0,2 0 0,-1 0 0,2 0 0,0 0 0,0 0 0,7 23 0,-6-27 0,1-1 0,1 1 0,0-1 0,0 0 0,0 0 0,1 0 0,1-1 0,-1 1 0,1-1 0,12 11 0,17 9-1365,-1-6-5461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2:02.4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340 462 24575,'0'-10'0,"0"1"0,-1 0 0,0 0 0,0 0 0,-1 0 0,0 0 0,-1 0 0,-4-8 0,5 13 0,0 0 0,0 0 0,-1 0 0,1 0 0,-1 1 0,0-1 0,-1 1 0,1 0 0,0 0 0,-1 0 0,0 1 0,1-1 0,-1 1 0,0 0 0,0 0 0,-1 0 0,1 0 0,-6-1 0,3 1 0,-1 0 0,1 0 0,-1 1 0,0 0 0,0 1 0,0-1 0,1 2 0,-1-1 0,0 1 0,0 0 0,1 0 0,-1 1 0,0 0 0,1 1 0,0-1 0,0 2 0,0-1 0,0 1 0,0 0 0,0 0 0,1 1 0,0-1 0,0 1 0,0 1 0,1-1 0,0 1 0,0 0 0,0 1 0,1-1 0,-6 12 0,4-8 0,0 1 0,1 1 0,1-1 0,0 1 0,0 0 0,1 0 0,-1 13 0,3-22 0,1 0 0,-1 0 0,1 0 0,0 0 0,0 0 0,0-1 0,1 1 0,-1 0 0,1 0 0,-1 0 0,1 0 0,0-1 0,0 1 0,0 0 0,0-1 0,1 1 0,-1-1 0,1 1 0,0-1 0,-1 0 0,1 0 0,0 1 0,0-1 0,1-1 0,-1 1 0,0 0 0,1 0 0,-1-1 0,1 1 0,-1-1 0,1 0 0,-1 0 0,1 0 0,0 0 0,5 0 0,-1 0 0,0 0 0,0-1 0,0 0 0,-1-1 0,1 0 0,0 0 0,0 0 0,0-1 0,0 0 0,-1 0 0,1-1 0,-1 1 0,1-2 0,-1 1 0,9-7 0,-1 0 0,1-1 0,-1-1 0,-1 0 0,22-26 0,-22 21 0,-1 0 0,-1-1 0,0-1 0,-1 0 0,-1 0 0,-1-1 0,-1 0 0,0 0 0,6-38 0,-7 13 0,-2 0 0,-2-1 0,-5-67 0,3 112 0,0 1 0,8 67 0,14 12 37,4 0 0,47 97 0,-17-42-1513,-47-112-5350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2:02.7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 24575,'0'0'0,"0"-1"0,0 1 0,0 0 0,0 0 0,0 0 0,0-1 0,0 1 0,0 0 0,0 0 0,0 0 0,0-1 0,0 1 0,0 0 0,0 0 0,1 0 0,-1-1 0,0 1 0,0 0 0,0 0 0,0 0 0,0 0 0,0 0 0,1-1 0,-1 1 0,0 0 0,0 0 0,0 0 0,0 0 0,1 0 0,-1 0 0,0 0 0,0 0 0,0-1 0,1 1 0,-1 0 0,0 0 0,0 0 0,0 0 0,1 0 0,-1 0 0,0 0 0,13 5 0,12 12 0,-22-16 0,40 32 0,-2 2 0,-1 1 0,-1 2 0,-2 2 0,51 73 0,-81-103 0,0 1 0,-1 0 0,0 1 0,-1-1 0,0 1 0,-1 0 0,0 0 0,-1 0 0,2 15 0,-4-21 0,-1-1 0,1 1 0,-2 0 0,1-1 0,0 1 0,-1-1 0,0 1 0,0 0 0,-1-1 0,0 0 0,0 1 0,0-1 0,0 0 0,-1 0 0,0 0 0,0 0 0,0-1 0,-1 1 0,1-1 0,-1 0 0,0 0 0,-8 6 0,-26 13-1365,-1-5-5461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15.8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527 582 24575,'0'-7'0,"0"1"0,1-1 0,0 1 0,1-1 0,0 1 0,0-1 0,0 1 0,0 0 0,1 0 0,0 0 0,5-6 0,-8 12 0,0-1 0,0 1 0,1 0 0,-1 0 0,0 0 0,0 0 0,1 0 0,-1 0 0,0 0 0,0 0 0,1 0 0,-1 0 0,0 0 0,0 0 0,1 0 0,-1 0 0,0 0 0,0 0 0,1 0 0,-1 0 0,0 0 0,0 0 0,0 0 0,1 0 0,-1 0 0,0 0 0,0 0 0,1 1 0,-1-1 0,0 0 0,0 0 0,0 0 0,0 0 0,1 1 0,-1-1 0,0 0 0,0 0 0,0 0 0,0 1 0,0-1 0,1 0 0,-1 0 0,0 0 0,0 1 0,0-1 0,0 0 0,0 0 0,0 1 0,5 12 0,1 15 0,-1 1 0,2 46 0,-1-4 0,7 29 0,93 954 0,-102-958 0,8 114 0,-7-161 0,3-1 0,16 59 0,-20-93 0,0-1 0,1 0 0,1 0 0,0 0 0,1-1 0,0 0 0,14 18 0,-13-21 0,0-1 0,0 0 0,1-1 0,-1 0 0,2 0 0,-1-1 0,1 0 0,0 0 0,19 7 0,-3-4 0,1-2 0,-1 0 0,46 5 0,85-2 0,-124-8 0,497 9-752,-232-8 439,1885 83-1285,-1427-50 1197,-604-26 306,128 2 1328,-278-12-1164,1 0-1,-1 0 1,0 0 0,0 0-1,0-1 1,0 1-1,0-1 1,0 1 0,0-1-1,0 0 1,0 1-1,0-1 1,0 0 0,0-1-1,-1 1 1,4-2-1,-4 1-33,-1 1-1,1 0 1,0-1-1,-1 1 1,1-1 0,0 1-1,-1-1 1,0 0-1,1 1 1,-1-1-1,0 0 1,0 1-1,0-1 1,0 1-1,0-1 1,0 0 0,0 1-1,-1-1 1,1 0-1,-1 1 1,0-3-1,-30-92-34,-10-34 0,-81-451-267,29-7-55,80 501 314,-23-172 8,-4-276 0,48 309 330,0 31-63,-7 193-267,-1 1 0,0-1 0,0 0 0,0 1 0,0-1 0,0 1 0,0-1 0,-1 0 0,1 1 0,-1-1 0,1 1 0,-1-1 0,1 1 0,-1-1 0,0 1 0,0-1 0,1 1 0,-1 0 0,0 0 0,0-1 0,-1 1 0,-1-2 0,1 2 0,-1 1 0,1-1 0,-1 0 0,1 1 0,-1 0 0,0 0 0,1 0 0,-1 0 0,1 0 0,-1 0 0,0 0 0,1 1 0,-1-1 0,-2 2 0,-11 2 0,-264 53 0,-827 51-2308,666-73 1747,-1422 168 561,1334-133-615,22-3-14,171-20 3356,317-43-2354,22-3 86,31-4 95,25-5-554,119-14 0,-144 23-1365,-23 2-5461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16.7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1191 32 24575,'-3'-3'0,"0"0"0,0 0 0,-1 0 0,1 0 0,-1 1 0,0-1 0,1 1 0,-1 0 0,0 0 0,0 0 0,-6-1 0,8 3 0,1 0 0,-1 0 0,1-1 0,-1 1 0,1 1 0,-1-1 0,1 0 0,-1 0 0,1 1 0,-1-1 0,1 0 0,0 1 0,-1-1 0,1 1 0,0 0 0,-1 0 0,1-1 0,0 1 0,0 0 0,-1 0 0,1 0 0,0 0 0,0 0 0,0 0 0,1 1 0,-1-1 0,0 0 0,0 0 0,0 1 0,1-1 0,-1 0 0,1 1 0,-1-1 0,1 1 0,-1 2 0,-26 123 0,7-31 0,4-40 0,-2-1 0,-3 0 0,-3-2 0,-1 0 0,-35 50 0,-10 3 0,-104 121 0,100-143 0,-4-3 0,-3-4 0,-3-3 0,-131 87 0,184-141 0,22-16 0,0 1 0,0 1 0,1 0 0,0 0 0,0 1 0,0 0 0,-13 15 0,21-21 0,-1 0 0,1 0 0,0-1 0,-1 1 0,1 0 0,0 0 0,0 0 0,0 0 0,-1-1 0,1 1 0,0 0 0,0 0 0,0 0 0,0 0 0,1 0 0,-1 0 0,0-1 0,0 1 0,0 0 0,1 0 0,-1 0 0,0 0 0,1-1 0,-1 1 0,1 0 0,-1 0 0,1-1 0,-1 1 0,1 0 0,0-1 0,-1 1 0,1-1 0,0 1 0,-1-1 0,1 1 0,0-1 0,0 1 0,-1-1 0,1 0 0,0 1 0,0-1 0,0 0 0,0 0 0,1 1 0,6 1 0,0 0 0,0 0 0,13 1 0,64 1 0,1-4 0,91-12 0,-45 2 0,1080-21-1223,1 52-1,-708-9 709,105 4 1428,-598-15-462,-8-1-338,0 1 0,-1-1 0,1 0 0,0 1 0,0-2 0,-1 1 0,1 0 0,0-1 0,0 0 0,-1 0 0,1 0 0,6-3 0,-10 3-105,1-1-1,-1 0 1,1 1 0,-1-1-1,0 0 1,0 0 0,0 1-1,0-1 1,0 0 0,0 1-1,-1-1 1,1 0-1,-1 0 1,1 1 0,-1-1-1,1 0 1,-1 1 0,-1-2-1,-1-7-23,0-5 16,1-1 0,1 1 0,0-1 0,1 1 0,1-1 0,1 1 0,0-1 0,6-21 0,43-120 0,-47 146 0,15-40-1365,-1 5-5461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17.1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842 45 24575,'4'-13'0,"2"-12"0,-9 18 0,-8 10 0,-1 6 0,1-1 0,0 2 0,0 0 0,1 0 0,-15 19 0,-4 4 0,-212 197 0,5-5 0,189-175 0,2 2 0,-65 98 0,102-136-227,0-1-1,1 2 1,0-1-1,1 1 1,-5 19-1,8-20-6598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19.7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457 296 24575,'1'-3'0,"0"0"0,0 0 0,0 0 0,1 0 0,-1 0 0,1 1 0,0-1 0,0 0 0,0 1 0,0-1 0,0 1 0,3-3 0,4-5 0,-2 1 0,-1 0 0,1 0 0,-2-1 0,1 0 0,-2 0 0,1-1 0,-1 1 0,2-13 0,-4 17 0,-1 0 0,0 0 0,0 0 0,-1-1 0,0 1 0,0 0 0,0 0 0,-1-1 0,0 1 0,0 0 0,0 0 0,-1 0 0,0 0 0,0 0 0,0 1 0,-5-8 0,5 10 0,0 1 0,0-1 0,0 1 0,0-1 0,0 1 0,-1-1 0,1 1 0,-1 0 0,0 0 0,0 1 0,1-1 0,-1 0 0,0 1 0,-1 0 0,1 0 0,0 0 0,0 0 0,0 0 0,-1 0 0,1 1 0,0 0 0,-1-1 0,1 1 0,0 1 0,-1-1 0,1 0 0,0 1 0,-1 0 0,1 0 0,-6 2 0,-4 2 0,-1 1 0,1 0 0,1 1 0,-1 0 0,-21 18 0,5-1 0,1 1 0,1 2 0,1 1 0,1 1 0,2 1 0,1 1 0,1 1 0,-24 52 0,30-52 0,1 1 0,2 0 0,1 1 0,2 0 0,1 1 0,2 0 0,1 0 0,2 1 0,1 44 0,4-61 0,-1-1 0,2 1 0,1 0 0,0-1 0,1 0 0,1 0 0,1 0 0,1 0 0,0-1 0,15 22 0,-17-31 0,-1 0 0,2 0 0,-1 0 0,1-1 0,0 0 0,1-1 0,-1 0 0,1 0 0,0 0 0,1-1 0,0 0 0,-1-1 0,1 0 0,1 0 0,-1-1 0,1 0 0,-1-1 0,1 0 0,0 0 0,-1-1 0,17 0 0,-18-2 0,1-1 0,-1 1 0,1-1 0,-1 0 0,0-1 0,1 0 0,-1-1 0,-1 1 0,1-2 0,-1 1 0,1-1 0,-1 0 0,0 0 0,-1-1 0,0 0 0,11-12 0,2-6 0,0-1 0,-2 0 0,19-38 0,-15 19 0,-2 0 0,24-85 0,-43 127 0,0 1 0,1-1 0,-1 1 0,0 0 0,1-1 0,-1 1 0,1 0 0,0 0 0,-1-1 0,1 1 0,0 0 0,0 0 0,-1 0 0,1 0 0,0 0 0,1-1 0,-1 2 0,-1 0 0,1 1 0,-1-1 0,1 0 0,-1 0 0,0 1 0,1-1 0,-1 0 0,1 1 0,-1-1 0,0 0 0,1 1 0,-1-1 0,0 1 0,1-1 0,-1 0 0,0 1 0,0-1 0,1 1 0,-1-1 0,0 1 0,0-1 0,0 1 0,0-1 0,0 1 0,0 0 0,7 48 0,4 72 342,-9-106-627,1 0 1,1 0-1,0-1 1,1 1-1,12 26 1,-8-28-6542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20.2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48 105 24575,'-3'0'0,"1"-1"0,-1 0 0,1 0 0,-1 1 0,1-2 0,0 1 0,-1 0 0,1 0 0,0-1 0,0 1 0,0-1 0,0 1 0,0-1 0,0 0 0,1 0 0,-4-4 0,4 5 0,1 1 0,-1-1 0,1 0 0,-1 1 0,0-1 0,1 0 0,-1 0 0,1 1 0,0-1 0,-1 0 0,1 0 0,0 0 0,-1 0 0,1 1 0,0-1 0,0 0 0,0 0 0,0 0 0,0 0 0,0 0 0,0 0 0,0 0 0,0 0 0,0 1 0,0-1 0,1 0 0,-1 0 0,0 0 0,1 0 0,-1 0 0,0 1 0,1-1 0,-1 0 0,1 0 0,-1 1 0,1-1 0,0 0 0,-1 1 0,1-1 0,0 1 0,-1-1 0,1 0 0,0 1 0,0 0 0,0-1 0,-1 1 0,3-1 0,-1 1 0,0-1 0,0 1 0,1 0 0,-1 0 0,0 1 0,0-1 0,1 0 0,-1 1 0,0-1 0,0 1 0,0 0 0,1 0 0,-1-1 0,0 2 0,0-1 0,0 0 0,-1 0 0,1 0 0,0 1 0,0-1 0,-1 1 0,1 0 0,-1-1 0,1 1 0,-1 0 0,1 2 0,7 7 0,-1 1 0,10 22 0,-10-20 0,-1 0 0,-1 1 0,-1-1 0,0 1 0,0 1 0,-2-1 0,0 1 0,-1-1 0,0 1 0,-1 0 0,-2 18 0,-5-17 0,2-15 0,0-11 0,2-2 0,1 0 0,1 0 0,-1 0 0,2 0 0,0 0 0,0 0 0,1 0 0,0 0 0,1 0 0,6-14 0,-3 8 0,2 0 0,0 0 0,1 0 0,0 1 0,17-20 0,-20 29 0,0 0 0,0 0 0,1 0 0,0 1 0,1 0 0,-1 1 0,1-1 0,0 2 0,0-1 0,1 1 0,-1 0 0,15-4 0,-18 7 0,1 0 0,0 0 0,0 0 0,-1 1 0,1-1 0,0 2 0,0-1 0,0 0 0,-1 1 0,1 0 0,0 1 0,-1-1 0,1 1 0,-1 0 0,1 1 0,-1-1 0,0 1 0,0 0 0,0 0 0,0 0 0,5 6 0,-4-3 0,0 0 0,0 1 0,-1 0 0,1 0 0,-1 1 0,-1-1 0,0 1 0,0 0 0,0 0 0,-1 1 0,0-1 0,-1 1 0,0-1 0,1 12 0,-2-10 0,0-1 0,0 1 0,-1 0 0,-1 0 0,0 0 0,0 0 0,-1-1 0,0 1 0,-1-1 0,0 1 0,0-1 0,-8 14 0,11-23 7,0 0 0,0 0-1,0 0 1,0 0 0,-1 0-1,1-1 1,0 1 0,0 0-1,0 0 1,0 0 0,0 0 0,0 0-1,0 0 1,0 0 0,0 0-1,0-1 1,0 1 0,-1 0-1,1 0 1,0 0 0,0 0 0,0 0-1,0 0 1,0 0 0,0 0-1,0 0 1,-1 0 0,1 0-1,0 0 1,0 0 0,0 0-1,0 0 1,0 0 0,0 0 0,-1 0-1,1 0 1,0 0 0,0 0-1,0 0 1,0 0 0,0 0-1,-1 0 1,1 0 0,0 0-1,0 0 1,0 0 0,0 0 0,0 0-1,0 0 1,-1 1 0,2-15-1714,2 0-5119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20.8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194 102 24575,'0'-3'0,"-3"-4"0,-1-3 0,-2-1 0,-1 0 0,-1 1 0,0-1 0,-2 2 0,-1 3 0,-2-2 0,-1 2 0,-2 1 0,-1 2 0,0 1 0,0 4 0,0 2 0,2 2 0,5 1-8191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21.8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11 155 24575,'-1'0'0,"1"0"0,0 0 0,-1 0 0,1 0 0,-1 0 0,1 0 0,0 0 0,-1 0 0,1 0 0,-1 0 0,1 0 0,0-1 0,-1 1 0,1 0 0,-1 0 0,1 0 0,0-1 0,-1 1 0,1 0 0,0 0 0,0-1 0,-1 1 0,1 0 0,0-1 0,0 1 0,-1 0 0,1-1 0,0 1 0,0 0 0,0-1 0,-1 0 0,3-15 0,13-13 0,-9 20 0,1 2 0,1-1 0,0 1 0,0 0 0,0 0 0,1 1 0,0 0 0,0 1 0,0 0 0,1 0 0,-1 1 0,1 0 0,13-3 0,-4 2 0,0 2 0,0-1 0,1 2 0,-1 1 0,1 0 0,26 3 0,-39-1 0,0 1 0,0-1 0,0 1 0,0 0 0,0 1 0,-1 0 0,1 0 0,-1 0 0,1 1 0,-1 0 0,0 0 0,-1 1 0,1-1 0,-1 1 0,0 1 0,0-1 0,0 0 0,-1 1 0,0 0 0,0 0 0,0 1 0,-1-1 0,3 9 0,1 2 0,-1 1 0,0 0 0,-2 1 0,0-1 0,-1 1 0,-1 0 0,0 34 0,-3-20-1365,1-19-5461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22.8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221 185 24575,'0'-2'0,"1"0"0,0 0 0,0 0 0,-1 0 0,1 0 0,1 0 0,-1 0 0,0 0 0,2-2 0,5-9 0,-6 11 0,-1-1 0,0 1 0,0-1 0,0 1 0,0-1 0,-1 0 0,1 1 0,-1-1 0,1 0 0,-1 0 0,0 1 0,0-1 0,0 0 0,-1 0 0,1 1 0,-1-1 0,1 0 0,-1 1 0,0-1 0,-1-2 0,0 2 0,1 1 0,-1 0 0,0 0 0,0 0 0,0 1 0,0-1 0,0 0 0,-1 1 0,1-1 0,0 1 0,-1 0 0,1 0 0,-1 0 0,1 0 0,-1 0 0,0 1 0,1-1 0,-1 1 0,0-1 0,-4 1 0,-1 0 0,-1 1 0,1-1 0,0 1 0,-1 1 0,1 0 0,0 0 0,0 0 0,0 1 0,0 0 0,0 1 0,1 0 0,-1 0 0,1 1 0,0-1 0,-11 12 0,13-12 0,1 0 0,-1 0 0,1 1 0,0 0 0,1 0 0,-1 0 0,1 0 0,0 1 0,0-1 0,0 1 0,1 0 0,0 0 0,0 0 0,1 0 0,-1 0 0,1 0 0,1 0 0,-1 0 0,1 1 0,0-1 0,0 0 0,2 9 0,0-9 0,0 0 0,0 0 0,1 0 0,-1-1 0,1 1 0,1-1 0,-1 1 0,1-1 0,0 0 0,0 0 0,0-1 0,1 1 0,-1-1 0,1 0 0,0 0 0,1-1 0,-1 1 0,9 3 0,-8-4 0,1 0 0,-1 0 0,1-1 0,0 0 0,0-1 0,0 1 0,0-1 0,0 0 0,0-1 0,0 0 0,0 0 0,0 0 0,0-1 0,0 0 0,0-1 0,9-2 0,-3-2 0,-1 0 0,0-1 0,0 0 0,-1-1 0,0 0 0,0-1 0,0 0 0,-1-1 0,16-20 0,-9 7 0,0 0 0,-1-2 0,20-44 0,-24 38 0,-12 30 0,1 1 0,-1-1 0,0 0 0,1 0 0,-1 0 0,0 0 0,0 0 0,0 0 0,1 0 0,-1 0 0,0 0 0,0 0 0,-1 0 0,1 0 0,0 0 0,0 0 0,0 0 0,-1 0 0,1 0 0,0 0 0,-1 0 0,1 0 0,-1 0 0,1 0 0,-1 1 0,0-1 0,-1-1 0,2 2 0,-1-1 0,0 1 0,0 0 0,0 0 0,1 0 0,-1 0 0,0 1 0,0-1 0,0 0 0,1 0 0,-1 0 0,0 1 0,0-1 0,0 0 0,1 1 0,-1-1 0,0 1 0,1-1 0,-1 0 0,0 1 0,1 0 0,-1-1 0,1 1 0,-1-1 0,1 1 0,-1 0 0,1-1 0,-1 1 0,1 1 0,-13 21 0,10-14 0,0 0 0,1 1 0,0-1 0,1 1 0,0-1 0,0 1 0,1-1 0,0 1 0,1-1 0,0 1 0,1-1 0,0 1 0,0-1 0,7 17 0,1-2 0,1-1 0,1 0 0,1-1 0,21 28 0,-29-42 0,1-2 0,0 1 0,0-1 0,0 1 0,1-2 0,0 1 0,0-1 0,16 9 0,-19-12 0,1 0 0,-1-1 0,1 1 0,0-1 0,-1 1 0,1-1 0,0-1 0,0 1 0,0-1 0,0 0 0,0 0 0,0 0 0,0-1 0,-1 1 0,1-1 0,0 0 0,8-4 0,-1 0 0,0-2 0,-1 1 0,0-1 0,0-1 0,0 0 0,-1-1 0,0 0 0,-1 0 0,0-1 0,0-1 0,-1 1 0,11-20 0,-5 5 0,-1-1 0,-1-1 0,-1 1 0,12-53 0,-21 70 0,0 0 0,-1 0 0,0 0 0,0 0 0,-1-1 0,0 1 0,-4-18 0,4 24 0,-1 0 0,1 0 0,-1 0 0,0 0 0,0 0 0,0 1 0,-1-1 0,1 0 0,-1 1 0,1-1 0,-1 0 0,0 1 0,0 0 0,0-1 0,0 1 0,-1 0 0,1 0 0,0 0 0,-1 1 0,1-1 0,-1 1 0,0-1 0,0 1 0,1 0 0,-1 0 0,0 0 0,-4-1 0,5 2 0,0 0 0,0 0 0,0 0 0,0 1 0,-1-1 0,1 0 0,0 1 0,0 0 0,0-1 0,0 1 0,0 0 0,0 0 0,0 0 0,1 0 0,-1 0 0,0 1 0,1-1 0,-1 0 0,0 1 0,1-1 0,0 1 0,-1 0 0,1-1 0,0 1 0,0 0 0,0 0 0,0 0 0,0 0 0,-1 4 0,-2 4 0,1 0 0,0 0 0,1 0 0,-2 19 0,3-15 43,0 1 0,1 0-1,1-1 1,1 1 0,0-1-1,1 1 1,8 23 0,-8-28-175,0-1 1,1 0 0,1 0-1,-1 0 1,1-1 0,1 0 0,0 0-1,0 0 1,0 0 0,1-1 0,0 0-1,12 8 1,-4-6-6695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23.0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13 24575,'-2'-3'0,"-5"-1"0,-4 1 0,4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23.4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36 24575,'0'-6'0,"-1"4"0,1 1 0,0-1 0,0 1 0,0-1 0,0 1 0,0-1 0,0 0 0,0 1 0,1-1 0,-1 1 0,1-1 0,-1 1 0,1-1 0,-1 1 0,1-1 0,0 1 0,1-3 0,-1 4 0,-1 0 0,0 1 0,1-1 0,-1 0 0,0 0 0,1 0 0,-1 0 0,0 1 0,1-1 0,-1 0 0,0 0 0,0 0 0,1 1 0,-1-1 0,0 0 0,0 1 0,1-1 0,-1 0 0,0 0 0,0 1 0,0-1 0,0 0 0,1 1 0,-1-1 0,0 0 0,0 1 0,0-1 0,0 1 0,0-1 0,0 0 0,0 1 0,0-1 0,0 0 0,0 1 0,0 0 0,2 16 0,4 95 0,4 45 0,1-32 0,-4-36 0,24 113 0,-29-193 0,0-1 0,1 0 0,0 1 0,0-1 0,1 0 0,6 11 0,-8-17 0,-1 0 0,1 0 0,0 0 0,-1 0 0,1 0 0,0 0 0,0 0 0,1 0 0,-1-1 0,0 1 0,0-1 0,1 0 0,-1 0 0,1 0 0,-1 0 0,1 0 0,0 0 0,-1-1 0,1 1 0,0-1 0,-1 1 0,1-1 0,0 0 0,5-1 0,0-1 38,1 0 0,-1 0 0,0-1 0,0 0 0,0 0 0,0-1 0,0 0 0,7-6 0,-1 0-465,-1 0 0,0-1 1,14-14-1,-9 5-6399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32.3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388 491 24575,'4'0'0,"-1"0"0,1-1 0,-1 0 0,0 0 0,1 0 0,-1 0 0,0 0 0,1-1 0,-1 1 0,0-1 0,0 0 0,0 0 0,0 0 0,-1-1 0,1 1 0,-1 0 0,1-1 0,-1 0 0,0 0 0,0 0 0,0 0 0,0 0 0,0 0 0,-1 0 0,1 0 0,-1-1 0,0 1 0,1-4 0,-1 2 0,1-1 0,-1 1 0,0 0 0,0-1 0,-1 0 0,0 1 0,0-1 0,0 1 0,0-1 0,-1 1 0,0-1 0,0 1 0,0-1 0,-1 1 0,0 0 0,0 0 0,-4-7 0,3 7 0,-1 1 0,1-1 0,-1 1 0,0-1 0,-1 1 0,1 0 0,-1 1 0,0-1 0,0 1 0,0 0 0,0 0 0,-1 0 0,1 1 0,-1 0 0,1 0 0,-1 0 0,0 1 0,0 0 0,-6-1 0,3 2 0,-1 0 0,0 1 0,1 0 0,-1 0 0,0 1 0,1 0 0,-1 1 0,1 0 0,0 1 0,0-1 0,-9 7 0,2 0 0,0 0 0,0 2 0,1 0 0,0 0 0,1 1 0,1 1 0,0 1 0,1 0 0,1 0 0,0 1 0,-15 31 0,18-31 0,0 0 0,2 0 0,0 1 0,1 0 0,0 0 0,2 0 0,0 1 0,1-1 0,0 1 0,2-1 0,0 1 0,1 0 0,3 18 0,-2-29 0,-1 0 0,1 0 0,1 0 0,-1 0 0,1 0 0,0-1 0,0 1 0,1-1 0,0 0 0,0 0 0,1 0 0,0 0 0,0-1 0,0 0 0,0 0 0,1 0 0,0-1 0,0 0 0,0 0 0,0 0 0,1-1 0,-1 0 0,1 0 0,0 0 0,0-1 0,0 0 0,0-1 0,0 0 0,9 1 0,-1 0 0,0-1 0,0-1 0,0-1 0,0 0 0,0 0 0,0-2 0,-1 0 0,1 0 0,-1-1 0,0-1 0,0-1 0,0 0 0,0 0 0,-1-2 0,0 0 0,-1 0 0,0-1 0,0 0 0,-1-1 0,0-1 0,-1 1 0,0-2 0,-1 1 0,0-2 0,0 1 0,-2-1 0,11-23 0,-6 5 0,-2 1 0,-1-1 0,-1-1 0,-2 0 0,4-59 0,-8 27 0,-13-126 0,8 157 0,-2 0 0,-15-56 0,20 88 0,-1 0 0,1-1 0,-1 1 0,1 0 0,-1 0 0,1-1 0,-1 1 0,0 0 0,0 0 0,1 0 0,-1 0 0,0 0 0,-2-2 0,-1 6 0,4 10 0,26 197 0,-5-52 0,28 215 0,-44-350-1365,-1-6-5461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32.8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13 191 24575,'-7'-34'0,"6"30"0,0 0 0,0 0 0,0 0 0,0 0 0,1 0 0,-1 0 0,1 0 0,1-8 0,-1 11 0,0-1 0,0 0 0,0 1 0,1-1 0,-1 0 0,1 1 0,-1-1 0,1 1 0,-1-1 0,1 1 0,0-1 0,0 1 0,0-1 0,0 1 0,0 0 0,0-1 0,0 1 0,0 0 0,0 0 0,1 0 0,-1 0 0,0 0 0,1 0 0,-1 0 0,1 0 0,-1 1 0,1-1 0,-1 0 0,1 1 0,0 0 0,-1-1 0,1 1 0,0 0 0,-1 0 0,1 0 0,0 0 0,-1 0 0,1 0 0,0 0 0,-1 0 0,1 1 0,-1-1 0,1 1 0,0-1 0,-1 1 0,3 1 0,3 1 0,0 0 0,-1 1 0,1 0 0,-1 0 0,0 1 0,0 0 0,0 0 0,10 11 0,-5 0 0,0 0 0,-1 1 0,0 0 0,-2 0 0,0 1 0,-1 0 0,-1 1 0,0 0 0,-2 0 0,0 0 0,-1 0 0,-1 0 0,-1 34 0,-1-48 0,-1 1 0,0 0 0,-1 0 0,1-1 0,-1 1 0,0 0 0,-1-1 0,-2 6 0,4-10 0,1 0 0,-1 1 0,1-1 0,-1 0 0,0 0 0,0 0 0,1 0 0,-1 0 0,0 0 0,0 0 0,0 0 0,0 0 0,0 0 0,-1 0 0,1-1 0,0 1 0,0 0 0,0-1 0,-1 1 0,1-1 0,0 1 0,-1-1 0,1 0 0,0 1 0,-1-1 0,1 0 0,0 0 0,-1 0 0,1 0 0,-1 0 0,1-1 0,0 1 0,-1 0 0,1 0 0,0-1 0,-1 1 0,1-1 0,0 0 0,-2 0 0,1-1 0,0 0 0,0 0 0,1 1 0,-1-1 0,0-1 0,1 1 0,0 0 0,-1 0 0,1-1 0,0 1 0,0 0 0,0-1 0,0 1 0,1-1 0,-1 1 0,0-6 0,-2-44 0,3 48 0,1-20 0,1 0 0,1 0 0,1 0 0,2 0 0,0 1 0,1 0 0,1 0 0,1 1 0,1 0 0,1 1 0,1 0 0,1 0 0,24-28 0,-33 44 57,1 0 0,0 1 0,1-1 0,-1 1 0,11-6 0,-14 8-158,1 1 1,-1 0-1,1 0 1,0 0 0,-1 0-1,1 0 1,0 0-1,-1 1 1,1 0 0,0-1-1,0 1 1,0 0 0,-1 0-1,1 1 1,0-1-1,4 1 1,3 4-6726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33.4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235 234 24575,'1'-6'0,"0"-1"0,0 0 0,1 1 0,4-12 0,1-4 0,-5 15 0,0-1 0,0 0 0,-1 0 0,0 0 0,0 0 0,-1 0 0,0 0 0,-1 0 0,-2-15 0,2 18 0,-1 1 0,1 1 0,-1-1 0,0 0 0,0 0 0,0 1 0,-1-1 0,1 1 0,-1-1 0,0 1 0,0 0 0,0 0 0,0 1 0,0-1 0,-1 1 0,1-1 0,-1 1 0,0 0 0,0 0 0,-7-2 0,8 3 0,-1-1 0,1 1 0,-1 0 0,0 1 0,1-1 0,-1 1 0,0-1 0,1 1 0,-1 0 0,0 1 0,0-1 0,1 0 0,-1 1 0,0 0 0,1 0 0,-1 0 0,-4 3 0,2-1 0,1 0 0,0 1 0,0-1 0,1 1 0,-1 0 0,1 1 0,0-1 0,0 1 0,-6 9 0,0 3 0,1 1 0,0 0 0,2 0 0,0 1 0,-7 31 0,9-31 0,2 0 0,0 0 0,1 0 0,0 0 0,2 1 0,2 21 0,-1-35 0,0 0 0,0-1 0,1 1 0,-1-1 0,1 1 0,1-1 0,-1 0 0,1 1 0,0-1 0,6 8 0,-6-10 0,0 0 0,0 0 0,1 0 0,-1 0 0,1-1 0,0 0 0,-1 1 0,1-1 0,0-1 0,1 1 0,-1 0 0,0-1 0,0 0 0,1 0 0,7 1 0,-8-2 0,0 1 0,1-1 0,-1 0 0,0-1 0,0 1 0,0 0 0,1-1 0,-1 0 0,0 0 0,0-1 0,0 1 0,0-1 0,-1 1 0,1-1 0,0-1 0,-1 1 0,1 0 0,-1-1 0,0 0 0,0 1 0,0-1 0,0-1 0,0 1 0,0 0 0,-1-1 0,0 1 0,0-1 0,0 0 0,0 1 0,2-9 0,87-226 0,-91 237 0,0-1 0,1 1 0,-1 0 0,1 0 0,0-1 0,-1 1 0,1 0 0,0 0 0,-1 0 0,1-1 0,0 1 0,0 0 0,0 0 0,0 0 0,2-1 0,3 6 0,-3 11 0,-1 89 204,3 26-164,-3-115-270,1 0 0,0 0 1,1-1-1,0 1 0,1-1 0,12 23 0,-8-22-6596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33.8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135 376 24575,'2'-37'0,"2"0"0,2 0 0,18-66 0,-1 4 0,-22 93 0,4-25 0,-5 30 0,0 0 0,0 0 0,0-1 0,0 1 0,0 0 0,0 0 0,0-1 0,0 1 0,0 0 0,-1 0 0,1-1 0,-1 1 0,1 0 0,-1 0 0,1 0 0,-1 0 0,0 0 0,-1-2 0,1 2 0,0 1 0,0 0 0,0 0 0,0 0 0,0 0 0,0 0 0,0 0 0,0 0 0,0 0 0,1 1 0,-1-1 0,0 0 0,0 1 0,0-1 0,0 0 0,0 1 0,0-1 0,1 1 0,-1-1 0,0 1 0,0 0 0,1-1 0,-1 1 0,0 0 0,1-1 0,-1 1 0,0 1 0,-20 22 0,21-23 0,-19 25 0,2 2 0,1 1 0,1 0 0,1 0 0,1 2 0,2-1 0,1 2 0,2-1 0,-5 38 0,7-21 0,2-1 0,2 1 0,3 0 0,1-1 0,15 80 0,18 21 0,-19-90 0,12 87 0,-27-137 34,0 0 1,-1 0-1,0 0 0,-1-1 0,1 1 0,-1 0 0,-1 0 0,0 0 0,-4 13 1,4-17-136,-1 1 1,1-1-1,-1 0 1,0 0 0,0 0-1,0 0 1,0 0-1,-1-1 1,1 1 0,-1-1-1,0 0 1,0 0 0,0-1-1,-1 1 1,1-1-1,-7 3 1,-11 3-6726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34.0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24575,'3'0'0,"4"0"0,3 0 0,3 0 0,2 0 0,2 0 0,3 0 0,2 0 0,2 0 0,0 0 0,-1 0 0,-2 0 0,-1 0 0,-2 0 0,0 0 0,-4 0-8191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34.4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45 24575,'0'-4'0,"1"0"0,-1 0 0,1 0 0,0 0 0,0 0 0,0 0 0,0 1 0,4-7 0,-5 9 0,0 1 0,0 0 0,0 0 0,0 0 0,0 0 0,0 0 0,0-1 0,0 1 0,0 0 0,0 0 0,0 0 0,1 0 0,-1 0 0,0 0 0,0 0 0,0-1 0,0 1 0,0 0 0,0 0 0,0 0 0,1 0 0,-1 0 0,0 0 0,0 0 0,0 0 0,0 0 0,0 0 0,1 0 0,-1 0 0,0 0 0,0 0 0,0 0 0,0 0 0,0 0 0,1 0 0,-1 0 0,0 0 0,0 0 0,0 0 0,0 0 0,0 0 0,0 0 0,1 0 0,-1 0 0,0 0 0,5 8 0,2 11 0,7 48 0,-4 0 0,3 116 0,-13-181 0,2 63 0,3 48 0,-3-96 0,1 0 0,0 0 0,1 0 0,9 22 0,-12-36-47,0 0 0,0 0 0,0 0 0,1 0 0,-1 0 0,1-1 0,-1 1 0,1 0 0,0-1-1,0 0 1,0 1 0,1-1 0,-1 0 0,0 0 0,1 0 0,-1-1 0,1 1 0,0-1 0,0 1 0,-1-1 0,1 0 0,0 0-1,0 0 1,0 0 0,0 0 0,0-1 0,1 0 0,3 1 0,8-4-6779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34.6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58 24575,'-3'0'0,"2"0"0,4 0 0,7 0 0,8-3 0,6 0 0,8-4 0,4 1 0,4-3 0,2 1 0,-1 1 0,-2 3 0,-4-2 0,-9 1-8191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34.9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 24575,'0'-1'0,"0"0"0,0 1 0,0-1 0,0 0 0,0 0 0,0 1 0,0-1 0,0 0 0,0 1 0,0-1 0,0 0 0,0 1 0,0-1 0,1 0 0,-1 1 0,0-1 0,0 1 0,1-1 0,-1 0 0,1 1 0,-1-1 0,0 1 0,1-1 0,-1 1 0,1-1 0,-1 1 0,2-1 0,-1 1 0,0 0 0,0 0 0,0 0 0,0 1 0,-1-1 0,1 0 0,0 1 0,0-1 0,0 0 0,0 1 0,-1-1 0,1 1 0,0 0 0,0-1 0,-1 1 0,1 0 0,0 0 0,32 40 0,-31-38 0,33 47 0,-3 1 0,-2 1 0,45 109 0,-64-131 0,-2 0 0,0 0 0,-2 1 0,-1 0 0,-2 0 0,0 0 0,-3 1 0,0-1 0,-6 43 0,2-55-136,-1 0-1,-1 0 1,-1 0-1,-1-1 1,0 0-1,-1 0 1,-1-1-1,-1 0 0,-19 26 1,-13 8-6690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35.6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 15 24575,'1'-1'0,"0"0"0,0 0 0,0-1 0,1 1 0,-1 0 0,0 0 0,1 0 0,-1 1 0,1-1 0,-1 0 0,1 0 0,-1 1 0,1-1 0,0 1 0,-1-1 0,1 1 0,1 0 0,-2 0 0,-1 0 0,0 0 0,0 0 0,1 0 0,-1 0 0,0 0 0,0 1 0,1-1 0,-1 0 0,0 0 0,0 0 0,1 0 0,-1 1 0,0-1 0,0 0 0,0 0 0,0 1 0,1-1 0,-1 0 0,0 0 0,0 1 0,0-1 0,0 0 0,0 0 0,0 1 0,0-1 0,0 0 0,0 0 0,0 1 0,0-1 0,0 0 0,0 1 0,-6 18 0,-90 185 0,79-160 0,3 0 0,-18 93 0,28-111 0,1 0 0,2 1 0,0-1 0,2 1 0,1 0 0,8 37 0,-6-44 0,2-1 0,0 0 0,1 0 0,1-1 0,1 0 0,1-1 0,0 0 0,1 0 0,21 24 0,-16-25-151,0 0-1,1-1 0,1 0 0,0-2 1,1 0-1,0-1 0,1-1 1,32 13-1,15 1-6674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50.6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42 24575,'402'-11'0,"-364"9"0,145-17 0,-165 15-1365,-6-1-5461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52.4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78 24575,'46'-2'0,"79"-15"0,-32 3 0,334-20 0,-406 34 0,-13 0 0,0 0 0,1-1 0,13-2 0,-21 3-29,-1 0-1,0 0 0,0 0 1,1 0-1,-1 0 0,0 0 0,0 0 1,1 0-1,-1 0 0,0 0 1,0 0-1,1 0 0,-1 0 1,0 0-1,0 0 0,0-1 1,1 1-1,-1 0 0,0 0 1,0 0-1,1 0 0,-1 0 1,0-1-1,0 1 0,0 0 1,0 0-1,1 0 0,-1 0 1,0-1-1,0 1 0,0 0 0,0 0 1,0-1-1,0 1 0,0 0 1,1 0-1,-1-1 0,0 1 1,0 0-1,0 0 0,0 0 1,0-1-1,0 1 0,0 0 1,0-1-1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53.0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52 24575,'195'-16'0,"-81"5"0,517-14-1365,-608 26-5461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53.3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30 24575,'0'0'0,"0"-1"0,0 0 0,1 1 0,-1-1 0,0 0 0,0 1 0,1-1 0,-1 1 0,1-1 0,-1 1 0,0-1 0,1 1 0,-1-1 0,1 1 0,-1-1 0,1 1 0,-1 0 0,1-1 0,0 1 0,-1 0 0,1-1 0,-1 1 0,1 0 0,0 0 0,-1 0 0,1-1 0,0 1 0,0 0 0,25-3 0,-19 2 0,85-8 0,0 5 0,138 9 0,-76 13 0,-147-18-1365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99 24575,'0'0'0,"0"1"0,0-1 0,0 1 0,0-1 0,1 1 0,-1-1 0,0 0 0,0 1 0,1-1 0,-1 1 0,0-1 0,0 0 0,1 1 0,-1-1 0,0 0 0,1 1 0,-1-1 0,0 0 0,1 0 0,-1 1 0,1-1 0,-1 0 0,0 0 0,1 0 0,-1 1 0,1-1 0,-1 0 0,1 0 0,-1 0 0,0 0 0,2 0 0,16 1 0,-16-1 0,172-18 0,1049-24-640,-1114 42 640,162-8 0,-262 7 22,21-2 196,-28 3-202,-1 0 0,0 0 1,0-1-1,0 1 0,1 0 1,-1-1-1,0 1 0,0-1 1,0 1-1,0-1 0,0 0 0,0 1 1,0-1-1,0 0 0,0 0 1,0 1-1,1-3 0,-2 2-9,0 1-1,0-1 0,0 1 0,0-1 0,0 1 0,0-1 0,0 1 0,0-1 1,0 1-1,0-1 0,0 1 0,0-1 0,-1 1 0,1 0 0,0-1 0,0 1 0,-1-1 1,1 1-1,0-1 0,-1 1 0,1 0 0,0-1 0,-1 1 0,1 0 0,-1-1 1,1 1-1,0 0 0,-1 0 0,1-1 0,-1 1 0,0 0 0,-16-7-1391,17 6 1316,-15-3-6757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54.3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7 24575,'-19'-4'0,"14"1"0,12 4 0,20 7 0,-1 2 0,0 0 0,0 2 0,-1 0 0,45 32 0,-61-38 0,0 1 0,-1 0 0,0 0 0,0 1 0,0 0 0,-1 0 0,0 1 0,-1 0 0,0 0 0,0 0 0,4 11 0,-7-13 0,0 1 0,-1 0 0,0-1 0,0 1 0,0 0 0,-1 0 0,-1 0 0,1 0 0,-1 0 0,-1 0 0,1 0 0,-1 0 0,-1 0 0,1 0 0,-6 14 0,-1-4-170,-1-1-1,-1 0 0,0 0 1,-1-1-1,-1 0 0,0-1 1,-20 18-1,14-15-6655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1:54.7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0 214 24575,'2'-2'0,"2"7"0,3 11 0,16 95 0,3 10 0,-26-120 0,0 1 0,0-1 0,1 0 0,-1 0 0,1 1 0,-1-1 0,1 0 0,0 0 0,-1 0 0,1 0 0,0 0 0,0 0 0,0 0 0,0 0 0,0 0 0,0 0 0,0 0 0,0 0 0,1 0 0,-1-1 0,0 0 0,0 1 0,1-1 0,-1 0 0,0 0 0,0 0 0,0 0 0,0 0 0,0 0 0,0-1 0,0 1 0,1 0 0,-1-1 0,0 1 0,0 0 0,0-1 0,2-1 0,4-3 0,0 0 0,-1-1 0,1 0 0,9-11 0,-8 8 0,52-56 0,10-9 0,103-88 0,-11 43-1365,-138 104-5461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2:05.4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 24575,'0'0'0,"2"-12"0,16 8 0,259 3 0,-48 2 0,-171-8-1365,-44 3-5461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2:05.8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 24575,'2'0'0,"5"0"0,6 0 0,5 0 0,3 0 0,6 0 0,2 0 0,3 0 0,5 0 0,1 0 0,0 0 0,0 0 0,-2 0 0,-3-3 0,-6 0 0,-3-1 0,-6 1-8191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2:24.2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24575,'6'0'0,"13"0"0,21 0 0,26 0 0,47 0 0,46 0 0,46 0 0,40 0-1397,36 0 1397,10 0-1953,-5 0 1953,-10 0 0,-19 0 0,-35 0 0,-47 0-403,-41 0 403,-42 0 0,-36 0-4438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09:42:24.8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1 105 24575,'8'0'0,"15"0"0,29 0 0,31-9 0,36-2 0,32-3 0,28-4 0,12 0-691,-4 4 691,-17 4 0,-25 4 0,-32 3 0,-29 1 0,-26 2 0,-23 1-7500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5" Type="http://schemas.openxmlformats.org/officeDocument/2006/relationships/customXml" Target="../ink/ink2.xml"/><Relationship Id="rId44" Type="http://schemas.openxmlformats.org/officeDocument/2006/relationships/image" Target="../media/image350.png"/><Relationship Id="rId48" Type="http://schemas.openxmlformats.org/officeDocument/2006/relationships/image" Target="../media/image35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hyperlink" Target="https://github.com/soyuztechnologies/SAP_BTP_Training_CLD200/blob/master/Day%203/03%20application/03application/app/purchaseorderapp/annotations.cd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.xml"/><Relationship Id="rId117" Type="http://schemas.openxmlformats.org/officeDocument/2006/relationships/image" Target="../media/image62.png"/><Relationship Id="rId21" Type="http://schemas.openxmlformats.org/officeDocument/2006/relationships/image" Target="../media/image14.png"/><Relationship Id="rId42" Type="http://schemas.openxmlformats.org/officeDocument/2006/relationships/customXml" Target="../ink/ink24.xml"/><Relationship Id="rId47" Type="http://schemas.openxmlformats.org/officeDocument/2006/relationships/image" Target="../media/image27.png"/><Relationship Id="rId63" Type="http://schemas.openxmlformats.org/officeDocument/2006/relationships/image" Target="../media/image35.png"/><Relationship Id="rId68" Type="http://schemas.openxmlformats.org/officeDocument/2006/relationships/customXml" Target="../ink/ink37.xml"/><Relationship Id="rId84" Type="http://schemas.openxmlformats.org/officeDocument/2006/relationships/customXml" Target="../ink/ink45.xml"/><Relationship Id="rId89" Type="http://schemas.openxmlformats.org/officeDocument/2006/relationships/image" Target="../media/image48.png"/><Relationship Id="rId112" Type="http://schemas.openxmlformats.org/officeDocument/2006/relationships/customXml" Target="../ink/ink59.xml"/><Relationship Id="rId16" Type="http://schemas.openxmlformats.org/officeDocument/2006/relationships/customXml" Target="../ink/ink11.xml"/><Relationship Id="rId107" Type="http://schemas.openxmlformats.org/officeDocument/2006/relationships/image" Target="../media/image57.png"/><Relationship Id="rId11" Type="http://schemas.openxmlformats.org/officeDocument/2006/relationships/image" Target="../media/image9.png"/><Relationship Id="rId32" Type="http://schemas.openxmlformats.org/officeDocument/2006/relationships/customXml" Target="../ink/ink19.xml"/><Relationship Id="rId37" Type="http://schemas.openxmlformats.org/officeDocument/2006/relationships/image" Target="../media/image22.png"/><Relationship Id="rId53" Type="http://schemas.openxmlformats.org/officeDocument/2006/relationships/image" Target="../media/image30.png"/><Relationship Id="rId58" Type="http://schemas.openxmlformats.org/officeDocument/2006/relationships/customXml" Target="../ink/ink32.xml"/><Relationship Id="rId74" Type="http://schemas.openxmlformats.org/officeDocument/2006/relationships/customXml" Target="../ink/ink40.xml"/><Relationship Id="rId79" Type="http://schemas.openxmlformats.org/officeDocument/2006/relationships/image" Target="../media/image43.png"/><Relationship Id="rId102" Type="http://schemas.openxmlformats.org/officeDocument/2006/relationships/customXml" Target="../ink/ink54.xml"/><Relationship Id="rId5" Type="http://schemas.openxmlformats.org/officeDocument/2006/relationships/image" Target="../media/image6.png"/><Relationship Id="rId90" Type="http://schemas.openxmlformats.org/officeDocument/2006/relationships/customXml" Target="../ink/ink48.xml"/><Relationship Id="rId95" Type="http://schemas.openxmlformats.org/officeDocument/2006/relationships/image" Target="../media/image51.png"/><Relationship Id="rId22" Type="http://schemas.openxmlformats.org/officeDocument/2006/relationships/customXml" Target="../ink/ink14.xml"/><Relationship Id="rId27" Type="http://schemas.openxmlformats.org/officeDocument/2006/relationships/image" Target="../media/image17.png"/><Relationship Id="rId43" Type="http://schemas.openxmlformats.org/officeDocument/2006/relationships/image" Target="../media/image25.png"/><Relationship Id="rId48" Type="http://schemas.openxmlformats.org/officeDocument/2006/relationships/customXml" Target="../ink/ink27.xml"/><Relationship Id="rId64" Type="http://schemas.openxmlformats.org/officeDocument/2006/relationships/customXml" Target="../ink/ink35.xml"/><Relationship Id="rId69" Type="http://schemas.openxmlformats.org/officeDocument/2006/relationships/image" Target="../media/image38.png"/><Relationship Id="rId113" Type="http://schemas.openxmlformats.org/officeDocument/2006/relationships/image" Target="../media/image60.png"/><Relationship Id="rId118" Type="http://schemas.openxmlformats.org/officeDocument/2006/relationships/customXml" Target="../ink/ink62.xml"/><Relationship Id="rId80" Type="http://schemas.openxmlformats.org/officeDocument/2006/relationships/customXml" Target="../ink/ink43.xml"/><Relationship Id="rId85" Type="http://schemas.openxmlformats.org/officeDocument/2006/relationships/image" Target="../media/image46.png"/><Relationship Id="rId12" Type="http://schemas.openxmlformats.org/officeDocument/2006/relationships/customXml" Target="../ink/ink9.xml"/><Relationship Id="rId17" Type="http://schemas.openxmlformats.org/officeDocument/2006/relationships/image" Target="../media/image12.png"/><Relationship Id="rId33" Type="http://schemas.openxmlformats.org/officeDocument/2006/relationships/image" Target="../media/image20.png"/><Relationship Id="rId38" Type="http://schemas.openxmlformats.org/officeDocument/2006/relationships/customXml" Target="../ink/ink22.xml"/><Relationship Id="rId59" Type="http://schemas.openxmlformats.org/officeDocument/2006/relationships/image" Target="../media/image33.png"/><Relationship Id="rId103" Type="http://schemas.openxmlformats.org/officeDocument/2006/relationships/image" Target="../media/image55.png"/><Relationship Id="rId108" Type="http://schemas.openxmlformats.org/officeDocument/2006/relationships/customXml" Target="../ink/ink57.xml"/><Relationship Id="rId54" Type="http://schemas.openxmlformats.org/officeDocument/2006/relationships/customXml" Target="../ink/ink30.xml"/><Relationship Id="rId70" Type="http://schemas.openxmlformats.org/officeDocument/2006/relationships/customXml" Target="../ink/ink38.xml"/><Relationship Id="rId75" Type="http://schemas.openxmlformats.org/officeDocument/2006/relationships/image" Target="../media/image41.png"/><Relationship Id="rId91" Type="http://schemas.openxmlformats.org/officeDocument/2006/relationships/image" Target="../media/image49.png"/><Relationship Id="rId96" Type="http://schemas.openxmlformats.org/officeDocument/2006/relationships/customXml" Target="../ink/ink5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23" Type="http://schemas.openxmlformats.org/officeDocument/2006/relationships/image" Target="../media/image15.png"/><Relationship Id="rId28" Type="http://schemas.openxmlformats.org/officeDocument/2006/relationships/customXml" Target="../ink/ink17.xml"/><Relationship Id="rId49" Type="http://schemas.openxmlformats.org/officeDocument/2006/relationships/image" Target="../media/image28.png"/><Relationship Id="rId114" Type="http://schemas.openxmlformats.org/officeDocument/2006/relationships/customXml" Target="../ink/ink60.xml"/><Relationship Id="rId119" Type="http://schemas.openxmlformats.org/officeDocument/2006/relationships/image" Target="../media/image63.png"/><Relationship Id="rId44" Type="http://schemas.openxmlformats.org/officeDocument/2006/relationships/customXml" Target="../ink/ink25.xml"/><Relationship Id="rId60" Type="http://schemas.openxmlformats.org/officeDocument/2006/relationships/customXml" Target="../ink/ink33.xml"/><Relationship Id="rId65" Type="http://schemas.openxmlformats.org/officeDocument/2006/relationships/image" Target="../media/image36.png"/><Relationship Id="rId81" Type="http://schemas.openxmlformats.org/officeDocument/2006/relationships/image" Target="../media/image44.png"/><Relationship Id="rId86" Type="http://schemas.openxmlformats.org/officeDocument/2006/relationships/customXml" Target="../ink/ink46.xml"/><Relationship Id="rId4" Type="http://schemas.openxmlformats.org/officeDocument/2006/relationships/customXml" Target="../ink/ink5.xml"/><Relationship Id="rId9" Type="http://schemas.openxmlformats.org/officeDocument/2006/relationships/image" Target="../media/image8.png"/><Relationship Id="rId13" Type="http://schemas.openxmlformats.org/officeDocument/2006/relationships/image" Target="../media/image10.png"/><Relationship Id="rId18" Type="http://schemas.openxmlformats.org/officeDocument/2006/relationships/customXml" Target="../ink/ink12.xml"/><Relationship Id="rId39" Type="http://schemas.openxmlformats.org/officeDocument/2006/relationships/image" Target="../media/image23.png"/><Relationship Id="rId109" Type="http://schemas.openxmlformats.org/officeDocument/2006/relationships/image" Target="../media/image58.png"/><Relationship Id="rId34" Type="http://schemas.openxmlformats.org/officeDocument/2006/relationships/customXml" Target="../ink/ink20.xml"/><Relationship Id="rId50" Type="http://schemas.openxmlformats.org/officeDocument/2006/relationships/customXml" Target="../ink/ink28.xml"/><Relationship Id="rId55" Type="http://schemas.openxmlformats.org/officeDocument/2006/relationships/image" Target="../media/image31.png"/><Relationship Id="rId76" Type="http://schemas.openxmlformats.org/officeDocument/2006/relationships/customXml" Target="../ink/ink41.xml"/><Relationship Id="rId97" Type="http://schemas.openxmlformats.org/officeDocument/2006/relationships/image" Target="../media/image52.png"/><Relationship Id="rId104" Type="http://schemas.openxmlformats.org/officeDocument/2006/relationships/customXml" Target="../ink/ink55.xml"/><Relationship Id="rId120" Type="http://schemas.openxmlformats.org/officeDocument/2006/relationships/customXml" Target="../ink/ink63.xml"/><Relationship Id="rId7" Type="http://schemas.openxmlformats.org/officeDocument/2006/relationships/image" Target="../media/image7.png"/><Relationship Id="rId71" Type="http://schemas.openxmlformats.org/officeDocument/2006/relationships/image" Target="../media/image39.png"/><Relationship Id="rId92" Type="http://schemas.openxmlformats.org/officeDocument/2006/relationships/customXml" Target="../ink/ink49.xml"/><Relationship Id="rId2" Type="http://schemas.openxmlformats.org/officeDocument/2006/relationships/customXml" Target="../ink/ink4.xml"/><Relationship Id="rId29" Type="http://schemas.openxmlformats.org/officeDocument/2006/relationships/image" Target="../media/image18.png"/><Relationship Id="rId24" Type="http://schemas.openxmlformats.org/officeDocument/2006/relationships/customXml" Target="../ink/ink15.xml"/><Relationship Id="rId40" Type="http://schemas.openxmlformats.org/officeDocument/2006/relationships/customXml" Target="../ink/ink23.xml"/><Relationship Id="rId45" Type="http://schemas.openxmlformats.org/officeDocument/2006/relationships/image" Target="../media/image26.png"/><Relationship Id="rId66" Type="http://schemas.openxmlformats.org/officeDocument/2006/relationships/customXml" Target="../ink/ink36.xml"/><Relationship Id="rId87" Type="http://schemas.openxmlformats.org/officeDocument/2006/relationships/image" Target="../media/image47.png"/><Relationship Id="rId110" Type="http://schemas.openxmlformats.org/officeDocument/2006/relationships/customXml" Target="../ink/ink58.xml"/><Relationship Id="rId115" Type="http://schemas.openxmlformats.org/officeDocument/2006/relationships/image" Target="../media/image61.png"/><Relationship Id="rId61" Type="http://schemas.openxmlformats.org/officeDocument/2006/relationships/image" Target="../media/image34.png"/><Relationship Id="rId82" Type="http://schemas.openxmlformats.org/officeDocument/2006/relationships/customXml" Target="../ink/ink44.xml"/><Relationship Id="rId19" Type="http://schemas.openxmlformats.org/officeDocument/2006/relationships/image" Target="../media/image13.png"/><Relationship Id="rId14" Type="http://schemas.openxmlformats.org/officeDocument/2006/relationships/customXml" Target="../ink/ink10.xml"/><Relationship Id="rId30" Type="http://schemas.openxmlformats.org/officeDocument/2006/relationships/customXml" Target="../ink/ink18.xml"/><Relationship Id="rId35" Type="http://schemas.openxmlformats.org/officeDocument/2006/relationships/image" Target="../media/image21.png"/><Relationship Id="rId56" Type="http://schemas.openxmlformats.org/officeDocument/2006/relationships/customXml" Target="../ink/ink31.xml"/><Relationship Id="rId77" Type="http://schemas.openxmlformats.org/officeDocument/2006/relationships/image" Target="../media/image42.png"/><Relationship Id="rId100" Type="http://schemas.openxmlformats.org/officeDocument/2006/relationships/customXml" Target="../ink/ink53.xml"/><Relationship Id="rId105" Type="http://schemas.openxmlformats.org/officeDocument/2006/relationships/image" Target="../media/image56.png"/><Relationship Id="rId8" Type="http://schemas.openxmlformats.org/officeDocument/2006/relationships/customXml" Target="../ink/ink7.xml"/><Relationship Id="rId51" Type="http://schemas.openxmlformats.org/officeDocument/2006/relationships/image" Target="../media/image29.png"/><Relationship Id="rId72" Type="http://schemas.openxmlformats.org/officeDocument/2006/relationships/customXml" Target="../ink/ink39.xml"/><Relationship Id="rId93" Type="http://schemas.openxmlformats.org/officeDocument/2006/relationships/image" Target="../media/image50.png"/><Relationship Id="rId98" Type="http://schemas.openxmlformats.org/officeDocument/2006/relationships/customXml" Target="../ink/ink52.xml"/><Relationship Id="rId121" Type="http://schemas.openxmlformats.org/officeDocument/2006/relationships/image" Target="../media/image64.png"/><Relationship Id="rId3" Type="http://schemas.openxmlformats.org/officeDocument/2006/relationships/image" Target="../media/image5.png"/><Relationship Id="rId25" Type="http://schemas.openxmlformats.org/officeDocument/2006/relationships/image" Target="../media/image16.png"/><Relationship Id="rId46" Type="http://schemas.openxmlformats.org/officeDocument/2006/relationships/customXml" Target="../ink/ink26.xml"/><Relationship Id="rId67" Type="http://schemas.openxmlformats.org/officeDocument/2006/relationships/image" Target="../media/image37.png"/><Relationship Id="rId116" Type="http://schemas.openxmlformats.org/officeDocument/2006/relationships/customXml" Target="../ink/ink61.xml"/><Relationship Id="rId20" Type="http://schemas.openxmlformats.org/officeDocument/2006/relationships/customXml" Target="../ink/ink13.xml"/><Relationship Id="rId41" Type="http://schemas.openxmlformats.org/officeDocument/2006/relationships/image" Target="../media/image24.png"/><Relationship Id="rId62" Type="http://schemas.openxmlformats.org/officeDocument/2006/relationships/customXml" Target="../ink/ink34.xml"/><Relationship Id="rId83" Type="http://schemas.openxmlformats.org/officeDocument/2006/relationships/image" Target="../media/image45.png"/><Relationship Id="rId88" Type="http://schemas.openxmlformats.org/officeDocument/2006/relationships/customXml" Target="../ink/ink47.xml"/><Relationship Id="rId111" Type="http://schemas.openxmlformats.org/officeDocument/2006/relationships/image" Target="../media/image59.png"/><Relationship Id="rId15" Type="http://schemas.openxmlformats.org/officeDocument/2006/relationships/image" Target="../media/image11.png"/><Relationship Id="rId36" Type="http://schemas.openxmlformats.org/officeDocument/2006/relationships/customXml" Target="../ink/ink21.xml"/><Relationship Id="rId57" Type="http://schemas.openxmlformats.org/officeDocument/2006/relationships/image" Target="../media/image32.png"/><Relationship Id="rId106" Type="http://schemas.openxmlformats.org/officeDocument/2006/relationships/customXml" Target="../ink/ink56.xml"/><Relationship Id="rId10" Type="http://schemas.openxmlformats.org/officeDocument/2006/relationships/customXml" Target="../ink/ink8.xml"/><Relationship Id="rId31" Type="http://schemas.openxmlformats.org/officeDocument/2006/relationships/image" Target="../media/image19.png"/><Relationship Id="rId52" Type="http://schemas.openxmlformats.org/officeDocument/2006/relationships/customXml" Target="../ink/ink29.xml"/><Relationship Id="rId73" Type="http://schemas.openxmlformats.org/officeDocument/2006/relationships/image" Target="../media/image40.png"/><Relationship Id="rId78" Type="http://schemas.openxmlformats.org/officeDocument/2006/relationships/customXml" Target="../ink/ink42.xml"/><Relationship Id="rId94" Type="http://schemas.openxmlformats.org/officeDocument/2006/relationships/customXml" Target="../ink/ink50.xml"/><Relationship Id="rId99" Type="http://schemas.openxmlformats.org/officeDocument/2006/relationships/image" Target="../media/image53.png"/><Relationship Id="rId101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hyperlink" Target="https://github.com/soyuztechnologies/SAP_BTP_Training_CLD200/tree/master/Day%204/capm%20draft%20and%20value%20help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oyuztechnologies/SAP_BTP_Training_CLD200/blob/master/Day%203/03%20application/03application/app/purchaseorderapp/annotations.cd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hyperlink" Target="https://github.com/soyuztechnologies/SAP_BTP_Training_CLD200/tree/master/Day%204/capm%20draft%20and%20value%20help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8.png"/><Relationship Id="rId4" Type="http://schemas.openxmlformats.org/officeDocument/2006/relationships/hyperlink" Target="http://www.dribbble.com/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jpeg"/><Relationship Id="rId3" Type="http://schemas.openxmlformats.org/officeDocument/2006/relationships/image" Target="../media/image69.jpeg"/><Relationship Id="rId7" Type="http://schemas.openxmlformats.org/officeDocument/2006/relationships/image" Target="../media/image73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2.tiff"/><Relationship Id="rId5" Type="http://schemas.openxmlformats.org/officeDocument/2006/relationships/image" Target="../media/image71.tiff"/><Relationship Id="rId4" Type="http://schemas.openxmlformats.org/officeDocument/2006/relationships/image" Target="../media/image70.tiff"/><Relationship Id="rId9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9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CCC398-65A7-46D8-A239-10DEF44C09D8}"/>
              </a:ext>
            </a:extLst>
          </p:cNvPr>
          <p:cNvSpPr/>
          <p:nvPr/>
        </p:nvSpPr>
        <p:spPr>
          <a:xfrm>
            <a:off x="3070076" y="1285707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DD83FDAB-84C0-4E56-A834-5F4759E4D1B1}"/>
              </a:ext>
            </a:extLst>
          </p:cNvPr>
          <p:cNvSpPr/>
          <p:nvPr/>
        </p:nvSpPr>
        <p:spPr>
          <a:xfrm>
            <a:off x="3070076" y="3041429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6" name="Rectangle: Rounded Corners 1125">
            <a:extLst>
              <a:ext uri="{FF2B5EF4-FFF2-40B4-BE49-F238E27FC236}">
                <a16:creationId xmlns:a16="http://schemas.microsoft.com/office/drawing/2014/main" id="{FED1BB6A-A9A9-4E0A-A8CD-EEFB5750C983}"/>
              </a:ext>
            </a:extLst>
          </p:cNvPr>
          <p:cNvSpPr/>
          <p:nvPr/>
        </p:nvSpPr>
        <p:spPr>
          <a:xfrm>
            <a:off x="3070076" y="4797152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E75565-DE97-493A-B6B7-3FEC1D7EC345}"/>
              </a:ext>
            </a:extLst>
          </p:cNvPr>
          <p:cNvGrpSpPr/>
          <p:nvPr/>
        </p:nvGrpSpPr>
        <p:grpSpPr>
          <a:xfrm>
            <a:off x="3734762" y="1538720"/>
            <a:ext cx="3951680" cy="922336"/>
            <a:chOff x="1395616" y="871285"/>
            <a:chExt cx="3825734" cy="1064137"/>
          </a:xfrm>
        </p:grpSpPr>
        <p:sp>
          <p:nvSpPr>
            <p:cNvPr id="1136" name="TextBox 1135">
              <a:extLst>
                <a:ext uri="{FF2B5EF4-FFF2-40B4-BE49-F238E27FC236}">
                  <a16:creationId xmlns:a16="http://schemas.microsoft.com/office/drawing/2014/main" id="{19597974-6BD9-4F46-93D5-8E798AE68BD9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Generator</a:t>
              </a:r>
            </a:p>
          </p:txBody>
        </p:sp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id="{F9DA7F84-AF3C-4C6B-8FBC-ADC07F02F13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38" name="Group 1137">
            <a:extLst>
              <a:ext uri="{FF2B5EF4-FFF2-40B4-BE49-F238E27FC236}">
                <a16:creationId xmlns:a16="http://schemas.microsoft.com/office/drawing/2014/main" id="{1689CC76-F5C8-4D9A-940D-D0E9511DAD27}"/>
              </a:ext>
            </a:extLst>
          </p:cNvPr>
          <p:cNvGrpSpPr/>
          <p:nvPr/>
        </p:nvGrpSpPr>
        <p:grpSpPr>
          <a:xfrm>
            <a:off x="3734762" y="3294439"/>
            <a:ext cx="3951680" cy="922336"/>
            <a:chOff x="1395616" y="871285"/>
            <a:chExt cx="3825734" cy="1064137"/>
          </a:xfrm>
        </p:grpSpPr>
        <p:sp>
          <p:nvSpPr>
            <p:cNvPr id="1139" name="TextBox 1138">
              <a:extLst>
                <a:ext uri="{FF2B5EF4-FFF2-40B4-BE49-F238E27FC236}">
                  <a16:creationId xmlns:a16="http://schemas.microsoft.com/office/drawing/2014/main" id="{0EC594F9-42AA-48F0-91E3-A523A590A6A2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Fiori App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0" name="TextBox 1139">
              <a:extLst>
                <a:ext uri="{FF2B5EF4-FFF2-40B4-BE49-F238E27FC236}">
                  <a16:creationId xmlns:a16="http://schemas.microsoft.com/office/drawing/2014/main" id="{958156DC-3EA6-4EBE-BADE-2321E29D81D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17C38255-E89D-4911-9EAA-F048C7DFE484}"/>
              </a:ext>
            </a:extLst>
          </p:cNvPr>
          <p:cNvGrpSpPr/>
          <p:nvPr/>
        </p:nvGrpSpPr>
        <p:grpSpPr>
          <a:xfrm>
            <a:off x="3734762" y="5050162"/>
            <a:ext cx="3951680" cy="922336"/>
            <a:chOff x="1395616" y="871285"/>
            <a:chExt cx="3825734" cy="1064137"/>
          </a:xfrm>
        </p:grpSpPr>
        <p:sp>
          <p:nvSpPr>
            <p:cNvPr id="1148" name="TextBox 1147">
              <a:extLst>
                <a:ext uri="{FF2B5EF4-FFF2-40B4-BE49-F238E27FC236}">
                  <a16:creationId xmlns:a16="http://schemas.microsoft.com/office/drawing/2014/main" id="{E50F2C64-4496-4A40-ACCB-C5159AEC70D5}"/>
                </a:ext>
              </a:extLst>
            </p:cNvPr>
            <p:cNvSpPr txBox="1"/>
            <p:nvPr/>
          </p:nvSpPr>
          <p:spPr>
            <a:xfrm>
              <a:off x="2984420" y="1243563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Annotations</a:t>
              </a:r>
            </a:p>
          </p:txBody>
        </p:sp>
        <p:sp>
          <p:nvSpPr>
            <p:cNvPr id="1149" name="TextBox 1148">
              <a:extLst>
                <a:ext uri="{FF2B5EF4-FFF2-40B4-BE49-F238E27FC236}">
                  <a16:creationId xmlns:a16="http://schemas.microsoft.com/office/drawing/2014/main" id="{0B9CA9D5-F695-4802-BE21-8B05D2B7590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9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Fiori elements – How to Develop an Object Page - SAP Community">
            <a:extLst>
              <a:ext uri="{FF2B5EF4-FFF2-40B4-BE49-F238E27FC236}">
                <a16:creationId xmlns:a16="http://schemas.microsoft.com/office/drawing/2014/main" id="{D3150824-0441-69FC-F181-54E6CCF40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56" y="908720"/>
            <a:ext cx="10702925" cy="5718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2CE6954-4082-B04C-3328-9B7026EBC698}"/>
                  </a:ext>
                </a:extLst>
              </p14:cNvPr>
              <p14:cNvContentPartPr/>
              <p14:nvPr/>
            </p14:nvContentPartPr>
            <p14:xfrm>
              <a:off x="5512431" y="2815412"/>
              <a:ext cx="12240" cy="43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2CE6954-4082-B04C-3328-9B7026EBC69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503791" y="2806772"/>
                <a:ext cx="2988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2923FF7-3135-8CE2-2A40-4C78430FCF41}"/>
                  </a:ext>
                </a:extLst>
              </p14:cNvPr>
              <p14:cNvContentPartPr/>
              <p14:nvPr/>
            </p14:nvContentPartPr>
            <p14:xfrm>
              <a:off x="6223431" y="2769332"/>
              <a:ext cx="12960" cy="43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2923FF7-3135-8CE2-2A40-4C78430FCF4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214791" y="2760332"/>
                <a:ext cx="30600" cy="2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8666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7A1E3-1061-9152-3664-B5853A32B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Annotations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6DECE2-D25A-FF88-8E92-CC3FD5BA41F0}"/>
              </a:ext>
            </a:extLst>
          </p:cNvPr>
          <p:cNvSpPr txBox="1"/>
          <p:nvPr/>
        </p:nvSpPr>
        <p:spPr>
          <a:xfrm>
            <a:off x="189756" y="1124744"/>
            <a:ext cx="11881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@UI.SelectionField – selection fields</a:t>
            </a:r>
          </a:p>
          <a:p>
            <a:r>
              <a:rPr lang="en-IN" b="1" dirty="0">
                <a:solidFill>
                  <a:schemeClr val="bg1"/>
                </a:solidFill>
              </a:rPr>
              <a:t>@UI.HeaderInfo – for title of the table</a:t>
            </a:r>
          </a:p>
          <a:p>
            <a:r>
              <a:rPr lang="en-IN" b="1" dirty="0">
                <a:solidFill>
                  <a:schemeClr val="bg1"/>
                </a:solidFill>
              </a:rPr>
              <a:t>@UI.LineItem – Create columns of the table</a:t>
            </a:r>
          </a:p>
        </p:txBody>
      </p:sp>
    </p:spTree>
    <p:extLst>
      <p:ext uri="{BB962C8B-B14F-4D97-AF65-F5344CB8AC3E}">
        <p14:creationId xmlns:p14="http://schemas.microsoft.com/office/powerpoint/2010/main" val="2549067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2D3F8-E96A-BCF6-6C4E-71E6C1EE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Fiori App using Annotation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E0B560-9F3A-D55C-EABC-504B17B6E1E9}"/>
              </a:ext>
            </a:extLst>
          </p:cNvPr>
          <p:cNvSpPr/>
          <p:nvPr/>
        </p:nvSpPr>
        <p:spPr>
          <a:xfrm>
            <a:off x="189756" y="980728"/>
            <a:ext cx="11449272" cy="2664296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Exercise:</a:t>
            </a:r>
          </a:p>
          <a:p>
            <a:r>
              <a:rPr lang="en-US" dirty="0">
                <a:hlinkClick r:id="rId2"/>
              </a:rPr>
              <a:t>https://github.com/soyuztechnologies/SAP_BTP_Training_CLD200/blob/master/Day%203/03%20application/03application/app/purchaseorderapp/annotations.cds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D4F5402-6ADE-F04D-BFAF-D26033B48735}"/>
                  </a:ext>
                </a:extLst>
              </p14:cNvPr>
              <p14:cNvContentPartPr/>
              <p14:nvPr/>
            </p14:nvContentPartPr>
            <p14:xfrm>
              <a:off x="1216914" y="318487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D4F5402-6ADE-F04D-BFAF-D26033B487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8914" y="3167230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6049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Association </a:t>
            </a:r>
            <a:r>
              <a:rPr lang="en-US" sz="3600" dirty="0" err="1">
                <a:latin typeface="Cooper Black" panose="0208090404030B020404" pitchFamily="18" charset="0"/>
              </a:rPr>
              <a:t>v.s</a:t>
            </a:r>
            <a:r>
              <a:rPr lang="en-US" sz="3600" dirty="0">
                <a:latin typeface="Cooper Black" panose="0208090404030B020404" pitchFamily="18" charset="0"/>
              </a:rPr>
              <a:t> Composition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40341-E5D0-6634-D158-3D49004F9177}"/>
              </a:ext>
            </a:extLst>
          </p:cNvPr>
          <p:cNvSpPr txBox="1"/>
          <p:nvPr/>
        </p:nvSpPr>
        <p:spPr>
          <a:xfrm>
            <a:off x="189756" y="836712"/>
            <a:ext cx="118093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Association – a relationship between entities which is a lose coupling. Both objects should exist together. However, they can work independently. Airplane and passenger.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Composition – a relationship between entities which is a tight coupling. Both objects must exist together. They cannot function independently. Airplane and wings.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5EA127-8BA3-3866-06A2-657078E4F9B9}"/>
              </a:ext>
            </a:extLst>
          </p:cNvPr>
          <p:cNvSpPr/>
          <p:nvPr/>
        </p:nvSpPr>
        <p:spPr>
          <a:xfrm>
            <a:off x="2349995" y="2841765"/>
            <a:ext cx="2088232" cy="1296144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Purchase Order Header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606A91-926C-9620-42A5-2FF1B06C6B7A}"/>
              </a:ext>
            </a:extLst>
          </p:cNvPr>
          <p:cNvSpPr/>
          <p:nvPr/>
        </p:nvSpPr>
        <p:spPr>
          <a:xfrm>
            <a:off x="6958507" y="4137909"/>
            <a:ext cx="2088232" cy="1296144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Purchase order Items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756A476F-1392-FE1B-D5C2-178C25A7367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438227" y="3489837"/>
            <a:ext cx="2520280" cy="1296144"/>
          </a:xfrm>
          <a:prstGeom prst="bentConnector3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81A3FFC-973A-1674-A1DA-DD702CB922C3}"/>
              </a:ext>
            </a:extLst>
          </p:cNvPr>
          <p:cNvSpPr txBox="1"/>
          <p:nvPr/>
        </p:nvSpPr>
        <p:spPr>
          <a:xfrm>
            <a:off x="5086299" y="3129797"/>
            <a:ext cx="20882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composition</a:t>
            </a:r>
          </a:p>
        </p:txBody>
      </p:sp>
    </p:spTree>
    <p:extLst>
      <p:ext uri="{BB962C8B-B14F-4D97-AF65-F5344CB8AC3E}">
        <p14:creationId xmlns:p14="http://schemas.microsoft.com/office/powerpoint/2010/main" val="424649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DD266-3F84-1701-718D-59163AEB6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90E5266-4B83-1B74-C5D6-FF5E50C6DBA8}"/>
                  </a:ext>
                </a:extLst>
              </p14:cNvPr>
              <p14:cNvContentPartPr/>
              <p14:nvPr/>
            </p14:nvContentPartPr>
            <p14:xfrm>
              <a:off x="4725501" y="1829830"/>
              <a:ext cx="538200" cy="15274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90E5266-4B83-1B74-C5D6-FF5E50C6DB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16501" y="1820830"/>
                <a:ext cx="555840" cy="154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2EA2216-06B9-EDF1-3FBC-CF97937617FB}"/>
                  </a:ext>
                </a:extLst>
              </p14:cNvPr>
              <p14:cNvContentPartPr/>
              <p14:nvPr/>
            </p14:nvContentPartPr>
            <p14:xfrm>
              <a:off x="1070061" y="3302590"/>
              <a:ext cx="3726000" cy="1225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2EA2216-06B9-EDF1-3FBC-CF97937617F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1061" y="3293590"/>
                <a:ext cx="3743640" cy="12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6F11194-75E3-3B5F-CFDD-062E1A525FFF}"/>
                  </a:ext>
                </a:extLst>
              </p14:cNvPr>
              <p14:cNvContentPartPr/>
              <p14:nvPr/>
            </p14:nvContentPartPr>
            <p14:xfrm>
              <a:off x="1637781" y="3524710"/>
              <a:ext cx="1036800" cy="290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6F11194-75E3-3B5F-CFDD-062E1A525FF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29141" y="3516070"/>
                <a:ext cx="105444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E155DF7-BE6E-AF3E-2521-41DB40572BA2}"/>
                  </a:ext>
                </a:extLst>
              </p14:cNvPr>
              <p14:cNvContentPartPr/>
              <p14:nvPr/>
            </p14:nvContentPartPr>
            <p14:xfrm>
              <a:off x="2847381" y="3515350"/>
              <a:ext cx="37440" cy="156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E155DF7-BE6E-AF3E-2521-41DB40572BA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38741" y="3506710"/>
                <a:ext cx="5508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C1AC9B3-C646-C532-BD8C-39012D6D1F5A}"/>
                  </a:ext>
                </a:extLst>
              </p14:cNvPr>
              <p14:cNvContentPartPr/>
              <p14:nvPr/>
            </p14:nvContentPartPr>
            <p14:xfrm>
              <a:off x="2839461" y="3449830"/>
              <a:ext cx="693360" cy="293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C1AC9B3-C646-C532-BD8C-39012D6D1F5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30461" y="3440830"/>
                <a:ext cx="71100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48D23F3-E9E0-AC93-F111-6D580CBE5CE0}"/>
                  </a:ext>
                </a:extLst>
              </p14:cNvPr>
              <p14:cNvContentPartPr/>
              <p14:nvPr/>
            </p14:nvContentPartPr>
            <p14:xfrm>
              <a:off x="1652541" y="4266670"/>
              <a:ext cx="552240" cy="560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48D23F3-E9E0-AC93-F111-6D580CBE5CE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43901" y="4257670"/>
                <a:ext cx="569880" cy="57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5A116D8-29B4-76BC-7874-08E4718FF1FF}"/>
                  </a:ext>
                </a:extLst>
              </p14:cNvPr>
              <p14:cNvContentPartPr/>
              <p14:nvPr/>
            </p14:nvContentPartPr>
            <p14:xfrm>
              <a:off x="2928021" y="4190710"/>
              <a:ext cx="718920" cy="627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5A116D8-29B4-76BC-7874-08E4718FF1F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19021" y="4181710"/>
                <a:ext cx="736560" cy="64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8B9E555-6958-EB10-68C1-FD8150A330ED}"/>
                  </a:ext>
                </a:extLst>
              </p14:cNvPr>
              <p14:cNvContentPartPr/>
              <p14:nvPr/>
            </p14:nvContentPartPr>
            <p14:xfrm>
              <a:off x="2864301" y="4944910"/>
              <a:ext cx="5827680" cy="1663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8B9E555-6958-EB10-68C1-FD8150A330E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855301" y="4935910"/>
                <a:ext cx="584532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B474A62-489D-C71A-4E99-DF69570C3D0F}"/>
                  </a:ext>
                </a:extLst>
              </p14:cNvPr>
              <p14:cNvContentPartPr/>
              <p14:nvPr/>
            </p14:nvContentPartPr>
            <p14:xfrm>
              <a:off x="8617101" y="4850590"/>
              <a:ext cx="144000" cy="1501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B474A62-489D-C71A-4E99-DF69570C3D0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608461" y="4841590"/>
                <a:ext cx="161640" cy="16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DCA8993F-71E2-3DC6-E408-7C17B7B38B74}"/>
              </a:ext>
            </a:extLst>
          </p:cNvPr>
          <p:cNvGrpSpPr/>
          <p:nvPr/>
        </p:nvGrpSpPr>
        <p:grpSpPr>
          <a:xfrm>
            <a:off x="1635981" y="1296310"/>
            <a:ext cx="2777760" cy="1637280"/>
            <a:chOff x="1635981" y="1296310"/>
            <a:chExt cx="2777760" cy="163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401A8F7-75A5-410E-FAC5-437A95CF95CA}"/>
                    </a:ext>
                  </a:extLst>
                </p14:cNvPr>
                <p14:cNvContentPartPr/>
                <p14:nvPr/>
              </p14:nvContentPartPr>
              <p14:xfrm>
                <a:off x="2665581" y="1296310"/>
                <a:ext cx="1325880" cy="1637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401A8F7-75A5-410E-FAC5-437A95CF95C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56941" y="1287670"/>
                  <a:ext cx="1343520" cy="165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DE613B7-E16E-0591-75DB-9258BB69BBCC}"/>
                    </a:ext>
                  </a:extLst>
                </p14:cNvPr>
                <p14:cNvContentPartPr/>
                <p14:nvPr/>
              </p14:nvContentPartPr>
              <p14:xfrm>
                <a:off x="1635981" y="1367590"/>
                <a:ext cx="236880" cy="419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DE613B7-E16E-0591-75DB-9258BB69BBC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26981" y="1358950"/>
                  <a:ext cx="25452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602D465-8030-DA8B-5C87-290C7A728987}"/>
                    </a:ext>
                  </a:extLst>
                </p14:cNvPr>
                <p14:cNvContentPartPr/>
                <p14:nvPr/>
              </p14:nvContentPartPr>
              <p14:xfrm>
                <a:off x="1924701" y="1604830"/>
                <a:ext cx="226440" cy="169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602D465-8030-DA8B-5C87-290C7A72898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15701" y="1596190"/>
                  <a:ext cx="2440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1DEE02D-F145-6481-CE10-E3848C46A501}"/>
                    </a:ext>
                  </a:extLst>
                </p14:cNvPr>
                <p14:cNvContentPartPr/>
                <p14:nvPr/>
              </p14:nvContentPartPr>
              <p14:xfrm>
                <a:off x="2208741" y="1584310"/>
                <a:ext cx="190800" cy="136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1DEE02D-F145-6481-CE10-E3848C46A50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00101" y="1575670"/>
                  <a:ext cx="2084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44A832B-B83D-5639-07C3-F6E3791F4AA7}"/>
                    </a:ext>
                  </a:extLst>
                </p14:cNvPr>
                <p14:cNvContentPartPr/>
                <p14:nvPr/>
              </p14:nvContentPartPr>
              <p14:xfrm>
                <a:off x="2344461" y="1441030"/>
                <a:ext cx="1116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44A832B-B83D-5639-07C3-F6E3791F4AA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335821" y="1432030"/>
                  <a:ext cx="28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119BD76-4595-D790-9D49-8EE49CD343CC}"/>
                    </a:ext>
                  </a:extLst>
                </p14:cNvPr>
                <p14:cNvContentPartPr/>
                <p14:nvPr/>
              </p14:nvContentPartPr>
              <p14:xfrm>
                <a:off x="2471901" y="1498990"/>
                <a:ext cx="34920" cy="253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119BD76-4595-D790-9D49-8EE49CD343C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463261" y="1490350"/>
                  <a:ext cx="525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3EF520D-B918-7792-4A36-F9BE0FA51136}"/>
                    </a:ext>
                  </a:extLst>
                </p14:cNvPr>
                <p14:cNvContentPartPr/>
                <p14:nvPr/>
              </p14:nvContentPartPr>
              <p14:xfrm>
                <a:off x="2864301" y="1763230"/>
                <a:ext cx="225000" cy="11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3EF520D-B918-7792-4A36-F9BE0FA5113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855301" y="1754230"/>
                  <a:ext cx="242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1D0D478-D93D-63D4-D2A8-E24C75AF830A}"/>
                    </a:ext>
                  </a:extLst>
                </p14:cNvPr>
                <p14:cNvContentPartPr/>
                <p14:nvPr/>
              </p14:nvContentPartPr>
              <p14:xfrm>
                <a:off x="3415101" y="1767910"/>
                <a:ext cx="271800" cy="12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1D0D478-D93D-63D4-D2A8-E24C75AF830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06461" y="1759270"/>
                  <a:ext cx="2894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C9DAC3E-4D4F-806C-E1D0-6F68C99637CA}"/>
                    </a:ext>
                  </a:extLst>
                </p14:cNvPr>
                <p14:cNvContentPartPr/>
                <p14:nvPr/>
              </p14:nvContentPartPr>
              <p14:xfrm>
                <a:off x="2817861" y="1982110"/>
                <a:ext cx="294480" cy="28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C9DAC3E-4D4F-806C-E1D0-6F68C99637C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09221" y="1973470"/>
                  <a:ext cx="3121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F61CF15-2624-C033-BFCC-96A05454EA6F}"/>
                    </a:ext>
                  </a:extLst>
                </p14:cNvPr>
                <p14:cNvContentPartPr/>
                <p14:nvPr/>
              </p14:nvContentPartPr>
              <p14:xfrm>
                <a:off x="3566661" y="1923070"/>
                <a:ext cx="277920" cy="20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F61CF15-2624-C033-BFCC-96A05454EA6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57661" y="1914430"/>
                  <a:ext cx="2955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04ED234-93BA-E0CC-8443-3117B9A563E6}"/>
                    </a:ext>
                  </a:extLst>
                </p14:cNvPr>
                <p14:cNvContentPartPr/>
                <p14:nvPr/>
              </p14:nvContentPartPr>
              <p14:xfrm>
                <a:off x="2700861" y="2286310"/>
                <a:ext cx="370080" cy="20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04ED234-93BA-E0CC-8443-3117B9A563E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691861" y="2277310"/>
                  <a:ext cx="3877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DAA9D2A-6651-B40E-BD04-8957AC60466E}"/>
                    </a:ext>
                  </a:extLst>
                </p14:cNvPr>
                <p14:cNvContentPartPr/>
                <p14:nvPr/>
              </p14:nvContentPartPr>
              <p14:xfrm>
                <a:off x="3457581" y="2241310"/>
                <a:ext cx="302760" cy="23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DAA9D2A-6651-B40E-BD04-8957AC60466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448581" y="2232670"/>
                  <a:ext cx="3204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E2171CD-BEF0-9875-B373-94164002E60F}"/>
                    </a:ext>
                  </a:extLst>
                </p14:cNvPr>
                <p14:cNvContentPartPr/>
                <p14:nvPr/>
              </p14:nvContentPartPr>
              <p14:xfrm>
                <a:off x="2791581" y="2607430"/>
                <a:ext cx="405720" cy="45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E2171CD-BEF0-9875-B373-94164002E60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782581" y="2598790"/>
                  <a:ext cx="4233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5BB086B-13ED-3355-C586-0139D3655DAD}"/>
                    </a:ext>
                  </a:extLst>
                </p14:cNvPr>
                <p14:cNvContentPartPr/>
                <p14:nvPr/>
              </p14:nvContentPartPr>
              <p14:xfrm>
                <a:off x="3596901" y="2553070"/>
                <a:ext cx="155880" cy="14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5BB086B-13ED-3355-C586-0139D3655DA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87901" y="2544430"/>
                  <a:ext cx="1735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7826007-ABFF-2A7D-E8D3-AE651467A592}"/>
                    </a:ext>
                  </a:extLst>
                </p14:cNvPr>
                <p14:cNvContentPartPr/>
                <p14:nvPr/>
              </p14:nvContentPartPr>
              <p14:xfrm>
                <a:off x="4154181" y="1549390"/>
                <a:ext cx="259560" cy="1323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7826007-ABFF-2A7D-E8D3-AE651467A59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45181" y="1540750"/>
                  <a:ext cx="277200" cy="134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FA21F36-A144-BC8D-39BD-04787CB70AE0}"/>
              </a:ext>
            </a:extLst>
          </p:cNvPr>
          <p:cNvGrpSpPr/>
          <p:nvPr/>
        </p:nvGrpSpPr>
        <p:grpSpPr>
          <a:xfrm>
            <a:off x="3160941" y="1067350"/>
            <a:ext cx="673200" cy="342360"/>
            <a:chOff x="3160941" y="1067350"/>
            <a:chExt cx="673200" cy="34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751A259-5FE0-00FB-215F-647C370616DC}"/>
                    </a:ext>
                  </a:extLst>
                </p14:cNvPr>
                <p14:cNvContentPartPr/>
                <p14:nvPr/>
              </p14:nvContentPartPr>
              <p14:xfrm>
                <a:off x="3191181" y="1078150"/>
                <a:ext cx="510120" cy="184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751A259-5FE0-00FB-215F-647C370616D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82181" y="1069510"/>
                  <a:ext cx="527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77347FB-48EB-E0C9-094F-218AAF9D9E1A}"/>
                    </a:ext>
                  </a:extLst>
                </p14:cNvPr>
                <p14:cNvContentPartPr/>
                <p14:nvPr/>
              </p14:nvContentPartPr>
              <p14:xfrm>
                <a:off x="3741981" y="1067350"/>
                <a:ext cx="92160" cy="129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77347FB-48EB-E0C9-094F-218AAF9D9E1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733341" y="1058710"/>
                  <a:ext cx="1098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D421EAE-2561-4A07-D181-CA42ADD05A38}"/>
                    </a:ext>
                  </a:extLst>
                </p14:cNvPr>
                <p14:cNvContentPartPr/>
                <p14:nvPr/>
              </p14:nvContentPartPr>
              <p14:xfrm>
                <a:off x="3160941" y="1132510"/>
                <a:ext cx="254880" cy="277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D421EAE-2561-4A07-D181-CA42ADD05A3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151941" y="1123510"/>
                  <a:ext cx="272520" cy="29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C080C0D-8E06-3A24-3F86-2FFE95AD0D69}"/>
              </a:ext>
            </a:extLst>
          </p:cNvPr>
          <p:cNvGrpSpPr/>
          <p:nvPr/>
        </p:nvGrpSpPr>
        <p:grpSpPr>
          <a:xfrm>
            <a:off x="8829501" y="2252110"/>
            <a:ext cx="635760" cy="266400"/>
            <a:chOff x="8829501" y="2252110"/>
            <a:chExt cx="635760" cy="26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FCE9845-D7F2-6307-9DD9-26A0251E907B}"/>
                    </a:ext>
                  </a:extLst>
                </p14:cNvPr>
                <p14:cNvContentPartPr/>
                <p14:nvPr/>
              </p14:nvContentPartPr>
              <p14:xfrm>
                <a:off x="8829501" y="2252110"/>
                <a:ext cx="72720" cy="266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FCE9845-D7F2-6307-9DD9-26A0251E907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820501" y="2243470"/>
                  <a:ext cx="903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43DF696-939C-05C8-7556-525676345176}"/>
                    </a:ext>
                  </a:extLst>
                </p14:cNvPr>
                <p14:cNvContentPartPr/>
                <p14:nvPr/>
              </p14:nvContentPartPr>
              <p14:xfrm>
                <a:off x="9058101" y="2274430"/>
                <a:ext cx="204840" cy="213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43DF696-939C-05C8-7556-52567634517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049461" y="2265790"/>
                  <a:ext cx="2224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EC3884A-24B2-A85D-94D1-21A6EE768C12}"/>
                    </a:ext>
                  </a:extLst>
                </p14:cNvPr>
                <p14:cNvContentPartPr/>
                <p14:nvPr/>
              </p14:nvContentPartPr>
              <p14:xfrm>
                <a:off x="9325221" y="2280910"/>
                <a:ext cx="140040" cy="2206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EC3884A-24B2-A85D-94D1-21A6EE768C1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316581" y="2271910"/>
                  <a:ext cx="15768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979FF63-C23A-1D9D-ECF1-9DF6F8BF500B}"/>
              </a:ext>
            </a:extLst>
          </p:cNvPr>
          <p:cNvGrpSpPr/>
          <p:nvPr/>
        </p:nvGrpSpPr>
        <p:grpSpPr>
          <a:xfrm>
            <a:off x="7512261" y="2721190"/>
            <a:ext cx="4181040" cy="1894320"/>
            <a:chOff x="7512261" y="2721190"/>
            <a:chExt cx="4181040" cy="189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51C0EA9-0AF6-7605-4EEA-FB4717857746}"/>
                    </a:ext>
                  </a:extLst>
                </p14:cNvPr>
                <p14:cNvContentPartPr/>
                <p14:nvPr/>
              </p14:nvContentPartPr>
              <p14:xfrm>
                <a:off x="8790981" y="3139150"/>
                <a:ext cx="1985760" cy="1003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51C0EA9-0AF6-7605-4EEA-FB471785774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81981" y="3130510"/>
                  <a:ext cx="2003400" cy="10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34F48F9-99F1-3645-FD8C-1E7F171BBB32}"/>
                    </a:ext>
                  </a:extLst>
                </p14:cNvPr>
                <p14:cNvContentPartPr/>
                <p14:nvPr/>
              </p14:nvContentPartPr>
              <p14:xfrm>
                <a:off x="8927061" y="4051750"/>
                <a:ext cx="1527480" cy="563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34F48F9-99F1-3645-FD8C-1E7F171BBB3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918061" y="4042750"/>
                  <a:ext cx="1545120" cy="5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C1882C3-7844-82AF-5926-5A99716CD52B}"/>
                    </a:ext>
                  </a:extLst>
                </p14:cNvPr>
                <p14:cNvContentPartPr/>
                <p14:nvPr/>
              </p14:nvContentPartPr>
              <p14:xfrm>
                <a:off x="10348701" y="4119790"/>
                <a:ext cx="307080" cy="337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C1882C3-7844-82AF-5926-5A99716CD52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339701" y="4110790"/>
                  <a:ext cx="32472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1C8A20E-E21C-0DA7-8130-961A51E852AA}"/>
                    </a:ext>
                  </a:extLst>
                </p14:cNvPr>
                <p14:cNvContentPartPr/>
                <p14:nvPr/>
              </p14:nvContentPartPr>
              <p14:xfrm>
                <a:off x="8791701" y="2721190"/>
                <a:ext cx="238680" cy="391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1C8A20E-E21C-0DA7-8130-961A51E852A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782701" y="2712190"/>
                  <a:ext cx="25632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8C3B39A-4FA5-FCB4-75BC-A3C90C81DE61}"/>
                    </a:ext>
                  </a:extLst>
                </p14:cNvPr>
                <p14:cNvContentPartPr/>
                <p14:nvPr/>
              </p14:nvContentPartPr>
              <p14:xfrm>
                <a:off x="9096621" y="2953750"/>
                <a:ext cx="187200" cy="124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8C3B39A-4FA5-FCB4-75BC-A3C90C81DE6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087981" y="2944750"/>
                  <a:ext cx="2048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5A5D117-6DF3-9454-682B-480EC7981BFB}"/>
                    </a:ext>
                  </a:extLst>
                </p14:cNvPr>
                <p14:cNvContentPartPr/>
                <p14:nvPr/>
              </p14:nvContentPartPr>
              <p14:xfrm>
                <a:off x="9498021" y="2936830"/>
                <a:ext cx="69840" cy="36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5A5D117-6DF3-9454-682B-480EC7981BF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489381" y="2927830"/>
                  <a:ext cx="874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7069B54-517A-8B11-B9B3-3122ABF52A2E}"/>
                    </a:ext>
                  </a:extLst>
                </p14:cNvPr>
                <p14:cNvContentPartPr/>
                <p14:nvPr/>
              </p14:nvContentPartPr>
              <p14:xfrm>
                <a:off x="9315861" y="2935750"/>
                <a:ext cx="173880" cy="122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7069B54-517A-8B11-B9B3-3122ABF52A2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306861" y="2926750"/>
                  <a:ext cx="1915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73D787A-EB73-97BE-81C5-9B0C5A25A3A5}"/>
                    </a:ext>
                  </a:extLst>
                </p14:cNvPr>
                <p14:cNvContentPartPr/>
                <p14:nvPr/>
              </p14:nvContentPartPr>
              <p14:xfrm>
                <a:off x="9536901" y="2894350"/>
                <a:ext cx="313920" cy="170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73D787A-EB73-97BE-81C5-9B0C5A25A3A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528261" y="2885350"/>
                  <a:ext cx="3315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646341F-57E9-7D46-126D-729C8D7EC7BF}"/>
                    </a:ext>
                  </a:extLst>
                </p14:cNvPr>
                <p14:cNvContentPartPr/>
                <p14:nvPr/>
              </p14:nvContentPartPr>
              <p14:xfrm>
                <a:off x="9830301" y="2774830"/>
                <a:ext cx="10440" cy="5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646341F-57E9-7D46-126D-729C8D7EC7B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821661" y="2765830"/>
                  <a:ext cx="280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7900D20-BA02-46E0-2338-EC0207C2B2C7}"/>
                    </a:ext>
                  </a:extLst>
                </p14:cNvPr>
                <p14:cNvContentPartPr/>
                <p14:nvPr/>
              </p14:nvContentPartPr>
              <p14:xfrm>
                <a:off x="9942621" y="2760790"/>
                <a:ext cx="121320" cy="292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7900D20-BA02-46E0-2338-EC0207C2B2C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933981" y="2751790"/>
                  <a:ext cx="1389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6905BED-C4EB-F117-BBFD-DC9460EF7795}"/>
                    </a:ext>
                  </a:extLst>
                </p14:cNvPr>
                <p14:cNvContentPartPr/>
                <p14:nvPr/>
              </p14:nvContentPartPr>
              <p14:xfrm>
                <a:off x="7659861" y="3686710"/>
                <a:ext cx="227160" cy="318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6905BED-C4EB-F117-BBFD-DC9460EF779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51221" y="3677710"/>
                  <a:ext cx="2448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E22320E-0F2B-45E4-8A0D-E9561BAF2D92}"/>
                    </a:ext>
                  </a:extLst>
                </p14:cNvPr>
                <p14:cNvContentPartPr/>
                <p14:nvPr/>
              </p14:nvContentPartPr>
              <p14:xfrm>
                <a:off x="7952541" y="3794710"/>
                <a:ext cx="129240" cy="177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E22320E-0F2B-45E4-8A0D-E9561BAF2D9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43541" y="3785710"/>
                  <a:ext cx="1468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8F425EA-DC03-CC88-2D94-BE933C4FD5F5}"/>
                    </a:ext>
                  </a:extLst>
                </p14:cNvPr>
                <p14:cNvContentPartPr/>
                <p14:nvPr/>
              </p14:nvContentPartPr>
              <p14:xfrm>
                <a:off x="8139021" y="3779230"/>
                <a:ext cx="134640" cy="187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8F425EA-DC03-CC88-2D94-BE933C4FD5F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130021" y="3770230"/>
                  <a:ext cx="1522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BEC9F2B-0731-AA16-CC01-96F5DD3341BE}"/>
                    </a:ext>
                  </a:extLst>
                </p14:cNvPr>
                <p14:cNvContentPartPr/>
                <p14:nvPr/>
              </p14:nvContentPartPr>
              <p14:xfrm>
                <a:off x="8350701" y="3613270"/>
                <a:ext cx="72360" cy="449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BEC9F2B-0731-AA16-CC01-96F5DD3341B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341701" y="3604630"/>
                  <a:ext cx="9000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D7EFA16-4733-DB00-6845-81309B45843B}"/>
                    </a:ext>
                  </a:extLst>
                </p14:cNvPr>
                <p14:cNvContentPartPr/>
                <p14:nvPr/>
              </p14:nvContentPartPr>
              <p14:xfrm>
                <a:off x="8344581" y="3838990"/>
                <a:ext cx="97200" cy="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D7EFA16-4733-DB00-6845-81309B45843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335581" y="3830350"/>
                  <a:ext cx="114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A19AB36-0A62-AF16-7127-A12BA4DC1129}"/>
                    </a:ext>
                  </a:extLst>
                </p14:cNvPr>
                <p14:cNvContentPartPr/>
                <p14:nvPr/>
              </p14:nvContentPartPr>
              <p14:xfrm>
                <a:off x="8508021" y="3707950"/>
                <a:ext cx="65520" cy="246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A19AB36-0A62-AF16-7127-A12BA4DC112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99021" y="3699310"/>
                  <a:ext cx="831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217DD6A-28EF-B69D-60BE-633E5F362503}"/>
                    </a:ext>
                  </a:extLst>
                </p14:cNvPr>
                <p14:cNvContentPartPr/>
                <p14:nvPr/>
              </p14:nvContentPartPr>
              <p14:xfrm>
                <a:off x="8512701" y="3800110"/>
                <a:ext cx="125280" cy="21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217DD6A-28EF-B69D-60BE-633E5F36250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504061" y="3791110"/>
                  <a:ext cx="1429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58D2D3E-8BBD-6385-B5E1-EF631A90A4BD}"/>
                    </a:ext>
                  </a:extLst>
                </p14:cNvPr>
                <p14:cNvContentPartPr/>
                <p14:nvPr/>
              </p14:nvContentPartPr>
              <p14:xfrm>
                <a:off x="8671101" y="3693190"/>
                <a:ext cx="101520" cy="351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58D2D3E-8BBD-6385-B5E1-EF631A90A4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662461" y="3684550"/>
                  <a:ext cx="11916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FA8AA85-50AF-793C-6E5D-63321BEEEC9F}"/>
                    </a:ext>
                  </a:extLst>
                </p14:cNvPr>
                <p14:cNvContentPartPr/>
                <p14:nvPr/>
              </p14:nvContentPartPr>
              <p14:xfrm>
                <a:off x="7512261" y="3688510"/>
                <a:ext cx="136080" cy="376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FA8AA85-50AF-793C-6E5D-63321BEEEC9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503261" y="3679870"/>
                  <a:ext cx="15372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31D828E-E44D-DE53-5513-B3B3CC51324F}"/>
                    </a:ext>
                  </a:extLst>
                </p14:cNvPr>
                <p14:cNvContentPartPr/>
                <p14:nvPr/>
              </p14:nvContentPartPr>
              <p14:xfrm>
                <a:off x="9283101" y="3630550"/>
                <a:ext cx="235440" cy="15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31D828E-E44D-DE53-5513-B3B3CC51324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274461" y="3621910"/>
                  <a:ext cx="253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D9E7324-7139-2DF3-B9C8-AABD71B6EE12}"/>
                    </a:ext>
                  </a:extLst>
                </p14:cNvPr>
                <p14:cNvContentPartPr/>
                <p14:nvPr/>
              </p14:nvContentPartPr>
              <p14:xfrm>
                <a:off x="9688821" y="3599230"/>
                <a:ext cx="276480" cy="28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D9E7324-7139-2DF3-B9C8-AABD71B6EE1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680181" y="3590230"/>
                  <a:ext cx="2941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84E02BE-9B9A-5B9C-A334-5B4EC0E816B0}"/>
                    </a:ext>
                  </a:extLst>
                </p14:cNvPr>
                <p14:cNvContentPartPr/>
                <p14:nvPr/>
              </p14:nvContentPartPr>
              <p14:xfrm>
                <a:off x="9464901" y="3790390"/>
                <a:ext cx="347040" cy="18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84E02BE-9B9A-5B9C-A334-5B4EC0E816B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455901" y="3781390"/>
                  <a:ext cx="3646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47E773C-DF0B-CBFF-8E4D-E596F484E186}"/>
                    </a:ext>
                  </a:extLst>
                </p14:cNvPr>
                <p14:cNvContentPartPr/>
                <p14:nvPr/>
              </p14:nvContentPartPr>
              <p14:xfrm>
                <a:off x="9979341" y="3779950"/>
                <a:ext cx="224640" cy="11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47E773C-DF0B-CBFF-8E4D-E596F484E18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970701" y="3771310"/>
                  <a:ext cx="242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E2D770A-89DA-A28B-52A7-C20C9A641645}"/>
                    </a:ext>
                  </a:extLst>
                </p14:cNvPr>
                <p14:cNvContentPartPr/>
                <p14:nvPr/>
              </p14:nvContentPartPr>
              <p14:xfrm>
                <a:off x="10584861" y="3809830"/>
                <a:ext cx="672840" cy="39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E2D770A-89DA-A28B-52A7-C20C9A64164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576221" y="3801190"/>
                  <a:ext cx="690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97DF241-C272-E0FA-BDF5-81F0DEA3E6F4}"/>
                    </a:ext>
                  </a:extLst>
                </p14:cNvPr>
                <p14:cNvContentPartPr/>
                <p14:nvPr/>
              </p14:nvContentPartPr>
              <p14:xfrm>
                <a:off x="11182101" y="3727750"/>
                <a:ext cx="113760" cy="184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97DF241-C272-E0FA-BDF5-81F0DEA3E6F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173101" y="3718750"/>
                  <a:ext cx="1314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64616D9-EDEE-57DC-E8C0-C226EE521E62}"/>
                    </a:ext>
                  </a:extLst>
                </p14:cNvPr>
                <p14:cNvContentPartPr/>
                <p14:nvPr/>
              </p14:nvContentPartPr>
              <p14:xfrm>
                <a:off x="11463261" y="3743950"/>
                <a:ext cx="230040" cy="176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64616D9-EDEE-57DC-E8C0-C226EE521E6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454261" y="3734950"/>
                  <a:ext cx="2476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E3817BC-2069-BA5A-9B77-091FDCEE9241}"/>
                    </a:ext>
                  </a:extLst>
                </p14:cNvPr>
                <p14:cNvContentPartPr/>
                <p14:nvPr/>
              </p14:nvContentPartPr>
              <p14:xfrm>
                <a:off x="7999341" y="4144270"/>
                <a:ext cx="215640" cy="10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E3817BC-2069-BA5A-9B77-091FDCEE924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990341" y="4135270"/>
                  <a:ext cx="2332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0582900-3099-60E5-76FA-E3B61B4F6A7D}"/>
                    </a:ext>
                  </a:extLst>
                </p14:cNvPr>
                <p14:cNvContentPartPr/>
                <p14:nvPr/>
              </p14:nvContentPartPr>
              <p14:xfrm>
                <a:off x="8047581" y="4215910"/>
                <a:ext cx="158040" cy="50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0582900-3099-60E5-76FA-E3B61B4F6A7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038941" y="4206910"/>
                  <a:ext cx="1756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7FF082E-AD6A-5FED-551F-5747B1358C1A}"/>
                    </a:ext>
                  </a:extLst>
                </p14:cNvPr>
                <p14:cNvContentPartPr/>
                <p14:nvPr/>
              </p14:nvContentPartPr>
              <p14:xfrm>
                <a:off x="7732941" y="4166230"/>
                <a:ext cx="1052640" cy="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7FF082E-AD6A-5FED-551F-5747B1358C1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723941" y="4157590"/>
                  <a:ext cx="10702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11F16A2-FC5E-204A-ED72-0BCA6A6F0FB5}"/>
                    </a:ext>
                  </a:extLst>
                </p14:cNvPr>
                <p14:cNvContentPartPr/>
                <p14:nvPr/>
              </p14:nvContentPartPr>
              <p14:xfrm>
                <a:off x="7987101" y="4237510"/>
                <a:ext cx="575640" cy="381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11F16A2-FC5E-204A-ED72-0BCA6A6F0FB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978461" y="4228510"/>
                  <a:ext cx="593280" cy="55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82814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</a:t>
            </a:r>
            <a:r>
              <a:rPr lang="en-US"/>
              <a:t>: Create &amp; F4 </a:t>
            </a:r>
            <a:r>
              <a:rPr lang="en-US" dirty="0"/>
              <a:t>Enablement for app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FB14C9-6879-188A-7949-1530B690566F}"/>
              </a:ext>
            </a:extLst>
          </p:cNvPr>
          <p:cNvSpPr txBox="1"/>
          <p:nvPr/>
        </p:nvSpPr>
        <p:spPr>
          <a:xfrm>
            <a:off x="189756" y="980728"/>
            <a:ext cx="11737304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Solution: </a:t>
            </a:r>
            <a:r>
              <a:rPr lang="en-US" dirty="0">
                <a:solidFill>
                  <a:schemeClr val="bg1"/>
                </a:solidFill>
                <a:hlinkClick r:id="rId2"/>
              </a:rPr>
              <a:t>https://github.com/soyuztechnologies/SAP_BTP_Training_CLD200/tree/master/Day%204/capm%20draft%20and%20value%20helps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74" name="Picture 2" descr="Page 9 | Generating App Images - Free Download on Freepik">
            <a:extLst>
              <a:ext uri="{FF2B5EF4-FFF2-40B4-BE49-F238E27FC236}">
                <a16:creationId xmlns:a16="http://schemas.microsoft.com/office/drawing/2014/main" id="{C92DDBBF-543D-104B-3058-FFBBAFC41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483" y="2708920"/>
            <a:ext cx="3820487" cy="382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704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61E9-6D13-2889-D9F2-B0E864018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: Fiori App</a:t>
            </a:r>
          </a:p>
        </p:txBody>
      </p:sp>
      <p:pic>
        <p:nvPicPr>
          <p:cNvPr id="3074" name="Picture 2" descr="img.freepik.com/free-vector/app-development-illust...">
            <a:extLst>
              <a:ext uri="{FF2B5EF4-FFF2-40B4-BE49-F238E27FC236}">
                <a16:creationId xmlns:a16="http://schemas.microsoft.com/office/drawing/2014/main" id="{3736F10E-A3DF-EEBD-A236-0BAD43666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088" y="1443038"/>
            <a:ext cx="5962650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049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2D3F8-E96A-BCF6-6C4E-71E6C1EE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Fiori App using Annotation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E0B560-9F3A-D55C-EABC-504B17B6E1E9}"/>
              </a:ext>
            </a:extLst>
          </p:cNvPr>
          <p:cNvSpPr/>
          <p:nvPr/>
        </p:nvSpPr>
        <p:spPr>
          <a:xfrm>
            <a:off x="189756" y="980728"/>
            <a:ext cx="11449272" cy="2664296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Exercise:</a:t>
            </a:r>
          </a:p>
          <a:p>
            <a:r>
              <a:rPr lang="en-US" dirty="0">
                <a:hlinkClick r:id="rId2"/>
              </a:rPr>
              <a:t>https://github.com/soyuztechnologies/SAP_BTP_Training_CLD200/blob/master/Day%203/03%20application/03application/app/purchaseorderapp/annotations.cds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198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Association </a:t>
            </a:r>
            <a:r>
              <a:rPr lang="en-US" sz="3600" dirty="0" err="1">
                <a:latin typeface="Cooper Black" panose="0208090404030B020404" pitchFamily="18" charset="0"/>
              </a:rPr>
              <a:t>v.s</a:t>
            </a:r>
            <a:r>
              <a:rPr lang="en-US" sz="3600" dirty="0">
                <a:latin typeface="Cooper Black" panose="0208090404030B020404" pitchFamily="18" charset="0"/>
              </a:rPr>
              <a:t> Composition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40341-E5D0-6634-D158-3D49004F9177}"/>
              </a:ext>
            </a:extLst>
          </p:cNvPr>
          <p:cNvSpPr txBox="1"/>
          <p:nvPr/>
        </p:nvSpPr>
        <p:spPr>
          <a:xfrm>
            <a:off x="189756" y="836712"/>
            <a:ext cx="118093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Association – a relationship between entities which is a lose coupling. Both objects should exist together. However, they can work independently. Airplane and passenger.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Composition – a relationship between entities which is a tight coupling. Both objects must exist together. They cannot function independently. Airplane and wings.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5EA127-8BA3-3866-06A2-657078E4F9B9}"/>
              </a:ext>
            </a:extLst>
          </p:cNvPr>
          <p:cNvSpPr/>
          <p:nvPr/>
        </p:nvSpPr>
        <p:spPr>
          <a:xfrm>
            <a:off x="2349995" y="2841765"/>
            <a:ext cx="2088232" cy="1296144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Purchase Order Header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606A91-926C-9620-42A5-2FF1B06C6B7A}"/>
              </a:ext>
            </a:extLst>
          </p:cNvPr>
          <p:cNvSpPr/>
          <p:nvPr/>
        </p:nvSpPr>
        <p:spPr>
          <a:xfrm>
            <a:off x="6958507" y="4137909"/>
            <a:ext cx="2088232" cy="1296144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Purchase order Items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756A476F-1392-FE1B-D5C2-178C25A7367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438227" y="3489837"/>
            <a:ext cx="2520280" cy="1296144"/>
          </a:xfrm>
          <a:prstGeom prst="bentConnector3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81A3FFC-973A-1674-A1DA-DD702CB922C3}"/>
              </a:ext>
            </a:extLst>
          </p:cNvPr>
          <p:cNvSpPr txBox="1"/>
          <p:nvPr/>
        </p:nvSpPr>
        <p:spPr>
          <a:xfrm>
            <a:off x="5086299" y="3129797"/>
            <a:ext cx="20882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composition</a:t>
            </a:r>
          </a:p>
        </p:txBody>
      </p:sp>
    </p:spTree>
    <p:extLst>
      <p:ext uri="{BB962C8B-B14F-4D97-AF65-F5344CB8AC3E}">
        <p14:creationId xmlns:p14="http://schemas.microsoft.com/office/powerpoint/2010/main" val="3157343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</a:t>
            </a:r>
            <a:r>
              <a:rPr lang="en-US"/>
              <a:t>: Create &amp; F4 </a:t>
            </a:r>
            <a:r>
              <a:rPr lang="en-US" dirty="0"/>
              <a:t>Enablement for app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FB14C9-6879-188A-7949-1530B690566F}"/>
              </a:ext>
            </a:extLst>
          </p:cNvPr>
          <p:cNvSpPr txBox="1"/>
          <p:nvPr/>
        </p:nvSpPr>
        <p:spPr>
          <a:xfrm>
            <a:off x="189756" y="980728"/>
            <a:ext cx="11737304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Solution: </a:t>
            </a:r>
            <a:r>
              <a:rPr lang="en-US" dirty="0">
                <a:solidFill>
                  <a:schemeClr val="bg1"/>
                </a:solidFill>
                <a:hlinkClick r:id="rId2"/>
              </a:rPr>
              <a:t>https://github.com/soyuztechnologies/SAP_BTP_Training_CLD200/tree/master/Day%204/capm%20draft%20and%20value%20helps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74" name="Picture 2" descr="Page 9 | Generating App Images - Free Download on Freepik">
            <a:extLst>
              <a:ext uri="{FF2B5EF4-FFF2-40B4-BE49-F238E27FC236}">
                <a16:creationId xmlns:a16="http://schemas.microsoft.com/office/drawing/2014/main" id="{C92DDBBF-543D-104B-3058-FFBBAFC41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483" y="2708920"/>
            <a:ext cx="3820487" cy="382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11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76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53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4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250+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50,000+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25000+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CCC398-65A7-46D8-A239-10DEF44C09D8}"/>
              </a:ext>
            </a:extLst>
          </p:cNvPr>
          <p:cNvSpPr/>
          <p:nvPr/>
        </p:nvSpPr>
        <p:spPr>
          <a:xfrm>
            <a:off x="581024" y="1338826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DD83FDAB-84C0-4E56-A834-5F4759E4D1B1}"/>
              </a:ext>
            </a:extLst>
          </p:cNvPr>
          <p:cNvSpPr/>
          <p:nvPr/>
        </p:nvSpPr>
        <p:spPr>
          <a:xfrm>
            <a:off x="581024" y="309454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6" name="Rectangle: Rounded Corners 1125">
            <a:extLst>
              <a:ext uri="{FF2B5EF4-FFF2-40B4-BE49-F238E27FC236}">
                <a16:creationId xmlns:a16="http://schemas.microsoft.com/office/drawing/2014/main" id="{FED1BB6A-A9A9-4E0A-A8CD-EEFB5750C983}"/>
              </a:ext>
            </a:extLst>
          </p:cNvPr>
          <p:cNvSpPr/>
          <p:nvPr/>
        </p:nvSpPr>
        <p:spPr>
          <a:xfrm>
            <a:off x="581024" y="4850271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3" name="Rectangle: Rounded Corners 1132">
            <a:extLst>
              <a:ext uri="{FF2B5EF4-FFF2-40B4-BE49-F238E27FC236}">
                <a16:creationId xmlns:a16="http://schemas.microsoft.com/office/drawing/2014/main" id="{47299741-729A-4FA6-A73E-373218C0B948}"/>
              </a:ext>
            </a:extLst>
          </p:cNvPr>
          <p:cNvSpPr/>
          <p:nvPr/>
        </p:nvSpPr>
        <p:spPr>
          <a:xfrm>
            <a:off x="6326749" y="1338826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4" name="Rectangle: Rounded Corners 1133">
            <a:extLst>
              <a:ext uri="{FF2B5EF4-FFF2-40B4-BE49-F238E27FC236}">
                <a16:creationId xmlns:a16="http://schemas.microsoft.com/office/drawing/2014/main" id="{E8655933-ABB5-4D15-AE7F-B0D014A5A5FB}"/>
              </a:ext>
            </a:extLst>
          </p:cNvPr>
          <p:cNvSpPr/>
          <p:nvPr/>
        </p:nvSpPr>
        <p:spPr>
          <a:xfrm>
            <a:off x="6326749" y="309454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5" name="Rectangle: Rounded Corners 1134">
            <a:extLst>
              <a:ext uri="{FF2B5EF4-FFF2-40B4-BE49-F238E27FC236}">
                <a16:creationId xmlns:a16="http://schemas.microsoft.com/office/drawing/2014/main" id="{7ADD6B3E-784D-4B47-A705-C73AEB0275B4}"/>
              </a:ext>
            </a:extLst>
          </p:cNvPr>
          <p:cNvSpPr/>
          <p:nvPr/>
        </p:nvSpPr>
        <p:spPr>
          <a:xfrm>
            <a:off x="6326749" y="4850271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E75565-DE97-493A-B6B7-3FEC1D7EC345}"/>
              </a:ext>
            </a:extLst>
          </p:cNvPr>
          <p:cNvGrpSpPr/>
          <p:nvPr/>
        </p:nvGrpSpPr>
        <p:grpSpPr>
          <a:xfrm>
            <a:off x="1245710" y="1591839"/>
            <a:ext cx="3951680" cy="922336"/>
            <a:chOff x="1395616" y="871285"/>
            <a:chExt cx="3825734" cy="1064137"/>
          </a:xfrm>
        </p:grpSpPr>
        <p:sp>
          <p:nvSpPr>
            <p:cNvPr id="1136" name="TextBox 1135">
              <a:extLst>
                <a:ext uri="{FF2B5EF4-FFF2-40B4-BE49-F238E27FC236}">
                  <a16:creationId xmlns:a16="http://schemas.microsoft.com/office/drawing/2014/main" id="{19597974-6BD9-4F46-93D5-8E798AE68BD9}"/>
                </a:ext>
              </a:extLst>
            </p:cNvPr>
            <p:cNvSpPr txBox="1"/>
            <p:nvPr/>
          </p:nvSpPr>
          <p:spPr>
            <a:xfrm>
              <a:off x="2984420" y="1083772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Introduction to HANA Cloud</a:t>
              </a:r>
            </a:p>
          </p:txBody>
        </p:sp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id="{F9DA7F84-AF3C-4C6B-8FBC-ADC07F02F13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38" name="Group 1137">
            <a:extLst>
              <a:ext uri="{FF2B5EF4-FFF2-40B4-BE49-F238E27FC236}">
                <a16:creationId xmlns:a16="http://schemas.microsoft.com/office/drawing/2014/main" id="{1689CC76-F5C8-4D9A-940D-D0E9511DAD27}"/>
              </a:ext>
            </a:extLst>
          </p:cNvPr>
          <p:cNvGrpSpPr/>
          <p:nvPr/>
        </p:nvGrpSpPr>
        <p:grpSpPr>
          <a:xfrm>
            <a:off x="1245710" y="3347558"/>
            <a:ext cx="3951680" cy="922336"/>
            <a:chOff x="1395616" y="871285"/>
            <a:chExt cx="3825734" cy="1064137"/>
          </a:xfrm>
        </p:grpSpPr>
        <p:sp>
          <p:nvSpPr>
            <p:cNvPr id="1139" name="TextBox 1138">
              <a:extLst>
                <a:ext uri="{FF2B5EF4-FFF2-40B4-BE49-F238E27FC236}">
                  <a16:creationId xmlns:a16="http://schemas.microsoft.com/office/drawing/2014/main" id="{0EC594F9-42AA-48F0-91E3-A523A590A6A2}"/>
                </a:ext>
              </a:extLst>
            </p:cNvPr>
            <p:cNvSpPr txBox="1"/>
            <p:nvPr/>
          </p:nvSpPr>
          <p:spPr>
            <a:xfrm>
              <a:off x="2984420" y="1083772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Connecting to HANA Cloud Instance</a:t>
              </a:r>
            </a:p>
          </p:txBody>
        </p:sp>
        <p:sp>
          <p:nvSpPr>
            <p:cNvPr id="1140" name="TextBox 1139">
              <a:extLst>
                <a:ext uri="{FF2B5EF4-FFF2-40B4-BE49-F238E27FC236}">
                  <a16:creationId xmlns:a16="http://schemas.microsoft.com/office/drawing/2014/main" id="{958156DC-3EA6-4EBE-BADE-2321E29D81D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1" name="Group 1140">
            <a:extLst>
              <a:ext uri="{FF2B5EF4-FFF2-40B4-BE49-F238E27FC236}">
                <a16:creationId xmlns:a16="http://schemas.microsoft.com/office/drawing/2014/main" id="{010C7D28-B781-409B-AFDB-2EB8DCBAB471}"/>
              </a:ext>
            </a:extLst>
          </p:cNvPr>
          <p:cNvGrpSpPr/>
          <p:nvPr/>
        </p:nvGrpSpPr>
        <p:grpSpPr>
          <a:xfrm>
            <a:off x="6991434" y="1591839"/>
            <a:ext cx="4359562" cy="922336"/>
            <a:chOff x="1395616" y="871285"/>
            <a:chExt cx="3825734" cy="1064137"/>
          </a:xfrm>
        </p:grpSpPr>
        <p:sp>
          <p:nvSpPr>
            <p:cNvPr id="1142" name="TextBox 1141">
              <a:extLst>
                <a:ext uri="{FF2B5EF4-FFF2-40B4-BE49-F238E27FC236}">
                  <a16:creationId xmlns:a16="http://schemas.microsoft.com/office/drawing/2014/main" id="{3F09AA1F-FEA7-4D17-88ED-2CD603C4E9A6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Identity Provider</a:t>
              </a:r>
            </a:p>
          </p:txBody>
        </p:sp>
        <p:sp>
          <p:nvSpPr>
            <p:cNvPr id="1143" name="TextBox 1142">
              <a:extLst>
                <a:ext uri="{FF2B5EF4-FFF2-40B4-BE49-F238E27FC236}">
                  <a16:creationId xmlns:a16="http://schemas.microsoft.com/office/drawing/2014/main" id="{C88A509D-C2AF-4500-8C21-D7071BE4DE6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04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8A3A5AE5-D342-4BA3-9A55-5165158B260D}"/>
              </a:ext>
            </a:extLst>
          </p:cNvPr>
          <p:cNvGrpSpPr/>
          <p:nvPr/>
        </p:nvGrpSpPr>
        <p:grpSpPr>
          <a:xfrm>
            <a:off x="6991434" y="3347558"/>
            <a:ext cx="4431570" cy="922336"/>
            <a:chOff x="1395616" y="871285"/>
            <a:chExt cx="3825734" cy="1064137"/>
          </a:xfrm>
        </p:grpSpPr>
        <p:sp>
          <p:nvSpPr>
            <p:cNvPr id="1145" name="TextBox 1144">
              <a:extLst>
                <a:ext uri="{FF2B5EF4-FFF2-40B4-BE49-F238E27FC236}">
                  <a16:creationId xmlns:a16="http://schemas.microsoft.com/office/drawing/2014/main" id="{D50FB645-94BC-4B73-BC01-70A868E236E0}"/>
                </a:ext>
              </a:extLst>
            </p:cNvPr>
            <p:cNvSpPr txBox="1"/>
            <p:nvPr/>
          </p:nvSpPr>
          <p:spPr>
            <a:xfrm>
              <a:off x="2984420" y="1083770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JWT Token and Application Router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6" name="TextBox 1145">
              <a:extLst>
                <a:ext uri="{FF2B5EF4-FFF2-40B4-BE49-F238E27FC236}">
                  <a16:creationId xmlns:a16="http://schemas.microsoft.com/office/drawing/2014/main" id="{D6E845BF-0649-4FED-BF91-2541D1DCB0D6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05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17C38255-E89D-4911-9EAA-F048C7DFE484}"/>
              </a:ext>
            </a:extLst>
          </p:cNvPr>
          <p:cNvGrpSpPr/>
          <p:nvPr/>
        </p:nvGrpSpPr>
        <p:grpSpPr>
          <a:xfrm>
            <a:off x="1245710" y="5103281"/>
            <a:ext cx="3951680" cy="922336"/>
            <a:chOff x="1395616" y="871285"/>
            <a:chExt cx="3825734" cy="1064137"/>
          </a:xfrm>
        </p:grpSpPr>
        <p:sp>
          <p:nvSpPr>
            <p:cNvPr id="1148" name="TextBox 1147">
              <a:extLst>
                <a:ext uri="{FF2B5EF4-FFF2-40B4-BE49-F238E27FC236}">
                  <a16:creationId xmlns:a16="http://schemas.microsoft.com/office/drawing/2014/main" id="{E50F2C64-4496-4A40-ACCB-C5159AEC70D5}"/>
                </a:ext>
              </a:extLst>
            </p:cNvPr>
            <p:cNvSpPr txBox="1"/>
            <p:nvPr/>
          </p:nvSpPr>
          <p:spPr>
            <a:xfrm>
              <a:off x="2984420" y="1083771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Authentication v/s Authorization</a:t>
              </a:r>
            </a:p>
          </p:txBody>
        </p:sp>
        <p:sp>
          <p:nvSpPr>
            <p:cNvPr id="1149" name="TextBox 1148">
              <a:extLst>
                <a:ext uri="{FF2B5EF4-FFF2-40B4-BE49-F238E27FC236}">
                  <a16:creationId xmlns:a16="http://schemas.microsoft.com/office/drawing/2014/main" id="{0B9CA9D5-F695-4802-BE21-8B05D2B7590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64D36160-176A-49B7-AEAE-FF1ECF022B7A}"/>
              </a:ext>
            </a:extLst>
          </p:cNvPr>
          <p:cNvGrpSpPr/>
          <p:nvPr/>
        </p:nvGrpSpPr>
        <p:grpSpPr>
          <a:xfrm>
            <a:off x="6991434" y="5103281"/>
            <a:ext cx="4431570" cy="922336"/>
            <a:chOff x="1395616" y="871285"/>
            <a:chExt cx="4290329" cy="1064137"/>
          </a:xfrm>
        </p:grpSpPr>
        <p:sp>
          <p:nvSpPr>
            <p:cNvPr id="1151" name="TextBox 1150">
              <a:extLst>
                <a:ext uri="{FF2B5EF4-FFF2-40B4-BE49-F238E27FC236}">
                  <a16:creationId xmlns:a16="http://schemas.microsoft.com/office/drawing/2014/main" id="{571E5D2F-CB43-41BD-B4D3-A2160034C400}"/>
                </a:ext>
              </a:extLst>
            </p:cNvPr>
            <p:cNvSpPr txBox="1"/>
            <p:nvPr/>
          </p:nvSpPr>
          <p:spPr>
            <a:xfrm>
              <a:off x="2984420" y="1243560"/>
              <a:ext cx="2701525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Deploy App to CF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F2024D8F-80E0-4CDB-8B10-C1B5BD93DE8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06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4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005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7787</TotalTime>
  <Words>512</Words>
  <Application>Microsoft Office PowerPoint</Application>
  <PresentationFormat>Custom</PresentationFormat>
  <Paragraphs>75</Paragraphs>
  <Slides>19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Amasis MT Pro Black</vt:lpstr>
      <vt:lpstr>Arial</vt:lpstr>
      <vt:lpstr>Arial Black</vt:lpstr>
      <vt:lpstr>Calibri</vt:lpstr>
      <vt:lpstr>Cooper Black</vt:lpstr>
      <vt:lpstr>Segoe UI</vt:lpstr>
      <vt:lpstr>Segoe UI Light</vt:lpstr>
      <vt:lpstr>Office Theme</vt:lpstr>
      <vt:lpstr>SAP BTP Extension Suite Training</vt:lpstr>
      <vt:lpstr>PowerPoint Presentation</vt:lpstr>
      <vt:lpstr>Agenda – Day 9</vt:lpstr>
      <vt:lpstr>PowerPoint Presentation</vt:lpstr>
      <vt:lpstr>Annotations</vt:lpstr>
      <vt:lpstr>Create Fiori App using Annotation</vt:lpstr>
      <vt:lpstr>Association v.s Composition</vt:lpstr>
      <vt:lpstr>PowerPoint Presentation</vt:lpstr>
      <vt:lpstr>Hands on: Create &amp; F4 Enablement for app</vt:lpstr>
      <vt:lpstr>Hands on : Fiori App</vt:lpstr>
      <vt:lpstr>Create Fiori App using Annotation</vt:lpstr>
      <vt:lpstr>Association v.s Composition</vt:lpstr>
      <vt:lpstr>Hands on: Create &amp; F4 Enablement for app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 – Day 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274</cp:revision>
  <dcterms:created xsi:type="dcterms:W3CDTF">2013-09-12T13:05:01Z</dcterms:created>
  <dcterms:modified xsi:type="dcterms:W3CDTF">2026-07-20T09:59:43Z</dcterms:modified>
</cp:coreProperties>
</file>
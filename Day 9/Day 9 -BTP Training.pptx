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76" r:id="rId2"/>
    <p:sldId id="4122" r:id="rId3"/>
    <p:sldId id="277" r:id="rId4"/>
    <p:sldId id="4812" r:id="rId5"/>
    <p:sldId id="4813" r:id="rId6"/>
    <p:sldId id="4763" r:id="rId7"/>
    <p:sldId id="4764" r:id="rId8"/>
    <p:sldId id="4765" r:id="rId9"/>
    <p:sldId id="4766" r:id="rId10"/>
    <p:sldId id="4802" r:id="rId11"/>
    <p:sldId id="4811" r:id="rId12"/>
    <p:sldId id="4803" r:id="rId13"/>
    <p:sldId id="4804" r:id="rId14"/>
    <p:sldId id="4805" r:id="rId15"/>
    <p:sldId id="4806" r:id="rId16"/>
    <p:sldId id="4772" r:id="rId17"/>
    <p:sldId id="4791" r:id="rId18"/>
    <p:sldId id="4767" r:id="rId19"/>
    <p:sldId id="4801" r:id="rId20"/>
    <p:sldId id="4800" r:id="rId21"/>
    <p:sldId id="4768" r:id="rId22"/>
    <p:sldId id="4795" r:id="rId23"/>
    <p:sldId id="4796" r:id="rId24"/>
    <p:sldId id="4797" r:id="rId25"/>
    <p:sldId id="282" r:id="rId26"/>
    <p:sldId id="280" r:id="rId27"/>
    <p:sldId id="4711" r:id="rId28"/>
    <p:sldId id="4786" r:id="rId29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8E8"/>
    <a:srgbClr val="074D92"/>
    <a:srgbClr val="E0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84" autoAdjust="0"/>
    <p:restoredTop sz="95250" autoAdjust="0"/>
  </p:normalViewPr>
  <p:slideViewPr>
    <p:cSldViewPr>
      <p:cViewPr varScale="1">
        <p:scale>
          <a:sx n="97" d="100"/>
          <a:sy n="97" d="100"/>
        </p:scale>
        <p:origin x="888" y="284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06.17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74 224 24575,'-22'-3'0,"21"2"0,0 1 0,0 0 0,0-1 0,0 1 0,1 0 0,-1-1 0,0 1 0,0-1 0,1 1 0,-1-1 0,0 0 0,1 1 0,-1-1 0,0 0 0,1 1 0,-1-1 0,1 0 0,-1 0 0,1 1 0,0-1 0,-1 0 0,1-1 0,0 2 0,0 0 0,0 0 0,0 0 0,0 0 0,0 1 0,0-1 0,0 0 0,0 0 0,0 0 0,0 0 0,0 0 0,0 0 0,0 0 0,0 0 0,0 0 0,0 0 0,0 1 0,0-1 0,0 0 0,0 0 0,0 0 0,0 0 0,0 0 0,0 0 0,0 0 0,0 0 0,0 0 0,0 0 0,1 0 0,-1 0 0,0 0 0,0 0 0,0 0 0,0 0 0,0 0 0,0 0 0,0 0 0,0 1 0,0-1 0,0 0 0,1 0 0,-1 0 0,0 0 0,0 0 0,0 0 0,0-1 0,0 1 0,0 0 0,0 0 0,0 0 0,0 0 0,0 0 0,0 0 0,1 0 0,-1 0 0,0 0 0,0 0 0,0 0 0,0 0 0,0 0 0,0 0 0,0 0 0,0 0 0,0 0 0,0 0 0,0-1 0,0 1 0,0 0 0,0 0 0,6 8 0,-1 12 0,0 1 0,-1-1 0,-1 1 0,0 24 0,-1-21 0,8 262 0,-6-111 0,-3-158 0,6 450 0,-11-370 0,-4-1 0,-38 174 0,40-245 0,-2 4 0,2 0 0,-5 47 0,11-73 0,0-1 0,0 1 0,0-1 0,0 1 0,0-1 0,1 1 0,-1-1 0,1 1 0,0-1 0,-1 1 0,1-1 0,0 0 0,1 1 0,-1-1 0,0 0 0,0 0 0,1 0 0,0 0 0,-1 0 0,1 0 0,0 0 0,0-1 0,0 1 0,0-1 0,0 1 0,0-1 0,0 0 0,1 0 0,-1 0 0,0 0 0,1 0 0,-1 0 0,1-1 0,-1 1 0,1-1 0,3 1 0,10 0 0,1-1 0,0 0 0,-1-2 0,27-4 0,-15 2 0,438-24-548,5 34-517,1272 81-4616,-1480-71 4515,2783 271-460,-2999-281 1639,650 69 1196,-689-74-1204,190 8 2246,-172-10-1788,1 0 0,0-2 1,-1-1-1,0-1 0,31-10 0,-50 12-312,-1 1 0,1-1 0,0 0-1,-1 0 1,0-1 0,0 0-1,0 0 1,0-1 0,-1 0-1,1 0 1,-1 0 0,0 0-1,-1-1 1,1 1 0,5-11 0,-7 7-35,1 1 1,-1-1-1,0 1 1,-1-1 0,0 0-1,-1 0 1,1 0-1,-2 0 1,1 0 0,-1-1-1,-3-16 1,-3-14-114,-1 0 0,-17-49 0,-35-77 4,19 58-5,-2-16-2,6-2 0,5-2 0,6-1 0,-15-217 0,38 213 0,5 1 0,42-258 0,-43 383 0,-1 1 0,0 1 0,0-1 0,0 0 0,-1 1 0,0-1 0,0 0 0,-1-7 0,0 12 0,0-1 0,0 0 0,1 0 0,-1 1 0,0-1 0,-1 0 0,1 1 0,0-1 0,0 1 0,-1 0 0,1-1 0,0 1 0,-1 0 0,1 0 0,-1 0 0,0 0 0,1 0 0,-1 0 0,0 0 0,0 0 0,0 1 0,1-1 0,-1 1 0,0-1 0,-2 1 0,-95-17 0,-138-6 0,152 17 0,-1601-93-3235,292 69 751,0 46 574,715 4 2371,-402 5 1248,1051-24-716,21 0-689,-1-1 0,0 1 0,1-2-1,-1 1 1,1-1 0,-1-1 0,1 0 0,0 0 0,-11-5 0,9-3-1150,9-2-5072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06.7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383 475 24575,'0'-15'0,"0"0"0,-1 1 0,-1-1 0,0 0 0,-5-16 0,6 27 0,0 1 0,-1 0 0,1 0 0,0-1 0,-1 1 0,0 0 0,0 0 0,0 1 0,0-1 0,0 0 0,-1 1 0,1-1 0,-1 1 0,1 0 0,-1-1 0,0 2 0,0-1 0,0 0 0,0 0 0,0 1 0,0 0 0,-1-1 0,1 1 0,0 1 0,-1-1 0,1 0 0,-7 0 0,-1 2 0,1-1 0,-1 1 0,1 1 0,-1 0 0,1 0 0,0 1 0,-1 0 0,1 1 0,1 0 0,-1 1 0,1 0 0,0 0 0,0 1 0,0 0 0,-10 10 0,6-4 0,1-1 0,0 2 0,1 0 0,1 0 0,0 1 0,1 0 0,0 1 0,-13 29 0,19-34 0,-1 0 0,1 0 0,1 0 0,0 0 0,0 0 0,1 1 0,0-1 0,1 1 0,1 10 0,-1-15 0,1-1 0,0 0 0,1 1 0,-1-1 0,1 0 0,0 0 0,0 0 0,1 0 0,-1 0 0,1-1 0,0 1 0,0-1 0,1 0 0,-1 0 0,1 0 0,0 0 0,0 0 0,1-1 0,4 4 0,0-2 0,0 0 0,0-1 0,1 0 0,0-1 0,-1 0 0,1 0 0,0-1 0,0 0 0,0 0 0,1-1 0,-1-1 0,0 0 0,0 0 0,1-1 0,-1-1 0,0 1 0,0-2 0,0 1 0,0-1 0,-1-1 0,15-6 0,-10 3 0,0-1 0,0-1 0,0 0 0,-1-1 0,-1 0 0,1 0 0,-2-2 0,0 0 0,0 0 0,-1-1 0,0 0 0,15-28 0,-8 4 0,-2-1 0,-2 0 0,-1-1 0,10-59 0,6-161 0,-27 246 0,-1 3 0,1-1 0,4-19 0,-2 34 0,-1 10 0,19 611-842,-22-577 319,1-24-6303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07.16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9 108 24575,'3'-7'0,"0"-1"0,0 0 0,2-14 0,-5 17 0,1 0 0,0 1 0,1-1 0,-1 0 0,1 1 0,-1-1 0,2 1 0,-1-1 0,0 1 0,1 0 0,4-7 0,-6 11 0,-1 0 0,0 0 0,0 0 0,0 0 0,0 0 0,0-1 0,1 1 0,-1 0 0,0 0 0,0 0 0,0 0 0,0 0 0,1 0 0,-1 0 0,0 0 0,0 0 0,0 0 0,0 0 0,1 0 0,-1 0 0,0 0 0,0 0 0,0 0 0,1 0 0,-1 0 0,0 0 0,0 0 0,0 0 0,0 0 0,1 0 0,-1 0 0,0 0 0,0 0 0,0 0 0,0 0 0,1 0 0,-1 1 0,0-1 0,0 0 0,0 0 0,5 10 0,-2 14 0,2 47 0,-4 0 0,-3 0 0,-4 0 0,-2 0 0,-30 122 0,23-147 0,38-74 0,-5 2 0,0 1 0,2 0 0,1 2 0,0 0 0,36-28 0,-45 42 0,0 1 0,0 0 0,1 1 0,0 0 0,27-9 0,-31 13 0,0 1 0,1 0 0,-1 1 0,0-1 0,1 2 0,-1-1 0,1 1 0,0 1 0,-1 0 0,10 2 0,-12-1 0,1 0 0,-1 1 0,0 0 0,0 0 0,0 0 0,-1 1 0,1 0 0,-1 1 0,0-1 0,0 1 0,-1 0 0,1 0 0,-1 1 0,0 0 0,-1 0 0,8 12 0,-10-15 0,0 1 0,0 0 0,0 0 0,-1 1 0,1-1 0,-1 0 0,0 1 0,0-1 0,-1 0 0,1 1 0,-1-1 0,0 1 0,0-1 0,0 1 0,-1-1 0,0 0 0,0 1 0,0-1 0,0 0 0,-1 1 0,1-1 0,-1 0 0,0 0 0,0 0 0,-1-1 0,1 1 0,-1 0 0,0-1 0,-5 6 0,0-3 0,0 0 0,0 0 0,0-1 0,0 0 0,-1-1 0,0 0 0,0 0 0,0 0 0,0-1 0,-1-1 0,1 0 0,-14 2 0,4-2 0,0-1 0,0-1 0,0 0 0,0-1 0,-27-6 0,29 3-273,0 0 0,0-2 0,1 0 0,-18-9 0,-7-8-6553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08.85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1 385 24575,'0'-22'0,"0"32"0,0 27 0,0 1382 0,0-1407 0,-1 17 0,2 0 0,1 0 0,6 28 0,-7-49 0,1-1 0,0-1 0,0 1 0,0 0 0,1 0 0,0-1 0,0 1 0,1-1 0,0 0 0,0 0 0,0-1 0,1 1 0,0-1 0,0 0 0,0 0 0,1 0 0,9 6 0,0-4 0,0 0 0,0-1 0,1-1 0,-1 0 0,33 5 0,86 3 0,-131-13 0,582 9-1765,-348-10 979,2016 53-6274,-1216-20 6123,1465 11 124,-2053-36 670,502-6 1931,-939-1-1508,86-2 1915,191-30 0,-279 30-2069,-1 1 191,0-1 1,1-1-1,-1 1 0,0-2 1,8-3-1,-15 6-251,-1 0 0,0 1 0,1-1 1,-1 0-1,0 0 0,0 0 0,1 0 0,-1 0 0,0 0 1,0 0-1,0-1 0,-1 1 0,1 0 0,0-1 0,0 1 1,-1 0-1,1-1 0,0 1 0,-1-1 0,0 1 0,1-1 0,-1 1 1,0-1-1,0 1 0,0-1 0,0 1 0,0-1 0,0 1 1,0-1-1,0 1 0,-1-1 0,1 1 0,0-1 0,-1 1 1,0-1-1,1 1 0,-2-2 0,-9-18 36,-2 0-1,0 2 1,-21-25-1,-9-13-5,17 18-96,3-2 0,0 0 0,3-2 0,-27-81 0,30 67 0,3-2 0,3 0 0,-5-81 0,10-16 0,22-254 0,-15 399 0,0 0 0,-1 0 0,0 1 0,-1-1 0,-1 0 0,1 0 0,-1 0 0,-1 1 0,0-1 0,-1 1 0,0 0 0,0 0 0,-1 0 0,0 1 0,-1 0 0,0 0 0,-1 0 0,0 1 0,0-1 0,0 2 0,-1-1 0,0 1 0,-12-7 0,2 1 0,-1 1 0,0 2 0,0 0 0,-1 1 0,-26-8 0,-108-25 0,-387-36-720,419 66 495,-2453-224-3789,-632 74 2827,2954 155 1451,-449-6 1648,676 13-1207,-48 1 899,68 0-1448,0 0-1,0 0 1,0 0-1,0 1 1,0 0-1,0 0 1,0 0-1,1 1 0,-7 4 1,11-6-149,-1 0 0,1 1-1,-1-1 1,1 1 0,-1-1 0,1 1 0,0 0 0,0 0-1,0 0 1,0-1 0,0 1 0,0 0 0,1 0 0,-1 0-1,1 0 1,-1 0 0,0 4 0,2 42-5,0-7-21,-5-23 19,0-1 0,-2 0 0,0 0 0,-15 32 0,-43 62 0,56-98 0,-4 5 0,-2 0 0,0-1 0,-1 0 0,-33 28 0,-77 48 0,110-83-227,0 0-1,-1-2 1,0 0-1,0-1 1,-24 7-1,18-8-6598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09.4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692 102 24575,'-13'-11'0,"-1"0"0,-1 1 0,1 0 0,-1 1 0,-1 1 0,0 1 0,0 0 0,-1 1 0,1 0 0,-1 1 0,-1 1 0,1 1 0,0 1 0,-1 0 0,-34 2 0,22 1 0,0 2 0,0 1 0,1 2 0,0 1 0,0 1 0,0 1 0,1 1 0,-42 23 0,61-29 0,0 2 0,1-1 0,-1 1 0,1 0 0,0 1 0,1 0 0,-1 0 0,-9 13 0,16-18 0,-1 1 0,0-1 0,1 1 0,0 0 0,-1-1 0,1 1 0,0 0 0,1 0 0,-1 0 0,0 0 0,1 0 0,-1 0 0,1 0 0,0 0 0,0 0 0,0 0 0,1 0 0,-1 0 0,1 0 0,0 0 0,-1 0 0,1 0 0,1-1 0,-1 1 0,0 0 0,1-1 0,-1 1 0,1 0 0,0-1 0,-1 0 0,1 1 0,5 3 0,3 3 0,0 0 0,1-1 0,1 0 0,-1-1 0,1 0 0,0-1 0,22 8 0,98 26 0,-101-32 0,42 10 0,-23-6 0,0 2 0,78 32 0,-123-43 0,0-1 0,0 1 0,-1 0 0,1 0 0,-1 0 0,0 1 0,6 5 0,-10-8 0,1 0 0,0 0 0,0 0 0,0 0 0,-1 0 0,1 0 0,-1 0 0,1 0 0,-1 1 0,1-1 0,-1 0 0,0 0 0,0 1 0,1-1 0,-1 0 0,0 0 0,0 1 0,0-1 0,0 0 0,-1 0 0,1 1 0,0-1 0,0 0 0,-1 0 0,1 1 0,-1-1 0,1 0 0,-1 0 0,0 0 0,1 0 0,-1 0 0,0 0 0,0 0 0,1 0 0,-1 0 0,-1 1 0,-5 3 0,1 0 0,-1 0 0,1-1 0,-1 0 0,-1 0 0,1-1 0,0 0 0,-1 0 0,0 0 0,0-1 0,-10 1 0,-10 2 0,-53 1 0,32-7-1365,6-3-5461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10.09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94 24575,'14'-1'0,"0"-1"0,0 0 0,0-1 0,13-4 0,24-6 0,-26 10 0,-1 0 0,1 1 0,-1 2 0,1 0 0,-1 2 0,1 0 0,42 11 0,-54-9 0,0 0 0,0 1 0,0 0 0,-1 1 0,0 1 0,0 0 0,0 0 0,-1 1 0,0 0 0,-1 1 0,0 1 0,0-1 0,-1 2 0,0-1 0,10 17 0,-16-23 0,0 0 0,-1 1 0,0 0 0,0-1 0,0 1 0,0 0 0,-1 0 0,1 0 0,-1 0 0,0 0 0,-1 0 0,1 0 0,-1 0 0,-1 9 0,0-10 0,0 0 0,0 0 0,-1 0 0,0-1 0,1 1 0,-1-1 0,0 1 0,-1-1 0,1 0 0,-1 0 0,1 1 0,-1-2 0,0 1 0,0 0 0,0-1 0,-1 1 0,1-1 0,-8 4 0,1-1 0,-1 0 0,-1-1 0,1 0 0,0 0 0,-1-1 0,-19 2 0,26-4 0,0 0 0,-1-1 0,1 0 0,0 0 0,0 0 0,-1-1 0,1 1 0,0-1 0,0-1 0,-1 1 0,1-1 0,0 0 0,1 0 0,-1 0 0,0 0 0,0-1 0,-4-4 0,7 5 0,0 0 0,0-1 0,0 1 0,0-1 0,1 1 0,0-1 0,-1 0 0,1 0 0,0 0 0,0 0 0,0 0 0,1 0 0,-1 0 0,1 0 0,-1 0 0,1 0 0,0 0 0,0 0 0,1 0 0,-1 0 0,0 0 0,1 0 0,0 0 0,0 0 0,0 0 0,0 0 0,0 1 0,2-4 0,4-6 0,-1 0 0,2 0 0,0 0 0,17-19 0,-3 7 0,2 1 0,0 1 0,50-34 0,-58 45 0,1 1 0,0 1 0,1 0 0,0 1 0,0 1 0,0 1 0,35-7 0,-49 12 0,-1 1 0,1 0 0,-1-1 0,1 2 0,-1-1 0,1 0 0,-1 1 0,1-1 0,-1 1 0,1 0 0,-1 1 0,0-1 0,7 4 0,-9-5 0,0 1 0,0 0 0,0 0 0,0 0 0,0 0 0,0 0 0,0 0 0,0 0 0,-1 0 0,1 1 0,0-1 0,-1 0 0,1 0 0,-1 1 0,1-1 0,-1 0 0,0 1 0,0-1 0,1 0 0,-1 1 0,0-1 0,0 0 0,0 1 0,0-1 0,-1 1 0,1-1 0,0 0 0,-1 1 0,1-1 0,0 0 0,-1 1 0,0-1 0,1 0 0,-1 0 0,0 0 0,1 0 0,-3 3 0,-12 16 0,14-19 0,-1 1 0,0 0 0,1-1 0,-1 1 0,1 0 0,-1 0 0,1 0 0,0 1 0,0-1 0,0 0 0,0 0 0,0 1 0,1-1 0,-1 0 0,1 1 0,-1-1 0,1 1 0,0-1 0,0 0 0,0 1 0,0-1 0,0 1 0,1-1 0,-1 0 0,1 1 0,0-1 0,1 5 0,5 5 0,0 1 0,1-1 0,0 0 0,15 17 0,9 12 0,-10-9 0,1 0 0,1-2 0,34 33 0,-57-62 0,0 0 0,0 0 0,0 0 0,0 0 0,0 0 0,0-1 0,0 1 0,1 0 0,-1 0 0,0-1 0,0 1 0,1-1 0,-1 1 0,0-1 0,1 1 0,-1-1 0,0 0 0,1 0 0,-1 0 0,1 0 0,-1 0 0,2 0 0,-2-1 0,1 0 0,-1 0 0,0 0 0,0 0 0,0 0 0,0 0 0,0 0 0,0 0 0,-1 0 0,1 0 0,0-1 0,0 1 0,-1 0 0,1-1 0,-1 1 0,1 0 0,-1-1 0,0 1 0,0-1 0,1 1 0,-1-3 0,7-38 0,18-91 0,-21 119 0,1 0 0,0 0 0,0 1 0,1 0 0,1 0 0,0 0 0,10-12 0,-15 22 17,0 1-1,0-1 0,0 1 0,1 0 1,-1 0-1,0-1 0,1 1 0,0 1 1,-1-1-1,1 0 0,0 1 0,0-1 1,0 1-1,0 0 0,0 0 0,0 0 1,0 0-1,0 1 0,0-1 0,4 1 1,-2 1-139,-1-1 0,1 1 0,-1 0 0,0 1 0,1-1 0,-1 1 0,0 0 0,0 0 0,0 0 1,0 0-1,0 1 0,0-1 0,4 5 0,4 3-6704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10.4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229 46 24575,'-1'-5'0,"0"0"0,0 0 0,0 0 0,-1 0 0,-4-8 0,3 5 0,0 15 0,0 1 0,0-1 0,-3 13 0,-11 36 51,-50 150 223,50-163-837,-1-1-1,-39 66 1,35-75-6263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15.1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 1 24575,'-3'0'0,"2"0"0,4 0 0,5 6 0,1 6 0,2 6 0,0 10 0,-3 6 0,1 6 0,-2 7 0,-1 4 0,0-1 0,1-2 0,-2-3 0,-2-3 0,-1-6 0,0-8-8191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15.4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0 385 24575,'0'-49'0,"3"-99"0,-1 125 0,0 1 0,2-1 0,1 1 0,10-30 0,-14 49 0,0 0 0,0 1 0,0-1 0,0 1 0,0-1 0,1 1 0,-1 0 0,1 0 0,0-1 0,-1 1 0,1 0 0,0 0 0,0 1 0,1-1 0,-1 0 0,0 1 0,0-1 0,1 1 0,-1 0 0,5-2 0,-4 2 0,0 1 0,1 0 0,-1 0 0,0 0 0,0 0 0,0 1 0,0-1 0,0 1 0,0 0 0,0 0 0,0 0 0,0 0 0,0 0 0,0 1 0,0-1 0,-1 1 0,5 3 0,3 2 19,-2 1 0,1 0 0,-1 0 0,0 1 0,-1 0 0,0 1 0,0 0 0,-1 0 0,0 0 0,-1 0 0,0 1 0,-1 0 0,0 0 0,-1 0 0,0 1 0,-1-1 0,2 15 0,-4-18-48,1 0 1,-1-1-1,-1 1 1,0 0-1,0-1 1,0 1-1,-1-1 1,0 0 0,0 1-1,-1-1 1,-6 13-1,5-15-56,0 1 0,0-1-1,0 0 1,0-1 0,-1 1-1,0 0 1,0-1 0,0 0-1,0-1 1,-1 1 0,1-1-1,-1 0 1,0 0 0,0-1-1,-9 3 1,-13 3-6741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15.7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20 24575,'7'0'0,"0"1"0,0-1 0,0 1 0,0 0 0,0 1 0,-1-1 0,1 1 0,0 1 0,-1-1 0,0 1 0,1 0 0,-1 1 0,0 0 0,7 5 0,-9-6 0,21 15 0,0 1 0,32 32 0,-52-45 0,0-1 0,0 1 0,0-1 0,-1 1 0,0 1 0,0-1 0,-1 1 0,1-1 0,-1 1 0,-1 0 0,1 0 0,-1 0 0,-1 0 0,1 1 0,-1-1 0,0 10 0,-1-14 0,0 0 0,-1 0 0,1-1 0,-1 1 0,0 0 0,0 0 0,0-1 0,0 1 0,0-1 0,-1 1 0,1-1 0,-1 0 0,1 1 0,-1-1 0,0 0 0,0 0 0,0 0 0,0 0 0,0 0 0,-4 1 0,5-2 0,0-1 0,-1 1 0,1-1 0,0 1 0,-1-1 0,1 1 0,-1-1 0,1 0 0,0 0 0,-1 0 0,1 0 0,-1 0 0,1 0 0,-1 0 0,1 0 0,-1-1 0,1 1 0,0 0 0,-1-1 0,1 0 0,0 1 0,-1-1 0,1 0 0,0 1 0,0-1 0,0 0 0,-1 0 0,1 0 0,0 0 0,0 0 0,0 0 0,1 0 0,-1 0 0,0-1 0,0 1 0,1 0 0,-1-1 0,0 1 0,1 0 0,-1-2 0,-1-2 0,1 1 0,0-1 0,0 0 0,0 1 0,1-1 0,-1 0 0,1 0 0,0 1 0,1-1 0,-1 0 0,1 0 0,0 1 0,0-1 0,0 0 0,1 1 0,3-8 0,3-6 0,1 1 0,18-28 0,-15 29-195,1 1 0,0 0 0,1 1 0,0 0 0,1 1 0,19-13 0,-7 8-6631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16.0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129 39 24575,'0'-1'0,"0"1"0,0-1 0,0 1 0,0-1 0,0 1 0,0-1 0,0 1 0,-1-1 0,1 1 0,0 0 0,0-1 0,0 1 0,-1-1 0,1 1 0,0-1 0,0 1 0,-1 0 0,1-1 0,0 1 0,-1 0 0,1-1 0,0 1 0,-1 0 0,1-1 0,-1 1 0,1 0 0,0 0 0,-1 0 0,1-1 0,-1 1 0,1 0 0,-1 0 0,1 0 0,-1 0 0,1 0 0,-1 0 0,1 0 0,-1 0 0,1 0 0,0 0 0,-1 0 0,1 0 0,-1 0 0,1 0 0,-1 0 0,1 0 0,-1 1 0,1-1 0,-1 0 0,1 0 0,-1 1 0,-22 13 0,14-4 0,0 0 0,0 1 0,1 1 0,1-1 0,0 1 0,1 1 0,0-1 0,1 1 0,0 0 0,1 0 0,0 0 0,1 1 0,-2 25 0,5-37 0,0 1 0,0-1 0,0 0 0,0 0 0,0 1 0,1-1 0,-1 0 0,1 0 0,0 0 0,-1 1 0,1-1 0,0 0 0,0 0 0,0 0 0,1 0 0,-1-1 0,0 1 0,1 0 0,-1 0 0,3 1 0,-2-1 0,1-1 0,0 1 0,0-1 0,0 0 0,0 0 0,0 0 0,0 0 0,0 0 0,0 0 0,0-1 0,0 0 0,6 1 0,4-2 0,0-1 0,0 1 0,0-2 0,-1 0 0,23-8 0,-20 5 0,-1-1 0,0 0 0,0-1 0,-1 0 0,0-1 0,-1-1 0,22-20 0,-30 25 0,0 1 0,-1-1 0,1 1 0,-1-1 0,0 0 0,0 0 0,-1-1 0,1 1 0,-1-1 0,2-9 0,-3 11 0,-1 1 0,0-1 0,0 0 0,0 0 0,0 1 0,0-1 0,-1 0 0,0 1 0,0-1 0,0 0 0,0 1 0,0-1 0,-1 1 0,0 0 0,1-1 0,-1 1 0,-1 0 0,-2-4 0,0 2 19,0 0 0,0 0 0,-1 1 0,1 0 0,-1 0 0,0 0 0,0 0 0,-1 1 0,1 0 0,-1 1 0,0-1 0,1 1 0,-1 0 0,0 1 0,0 0 0,0 0 0,-9 0 0,8 1-133,0 0 0,-1 0 0,1 1 0,0 0 1,0 0-1,0 1 0,1 0 0,-1 0 1,0 1-1,1 0 0,-1 0 0,1 1 1,0 0-1,-12 10 0,6-1-6712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16.3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251 86 24575,'0'-4'0,"0"1"0,0-1 0,0 1 0,0 0 0,-1-1 0,0 1 0,1 0 0,-1-1 0,0 1 0,-1 0 0,1 0 0,-1 0 0,1 0 0,-1 0 0,0 0 0,0 0 0,0 0 0,-1 1 0,1-1 0,-1 1 0,1 0 0,-1-1 0,0 1 0,0 1 0,0-1 0,0 0 0,0 1 0,0-1 0,0 1 0,0 0 0,-1 0 0,1 0 0,0 1 0,-1-1 0,1 1 0,-1 0 0,1-1 0,-1 2 0,1-1 0,0 0 0,-1 1 0,1-1 0,-5 3 0,1-1 0,0 1 0,0 0 0,0 1 0,0 0 0,0 0 0,1 0 0,0 1 0,0 0 0,0 0 0,0 1 0,1-1 0,0 1 0,-6 9 0,4-4 0,-1 0 0,2 1 0,0 0 0,0 0 0,1 0 0,1 1 0,-4 13 0,7-20-38,0 0 0,0 0 0,0 0 1,1 0-1,0 1 0,0-1 0,1 0 0,0 0 0,0 0 0,0 0 0,1 0 0,0 0 0,0 0 0,0 0 0,1-1 0,0 1 1,0-1-1,0 0 0,1 0 0,0 0 0,0 0 0,0-1 0,0 1 0,1-1 0,-1 0 0,1 0 0,0-1 0,1 1 0,-1-1 1,1 0-1,-1-1 0,1 0 0,0 1 0,0-2 0,9 3 0,16 2-6788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16.9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88 136 24575,'-9'0'0,"-30"1"0,36-1 0,1 1 0,-1-1 0,1 1 0,-1-1 0,1 1 0,-1 0 0,1 0 0,-1 0 0,1 0 0,0 1 0,-4 2 0,5-3 0,1-1 0,-1 0 0,1 1 0,-1-1 0,1 1 0,0-1 0,-1 1 0,1-1 0,0 1 0,-1-1 0,1 1 0,0-1 0,0 1 0,-1 0 0,1-1 0,0 1 0,0-1 0,0 1 0,0 0 0,0-1 0,0 1 0,0-1 0,0 1 0,0 0 0,0-1 0,0 1 0,0-1 0,1 1 0,-1-1 0,1 2 0,0 0 0,0-1 0,0 1 0,1-1 0,-1 1 0,0-1 0,1 1 0,0-1 0,-1 0 0,4 2 0,2 1 0,1 0 0,0-1 0,13 4 0,-13-5 0,-1-1 0,1 0 0,0 0 0,0-1 0,0 0 0,-1 0 0,1-1 0,0 0 0,0 0 0,-1-1 0,1 0 0,-1-1 0,10-3 0,-12 4 0,-1-1 0,1 1 0,-1-1 0,0 1 0,0-1 0,0 0 0,0-1 0,-1 1 0,1-1 0,-1 0 0,0 1 0,0-2 0,0 1 0,-1 0 0,1 0 0,-1-1 0,0 1 0,0-1 0,-1 0 0,1 0 0,1-9 0,-3 12 0,0-1 0,0 1 0,-1-1 0,1 1 0,-1-1 0,1 1 0,-1-1 0,0 1 0,0 0 0,0-1 0,0 1 0,0 0 0,0 0 0,-1-1 0,1 1 0,-1 0 0,1 0 0,-1 1 0,0-1 0,0 0 0,0 0 0,0 1 0,0 0 0,0-1 0,0 1 0,-4-1 0,3 0 0,-1 0 0,1 0 0,-1 1 0,0 0 0,1 0 0,-1 0 0,0 0 0,0 1 0,0-1 0,0 1 0,0 0 0,0 0 0,0 1 0,0-1 0,0 1 0,-5 1 0,4 0 0,-1 1 0,1 0 0,0 0 0,0 1 0,0-1 0,0 1 0,1 0 0,0 0 0,-1 1 0,2-1 0,-1 1 0,0 0 0,-3 6 0,3-3 0,0-1 0,1 1 0,0 0 0,0 0 0,0 1 0,1-1 0,1 0 0,-1 1 0,1 9 0,0-12 0,1 0 0,1 0 0,-1 0 0,1 1 0,0-1 0,0 0 0,1 0 0,0-1 0,0 1 0,0 0 0,1-1 0,5 10 0,-6-12 0,1 1 0,0-1 0,0 1 0,1-1 0,-1 0 0,1 0 0,-1-1 0,1 1 0,0-1 0,0 0 0,0 0 0,0 0 0,1 0 0,-1-1 0,0 1 0,1-1 0,-1 0 0,7 0 0,5-1 0,0 0 0,0-1 0,-1 0 0,1-1 0,-1-1 0,1-1 0,-1 0 0,0-1 0,0-1 0,-1 0 0,0-1 0,0 0 0,0-1 0,-1-1 0,0 0 0,-1 0 0,0-2 0,0 1 0,-1-2 0,-1 1 0,0-2 0,0 1 0,-1-1 0,7-16 0,-11 19 0,-1-1 0,0 1 0,3-16 0,-6 21 0,0 0 0,-1 0 0,1 0 0,-1 0 0,0 0 0,0-1 0,-1 1 0,1 0 0,-3-8 0,-2 5 0,0 10 0,5-1 0,-1 1 0,1-1 0,-1 0 0,1 0 0,0 1 0,-1-1 0,1 0 0,0 1 0,0-1 0,0 0 0,0 1 0,0 1 0,5 16 0,0 0 0,1 0 0,1 0 0,10 18 0,-9-21 0,0 1 0,-2 1 0,0-1 0,0 1 0,2 21 0,-8-36 14,0 0 1,0 0-1,0 0 0,0 0 0,0-1 1,-1 1-1,1 0 0,-1 0 0,0 0 0,0-1 1,0 1-1,0 0 0,0-1 0,-1 1 1,1-1-1,-1 1 0,0-1 0,1 0 0,-1 0 1,0 0-1,0 0 0,-1 0 0,-3 3 1,3-3-116,-1 0 1,1 0-1,-1 0 1,1-1 0,-1 0-1,0 1 1,0-1-1,1-1 1,-1 1 0,0 0-1,0-1 1,0 0 0,0 0-1,0 0 1,0 0-1,-7-2 1,-2-3-6726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17.2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61 15 24575,'19'-10'0,"-9"5"0,-17 5 0,-8 7 0,13-5 0,-1 0 0,1 0 0,0 1 0,0-1 0,0 1 0,1-1 0,-1 1 0,0 0 0,1 0 0,0-1 0,0 1 0,0 0 0,0 0 0,0 0 0,1 1 0,-1-1 0,1 0 0,0 0 0,0 0 0,0 0 0,0 0 0,0 0 0,1 1 0,-1-1 0,1 0 0,2 4 0,3 8 0,0-1 0,1-1 0,0 1 0,14 16 0,5 13 0,-25-42 0,0 1 0,0 0 0,0-1 0,0 1 0,-1 0 0,1 0 0,-1 0 0,1-1 0,-1 1 0,1 0 0,-1 0 0,0 0 0,0 0 0,0 0 0,0 0 0,-1 0 0,1-1 0,0 1 0,-1 0 0,1 0 0,-1 0 0,0 0 0,1-1 0,-3 4 0,1-2 0,-1-1 0,1 0 0,-1 0 0,1-1 0,-1 1 0,0 0 0,1-1 0,-1 0 0,0 1 0,0-1 0,0 0 0,0-1 0,0 1 0,-6 0 0,-28 3-1365,0-2-5461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19.75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1127 148 24575,'-7'115'0,"0"-23"0,0 141 0,-16 284 0,-13-173 0,-14 307 0,50-628 0,1 0 0,1 0 0,1 0 0,10 41 0,-11-56 0,1 0 0,1 0 0,-1 0 0,1 0 0,0 0 0,1-1 0,0 0 0,0 0 0,1 0 0,-1-1 0,1 0 0,1 0 0,-1 0 0,1-1 0,15 9 0,-3-5 0,-1 0 0,2-2 0,-1 0 0,1-2 0,0 0 0,33 4 0,130 2 0,-151-11 0,485 11-1396,224 6-978,-88 6 2036,1215 39-2763,1-32 912,427-32 1079,-1829-9 1803,-5-31-23,-320 16 668,-120 20-929,-1 0-1,-1-2 1,1 0 0,26-15 0,-42 20-247,0 0-1,0 0 0,0-1 1,0 0-1,0 1 1,-1-2-1,1 1 0,-1 0 1,-1-1-1,1 0 0,0 0 1,-1 0-1,0 0 1,0-1-1,-1 1 0,0-1 1,0 1-1,0-1 0,0 0 1,-1 0-1,0 0 1,0 0-1,-1 0 0,1 0 1,-1 0-1,-1 0 1,1 0-1,-1 0 0,-2-10 1,-3-6-26,-1 0 0,-1 1 0,-18-37 0,-41-60 226,52 93-347,-340-608-15,151 175 0,166 353 0,4-1 0,-29-164 0,59 253 0,1 0 0,1-1 0,-1-23 0,3 37 0,0 0 0,0-1 0,0 1 0,1 0 0,0 0 0,0 0 0,0 0 0,0 0 0,1 0 0,-1 0 0,1 0 0,0 1 0,0-1 0,1 1 0,2-5 0,-1 4 0,9-11 0,-13 15 0,0-1 0,0 1 0,1 0 0,-1-1 0,0 1 0,0 0 0,0-1 0,0 1 0,0-1 0,0 1 0,0 0 0,0-1 0,0 1 0,0 0 0,-1-1 0,1 1 0,0 0 0,0-1 0,0 1 0,0 0 0,0-1 0,-1 1 0,1 0 0,0 0 0,0-1 0,-1 1 0,1 0 0,0-1 0,0 1 0,-1 0 0,1 0 0,0 0 0,-1-1 0,1 1 0,0 0 0,0 0 0,-1 0 0,1 0 0,-1 0 0,1 0 0,0 0 0,-1-1 0,1 1 0,0 0 0,-1 0 0,1 0 0,0 0 0,-1 1 0,0-1 0,-29-3 0,-1 1 0,1 2 0,-52 6 0,16-2 0,-629 1-1103,-4-38-568,666 31 1621,-765-46-1317,-644-33-722,-684 5 132,-2 48 660,846 44 3172,1188-15-1183,-209 14 4139,298-14-4671,-1-1 0,1 1-1,0 1 1,0-1 0,0 1-1,0 0 1,-9 5 0,12-7-134,1 1 0,0 0 0,0 0 0,0 0 0,0 0 0,0 0 0,0 0 0,0 0 0,0 1 0,0-1 0,1 0 0,-1 0 0,0 1 0,1-1 0,-1 0 0,1 1 0,-1-1 0,1 1 0,0-1 0,0 1 0,0-1 0,0 0 0,0 1 0,0-1 0,0 1 0,0-1 0,0 1 0,0-1 0,1 1 0,-1-1 0,1 0 0,0 3 0,2 1-253,0 0-1,-1 1 1,2-1-1,-1 0 1,5 4-1,6 8-6598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20.3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82 24575,'0'-3'0,"0"-1"0,0 1 0,0-1 0,0 1 0,1-1 0,-1 1 0,1-1 0,0 1 0,-1-1 0,2 1 0,1-5 0,1 6 0,-1 8 0,-1 10 0,1 97 0,-4-74 0,2-1 0,8 56 0,-7-83 0,1 0 0,-1 0 0,2 0 0,0 0 0,0-1 0,1 1 0,0-1 0,1-1 0,0 1 0,0-1 0,1 0 0,14 15 0,-15-19 0,-1-1 0,1 1 0,0-1 0,0 0 0,0 0 0,0-1 0,1 0 0,-1 0 0,1-1 0,0 1 0,0-1 0,0-1 0,0 0 0,0 0 0,0 0 0,0 0 0,0-1 0,0-1 0,0 1 0,0-1 0,1 0 0,-1-1 0,-1 1 0,1-1 0,10-5 0,-3 0 0,0 1 0,-1-2 0,0 0 0,-1-1 0,0 0 0,0-1 0,-1 0 0,0-1 0,-1 0 0,0 0 0,9-16 0,3-7 0,-1-1 0,-3-1 0,0 0 0,-3-1 0,-1-1 0,-2-1 0,12-60 0,-22 76-1365,-4 9-5461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20.5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32 24575,'0'-3'0,"0"-4"0,0-4 0,0 2 0,0 7 0,0 10 0,0 6 0,0 7 0,0 7 0,0 7 0,0 4 0,0 2 0,0 3 0,0-3 0,0-2 0,0-5 0,0-7-8191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21.39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355 0 24575,'-3'0'0,"-4"3"0,-1 8 0,-3 7 0,-5 8 0,-3 8 0,-4 8 0,-5 9 0,-4 5 0,1 6 0,-1 1 0,2 0 0,3-2 0,3-5 0,2-6 0,5-8 0,3-5 0,3-9-8191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21.89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234 198 24575,'1'-4'0,"0"1"0,0 0 0,0 0 0,0-1 0,0 1 0,4-4 0,1-8 0,1-4 0,5-31 0,-11 44 0,0 0 0,0 0 0,-1 0 0,1 0 0,-2 0 0,1 0 0,-1 0 0,1 0 0,-4-10 0,4 15 0,-1 0 0,1 1 0,0-1 0,-1 0 0,1 0 0,-1 0 0,0 0 0,1 0 0,-1 0 0,0 1 0,1-1 0,-1 0 0,0 1 0,0-1 0,1 0 0,-1 1 0,0-1 0,0 1 0,0-1 0,0 1 0,0 0 0,0-1 0,-1 1 0,0 0 0,0 0 0,0 0 0,0 0 0,-1 0 0,1 0 0,0 1 0,0-1 0,0 1 0,0-1 0,-3 3 0,-4 1 0,0 1 0,0 1 0,-12 10 0,19-14 0,-20 15 0,1 2 0,0 0 0,2 1 0,0 1 0,2 1 0,-29 46 0,45-67 0,0 1 0,0 0 0,0 0 0,0-1 0,0 1 0,1 0 0,-1 0 0,1 0 0,-1 0 0,1 0 0,0 0 0,0 0 0,0 0 0,0-1 0,0 1 0,0 0 0,0 0 0,1 0 0,-1 0 0,1 0 0,-1 0 0,2 3 0,0-4 0,-1 0 0,0 1 0,0-1 0,1 0 0,-1 0 0,0 0 0,1 0 0,-1 0 0,1-1 0,0 1 0,-1 0 0,1-1 0,-1 1 0,1-1 0,0 0 0,0 1 0,-1-1 0,1 0 0,0 0 0,-1 0 0,1 0 0,0 0 0,0-1 0,-1 1 0,1 0 0,2-1 0,8-3 0,0 1 0,0-1 0,0-1 0,-1 0 0,0-1 0,0 0 0,13-9 0,0-4 0,40-39 0,-64 57 0,1 0 0,0 0 0,0 1 0,0-1 0,0 0 0,-1 1 0,1-1 0,0 0 0,0 1 0,0-1 0,0 1 0,0-1 0,1 1 0,-1 0 0,0-1 0,0 1 0,0 0 0,2 0 0,-2 0 0,-1 0 0,1 1 0,0-1 0,0 0 0,0 1 0,-1-1 0,1 0 0,0 1 0,-1-1 0,1 1 0,0-1 0,-1 1 0,1 0 0,0-1 0,-1 1 0,1 0 0,-1-1 0,1 3 0,2 3 0,0 0 0,0 1 0,-1 0 0,2 12 0,-1-7 0,23 76-1365,-17-63-5461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22.32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1 159 24575,'11'-17'0,"4"-5"0,-14 21 0,-1 1 0,1-1 0,-1 0 0,1 1 0,-1-1 0,1 1 0,0-1 0,-1 1 0,1-1 0,0 1 0,-1-1 0,1 1 0,0 0 0,-1-1 0,1 1 0,0 0 0,0 0 0,0 0 0,-1 0 0,1-1 0,0 1 0,1 0 0,-1 1 0,-1-1 0,1 1 0,0-1 0,-1 1 0,1-1 0,0 1 0,-1 0 0,1-1 0,-1 1 0,1 0 0,-1-1 0,1 1 0,-1 0 0,0 0 0,1-1 0,-1 1 0,0 0 0,0 0 0,1 0 0,-1 0 0,0-1 0,0 3 0,2 23 0,-2-21 0,2 331 0,-5-181 0,3-236 0,3-139 0,1 165 0,1 1 0,14-55 0,-15 92 0,1 1 0,11-28 0,-15 41 0,1-1 0,-1 1 0,1 0 0,0-1 0,0 1 0,0 0 0,0 0 0,1 0 0,-1 1 0,1-1 0,0 0 0,0 1 0,0 0 0,0-1 0,0 1 0,0 1 0,1-1 0,5-2 0,-8 4 0,1-1 0,-1 1 0,1 0 0,-1 0 0,1 0 0,0 0 0,-1 0 0,1 0 0,-1 0 0,1 1 0,-1-1 0,1 0 0,-1 1 0,0-1 0,1 1 0,-1 0 0,1-1 0,-1 1 0,0 0 0,2 1 0,-1 0 0,0 0 0,0 0 0,-1 1 0,1-1 0,0 0 0,-1 1 0,0 0 0,1-1 0,-1 1 0,1 3 0,0 4 0,0 0 0,0 0 0,0 0 0,-2 0 0,1 12 0,-3-5-97,-1 0-1,0 0 1,-1 0-1,-1 0 1,0-1-1,-1 0 1,-1 0-1,-1 0 1,0-1-1,-1 0 1,0-1-1,-2 0 0,-20 23 1,14-21-6729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22.75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1 204 24575,'1'0'0,"0"1"0,0-1 0,0 1 0,-1-1 0,1 1 0,0-1 0,0 1 0,0-1 0,-1 1 0,1 0 0,0-1 0,-1 1 0,1 0 0,0 0 0,-1-1 0,1 1 0,-1 0 0,1 0 0,-1 0 0,1 1 0,8 20 0,-9-22 0,8 25 0,-2 0 0,0 1 0,-2-1 0,1 29 0,-2 104 0,-3-134 0,0-18 0,-3 33 0,3-37 0,0-1 0,0 1 0,0-1 0,-1 1 0,1 0 0,-1-1 0,0 1 0,1-1 0,-1 1 0,0-1 0,0 0 0,0 1 0,0-1 0,0 0 0,0 0 0,0 1 0,0-1 0,0 0 0,-2 1 0,2-2 0,1 0 0,0 0 0,-1 0 0,1 0 0,-1 0 0,1 0 0,-1 0 0,1 0 0,0 0 0,-1 0 0,1 0 0,-1 0 0,1-1 0,-1 1 0,1 0 0,0 0 0,-1 0 0,1-1 0,0 1 0,-1 0 0,1-1 0,0 1 0,-1 0 0,1 0 0,0-1 0,-1 1 0,1-1 0,0 1 0,0 0 0,0-1 0,-1 1 0,1-1 0,0 1 0,0 0 0,0-1 0,0 1 0,0-1 0,0 1 0,0-1 0,0 1 0,-4-22 0,4 21 0,-3-56 0,2 1 0,3 0 0,2 0 0,3 0 0,23-93 0,-28 139 0,4-15 0,18-47 0,-22 66 0,0 0 0,1 1 0,0 0 0,0-1 0,0 1 0,1 0 0,0 1 0,-1-1 0,2 1 0,-1-1 0,1 1 0,-1 0 0,1 1 0,6-4 0,-9 6 0,0-1 0,1 1 0,-1 1 0,0-1 0,1 0 0,-1 1 0,0-1 0,1 1 0,-1 0 0,1-1 0,-1 1 0,1 1 0,-1-1 0,1 0 0,-1 0 0,0 1 0,1 0 0,-1-1 0,5 3 0,-4-1 0,1 0 0,-1 1 0,0-1 0,0 1 0,0 0 0,0 0 0,0 0 0,-1 0 0,1 0 0,-1 1 0,2 3 0,2 4 0,-1 1 0,0-1 0,-1 1 0,0 1 0,-1-1 0,3 22 0,-5-28 20,-1 1 0,1 0 0,-1-1 1,-1 1-1,0-1 0,0 1 0,0 0 0,0-1 0,-1 0 0,0 1 0,-1-1 0,1 0 0,-1 0 0,0 0 0,-1 0 0,-5 7 1,4-7-153,-1 0 1,0-1 0,0 1-1,-1-1 1,1-1 0,-1 1 0,0-1-1,0 0 1,0-1 0,-1 1 0,0-2-1,-14 5 1,-17 1-6695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24.0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148 64 24575,'0'-64'0,"-19"116"0,-26 169-135,9 2-1,11 2 1,3 263-1,22-394-289,5-1 0,30 172 0,-22-212-5949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24.7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1 24575,'-1'368'0,"3"352"0,-2-704 14,6 107 310,-4-103-750,0 0 0,2 1 1,12 36-1,-7-36-6400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25.7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260 57 24575,'-15'-20'0,"13"15"0,-1 1 0,0 0 0,0 0 0,-1 0 0,-4-4 0,7 7 0,0 0 0,0 1 0,0-1 0,0 0 0,0 1 0,0-1 0,-1 1 0,1-1 0,0 1 0,0 0 0,0-1 0,-1 1 0,1 0 0,0 0 0,-1 0 0,1 0 0,0 0 0,0 0 0,-1 0 0,1 0 0,0 1 0,0-1 0,-1 0 0,1 1 0,-2 0 0,-2 2 0,0 0 0,0 1 0,0 0 0,1-1 0,-1 1 0,1 1 0,0-1 0,0 1 0,-5 8 0,-28 51 0,35-61 0,-15 31 0,2 1 0,0 0 0,3 0 0,1 2 0,2-1 0,1 1 0,-4 46 0,11-64 0,1 0 0,1-1 0,0 1 0,2 0 0,0 0 0,1-1 0,6 20 0,-5-25 0,0-1 0,1 1 0,1-1 0,-1 0 0,2-1 0,0 1 0,0-2 0,1 1 0,0-1 0,19 15 0,-14-14 0,1-1 0,0-1 0,1 0 0,0-2 0,1 1 0,-1-2 0,1 0 0,0-1 0,1-1 0,-1 0 0,1-2 0,0 0 0,0 0 0,0-2 0,0 0 0,0-2 0,-1 0 0,19-4 0,-19 3 0,0-1 0,0-1 0,0 0 0,-1-2 0,0 0 0,0 0 0,-1-1 0,0-1 0,0-1 0,-1 0 0,0-1 0,-1-1 0,0 0 0,-1 0 0,0-1 0,-1-1 0,-1 0 0,13-22 0,-13 15 0,-1 0 0,-1-1 0,-1 0 0,-1-1 0,-1 1 0,-1-1 0,-1 0 0,-1 0 0,-1-24 0,-1 27 0,-1 2 0,-1-1 0,-1 0 0,0 0 0,-2 1 0,0-1 0,-1 1 0,-1 0 0,0 1 0,-1 0 0,-15-22 0,17 30-170,-1 0-1,0 1 0,0 1 1,-1-1-1,0 1 0,0 0 1,-17-10-1,-14-3-6655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26.2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167 1 24575,'-17'14'0,"13"-11"0,0 0 0,1 1 0,-1-1 0,0 1 0,1 0 0,0 0 0,0 0 0,0 1 0,-4 7 0,-88 231 0,91-233 0,1 1 0,0-1 0,1 0 0,0 1 0,0 0 0,2 0 0,-1-1 0,2 20 0,0-25 0,0 0 0,0 0 0,0 0 0,1 0 0,-1 0 0,1 0 0,1 0 0,-1-1 0,0 1 0,1-1 0,0 0 0,0 0 0,1 0 0,-1 0 0,1 0 0,-1-1 0,1 0 0,1 1 0,-1-1 0,5 2 0,6 3 0,1-2 0,-1 0 0,1-1 0,0 0 0,0-1 0,1-1 0,-1-1 0,1 0 0,22-1 0,19-3 0,74-12 0,-129 14 0,15-2 0,3-1 0,35-8 0,-51 10 0,-1 0 0,1 0 0,-1-1 0,0 0 0,1 0 0,-1 0 0,0 0 0,-1-1 0,1 0 0,0 1 0,-1-1 0,1-1 0,5-6 0,-7 6 0,1-1 0,-1 0 0,0-1 0,-1 1 0,1 0 0,-1 0 0,0-1 0,0 1 0,-1-1 0,0 1 0,0-9 0,-2-10 0,-5-29 0,6 45 0,-43-201 0,44 206 24,-1 1-90,1 0 0,0 0 0,-1 1 0,1-1-1,0 0 1,-1 1 0,0-1 0,1 0 0,-1 1 0,0-1-1,0 1 1,0-1 0,0 1 0,0 0 0,0-1 0,-1 1 0,1 0-1,0 0 1,-1 0 0,-2-2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26.7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24575,'0'0'0,"1"1"0,0-1 0,0 0 0,-1 0 0,1 1 0,0-1 0,-1 1 0,1-1 0,-1 0 0,1 1 0,0-1 0,-1 1 0,1 0 0,-1-1 0,0 1 0,1-1 0,-1 1 0,1 0 0,-1-1 0,0 1 0,1 0 0,-1-1 0,0 1 0,0 0 0,1 1 0,4 24 0,-3-19 0,12 76 0,4 88 0,-8 87 0,-5-113 0,1 249 0,-3-356-1365,1-8-5461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27.1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15 1 24575,'-1'0'0,"0"0"0,1 1 0,-1-1 0,0 1 0,0-1 0,0 1 0,1-1 0,-1 1 0,0-1 0,1 1 0,-1 0 0,0-1 0,1 1 0,-1 0 0,1 0 0,-1-1 0,1 1 0,0 0 0,-1 0 0,1 0 0,0 0 0,-1-1 0,1 1 0,0 0 0,0 0 0,0 0 0,0 0 0,0 0 0,0 1 0,1 29 0,1-20 0,2-1 0,-1 1 0,2-1 0,-1 0 0,1 0 0,1-1 0,0 1 0,0-1 0,1 0 0,0-1 0,0 0 0,16 14 0,-19-19 0,1 0 0,-1 0 0,1 0 0,-1 0 0,1 0 0,0-1 0,0 0 0,0 0 0,0 0 0,0-1 0,0 0 0,0 0 0,1 0 0,-1-1 0,0 1 0,1-1 0,-1-1 0,0 1 0,1-1 0,-1 1 0,0-2 0,0 1 0,0 0 0,0-1 0,0 0 0,0-1 0,0 1 0,4-3 0,5-5 0,0-1 0,13-13 0,-18 15 0,0 1 0,1 0 0,0 0 0,0 1 0,14-7 0,-9 11 0,-15 3 0,0 0 0,0 0 0,1 1 0,-1-1 0,0 0 0,0 0 0,0 0 0,0 1 0,0-1 0,1 0 0,-1 0 0,0 1 0,0-1 0,0 0 0,0 0 0,0 1 0,0-1 0,0 0 0,0 0 0,0 1 0,0-1 0,0 0 0,0 0 0,0 1 0,0-1 0,0 0 0,0 0 0,0 1 0,0-1 0,0 0 0,-1 1 0,0 2 0,0-1 0,-1 1 0,1-1 0,-1 1 0,0-1 0,0 1 0,-3 2 0,-34 27-1365,19-16-5461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30.9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785 58 24575,'2'-1'0,"-1"-1"0,0 1 0,0-1 0,0 1 0,0-1 0,-1 0 0,1 1 0,0-1 0,-1 0 0,1 0 0,-1 1 0,0-1 0,1 0 0,-1 0 0,0 0 0,0 0 0,0 0 0,0 1 0,0-1 0,-1-2 0,0 3 0,1 0 0,0 0 0,-1 0 0,1 0 0,0 0 0,-1 0 0,1 0 0,-1 0 0,0 0 0,1 1 0,-1-1 0,0 0 0,1 0 0,-1 1 0,0-1 0,0 0 0,0 1 0,1-1 0,-1 1 0,0-1 0,0 1 0,0-1 0,0 1 0,0 0 0,0 0 0,0-1 0,0 1 0,0 0 0,0 0 0,0 0 0,0 0 0,0 0 0,0 0 0,0 0 0,0 0 0,-2 1 0,-6 2 0,1 1 0,-1 0 0,1 0 0,1 1 0,-1 0 0,0 0 0,1 1 0,0-1 0,-9 12 0,2-4 0,-60 59-131,3 3 0,4 3 0,3 4 1,3 2-1,-50 94 0,73-109 131,2 1 0,-44 129 0,65-152 0,2 0 0,2 2 0,3-1 0,1 1 0,0 74 0,8-97-1,1 0 1,1 1 0,1-1-1,1-1 1,1 1 0,2-1-1,0 0 1,13 25 0,-10-30-1,0 0 1,1-1 0,0 0-1,2-1 1,0-1 0,1 0-1,1-1 1,0 0 0,31 21 0,-21-20-309,0-1 1,1-1 0,48 18-1,-9-11-5857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33.1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398 149 24575,'2'-3'0,"0"0"0,0 0 0,0 0 0,-1 0 0,1 0 0,-1 0 0,0-1 0,0 1 0,0 0 0,-1-1 0,1 1 0,-1-1 0,0-6 0,1 4 0,-2 1 0,1-1 0,-1 0 0,0 0 0,0 1 0,0-1 0,-4-7 0,4 10 0,0 0 0,-1 1 0,1-1 0,-1 1 0,0-1 0,1 1 0,-1 0 0,-1 0 0,1 0 0,0 0 0,0 0 0,-1 0 0,1 1 0,-1-1 0,1 1 0,-4-2 0,1 2 0,1-1 0,-1 1 0,0 0 0,1 0 0,-1 1 0,0 0 0,0-1 0,0 2 0,-5-1 0,-3 3 0,1-1 0,-1 1 0,1 1 0,0 0 0,0 1 0,-18 10 0,17-8 0,1 1 0,0 0 0,1 1 0,-18 17 0,24-21 0,0 1 0,0-1 0,1 1 0,0 0 0,0 0 0,1 0 0,-1 0 0,1 1 0,1-1 0,-1 1 0,-1 10 0,3-14 0,1 1 0,0-1 0,0 0 0,0 1 0,1-1 0,-1 0 0,1 1 0,0-1 0,0 0 0,0 0 0,0 0 0,1 0 0,-1 0 0,1 0 0,-1 0 0,1 0 0,0 0 0,0-1 0,1 1 0,-1-1 0,0 0 0,1 1 0,3 1 0,7 5 0,0 0 0,0-1 0,24 10 0,-32-16 0,49 22 0,-30-14 0,-1 0 0,0 2 0,35 23 0,-57-34 0,1 0 0,0 0 0,0 0 0,-1 0 0,1 1 0,-1-1 0,1 1 0,-1-1 0,0 1 0,1-1 0,-1 1 0,0 0 0,0 0 0,0 0 0,-1-1 0,1 1 0,0 0 0,-1 0 0,1 0 0,-1 0 0,1 0 0,-1 0 0,0 0 0,0 1 0,0-1 0,0 0 0,0 0 0,-1 0 0,1 0 0,0 0 0,-1 0 0,0 0 0,1 0 0,-1 0 0,0-1 0,0 1 0,0 0 0,0 0 0,-1-1 0,1 1 0,0 0 0,-1-1 0,1 0 0,-3 3 0,-7 5 0,1-1 0,-1 0 0,-1 0 0,1-1 0,-1-1 0,-25 10 0,-80 21 0,115-37 0,-135 34-1365,107-29-5461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33.5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148 126 24575,'5'-6'0,"0"-1"0,1 1 0,-2-1 0,1 0 0,-1 0 0,0-1 0,3-10 0,-6 16 0,0-1 0,0 1 0,-1-1 0,1 1 0,-1-1 0,0 0 0,1 1 0,-1-1 0,-1 0 0,1 1 0,-1-6 0,1 7 0,-1 0 0,0-1 0,1 1 0,-1 0 0,0-1 0,0 1 0,0 0 0,1 0 0,-1 0 0,-1 0 0,1 0 0,0 0 0,0 0 0,0 0 0,0 0 0,-1 1 0,1-1 0,0 0 0,-1 1 0,1-1 0,0 1 0,-3-1 0,0 0 0,0 1 0,0 0 0,0 0 0,1 0 0,-1 0 0,0 0 0,0 1 0,0 0 0,1 0 0,-1 0 0,0 0 0,1 1 0,-1-1 0,1 1 0,-1 0 0,1 0 0,0 0 0,0 0 0,0 1 0,0-1 0,0 1 0,-4 5 0,-2 2 0,1 1 0,0-1 0,1 1 0,0 1 0,-8 17 0,10-17 0,1 0 0,0 1 0,0-1 0,2 1 0,-1 0 0,1 0 0,1 0 0,1 19 0,0-27 0,1 0 0,-1 0 0,1 0 0,1 0 0,-1 0 0,1 0 0,0 0 0,0-1 0,0 1 0,5 7 0,-5-9 0,1 0 0,-1-1 0,1 1 0,0-1 0,0 1 0,0-1 0,0 0 0,0 0 0,0 0 0,0-1 0,1 1 0,-1-1 0,1 0 0,-1 0 0,1 0 0,5 1 0,-3-2 0,0 0 0,0 0 0,0 0 0,0-1 0,1 0 0,-1 0 0,0 0 0,0-1 0,0 0 0,-1 0 0,1-1 0,0 1 0,-1-1 0,0 0 0,1-1 0,-1 1 0,-1-1 0,1 0 0,7-9 0,1 0 0,-1-2 0,-1 1 0,0-1 0,-1-1 0,11-22 0,-12 19 0,10-33 0,-16 44 0,-1 0 0,0 0 0,0-1 0,-1 1 0,-1 0 0,1-16 0,-1 24 0,0 0 0,0 0 0,0 0 0,0 0 0,0 0 0,0 0 0,0 0 0,-1-1 0,1 1 0,0 0 0,0 0 0,0 0 0,0 0 0,0 0 0,0 0 0,0 0 0,0 0 0,0 0 0,0 0 0,0 0 0,0 0 0,0 0 0,0 0 0,0 0 0,-1 0 0,1 0 0,0 0 0,0 0 0,0 0 0,0 0 0,0 0 0,0 0 0,0 0 0,0 0 0,0 0 0,0 0 0,0 0 0,-1 0 0,1 0 0,0 0 0,0 0 0,0 0 0,0 0 0,0 0 0,0 0 0,0 0 0,0 0 0,0 0 0,0 0 0,0 0 0,0 0 0,0 0 0,0 0 0,0 0 0,-1 0 0,1 0 0,0 1 0,0-1 0,0 0 0,0 0 0,0 0 0,0 0 0,0 0 0,0 0 0,0 0 0,-7 9 0,-6 12 0,-3 13-151,2 2-1,1 0 0,2 1 0,1 0 1,2 0-1,2 1 0,1 0 1,0 66-1,8-65-6674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33.7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73 8 24575,'0'-3'0,"-4"-1"0,0 6 0,-3 6 0,0 5 0,-2 10 0,0 6 0,2 9 0,2 3 0,-1 4 0,1 4 0,0 0 0,2 1 0,1-9-8191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33.96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47 24575,'0'-3'0,"3"-4"0,1-4 0,0-3 0,-1 3 0,-1 11 0,-1 8 0,0 5 0,-4 8 0,-1 5 0,1 2 0,-1 3 0,2-2 0,0-1 0,2-7-8191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34.15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80 17 24575,'-3'-3'0,"-5"-1"0,-3 0 0,-3 1 0,-3 1 0,2 3 0,4 2-8191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34.3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55 1 24575,'0'3'0,"0"7"0,0 9 0,0 6 0,-3 6 0,-1 7 0,-3 5 0,0 6 0,-3 7 0,2 0 0,1-1 0,2-5 0,2-13-8191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35.3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 45 24575,'-3'0'0,"2"-3"0,7-1 0,10 0 0,7-3 0,7-2 0,7 0 0,-3 1-8191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35.7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1 104 24575,'0'1'0,"0"-1"0,1 1 0,-1 0 0,0 0 0,1 0 0,-1-1 0,1 1 0,0 0 0,-1-1 0,1 1 0,-1 0 0,1-1 0,0 1 0,-1-1 0,1 1 0,0-1 0,0 0 0,-1 1 0,1-1 0,0 1 0,0-1 0,0 0 0,0 0 0,0 0 0,-1 1 0,1-1 0,1 0 0,29 3 0,-28-3 0,4 0 0,111 3 0,-103-3 0,1-2 0,-1 1 0,0-2 0,0 0 0,23-8 0,-36 10 0,0 1 0,0-1 0,0 0 0,-1 0 0,1 1 0,0-1 0,0-1 0,-1 1 0,1 0 0,-1 0 0,1-1 0,-1 1 0,0 0 0,1-1 0,-1 1 0,0-1 0,0 0 0,1-2 0,-1 2 0,-1 1 0,0-1 0,0 1 0,0 0 0,0-1 0,0 1 0,0-1 0,-1 1 0,1 0 0,0-1 0,-1 1 0,1 0 0,-1-1 0,1 1 0,-1 0 0,0 0 0,1-1 0,-1 1 0,0 0 0,-1-1 0,-2-3 0,-1 1 0,1 0 0,-1 0 0,-1 0 0,1 0 0,0 1 0,-1 0 0,0 0 0,1 0 0,-8-2 0,4 3 0,-1 0 0,1 1 0,-1-1 0,1 2 0,-1-1 0,0 2 0,1-1 0,-1 1 0,1 0 0,-1 1 0,1 0 0,0 1 0,0 0 0,0 0 0,0 1 0,-9 6 0,13-8 0,0 1 0,0 0 0,0 1 0,0-1 0,1 1 0,-1 0 0,1 0 0,0 1 0,1-1 0,-1 1 0,1-1 0,0 1 0,0 1 0,0-1 0,1 0 0,-1 0 0,1 1 0,1 0 0,-1-1 0,1 1 0,0 0 0,0 0 0,1-1 0,-1 1 0,1 0 0,1 0 0,1 8 0,-1-8 17,0-2-1,0 1 0,1 0 0,0 0 1,0 0-1,0-1 0,0 1 0,1-1 1,0 0-1,0 0 0,0 0 0,1 0 1,-1 0-1,1-1 0,0 1 0,0-1 1,0 0-1,0 0 0,0 0 0,7 2 1,1 0-231,-1-1 1,1 0 0,0-1-1,0 0 1,0-1 0,0 0-1,16 0 1,31-2-6613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36.6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505 68 24575,'-1'-7'0,"0"1"0,0 0 0,-1 0 0,-3-9 0,1 3 0,4 11 0,0 0 0,0 1 0,-1-1 0,1 0 0,0 1 0,0-1 0,0 0 0,0 1 0,-1-1 0,1 1 0,0-1 0,-1 1 0,1-1 0,0 1 0,-1-1 0,1 1 0,-1-1 0,1 1 0,-1-1 0,1 1 0,-1-1 0,1 1 0,-1 0 0,1-1 0,-1 1 0,1 0 0,-1 0 0,0-1 0,1 1 0,-1 0 0,0 0 0,1 0 0,-1 0 0,0 0 0,1 0 0,-1 0 0,1 0 0,-1 0 0,0 0 0,1 0 0,-1 0 0,0 1 0,1-1 0,-1 0 0,1 0 0,-1 1 0,0-1 0,1 0 0,-1 1 0,1-1 0,-1 0 0,1 1 0,-1-1 0,1 1 0,0-1 0,-1 1 0,0 0 0,-5 5 0,0 1 0,0 0 0,-6 10 0,9-13 0,-189 293 341,-10 14-2047,166-262-5120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36.98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 0 24575,'-8'87'0,"-1"6"0,8-67 0,-1-12 0,2 0 0,0 0 0,0 0 0,4 18 0,-3-29 0,0 0 0,0 1 0,0-1 0,0 0 0,0 0 0,1 1 0,0-1 0,-1 0 0,1 0 0,0-1 0,0 1 0,1 0 0,-1-1 0,1 1 0,-1-1 0,1 0 0,0 0 0,0 0 0,0 0 0,0 0 0,0-1 0,4 2 0,6 1-136,0-1-1,0-1 1,1 0-1,-1-1 1,0 0-1,1-1 1,-1-1-1,1 0 0,22-5 1,5-3-6690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37.50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 80 24575,'0'-80'0,"-20"392"0,19-311 0,1 0 0,0 1 0,-1-1 0,1 1 0,0-1 0,0 0 0,0 1 0,0-1 0,0 1 0,1-1 0,-1 0 0,0 1 0,1-1 0,-1 0 0,1 1 0,-1-1 0,1 0 0,-1 0 0,1 0 0,0 1 0,0-1 0,1 1 0,-1-1 0,1-1 0,-1 0 0,0 0 0,0 0 0,1 0 0,-1 0 0,0 0 0,0 0 0,0 0 0,1-1 0,-1 1 0,0-1 0,0 1 0,0 0 0,0-1 0,1 0 0,-1 1 0,0-1 0,0 0 0,0 1 0,0-1 0,-1 0 0,1 0 0,0 0 0,1-2 0,62-53 0,-56 51 0,-1-1 0,1 1 0,0 1 0,1 0 0,-1 0 0,1 0 0,10-2 0,-17 5 0,1 1 0,0-1 0,0 1 0,0 0 0,-1 0 0,1 0 0,0 0 0,0 1 0,0-1 0,-1 1 0,1 0 0,0 0 0,-1 0 0,1 0 0,0 0 0,-1 0 0,1 1 0,-1-1 0,0 1 0,0-1 0,1 1 0,-1 0 0,0 0 0,0 0 0,-1 0 0,1 1 0,0-1 0,-1 0 0,1 1 0,-1-1 0,2 6 0,3 8 0,0 0 0,0 0 0,-2 1 0,3 19 0,-2-13 0,12 32-1365,-7-34-5461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37.9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211 124 24575,'1'0'0,"1"0"0,-1 0 0,0-1 0,0 1 0,1-1 0,-1 1 0,0-1 0,1 1 0,-1-1 0,0 0 0,0 1 0,0-1 0,0 0 0,0 0 0,0 0 0,0 0 0,0 0 0,0 0 0,0 0 0,-1 0 0,1 0 0,0 0 0,-1 0 0,1-1 0,0 1 0,-1 0 0,0-1 0,1 1 0,-1-3 0,1 0 0,0 0 0,0 0 0,-1 0 0,0 0 0,0 0 0,0 0 0,0 0 0,-2-6 0,1 7 0,0 0 0,0 0 0,0 0 0,0 0 0,0 1 0,-1-1 0,1 1 0,-1-1 0,0 1 0,0-1 0,0 1 0,0 0 0,0 0 0,0 0 0,-1 0 0,1 0 0,-1 1 0,1-1 0,-1 1 0,0 0 0,1-1 0,-1 1 0,0 0 0,0 1 0,0-1 0,0 0 0,0 1 0,0 0 0,-4-1 0,1 1 0,0 1 0,0-1 0,0 1 0,0 0 0,0 1 0,0-1 0,0 1 0,0 0 0,1 1 0,-1-1 0,1 1 0,0 0 0,-8 6 0,1 1 0,0 1 0,2-1 0,-1 2 0,1-1 0,-13 21 0,23-31 0,-1-1 0,1 1 0,0-1 0,-1 1 0,1 0 0,0-1 0,-1 1 0,1 0 0,0-1 0,0 1 0,-1 0 0,1-1 0,0 1 0,0 0 0,0-1 0,0 1 0,0 0 0,0 0 0,0-1 0,0 1 0,0 0 0,1-1 0,-1 1 0,0 0 0,0-1 0,1 1 0,-1 0 0,0-1 0,1 1 0,-1 0 0,0-1 0,1 1 0,-1-1 0,1 1 0,-1-1 0,1 1 0,-1-1 0,1 1 0,0-1 0,-1 0 0,1 1 0,0-1 0,-1 0 0,1 1 0,0-1 0,-1 0 0,1 0 0,0 0 0,-1 0 0,1 1 0,1-1 0,6 1 0,0 0 0,1-1 0,14 0 0,-10 0 0,-9 0 15,0 0 0,0 1 0,0 0 0,0 0 0,0 0 0,-1 0 0,1 0-1,0 1 1,-1 0 0,1 0 0,-1 0 0,0 0 0,4 3 0,1 2 12,-1 0 0,0 1 0,9 12-1,-12-14-194,0 0 0,0 0 0,1-1 0,0 0 0,0 0 0,0 0-1,1-1 1,-1 1 0,13 6 0,-5-6-6658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38.5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 72 24575,'18'-20'0,"-15"16"0,0 0 0,1 0 0,-1 0 0,1 1 0,0-1 0,-1 1 0,2 0 0,4-3 0,-9 6 0,1 0 0,-1-1 0,0 1 0,0 0 0,1 0 0,-1 0 0,0 0 0,0 0 0,1 0 0,-1-1 0,0 1 0,0 0 0,1 0 0,-1 0 0,0 0 0,1 0 0,-1 0 0,0 0 0,0 0 0,1 0 0,-1 0 0,0 0 0,1 0 0,-1 1 0,0-1 0,0 0 0,1 0 0,-1 0 0,0 0 0,0 0 0,1 0 0,-1 1 0,0-1 0,0 0 0,1 0 0,-1 0 0,0 1 0,0-1 0,0 0 0,0 0 0,1 1 0,-1-1 0,0 0 0,0 0 0,0 1 0,0-1 0,0 0 0,0 1 0,0-1 0,0 0 0,0 0 0,0 1 0,0-1 0,0 0 0,0 1 0,0-1 0,0 0 0,0 0 0,0 1 0,0-1 0,0 0 0,0 1 0,0-1 0,0 0 0,-1 0 0,1 1 0,0-1 0,0 0 0,-10 25 0,8-22 0,-21 35 0,18-30 0,0-1 0,1 1 0,-1 0 0,2 0 0,-1 0 0,-3 14 0,7-22 0,0 1 0,0-1 0,-1 0 0,1 0 0,0 0 0,0 1 0,0-1 0,0 0 0,0 0 0,0 0 0,0 1 0,0-1 0,0 0 0,0 0 0,0 0 0,0 1 0,0-1 0,0 0 0,0 0 0,0 0 0,0 1 0,1-1 0,-1 0 0,0 0 0,0 0 0,0 0 0,0 1 0,0-1 0,0 0 0,1 0 0,-1 0 0,0 0 0,0 0 0,0 0 0,0 1 0,0-1 0,1 0 0,-1 0 0,0 0 0,0 0 0,1 0 0,9-4 0,13-13 0,-20 15 0,1-2 0,44-30 0,-45 32 0,0 1 0,1-1 0,-1 1 0,0-1 0,0 1 0,1 0 0,-1 0 0,1 0 0,-1 1 0,1-1 0,-1 1 0,1 0 0,6 0 0,-8 1 0,0 0 0,0-1 0,0 1 0,-1 0 0,1 0 0,0 0 0,0 0 0,-1 0 0,1 1 0,-1-1 0,1 0 0,-1 1 0,1-1 0,-1 1 0,0 0 0,0-1 0,1 1 0,0 2 0,15 39 0,-5-11 0,-10-29 0,-1-1 0,1 0 0,0 0 0,0 0 0,0 0 0,0 0 0,1-1 0,-1 1 0,0 0 0,1-1 0,-1 0 0,1 0 0,-1 1 0,1-2 0,0 1 0,-1 0 0,1 0 0,0-1 0,0 1 0,-1-1 0,1 0 0,0 0 0,0 0 0,3-1 0,9-1 0,0 0 0,0-1 0,18-6 0,-19 5 0,272-84 0,-272 83 0,-1 0 0,23-13 0,-33 16 0,0 0 0,1 0 0,-1 0 0,0-1 0,-1 1 0,1-1 0,0 0 0,-1 0 0,1 0 0,-1 0 0,0 0 0,0 0 0,0-1 0,0 1 0,1-6 0,-2 8 0,-1 0 0,0 0 0,0-1 0,1 1 0,-1 0 0,0 0 0,0 0 0,0 0 0,0 0 0,0-1 0,0 1 0,-1 0 0,1 0 0,0 0 0,0 0 0,-1 0 0,1 0 0,-1 0 0,1 0 0,-1 0 0,1 0 0,-1 0 0,0 0 0,1 0 0,-1 0 0,0 1 0,0-1 0,0 0 0,0 0 0,0 1 0,0-1 0,1 0 0,-1 1 0,-1-1 0,1 1 0,0 0 0,0-1 0,0 1 0,0 0 0,0 0 0,0-1 0,-2 1 0,-2 0 0,0-1 0,1 1 0,-1 1 0,0-1 0,1 0 0,-1 1 0,1 0 0,-1 0 0,-6 3 0,-1 2 0,1 0 0,-1 1 0,1 0 0,1 1 0,-1 0 0,1 1 0,-9 10 0,5-4 0,1 1 0,0 0 0,-18 33 0,30-47 0,0-1 0,0 0 0,1 0 0,-1 1 0,1-1 0,-1 1 0,1-1 0,-1 1 0,1-1 0,0 1 0,-1-1 0,1 1 0,0-1 0,0 1 0,0-1 0,0 1 0,1 2 0,0-3 0,-1-1 0,1 1 0,0 0 0,-1-1 0,1 1 0,0-1 0,-1 1 0,1-1 0,0 0 0,0 1 0,0-1 0,-1 0 0,1 1 0,0-1 0,0 0 0,0 0 0,0 0 0,0 0 0,-1 0 0,1 0 0,0 0 0,0 0 0,0 0 0,0 0 0,0 0 0,0-1 0,-1 1 0,1 0 0,0-1 0,0 1 0,1-1 0,5-2 0,1 0 0,-1 1 0,1 0 0,-1 0 0,1 1 0,0 0 0,0 0 0,-1 1 0,1 0 0,0 0 0,0 1 0,0 0 0,-1 1 0,1-1 0,12 6 0,134 59-1365,-110-49-5461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39.6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1320 30 24575,'0'0'0,"0"-1"0,0 1 0,-1-1 0,1 0 0,0 1 0,-1-1 0,1 1 0,0-1 0,-1 1 0,1-1 0,-1 1 0,1-1 0,-1 1 0,1 0 0,-1-1 0,1 1 0,-1 0 0,0-1 0,1 1 0,-1 0 0,1 0 0,-1-1 0,0 1 0,1 0 0,-1 0 0,0 0 0,0 0 0,-24-3 0,20 3 0,-283-17 0,-402 28 0,425 19-1365,232-25-5461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39.9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258 12 24575,'-2'-1'0,"0"-1"0,1 1 0,-1 0 0,0 0 0,0 0 0,0 0 0,0 0 0,-1 1 0,1-1 0,0 0 0,0 1 0,0 0 0,-1-1 0,1 1 0,0 0 0,0 0 0,-1 0 0,1 1 0,0-1 0,0 0 0,0 1 0,-1 0 0,1-1 0,0 1 0,0 0 0,0 0 0,0 0 0,-2 2 0,-9 5 0,1 0 0,0 0 0,-13 13 0,20-17 0,-20 18 0,0 1 0,-34 41 0,57-61 12,0 0 1,0-1-1,0 1 0,1 0 0,-1 0 0,1 0 1,0 0-1,0 0 0,0 0 0,0 0 0,0 1 1,1-1-1,-1 0 0,1 0 0,0 1 0,0-1 0,0 0 1,1 1-1,-1-1 0,1 0 0,-1 0 0,1 0 1,0 1-1,0-1 0,1 0 0,-1 0 0,3 3 1,3 4-298,0 0 1,0-1-1,1 0 1,1 0-1,18 14 1,-1-1-6542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0.70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235 83 24575,'1'-11'0,"-1"3"0,0 0 0,0 0 0,0 0 0,-3-12 0,3 20 0,0-1 0,-1 0 0,1 0 0,0 0 0,0 0 0,-1 0 0,1 0 0,0 0 0,-1 0 0,1 1 0,-1-1 0,1 0 0,-1 0 0,0 0 0,1 1 0,-1-1 0,0 0 0,1 1 0,-1-1 0,0 1 0,0-1 0,0 1 0,1-1 0,-1 1 0,0 0 0,0-1 0,0 1 0,0 0 0,0-1 0,0 1 0,0 0 0,0 0 0,0 0 0,0 0 0,0 0 0,1 0 0,-1 0 0,0 0 0,0 1 0,0-1 0,0 0 0,0 1 0,0-1 0,0 0 0,-1 1 0,-5 3 0,0 0 0,0 1 0,1-1 0,-1 1 0,1 0 0,0 1 0,1-1 0,-1 1 0,1 1 0,-6 8 0,-6 12 0,-17 34 0,30-53 0,-9 17 0,2 0 0,0 1 0,2 0 0,1 0 0,-5 32 0,11-47 0,0-1 0,1 1 0,0 0 0,1 0 0,1-1 0,-1 1 0,1 0 0,1-1 0,0 1 0,1-1 0,0 0 0,0 1 0,1-1 0,0-1 0,1 1 0,7 11 0,-8-16 13,0 0 1,1 0-1,-1-1 0,1 1 0,0-1 0,0 0 0,1-1 0,-1 1 0,1-1 1,0 0-1,0 0 0,6 2 0,-1-2 11,0 0 1,0-1-1,0 0 0,0-1 1,0 0-1,17-2 1,1-1-367,1-2 1,-1-2 0,0 0-1,36-14 1,-7 0-6485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1.4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170 346 24575,'6'-6'0,"0"0"0,-1 0 0,0-1 0,0 1 0,4-9 0,-7 11 0,0 0 0,0 0 0,-1 0 0,1 0 0,-1 0 0,0 0 0,0 0 0,0-1 0,-1 1 0,1 0 0,-1-6 0,0 9 0,0 0 0,0 0 0,0 0 0,-1 0 0,1-1 0,0 2 0,0-1 0,-1 0 0,1 0 0,-1 0 0,1 0 0,-1 0 0,1 0 0,-1 0 0,1 0 0,-1 1 0,0-1 0,1 0 0,-1 0 0,0 1 0,0-1 0,0 1 0,0-1 0,1 0 0,-2 1 0,0-1 0,0 1 0,0-1 0,0 1 0,0 0 0,0 0 0,0 0 0,0 0 0,1 0 0,-1 1 0,0-1 0,0 0 0,-3 2 0,-3 1 0,-1 1 0,1 0 0,0 0 0,-11 8 0,3-1 0,1 1 0,0 1 0,0 0 0,1 0 0,1 2 0,-16 22 0,28-36 0,0 1 0,0-1 0,0 0 0,0 1 0,1-1 0,-1 1 0,0-1 0,1 1 0,-1-1 0,1 1 0,0-1 0,0 1 0,-1-1 0,1 1 0,0-1 0,0 1 0,0 0 0,1-1 0,-1 1 0,0-1 0,1 4 0,0-4 0,0 0 0,1 1 0,-1-1 0,0 0 0,0 0 0,0 0 0,1 1 0,-1-1 0,1 0 0,-1-1 0,1 1 0,-1 0 0,1 0 0,-1-1 0,1 1 0,2 0 0,5 1 0,-1-1 0,1 0 0,-1-1 0,1 1 0,0-2 0,15-1 0,-10-1 0,0 0 0,0 0 0,0-1 0,-1-1 0,1-1 0,14-8 0,-22 11 0,-1 0 0,0-1 0,0 1 0,0-1 0,-1 0 0,0-1 0,1 1 0,-2-1 0,1 0 0,0 0 0,-1 0 0,0 0 0,0-1 0,0 1 0,-1-1 0,3-11 0,-5 17 0,0-1 0,0 0 0,1 0 0,-1 1 0,0-1 0,0 0 0,0 1 0,1-1 0,-1 0 0,0 1 0,1-1 0,-1 1 0,0-1 0,1 0 0,-1 1 0,1-1 0,-1 1 0,1-1 0,-1 1 0,1-1 0,-1 1 0,1 0 0,0-1 0,-1 1 0,1 0 0,0-1 0,-1 1 0,1 0 0,0 0 0,-1 0 0,1 0 0,0-1 0,-1 1 0,1 0 0,1 0 0,1 1 0,1 0 0,-1 0 0,1 1 0,-1-1 0,0 1 0,4 2 0,20 6 0,-23-10 0,0 0 0,0 0 0,0-1 0,0 0 0,7-2 0,-8 2 0,0 0 0,0 1 0,0-1 0,0 0 0,0 1 0,0 0 0,0 0 0,3 0 0,-4 0 0,-1 1 0,0-1 0,0 1 0,0-1 0,0 1 0,1-1 0,-1 1 0,0 0 0,0 0 0,0 0 0,0-1 0,-1 1 0,1 0 0,0 0 0,0 0 0,0 0 0,-1 0 0,1 1 0,-1-1 0,1 0 0,-1 0 0,1 0 0,-1 0 0,1 3 0,2 10 0,0 1 0,-1 0 0,-1-1 0,0 1 0,-2 20 0,3 31 0,-1-48 0,-1-11 0,0 0 0,0-1 0,1 1 0,0 0 0,0-1 0,1 1 0,0-1 0,0 0 0,0 1 0,5 8 0,-7-15 0,1 0 0,-1 1 0,0-1 0,0 0 0,1 0 0,-1 1 0,0-1 0,1 0 0,-1 0 0,0 0 0,1 0 0,-1 0 0,0 1 0,1-1 0,-1 0 0,0 0 0,1 0 0,-1 0 0,0 0 0,1 0 0,-1 0 0,0 0 0,1 0 0,-1 0 0,0 0 0,1 0 0,-1-1 0,0 1 0,1 0 0,-1 0 0,0 0 0,1 0 0,-1-1 0,0 1 0,1 0 0,-1 0 0,0 0 0,0-1 0,1 1 0,-1 0 0,0 0 0,0-1 0,0 1 0,1 0 0,-1-1 0,0 1 0,0 0 0,0-1 0,0 1 0,0 0 0,1-1 0,7-20 0,-8 20 0,8-31 0,-1 0 0,-2-1 0,-1 0 0,0-51 0,-17-133 0,10 182 0,2 25 0,1 0 0,0 1 0,0-1 0,3-17 0,-3 26 0,0 0 0,0-1 0,1 1 0,-1 0 0,0-1 0,1 1 0,-1 0 0,1 0 0,-1 0 0,1-1 0,0 1 0,-1 0 0,1 0 0,0 0 0,0 0 0,0 0 0,0 0 0,0 0 0,0 0 0,0 1 0,0-1 0,0 0 0,0 1 0,0-1 0,0 0 0,1 1 0,-1 0 0,0-1 0,0 1 0,1 0 0,-1-1 0,0 1 0,1 0 0,-1 0 0,0 0 0,1 0 0,-1 0 0,0 0 0,1 1 0,-1-1 0,0 0 0,0 1 0,1-1 0,-1 1 0,2 1 0,16 6 0,-1 1 0,-1 1 0,0 1 0,0 1 0,-1 0 0,0 1 0,-1 1 0,-1 0 0,15 19 0,-27-30 0,0 0 0,0-1 0,0 1 0,0 0 0,-1 0 0,0 0 0,1 0 0,-1 0 0,0 0 0,0 0 0,-1 1 0,1-1 0,-1 0 0,0 0 0,0 1 0,0 5 0,-1-7 0,0 1 0,1 0 0,-2-1 0,1 1 0,0 0 0,0-1 0,-1 0 0,1 1 0,-1-1 0,0 0 0,0 0 0,0 0 0,0 0 0,0 0 0,0 0 0,0 0 0,-1-1 0,1 1 0,-5 1 0,-5 2 49,1 0 0,-2-1 0,1 0-1,0-1 1,-1 0 0,-13 1 0,-77 1-1756,67-5-5119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1.7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68 24575,'0'-3'0,"0"-5"0,0-3 0,0-3 0,0-2 0,0 1-8191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1.9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0 104 24575,'0'-3'0,"3"-5"0,5 0 0,3 1 0,3-2 0,6-2 0,5 1 0,5-1 0,4 1 0,1-1 0,-1 2 0,-7 2-8191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2.62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20 255 24575,'1'0'0,"0"-1"0,-1 1 0,1 0 0,0-1 0,0 0 0,0 1 0,0-1 0,-1 1 0,1-1 0,0 0 0,0 0 0,-1 1 0,1-1 0,-1 0 0,1 0 0,-1 0 0,1 0 0,-1 1 0,1-1 0,-1 0 0,0 0 0,0 0 0,1 0 0,-1-2 0,0 2 0,1-1 0,-1 1 0,1-1 0,-1 1 0,1 0 0,0-1 0,-1 1 0,1 0 0,0 0 0,0 0 0,0-1 0,1 0 0,-2 2 0,0 0 0,1 0 0,-1 0 0,0 0 0,1 0 0,-1 0 0,0 0 0,0 0 0,1 0 0,-1 0 0,0 0 0,0 0 0,1 0 0,-1 1 0,0-1 0,0 0 0,1 0 0,-1 0 0,0 0 0,0 0 0,1 1 0,-1-1 0,0 0 0,0 0 0,0 0 0,1 1 0,-1-1 0,0 0 0,0 0 0,0 0 0,0 1 0,0-1 0,0 0 0,1 0 0,-1 1 0,0-1 0,0 0 0,0 1 0,0-1 0,0 0 0,0 0 0,0 1 0,0-1 0,0 1 0,1 14 0,-2 4 0,-1 0 0,-1 1 0,-1-1 0,-6 19 0,-5 23 0,8-25 0,2 0 0,1 0 0,2 48 0,2-84 0,0 0 0,-1 1 0,1-1 0,0 1 0,0-1 0,0 0 0,0 1 0,0-1 0,0 1 0,1-1 0,-1 1 0,0-1 0,0 0 0,0 1 0,0-1 0,0 1 0,1-1 0,-1 0 0,0 1 0,0-1 0,0 0 0,1 1 0,-1-1 0,0 0 0,1 1 0,-1-1 0,1 1 0,6-9 0,4-20 0,37-150 0,14-43 0,-62 221 0,2-6 0,0 0 0,0 0 0,1 1 0,-1-1 0,7-8 0,-9 14 0,0 0 0,1-1 0,-1 1 0,0 0 0,0 0 0,0-1 0,1 1 0,-1 0 0,0 0 0,0 0 0,1 0 0,-1-1 0,0 1 0,1 0 0,-1 0 0,0 0 0,0 0 0,1 0 0,-1 0 0,0 0 0,1 0 0,-1 0 0,0 0 0,1 0 0,-1 0 0,0 0 0,1 0 0,-1 0 0,0 0 0,0 0 0,1 0 0,-1 0 0,0 1 0,1-1 0,-1 0 0,0 0 0,0 0 0,1 0 0,-1 1 0,0-1 0,0 0 0,0 0 0,1 0 0,-1 1 0,0-1 0,0 0 0,0 1 0,0-1 0,1 0 0,-1 0 0,0 1 0,8 17 0,-8-16 0,23 79 0,-19-59 0,2 0 0,1 0 0,14 32 0,-20-53 0,-1 0 0,1 1 0,-1-1 0,1 0 0,-1 0 0,1 0 0,-1 0 0,1 0 0,0 0 0,0 0 0,0 0 0,0 0 0,-1 0 0,1 0 0,0 0 0,1-1 0,-1 1 0,0 0 0,0-1 0,0 1 0,0-1 0,0 1 0,1-1 0,-1 0 0,0 1 0,0-1 0,1 0 0,-1 0 0,0 0 0,0 0 0,1 0 0,-1 0 0,0 0 0,1 0 0,-1-1 0,0 1 0,0 0 0,0-1 0,1 1 0,-1-1 0,0 1 0,0-1 0,0 0 0,0 1 0,0-1 0,0 0 0,0 0 0,0 0 0,0 0 0,1-1 0,5-6 0,0 0 0,0-1 0,-1 0 0,9-17 0,29-60 0,-16 31 0,61-93 0,-71 128 0,-10 15 0,-8 6 0,0-1 0,1 0 0,-1 0 0,0 0 0,0 1 0,1-1 0,-1 0 0,0 0 0,0 1 0,0-1 0,0 0 0,1 0 0,-1 1 0,0-1 0,0 0 0,0 1 0,0-1 0,0 0 0,0 1 0,0-1 0,0 0 0,0 0 0,0 1 0,0-1 0,0 0 0,0 1 0,0-1 0,0 0 0,0 1 0,-1-1 0,-2 21-1365,-2 4-5461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3.0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35 62 24575,'31'-62'0,"-48"92"0,9-19 0,1 1 0,0 1 0,1-1 0,1 1 0,0 1 0,-4 14 0,9-27 0,0 1 0,-1-1 0,1 0 0,0 1 0,0-1 0,0 0 0,0 1 0,0-1 0,0 0 0,0 1 0,1-1 0,-1 0 0,0 1 0,1-1 0,-1 0 0,1 0 0,-1 1 0,1-1 0,0 0 0,-1 0 0,1 0 0,0 0 0,2 2 0,-2-2 0,1 0 0,-1-1 0,1 1 0,0-1 0,-1 1 0,1-1 0,0 1 0,-1-1 0,1 0 0,0 0 0,0 0 0,-1 0 0,1 0 0,0 0 0,2-1 0,5-1 0,-1 0 0,0-1 0,0 0 0,0 0 0,0-1 0,8-5 0,-8 4 0,-1-1 0,0 1 0,0-2 0,-1 1 0,0-1 0,8-10 0,-13 16 0,1-1 0,-1 0 0,0 0 0,1 0 0,-1 0 0,0 0 0,0 0 0,0 0 0,-1 0 0,1-1 0,0 1 0,-1 0 0,1 0 0,-1-1 0,0 1 0,0 0 0,0-1 0,0 1 0,0 0 0,0-1 0,-1 1 0,1 0 0,-1 0 0,0-1 0,1 1 0,-1 0 0,0 0 0,-2-3 0,3 5 0,0 0 0,0-1 0,0 1 0,0 0 0,0 0 0,0 0 0,0 0 0,-1 0 0,1 0 0,0 0 0,0 0 0,0 0 0,1-1 0,-1 1 0,0 0 0,0 0 0,0 0 0,0 0 0,0 0 0,0 0 0,0 0 0,0 0 0,0-1 0,0 1 0,0 0 0,0 0 0,0 0 0,0 0 0,0 0 0,0 0 0,0 0 0,0 0 0,1 0 0,-1 0 0,0 0 0,0 0 0,0 0 0,0 0 0,0 0 0,0-1 0,0 1 0,0 0 0,0 0 0,1 0 0,-1 0 0,0 0 0,0 0 0,0 0 0,0 0 0,0 0 0,0 0 0,0 0 0,0 1 0,1-1 0,11-1 0,20 2 0,-26-1 0,59 2-1365,-33-1-5461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3.36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204 250 24575,'0'-1'0,"1"1"0,0-1 0,0 0 0,-1 1 0,1-1 0,0 0 0,-1 0 0,1 1 0,-1-1 0,1 0 0,-1 0 0,1 0 0,-1 0 0,0 0 0,1 0 0,-1 0 0,0 0 0,0 0 0,0 0 0,0 0 0,0 0 0,0 0 0,0 0 0,0 0 0,0 0 0,0 0 0,0 0 0,-1 0 0,1 0 0,0 0 0,-1 0 0,1 1 0,-1-1 0,1 0 0,-1 0 0,1 0 0,-1 0 0,0 1 0,1-1 0,-1 0 0,0 1 0,0-1 0,1 0 0,-1 1 0,0-1 0,0 1 0,0-1 0,0 1 0,-1-1 0,-3-1 0,0-1 0,0 1 0,0 1 0,0-1 0,-1 1 0,1 0 0,-11-1 0,10 2 0,0 1 0,-1 0 0,1 0 0,0 1 0,0 0 0,0 0 0,0 0 0,0 1 0,1 0 0,-1 0 0,1 0 0,0 1 0,0 0 0,0 0 0,0 0 0,0 0 0,1 1 0,0 0 0,0 0 0,0 0 0,-3 7 0,3-6 0,1 0 0,0-1 0,0 1 0,1 0 0,-1 1 0,1-1 0,1 0 0,-1 1 0,1-1 0,0 1 0,0-1 0,1 1 0,0-1 0,0 1 0,1-1 0,0 1 0,0 0 0,0-1 0,1 0 0,3 9 0,-4-13 0,0 0 0,0 0 0,0 0 0,0 0 0,0 0 0,0 0 0,1 0 0,-1 0 0,1-1 0,-1 1 0,1-1 0,0 1 0,-1-1 0,1 0 0,0 1 0,0-1 0,0 0 0,0 0 0,0-1 0,0 1 0,5 1 0,-4-2 0,0 0 0,0 0 0,0-1 0,1 1 0,-1-1 0,0 0 0,0 0 0,0 0 0,0 0 0,0 0 0,0 0 0,0-1 0,4-3 0,5-4 0,1-2 0,-1 0 0,-1 0 0,19-25 0,-11 11 0,-1-2 0,-1 0 0,21-47 0,-29 53 0,-1 0 0,0-1 0,-2 0 0,-1 0 0,5-41 0,-10 62 0,0 0 0,1 0 0,-1-1 0,0 1 0,0 0 0,0 0 0,0 0 0,0 0 0,0-1 0,-1 1 0,1 0 0,0 0 0,0 0 0,-1 0 0,1 0 0,-1 0 0,1 0 0,-1 0 0,0 0 0,1 0 0,-1 0 0,0 0 0,1 0 0,-2-1 0,1 2 0,0 0 0,0 1 0,0-1 0,0 0 0,0 0 0,0 1 0,0-1 0,0 0 0,0 1 0,0-1 0,0 1 0,0 0 0,0-1 0,1 1 0,-1 0 0,0-1 0,0 1 0,1 0 0,-1 0 0,0 0 0,1-1 0,-1 1 0,1 0 0,-1 0 0,1 0 0,0 0 0,-1 2 0,-14 27-273,2 2 0,1 0 0,2 1 0,-8 37 0,10-31-6553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3.7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118 178 24575,'-2'-7'0,"2"6"0,0 1 0,0 0 0,0 0 0,0-1 0,0 1 0,0 0 0,0-1 0,0 1 0,0 0 0,0-1 0,0 1 0,0 0 0,0 0 0,0-1 0,0 1 0,0 0 0,0-1 0,1 1 0,-1 0 0,0 0 0,0-1 0,0 1 0,0 0 0,0 0 0,1-1 0,-1 1 0,0 0 0,0 0 0,1 0 0,-1-1 0,0 1 0,0 0 0,0 0 0,1 0 0,-1 0 0,0-1 0,1 1 0,-1 0 0,0 0 0,0 0 0,1 0 0,-1 0 0,0 0 0,1 0 0,-1 0 0,0 0 0,1 0 0,-1 0 0,0 0 0,0 0 0,1 0 0,-1 0 0,1 1 0,5-3 0,0 0 0,1 0 0,-1 0 0,0 0 0,0-1 0,0 0 0,0-1 0,-1 1 0,0-1 0,1 0 0,-1 0 0,0-1 0,6-8 0,-9 11 0,0 0 0,0 0 0,-1-1 0,1 1 0,-1-1 0,0 1 0,1-1 0,-1 1 0,0-1 0,-1 0 0,1 1 0,0-1 0,-1 0 0,0 0 0,1 0 0,-1 1 0,0-1 0,-1 0 0,1 0 0,0 0 0,-1 1 0,0-1 0,1 0 0,-1 0 0,0 1 0,0-1 0,-1 1 0,1-1 0,0 1 0,-1-1 0,0 1 0,1 0 0,-1 0 0,-3-3 0,4 4 0,-1-1 0,0 1 0,1-1 0,-1 1 0,0 0 0,0-1 0,0 1 0,0 0 0,0 0 0,0 0 0,0 1 0,0-1 0,0 0 0,-1 1 0,1 0 0,0-1 0,0 1 0,-1 0 0,1 0 0,0 0 0,0 0 0,0 1 0,-1-1 0,1 1 0,0-1 0,0 1 0,0 0 0,0 0 0,0 0 0,0 0 0,0 0 0,0 0 0,-3 3 0,-1 0 0,1 1 0,-1 0 0,1 0 0,1 0 0,-1 1 0,0-1 0,1 1 0,0 0 0,-4 10 0,-8 26-92,2 0-1,1 1 1,3 1-1,-7 55 1,10-57-811,0-4-5923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3.95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110 49 24575,'3'-6'0,"4"-6"0,5-3 0,-1 4 0,-2 7 0,-2 10 0,-2 10 0,-6 12 0,-2 7 0,-4 8 0,-4 5 0,-3 0 0,-2 3 0,-2-3 0,-3-2 0,-3-6 0,-2-7 0,3-9-8191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4.1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16 24575,'3'-3'0,"4"-5"0,1 4 0,-4 4 0,-2 5 0,-6 6 0,-4 4 0,-1-2-8191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4.4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203 204 24575,'7'-36'0,"0"8"0,-5 20 0,-2 1 0,1 0 0,-1-1 0,0 1 0,-1 0 0,0-1 0,0 1 0,-1 0 0,1-1 0,-6-10 0,6 14 0,-1 1 0,0 0 0,0 0 0,0 0 0,-1 1 0,1-1 0,-1 0 0,1 1 0,-1-1 0,0 1 0,0 0 0,0 0 0,0 0 0,0 1 0,0-1 0,-1 1 0,1-1 0,0 1 0,-1 0 0,0 0 0,1 1 0,-1-1 0,1 1 0,-5 0 0,3-1 0,0 1 0,0 1 0,0-1 0,1 1 0,-1 0 0,0 0 0,0 0 0,1 1 0,-1-1 0,0 1 0,1 0 0,0 1 0,-1-1 0,1 1 0,0 0 0,0 0 0,1 0 0,-1 0 0,1 1 0,-1 0 0,1-1 0,-5 9 0,5-6 0,-1 0 0,1 0 0,1 0 0,-1 0 0,1 0 0,0 1 0,1-1 0,0 1 0,0-1 0,0 1 0,0-1 0,1 1 0,1 0 0,-1-1 0,1 1 0,2 10 0,14 33 0,-11-33 0,0 1 0,4 20 0,-9-32 0,-1-1 0,1 1 0,-1 0 0,0 0 0,0 0 0,0 0 0,-1 0 0,0 0 0,0-1 0,-4 11 0,-14 19-1365,-3-4-5461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6.6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142 398 24575,'1'-13'0,"1"0"0,0 0 0,2 0 0,-1 0 0,1 1 0,1-1 0,0 1 0,10-16 0,-6 9 0,15-40 0,-24 57 0,6-18 0,-1 0 0,3-31 0,-7 46 0,0 1 0,-1 0 0,0 0 0,0 0 0,0 0 0,-1 0 0,1 0 0,-1 0 0,0 0 0,0 0 0,0 0 0,-1 0 0,1 0 0,-1 0 0,0 1 0,0-1 0,-1 1 0,1-1 0,-5-4 0,5 6 0,1 1 0,-1 0 0,0-1 0,0 1 0,0 0 0,0 0 0,1 1 0,-1-1 0,0 0 0,0 1 0,-1-1 0,1 1 0,0-1 0,0 1 0,0 0 0,0 0 0,0 0 0,0 0 0,0 0 0,-3 1 0,1 0 0,0 1 0,0-1 0,1 1 0,-1 0 0,0 0 0,1 0 0,-1 0 0,1 1 0,-6 4 0,0 3 0,0 1 0,0-1 0,1 1 0,0 1 0,-8 15 0,7-8 0,1 1 0,1 1 0,0-1 0,2 1 0,0 0 0,-2 26 0,-1 131 0,7-168 0,10 238 0,-1 35 0,-10-244-682,-11 54-1,3-44-6143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6.7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70 24575,'0'-3'0,"6"-4"0,5-4 0,4 0 0,6-2 0,5 2 0,5 3 0,-4 2-8191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6.95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16 24575,'3'-3'0,"4"-5"0,1 3 0,-1 8 0,-2 7 0,-1 8 0,-2 10 0,-1 9 0,-1 6 0,0 3 0,0 5 0,0-1 0,-1-9-8191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7.0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 23 24575,'0'-3'0,"0"-4"0,-3-1 0,-5 4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7.6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161 10 24575,'-16'-5'0,"14"5"0,1-1 0,0 0 0,-1 1 0,1-1 0,-1 1 0,1-1 0,0 1 0,-1 0 0,1-1 0,-1 1 0,1 0 0,-1 0 0,-2 0 0,-1 2 0,0 0 0,-1 0 0,1 0 0,0 0 0,0 1 0,1 0 0,-1 0 0,1 0 0,-1 1 0,1-1 0,0 1 0,0 0 0,0 0 0,1 1 0,0-1 0,-1 1 0,1-1 0,1 1 0,-3 6 0,-2 3 0,1 0 0,1 1 0,0 0 0,1 0 0,-4 26 0,7-35 0,1-1 0,0 0 0,0 1 0,0-1 0,0 0 0,1 0 0,0 1 0,0-1 0,0 0 0,1 0 0,0 0 0,0 0 0,0 0 0,4 5 0,-4-8 0,0 1 0,0 0 0,0-1 0,1 0 0,-1 1 0,1-1 0,-1 0 0,1 0 0,0-1 0,0 1 0,0 0 0,0-1 0,0 0 0,0 0 0,0 0 0,1 0 0,-1 0 0,0-1 0,0 1 0,1-1 0,-1 0 0,1 0 0,3 0 0,2-2 0,0 1 0,0-1 0,0-1 0,0 0 0,-1 0 0,0 0 0,1-1 0,-1 0 0,-1-1 0,1 0 0,11-10 0,-15 13 0,-1-1 0,0 0 0,1 0 0,-1-1 0,0 1 0,-1-1 0,1 1 0,-1-1 0,1 0 0,-1 0 0,0 0 0,-1 0 0,1 0 0,-1 0 0,1-1 0,-1 1 0,-1-1 0,1 1 0,-1 0 0,1-1 0,-1 1 0,0-1 0,-1 1 0,1-1 0,-2-5 0,0 6 0,1 1 0,-1-1 0,0 0 0,0 1 0,-1 0 0,1-1 0,-1 1 0,0 0 0,1 0 0,-1 0 0,0 1 0,-1-1 0,1 1 0,-7-4 0,-17-15 0,27 20 0,-1 1 0,1 0 0,-1 0 0,1-1 0,0 1 0,-1 0 0,1-1 0,0 1 0,0-1 0,-1 1 0,1 0 0,0-1 0,0 1 0,-1-1 0,1 1 0,0-1 0,0 1 0,0-1 0,0 1 0,0-1 0,0 1 0,0 0 0,0-1 0,0 1 0,0-1 0,0 1 0,0-1 0,0 1 0,0-1 0,0 1 0,0-1 0,1 1 0,-1-1 0,0 1 0,0 0 0,1-1 0,-1 1 0,0-1 0,0 1 0,1 0 0,-1-1 0,0 1 0,1 0 0,-1-1 0,1 1 0,-1 0 0,0 0 0,1-1 0,-1 1 0,1 0 0,27-10 0,-26 10 0,41-8 0,1 2 0,0 1 0,0 3 0,75 5 0,-116-3 0,-1 0 0,0 0 0,0 1 0,0-1 0,0 0 0,0 1 0,1-1 0,-1 1 0,0 0 0,0 0 0,0 0 0,0 0 0,-1 0 0,1 0 0,0 0 0,0 0 0,-1 1 0,1-1 0,0 1 0,-1-1 0,0 1 0,1 0 0,0 2 0,0 1 0,0-1 0,-1 1 0,0 0 0,0 0 0,-1 0 0,1 0 0,-1-1 0,0 1 0,-1 6 0,-1 9-80,-1-1 1,-1 1-1,-1-1 0,-9 24 0,8-22-886,1-4-5860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7.7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0 129 24575,'4'-6'0,"3"-5"0,4-8 0,7-2 0,2-2 0,5 4 0,1 4 0,0 6 0,-3 3 0,-1 7 0,-1 9 0,-5 5 0,-4 8 0,-5 5 0,-3 1 0,-3 2 0,-1-4-8191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35:47.8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0 124 24575,'3'-9'0,"1"-10"0,0-4 0,2-5 0,4 3 0,-1 5-8191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14.23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24575,'3'0'0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43.98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344 70 24575,'0'-3'0,"0"0"0,0 0 0,0 0 0,0 0 0,-1 0 0,1 0 0,-1 0 0,0 0 0,0 0 0,0 0 0,0 0 0,0 0 0,-1 1 0,1-1 0,-1 0 0,0 1 0,0 0 0,1-1 0,-5-2 0,4 3 0,-1 1 0,0 0 0,0 0 0,1 0 0,-1 0 0,0 0 0,0 0 0,0 1 0,0-1 0,0 1 0,0 0 0,0 0 0,0 0 0,0 0 0,0 0 0,0 1 0,0 0 0,0-1 0,-5 3 0,-3 1 0,0 1 0,0 0 0,1 1 0,0 0 0,0 0 0,0 1 0,1 0 0,0 1 0,1 0 0,0 0 0,0 1 0,-12 17 0,4-1 0,0 0 0,2 1 0,-21 53 0,26-55 0,2 1 0,0 0 0,1 0 0,1 0 0,2 0 0,0 1 0,2-1 0,2 28 0,0-41 0,1-1 0,0 1 0,0 0 0,1 0 0,1-1 0,0 0 0,1 0 0,8 15 0,-8-19 0,0 1 0,0-1 0,1 0 0,0-1 0,0 0 0,1 0 0,0 0 0,0 0 0,0-1 0,1-1 0,-1 1 0,13 4 0,-3-2 0,1-2 0,0 0 0,0-1 0,0-1 0,0-1 0,1 0 0,-1-1 0,1-1 0,-1-1 0,1-1 0,24-5 0,7-4 0,0-2 0,88-37 0,-86 27 0,80-47 0,-103 52 0,0-2 0,-1-1 0,46-46 0,-67 58 0,1 1 0,-1-2 0,-1 1 0,0-1 0,0 0 0,-1 0 0,0 0 0,0-1 0,-1 0 0,-1 0 0,0 0 0,2-14 0,-4 19 0,-1 0 0,1 0 0,-1 0 0,-1 0 0,1 0 0,-1 1 0,0-1 0,0 0 0,0 0 0,-1 0 0,0 1 0,0-1 0,-1 1 0,1 0 0,-1-1 0,-1 1 0,1 0 0,0 1 0,-1-1 0,0 1 0,0-1 0,-1 1 0,1 0 0,-10-6 0,10 8 0,1 0 0,-1 0 0,0 0 0,0 1 0,0-1 0,0 1 0,0 0 0,0 0 0,0 1 0,0-1 0,0 1 0,0 0 0,0 0 0,-5 0 0,2 1 0,1 1 0,-1 0 0,1 0 0,0 0 0,-1 0 0,1 1 0,1 0 0,-8 5 0,-1 2 0,0 0 0,1 2 0,1 0 0,-1 0 0,-19 28 0,17-20 0,0 2 0,2 0 0,1 0 0,1 1 0,0 0 0,-10 37 0,20-57 0,1-1 0,-1 1 0,0 0 0,1 0 0,0-1 0,0 1 0,0 0 0,0 0 0,0 0 0,0-1 0,1 1 0,-1 0 0,1 0 0,0-1 0,-1 1 0,1 0 0,1-1 0,-1 1 0,0-1 0,1 0 0,-1 1 0,1-1 0,0 0 0,2 2 0,-2-1 0,1-1 0,1-1 0,-1 1 0,0 0 0,0-1 0,0 0 0,1 0 0,-1 0 0,1 0 0,-1 0 0,1-1 0,-1 1 0,1-1 0,-1 0 0,1 0 0,0-1 0,-1 1 0,6-2 0,2 0 0,0-2 0,-1 1 0,1-1 0,-1-1 0,1 0 0,-1 0 0,-1-1 0,1-1 0,-1 1 0,10-10 0,9-11 0,39-47 0,-59 65 0,-8 7 0,1 1 0,0 0 0,0-1 0,0 1 0,1 0 0,-1 0 0,0 0 0,0 0 0,1 0 0,-1 0 0,0 0 0,1 0 0,-1 0 0,1 1 0,-1-1 0,1 1 0,-1-1 0,3 0 0,-2 2 0,-1 0 0,1-1 0,-1 1 0,1 0 0,-1 0 0,1 0 0,-1 0 0,1 0 0,-1 1 0,0-1 0,0 0 0,0 1 0,0-1 0,0 0 0,0 1 0,1 2 0,3 2 0,-1 0 0,1 0 0,0-1 0,0 1 0,1-1 0,0 0 0,0-1 0,0 1 0,0-1 0,1-1 0,-1 1 0,1-1 0,0 0 0,0 0 0,1-1 0,7 2 0,-9-3 0,0-1 0,-1 1 0,1-1 0,0 0 0,-1-1 0,1 1 0,0-1 0,-1 0 0,1-1 0,-1 1 0,1-1 0,-1 0 0,0 0 0,0-1 0,0 1 0,0-1 0,0-1 0,-1 1 0,1-1 0,-1 1 0,0-1 0,5-5 0,-3 0 0,1 0 0,-2 0 0,1 0 0,-1-1 0,0 0 0,-1 0 0,0 0 0,-1 0 0,4-20 0,-3 8 0,-2 0 0,0 0 0,-2-38 0,1 210 0,1-110 0,31 355 0,-32-385 0,8 32 0,-9-42 0,0 0 0,0 0 0,0 0 0,0 0 0,0 0 0,0 0 0,0 0 0,0 0 0,0 0 0,0 0 0,0 0 0,0 0 0,0-1 0,0 1 0,0 0 0,0 0 0,0 0 0,0 0 0,0 0 0,0 0 0,0 0 0,1 0 0,-1 0 0,0 0 0,0 0 0,0 0 0,0 0 0,0 0 0,0 0 0,0 0 0,0 0 0,0 0 0,0 0 0,0 0 0,0 0 0,0 0 0,0 0 0,0 0 0,0 0 0,0 0 0,1 0 0,-1 0 0,0 0 0,0 0 0,0 0 0,0 1 0,0-1 0,0 0 0,0 0 0,0 0 0,0 0 0,0 0 0,0 0 0,0 0 0,0 0 0,0 0 0,0 0 0,0 0 0,0 0 0,2-9 0,0-14 0,-3-219 0,2-56 0,-1 296 0,0 0 0,0 0 0,1 0 0,-1 0 0,0-1 0,1 1 0,-1 0 0,1 0 0,0 0 0,0 0 0,-1 0 0,2 0 0,-1 0 0,0 0 0,0 1 0,0-1 0,1 0 0,-1 1 0,1-1 0,-1 1 0,1-1 0,2 0 0,-1 0 0,0 1 0,0 0 0,1 0 0,-1 0 0,0 1 0,1-1 0,-1 1 0,0 0 0,1 0 0,-1 0 0,0 0 0,1 0 0,4 2 0,12 2 0,-1 1 0,1 0 0,-1 2 0,-1 0 0,0 1 0,34 21 0,-44-24 0,0 1 0,0 0 0,-1 0 0,0 1 0,0 0 0,-1 0 0,7 10 0,-10-12 0,0 0 0,0 1 0,-1-1 0,1 0 0,-1 1 0,-1 0 0,1-1 0,-1 1 0,0 0 0,0 0 0,0 0 0,-1 10 0,-1-12 0,1-1 0,0 1 0,-1 0 0,0 0 0,0-1 0,0 1 0,0-1 0,-1 1 0,1-1 0,-1 1 0,0-1 0,0 0 0,0 0 0,0 0 0,-1 0 0,-4 5 0,3-5 0,0 0 0,-1 0 0,1 0 0,-1-1 0,1 0 0,-1 0 0,0 0 0,0 0 0,0-1 0,-10 2 0,2-2 0,1 0 0,0-1 0,0 0 0,-1-1 0,1 0 0,0-1 0,0-1 0,0 0 0,-18-7 0,-27-19-1365,36 17-5461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42.3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24 460 24575,'-4'-22'0,"4"21"0,0 0 0,0 1 0,0-1 0,-1 1 0,1-1 0,0 0 0,0 1 0,-1-1 0,1 1 0,0-1 0,-1 1 0,1-1 0,-1 1 0,1-1 0,-1 1 0,1-1 0,-1 1 0,1 0 0,-1-1 0,1 1 0,-1 0 0,1-1 0,-1 1 0,0 0 0,1 0 0,-1-1 0,1 1 0,-1 0 0,-1 0 0,2 0 0,-1 1 0,1-1 0,-1 1 0,1-1 0,-1 1 0,1-1 0,0 1 0,-1 0 0,1-1 0,0 1 0,-1-1 0,1 1 0,0 0 0,0-1 0,-1 1 0,1 0 0,0-1 0,0 1 0,0 0 0,0 0 0,0-1 0,0 1 0,0 0 0,0-1 0,0 1 0,0 0 0,1 0 0,3 24 0,-4-24 0,5 25 0,28 140 0,14 193 0,-37 489-468,-12-544 370,0 84 98,4 677 0,-2-1050 0,13 292 0,-8-257 0,3-1 0,1 0 0,3-1 0,20 55 0,-26-86 28,1-1 1,1 0-1,0 0 0,1-1 1,1 0-1,0-1 0,1 0 1,1 0-1,0-2 0,1 1 0,0-1 1,1-1-1,0 0 0,1-1 1,0-1-1,0 0 0,1-1 1,0-1-1,33 10 0,-6-6-28,0-2 0,0-2 0,69 3 0,133-11 0,-219 0 0,750-36-2018,-312 12 490,1132-23-1394,2 32-477,-925 11 2923,387-26 1626,-1032 29-606,167-15 721,-153 11-426,0-2 0,60-18 0,-95 23-651,1 1 1,-1-1-1,0-1 0,0 1 0,0-1 0,0 0 0,-1-1 1,8-6-1,-12 9-94,0-1 1,0 1-1,0 0 0,0-1 1,0 0-1,-1 1 1,1-1-1,-1 0 0,0 0 1,0 1-1,0-1 0,0 0 1,-1 0-1,1 0 1,-1 0-1,1 0 0,-1 0 1,0 0-1,0-1 1,-1 1-1,1 0 0,-1 0 1,0-4-1,-8-18 76,-1 0 0,-1 1-1,-1 0 1,-24-36 0,7 13-111,-22-48-125,4-2 0,5-2 0,3-2 0,-46-199 0,53 141-44,8-1-1,-7-260 1,32 237 110,27-194 0,51-178 0,-44 329 0,5-115-58,-36 276 43,-3-1 0,-3 0 1,-13-78-1,11 121 64,-1-1-1,-1 1 1,-1 0 0,-1 0-1,-2 0 1,0 1-1,-20-33 1,20 41-16,-1 0-1,0 0 0,-1 1 1,0 0-1,-1 1 1,0 1-1,-1 0 1,0 1-1,-1 0 0,0 1 1,-19-8-1,2 5-32,1 0 0,-2 3 0,0 0 0,-39-4 0,-138-7 0,186 18 0,-585-15-648,334 14 165,-316-8-776,-934-24 1246,1240 25-34,-751-19 149,5 45-712,998-14 623,-224 16-215,192-10 759,-120 30-1,171-35-254,0 2 1,1-1-1,-20 11 0,30-13-261,0 0 1,0-1-1,0 1 0,0 1 0,0-1 1,1 0-1,-1 1 0,1-1 0,0 1 1,-1 0-1,1 0 0,1 0 0,-1 0 1,0 0-1,1 0 0,-1 1 0,1-1 1,0 0-1,-1 6 0,1 2-41,-1 1 0,0 0 0,-1-1 0,0 0 0,-1 1 0,0-1 0,-1-1 0,-6 13 0,-151 205 0,54-81 0,87-119 0,11-14 0,-18 29 0,25-37 0,1 0 0,-1 0 0,1 0 0,0 0 0,1 1 0,-1-1 0,1 1 0,0 10 0,-1 13 0,2 0 0,1-1 0,2 1 0,1 0 0,1-1 0,9 31 0,-11-55 0,-2 1 0,1 0 0,-1 0 0,1 1 0,-2-1 0,1 0 0,-1 10 0,0-13 0,-1 0 0,1-1 0,-1 1 0,0 0 0,0-1 0,0 1 0,0-1 0,-1 0 0,1 1 0,-1-1 0,1 0 0,-1 0 0,0 1 0,0-1 0,0-1 0,0 1 0,0 0 0,0 0 0,-4 1 0,-10 6-1365,0-2-5461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45.24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369 485 24575,'-1'-15'0,"-1"-1"0,0 1 0,-1 0 0,-9-24 0,-1-12 0,11 43 0,0-3 0,-1-1 0,0 1 0,0 0 0,-9-18 0,10 26 0,1 1 0,0 0 0,-1-1 0,0 1 0,0 0 0,1 0 0,-1 0 0,0 0 0,-1 0 0,1 0 0,0 0 0,-1 1 0,1-1 0,0 1 0,-1 0 0,0 0 0,1 0 0,-1 0 0,0 0 0,1 0 0,-1 1 0,0-1 0,0 1 0,-5 0 0,-1 1 0,0 0 0,1 1 0,-1 0 0,1 0 0,-1 1 0,1 0 0,0 1 0,0 0 0,0 0 0,0 1 0,-8 6 0,1 0 0,1 0 0,0 2 0,1 0 0,-16 20 0,22-24 0,1 0 0,0 0 0,0 1 0,1 0 0,0 0 0,1 1 0,0-1 0,1 1 0,0 0 0,-2 16 0,4-23 0,1 1 0,-1-1 0,1 1 0,0-1 0,1 1 0,-1-1 0,1 1 0,0-1 0,0 1 0,0-1 0,1 0 0,-1 1 0,1-1 0,0 0 0,0 0 0,1 0 0,-1-1 0,1 1 0,0-1 0,0 1 0,0-1 0,0 0 0,1 0 0,-1 0 0,1 0 0,0-1 0,-1 1 0,7 1 0,-1 0 0,0-1 0,1-1 0,-1 1 0,1-1 0,-1-1 0,1 0 0,0-1 0,0 1 0,0-2 0,0 1 0,-1-2 0,1 1 0,0-1 0,14-5 0,-8 2 0,-1-1 0,1-1 0,-1 0 0,-1-1 0,1 0 0,-1-1 0,24-21 0,-24 15 0,0 0 0,-1-1 0,-1 0 0,0-1 0,-1 0 0,-1-1 0,-1-1 0,-1 1 0,0-1 0,-1-1 0,4-20 0,-2 2 0,-2-1 0,-1 1 0,-3-1 0,-1-71 0,-3 103 0,1 8 0,-1 16 0,2 31 0,61 315 0,-62-359 0,9 28 0,-9-31 0,0 1 0,1-1 0,-1 0 0,1 0 0,-1 0 0,1 0 0,-1 0 0,1 0 0,0 0 0,-1 0 0,1 0 0,0 0 0,0 0 0,0 0 0,0-1 0,-1 1 0,1 0 0,0-1 0,0 1 0,0 0 0,3 0 0,-3-1 0,0-1 0,-1 1 0,1-1 0,0 1 0,0-1 0,0 1 0,0-1 0,-1 1 0,1-1 0,0 0 0,-1 1 0,1-1 0,0 0 0,-1 0 0,1 1 0,-1-1 0,1 0 0,-1 0 0,1 0 0,-1 0 0,0 0 0,1 0 0,-1 0 0,0-1 0,8-28 0,-8 28 0,13-69 0,-6 31 0,1-1 0,26-76 0,-33 115 0,0-1 0,1 0 0,-1 1 0,1-1 0,-1 1 0,1-1 0,0 1 0,0 0 0,0 0 0,0-1 0,3-1 0,-4 3 0,0 1 0,0 0 0,0-1 0,0 1 0,0 0 0,0-1 0,0 1 0,0 0 0,0 0 0,0 0 0,0 0 0,0 0 0,0 0 0,0 0 0,0 0 0,0 0 0,0 1 0,0-1 0,0 0 0,0 1 0,0-1 0,0 1 0,0-1 0,0 1 0,0-1 0,0 1 0,0-1 0,-1 1 0,1 0 0,0 0 0,0-1 0,-1 1 0,2 2 0,3 3 0,-1 0 0,0 1 0,0-1 0,0 1 0,-1 0 0,5 14 0,10 48 0,-13-44 0,3 8 0,-2 0 0,-1 1 0,0 43 0,-5-77 0,0 0 0,0 0 0,-1 0 0,1 0 0,0 0 0,0 0 0,0 0 0,0 0 0,0 0 0,0 0 0,0 0 0,0 0 0,0 0 0,0 0 0,-1 0 0,1 0 0,0 0 0,0 0 0,0 0 0,0 0 0,0 0 0,0 0 0,0 0 0,0 0 0,0 0 0,0 0 0,0 0 0,-1 0 0,1 0 0,0 1 0,0-1 0,0 0 0,0 0 0,0 0 0,0 0 0,0 0 0,0 0 0,0 0 0,0 0 0,0 0 0,0 0 0,0 1 0,0-1 0,0 0 0,0 0 0,0 0 0,0 0 0,0 0 0,0 0 0,0 0 0,0 0 0,0 0 0,0 0 0,0 1 0,0-1 0,0 0 0,0 0 0,0 0 0,1 0 0,-7-11 0,-2-18 0,8 27 0,0-1 0,0 1 0,0 0 0,0-1 0,0 1 0,0-1 0,1 1 0,-1 0 0,1-1 0,0 1 0,-1 0 0,1-1 0,0 1 0,0 0 0,1 0 0,-1 0 0,0 0 0,1 0 0,-1 0 0,1 0 0,0 1 0,0-1 0,-1 0 0,1 1 0,0-1 0,0 1 0,1 0 0,-1 0 0,0 0 0,0 0 0,0 0 0,1 0 0,-1 1 0,0-1 0,1 1 0,-1-1 0,1 1 0,3 0 0,3 0 0,0 0 0,0 0 0,0 1 0,0 0 0,0 1 0,0 0 0,0 0 0,0 1 0,10 5 0,-15-6 0,0 0 0,1 1 0,-1 0 0,-1-1 0,1 2 0,0-1 0,-1 0 0,1 1 0,-1-1 0,4 8 0,-6-10 0,0 0 0,-1 0 0,1 0 0,-1 0 0,1 0 0,-1 1 0,0-1 0,1 0 0,-1 0 0,0 1 0,0-1 0,0 0 0,0 0 0,0 1 0,0-1 0,0 0 0,0 1 0,-1 0 0,0 0 0,0-1 0,0 1 0,0-1 0,0 0 0,0 1 0,0-1 0,0 0 0,0 0 0,-1 1 0,1-1 0,-1 0 0,1-1 0,-1 1 0,1 0 0,-1 0 0,1 0 0,-3 0 0,-1 1-54,0-1-1,-1 0 0,1 0 1,0 0-1,-1 0 1,1-1-1,-1 0 0,1 0 1,0 0-1,-1-1 1,1 0-1,0 0 0,-1 0 1,1-1-1,0 1 0,0-1 1,0-1-1,0 1 1,1-1-1,-1 1 0,0-1 1,1-1-1,0 1 1,-7-8-1,1-1-6771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46.02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 15 24575,'-3'0'0,"-4"0"0,5 0 0,10 0 0,12 0 0,12 0 0,13-3 0,12-1 0,11 0 0,-5 1-8191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46.2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6 24575,'0'3'0,"0"4"0,3 2 0,7-2 0,5-2 0,10-1 0,9-2 0,9-4 0,9-2 0,8-3 0,7-1 0,3 2 0,1-2 0,-13 0-8191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46.39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39 0 24575,'-7'3'0,"-4"4"0,-1 4 0,4 1 0,8-3 0,9-2 0,10-2 0,10-3 0,11-4 0,6-2 0,9 0 0,5-3 0,0 0 0,0 1 0,-10 2-8191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46.58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24575,'0'3'0,"0"4"0,0 5 0,3 2 0,5-1 0,6-2 0,8-4 0,9-2 0,5-2 0,6-3 0,3 0 0,2 0 0,0-1 0,-6 1 0,-5-1 0,-10 1-8191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33.28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16 24575,'0'-3'0,"0"-4"0,0 2 0,0 5 0,0 8 0,0 10 0,3 8 0,1 6 0,0 6 0,2 3 0,0 4 0,3 4 0,-1-1 0,-2-1 0,2-7 0,-1-6 0,-2-6 0,-1-8-8191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33.46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 7 24575,'-3'0'0,"2"0"0,4 0 0,5 0 0,4 0 0,6 0 0,7 0 0,4 0 0,5 0 0,2-3 0,-5-1-8191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33.62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175 16 24575,'0'-3'0,"0"-4"0,-4 2 0,-3 8 0,-1 7 0,-3 4 0,-1 7 0,-6 5 0,-6 6 0,-5 2 0,-4 2 0,4-5-8191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33.84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23 24575,'0'-3'0,"0"-4"0,3-1 0,4 3 0,4 7 0,3 6 0,6 4 0,5 7 0,5 3 0,6 4 0,4 3 0,1 1 0,0 1 0,-7-5-8191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34.7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1023 191 24575,'-2'-1'0,"-1"0"0,1 0 0,0-1 0,-1 1 0,1-1 0,0 0 0,0 0 0,0 0 0,0 0 0,1 0 0,-1 0 0,0 0 0,-1-4 0,-2-1 0,-3-2 0,-1-1 0,-1 1 0,1 1 0,-1 0 0,-1 0 0,1 1 0,-1 1 0,0 0 0,-1 0 0,0 1 0,0 0 0,0 1 0,0 1 0,0 0 0,-1 0 0,0 1 0,1 1 0,-19 0 0,2 1 0,-1 2 0,1 1 0,0 1 0,-1 2 0,2 1 0,-53 19 0,49-12 0,2 1 0,0 1 0,1 1 0,0 2 0,2 1 0,0 1 0,1 1 0,2 1 0,0 1 0,-33 45 0,36-40 0,1 0 0,2 2 0,0 0 0,3 1 0,0 0 0,2 1 0,2 1 0,1 0 0,1 1 0,-3 36 0,9-51 0,2-1 0,0 1 0,2-1 0,0 1 0,1-1 0,1 1 0,1-1 0,0 0 0,8 20 0,-7-26 0,1-1 0,1 1 0,-1-1 0,2-1 0,0 1 0,0-1 0,1 0 0,0-1 0,1 0 0,0-1 0,1 0 0,0 0 0,18 10 0,-6-7 0,0 0 0,1-2 0,0-1 0,0-1 0,1-1 0,0-1 0,1-1 0,-1-2 0,1 0 0,-1-1 0,31-3 0,-20-1 0,-1-2 0,0-1 0,1-2 0,-2-2 0,1 0 0,-1-3 0,49-23 0,-59 22 0,-1-1 0,0-1 0,-1-1 0,0-1 0,-2-1 0,0-1 0,-1-1 0,-1 0 0,-1-2 0,0 0 0,-2 0 0,-1-2 0,-1 0 0,0 0 0,-2-1 0,9-30 0,-10 23 0,-2-1 0,0 0 0,-2 0 0,-2-1 0,-1 0 0,-2 0 0,-1 0 0,-2 1 0,-1-1 0,-1 0 0,-2 1 0,-17-55 0,16 70 0,0 0 0,0 1 0,-2 0 0,0 1 0,-1-1 0,-1 2 0,0 0 0,-1 0 0,-15-14 0,18 20 0,-1 1 0,0 0 0,0 1 0,-1 0 0,0 0 0,0 1 0,-1 1 0,1 0 0,-1 1 0,-1 0 0,1 0 0,0 1 0,-1 1 0,-15-1 0,13 2-455,0 1 0,-28 5 0,12 1-6371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35.2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 45 24575,'-3'3'0,"-4"1"0,-1 3 0,4 0 0,9 0 0,6-3 0,12-4 0,10-2 0,9-5 0,7 0 0,7-2 0,4 0 0,-2-2 0,-2 2 0,-7 2 0,-9-1 0,-11 1-8191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35.47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20 24575,'0'1'0,"0"0"0,0 0 0,0 0 0,0 1 0,0-1 0,1 0 0,-1 0 0,0 0 0,1 0 0,-1 0 0,1 1 0,-1-1 0,1 0 0,0 0 0,-1 0 0,1 0 0,0-1 0,0 1 0,0 0 0,1 1 0,0 0 0,1-1 0,-1 0 0,0 0 0,1 0 0,-1 0 0,1 0 0,0 0 0,-1-1 0,4 1 0,7 0 0,0-1 0,-1 0 0,17-3 0,-18 2 0,419-47-1365,-420 46-5461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42.51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760 15 24575,'0'0'0,"0"-1"0,0 0 0,0 0 0,0 1 0,0-1 0,0 0 0,0 0 0,0 1 0,0-1 0,0 0 0,-1 1 0,1-1 0,0 0 0,-1 1 0,1-1 0,0 0 0,-1 1 0,0-2 0,1 2 0,-1 0 0,1 0 0,0 0 0,-1 0 0,1 0 0,0 0 0,-1 0 0,1 0 0,0 0 0,-1 0 0,1 0 0,-1 0 0,1 0 0,0 0 0,-1 0 0,1 0 0,0 1 0,-1-1 0,1 0 0,0 0 0,-1 0 0,1 1 0,0-1 0,0 0 0,-1 1 0,-22 25 0,18-19 0,-195 290 0,155-223 0,-50 79 0,-163 273 0,230-377 0,3 1 0,-30 88 0,54-135 24,0-1-198,1 1 0,-1 0 1,0-1-1,-1 1 1,1 0-1,0-1 1,-3 4-1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42.84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 0 24575,'0'0'0,"-1"0"0,1 0 0,0 1 0,-1-1 0,1 0 0,-1 0 0,1 0 0,0 0 0,-1 1 0,1-1 0,0 0 0,-1 0 0,1 1 0,0-1 0,-1 0 0,1 1 0,0-1 0,0 0 0,-1 1 0,1-1 0,0 0 0,0 1 0,0-1 0,-1 0 0,1 1 0,0-1 0,0 1 0,0-1 0,0 1 0,0-1 0,0 0 0,0 1 0,0-1 0,0 1 0,0-1 0,0 0 0,0 1 0,0-1 0,0 1 0,1 0 0,4 20 0,-5-19 0,13 36 0,1-1 0,1-1 0,31 51 0,-45-85 0,1 1 0,0 0 0,-1-1 0,1 1 0,0-1 0,0 0 0,1 0 0,-1 0 0,0 0 0,1 0 0,0 0 0,-1 0 0,1-1 0,0 1 0,-1-1 0,1 0 0,4 1 0,-4-2 0,0 1 0,1-1 0,-1 0 0,1-1 0,-1 1 0,1 0 0,-1-1 0,0 0 0,1 0 0,-1 0 0,0 0 0,0-1 0,0 1 0,0-1 0,4-2 0,49-36 246,-43 30-447,-1 1 0,1 0-1,1 0 1,0 2-1,0 0 1,0 0-1,17-4 1,-15 7-6625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43.26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30 7 24575,'0'0'0,"0"0"0,0 0 0,0-1 0,0 1 0,0 0 0,0 0 0,0 0 0,0 0 0,0-1 0,0 1 0,-1 0 0,1 0 0,0 0 0,0-1 0,0 1 0,0 0 0,1 0 0,-1 0 0,0-1 0,0 1 0,0 0 0,0 0 0,0 0 0,0 0 0,0-1 0,0 1 0,0 0 0,0 0 0,0 0 0,1 0 0,-1-1 0,0 1 0,0 0 0,0 0 0,0 0 0,0 0 0,1 0 0,-1 0 0,0 0 0,0-1 0,0 1 0,0 0 0,1 0 0,-1 0 0,0 0 0,0 0 0,0 0 0,1 0 0,-1 0 0,0 0 0,0 0 0,0 0 0,0 0 0,1 0 0,-1 0 0,0 0 0,0 0 0,0 0 0,1 0 0,-1 1 0,0-1 0,0 0 0,8 11 0,-5 11 0,0-1 0,-2 1 0,0 0 0,-3 22 0,1 4 0,-3 61-455,-4 0 0,-23 109 0,25-187-6371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43.54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186 17 24575,'-2'-2'0,"1"0"0,-1 1 0,0 0 0,0-1 0,0 1 0,0 0 0,0 0 0,0 0 0,0 0 0,0 0 0,0 0 0,0 1 0,-1-1 0,1 1 0,0 0 0,0-1 0,-1 1 0,1 0 0,0 0 0,0 1 0,-1-1 0,1 0 0,0 1 0,0-1 0,-1 1 0,1 0 0,0 0 0,0 0 0,0 0 0,0 0 0,0 0 0,-2 2 0,-2 2 0,1-1 0,0 1 0,0 0 0,0 0 0,1 0 0,0 1 0,0 0 0,0 0 0,-4 8 0,-5 17 0,2 1 0,1 0 0,1 1 0,2 0 0,1 0 0,2 1 0,1 0 0,2-1 0,1 1 0,1 0 0,8 43 0,-7-65-80,1 1 0,0-1-1,1 0 1,0 0 0,1 0-1,0-1 1,1 1 0,0-1-1,1-1 1,0 1 0,1-1 0,0 0-1,0-1 1,1 0 0,0 0-1,11 7 1,22 11-6746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43.7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 42 24575,'0'-7'0,"0"-4"0,3-1 0,5 2 0,3 8 0,3 12 0,6 12 0,5 16 0,2 13 0,2 11 0,-3 10 0,-7 9 0,-15 5 0,-19 2 0,-24-3 0,-28-3 0,-2-15-8191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48.3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9 24575,'4'0'0,"0"-3"0,3-1 0,0 3 0,2 5 0,0 5 0,-2 7 0,-2 7 0,1 6 0,0 7 0,-1 4 0,-2 5 0,2 3 0,0 3 0,-1 3 0,2 1 0,0-9-8191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48.68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 1 24575,'-9'106'0,"1"-14"0,8-32 0,4-1 0,1 1 0,16 61 0,-11-55 0,-3 1 0,-2 103 0,-23 134 0,0-5 0,41 299 0,-9-467-1365,-7-73-5461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49.01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24575,'0'13'0,"3"15"0,1 14 0,0 11 0,2 10 0,0 3 0,0-10-8191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49.36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239 1 24575,'-16'93'0,"-39"291"0,44-276 0,7 174 0,26 38 0,5 125 0,-42 16-159,-29 0-139,0 9 132,9 171 166,1-17 0,5-107 0,39-1 0,22-270-1261,-14-148-5046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00.38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86 0 24575,'3'0'0,"-2"0"0,-4 3 0,-2 8 0,0 7 0,1 11 0,-2 9 0,0 11 0,-2 10 0,0 6 0,-1 6 0,0 2 0,3-1 0,-2-4 0,1-4 0,2-13-8191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00.89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322 1041 24575,'-68'-87'0,"21"28"0,2-1 0,-55-102 0,89 139 0,0 0 0,2-1 0,1 0 0,-7-36 0,12 42 0,0-1 0,2 1 0,0 0 0,1-1 0,1 1 0,1 0 0,4-20 0,-2 21 0,1 1 0,0-1 0,1 1 0,1 0 0,1 1 0,0-1 0,1 1 0,0 1 0,2 0 0,-1 0 0,2 1 0,0 1 0,0 0 0,1 0 0,0 1 0,1 1 0,20-12 0,-8 8 0,1 1 0,0 1 0,0 1 0,1 2 0,1 1 0,0 1 0,0 1 0,0 1 0,42 0 0,-20 5-54,0 2-1,1 2 1,-1 2-1,-1 3 0,1 2 1,51 18-1,-49-10-8,-1 2-1,0 2 0,-2 2 1,-1 3-1,63 46 0,-87-55 64,-1 1 0,0 1 0,-2 2 0,0 0 0,-1 1 0,-2 1 0,-1 0 0,23 43 0,-33-53 0,-1 1 0,-1 0 0,0 0 0,-1 0 0,-1 0 0,-1 1 0,0 0 0,-1-1 0,-1 1 0,0 0 0,-1 0 0,-1 0 0,-1 0 0,-1 0 0,0 0 0,-1-1 0,-8 23 0,1-15 0,0 0 0,-2-1 0,-1 0 0,-1-1 0,-1-1 0,0 0 0,-2-1 0,-1-1 0,0-1 0,-28 21 0,-3-2 0,-2-3 0,-1-1 0,-73 31 0,95-49 91,-1-1 0,-1-2 0,0-1 0,0-1 0,-1-2 0,-46 4 0,77-11-79,0-1 0,-1 0 1,1 0-1,0 0 0,-1-1 0,1 1 1,0-1-1,-1 0 0,1 0 0,0 0 1,0 0-1,-4-2 0,7 3-13,-1-1 1,1 1-1,-1-1 0,0 1 0,1-1 1,-1 1-1,1-1 0,0 0 0,-1 1 1,1-1-1,-1 0 0,1 1 0,0-1 0,-1 0 1,1 1-1,0-1 0,0 0 0,0 0 1,0 1-1,0-3 0,0 2 0,0-1 0,0 0-1,1 0 1,-1 1 0,1-1 0,0 0 0,-1 1-1,1-1 1,0 0 0,0 1 0,0-1-1,2-1 1,2-3 1,1 0 0,0 0 0,0 0 0,1 1 0,0 0 0,0 1 0,0-1 0,0 1 0,1 0 0,-1 1 0,1 0 0,0 0 0,0 1 0,0 0 0,1 0 0,-1 1 0,0 0 0,11 0 0,-8 1 0,1 0 0,0 1 0,0 0 0,0 1 0,0 0 0,-1 1 0,1 0 0,-1 1 0,0 0 0,0 1 0,0 0 0,13 9 0,-10-4 39,-1 1 0,0 1 0,-1-1 0,0 2 0,19 27 0,40 77-6,-51-80-849,46 63 0,-40-69-6010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01.29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152 164 24575,'-9'-1'0,"-1"0"0,0 0 0,1-1 0,-11-4 0,12 4 0,1 0 0,-1 0 0,0 1 0,0 0 0,0 0 0,-9 0 0,14 4 0,8 1 0,10 4 0,3-1 0,1-2 0,1 0 0,-1-1 0,1-1 0,-1-1 0,1-1 0,39-2 0,-57 1 0,1 0 0,-1 0 0,0-1 0,0 1 0,1 0 0,-1-1 0,0 1 0,0-1 0,1 0 0,-1 0 0,0 0 0,0 0 0,0 0 0,0 0 0,0-1 0,0 1 0,-1-1 0,1 1 0,0-1 0,-1 0 0,3-2 0,-3 2 0,-1-1 0,1 1 0,0 0 0,-1-1 0,0 1 0,0 0 0,1-1 0,-1 1 0,-1-1 0,1 1 0,0 0 0,-1-1 0,1 1 0,-1 0 0,1-1 0,-1 1 0,0 0 0,0 0 0,0 0 0,-3-4 0,-1-3 0,-1 1 0,0-1 0,-1 1 0,1 1 0,-1-1 0,-1 1 0,0 0 0,0 1 0,0 0 0,-1 0 0,1 1 0,-14-7 0,18 10 0,-1 1 0,1-1 0,0 1 0,0 0 0,-1 0 0,1 0 0,0 0 0,-1 1 0,1-1 0,-1 1 0,1 0 0,-1 1 0,1-1 0,-1 1 0,1 0 0,0 0 0,-1 0 0,1 1 0,0-1 0,0 1 0,0 0 0,0 0 0,0 1 0,1-1 0,-1 1 0,1 0 0,-1 0 0,1 0 0,0 0 0,-4 7 0,1-2 0,1 1 0,0 0 0,1 1 0,0-1 0,0 1 0,1 0 0,0 0 0,1 0 0,0 0 0,0 16 0,0 3 0,2 0 0,5 44 0,-3-56 69,0 0-1,2 0 0,0 0 0,10 23 1,-11-32-212,0-1 1,1 1 0,0-1 0,1 0-1,0 0 1,0 0 0,0-1 0,1 0 0,0 0-1,0 0 1,8 5 0,13 6-6684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01.62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 20 24575,'1'-1'0,"-1"0"0,0 0 0,0 1 0,0-1 0,0 0 0,0 1 0,0-1 0,0 0 0,0 1 0,0-1 0,0 0 0,-1 0 0,1 1 0,0-1 0,0 0 0,-1 1 0,1-1 0,0 1 0,-1-1 0,1 0 0,0 1 0,-1-1 0,1 1 0,-1-1 0,1 1 0,-1-1 0,1 1 0,-2-1 0,1 1 0,1 1 0,-1-1 0,0 1 0,1-1 0,-1 1 0,1-1 0,-1 1 0,1-1 0,-1 1 0,1 0 0,-1-1 0,1 1 0,-1 0 0,1-1 0,0 1 0,-1 0 0,1 0 0,0 0 0,0-1 0,0 1 0,0 0 0,-1 0 0,1 0 0,0-1 0,1 3 0,-3 25 0,2 0 0,1 1 0,8 44 0,-2-14 0,5 25 0,-10-75 0,1 0 0,-1 0 0,2 0 0,-1 0 0,1-1 0,10 16 0,-13-22 0,0-1 0,0 1 0,0 0 0,0-1 0,1 1 0,-1-1 0,0 0 0,1 1 0,0-1 0,-1 0 0,1 0 0,0 0 0,-1 0 0,1 0 0,0 0 0,0 0 0,0-1 0,0 1 0,0-1 0,0 1 0,0-1 0,0 0 0,0 0 0,0 0 0,0 0 0,0 0 0,0 0 0,0 0 0,0-1 0,0 1 0,-1-1 0,1 0 0,0 1 0,0-1 0,0 0 0,0 0 0,-1 0 0,1 0 0,0 0 0,-1-1 0,1 1 0,1-3 0,7-6 0,0 0 0,-1 0 0,-1-1 0,14-22 0,49-95 0,-62 109 0,-2 0 0,0-1 0,0 1 0,-2-2 0,3-20 0,-8 38-97,1 1-1,-1-1 1,0 1-1,0-1 1,0 1-1,0-1 1,-1 1-1,1-1 1,-1 1-1,1-1 1,-1 1-1,0-1 0,-1-2 1,-6-5-6729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01.99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160 75 24575,'0'-5'0,"0"0"0,0 0 0,0 0 0,-1 0 0,0 0 0,0 1 0,0-1 0,-3-8 0,3 12 0,0-1 0,-1 0 0,1 1 0,0-1 0,-1 1 0,1 0 0,-1-1 0,1 1 0,-1 0 0,1 0 0,-1 0 0,0 0 0,0 0 0,0 0 0,1 1 0,-1-1 0,0 0 0,0 1 0,0 0 0,0-1 0,0 1 0,0 0 0,0 0 0,-3 0 0,1 1 0,-1-1 0,1 1 0,0-1 0,0 1 0,-1 0 0,1 1 0,0-1 0,0 1 0,0 0 0,0 0 0,1 0 0,-1 1 0,0-1 0,1 1 0,0 0 0,-1-1 0,1 2 0,0-1 0,1 0 0,-1 1 0,1-1 0,-1 1 0,1 0 0,0 0 0,-3 8 0,3-6 0,0 0 0,0 0 0,0 0 0,1 1 0,-1-1 0,2 1 0,-1-1 0,1 1 0,0-1 0,0 1 0,1-1 0,0 1 0,0-1 0,0 1 0,1-1 0,4 11 0,2-4 0,1 1 0,1-1 0,0-1 0,1 0 0,0-1 0,0 0 0,26 18 0,-22-17 0,0 0 0,-1 1 0,-1 0 0,22 28 0,-33-39 0,-1 0 0,0 0 0,1 1 0,-1-1 0,0 0 0,0 0 0,-1 0 0,1 1 0,0-1 0,-1 0 0,1 1 0,-1-1 0,0 1 0,0 2 0,0-3 0,-1-1 0,1 1 0,-1-1 0,1 1 0,-1-1 0,0 1 0,1-1 0,-1 0 0,0 1 0,0-1 0,0 0 0,0 1 0,0-1 0,-1 0 0,1 0 0,0 0 0,0 0 0,-1 0 0,1-1 0,-1 1 0,1 0 0,-3 0 0,-4 2-68,0 0 0,-1-1-1,1 0 1,-1-1 0,0 1 0,1-2-1,-1 1 1,0-1 0,0-1 0,1 1-1,-1-2 1,0 1 0,1-1 0,-1 0-1,1-1 1,0 0 0,0 0-1,0-1 1,-9-5 0,-6-5-6758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02.40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113 144 24575,'0'0'0,"-1"0"0,1 0 0,0 0 0,-1 0 0,1 1 0,0-1 0,-1 0 0,1 0 0,0 0 0,-1 0 0,1 0 0,0 0 0,-1 1 0,1-1 0,0 0 0,-1 0 0,1 1 0,0-1 0,0 0 0,-1 0 0,1 1 0,0-1 0,0 0 0,0 0 0,-1 1 0,1-1 0,0 0 0,0 1 0,0-1 0,0 0 0,0 1 0,0-1 0,0 1 0,0-1 0,0 0 0,0 1 0,0-1 0,0 0 0,0 1 0,0-1 0,0 0 0,0 1 0,0-1 0,0 0 0,0 1 0,0-1 0,0 0 0,1 1 0,-1-1 0,0 0 0,0 1 0,0-1 0,1 1 0,11 17 0,-9-15 0,1 0 0,0-1 0,1 1 0,-1-1 0,0 1 0,1-1 0,-1-1 0,1 1 0,-1-1 0,1 1 0,0-1 0,0-1 0,-1 1 0,1-1 0,0 0 0,0 0 0,0 0 0,0 0 0,-1-1 0,1 0 0,0 0 0,5-2 0,-5 1 0,0 1 0,0-1 0,0 0 0,-1-1 0,1 1 0,-1-1 0,1 0 0,-1 0 0,0 0 0,0 0 0,0-1 0,-1 0 0,1 0 0,-1 0 0,0 0 0,0 0 0,0-1 0,0 1 0,-1-1 0,2-6 0,-2 8 0,-1 0 0,0-1 0,-1 0 0,1 1 0,0-1 0,-1 1 0,0-1 0,0 0 0,0 1 0,0-1 0,-1 1 0,1-1 0,-1 0 0,0 1 0,0-1 0,0 1 0,0 0 0,-1-1 0,1 1 0,-1 0 0,0 0 0,0 0 0,0 0 0,-1 0 0,1 0 0,-1 1 0,1-1 0,-1 1 0,0 0 0,0-1 0,0 1 0,0 1 0,0-1 0,0 0 0,-1 1 0,-4-2 0,1 1 0,-1 0 0,1 0 0,-1 1 0,0 0 0,0 0 0,1 1 0,-1-1 0,0 2 0,0-1 0,1 1 0,-1 1 0,0-1 0,1 1 0,0 1 0,-1-1 0,-8 6 0,7-2 0,0 0 0,1 0 0,0 1 0,0 0 0,0 1 0,1 0 0,0 0 0,1 0 0,0 1 0,0 0 0,1 0 0,0 0 0,1 1 0,0 0 0,0 0 0,1 0 0,0 0 0,1 0 0,0 1 0,0 10 0,1-7 0,0-1 0,1 0 0,0 1 0,1-1 0,1 0 0,0 0 0,1 1 0,0-2 0,1 1 0,0 0 0,1-1 0,0 1 0,1-1 0,1-1 0,11 17 0,-10-19-114,0-1 1,0 1-1,1-2 0,0 1 0,0-1 1,1-1-1,0 0 0,0 0 0,0-1 1,1 0-1,12 4 0,20 3-6712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02.82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294 1 24575,'-91'-1'0,"-97"3"0,173 0 0,17 0 0,8 1 0,74 10 6,112 2 1,-87-8-306,989 52-3099,6-26-576,-820-25 3716,-132-4 201,1069 7-1323,-988-27 2263,-184 5 554,-38 4-908,-13 0 355,-20-2 1054,-12 1-1252,-56-4-1,15 4-6565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10.55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318 144 24575,'4'-2'0,"0"1"0,0-1 0,0 1 0,0-1 0,0 0 0,-1-1 0,1 1 0,-1-1 0,5-3 0,1-1 0,-5 5 0,-1-1 0,1 0 0,-1 0 0,1 0 0,-1-1 0,0 1 0,-1-1 0,1 0 0,0 0 0,-1 0 0,2-5 0,-3 7 0,0 1 0,-1-1 0,0 1 0,1-1 0,-1 1 0,0-1 0,0 0 0,0 1 0,0-1 0,0 0 0,0 1 0,0-1 0,0 1 0,-1-1 0,1 1 0,-1-1 0,1 0 0,-1 1 0,0-1 0,1 1 0,-1 0 0,0-1 0,0 1 0,0 0 0,0-1 0,0 1 0,0 0 0,0 0 0,-1 0 0,1 0 0,0 0 0,-1 0 0,1 0 0,-1 1 0,-1-2 0,-4-1 0,-1 0 0,0 1 0,0-1 0,0 2 0,0-1 0,0 1 0,0 0 0,0 1 0,-1 0 0,1 0 0,-9 1 0,-13 4 0,-46 12 0,72-16 0,-13 3 0,0 0 0,0 1 0,1 1 0,-1 1 0,1 1 0,1 0 0,-20 13 0,33-20 0,1 0 0,-1 0 0,1 0 0,0 0 0,0 0 0,-1 1 0,1-1 0,0 0 0,0 1 0,0-1 0,0 1 0,0-1 0,1 1 0,-1-1 0,0 1 0,1-1 0,-1 1 0,1 0 0,0-1 0,-1 1 0,1 0 0,0 0 0,0-1 0,0 1 0,0 0 0,0 0 0,1-1 0,-1 1 0,0 0 0,1-1 0,-1 1 0,1 0 0,0-1 0,-1 1 0,1-1 0,0 1 0,0-1 0,0 0 0,0 1 0,0-1 0,1 0 0,-1 1 0,2 0 0,4 4 0,0 0 0,1 0 0,0-1 0,0 0 0,0-1 0,16 7 0,83 25 0,-74-27 0,-1 2 0,-1 0 0,1 3 0,48 28 0,-78-41 0,-1 0 0,1 0 0,0 0 0,0 0 0,-1 1 0,1-1 0,-1 0 0,1 1 0,-1 0 0,0-1 0,0 1 0,1 0 0,-1-1 0,0 1 0,-1 0 0,1 0 0,0 0 0,0 0 0,-1 0 0,1 0 0,-1 0 0,0 0 0,1 0 0,-1 0 0,0 0 0,0 0 0,0 0 0,-1 0 0,1 0 0,0 0 0,-1 0 0,0 0 0,1 0 0,-1 0 0,0 0 0,0 0 0,0-1 0,0 1 0,0 0 0,0-1 0,-2 3 0,-3 3 0,-1 0 0,1 0 0,-1-1 0,-1 0 0,1 0 0,-1-1 0,-15 8 0,9-6 0,-2 0 0,1-1 0,-1-1 0,0 0 0,-17 2 0,27-5 0,-1-1 0,0-1 0,1 1 0,-1-1 0,1 0 0,-1 0 0,0-1 0,1 0 0,-1 0 0,1-1 0,-1 1 0,1-1 0,0-1 0,0 1 0,-8-6 0,11 7-97,1-1-1,0 0 1,0 0-1,0 0 1,0 0-1,1 0 1,-1-1-1,1 1 1,-1-1-1,1 1 1,0-1-1,0 1 0,-1-4 1,-3-14-6729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10.77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50 24575,'4'-3'0,"0"-4"0,0-4 0,-1-3 0,-1 3 0,3 8 0,0 9 0,2 11 0,3 9 0,4 5 0,-2 8 0,1 5 0,1 6 0,-1 0 0,-4 1 0,1-2 0,-3-4 0,-1-8-8191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11.71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1 194 24575,'0'0'0,"0"-1"0,1 0 0,-1 0 0,0 0 0,1 1 0,-1-1 0,1 0 0,0 0 0,-1 1 0,1-1 0,0 0 0,-1 1 0,1-1 0,0 1 0,-1-1 0,1 1 0,0-1 0,0 1 0,0 0 0,0-1 0,-1 1 0,1 0 0,0 0 0,0-1 0,0 1 0,0 0 0,1 0 0,30-3 0,-28 3 0,64 1 0,14-1 0,-72-1 0,0 0 0,-1 0 0,1-1 0,0-1 0,16-5 0,-24 7 0,0 0 0,0 0 0,-1 1 0,1-1 0,0 0 0,-1 0 0,1-1 0,-1 1 0,1 0 0,-1 0 0,1-1 0,-1 1 0,0-1 0,0 1 0,0-1 0,0 0 0,0 1 0,0-1 0,0 0 0,0 0 0,-1 1 0,1-1 0,-1 0 0,1 0 0,-1 0 0,0 0 0,0 0 0,0-3 0,0 3 0,-1-1 0,0 1 0,1 0 0,-1 0 0,0 0 0,0 0 0,0 0 0,0 0 0,-1 0 0,1 0 0,0 0 0,-1 0 0,0 1 0,1-1 0,-1 1 0,0-1 0,0 1 0,1 0 0,-1-1 0,0 1 0,0 0 0,-1 0 0,-3-1 0,2 1 0,0 0 0,0 0 0,0 0 0,0 0 0,0 1 0,0-1 0,0 1 0,-1 0 0,1 0 0,0 1 0,0-1 0,0 1 0,0 0 0,0 0 0,0 1 0,0-1 0,0 1 0,-6 3 0,5-2 0,0 1 0,0 1 0,0-1 0,0 1 0,0-1 0,1 1 0,0 1 0,0-1 0,1 0 0,-1 1 0,-2 7 0,2-4 0,0 0 0,0 0 0,1 0 0,0 1 0,1 0 0,0-1 0,1 1 0,0 0 0,0 0 0,1 0 0,0 0 0,1 0 0,0 0 0,1-1 0,5 20 0,-6-27 0,0 0 0,0 1 0,0-1 0,0 0 0,1 0 0,-1 0 0,1 0 0,-1 0 0,1 0 0,0 0 0,0 0 0,0-1 0,0 1 0,0-1 0,0 1 0,0-1 0,0 0 0,0 0 0,4 1 0,-3-1 0,0-1 0,1 1 0,-1-1 0,0 0 0,0 0 0,1 0 0,-1-1 0,0 1 0,0-1 0,0 0 0,0 0 0,1 0 0,2-2 0,6-3 0,-1 0 0,0-1 0,0 0 0,-1-1 0,0 0 0,11-13 0,-7 5 0,-1 0 0,-1 0 0,19-37 0,-15 26 0,-19 37 0,0 1 0,1 0 0,0 0 0,1-1 0,1 1 0,-1 0 0,3 17 0,-1-22 0,0-1 0,0 1 0,0-1 0,1 1 0,0-1 0,0 0 0,0 0 0,1 0 0,-1 0 0,1 0 0,6 7 0,-7-10 0,0 0 0,0-1 0,0 1 0,0 0 0,0 0 0,0-1 0,1 0 0,-1 1 0,1-1 0,-1 0 0,1 0 0,-1 0 0,1 0 0,0-1 0,-1 1 0,1-1 0,0 0 0,-1 0 0,1 1 0,0-2 0,0 1 0,-1 0 0,1-1 0,0 1 0,3-2 0,3-1 0,-1-1 0,1 0 0,-1 0 0,0-1 0,0 0 0,-1 0 0,1-1 0,-1 0 0,-1 0 0,1-1 0,-1 1 0,0-1 0,0-1 0,-1 1 0,0-1 0,0 0 0,-1-1 0,6-16 0,-5 13 0,-1-1 0,0 0 0,-1 0 0,-1 0 0,0 0 0,-1-1 0,0 1 0,-1 0 0,-1-1 0,0 1 0,0 0 0,-6-20 0,6 30 0,1 1 0,-1 0 0,0-1 0,0 1 0,0 0 0,0 0 0,0 0 0,-1-1 0,-1-1 0,3 4 0,-1 0 0,1 0 0,0-1 0,0 1 0,0 0 0,0 0 0,0 0 0,-1 0 0,1 0 0,0 0 0,0 0 0,0 0 0,0 0 0,-1 0 0,1 0 0,0 0 0,0 0 0,0 0 0,0 0 0,-1 0 0,1 0 0,0 0 0,0 0 0,0 0 0,0 0 0,-1 0 0,1 0 0,0 0 0,0 0 0,0 0 0,0 0 0,0 0 0,-1 1 0,1-1 0,0 0 0,0 0 0,0 0 0,0 0 0,0 0 0,-1 1 0,-3 14 0,2 4 0,1 0 0,1 0 0,1 0 0,1 0 0,0-1 0,1 1 0,1-1 0,1 1 0,0-1 0,2-1 0,0 1 0,1-1 0,1 0 0,11 16 0,-19-30 0,1-1 0,-1 0 0,1 0 0,-1 0 0,1 0 0,0 0 0,0 0 0,0-1 0,0 1 0,0 0 0,1-1 0,-1 0 0,0 0 0,1 1 0,-1-1 0,0-1 0,1 1 0,0 0 0,-1 0 0,1-1 0,4 1 0,-4-2 0,0 1 0,0-1 0,0 0 0,0 0 0,0 0 0,0 0 0,0 0 0,0-1 0,0 0 0,-1 1 0,1-1 0,-1 0 0,1 0 0,-1 0 0,0 0 0,0-1 0,4-4 0,7-11 0,0-1 0,-2-1 0,0 0 0,-1-1 0,-1 1 0,-1-2 0,-1 1 0,5-24 0,-12 18 0,-4 20 0,3 7 0,0 1 0,1-1 0,-1 0 0,0 0 0,1 1 0,-1-1 0,1 0 0,-1 1 0,0-1 0,1 0 0,-1 1 0,1-1 0,-1 1 0,1-1 0,0 1 0,-1-1 0,1 1 0,-1 0 0,-6 10-1365,2 1-5461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12.5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14 117 24575,'-1'1'0,"1"-1"0,0 0 0,-1 0 0,1 0 0,-1 0 0,1 0 0,-1 0 0,1 0 0,0 0 0,-1 0 0,1 0 0,-1 0 0,1 0 0,0 0 0,-1 0 0,1-1 0,-1 1 0,1 0 0,0 0 0,-1 0 0,1-1 0,-1 1 0,1 0 0,0 0 0,-1-1 0,1 1 0,0 0 0,0 0 0,-1-1 0,1 1 0,0-1 0,0 1 0,-1 0 0,1-1 0,0 1 0,0 0 0,0-2 0,0 2 0,0-1 0,1 1 0,-1-1 0,0 0 0,1 1 0,-1-1 0,1 1 0,-1-1 0,1 1 0,0 0 0,-1-1 0,1 1 0,-1-1 0,1 1 0,0 0 0,-1 0 0,1-1 0,0 1 0,-1 0 0,1 0 0,0 0 0,-1 0 0,2-1 0,44-3 0,-28 3 0,0-1 0,26-7 0,-38 7 0,0 0 0,0 0 0,0-1 0,0 0 0,-1 0 0,1 0 0,-1-1 0,0 1 0,0-1 0,8-9 0,-12 12 0,-1 0 0,1 1 0,0-1 0,-1 0 0,1 1 0,-1-1 0,1 0 0,0 1 0,0-1 0,-1 1 0,1 0 0,0-1 0,0 1 0,-1-1 0,1 1 0,0 0 0,0 0 0,0-1 0,0 1 0,1 0 0,-2 0 0,1 1 0,-1-1 0,1 0 0,-1 1 0,0-1 0,1 0 0,-1 1 0,1-1 0,-1 1 0,0-1 0,1 0 0,-1 1 0,0-1 0,1 1 0,-1-1 0,0 1 0,0 0 0,0-1 0,1 1 0,-1-1 0,0 1 0,0 0 0,1 8 0,0-1 0,-1 1 0,-1 10 0,0-10 0,-1 25 0,1-24 0,0 0 0,1 1 0,-1-1 0,2 1 0,0-1 0,4 21 0,-5-30 0,1 0 0,-1 0 0,1 0 0,-1 0 0,1 0 0,-1 0 0,1-1 0,-1 1 0,1 0 0,-1 0 0,1 0 0,0-1 0,0 1 0,-1 0 0,1-1 0,0 1 0,0-1 0,0 1 0,0-1 0,0 1 0,0-1 0,0 0 0,0 1 0,1-1 0,0 0 0,0 0 0,0 0 0,0 0 0,0 0 0,0-1 0,0 1 0,0-1 0,0 1 0,0-1 0,0 0 0,2-1 0,4-2 0,-1-1 0,0 0 0,0 0 0,9-10 0,20-32 0,-35 46 0,-1 1 0,1-1 0,-1 1 0,1 0 0,0 0 0,-1-1 0,1 1 0,-1 0 0,1 0 0,-1-1 0,1 1 0,0 0 0,-1 0 0,1 0 0,0 0 0,-1 0 0,1 0 0,-1 0 0,1 0 0,0 0 0,-1 0 0,1 0 0,-1 1 0,2-1 0,19 9 0,-4-2 0,-12-6 0,0-1 0,1 1 0,-1-1 0,0 0 0,0 0 0,0 0 0,0-1 0,0 0 0,0 0 0,0 0 0,-1-1 0,1 1 0,0-1 0,0 0 0,-1-1 0,1 1 0,-1-1 0,0 0 0,0 0 0,4-4 0,0-1 0,0 0 0,0-1 0,-1-1 0,0 1 0,0-1 0,-1 0 0,8-19 0,-13 26 0,0 1 0,0-1 0,0 0 0,-1 1 0,1-1 0,-1 0 0,1 0 0,-1 1 0,0-1 0,0-3 0,0 5 0,0 0 0,0 1 0,-1-1 0,1 1 0,0-1 0,0 1 0,0-1 0,-1 1 0,1-1 0,0 1 0,-1-1 0,1 1 0,0-1 0,-1 1 0,1 0 0,0-1 0,-1 1 0,1-1 0,-1 1 0,1 0 0,-2-1 0,1 1 0,0 0 0,0-1 0,0 1 0,0 0 0,0 0 0,-1 0 0,1 0 0,0 0 0,0 0 0,0 1 0,0-1 0,0 0 0,0 0 0,-1 1 0,0 0 0,-1 0 0,0 0 0,0 0 0,0 1 0,0-1 0,1 1 0,-1-1 0,0 1 0,1 0 0,-1 0 0,1 1 0,0-1 0,0 0 0,0 1 0,0-1 0,0 1 0,0 0 0,0-1 0,1 1 0,0 0 0,-1 0 0,1 0 0,0 0 0,1 0 0,-1 1 0,0-1 0,1 0 0,0 0 0,0 0 0,0 1 0,0-1 0,0 0 0,1 0 0,0 6 0,1-2 0,0-1 0,1 1 0,0 0 0,0-1 0,0 0 0,0 1 0,1-1 0,0 0 0,1-1 0,-1 1 0,1-1 0,0 0 0,0 0 0,9 6 0,12 2 0,-22-11 0,0 0 0,0 0 0,1 0 0,-2 0 0,1 0 0,0 1 0,0 0 0,-1-1 0,1 2 0,-1-1 0,4 5 0,-6-7 0,-1-1 0,0 1 0,0-1 0,0 1 0,0-1 0,0 0 0,0 1 0,0-1 0,0 1 0,0-1 0,0 1 0,0-1 0,0 1 0,0-1 0,0 0 0,0 1 0,0-1 0,-1 1 0,1-1 0,0 1 0,0-1 0,0 0 0,-1 1 0,1-1 0,0 0 0,-1 1 0,1-1 0,0 0 0,0 1 0,-1-1 0,1 0 0,-1 0 0,1 1 0,-18 7 0,17-8 0,-21 7-404,-1-1 1,-44 4-1,65-10 250,-73 9-6672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51.78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9 24575,'0'-3'0,"3"-1"0,1 3 0,0 5 0,0 5 0,1 7 0,0 4 0,0 4 0,1 9 0,1 3 0,-2 6 0,-1-4-8191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51.92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 1 24575,'0'15'0,"-3"21"0,-2 17 0,1 15 0,1 11 0,1 5 0,0 3 0,5 0 0,4 1 0,1-3 0,-1-16-8191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52.12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365 1 24575,'-172'904'0,"50"-248"0,67-370-1365,40-201-5461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52.64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223 0 24575,'0'94'0,"10"523"0,-6-559 0,-2 0 0,-3 0 0,-3 0 0,-18 93 0,1-74 0,-40 92 0,-10 35 0,29-26-597,38-157-171,-9 38-6058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53.22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143 34 24575,'-6'0'0,"-5"-3"0,-8-1 0,-2 0 0,-2-2 0,0-1 0,1 2 0,5 1-8191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53.50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0 24575,'-8'102'0,"1"-26"0,7 8 0,3 0 0,3 0 0,5 0 0,25 100 0,-23-125 0,55 280 0,-57-264 0,-3 1 0,-4 119 0,-5-183 2,-17 588-1369,18-531-5459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53.76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350 0 24575,'-3'43'0,"-2"-1"0,-1 0 0,-20 69 0,-5 27 0,-1 81 0,-31 161 0,6-159 0,-25 116 0,41-25-1365,38-246-5461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55.01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106 58 24575,'-12'342'0,"4"-181"0,-9 482-343,-14 277-241,20-764 579,-13 276-20,22-399 119,2 0 0,1 0 1,2 0-1,12 58 1,-13-81-71,1 0 0,0-1 0,1 1 0,0-1 0,1 0 0,0 0 0,0-1 0,0 1 0,1-1 0,1 0 0,-1-1 0,1 1 0,1-1 0,-1-1 0,1 1 0,0-1 0,1-1 0,-1 0 0,18 8 0,-6-5-23,0-2 1,1-1-1,-1 0 0,40 3 1,88-4-4,-113-3 2,597-20-1517,-244 4 375,552 6 820,268-10-313,-1163 18 569,21-2 109,121-19 1,-177 20 125,0 0 1,0-1-1,0 0 1,13-6 0,-21 8-106,-1 0 1,1 1 0,-1-1 0,1 0 0,0 0 0,-1-1-1,0 1 1,1 0 0,-1 0 0,0-1 0,1 1 0,-1-1-1,0 1 1,0-1 0,0 1 0,0-1 0,-1 0 0,1 1-1,0-1 1,-1 0 0,1 0 0,-1 1 0,0-1 0,1 0-1,-1 0 1,0 0 0,0 0 0,0 1 0,0-1 0,-1-3-1,-3-6 23,0 0-1,0 1 1,-1 0-1,-1 0 0,0 0 1,-12-15-1,-12-19 47,9 1-128,1 0 0,2-1 0,2-1 0,2 0 0,-15-86 0,-10-241-122,36 333 83,-8-129-168,8-1 1,32-299-1,55-5 227,-63 366 71,6-79 297,-25 157-350,-1-1-1,-1 0 1,-2 1-1,-7-38 0,7 58-42,-1 0 0,0 0 0,-1 0 0,0 1 0,0-1 0,-1 1 0,0 0 0,0 0 0,-1 1 0,0 0 0,0 0 0,-1 0 0,0 1 0,0-1 0,-1 2 0,1-1 0,-15-7 0,-8-2 0,0 1 0,-1 1 0,-56-14 0,-1 4-161,-1 4 0,-92-6-1,-186 0-442,298 21 581,-716-18-640,-1 22-388,499 1 847,203-1-95,-161 3-30,166 1 422,-82 15 0,136-14-131,1 1-1,-35 12 1,25-4-4567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55.47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1 327 24575,'39'-21'0,"-1"-1"0,-1-3 0,-1 0 0,-2-3 0,0-1 0,47-53 0,-76 76 0,22-27 0,-25 30 0,0 1 0,-1-1 0,1 0 0,-1 1 0,0-1 0,0 0 0,0 0 0,0 0 0,-1 0 0,1 0 0,0-3 0,-1 5 0,0 0 0,0 1 0,-1-1 0,1 0 0,0 0 0,0 0 0,0 1 0,-1-1 0,1 0 0,0 1 0,-1-1 0,1 0 0,-1 1 0,1-1 0,-1 0 0,1 1 0,-1-1 0,1 1 0,-1-1 0,1 1 0,-1-1 0,0 1 0,1-1 0,-1 1 0,0 0 0,0-1 0,1 1 0,-1 0 0,0 0 0,0-1 0,1 1 0,-1 0 0,0 0 0,0 0 0,0 0 0,-1 0 0,-30 4 0,16 0 0,0 1 0,0 0 0,0 2 0,0 0 0,1 0 0,1 2 0,-23 15 0,25-15 0,1 0 0,0 1 0,1 0 0,0 1 0,0 0 0,1 0 0,1 1 0,0 0 0,-8 16 0,13-23 0,1 1 0,0-1 0,0 0 0,1 1 0,0 0 0,0-1 0,0 1 0,1 0 0,-1 0 0,1-1 0,1 1 0,-1 0 0,1 0 0,0-1 0,2 7 0,0-4 0,0 0 0,1 0 0,0 0 0,0-1 0,1 1 0,0-1 0,0 0 0,1-1 0,6 7 0,11 8 0,2-1 0,0-2 0,1 0 0,39 19 0,20 6 0,24 14 0,-105-55 0,0 0 0,-1 1 0,1-1 0,-1 1 0,0 0 0,0 0 0,0 0 0,5 7 0,-8-9 0,0-1 0,1 1 0,-1 0 0,0-1 0,1 1 0,-1 0 0,0 0 0,0-1 0,0 1 0,0 0 0,0 0 0,0-1 0,0 1 0,0 0 0,0 0 0,0-1 0,0 1 0,0 0 0,0 0 0,-1 1 0,0-1 0,0 0 0,0 0 0,0 0 0,0 0 0,0 0 0,0 0 0,0 0 0,0 0 0,-1 0 0,1-1 0,0 1 0,0 0 0,-1-1 0,1 1 0,-3 0 0,-9 2 0,0 0 0,-1 0 0,1-2 0,-1 1 0,1-2 0,-1 0 0,0 0 0,-17-4 0,-1-2 0,0-1 0,-42-14 0,60 16-273,0 0 0,1-1 0,-1-1 0,-12-8 0,-2-6-6553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55.77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94 24575,'169'-47'0,"-92"28"0,-54 13 0,0 1 0,1 1 0,33-2 0,-47 6 0,-1 0 0,0 1 0,0 0 0,1 0 0,-1 1 0,0 0 0,0 1 0,-1 0 0,1 0 0,-1 1 0,15 9 0,-12-6 0,-1 0 0,0 1 0,-1 0 0,0 1 0,0 0 0,-1 0 0,0 1 0,-1 0 0,0 0 0,-1 1 0,0 0 0,7 17 0,-11-23 0,0 1 0,-1-1 0,1 1 0,-1 0 0,0 0 0,0-1 0,-1 1 0,0 0 0,0 0 0,0 0 0,-1 0 0,0 0 0,0-1 0,0 1 0,-1 0 0,0-1 0,0 1 0,0-1 0,-1 1 0,0-1 0,0 0 0,0 0 0,0 0 0,-1-1 0,0 1 0,0-1 0,0 0 0,-6 4 0,7-5 0,-1 0 0,0 0 0,1-1 0,-1 0 0,0 1 0,-1-1 0,1-1 0,0 1 0,0-1 0,-1 1 0,1-1 0,-1-1 0,1 1 0,-1-1 0,1 1 0,-1-1 0,1 0 0,-1-1 0,-7-1 0,9 1 0,-1 0 0,1-1 0,-1 1 0,1-1 0,-1 0 0,1 0 0,0 0 0,0-1 0,0 1 0,0-1 0,0 0 0,1 0 0,-1 0 0,1 0 0,0 0 0,0 0 0,0 0 0,0-1 0,0 1 0,1-1 0,0 0 0,-1 1 0,0-7 0,1 2 19,-1-1 0,2 1 0,-1-1 0,1 1 0,0-1 0,1 0 0,0 1 0,0-1 0,1 1 0,0 0 0,1-1 0,0 1 0,0 0 0,0 0 0,1 1 0,1-1 0,5-7 0,1-1-263,1 1 0,1 0 0,0 1 0,1 1 1,0 0-1,26-17 0,-14 12-6582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56.08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56 24575,'3'1'0,"-1"-1"0,1 1 0,-1 0 0,0-1 0,0 1 0,0 0 0,1 0 0,-1 0 0,0 1 0,0-1 0,0 1 0,-1-1 0,1 1 0,0-1 0,0 1 0,-1 0 0,1 0 0,-1 0 0,0 0 0,1 0 0,1 4 0,4 8 0,-1-1 0,6 20 0,-7-18 0,62 166 0,-55-157 0,-12-24 0,1 1 0,-1-1 0,1 0 0,-1 1 0,1-1 0,-1 0 0,0 1 0,1-1 0,-1 0 0,1 0 0,-1 1 0,1-1 0,-1 0 0,1 0 0,0 0 0,-1 0 0,1 0 0,-1 0 0,1 0 0,-1 0 0,1 0 0,-1 0 0,1 0 0,-1 0 0,1 0 0,-1 0 0,1-1 0,-1 1 0,1 0 0,-1 0 0,1 0 0,-1-1 0,1 1 0,-1 0 0,1-1 0,-1 1 0,1 0 0,-1-1 0,0 1 0,1-1 0,-1 1 0,0-1 0,0 1 0,1-1 0,7-10 0,-1 0 0,-1-1 0,0 1 0,7-20 0,3-5 0,14-26 0,-11 20 0,1 2 0,30-44 0,-50 83 3,2-1-127,-1 0-1,1-1 1,0 1 0,0 0-1,0 0 1,0 0-1,0 0 1,0 0 0,0 0-1,5-2 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58.00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254 3 24575,'-3'-3'0,"-2"7"0,-5 7 0,6-3 0,1-1 0,0 1 0,1 0 0,0 0 0,0 0 0,0 0 0,0 11 0,1 63 0,2-47 0,-39 720 0,34-699 0,-25 276 0,-105 478 0,131-799 0,1-3 0,0-1 0,1 1 0,0-1 0,0 1 0,0 8 0,1-14 0,0-1 0,0 0 0,1 1 0,-1-1 0,0 1 0,1-1 0,-1 0 0,1 1 0,-1-1 0,1 0 0,-1 0 0,1 1 0,0-1 0,0 0 0,0 0 0,0 0 0,0 0 0,0 0 0,0 0 0,0 0 0,0 0 0,0 0 0,0-1 0,1 1 0,-1 0 0,0-1 0,0 1 0,1-1 0,-1 1 0,0-1 0,1 0 0,-1 0 0,3 1 0,22 0 0,49-3 0,-20-1 0,1317-20-1319,2117-54-4671,-3186 64 5704,41-1 789,-115 9 2960,-215 5-3846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59.1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64 114 24575,'-1'1'0,"1"-1"0,0 1 0,-1 0 0,1 0 0,0-1 0,-1 1 0,1 0 0,-1-1 0,1 1 0,-1 0 0,0-1 0,1 1 0,-1-1 0,0 1 0,1-1 0,-1 1 0,0-1 0,0 1 0,1-1 0,-1 0 0,0 1 0,0-1 0,0 0 0,1 0 0,-1 0 0,0 0 0,-1 0 0,-27 4 0,25-4 0,-7 1 0,15-1 0,23-1 0,396-35-562,-85 4-214,1221-28-3420,5 58 2290,-871 4 927,41-1 381,-248-1 4749,-467-1-3305,-14 1-632,-1-1 0,1 1 0,0-1 0,0 2 0,-1-1-1,1 0 1,0 1 0,0 0 0,-1 0 0,1 0 0,0 1 0,-1-1-1,7 5 1,-10-5-179,0 0 0,0 0 1,0 0-1,-1 0 0,1 1 0,0-1 0,-1 0 0,1 1 0,-1-1 0,1 0 0,-1 1 0,0-1 0,1 1 0,-1-1 0,0 1 0,0-1 0,0 3 0,-5 29 309,3-18-293,-11 111-51,-24 167 0,21-198 0,-87 543 0,79-438 0,4 243 0,22-417 0,-1-18 0,0 0 0,0 0 0,-1 0 0,-1 9 0,1-15 0,-1 0 0,1 0 0,-1-1 0,1 1 0,-1 0 0,1-1 0,-1 1 0,0 0 0,0-1 0,0 1 0,0-1 0,0 0 0,0 1 0,0-1 0,0 0 0,-1 1 0,1-1 0,0 0 0,-1 0 0,1 0 0,-1 0 0,1 0 0,-4 0 0,-31 10-1365,17-6-5461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39:59.94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365 200 24575,'14'-38'0,"-14"31"0,1-1 0,-1 0 0,0 1 0,0-1 0,-1 0 0,0 1 0,0-1 0,-1 0 0,0 1 0,0 0 0,-4-8 0,4 11 0,0 0 0,0 0 0,0 0 0,0 1 0,0-1 0,-1 1 0,0-1 0,0 1 0,0 0 0,0 0 0,0 0 0,0 0 0,-1 0 0,0 1 0,1 0 0,-1 0 0,0 0 0,0 0 0,0 0 0,-8-1 0,8 3 0,0 0 0,0 0 0,0 0 0,0 1 0,1 0 0,-1 0 0,0 0 0,1 0 0,-1 0 0,0 1 0,1 0 0,0-1 0,-1 1 0,1 0 0,0 1 0,0-1 0,0 1 0,-3 3 0,-7 6 0,1 1 0,-15 22 0,4-2 0,2 1 0,2 1 0,0 0 0,3 1 0,-21 67 0,27-69 0,2 1 0,1-1 0,2 1 0,1 0 0,2 1 0,4 60 0,3-67 0,10 41 0,-9-54 0,-2 1 0,0 0 0,-1 0 0,-1 0 0,-1 0 0,0 0 0,-3 28 0,1-40-151,0 1-1,0-1 0,-1 0 0,0 0 1,0-1-1,0 1 0,-1 0 1,-4 6-1,-6 5-6674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0.09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99 24575,'0'-3'0,"0"-4"0,3-4 0,5-1 0,3 0 0,6 1 0,7 3 0,5 2 0,4 0 0,6 0 0,2 2 0,4-3 0,-6 1-8191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0.33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27 24575,'0'-21'0,"0"16"0,1 17 0,37 562-1365,-38-550-5461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1.48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49 511 24575,'-5'-5'0,"0"-1"0,1 0 0,0 0 0,0 0 0,0-1 0,1 1 0,0-1 0,0 0 0,1 0 0,-1 0 0,2 0 0,-1 0 0,1 0 0,0 0 0,0-1 0,1-8 0,0 15 0,0 0 0,0 0 0,0 0 0,1 0 0,-1 0 0,0 1 0,0-1 0,0 0 0,1 0 0,-1 0 0,0 1 0,1-1 0,-1 0 0,1 0 0,-1 1 0,1-1 0,-1 0 0,2 0 0,-2 1 0,1 0 0,-1 0 0,0 0 0,1 0 0,-1 0 0,1 0 0,-1 0 0,0 0 0,1 0 0,-1 0 0,1 0 0,-1 0 0,0 0 0,1 0 0,-1 0 0,1 1 0,-1-1 0,0 0 0,1 0 0,-1 0 0,0 1 0,1-1 0,-1 0 0,0 1 0,1 0 0,2 2 0,-1 0 0,0 0 0,1 0 0,-1 1 0,0-1 0,2 8 0,8 30 0,-3 0 0,-1 0 0,3 55 0,-8-65 0,20 372 0,-23 2 0,0 27 0,0-417 0,1-1 0,0 0 0,1 1 0,1-1 0,0 0 0,6 13 0,-7-21 0,1 0 0,-1 0 0,1-1 0,1 0 0,-1 0 0,1 0 0,0 0 0,0 0 0,0-1 0,1 1 0,0-1 0,0 0 0,0-1 0,0 1 0,0-1 0,9 4 0,3-1 0,0 0 0,1 0 0,0-2 0,31 4 0,79 0 0,-89-6 0,442 14-641,-119-6-357,1817 115-4161,-713-33 3641,-806-71 2399,-640-21-937,4 1 693,1-1 0,0-2 0,0 0 0,-1-2 0,44-11 0,-65 14-581,0 0-1,-1 0 1,1 0 0,-1 0-1,1-1 1,-1 1 0,0-1-1,0 1 1,0-1 0,1 0-1,-2 0 1,1 0 0,0 0-1,0 0 1,-1 0 0,1 0-1,-1-1 1,1 1 0,-1-1-1,0 1 1,0-1 0,0 1 0,0-1-1,-1 0 1,1 1 0,-1-1-1,0 0 1,1 0 0,-1 1-1,-1-6 1,-1-6 234,-1 0 1,0 0-1,-1 1 1,-1 0-1,-5-13 1,-3-6-91,-16-64-286,3 0-1,5-2 0,4-1 1,-7-197-1,23 172-21,7 1-1,4 0 1,44-200-1,-34 243 109,2 1 0,5 1 0,2 1 0,79-144 0,-89 190 114,-12 21-20,1-1 0,-2 0 0,0-1 1,0 0-1,-1 1 0,-1-2 0,7-23 0,-11 33-94,0 1 0,-1-1 0,1 1 0,0-1 0,-1 1 0,1-1 0,-1 1 0,0-1 0,0 1 0,0-1 0,0 1 0,0 0 0,-1 0 0,1 0 0,-1 0 0,1 0 0,-1 0 0,0 0 0,0 0 0,0 0 0,0 1 0,0-1 0,-3-1 0,-4-2 0,0 0 0,0 0 0,-1 1 0,-15-5 0,-7 1 0,0 1 0,-57-6 0,-73 5 0,142 8 0,-1273 0-4145,1217 1 3958,-2413 64-2209,1398-30 496,766-31 1881,-4 1 4353,298-2-4563,13 0-3420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1.82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122 504 24575,'9'-5'0,"-1"0"0,0 0 0,0-1 0,0 0 0,-1-1 0,13-14 0,-5 3 0,21-35 0,-25 34 0,-1-1 0,-1 0 0,-1-1 0,-1 1 0,-1-2 0,0 1 0,-2-1 0,-1 1 0,0-1 0,-2 0 0,-1-40 0,-1 55 0,0 1 0,0-1 0,0 1 0,0 0 0,-1 0 0,0-1 0,-1 1 0,-4-9 0,6 14 0,1-1 0,-1 1 0,0 0 0,0 0 0,0-1 0,0 1 0,0 0 0,0 0 0,-1 0 0,1 0 0,0 0 0,0 1 0,-1-1 0,1 0 0,-1 0 0,1 1 0,0-1 0,-1 1 0,1 0 0,-1-1 0,1 1 0,-1 0 0,1 0 0,-1 0 0,0 0 0,1 0 0,-1 0 0,1 0 0,-1 0 0,1 1 0,-1-1 0,1 1 0,-1-1 0,1 1 0,0-1 0,-1 1 0,1 0 0,0 0 0,-1 0 0,-1 1 0,-3 3 0,0 0 0,0 0 0,1 1 0,0-1 0,0 1 0,0 1 0,0-1 0,-4 10 0,-3 7 0,-11 29 0,7-7 0,2 1 0,-15 83 0,-1 100 0,25-184 0,-12 149 309,-12 89-1983,23-243-5152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1.99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1 272 24575,'3'-6'0,"1"-6"0,3-6 0,0-3 0,2-2 0,3 0 0,3 1 0,1 2 0,4 3 0,6 2 0,7 0 0,4 0 0,5-1 0,9 0 0,3-2 0,-6 4-8191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2.3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1 104 24575,'-1'-5'0,"2"1"0,-1 0 0,1 0 0,-1-1 0,1 1 0,0 0 0,0 0 0,1 0 0,-1 0 0,1 0 0,0 0 0,0 1 0,1-1 0,-1 1 0,1-1 0,-1 1 0,1 0 0,0 0 0,0 0 0,1 0 0,-1 0 0,0 1 0,1 0 0,0 0 0,-1 0 0,1 0 0,0 0 0,0 1 0,0-1 0,0 1 0,1 0 0,3 0 0,0-1 0,-1 2 0,1-1 0,0 1 0,-1 0 0,1 0 0,0 1 0,-1 0 0,1 0 0,-1 1 0,1 0 0,-1 0 0,0 1 0,0 0 0,0 0 0,0 1 0,0 0 0,6 5 0,-7-4 0,-1 0 0,0 0 0,0 1 0,0 0 0,0 0 0,-1 0 0,0 0 0,0 1 0,-1-1 0,0 1 0,4 11 0,-5-8 0,0 1 0,0-1 0,0 1 0,-2 0 0,1 0 0,-1-1 0,-2 15 0,-2-1 0,-1 0 0,-1-1 0,-2 0 0,0 0 0,-1 0 0,-17 30 0,-2-8 0,-1-1 0,-61 69 0,40-54 0,48-56 0,0-1 0,0 1 0,0 0 0,0 0 0,0 0 0,1 0 0,-1 0 0,1 0 0,-2 5 0,3-7 0,0 0 0,0 0 0,1 0 0,-1 0 0,0 0 0,0 0 0,1 0 0,-1 0 0,0 0 0,1 0 0,-1 0 0,1 0 0,0 0 0,-1 0 0,1-1 0,0 1 0,-1 0 0,1 0 0,0-1 0,0 1 0,-1 0 0,1-1 0,0 1 0,0-1 0,0 1 0,0-1 0,0 0 0,0 1 0,0-1 0,0 0 0,0 1 0,0-1 0,2 0 0,25 6 0,1-2 0,0-1 0,0-1 0,37-2 0,-22 0 0,320-1-1365,-288 0-5461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4.8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0 24575,'-1'1'0,"0"-1"0,1 0 0,-1 0 0,0 1 0,1-1 0,-1 0 0,1 1 0,-1-1 0,0 1 0,1-1 0,-1 1 0,1-1 0,-1 1 0,1-1 0,-1 1 0,1-1 0,0 1 0,-1 0 0,1-1 0,0 1 0,-1 0 0,1-1 0,0 1 0,0 0 0,-1-1 0,1 1 0,0 0 0,0 0 0,-3 25 0,13 173 0,-3-99 0,10 609-385,-1-15 11,-15-665 374,-1-15 0,1 1 0,0-1 0,1 1 0,0-1 0,9 27 0,-4-30-1239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5.60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969 102 24575,'-10'-4'0,"1"0"0,-1 1 0,-15-4 0,-7-2 0,23 3 0,13 2 0,19-3 0,207-27 75,7 20-347,-204 13 168,1065-8-5323,3 56 2459,123 28 14,610 72 2687,-1784-143 393,493 65 4736,-526-66-4360,1 1 0,-1 1 1,0 0-1,29 14 1,-42-17-374,-1-1 0,1 2 1,-1-1-1,0 0 0,0 1 0,0-1 1,0 1-1,0 0 0,-1 0 0,1 0 1,-1 0-1,0 1 0,1-1 0,-2 1 1,1-1-1,0 1 0,-1 0 0,0 0 0,1-1 1,-1 1-1,-1 0 0,1 0 0,-1 0 1,1 0-1,-1 0 0,-1 8 0,-4 16 43,-2 0-1,0 0 1,-2-1-1,-20 44 1,9-23-102,-43 121-70,-71 311 0,107-340 0,6 0 0,-5 253 0,27-287 0,0 54 0,-1-155 0,0 1 0,-1-1 0,0 1 0,1-1 0,-2 0 0,1 0 0,-4 9 0,4-12 0,0 0 0,-1 0 0,1 0 0,0 0 0,-1 0 0,1-1 0,-1 1 0,0 0 0,0-1 0,0 0 0,1 1 0,-1-1 0,0 0 0,-1 0 0,1 0 0,0 0 0,0 0 0,0-1 0,-1 1 0,-1 0 0,-10 1 0,1-1 0,-1 0 0,0 0 0,-23-4 0,-59-12 0,54 8 0,-750-112-2528,-1065-30-1856,-6 102 480,442 59 4599,738-3-73,656-9-471,-103-2 2871,111-2-1865,20 3-1045,-1 0 0,1 1 1,0-1-1,0 1 0,-1-1 0,1 1 0,0-1 0,0 1 0,0-1 0,0 1 1,-1 0-1,1 0 0,0-1 0,0 1 0,0 0 0,0 0 0,1 0 1,255-34 2481,-190 28-2675,51-6-1178,-8 2-5036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6.02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219 366 24575,'13'-20'0,"-2"0"0,0-1 0,10-29 0,17-67 0,-37 111 0,3-5 0,-1 0 0,0 0 0,-1 0 0,0-1 0,0-12 0,-2 22 0,0 0 0,0 0 0,-1 0 0,1 0 0,0 0 0,-1 0 0,1 0 0,-1 0 0,0 0 0,1 0 0,-1 0 0,0 0 0,0 0 0,0 0 0,-1 0 0,1 1 0,0-1 0,-1 1 0,1-1 0,-1 1 0,1-1 0,-1 1 0,0 0 0,0 0 0,1-1 0,-1 1 0,0 1 0,0-1 0,0 0 0,0 0 0,0 1 0,0-1 0,0 1 0,-4-1 0,-1 1 0,0 0 0,0 0 0,0 1 0,0 0 0,0 0 0,0 0 0,0 1 0,0 0 0,0 1 0,1-1 0,-1 1 0,1 1 0,0-1 0,-11 9 0,6-5 0,1 2 0,0 0 0,0 0 0,1 0 0,0 1 0,1 1 0,-8 12 0,7-6 0,1-1 0,1 1 0,0 0 0,2 1 0,0-1 0,1 1 0,0 0 0,2 1 0,-1 18 0,2 15 0,11 100 0,25 48 0,-20-134 0,-4 0 0,4 79 0,-14-134 49,-1 1 0,-1-1 0,0 1-1,0-1 1,-1 1 0,-7 20 0,8-29-118,-1 0 1,1 1 0,-1-1 0,0 0-1,0 0 1,0 0 0,0 0-1,0 0 1,-1 0 0,1-1 0,-1 1-1,0-1 1,0 1 0,0-1 0,0 0-1,0-1 1,-1 1 0,1 0 0,0-1-1,-1 0 1,1 1 0,-1-2-1,1 1 1,-8 1 0,-21-1-6758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6.51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1 599 24575,'0'-10'0,"1"1"0,1 0 0,-1 0 0,2 1 0,-1-1 0,1 0 0,0 1 0,1-1 0,0 1 0,1 0 0,-1 0 0,2 1 0,-1 0 0,1-1 0,11-10 0,-5 7 0,1-1 0,0 2 0,1 0 0,0 0 0,0 1 0,1 1 0,25-10 0,14 1 0,1 2 0,1 3 0,92-8 0,13-3 0,-151 21 0,0 0 0,0 0 0,0-1 0,-1-1 0,1 0 0,-1 0 0,0-1 0,0 0 0,0 0 0,0-1 0,-1 0 0,0-1 0,-1 0 0,1 0 0,-1 0 0,-1-1 0,0 0 0,0 0 0,0-1 0,-1 0 0,0 0 0,-1 0 0,6-17 0,2-16 0,-10 32 0,1-1 0,0 1 0,1-1 0,0 1 0,6-12 0,-10 22 0,0 0 0,0 0 0,1 0 0,-1 0 0,0 0 0,0 0 0,0-1 0,0 1 0,0 0 0,0 0 0,0 0 0,0 0 0,0 0 0,0 0 0,0 0 0,0 0 0,0 0 0,0 0 0,1 0 0,-1 0 0,0 0 0,0 0 0,0 0 0,0 0 0,0 0 0,0 0 0,0 0 0,0 0 0,0 0 0,1 0 0,-1 0 0,0 0 0,0 0 0,0 0 0,0 0 0,0 0 0,0 0 0,0 0 0,0 0 0,0 0 0,1 0 0,-1 0 0,0 0 0,0 0 0,0 0 0,0 0 0,0 0 0,0 0 0,0 0 0,0 0 0,0 0 0,0 1 0,0-1 0,0 0 0,0 0 0,0 0 0,0 0 0,1 0 0,1 10 0,1 11 0,-12 104 0,0 15 0,9-124 0,1 1 0,0 0 0,2 0 0,0-1 0,1 1 0,6 17 0,-9-31 0,1 1 0,-1 0 0,1 0 0,0-1 0,0 1 0,1-1 0,-1 0 0,1 1 0,0-1 0,0 0 0,0-1 0,0 1 0,0 0 0,0-1 0,5 3 0,-5-4 0,0 0 0,0 0 0,0 0 0,1 0 0,-1 0 0,0-1 0,0 1 0,1-1 0,-1 0 0,0 0 0,1 0 0,-1-1 0,0 1 0,1-1 0,-1 0 0,0 1 0,0-2 0,0 1 0,4-2 0,5-3 0,0-2 0,-1 1 0,0-2 0,0 0 0,-1 0 0,0 0 0,0-2 0,-1 1 0,0-1 0,-1 0 0,-1-1 0,11-20 0,2-9 0,-1-2 0,17-63 0,-26 70 0,-5 20 0,-1 0 0,10-19 0,-14 35 0,0 0 0,0 0 0,0 0 0,0 0 0,0 0 0,0 0 0,0 0 0,0 0 0,0 0 0,0 0 0,0 0 0,0 1 0,0-1 0,0 0 0,0 0 0,0 0 0,0 0 0,0 0 0,0 0 0,0 0 0,0 0 0,0 0 0,0 0 0,0 0 0,0 0 0,0 0 0,0 1 0,0-1 0,0 0 0,0 0 0,0 0 0,0 0 0,1 0 0,-1 0 0,0 0 0,0 0 0,0 0 0,0 0 0,0 0 0,0 0 0,0 0 0,0 0 0,0 0 0,0 0 0,0 0 0,0 0 0,1 0 0,-1 0 0,0 0 0,0 0 0,0 0 0,0 0 0,0 0 0,0 0 0,0 0 0,0 0 0,0 0 0,0 0 0,0 0 0,0 0 0,0 0 0,1 0 0,-1 0 0,0-1 0,2 14 0,0 17 0,-5 525-1365,3-504-5461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8.35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25 4352 24575,'-1'0'0,"0"0"0,0 1 0,0-1 0,0 0 0,0 0 0,0 0 0,0 0 0,1 0 0,-1 0 0,0 0 0,0-1 0,0 1 0,0 0 0,0 0 0,0-1 0,0 1 0,1 0 0,-1-1 0,0 1 0,0-1 0,1 1 0,-1-1 0,0 0 0,0 1 0,1-1 0,-1 0 0,0-1 0,1 0 0,0 0 0,1 0 0,-1 0 0,1 1 0,-1-1 0,1 0 0,0 0 0,0 0 0,-1 1 0,1-1 0,1 1 0,-1-1 0,0 0 0,2-1 0,41-49 0,3 3 0,67-57 0,-82 78 0,783-635-2045,58 71-2455,38 55 0,17 42 2454,91-12 1888,171-90-543,-737 353 1470,-18-26 2788,-403 248-2453,-15 12-462,-1 0 0,-1-2-1,0 0 1,0 0 0,-1-2 0,17-21 0,-30 34-570,0 0 1,0 0-1,0-1 1,0 1 0,-1 0-1,1-1 1,0 1-1,-1-1 1,0 1-1,1-1 1,-1 1 0,0-1-1,1 1 1,-1-1-1,0-1 1,-1 2-4,1 0 0,0 0 1,0 0-1,-1 1 0,1-1 0,0 0 0,-1 0 0,1 0 1,-1 1-1,1-1 0,-1 0 0,0 0 0,1 1 1,-1-1-1,0 1 0,1-1 0,-1 0 0,-1 0 1,-2 0 55,1-1 0,-1 1 0,1 0 0,-1 0 0,0 0 0,1 1 0,-1-1 0,0 1 0,0 0 0,-6 0 0,-25 6-1314,2 2-5637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8.92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2403 24575,'5'-1'0,"0"0"0,0-1 0,-1 1 0,1-1 0,-1 0 0,1 0 0,-1 0 0,0-1 0,7-5 0,5-2 0,459-237-1051,13 29-974,-165 85-575,54-13 1287,1731-536-6116,40 114 6483,-1569 420 1290,-452 116 163,393-119 3906,-472 129-1858,-38 13-1801,-11 4 219,-21 0 1144,-26 2-2332,-9 3-4060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9.51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47 24575,'1540'-24'-5901,"-480"3"1788,1700 23 1007,-1484 5 3051,-1111-6 726,242-2 3840,-360-2-2232,-34-1-2217,-20 0-2601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0.15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156 217 24575,'-20'-14'0,"1"0"0,1-2 0,0 0 0,1 0 0,1-2 0,-18-24 0,32 40 0,1 0 0,-1 0 0,1-1 0,0 1 0,0 0 0,-1-1 0,2 1 0,-1-1 0,0 1 0,0-1 0,1 0 0,0 1 0,-1-1 0,1 1 0,0-1 0,0 0 0,0 1 0,1-1 0,0-3 0,0 4 0,0 0 0,0 0 0,0 1 0,0-1 0,1 1 0,-1-1 0,0 1 0,1-1 0,-1 1 0,1-1 0,0 1 0,-1 0 0,1 0 0,0 0 0,0 0 0,0 0 0,0 1 0,-1-1 0,1 0 0,0 1 0,0 0 0,0-1 0,1 1 0,-1 0 0,3 0 0,10 0 0,0 0 0,-1 1 0,1 1 0,-1 0 0,21 7 0,71 27 0,-73-23 0,434 169-763,-167-63-101,1249 506-3959,177 68-219,-611-281 4700,-119-45-130,-12 23 412,-597-220 1639,-13 22 2909,-304-146 1092,-99-70-6226,10 9-6180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2.89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 22 24575,'-3'-3'0,"-2"-4"0,5-1 0,1 4 0,0 6 0,4 8 0,1 10 0,-1 7 0,-1 8 0,-1 4 0,-1 6 0,-2 0 0,1 0 0,-1-2 0,-1-3 0,1-7-8191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3.03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36 113 24575,'0'-6'0,"0"-12"0,0-5 0,-4-3 0,-3 4 0,-1 8 0,0 10 0,0 9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3.2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 8 24575,'0'-3'0,"-3"-1"0,-1 3 0,0 8 0,4 6 0,2 11 0,4 9 0,0 10 0,0 5 0,-1 5 0,1 6 0,0-1 0,-1-2 0,-1-3 0,-2-11-8191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3.7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227 234 24575,'-4'0'0,"0"1"0,0 0 0,0 0 0,1 0 0,-1 1 0,0-1 0,0 1 0,1 0 0,-1 0 0,1 0 0,0 0 0,-1 1 0,1 0 0,0-1 0,1 1 0,-1 0 0,0 0 0,1 0 0,-3 5 0,0 0 0,0 0 0,0 0 0,0 1 0,1 0 0,1-1 0,-6 20 0,8-21 0,-1 1 0,1 0 0,1 0 0,-1-1 0,1 1 0,1 0 0,-1 0 0,1 0 0,1-1 0,-1 1 0,1-1 0,1 1 0,6 13 0,-6-16 0,-1 0 0,2-1 0,-1 1 0,1-1 0,-1 0 0,1 0 0,0-1 0,0 1 0,1-1 0,-1 0 0,1 0 0,0 0 0,0 0 0,0-1 0,0 0 0,0 0 0,0 0 0,0-1 0,1 0 0,8 1 0,-8-1 0,0-1 0,1 0 0,-1 0 0,0 0 0,0-1 0,0 0 0,0 0 0,0 0 0,0-1 0,0 0 0,-1 0 0,1-1 0,-1 0 0,1 0 0,-1 0 0,0 0 0,0-1 0,9-8 0,-11 8 0,0 1 0,1-1 0,-1-1 0,-1 1 0,1 0 0,-1-1 0,1 1 0,-1-1 0,-1 0 0,1 0 0,-1 0 0,1 0 0,-1 0 0,-1 0 0,1 0 0,-1 0 0,0 0 0,0 0 0,0 0 0,-1 0 0,0 0 0,0 0 0,-2-6 0,-2-3 0,-2 0 0,1 0 0,-2 1 0,1 0 0,-2 0 0,0 1 0,0 1 0,-1-1 0,-1 1 0,0 1 0,0 0 0,-1 0 0,-14-8 0,-20-11 0,-1 2 0,-61-25 0,104 50 0,0 0 0,-1 0 0,1 0 0,0 0 0,0 0 0,-5-5 0,9 7 0,0-1 0,-1 1 0,1-1 0,0 1 0,-1 0 0,1-1 0,0 1 0,-1-1 0,1 1 0,0-1 0,0 1 0,0-1 0,-1 1 0,1-1 0,0 1 0,0-1 0,0 1 0,0-1 0,0 1 0,0-1 0,0 0 0,1 0 0,-1 0 0,0 0 0,1 0 0,-1 0 0,1 1 0,0-1 0,-1 0 0,1 0 0,0 1 0,-1-1 0,1 0 0,0 1 0,0-1 0,0 1 0,-1-1 0,2 0 0,22-9 0,-1 1 0,1 0 0,1 2 0,-1 1 0,38-4 0,-51 7 0,0 2 0,0 0 0,0 0 0,0 1 0,0 0 0,19 3 0,-28-2 0,1-1 0,-1 1 0,1 0 0,-1 0 0,1 0 0,-1 0 0,0 0 0,1 1 0,-1-1 0,0 1 0,0 0 0,0-1 0,0 1 0,0 0 0,-1 0 0,1 0 0,-1 0 0,1 1 0,-1-1 0,1 0 0,-1 1 0,0-1 0,0 1 0,-1-1 0,1 1 0,0-1 0,-1 1 0,1-1 0,-1 1 0,0 0 0,0-1 0,0 1 0,-1 3 0,-1 17 0,-2-1 0,0 0 0,-2 0 0,-12 32 0,-7 27 0,17-39-1365,1-6-5461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4.03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 62 24575,'-1'-13'0,"1"-1"0,4 25 0,13 60 0,-11-40 0,1-1 0,20 50 0,-27-79 0,0-1 0,1 1 0,-1 0 0,0 0 0,0-1 0,1 1 0,-1 0 0,1 0 0,-1-1 0,1 1 0,-1 0 0,1-1 0,-1 1 0,1-1 0,-1 1 0,1 0 0,0-1 0,-1 0 0,1 1 0,0-1 0,0 1 0,-1-1 0,1 0 0,1 1 0,-1-1 0,0-1 0,-1 1 0,1-1 0,0 1 0,-1 0 0,1-1 0,0 1 0,-1-1 0,1 0 0,-1 1 0,1-1 0,-1 1 0,1-1 0,-1 0 0,1 0 0,-1 1 0,0-1 0,1 0 0,-1-1 0,13-47 0,-12 44 0,7-39 0,-6 26 0,1 1 0,1 0 0,0 0 0,1 0 0,1 0 0,12-24 0,-17 40 0,-1 0 0,1 0 0,-1 0 0,1 0 0,0 0 0,0 0 0,-1 0 0,1 0 0,0 0 0,0 1 0,0-1 0,0 0 0,0 0 0,0 1 0,0-1 0,0 1 0,0-1 0,0 1 0,0-1 0,0 1 0,1 0 0,-1-1 0,1 1 0,0 0 0,-1 1 0,0-1 0,0 1 0,1-1 0,-1 1 0,0-1 0,0 1 0,0 0 0,0 0 0,0-1 0,0 1 0,0 0 0,0 0 0,0 0 0,0 0 0,0 0 0,0 2 0,5 7 0,-1 1 0,0-1 0,6 20 0,-9-25 0,29 116-1365,-19-57-5461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4.62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1 105 24575,'0'-10'0,"0"1"0,1-1 0,0 1 0,3-13 0,-3 20 0,0-1 0,0 1 0,0-1 0,0 1 0,0-1 0,0 1 0,0 0 0,1-1 0,0 1 0,-1 0 0,1 0 0,0 0 0,0 0 0,0 1 0,0-1 0,0 0 0,0 1 0,0-1 0,1 1 0,2-1 0,-4 2 0,0-1 0,0 1 0,0 0 0,0 0 0,1 0 0,-1 0 0,0 0 0,0 0 0,0 0 0,0 1 0,0-1 0,1 0 0,-1 1 0,0-1 0,0 1 0,0-1 0,0 1 0,0-1 0,0 1 0,0 0 0,0-1 0,-1 1 0,1 0 0,0 0 0,0 0 0,0 0 0,-1 0 0,1 0 0,-1 0 0,1 0 0,0 0 0,-1 0 0,1 1 0,3 7 0,-1-1 0,0 1 0,2 10 0,-3-14 0,4 20-455,-2 0 0,4 48 0,-7-47-6371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4.77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16 120 24575,'0'-6'0,"0"-9"0,-4-4 0,0-2 0,0-1 0,1 0 0,4 7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5.10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16 24575,'0'-3'0,"0"-4"0,0 2 0,3 5 0,1 6 0,0 5 0,3 6 0,-1 7 0,2 9 0,4 5 0,-2 2 0,2 3 0,-2 1 0,1 0 0,-2-6 0,-2-5 0,-2-9-8191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5.56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51 275 24575,'0'25'0,"2"-1"0,0 0 0,7 25 0,-8-40 0,1-1 0,1 1 0,0-1 0,0 0 0,0 0 0,1 0 0,0 0 0,1-1 0,0 0 0,0 1 0,0-2 0,1 1 0,6 6 0,-9-11 0,0 0 0,0 0 0,1 0 0,-1 0 0,0-1 0,1 1 0,-1-1 0,1 0 0,-1 0 0,1 0 0,0 0 0,0-1 0,-1 1 0,1-1 0,0 0 0,-1 0 0,1-1 0,0 1 0,0-1 0,-1 0 0,1 0 0,-1 0 0,1 0 0,-1 0 0,1-1 0,-1 0 0,0 1 0,0-1 0,1-1 0,-1 1 0,-1 0 0,1-1 0,0 1 0,-1-1 0,1 0 0,-1 0 0,0 0 0,0 0 0,0 0 0,0-1 0,-1 1 0,1 0 0,-1-1 0,0 1 0,0-1 0,0 0 0,0 1 0,0-8 0,-2 2 0,0-1 0,0 0 0,-1 0 0,0 0 0,-1 1 0,0-1 0,0 1 0,-1 0 0,0 0 0,-11-16 0,-1 0 0,-2 1 0,-27-29 0,2 9 0,28 31 0,1-1 0,1 0 0,0-1 0,1-1 0,-18-30 0,29 44 0,0 0 0,0 1 0,1-1 0,-1 0 0,0 0 0,1 0 0,-1 1 0,1-1 0,0 0 0,0 0 0,0 0 0,0 0 0,0 0 0,0 0 0,0 0 0,0 1 0,1-1 0,-1 0 0,1-2 0,0 3 0,0-1 0,0 1 0,1-1 0,-1 1 0,0 0 0,0 0 0,1-1 0,-1 1 0,0 0 0,1 0 0,-1 0 0,1 0 0,-1 1 0,1-1 0,0 0 0,2 0 0,2 0 0,0 0 0,-1 0 0,1 0 0,0 1 0,-1 0 0,1 0 0,0 1 0,0-1 0,-1 1 0,1 1 0,8 2 0,-3 0 27,0 2-1,0 0 0,0 0 0,-1 0 1,0 2-1,0-1 0,-1 1 0,0 0 1,0 1-1,-1 0 0,0 1 0,9 14 1,-10-11-198,1 0 0,-2 0 1,0 0-1,0 1 0,-2 0 1,1 1-1,-2-1 0,0 1 1,2 28-1,-4-22-6655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5.8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10 24575,'1'-1'0,"0"0"0,-1 0 0,1 1 0,0-1 0,0 0 0,-1 1 0,1-1 0,0 1 0,0-1 0,0 1 0,0-1 0,0 1 0,0 0 0,0-1 0,0 1 0,0 0 0,0 0 0,0 0 0,0 0 0,0 0 0,0 0 0,0 0 0,1 0 0,0 1 0,0-1 0,-1 1 0,1 0 0,0 0 0,0 0 0,-1 0 0,1 0 0,-1 0 0,1 0 0,-1 1 0,2 1 0,2 4 0,0-1 0,0 1 0,-1 0 0,6 12 0,9 31 0,-12-32 0,0 1 0,2-1 0,11 20 0,-20-38 0,1 1 0,-1-1 0,0 0 0,1 1 0,-1-1 0,0 1 0,1-1 0,-1 0 0,0 1 0,1-1 0,-1 0 0,0 1 0,1-1 0,-1 0 0,1 0 0,-1 1 0,1-1 0,-1 0 0,1 0 0,-1 0 0,1 0 0,-1 1 0,1-1 0,-1 0 0,1 0 0,-1 0 0,1 0 0,-1 0 0,2-1 0,-1 1 0,0-1 0,0 1 0,0-1 0,0 0 0,0 0 0,0 0 0,0 1 0,0-1 0,0 0 0,0 0 0,0 0 0,0-2 0,20-39 0,-17 33 0,5-11 0,-5 10 0,0 0 0,1 0 0,0 0 0,0 1 0,1 0 0,1 0 0,-1 1 0,13-12 0,-18 19 0,0 0 0,0 0 0,0 0 0,0 0 0,1 0 0,-1 1 0,0-1 0,1 0 0,-1 1 0,1-1 0,-1 1 0,0 0 0,1-1 0,-1 1 0,1 0 0,-1 0 0,1 0 0,-1 0 0,1 0 0,-1 0 0,1 0 0,-1 1 0,1-1 0,1 1 0,-1 1 0,1-1 0,-1 1 0,1 0 0,-1-1 0,0 1 0,0 0 0,0 0 0,0 1 0,0-1 0,0 0 0,2 5 0,2 4 0,-1 0 0,0 0 0,-1 1 0,6 21 0,-2 11-1365,-3-1-5461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8.13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 74 24575,'-1'-14'0,"1"-21"0,-1 33 0,1 1 0,1-1 0,-1 1 0,0-1 0,0 1 0,0 0 0,1-1 0,-1 1 0,1-1 0,-1 1 0,1-1 0,0 1 0,0 0 0,-1 0 0,3-3 0,-2 4 0,-1 0 0,1 1 0,-1-1 0,1 0 0,-1 1 0,1-1 0,-1 0 0,1 1 0,-1-1 0,1 0 0,-1 1 0,1-1 0,-1 1 0,0-1 0,1 1 0,-1-1 0,0 1 0,1-1 0,-1 1 0,0-1 0,0 1 0,0 0 0,1-1 0,-1 1 0,0 1 0,7 17 0,67 289-1365,-68-279-5461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8.29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95 24575,'0'-6'0,"3"-8"0,1-6 0,0-1 0,2 2 0,1 4-8191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8.47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24575,'0'3'0,"0"4"0,3 4 0,1 7 0,3 5 0,4 7 0,2 6 0,0 6 0,0 7 0,1 3 0,2-1 0,1 1 0,-3-3 0,0-6 0,-3-11-8191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8.94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81 254 24575,'6'-15'0,"-4"13"0,-7 10 0,-1 3 0,1 0 0,0 1 0,1-1 0,0 1 0,0 0 0,2 0 0,-1 1 0,2-1 0,-1 0 0,2 1 0,0 18 0,2-22 0,0 1 0,0-1 0,1 0 0,0 0 0,1 0 0,0 0 0,0-1 0,1 0 0,0 1 0,0-1 0,8 7 0,-11-12 0,1 0 0,-1-1 0,1 1 0,0-1 0,0 0 0,0 0 0,0 0 0,0 0 0,0-1 0,1 1 0,-1-1 0,1 1 0,5 0 0,-6-2 0,0 0 0,0 0 0,0 0 0,-1 0 0,1-1 0,0 1 0,0-1 0,0 0 0,0 0 0,-1 0 0,1 0 0,0 0 0,-1 0 0,1-1 0,-1 1 0,0-1 0,1 0 0,-1 0 0,3-3 0,1-1 0,-1 0 0,0-1 0,0 0 0,0 1 0,-1-2 0,0 1 0,-1 0 0,1-1 0,-1 0 0,-1 0 0,0 0 0,0 0 0,0 0 0,-1 0 0,0 0 0,-1-15 0,0 11 0,-1 0 0,0 0 0,-1 0 0,-1 0 0,0 0 0,0 1 0,-1-1 0,-1 1 0,0 0 0,-11-19 0,9 20 0,-1-1 0,-1 1 0,0 0 0,0 1 0,0 0 0,-22-14 0,8 8 0,0 1 0,-33-14 0,53 27 0,-21-13 0,24 13 0,-1 1 0,1 0 0,0-1 0,-1 0 0,1 1 0,0-1 0,-1 1 0,1-1 0,0 1 0,0-1 0,0 0 0,-1 1 0,1-1 0,0 1 0,0-1 0,0 0 0,0 1 0,0-1 0,0 0 0,0 1 0,0-1 0,0 1 0,1-1 0,-1 0 0,0 1 0,0-1 0,0 1 0,1-1 0,-1 1 0,0-1 0,1 1 0,-1-1 0,1 1 0,-1-1 0,0 1 0,1-1 0,-1 1 0,1-1 0,0 0 0,6-4 0,0-1 0,0 1 0,0 1 0,1-1 0,0 1 0,0 0 0,15-4 0,-7 3 0,0 1 0,0 0 0,22-1 0,-35 4 0,1 1 0,-1-1 0,1 1 0,-1 0 0,1 0 0,-1 1 0,1-1 0,-1 1 0,0-1 0,1 1 0,-1 0 0,0 0 0,0 1 0,1-1 0,-1 1 0,0-1 0,0 1 0,-1 0 0,1 0 0,0 1 0,-1-1 0,1 0 0,-1 1 0,1 0 0,-1-1 0,0 1 0,0 0 0,-1 0 0,1 0 0,-1 0 0,1 0 0,-1 1 0,0-1 0,0 0 0,0 1 0,0 5 0,2 16-170,-1 0-1,-1 1 0,-1-1 1,-1 1-1,-1-1 0,-2 0 1,-7 30-1,3-26-6655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9.27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32 24575,'1'-1'0,"0"0"0,-1 0 0,1 0 0,1 0 0,-1 0 0,0 0 0,0 1 0,0-1 0,0 0 0,1 1 0,-1-1 0,0 1 0,0-1 0,1 1 0,-1-1 0,0 1 0,1 0 0,1 0 0,-2 0 0,0 0 0,0 0 0,0 1 0,0-1 0,0 1 0,0-1 0,0 1 0,0-1 0,0 1 0,0 0 0,0-1 0,-1 1 0,1 0 0,0-1 0,-1 1 0,1 0 0,0 0 0,0 1 0,2 3 0,-1 0 0,0 0 0,0 0 0,-1 0 0,0 0 0,1 0 0,-2 1 0,1 4 0,1 34 0,-2-29 0,0 0 0,1 0 0,1 1 0,0-1 0,9 28 0,-11-42 0,0-1 0,0 1 0,1-1 0,-1 1 0,0 0 0,0-1 0,1 1 0,-1-1 0,0 1 0,1-1 0,-1 1 0,0-1 0,1 1 0,-1-1 0,1 1 0,-1-1 0,1 0 0,-1 1 0,1-1 0,-1 0 0,1 1 0,-1-1 0,1 0 0,0 1 0,0-2 0,-1 1 0,1 0 0,-1 0 0,1 0 0,-1-1 0,1 1 0,-1 0 0,1-1 0,-1 1 0,1-1 0,-1 1 0,0 0 0,1-1 0,-1 1 0,1-1 0,-1 1 0,0-1 0,0 1 0,1-2 0,10-29 0,1-24 0,6-23 0,-16 70 0,1 0 0,0 0 0,0 1 0,1 0 0,0-1 0,0 1 0,8-8 0,-11 13 0,0 1 0,0 0 0,1-1 0,-1 1 0,0 0 0,1 0 0,-1 0 0,1 0 0,-1 0 0,1 0 0,0 0 0,-1 1 0,1-1 0,0 1 0,0-1 0,-1 1 0,1 0 0,0-1 0,0 1 0,0 0 0,0 0 0,-1 0 0,1 0 0,0 1 0,0-1 0,0 0 0,-1 1 0,1-1 0,0 1 0,0 0 0,-1 0 0,1 0 0,-1-1 0,1 1 0,-1 1 0,1-1 0,-1 0 0,3 2 0,5 6 0,0 0 0,-1 1 0,0-1 0,9 17 0,-12-20 0,11 19-455,0 2 0,21 50 0,-22-37-6371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24.50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19 126 24575,'-3'0'0,"-2"3"0,-2 1 0,3 0 0,5-4 0,9-4 0,8-3 0,9-2 0,4-4 0,8-5 0,2 0 0,4 1 0,-2-1 0,-6 0 0,-9 3-8191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24.71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 61 24575,'-2'-2'0,"1"0"0,0 1 0,0-1 0,0 0 0,0 0 0,0 0 0,0 0 0,1 0 0,-1-1 0,0 1 0,1 0 0,0 0 0,-1-4 0,1 5 0,0-1 0,0 1 0,0 0 0,0 0 0,0 0 0,0 0 0,0 0 0,0 0 0,1 0 0,-1 0 0,0-1 0,1 1 0,-1 0 0,1 0 0,-1 0 0,1 0 0,-1 1 0,1-1 0,0 0 0,-1 0 0,1 0 0,0 0 0,0 1 0,-1-1 0,1 0 0,0 1 0,0-1 0,1 0 0,-1 1 0,-1 0 0,1 0 0,-1 0 0,1 0 0,-1 0 0,1 0 0,-1 0 0,1 0 0,-1 0 0,1 1 0,-1-1 0,1 0 0,-1 0 0,1 1 0,-1-1 0,1 0 0,-1 0 0,0 1 0,1-1 0,-1 1 0,1-1 0,-1 0 0,0 1 0,1-1 0,-1 1 0,0-1 0,1 1 0,6 15 0,-6-14 0,13 39 0,-2 0 0,-2 0 0,6 50 0,-4-20 0,8 56-1365,-17-97-5461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24.88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126 60 24575,'3'-6'0,"1"-9"0,0-4 0,-4 4 0,-2 10 0,-4 13 0,-3 11 0,-4 9 0,-3 8 0,-2 8 0,0 2 0,-1 1 0,0-3 0,3-8-8191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25.05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0 107 24575,'0'-9'0,"0"-10"0,0-4 0,0-2 0,3 4 0,8 12 0,4 12 0,10 17 0,6 13 0,7 14 0,7 8 0,5 4 0,0 2 0,-8-11-8191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25.69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14 111 24575,'-7'-44'0,"5"38"0,1 1 0,0 0 0,0-1 0,0 1 0,1-1 0,-1 1 0,1-1 0,1 1 0,0-6 0,-1 11 0,0-1 0,0 1 0,0 0 0,0-1 0,0 1 0,0 0 0,0 0 0,0-1 0,0 1 0,0 0 0,1 0 0,-1 0 0,0-1 0,0 1 0,0 0 0,0 0 0,1-1 0,-1 1 0,0 0 0,0 0 0,0 0 0,1 0 0,-1-1 0,0 1 0,0 0 0,1 0 0,-1 0 0,0 0 0,0 0 0,1 0 0,-1 0 0,0 0 0,0 0 0,1 0 0,-1 0 0,0 0 0,0 0 0,1 0 0,-1 0 0,0 0 0,0 0 0,1 0 0,-1 0 0,0 0 0,0 0 0,1 0 0,-1 0 0,0 0 0,0 1 0,1-1 0,-1 0 0,0 0 0,0 0 0,0 0 0,1 1 0,-1-1 0,0 0 0,0 1 0,11 13 0,-4 2 0,0 0 0,-1 0 0,-1 1 0,4 19 0,9 73 0,-11-56 0,8 64-1365,-10-67-5461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26.00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29 298 24575,'-3'-6'0,"-2"-2"0,1-1 0,0 0 0,1 0 0,-5-15 0,8 22 0,0 1 0,-1-1 0,1 1 0,0 0 0,0-1 0,0 1 0,0-1 0,0 1 0,0 0 0,0-1 0,0 1 0,1-1 0,-1 1 0,0 0 0,1-1 0,-1 1 0,1 0 0,0-1 0,-1 1 0,1 0 0,0 0 0,0 0 0,0 0 0,0 0 0,0 0 0,0 0 0,0 0 0,0 0 0,0 0 0,0 0 0,1 1 0,-1-1 0,0 0 0,0 1 0,1-1 0,-1 1 0,1 0 0,-1-1 0,0 1 0,2 0 0,11-1 0,1 0 0,-1 1 0,0 1 0,22 4 0,7 0 0,85 0 0,-113-6 0,-1 0 0,1-1 0,0 0 0,-1-1 0,0-1 0,23-9 0,-33 12 0,-1-1 0,0 0 0,0 0 0,0 0 0,0 0 0,0-1 0,0 1 0,-1-1 0,1 1 0,-1-1 0,0 0 0,1 0 0,-2 0 0,1 0 0,0-1 0,0 1 0,-1 0 0,0-1 0,0 1 0,0-1 0,0 1 0,0-1 0,-1 0 0,1 1 0,-1-6 0,0 4 0,-1-1 0,1 1 0,-1 0 0,0 0 0,0 0 0,-1 0 0,0 1 0,1-1 0,-2 0 0,1 1 0,0-1 0,-1 1 0,0 0 0,0 0 0,0 0 0,0 0 0,-8-6 0,10 9 0,0 0 0,-1 0 0,1 0 0,0 0 0,0 1 0,0-1 0,-1 1 0,1-1 0,0 1 0,-1-1 0,1 1 0,0 0 0,-1-1 0,1 1 0,-1 0 0,1 0 0,0 0 0,-1 0 0,1 0 0,-1 1 0,-1 0 0,0 0 0,0 0 0,1 0 0,-1 1 0,1-1 0,-1 1 0,1 0 0,-1 0 0,1 0 0,0 0 0,-2 2 0,-5 7 0,1 1 0,0 0 0,-9 19 0,14-24 0,-94 188-1365,75-151-5461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26.17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73 24575,'3'-6'0,"1"-8"0,3-6 0,4 2 0,2 6 0,6 9 0,2 11 0,5 10 0,6 11 0,5 8 0,4 6 0,3 5 0,-7-5-8191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3.38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856 240 24575,'1'-29'0,"0"18"0,-1 0 0,0 0 0,0 1 0,-1-1 0,-1 0 0,-4-17 0,6 28 0,0 0 0,0 0 0,0 0 0,0 0 0,0 0 0,0 0 0,0 0 0,0 0 0,0 0 0,0 0 0,0 0 0,0 0 0,0 1 0,0-1 0,0 0 0,0 0 0,0 0 0,0 0 0,0 0 0,0 0 0,-1 0 0,1 0 0,0 0 0,0 0 0,0 0 0,0 0 0,0 0 0,0 0 0,0 0 0,0 0 0,0 0 0,0 0 0,0 0 0,0 0 0,0 0 0,0 1 0,0-1 0,0 0 0,-1 0 0,1 0 0,0 0 0,0 0 0,0 0 0,0 0 0,0 0 0,0 0 0,0-1 0,0 1 0,0 0 0,0 0 0,0 0 0,0 0 0,0 0 0,-1 0 0,1 0 0,0 0 0,0 0 0,0 0 0,0 0 0,0 0 0,0 0 0,0 0 0,0 0 0,-3 12 0,-1 15 0,-12 535-115,-101 716-460,111-1243 563,-3 38-1,9-67 29,-1 0-1,2 0 1,-1 0-1,1 0 1,0 0-1,0 0 1,0 0-1,5 11 1,-5-15 2,1 1 1,-1-1 0,1 0-1,0 1 1,0-1 0,0 0-1,0 0 1,1 0 0,-1 0-1,0-1 1,1 1 0,0-1-1,-1 1 1,1-1 0,0 0-1,-1 0 1,7 1 0,4 2 57,1-2 0,22 2 0,-22-3-65,338 28-481,168 16-366,1710 154-4283,-439-78 3104,-1722-116 1857,80 6 944,198-12 0,-326 0-434,1-1 0,-1-1 0,0-1 1,34-11-1,-50 14-235,-1-1 1,0 0 0,0 0-1,0 0 1,0 0 0,0-1-1,0 1 1,-1-1 0,1 0-1,-1 0 1,0 0 0,0-1 0,0 1-1,0-1 1,0 0 0,-1 1-1,0-1 1,0 0 0,0 0-1,0-1 1,-1 1 0,1 0-1,-1-1 1,0 1 0,0-1-1,-1 1 1,1-1 0,-1-5 0,-3-11 149,0 1 0,-1 0 1,-1 0-1,0 1 1,-17-37-1,9 22-94,-89-263-79,81 222-100,3-2 0,-7-79-1,18 67 7,4 0 0,4-1 0,4 1 0,4 0 0,23-100 0,137-428 0,-106 413 0,-60 195 0,-1 3 0,0-1 0,0 1 0,-1-1 0,2-9 0,-3 15 0,0 0 0,0-1 0,0 1 0,0 0 0,0 0 0,0 0 0,-1 0 0,1 0 0,0 0 0,0 0 0,-1 0 0,1 0 0,-1 0 0,1 0 0,-1 0 0,1 0 0,-1 0 0,0 0 0,1 0 0,-1 0 0,0 1 0,0-1 0,1 0 0,-1 1 0,0-1 0,0 0 0,0 1 0,0-1 0,0 1 0,0-1 0,0 1 0,0 0 0,-2-1 0,-35-5 0,-1 2 0,-42 0 0,-3 1 0,-3393-143-7419,1408 148 5444,1628 7 2028,150 0 4257,275-8-2483,33 1 91,-4-1-2032,88 6 144,-44-4-6851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3.77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178 301 24575,'13'-24'0,"-2"-1"0,0-1 0,-2 0 0,-1 0 0,-1-1 0,-2 0 0,3-28 0,-7 50 0,-1 0 0,-1 0 0,1 1 0,-1-1 0,0 0 0,0 1 0,0-1 0,-4-8 0,5 12 0,-1 0 0,1 0 0,-1 0 0,1 1 0,-1-1 0,1 0 0,-1 0 0,0 0 0,1 1 0,-1-1 0,0 0 0,0 1 0,1-1 0,-1 1 0,0-1 0,0 1 0,0 0 0,0-1 0,-1 0 0,0 1 0,1 0 0,0 1 0,-1-1 0,1 0 0,-1 0 0,1 1 0,0-1 0,0 1 0,-1-1 0,1 1 0,0-1 0,0 1 0,-1 0 0,1 0 0,0 0 0,0-1 0,0 1 0,-1 2 0,-5 4 0,1 0 0,1 1 0,-1 0 0,1 0 0,1 0 0,-1 0 0,1 1 0,-3 9 0,-20 78 0,10-14 0,-12 160 0,19 87 0,0-4 0,10-314 18,-2 17 141,-6 32 1,7-53-315,-1 0 0,1-1 1,-2 1-1,1-1 0,0 0 0,-1 1 1,-1-1-1,1-1 0,-1 1 1,-5 6-1,-5 1-6671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3.88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0 170 24575,'0'-6'0,"3"-5"0,5-7 0,6-4 0,4 0 0,9 2 0,6 3 0,6 0 0,6 3 0,8 2 0,-5 1-8191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04.35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1 179 24575,'0'-14'0,"0"-1"0,1 0 0,1 0 0,5-24 0,-6 34 0,1 1 0,0 0 0,-1 0 0,2 0 0,-1 0 0,0 0 0,1 0 0,-1 0 0,1 1 0,0 0 0,1-1 0,-1 1 0,0 0 0,1 0 0,0 1 0,0-1 0,-1 1 0,1 0 0,9-3 0,-4 2 0,0 1 0,0 0 0,0 0 0,1 1 0,-1 1 0,1-1 0,-1 2 0,0-1 0,1 1 0,-1 1 0,0-1 0,0 2 0,0-1 0,10 5 0,-10-4 0,1 1 0,-1 0 0,0 1 0,0 0 0,-1 1 0,1 0 0,-1 0 0,0 0 0,-1 1 0,0 1 0,0-1 0,11 16 0,-15-18 0,0 1 0,0-1 0,-1 1 0,0-1 0,0 1 0,0 0 0,0 0 0,-1 0 0,0 0 0,-1 0 0,1 0 0,-1 0 0,0 0 0,0 0 0,-2 9 0,-1-7 0,1 1 0,-1-1 0,0 0 0,-1 0 0,0 0 0,0-1 0,-1 1 0,0-1 0,-10 12 0,-1-3 0,0-1 0,-1-1 0,0 0 0,-1-1 0,-1-1 0,0-1 0,-33 15 0,44-23 0,-55 22 0,58-23 0,-1-1 0,1 0 0,0 1 0,-1-2 0,1 1 0,0-1 0,-1 1 0,1-1 0,-9-2 0,14 2 0,-1 0 0,1 0 0,0 0 0,-1 0 0,1 0 0,0 0 0,0 0 0,-1 0 0,1 0 0,0 0 0,0 0 0,-1-1 0,1 1 0,0 0 0,-1 0 0,1 0 0,0 0 0,0-1 0,0 1 0,-1 0 0,1 0 0,0 0 0,0-1 0,0 1 0,0 0 0,-1 0 0,1-1 0,0 1 0,0 0 0,0-1 0,0 1 0,0 0 0,0 0 0,0-1 0,0 1 0,0 0 0,0-1 0,0 1 0,0 0 0,0 0 0,0-1 0,0 1 0,0 0 0,0-1 0,0 1 0,0 0 0,0 0 0,0-1 0,1 1 0,-1 0 0,0 0 0,0-1 0,0 1 0,0 0 0,1 0 0,-1-1 0,0 1 0,0 0 0,1 0 0,-1 0 0,0 0 0,0-1 0,1 1 0,-1 0 0,0 0 0,0 0 0,1 0 0,-1 0 0,1 0 0,20-13 0,2 4 0,0 1 0,1 1 0,-1 1 0,1 1 0,1 1 0,41-1 0,-21 5 0,-1 1 0,82 14 0,-101-10 0,0 0 0,-1 2 0,0 1 0,29 12 0,-45-16 0,-1 0 0,1 0 0,0 1 0,-1 0 0,0 0 0,0 0 0,-1 1 0,1 0 0,-1 0 0,0 1 0,-1 0 0,0 0 0,0 0 0,0 1 0,6 14 0,-10-17 0,1-1 0,-1 1 0,0 0 0,0-1 0,0 1 0,-1 0 0,0 0 0,1-1 0,-2 1 0,1 0 0,-1 0 0,1-1 0,-1 1 0,-1 0 0,-1 5 0,0-4 0,0-1 0,0 1 0,0-1 0,-1 0 0,0 0 0,0-1 0,0 1 0,0-1 0,-1 0 0,-8 7 0,2-5 0,0 1 0,0-1 0,-1-1 0,0 0 0,1-1 0,-2 0 0,1-1 0,0 0 0,-1-1 0,1 0 0,-14-1 0,-2-1 60,0-2 0,1-2 0,-1 0 0,-38-12 0,-105-43-465,78 25-855,55 21-5566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6.47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16 24575,'0'-3'0,"0"-5"0,3 3 0,1 6 0,0 7 0,2 7 0,1 7 0,1 5 0,0 5 0,-1 3 0,-3 2 0,-1 0 0,-2-2 0,0-1 0,-1-4 0,0-6-8191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6.63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 88 24575,'0'-6'0,"0"-9"0,0-4 0,-3 1 0,-1 0 0,4 6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6.81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24575,'0'3'0,"0"4"0,0 4 0,3 4 0,5 4 0,0 7 0,2 3 0,3 8 0,-1 3 0,0 4 0,-1 0 0,0 0 0,-2-8-8191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7.28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0 239 24575,'17'-25'0,"-15"22"0,0 0 0,-1 0 0,1 0 0,1 0 0,-1 0 0,0 0 0,1 0 0,4-4 0,-6 7 0,-1 0 0,0 0 0,0 0 0,0 0 0,0-1 0,1 1 0,-1 0 0,0 0 0,0 0 0,0 0 0,1 0 0,-1 0 0,0 0 0,0 0 0,0 0 0,1 0 0,-1 0 0,0 0 0,0 0 0,0 0 0,1 0 0,-1 0 0,0 0 0,0 0 0,0 0 0,1 0 0,-1 0 0,0 0 0,0 0 0,0 1 0,1-1 0,-1 0 0,0 0 0,0 0 0,0 0 0,1 1 0,1 9 0,-4 14 0,1-22 0,-4 37 0,-1 66 0,5-95 0,2 0 0,-1 1 0,2-1 0,-1 0 0,1 0 0,1 0 0,0 0 0,0-1 0,1 1 0,0-1 0,11 18 0,-13-25 0,-1 0 0,1 1 0,0-1 0,0 0 0,0 0 0,0 0 0,0-1 0,0 1 0,0 0 0,1-1 0,-1 0 0,0 1 0,1-1 0,0 0 0,-1 0 0,1 0 0,-1-1 0,1 1 0,0-1 0,0 1 0,-1-1 0,1 0 0,0 0 0,0 0 0,-1 0 0,1-1 0,0 1 0,-1-1 0,1 1 0,0-1 0,-1 0 0,1 0 0,-1 0 0,1-1 0,2-1 0,1-1 0,-1 0 0,0 0 0,0 0 0,0-1 0,0 1 0,-1-1 0,1-1 0,-2 1 0,1 0 0,0-1 0,-1 0 0,0 0 0,4-11 0,-4 8 0,-1 0 0,0-1 0,0 1 0,-1 0 0,0-1 0,-1 1 0,0-1 0,0 1 0,-1-1 0,0 1 0,-1 0 0,0-1 0,0 1 0,-7-16 0,4 15 0,-1-1 0,-1 1 0,1 0 0,-1 0 0,-1 1 0,0-1 0,0 2 0,-1-1 0,0 1 0,0 1 0,-13-8 0,1 2 0,15 11 0,1-1 0,-1 0 0,1-1 0,0 1 0,1-1 0,-9-7 0,12 9 0,0 1 0,1 0 0,-1-1 0,0 1 0,1-1 0,-1 1 0,1-1 0,-1 1 0,1-1 0,0 1 0,-1-1 0,1 1 0,0-1 0,0 1 0,0-1 0,0 1 0,0-1 0,1 0 0,-1 1 0,0-1 0,1 1 0,-1-1 0,1 1 0,0 0 0,-1-1 0,1 1 0,0 0 0,0-1 0,0 1 0,0 0 0,2-2 0,3-5 0,0 1 0,1 0 0,0 1 0,0 0 0,0 0 0,1 0 0,0 1 0,0 0 0,0 1 0,1 0 0,12-5 0,-20 9 0,1 0 0,-1 0 0,0-1 0,0 1 0,1 0 0,-1 0 0,0 0 0,1 0 0,-1 1 0,0-1 0,1 0 0,-1 1 0,0-1 0,1 0 0,-1 1 0,0-1 0,0 1 0,0 0 0,0-1 0,0 1 0,1 0 0,-1 0 0,0 0 0,-1 0 0,1 0 0,0 0 0,0 0 0,0 0 0,-1 0 0,1 0 0,0 0 0,-1 1 0,1-1 0,-1 0 0,1 0 0,0 3 0,1 5 0,-1 0 0,1-1 0,-1 1 0,-1 12 0,0-15 0,1 43 159,-1-7-921,10 74 0,-3-83-6064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17.59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71 24575,'0'-3'0,"0"1"0,0-1 0,0 1 0,0-1 0,1 1 0,-1 0 0,1-1 0,1-3 0,-2 6 0,0 0 0,0 0 0,0 0 0,0 0 0,1 0 0,-1-1 0,0 1 0,0 0 0,0 0 0,0 0 0,0 0 0,0 0 0,0 0 0,1 0 0,-1 0 0,0-1 0,0 1 0,0 0 0,0 0 0,0 0 0,0 0 0,1 0 0,-1 0 0,0 0 0,0 0 0,0 0 0,0 0 0,1 0 0,-1 0 0,0 0 0,0 0 0,0 0 0,0 0 0,0 0 0,1 0 0,-1 0 0,0 1 0,0-1 0,0 0 0,0 0 0,0 0 0,1 0 0,6 13 0,-1 3 0,5 30 0,-8-32 0,0 0 0,1-1 0,7 17 0,-10-29 0,-1 0 0,1 0 0,-1 0 0,1 0 0,-1 0 0,1 0 0,-1 0 0,1 0 0,0 0 0,0 0 0,-1 0 0,1-1 0,0 1 0,0 0 0,0-1 0,0 1 0,0 0 0,0-1 0,0 1 0,2 0 0,-2-1 0,0 0 0,0-1 0,0 1 0,0 0 0,0 0 0,0 0 0,0-1 0,0 1 0,0-1 0,0 1 0,0 0 0,0-1 0,0 0 0,0 1 0,0-1 0,-1 0 0,1 1 0,1-2 0,3-5 0,1 0 0,-1 0 0,0-1 0,5-9 0,-5 7 0,18-35 0,-19 35 0,1-1 0,0 1 0,0 0 0,1 1 0,1-1 0,0 1 0,8-8 0,-14 16 0,0-1 0,0 2 0,0-1 0,0 0 0,1 0 0,-1 0 0,0 0 0,1 1 0,-1-1 0,0 1 0,1-1 0,-1 1 0,0-1 0,1 1 0,-1 0 0,1 0 0,-1 0 0,1 0 0,-1 0 0,1 0 0,-1 0 0,1 0 0,-1 0 0,0 1 0,1-1 0,-1 1 0,1-1 0,-1 1 0,0-1 0,1 1 0,-1 0 0,0 0 0,0 0 0,0-1 0,1 1 0,-1 0 0,0 0 0,0 1 0,0-1 0,-1 0 0,2 2 0,3 4 0,-1 0 0,0 0 0,0 0 0,-1 0 0,0 1 0,4 11 0,-1 12-682,6 58-1,-7-27-6143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26.96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65 24575,'0'-3'0,"0"-4"0,0-4 0,0-3 0,0-3 0,0 5 0,0 11 0,0 12 0,3 10 0,1 10 0,3 10 0,1 7 0,-2 8 0,-2 7 0,0 2 0,-3-1 0,0-11-8191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27.27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23 357 24575,'-4'-8'0,"0"0"0,1 0 0,0-1 0,0 0 0,1 1 0,-1-11 0,2 16 0,1 1 0,0-1 0,0 1 0,0 0 0,0-1 0,1 1 0,-1-1 0,1 1 0,-1-1 0,1 1 0,0 0 0,0-1 0,0 1 0,0 0 0,0 0 0,1 0 0,-1 0 0,1 0 0,-1 0 0,1 0 0,0 0 0,-1 1 0,1-1 0,0 1 0,0-1 0,4-1 0,15-7 0,2 0 0,-1 2 0,38-9 0,-30 9 0,39-15 0,-55 17 0,1-1 0,-1-1 0,0 0 0,20-16 0,-30 21 0,0 0 0,0-1 0,-1 1 0,0-1 0,0 1 0,0-1 0,0 0 0,0 0 0,-1-1 0,1 1 0,-1 0 0,-1-1 0,1 0 0,0 1 0,-1-1 0,0 0 0,0 0 0,-1 1 0,1-8 0,-1 12 0,0 0 0,0-1 0,0 1 0,0 0 0,0-1 0,0 1 0,0 0 0,0-1 0,0 1 0,0 0 0,0-1 0,0 1 0,0 0 0,0-1 0,0 1 0,0 0 0,0-1 0,-1 1 0,1 0 0,0 0 0,0-1 0,0 1 0,0 0 0,-1 0 0,1-1 0,0 1 0,0 0 0,-1 0 0,1-1 0,0 1 0,-1 0 0,1 0 0,0 0 0,0 0 0,-1-1 0,0 1 0,-11 8 0,-15 27 0,23-30 0,-24 32-682,-61 59-1,59-67-6143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27.44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1 102 24575,'3'-3'0,"1"-7"0,3-5 0,4-3 0,2-2 0,3 3 0,1 4 0,5 8 0,4 7 0,4 10 0,3 12 0,5 11 0,3 9 0,3 7 0,1 6 0,-8-5-8191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28.12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39 87 24575,'-3'-3'0,"-5"-7"0,0-6 0,1-2 0,2-2 0,1 6 0,2 9 0,1 7 0,1 11 0,0 8 0,0 8 0,1 8 0,-1 6 0,0 6 0,0 4 0,1 2 0,-1-8-8191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28.29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0 239 24575,'0'-6'0,"0"-9"0,0-7 0,0-7 0,3-1 0,5 2 0,3 1 0,3 3 0,3 6 0,4 5 0,5 6 0,1 0 0,2 2 0,3 1 0,1 2 0,-4 0-8191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28.41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214 65 24575,'0'-3'0,"0"-4"0,-3-4 0,-5-4 0,-3 2 0,-3 2 0,-3 6 0,-4 8 0,-2 6 0,-3 4 0,-3 7 0,-4 6 0,5-2-8191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28.60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1 145 24575,'3'-6'0,"4"-5"0,4-7 0,4-4 0,1-1 0,6 1 0,1 3 0,3 6 0,0 4 0,2 7 0,3 11 0,2 9 0,-2 8 0,1 6 0,0 7 0,-4-4-8191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46.63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32 8 24575,'13'-5'0,"-6"2"0,-10 18 0,-8 16 0,0 1 0,3 0 0,-9 59 0,16-79 0,0 0 0,1-1 0,1 1 0,0 0 0,0-1 0,4 15 0,-3-20 0,1 1 0,-1 0 0,1-1 0,0 0 0,0 0 0,1 0 0,0 0 0,0 0 0,0-1 0,1 0 0,7 7 0,-6-7-170,0-1-1,-1 0 0,1-1 1,1 1-1,-1-1 0,0 0 1,14 3-1,10 1-6655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46.82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 33 24575,'0'-4'0,"-3"-3"0,-2-4 0,1 3 0,1 5 0,1 8 0,0 8 0,5 5 0,1 6 0,0 5 0,-1 4 0,0-1 0,-2 1 0,0-3 0,-1-6-8191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47.02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56 24575,'0'-6'0,"3"-6"0,1-3 0,3 1 0,4 6 0,2 10 0,3 8 0,1 8 0,5 11 0,0 10 0,1 4 0,-4 4 0,-5 4 0,-8-1 0,-12 1 0,-13-3 0,-4-9-8191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47.59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141 35 24575,'-5'-5'0,"1"1"0,-1 0 0,0 0 0,0 0 0,-8-4 0,11 7 0,0 0 0,0 0 0,0 1 0,0-1 0,-1 0 0,1 1 0,0 0 0,0-1 0,0 1 0,-1 0 0,1 0 0,0 1 0,-1-1 0,1 0 0,0 1 0,0-1 0,0 1 0,0 0 0,-3 1 0,1 0 0,0 0 0,1 1 0,-1-1 0,1 1 0,0 0 0,0 0 0,0 0 0,0 0 0,0 1 0,1-1 0,-1 1 0,1 0 0,0 0 0,0 0 0,0 0 0,1 0 0,-1 0 0,0 6 0,0-2 0,0 0 0,1 1 0,0-1 0,1 1 0,-1-1 0,2 1 0,-1-1 0,3 13 0,0-10-97,1 0-1,0-1 1,0 0-1,1 0 1,0 0-1,1-1 1,0 1-1,0-1 1,1-1-1,0 1 1,1-1-1,0 0 0,14 10 1,1-3-6729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47.86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3 169 24575,'-1'-34'0,"0"23"0,0-1 0,1 1 0,1 0 0,0 0 0,0-1 0,1 1 0,4-13 0,-5 22 0,-1 0 0,1 0 0,0 0 0,0 1 0,0-1 0,0 0 0,0 1 0,1-1 0,-1 1 0,0-1 0,1 1 0,-1 0 0,1-1 0,0 1 0,-1 0 0,1 0 0,0 0 0,0 0 0,-1 1 0,1-1 0,0 0 0,0 1 0,0-1 0,0 1 0,0 0 0,0 0 0,0-1 0,0 1 0,0 0 0,0 1 0,0-1 0,0 0 0,0 1 0,0-1 0,-1 1 0,1-1 0,0 1 0,3 1 0,1 1 0,0 0 0,0 0 0,0 1 0,-1-1 0,1 1 0,-1 0 0,0 0 0,0 1 0,-1 0 0,7 8 0,-8-9 0,0 1 0,-1-1 0,0 1 0,0-1 0,0 1 0,0 0 0,-1 0 0,1 0 0,-1 0 0,-1 0 0,1 0 0,-1 0 0,0 0 0,0 1 0,0-1 0,-1 0 0,0 0 0,0 0 0,-1 5 0,-5 7 0,1 0 0,-2-1 0,0-1 0,-13 19 0,-13 25 0,33-58 7,1-1-1,-1 1 1,1 0-1,-1 0 1,1-1-1,0 1 1,-1 0-1,1 0 1,0 0-1,-1 0 1,1 0-1,0 0 1,0-1-1,0 1 1,0 0-1,0 0 0,0 0 1,0 0-1,0 0 1,0 0-1,0 0 1,0 0-1,1-1 1,-1 1-1,0 0 1,1 0-1,-1 0 1,0 0-1,1-1 1,-1 1-1,1 0 1,0 0-1,-1-1 1,1 1-1,-1 0 1,1-1-1,0 1 1,0-1-1,-1 1 1,1-1-1,0 1 1,0-1-1,0 0 1,-1 1-1,1-1 1,0 0-1,0 1 0,0-1 1,0 0-1,0 0 1,1 0-1,6 0-249,0 1-1,0-2 0,0 1 0,13-3 0,-16 2-239,23-4-6343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48.12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60 89 24575,'-3'-3'0,"0"-1"0,1 0 0,0 0 0,-1 0 0,1 0 0,1 0 0,-3-7 0,3 9 0,0 0 0,1 0 0,-1-1 0,0 1 0,1-1 0,0 1 0,0 0 0,-1-1 0,1 1 0,1-1 0,-1 1 0,0-1 0,1 1 0,0-5 0,0 6 0,0 0 0,1 0 0,-1 0 0,0 0 0,0 1 0,0-1 0,1 0 0,-1 1 0,0-1 0,1 0 0,-1 1 0,0 0 0,1-1 0,-1 1 0,1 0 0,-1 0 0,1 0 0,-1 0 0,1 0 0,-1 0 0,1 0 0,-1 0 0,0 0 0,1 1 0,-1-1 0,3 2 0,42 15 0,-39-14 0,5 3 0,0 0 0,-1 1 0,0 0 0,0 1 0,-1 0 0,1 1 0,-2 0 0,1 1 0,7 10 0,-13-15 0,-1 0 0,0 0 0,0 0 0,0 1 0,0-1 0,-1 1 0,0-1 0,0 1 0,1 11 0,-2-13 0,-1 0 0,0 0 0,0 0 0,-1 0 0,1 0 0,-1 0 0,0 0 0,0 0 0,0 0 0,0 0 0,-1 0 0,1 0 0,-1-1 0,0 1 0,-5 5 0,1-1 38,-2 0 0,1 0 0,-1-1 0,0 0 0,0-1 0,-1 0 0,0 0 0,-15 7 0,-7 1-892,-41 13 1,9-6-5973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48.74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111 107 24575,'-10'-9'0,"2"-1"0,-1-1 0,1 0 0,1 0 0,0-1 0,-5-12 0,11 22 0,0 0 0,0 0 0,-1 1 0,1-1 0,0 0 0,-1 1 0,1-1 0,-4-2 0,-2 4 0,1 12 0,-2 22 0,3 1 0,0 1 0,3-1 0,1 0 0,1 1 0,10 68 0,-8-95-124,0 1 0,0-1 0,1 0 0,1 0 0,-1 0 0,1 0-1,1-1 1,0 0 0,0 0 0,12 14 0,6 1-6702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49.10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62 151 24575,'-51'-96'0,"50"95"0,0-1 0,0 0 0,0 0 0,0 0 0,0 0 0,0 0 0,0 0 0,0 0 0,1 0 0,-1 0 0,1 0 0,0 0 0,0-1 0,0 1 0,0-2 0,0 3 0,1 0 0,-1-1 0,1 1 0,0 0 0,-1 0 0,1 0 0,0 0 0,0 0 0,0 0 0,0 1 0,0-1 0,0 0 0,0 0 0,0 1 0,0-1 0,0 1 0,0-1 0,0 1 0,1-1 0,-1 1 0,0-1 0,0 1 0,1 0 0,-1 0 0,0 0 0,3 0 0,11-2 0,-1 2 0,1 0 0,0 0 0,0 1 0,-1 1 0,1 1 0,-1 0 0,1 0 0,-1 2 0,0 0 0,13 7 0,-20-8 0,0 1 0,-1 0 0,0 1 0,0 0 0,0 0 0,-1 0 0,0 0 0,7 12 0,10 12 0,-18-27 0,-1 0 0,0 1 0,-1 0 0,1 0 0,-1-1 0,0 1 0,0 1 0,0-1 0,2 7 0,-4-9 0,1 0 0,-1 0 0,0 0 0,0 0 0,-1 0 0,1-1 0,0 1 0,0 0 0,-1 0 0,0 0 0,1 0 0,-1-1 0,0 1 0,0 0 0,1-1 0,-1 1 0,-1-1 0,1 1 0,0-1 0,0 1 0,-1-1 0,1 0 0,0 1 0,-1-1 0,-2 2 0,-14 8-195,-1-1 0,0 0 0,-1-2 0,0 0 0,0-1 0,-24 5 0,14-4-6631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49.29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33 24575,'6'-3'0,"9"-1"0,7-3 0,7-1 0,1 2 0,-1 2 0,-2 4 0,-3 5 0,-3 6 0,2 6 0,-3 7 0,-2 5 0,-4 8 0,-5 6 0,-6 9 0,-10 7 0,-14 7 0,-3-9-8191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49.84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73 29 24575,'0'-1'0,"0"0"0,0-1 0,-1 1 0,1 0 0,0-1 0,0 1 0,-1 0 0,1 0 0,-1 0 0,1-1 0,-1 1 0,0 0 0,0 0 0,1 0 0,-1 0 0,0 0 0,0 0 0,0 0 0,0 0 0,0 0 0,0 1 0,0-1 0,0 0 0,-2 0 0,2 0 0,0 1 0,0 0 0,0 0 0,0-1 0,0 1 0,1 0 0,-1 0 0,0 0 0,0 0 0,0 0 0,0 0 0,0 1 0,0-1 0,1 0 0,-1 0 0,0 1 0,0-1 0,0 0 0,1 1 0,-1-1 0,0 1 0,0-1 0,1 1 0,-1-1 0,0 1 0,1-1 0,-1 1 0,1 0 0,-1-1 0,0 1 0,1 0 0,0 0 0,-1-1 0,1 1 0,-1 0 0,1 0 0,0 1 0,-7 17 0,2 0 0,0 1 0,2 0 0,-3 30 0,4-9 0,5 48 0,-1-64 171,6 31 0,-6-47-415,0 0 0,1 0 0,0-1 0,0 1 1,1-1-1,8 14 0,0-7-6582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50.18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 19 24575,'-3'-17'0,"3"17"0,0 0 0,-1 0 0,1 0 0,0 0 0,0-1 0,0 1 0,0 0 0,0 0 0,-1 0 0,1 0 0,0 0 0,0 0 0,0 0 0,0 0 0,-1 0 0,1 0 0,0-1 0,0 1 0,0 0 0,0 0 0,-1 0 0,1 0 0,0 0 0,0 0 0,0 0 0,-1 0 0,1 0 0,0 1 0,0-1 0,0 0 0,0 0 0,-1 0 0,1 0 0,0 0 0,0 0 0,0 0 0,0 0 0,-1 0 0,1 1 0,-2 0 0,1 1 0,-1 0 0,1-1 0,0 1 0,0 0 0,-1 0 0,1 0 0,0 0 0,1 0 0,-2 3 0,-3 17 0,1 0 0,1 0 0,0 0 0,2 1 0,1-1 0,3 27 0,-3-47 0,0 1 0,0-1 0,1 1 0,-1-1 0,1 1 0,0-1 0,0 1 0,-1-1 0,2 0 0,-1 1 0,0-1 0,0 0 0,1 0 0,-1 0 0,1 0 0,0 0 0,-1 0 0,4 2 0,-3-3 0,-1 0 0,1-1 0,0 1 0,0 0 0,-1-1 0,1 1 0,0-1 0,0 1 0,0-1 0,0 0 0,0 0 0,-1 0 0,1 0 0,0 0 0,0 0 0,0 0 0,0-1 0,0 1 0,0-1 0,-1 0 0,1 1 0,0-1 0,-1 0 0,1 0 0,2-1 0,4-4 0,0-1 0,-1 0 0,1 0 0,-1 0 0,-1-1 0,0 0 0,0 0 0,0-1 0,-1 0 0,7-16 0,15-22 0,-22 45 0,-3 9 0,-1 12 0,-9 54 298,4-49-852,2-1-1,0 47 1,5-45-6272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0:50.38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 64 24575,'3'-3'0,"1"-7"0,0-6 0,-1-2 0,2 4 0,4 11 0,3 9 0,2 10 0,0 12 0,0 6 0,0 5 0,-1 5 0,-7 0 0,-7 0 0,-9-2 0,-17-1 0,-14-6 0,-2-7-8191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20.65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131 74 24575,'0'-4'0,"0"1"0,-1-1 0,1 1 0,-1-1 0,1 1 0,-1-1 0,0 1 0,-2-4 0,3 6 0,-1 0 0,1 1 0,0-1 0,-1 0 0,1 1 0,-1-1 0,1 1 0,-1-1 0,1 1 0,-1-1 0,0 1 0,1-1 0,-1 1 0,0 0 0,1-1 0,-1 1 0,0 0 0,1 0 0,-1-1 0,0 1 0,0 0 0,1 0 0,-1 0 0,0 0 0,0 0 0,1 0 0,-1 0 0,0 0 0,0 0 0,1 0 0,-1 0 0,0 1 0,0-1 0,1 0 0,-1 1 0,0-1 0,1 0 0,-1 1 0,0-1 0,1 1 0,-1-1 0,1 0 0,-1 1 0,0 1 0,-5 2 0,1 1 0,0 0 0,0 0 0,1 1 0,0-1 0,0 1 0,0 0 0,0 0 0,1 1 0,-5 12 0,0 4 0,-9 44 0,10-28 0,-3 53 0,9-73 0,1 0 0,1 0 0,0 0 0,9 36 0,-9-50 0,0 0 0,1 0 0,0 1 0,0-1 0,1 0 0,-1 0 0,1-1 0,0 1 0,0-1 0,1 1 0,-1-1 0,1 0 0,0 0 0,0-1 0,0 1 0,1-1 0,-1 0 0,10 5 0,-7-5 0,0-1 0,-1 0 0,1 0 0,0-1 0,0 0 0,0 0 0,0-1 0,0 0 0,0 0 0,0 0 0,-1-1 0,1 0 0,0-1 0,11-3 0,-7 1 0,1-1 0,0 0 0,-1 0 0,0-2 0,-1 1 0,1-1 0,-1-1 0,0 0 0,-1 0 0,0-1 0,-1 0 0,1-1 0,-2 0 0,1 0 0,-1 0 0,-1-1 0,7-15 0,-8 14 0,0 0 0,-1 0 0,0-1 0,-1 1 0,0-1 0,-1 0 0,-1 0 0,0 1 0,0-1 0,-2 0 0,1 0 0,-2 0 0,0 0 0,0 1 0,-1-1 0,-8-21 0,5 21 0,0 0 0,-1 1 0,-1 0 0,1 0 0,-18-19 0,19 24 0,-1 1 0,1 0 0,-1 0 0,0 1 0,0 0 0,-1 0 0,1 0 0,-1 1 0,0 0 0,-12-3 0,18 6 11,0 0 0,0 1 0,-1-1 0,1 1 0,0-1 0,-1 1 0,1 0 0,0 0 0,-1 0 0,1 0 0,0 0 0,-1 1 0,1-1 0,0 1 0,0-1 0,-1 1 0,1 0 0,0 0 0,0 0 0,0 0 0,0 0 1,0 0-1,0 1 0,0-1 0,0 1 0,1-1 0,-1 1 0,1 0 0,-1-1 0,-1 4 0,1-1-143,0 1 1,0-1 0,0 1-1,0 0 1,1 0 0,0 0 0,0 0-1,0 0 1,1 0 0,-1 0 0,1 0-1,2 10 1,1 11-6695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20.94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23 24575,'1'-19'0,"1"16"0,4 25 0,0-2 0,15 48 0,2-1 0,4-1 0,36 66 0,-58-124 0,-1-1 0,1 0 0,8 9 0,-12-15 0,0 0 0,0 0 0,0 0 0,0 0 0,1 0 0,-1 0 0,0 0 0,1 0 0,-1 0 0,1-1 0,1 2 0,-2-2 0,0 0 0,-1 0 0,1 0 0,0 0 0,-1 0 0,1 0 0,0 0 0,-1-1 0,1 1 0,0 0 0,-1 0 0,1 0 0,0-1 0,-1 1 0,1 0 0,-1-1 0,1 1 0,-1 0 0,1-1 0,-1 1 0,1-1 0,-1 1 0,1-1 0,-1 1 0,0-1 0,1 1 0,-1-1 0,1-1 0,3-9 0,1 0 0,-2-1 0,0 1 0,0-1 0,-1 0 0,0 0 0,-1-12 0,3-11 0,2-7 114,25-132-1593,-24 150-5347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21.29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19 136 24575,'0'3'0,"0"-1"0,0 1 0,1 0 0,-1 0 0,1 0 0,0-1 0,0 1 0,0 0 0,0-1 0,0 1 0,0-1 0,1 1 0,0-1 0,-1 1 0,1-1 0,0 0 0,0 0 0,0 0 0,0 0 0,0 0 0,1-1 0,-1 1 0,1-1 0,-1 1 0,1-1 0,-1 0 0,1 0 0,0 0 0,-1 0 0,4 0 0,-1 0 0,-1 0 0,0 0 0,1-1 0,-1 0 0,1 1 0,-1-2 0,1 1 0,-1 0 0,0-1 0,1 0 0,-1 0 0,0 0 0,0-1 0,1 1 0,-1-1 0,0 0 0,-1 0 0,1-1 0,4-2 0,-5 2 0,0 0 0,0 0 0,-1 0 0,1 0 0,-1-1 0,0 1 0,0-1 0,0 1 0,0-1 0,0 0 0,-1 0 0,0 0 0,1 0 0,-2 0 0,1 0 0,0 0 0,-1 0 0,0 0 0,0-1 0,0 1 0,0 0 0,-1 0 0,1 0 0,-1 0 0,0 0 0,-3-6 0,2 5 0,0 1 0,0 0 0,0-1 0,-1 1 0,1 0 0,-1 0 0,0 0 0,-1 0 0,1 1 0,-1 0 0,1-1 0,-1 1 0,0 0 0,0 1 0,0-1 0,-1 1 0,1 0 0,-1 0 0,1 0 0,-1 0 0,0 1 0,-6-2 0,9 3 0,-1 0 0,1 0 0,0 0 0,-1 0 0,1 0 0,0 0 0,-1 1 0,1-1 0,0 1 0,-1-1 0,1 1 0,0 0 0,0 0 0,0 0 0,0 0 0,-3 3 0,1-1 0,1 0 0,0 0 0,0 0 0,0 0 0,1 1 0,-1-1 0,1 1 0,-3 6 0,0 3 0,0 0 0,1 0 0,0 1 0,-3 22 0,5-17 0,0-1 0,1 1 0,1 0 0,5 32 0,-4-40 0,1-1 0,1 0 0,0 1 0,0-1 0,1-1 0,0 1 0,0 0 0,1-1 0,1 0 0,6 8 0,-9-13-114,0-1 1,0 0-1,0 0 0,1-1 0,-1 1 1,1-1-1,-1 1 0,1-1 0,0 0 1,0-1-1,5 3 0,16 2-6712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21.57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7 112 24575,'0'-27'0,"1"17"0,0 1 0,-1-1 0,-1 1 0,0-1 0,0 0 0,-5-17 0,44 117 0,31 87 0,-68-172 0,1 1 0,-1-1 0,-1 0 0,1 1 0,-1-1 0,0 6 0,0-10 0,0 0 0,0 0 0,0-1 0,0 1 0,0 0 0,0 0 0,0-1 0,-1 1 0,1 0 0,0-1 0,0 1 0,-1 0 0,1-1 0,0 1 0,-1 0 0,1-1 0,-1 1 0,1-1 0,-1 1 0,1-1 0,-1 1 0,1-1 0,-1 1 0,0-1 0,1 1 0,-1-1 0,0 0 0,1 1 0,-1-1 0,0 0 0,1 0 0,-1 0 0,0 1 0,1-1 0,-1 0 0,0 0 0,0 0 0,1 0 0,-1 0 0,0 0 0,0 0 0,1 0 0,-1-1 0,0 1 0,1 0 0,-1 0 0,0-1 0,1 1 0,-1 0 0,0-1 0,1 1 0,-1 0 0,1-1 0,-1 1 0,0-2 0,-3 0 0,-1-2 0,1 1 0,1 0 0,-1-1 0,0 0 0,1 0 0,0 0 0,0 0 0,0 0 0,0-1 0,1 1 0,-4-9 0,1 0 0,1 1 0,0-1 0,-4-23 0,7 26 34,0 0 1,1 1-1,0-1 0,1 1 0,0-1 0,1 1 0,-1-1 0,2 1 0,6-17 1,-8 22-94,0 1 0,0-1 0,1 1 0,0 0 0,0 0 0,0-1 1,0 1-1,0 1 0,0-1 0,1 0 0,0 0 0,-1 1 1,1 0-1,0-1 0,0 1 0,0 0 0,1 0 0,-1 1 0,0-1 1,1 1-1,-1 0 0,1 0 0,-1 0 0,1 0 0,-1 0 0,1 1 1,0-1-1,4 1 0,9 3-6767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22.39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198 454 24575,'0'-21'0,"1"6"0,-1 0 0,0 0 0,-1 0 0,-6-26 0,7 39 0,-1 0 0,1 0 0,-1-1 0,0 1 0,0 0 0,0 0 0,0 0 0,0 0 0,0 0 0,0 0 0,-1 0 0,1 1 0,-1-1 0,1 0 0,-1 1 0,0-1 0,0 1 0,0-1 0,0 1 0,0 0 0,0 0 0,0 0 0,0 0 0,0 0 0,0 1 0,0-1 0,-1 1 0,1-1 0,0 1 0,0 0 0,-1 0 0,1 0 0,0 0 0,-1 0 0,1 0 0,0 1 0,-4 0 0,1 1 0,0 0 0,0 0 0,0 0 0,1 1 0,-1-1 0,0 1 0,1 1 0,0-1 0,0 0 0,0 1 0,0 0 0,1 0 0,-1 0 0,1 1 0,0-1 0,-3 7 0,-3 5 0,1 0 0,1 0 0,-9 28 0,13-34 0,1 0 0,0 0 0,1 0 0,0 0 0,0 0 0,1 0 0,2 17 0,-1-23 0,-1-1 0,1 0 0,0 0 0,0 1 0,0-1 0,1 0 0,-1 0 0,1 0 0,-1 0 0,1 0 0,4 4 0,-4-5 0,0-1 0,-1 1 0,1-1 0,0 0 0,0 0 0,0 1 0,1-1 0,-1-1 0,0 1 0,0 0 0,0 0 0,1-1 0,-1 1 0,0-1 0,1 0 0,-1 0 0,0 0 0,5 0 0,-3-1 0,-1 1 0,1-1 0,0 0 0,-1 0 0,1 0 0,-1 0 0,0-1 0,1 1 0,-1-1 0,0 0 0,0 0 0,0 0 0,0 0 0,5-5 0,-1-2 0,1 0 0,-2 0 0,9-15 0,-10 15 0,1 0 0,0 1 0,12-15 0,-14 23 0,-1 8 0,-2 12 0,0-16 0,-1 1 0,1 0 0,-1 1 0,1-1 0,1 0 0,-1 1 0,1-1 0,0 0 0,0 0 0,0 0 0,1 0 0,0-1 0,6 9 0,-6-10 0,-1-1 0,1 0 0,-1 0 0,1 0 0,0 0 0,-1-1 0,1 1 0,0-1 0,0 1 0,1-1 0,-1 0 0,0 0 0,0-1 0,0 1 0,1 0 0,-1-1 0,0 0 0,1 0 0,-1 0 0,0 0 0,0-1 0,1 1 0,2-2 0,3 0 0,-1-1 0,1-1 0,-1 1 0,0-1 0,0-1 0,0 1 0,-1-1 0,1-1 0,-1 1 0,-1-1 0,1-1 0,-1 1 0,0-1 0,8-12 0,-3 4 0,-2-1 0,0 0 0,0-1 0,-1 1 0,-2-2 0,7-20 0,-6 9 0,-1 0 0,-1 0 0,1-46 0,-6 55 0,-1-1 0,0 1 0,-2-1 0,0 1 0,-12-39 0,13 54 0,0 0 0,0 1 0,0-1 0,-1 0 0,1 1 0,-1-1 0,0 1 0,-5-5 0,7 8 0,0 0 0,0 1 0,1-1 0,-1 1 0,0-1 0,0 1 0,0-1 0,1 1 0,-1-1 0,0 1 0,0 0 0,0-1 0,0 1 0,0 0 0,0 0 0,0 0 0,0 0 0,0 0 0,-2 0 0,2 0 0,0 1 0,-1-1 0,1 1 0,0 0 0,-1 0 0,1 0 0,0-1 0,0 1 0,0 0 0,0 0 0,0 0 0,0 1 0,0-1 0,0 0 0,1 0 0,-1 0 0,-1 3 0,-2 6 0,0-1 0,0 1 0,1 0 0,1 0 0,-1 0 0,0 20 0,-1 64 0,4-92 0,1 24 0,0 1 0,1 0 0,2 0 0,1-1 0,1 0 0,1 0 0,1 0 0,12 24 0,-18-45 0,1-1 0,-1 0 0,1 0 0,-1 0 0,1 0 0,0 0 0,1 0 0,-1-1 0,1 0 0,-1 1 0,1-2 0,8 6 0,-9-7 0,0 0 0,-1 0 0,1 0 0,0 0 0,0 0 0,0-1 0,0 0 0,0 1 0,0-1 0,0 0 0,0-1 0,1 1 0,-1 0 0,0-1 0,-1 0 0,1 0 0,0 0 0,0 0 0,0 0 0,0 0 0,4-4 0,5-3 0,-1 0 0,0-1 0,-1-1 0,0 0 0,0 0 0,-1-1 0,-1 0 0,1 0 0,-2-1 0,11-22 0,-2 1 0,-2-1 0,18-69 0,-25 79 0,-2-1 0,0 0 0,-2 1 0,1-43 0,-7 58 0,-1 11 0,-5 16 0,3 4-97,1 0-1,1 1 1,1-1-1,1 1 1,1 0-1,1 0 1,1 0-1,0 0 1,2 0-1,1-1 1,1 1-1,1-1 0,15 37 1,1-12-6729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22.89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349 93 24575,'1'-1'0,"1"0"0,-1 0 0,0-1 0,0 1 0,0 0 0,0-1 0,-1 1 0,1 0 0,0-1 0,0 1 0,-1-1 0,1 1 0,-1-1 0,1 1 0,-1-1 0,0 0 0,0 1 0,0-1 0,1 0 0,-2 1 0,1-1 0,0 1 0,0-1 0,0 0 0,-1 1 0,1-1 0,-1 1 0,1-1 0,-1 1 0,0-1 0,1 1 0,-1-1 0,0 1 0,-2-2 0,1 0 0,-1 0 0,1 0 0,-1 0 0,0 1 0,0-1 0,0 1 0,-1-1 0,1 1 0,0 0 0,-1 1 0,0-1 0,1 1 0,-5-2 0,-6 0 0,1 2 0,-1-1 0,1 1 0,-1 1 0,1 1 0,-1 0 0,1 0 0,-1 2 0,1-1 0,-16 7 0,20-7 0,0 1 0,0 1 0,1 0 0,-1 0 0,1 1 0,0 0 0,0 0 0,1 1 0,0 0 0,-1 0 0,2 1 0,-1-1 0,1 2 0,0-1 0,-7 13 0,11-16 0,0-1 0,1 1 0,-1 0 0,1 0 0,0 0 0,0-1 0,0 1 0,0 0 0,1 0 0,0 0 0,0 0 0,0 0 0,0 0 0,0 0 0,3 8 0,-1-7 0,0 1 0,0-1 0,1-1 0,-1 1 0,1 0 0,0-1 0,1 1 0,-1-1 0,1 0 0,6 5 0,6 4 0,0-1 0,1-1 0,1 0 0,0-2 0,21 9 0,2-1 0,-22-10 0,-1 1 0,0 0 0,-1 2 0,20 13 0,-35-22 0,-1-1 0,0 1 0,0 0 0,0 0 0,0-1 0,0 1 0,0 0 0,0 0 0,0 0 0,0 0 0,-1 0 0,1 1 0,0-1 0,-1 0 0,1 0 0,0 0 0,-1 1 0,0-1 0,1 0 0,-1 1 0,0-1 0,0 0 0,1 1 0,-1-1 0,0 0 0,-1 2 0,1-1 0,-1 0 0,0-1 0,0 1 0,-1-1 0,1 1 0,0-1 0,0 1 0,-1-1 0,1 0 0,-1 1 0,1-1 0,-1 0 0,1 0 0,-1 0 0,-3 1 0,-8 3 0,-1 0 0,0 0 0,-23 3 0,20-5-455,0-1 0,-29 0 0,12-3-6371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23.06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17 24575,'10'-4'0,"0"1"0,0 0 0,0 1 0,1 0 0,-1 1 0,19 0 0,-27 1 0,1 0 0,-1 0 0,1 0 0,-1 1 0,1-1 0,-1 1 0,1 0 0,-1 0 0,0 0 0,0 0 0,1 0 0,-1 0 0,0 1 0,0-1 0,0 1 0,0-1 0,0 1 0,-1 0 0,1 0 0,0 0 0,-1 0 0,1 0 0,-1 0 0,0 0 0,0 0 0,0 0 0,0 1 0,0-1 0,0 1 0,0-1 0,-1 0 0,0 1 0,1 2 0,4 113 0,-2-21 0,36 186-1365,-29-242-5461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23.83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7 395 24575,'-3'-13'0,"2"13"0,1 0 0,0-1 0,-1 1 0,1-1 0,0 1 0,0-1 0,0 1 0,-1-1 0,1 1 0,0-1 0,0 1 0,0-1 0,0 1 0,0-1 0,0 1 0,0-1 0,0 1 0,0-1 0,0 1 0,0-1 0,0 1 0,0-1 0,0 1 0,1-1 0,-1 1 0,0-1 0,0 1 0,1-1 0,-1 1 0,0 0 0,0-1 0,1 1 0,-1-1 0,1 1 0,-1 0 0,0-1 0,1 1 0,-1 0 0,1-1 0,-1 1 0,1 0 0,-1 0 0,0 0 0,1-1 0,-1 1 0,1 0 0,-1 0 0,1 0 0,-1 0 0,1 0 0,0 0 0,0 0 0,13-3 0,0 0 0,0 2 0,0-1 0,27 3 0,12-2 0,-6-3 0,62-13 0,-96 15 0,0-2 0,0 0 0,0 0 0,0-1 0,-1-1 0,0 0 0,0 0 0,0-1 0,15-13 0,-26 19 0,0 1 0,0-1 0,0 0 0,0 0 0,0 0 0,0 1 0,0-1 0,0 0 0,-1 0 0,1 0 0,0-1 0,-1 1 0,1 0 0,0 0 0,-1 0 0,0 0 0,1-1 0,-1 1 0,0 0 0,1 0 0,-1-1 0,0 1 0,0 0 0,0 0 0,0-1 0,0 1 0,0 0 0,-1-1 0,1 1 0,0 0 0,-1 0 0,1 0 0,0-1 0,-1 1 0,0 0 0,1 0 0,-1 0 0,0 0 0,1 0 0,-1 0 0,0 0 0,0 0 0,0 0 0,-2-1 0,-1-1 0,0 0 0,0 1 0,0-1 0,-1 1 0,1 0 0,-1 0 0,0 1 0,1 0 0,-1-1 0,-6 1 0,4 0 0,1 1 0,-1 0 0,0 0 0,1 0 0,-1 1 0,1 0 0,-1 1 0,1-1 0,0 1 0,-1 1 0,1-1 0,0 1 0,-8 5 0,7-3 0,0 0 0,0 1 0,0 0 0,0 0 0,1 0 0,0 1 0,1 0 0,-1 1 0,-4 9 0,4-8 0,1 1 0,1 0 0,-1 0 0,2 0 0,0 1 0,0-1 0,0 1 0,2 0 0,-1 0 0,1-1 0,1 1 0,0 0 0,1 0 0,0 0 0,0 0 0,6 19 0,-6-25 0,1-1 0,0 1 0,0-1 0,0 1 0,0-1 0,1 0 0,0 0 0,0 0 0,0 0 0,0-1 0,1 1 0,-1-1 0,1 0 0,0 0 0,0 0 0,0 0 0,0-1 0,0 1 0,1-1 0,-1 0 0,8 2 0,-5-3 0,-1 0 0,0-1 0,0 1 0,1-1 0,-1-1 0,0 1 0,1-1 0,-1 0 0,0 0 0,0-1 0,0 0 0,0 0 0,0 0 0,0-1 0,-1 0 0,8-4 0,-4 1 0,-1 0 0,-1 0 0,1 0 0,-1-1 0,0 0 0,0 0 0,-1-1 0,0 0 0,9-15 0,-8 9 0,-1 1 0,0-2 0,-1 1 0,-1-1 0,5-24 0,-8 32 0,-1 3 0,0 1 0,0 0 0,1 0 0,-1 0 0,1-1 0,0 1 0,0 0 0,0 0 0,1 0 0,-1 0 0,3-3 0,1 42 0,-3-12 0,2 1 0,9 36 0,-9-50 0,-1 0 0,1 0 0,1-1 0,0 1 0,1-1 0,0 0 0,12 14 0,-16-21 0,0 0 0,1-1 0,-1 0 0,1 1 0,0-1 0,-1 0 0,1 0 0,0-1 0,0 1 0,0-1 0,1 1 0,-1-1 0,0 0 0,0 0 0,1 0 0,-1-1 0,5 1 0,-2-1 0,-1 0 0,0-1 0,0 0 0,1 0 0,-1 0 0,0-1 0,0 1 0,0-1 0,-1 0 0,8-4 0,-1-1 0,0 0 0,-1-1 0,0 0 0,0-1 0,-1 0 0,0 0 0,-1-1 0,12-17 0,-13 15 0,1-1 0,-2 0 0,0 0 0,0 0 0,-1-1 0,-1 0 0,5-24 0,-8 30 0,0 1 0,-1-1 0,0 0 0,0 1 0,-1-1 0,0 1 0,0-1 0,-1 1 0,0-1 0,0 1 0,0 0 0,-1 0 0,0 0 0,-1 0 0,1 0 0,-7-7 0,-4-4 0,10 14 0,0-1 0,0 0 0,0 0 0,1-1 0,0 1 0,0-1 0,0 1 0,1-1 0,-1 0 0,1 0 0,1 0 0,-2-10 0,3-26 0,0 33 0,1 1 0,-2-1 0,1 0 0,-1 1 0,-2-12 0,3 20 0,0 0 0,0 1 0,0-1 0,0 0 0,0 0 0,0 0 0,0 1 0,0-1 0,0 0 0,-1 0 0,1 0 0,0 1 0,0-1 0,0 0 0,0 0 0,0 0 0,0 1 0,0-1 0,-1 0 0,1 0 0,0 0 0,0 0 0,0 0 0,0 1 0,-1-1 0,1 0 0,0 0 0,0 0 0,0 0 0,-1 0 0,1 0 0,0 0 0,0 0 0,0 0 0,-1 0 0,1 0 0,0 0 0,0 0 0,-1 0 0,1 0 0,0 0 0,0 0 0,0 0 0,-1 0 0,1 0 0,0 0 0,0 0 0,0 0 0,-1 0 0,1-1 0,0 1 0,0 0 0,0 0 0,0 0 0,-1 0 0,1 0 0,0-1 0,0 1 0,0 0 0,0 0 0,0 0 0,0 0 0,-1-1 0,1 1 0,0 0 0,0 0 0,0 0 0,0-1 0,-8 18 0,2 13 0,1 0 0,2 0 0,0 1 0,4 56 0,-1-71 0,3 28-227,1-1-1,2 0 1,3 0-1,0 0 1,28 71-1,-24-81-6598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24.28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38 24575,'77'-3'0,"-67"1"0,0 1 0,0-1 0,0-1 0,-1 1 0,1-2 0,14-6 0,-22 9 0,0-1 0,0 1 0,0 0 0,0 0 0,1 0 0,-1 0 0,0 1 0,1-1 0,-1 0 0,1 1 0,2 0 0,-4 0 0,0 0 0,-1 1 0,1-1 0,0 1 0,0 0 0,0-1 0,0 1 0,-1-1 0,1 1 0,0 0 0,-1 0 0,1-1 0,-1 1 0,1 0 0,0 0 0,-1 0 0,0 0 0,1 0 0,-1 0 0,0 0 0,1 0 0,-1 0 0,0 0 0,0 0 0,0 0 0,0 0 0,0 0 0,0 0 0,0 0 0,0 1 0,2 54 0,-1-32 0,0 1 0,8 38 0,-7-56 0,0 1 0,0 0 0,1-1 0,0 0 0,0 0 0,1 0 0,0 0 0,0 0 0,1-1 0,0 0 0,0 0 0,8 7 0,-11-10 0,0-1 0,1 0 0,-1 0 0,1 0 0,0-1 0,-1 1 0,1-1 0,0 1 0,0-1 0,0 0 0,0 0 0,0 0 0,0-1 0,0 1 0,0-1 0,1 1 0,-1-1 0,6-1 0,-5 0 0,0 0 0,0 0 0,0 0 0,0-1 0,-1 0 0,1 1 0,0-2 0,-1 1 0,1 0 0,-1-1 0,0 1 0,5-6 0,0-1 0,0 0 0,-1-1 0,-1 1 0,1-1 0,-1-1 0,-1 1 0,0-1 0,-1 0 0,4-13 0,-4 7 0,0 0 0,-2 0 0,1-1 0,-2 1 0,-1 0 0,-1-24 0,1 56 0,0 1 0,-2 15 0,0 10 0,2 111-1365,0-126-5461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24.5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238 0 24575,'-21'2'0,"0"0"0,1 2 0,-1 0 0,1 1 0,0 1 0,0 1 0,-25 13 0,41-19 0,1 1 0,0 0 0,0-1 0,0 1 0,0 0 0,0 1 0,0-1 0,0 0 0,1 1 0,-1 0 0,1 0 0,0 0 0,0 0 0,0 0 0,-3 5 0,5-6 0,-1 1 0,0 0 0,1 0 0,-1 0 0,1-1 0,0 1 0,0 0 0,0 0 0,0 0 0,1 0 0,-1 0 0,1-1 0,-1 1 0,1 0 0,0 0 0,0-1 0,1 1 0,-1 0 0,0-1 0,3 3 0,11 16 0,2 0 0,0-1 0,1-1 0,22 18 0,-23-23 0,0 2 0,-1 0 0,-1 1 0,-1 0 0,0 1 0,12 22 0,-24-38 0,-1 0 0,0 0 0,-1-1 0,1 1 0,0 0 0,0 0 0,-1 0 0,1 0 0,-1 0 0,0 0 0,1 0 0,-1 0 0,0 0 0,0 0 0,0 0 0,-1 0 0,1-1 0,0 1 0,-1 0 0,1 0 0,-1 0 0,0 0 0,1 0 0,-1 0 0,0-1 0,0 1 0,0 0 0,-1-1 0,1 1 0,0-1 0,0 1 0,-1-1 0,1 1 0,-1-1 0,0 0 0,1 0 0,-1 0 0,0 0 0,-2 1 0,-7 3 0,1-1 0,-1-1 0,0 0 0,-1 0 0,-17 2 0,-36 2-1365,-1-3-5461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24.94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28 5 24575,'-3'0'0,"1"0"0,-1 0 0,1 1 0,0-1 0,-1 1 0,1-1 0,0 1 0,-4 2 0,6-3 0,0 0 0,0 0 0,-1 0 0,1 0 0,0 0 0,0 0 0,0 0 0,0 0 0,0 0 0,-1 1 0,1-1 0,0 0 0,0 0 0,0 0 0,0 0 0,0 0 0,0 1 0,0-1 0,0 0 0,-1 0 0,1 0 0,0 0 0,0 0 0,0 1 0,0-1 0,0 0 0,0 0 0,0 0 0,0 1 0,0-1 0,0 0 0,0 0 0,0 0 0,0 0 0,0 1 0,0-1 0,0 0 0,0 0 0,1 0 0,-1 1 0,14 5 0,5-2 0,-1-1 0,1-1 0,36-1 0,-32-1 0,536-9-1661,-214 0 28,27 5-1069,1668-6-2525,10 12 7275,-1475 0-741,-669 0 4732,-2 3-6165,30-1-6110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26.26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496 1 24575,'0'0'0,"-1"0"0,1 0 0,-1 0 0,1 0 0,-1 0 0,1 0 0,-1 0 0,1 0 0,-1 0 0,1 0 0,-1 0 0,1 0 0,-1 0 0,1 0 0,-1 0 0,1 0 0,-1 1 0,1-1 0,-1 0 0,1 0 0,-1 1 0,1-1 0,0 0 0,-1 0 0,1 1 0,-1 0 0,12 6 0,26 6 0,-35-12 0,206 71 0,-156-51 0,95 54 0,-121-59 0,-1 1 0,-1 1 0,0 1 0,-1 2 0,21 24 0,-29-27 0,-1 1 0,-1 0 0,0 0 0,-1 2 0,-2-1 0,0 2 0,11 34 0,-12-24 0,-2 1 0,-2 0 0,-1 0 0,-1 0 0,-2 1 0,-1-1 0,-1 1 0,-3-1 0,-13 64 0,-1-30 0,-2-1 0,-3-1 0,-57 112 0,60-139 0,-2-1 0,-1 0 0,-2-2 0,-2-1 0,0-1 0,-3-1 0,0-2 0,-2-1 0,-1-2 0,-2 0 0,-70 39 0,20-24 0,-168 57 0,-27 11 0,248-90 0,14-9 0,15-10 0,6-4 0,6-7-1365,0-1-5461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26.6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238 53 24575,'-3'-2'0,"-4"-5"0,0 0 0,-1 1 0,1-1 0,-2 2 0,-10-7 0,17 11 0,0 0 0,0 0 0,0 1 0,0-1 0,0 0 0,0 1 0,-1 0 0,1-1 0,0 1 0,0 0 0,-1 0 0,1 0 0,0 0 0,0 1 0,-1-1 0,1 0 0,0 1 0,0 0 0,0-1 0,0 1 0,0 0 0,0 0 0,0 0 0,0 1 0,0-1 0,0 0 0,0 1 0,1-1 0,-3 4 0,-1 0 0,1 1 0,0 0 0,1 0 0,-1 0 0,1 0 0,0 1 0,1-1 0,-1 1 0,1 0 0,-1 7 0,-2 14 0,-1 34 0,3-28 0,-3 21 0,-3-1 0,-25 90 0,31-135 0,0-2 0,1 0 0,0 0 0,0 1 0,-1 11 0,3-17 0,0-1 0,0 0 0,0 1 0,0-1 0,0 0 0,1 0 0,-1 1 0,0-1 0,0 0 0,1 1 0,-1-1 0,1 0 0,-1 0 0,1 0 0,0 1 0,-1-1 0,1 0 0,0 0 0,0 0 0,0 0 0,0 0 0,0 0 0,0-1 0,0 1 0,0 0 0,0 0 0,0-1 0,0 1 0,0-1 0,1 1 0,-1-1 0,2 1 0,10 2 0,-1-1 0,1-1 0,0 0 0,-1-1 0,14-1 0,68-10 0,-46 4 0,53-9-1365,-77 12-5461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27.16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147 106 24575,'-147'0'0,"215"-3"0,77-14 0,-42 4 0,467-52-1365,-490 57-5461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27.31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56 115 24575,'-9'6'0,"-9"9"0,-2 4 0,11 2 0,21-2 0,23-4 0,31-9 0,29-7 0,29-11 0,22-8 0,17-9-1128,5-7 1128,0-4 0,-11-2 0,-31 6-7063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30.96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31 126 24575,'1'-11'0,"-2"-1"0,0 1 0,0-1 0,-1 1 0,0-1 0,-1 1 0,0 0 0,-6-14 0,2 15 0,4 18 0,5 20 0,-2-27 0,30 456 0,-15-187 0,-13-235-1365,-1-10-5461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9:41:31.39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309 253 24575,'-1'-4'0,"-1"0"0,1 0 0,-1 1 0,0-1 0,0 0 0,-1 0 0,1 1 0,-1 0 0,1-1 0,-1 1 0,-6-5 0,5 4 0,1 1 0,0 0 0,0 1 0,0-1 0,0 0 0,0 1 0,-1 0 0,1 0 0,-1 0 0,0 0 0,1 0 0,-1 1 0,0-1 0,0 1 0,0 0 0,0 1 0,0-1 0,0 1 0,0-1 0,-1 1 0,1 0 0,0 1 0,0-1 0,-7 2 0,5 1 0,0-1 0,0 1 0,1 0 0,-1 0 0,1 0 0,0 1 0,0 0 0,0 0 0,0 0 0,1 0 0,-1 1 0,1 0 0,0 0 0,-6 10 0,0 3 0,1 0 0,1 1 0,0 0 0,-9 39 0,-9 84 0,8-40 0,23-169 0,13-26 0,48-149 0,-55 209 0,1 0 0,1 1 0,33-56 0,-45 86 0,0 1 0,0-1 0,0 0 0,1 0 0,-1 1 0,0-1 0,1 1 0,0-1 0,-1 1 0,1 0 0,0-1 0,-1 1 0,1 0 0,0 0 0,0 0 0,0 1 0,0-1 0,4-1 0,-4 2 0,0 1 0,0-1 0,0 0 0,0 1 0,0-1 0,0 1 0,0 0 0,0 0 0,-1 0 0,1 0 0,0 0 0,0 0 0,-1 0 0,1 0 0,0 1 0,-1-1 0,0 0 0,1 1 0,1 2 0,16 22 0,-1 1 0,-1 0 0,-2 1 0,16 40 0,-2-7 0,27 57-1365,-34-67-5461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38.20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32.87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27 24575,'0'-14'0,"0"1"0,4 27 0,28 256 0,-28-213 0,8 100 0,-8 1 0,-19 191 0,14-344 0,1 0 0,0-1 0,0 1 0,0 0 0,0 0 0,3 8 0,-3-12 0,1 1 0,-1-1 0,1 0 0,-1 1 0,1-1 0,0 0 0,0 0 0,0 0 0,0 0 0,-1 1 0,2-1 0,-1 0 0,0-1 0,0 1 0,0 0 0,0 0 0,0 0 0,1-1 0,-1 1 0,0 0 0,1-1 0,-1 1 0,1-1 0,-1 0 0,0 1 0,3-1 0,12 1 0,0-1 0,0-1 0,0 0 0,1-1 0,18-5 0,25-3 0,449-23-242,3 29-181,-109 2 261,-343-1-1066,-18 0-4908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33.29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54 149 24575,'-1'-1'0,"-7"-3"0,1 0 0,0 0 0,-12-10 0,18 13 0,0 1 0,0-1 0,1 1 0,-1-1 0,0 1 0,1-1 0,-1 1 0,1-1 0,-1 0 0,1 1 0,-1-1 0,1 0 0,-1 0 0,1 1 0,-1-1 0,1 0 0,0 0 0,-1 0 0,1 1 0,0-1 0,0 0 0,0 0 0,0 0 0,0 0 0,0 0 0,0 1 0,0-1 0,0 0 0,0 0 0,0 0 0,0 0 0,1 0 0,-1 1 0,0-1 0,1 0 0,-1 0 0,1 1 0,-1-1 0,1 0 0,-1 0 0,1 1 0,-1-1 0,1 0 0,-1 1 0,1-1 0,0 1 0,0-1 0,1 0 0,9-4 0,0 0 0,1 0 0,-1 1 0,1 1 0,0 0 0,0 1 0,1 0 0,19 0 0,-12 0 0,627-32-873,-464 29 751,817-7 122,-986 12 30,-5-1 54,1 1 0,-1 0 0,12 2 0,-20-1-70,0-1-1,0 0 1,0 0 0,0 0-1,0 0 1,0 1 0,0-1-1,0 0 1,0 1-1,0-1 1,0 1 0,0-1-1,0 1 1,0 0 0,0-1-1,0 1 1,-1 0-1,1 0 1,0 0 0,0-1-1,-1 1 1,1 0-1,-1 0 1,1 0 0,-1 0-1,1 0 1,-1 0 0,1 0-1,-1 0 1,0 0-1,0 0 1,1 1 0,-1 1-1,-2 13 38,-1 0-1,-1 0 0,-8 24 1,-3 14-87,2 12 36,4 1 0,-2 74 0,10 139 0,3-171 0,-1 141-1365,-1-221-5461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33.84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3 109 24575,'-1'-28'0,"0"18"0,1 1 0,0-1 0,0 1 0,1-1 0,3-17 0,-4 27 0,0 0 0,0 0 0,0-1 0,0 1 0,0 0 0,0 0 0,0 0 0,0 0 0,0-1 0,0 1 0,0 0 0,0 0 0,1 0 0,-1-1 0,0 1 0,0 0 0,0 0 0,0 0 0,0 0 0,0 0 0,0-1 0,0 1 0,1 0 0,-1 0 0,0 0 0,0 0 0,0 0 0,0 0 0,0-1 0,1 1 0,-1 0 0,0 0 0,0 0 0,0 0 0,0 0 0,1 0 0,-1 0 0,0 0 0,0 0 0,0 0 0,1 0 0,-1 0 0,0 0 0,0 0 0,0 0 0,0 0 0,1 0 0,-1 0 0,0 0 0,0 0 0,0 0 0,0 0 0,1 0 0,-1 1 0,0-1 0,0 0 0,0 0 0,0 0 0,1 0 0,-1 0 0,0 0 0,0 1 0,0-1 0,0 0 0,0 0 0,0 0 0,0 0 0,0 0 0,1 1 0,5 13 0,9 44 0,8 63 0,-6-31 0,-6-31 0,23 89 0,-34-146 0,1 0 0,-1-1 0,1 1 0,-1 0 0,1-1 0,0 1 0,0-1 0,0 1 0,0-1 0,0 1 0,0-1 0,0 0 0,1 0 0,-1 1 0,0-1 0,3 2 0,-2-3 0,-1 0 0,0 0 0,0 1 0,0-1 0,0 0 0,1 0 0,-1 0 0,0-1 0,0 1 0,0 0 0,0 0 0,1-1 0,-1 1 0,0 0 0,0-1 0,0 1 0,0-1 0,0 1 0,0-1 0,0 0 0,0 0 0,0 1 0,0-1 0,0 0 0,0-1 0,17-16 0,26-36 0,-26 31 0,24-24 0,-36 41 0,0 0 0,1 0 0,0 1 0,0 0 0,1 0 0,-1 1 0,1 0 0,10-4 0,-15 7 0,-1 0 0,1 1 0,-1-1 0,1 0 0,-1 1 0,1-1 0,0 1 0,-1 0 0,1 0 0,0 0 0,0 0 0,-1 1 0,1-1 0,-1 1 0,1-1 0,0 1 0,-1 0 0,1 0 0,-1 0 0,1 0 0,-1 1 0,0-1 0,0 1 0,0-1 0,1 1 0,-1 0 0,-1 0 0,1 0 0,0 0 0,0 0 0,-1 0 0,1 0 0,-1 1 0,2 2 0,3 9 0,-1-1 0,0 1 0,-1 1 0,0-1 0,1 16 0,-3-17 0,6 31-1365,-2-5-5461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34.21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276 280 24575,'0'-11'0,"0"1"0,-1-1 0,0 0 0,-1 1 0,0 0 0,0-1 0,-6-13 0,6 21 0,1 0 0,-1 0 0,1 0 0,-1 0 0,0 1 0,0-1 0,0 1 0,0 0 0,-1-1 0,1 1 0,-1 0 0,1 0 0,-1 0 0,1 1 0,-1-1 0,0 1 0,0-1 0,0 1 0,0 0 0,0 0 0,0 0 0,-1 1 0,1-1 0,0 1 0,0 0 0,0 0 0,-1 0 0,-5 0 0,2 2 0,-1-1 0,1 1 0,-1 0 0,1 0 0,0 1 0,0 0 0,0 0 0,0 0 0,0 1 0,1 0 0,-10 8 0,8-5 0,1 0 0,-1 1 0,1-1 0,0 2 0,1-1 0,0 1 0,0 0 0,-5 12 0,8-14 0,0 0 0,0 1 0,1-1 0,0 1 0,0-1 0,1 1 0,0 0 0,0 0 0,1-1 0,0 1 0,1 10 0,0-13 0,0 1 0,0-1 0,1 1 0,0-1 0,0 0 0,0 0 0,1 0 0,0 0 0,0 0 0,0 0 0,0-1 0,1 1 0,0-1 0,0 0 0,0 0 0,8 5 0,-8-6 0,0 0 0,0-1 0,0 1 0,0-1 0,1 0 0,0 0 0,-1 0 0,1-1 0,0 0 0,0 0 0,-1 0 0,1 0 0,0-1 0,0 0 0,0 0 0,0 0 0,0 0 0,0-1 0,0 0 0,0 0 0,-1 0 0,1-1 0,0 0 0,-1 0 0,1 0 0,6-4 0,-3 0 0,0 0 0,0 0 0,0-1 0,-1 0 0,0-1 0,0 1 0,-1-1 0,0 0 0,0-1 0,-1 0 0,0 0 0,4-10 0,1-10 0,-1-1 0,-1 1 0,7-57 0,-2-87 0,-15 224 75,-1 11-555,3 1 0,13 104 0,-5-128-6346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34.49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1 153 24575,'0'-14'0,"2"0"0,5-23 0,-2 12 0,3-2 0,-7 27 0,-1 0 0,0-1 0,0 1 0,0 0 0,0 0 0,1-1 0,-1 1 0,0 0 0,0 0 0,0 0 0,1-1 0,-1 1 0,0 0 0,0 0 0,1 0 0,-1 0 0,0-1 0,1 1 0,-1 0 0,0 0 0,1 0 0,-1 0 0,0 0 0,1 0 0,-1 0 0,0 0 0,1 0 0,0 0 0,0 1 0,-1-1 0,1 1 0,0-1 0,-1 1 0,1 0 0,0-1 0,-1 1 0,1-1 0,-1 1 0,1 0 0,-1 0 0,1-1 0,-1 1 0,1 1 0,26 57 0,-2 0 0,21 76 0,-45-132 0,4 22 0,-4-24 0,-1 0 0,0 0 0,0 0 0,0 0 0,0 0 0,0 0 0,0 0 0,0 0 0,0 0 0,0 0 0,0 0 0,-1 0 0,1 0 0,0 0 0,-1 0 0,1 0 0,-1 0 0,1-1 0,-2 3 0,2-3 0,-1 0 0,1 0 0,-1 0 0,0 0 0,1 0 0,-1-1 0,1 1 0,-1 0 0,1 0 0,-1 0 0,1 0 0,-1-1 0,1 1 0,-1 0 0,1-1 0,-1 1 0,1 0 0,-1-1 0,1 1 0,-1 0 0,1-1 0,0 1 0,-1-1 0,1 1 0,0-1 0,-1 1 0,1-1 0,0 1 0,0-1 0,-1 1 0,1-1 0,0 1 0,0-1 0,-10-21 0,7 12 0,0 0 0,1-1 0,1 1 0,-1-1 0,2 0 0,-1 1 0,1-1 0,1 0 0,0 1 0,1-1 0,0 0 0,0 1 0,1 0 0,0 0 0,1 0 0,6-12 0,-6 14 0,0 0 0,0 0 0,1 0 0,0 1 0,0-1 0,1 1 0,0 1 0,0-1 0,1 1 0,0 0 0,0 0 0,0 1 0,0 0 0,1 1 0,0-1 0,0 1 0,0 1 0,1-1 0,13-2 0,-18 5-76,-1 1 1,1-1-1,0 1 0,0 0 0,0 1 0,-1-1 0,1 0 0,0 1 1,0 0-1,-1 0 0,1 0 0,-1 0 0,1 1 0,-1-1 1,1 1-1,-1 0 0,4 3 0,17 17-6750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51.01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 96 24575,'-1'1'0,"0"-1"0,0 0 0,0 1 0,0-1 0,1 1 0,-1-1 0,0 1 0,0-1 0,1 1 0,-1-1 0,1 1 0,-1 0 0,0-1 0,1 1 0,-1 0 0,1-1 0,-1 1 0,1 0 0,0 0 0,-1 0 0,1 0 0,0-1 0,0 1 0,-1 0 0,1 0 0,0 0 0,0 0 0,0 0 0,0 0 0,0 1 0,0 28 0,2-19 0,1 0 0,0-1 0,0 1 0,10 19 0,-10-24 0,0-1 0,0 0 0,0 1 0,0-1 0,1-1 0,0 1 0,0-1 0,0 1 0,1-1 0,8 6 0,-10-9 0,0 1 0,0-1 0,0 0 0,1-1 0,-1 1 0,0 0 0,1-1 0,-1 0 0,1 0 0,-1 0 0,0 0 0,1 0 0,-1-1 0,0 1 0,6-3 0,5-1 0,0-1 0,17-10 0,223-136 88,-160 91-1541,-16 12-5373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36.68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118 165 24575,'4'-4'0,"1"-1"0,0 1 0,-1 1 0,2-1 0,-1 0 0,8-3 0,-12 7 0,0-1 0,1 1 0,-1-1 0,0 1 0,0-1 0,0 1 0,0 0 0,1 0 0,-1 0 0,0 0 0,0 0 0,0 0 0,0 0 0,1 0 0,-1 0 0,0 0 0,0 0 0,0 1 0,0-1 0,1 1 0,-1-1 0,0 1 0,0-1 0,0 1 0,0 0 0,0-1 0,0 1 0,0 0 0,-1 0 0,1 0 0,0-1 0,0 1 0,-1 0 0,1 0 0,0 0 0,-1 0 0,1 0 0,-1 1 0,1-1 0,0 1 0,2 13 0,1 0 0,-2 0 0,0 0 0,-1 0 0,0 0 0,-3 28 0,1-20 0,-63 608 0,45-498 0,18-123 0,-1 0 0,1 0 0,0 1 0,1-1 0,1 20 0,-1-28 0,1 1 0,0-1 0,-1 1 0,1-1 0,0 1 0,0-1 0,0 0 0,0 0 0,1 1 0,-1-1 0,0 0 0,1 0 0,0 0 0,-1 0 0,1-1 0,0 1 0,0 0 0,0-1 0,0 1 0,1-1 0,-1 0 0,0 0 0,0 0 0,1 0 0,2 1 0,25 5 0,1-2 0,0 0 0,0-2 0,44-2 0,-32 0 0,-37-1 0,619 13-530,0-23 9,-554 6 520,300-18 2,-6-29-2,-354 49 16,21-5-46,-30 7 42,-1 0 0,0-1 1,1 1-1,-1-1 0,0 0 1,1 1-1,-1-1 0,0 0 0,0 0 1,1 1-1,-1-1 0,0 0 1,0 0-1,0 0 0,0-1 1,1 0-1,-2 1 9,0 0 1,0 0-1,0 0 0,0 0 1,0 0-1,0 0 1,0 0-1,0 0 0,-1 1 1,1-1-1,0 0 1,-1 0-1,1 0 0,0 0 1,-1 1-1,1-1 0,-1 0 1,1 0-1,-2 0 1,-15-19 331,6 6-236,5 3-116,0 0 0,0-1 0,2 0 0,-1 0 0,1 0 0,1 0 0,0-1 0,1 0 0,1 1 0,0-1 0,0 0 0,1 0 0,1 1 0,2-15 0,4-16 0,2 0 0,25-73 0,0 28 0,54-100 0,-73 157 0,-12 26 0,2-5 0,0 0 0,-1 0 0,0-1 0,4-14 0,-8 23 0,1-1 0,-1 0 0,0 1 0,0-1 0,0 0 0,0 1 0,0-1 0,0 0 0,-1 0 0,1 1 0,-1-1 0,0 1 0,0-1 0,0 0 0,0 1 0,0 0 0,-1-1 0,1 1 0,-1 0 0,1 0 0,-1-1 0,0 1 0,-2-2 0,-4-2 0,0 0 0,0 1 0,-1-1 0,0 2 0,0-1 0,-16-4 0,-62-15 0,76 22 0,-439-78-589,-8 31 0,-762 11 572,1175 40-16,-5-2 20,0 3 0,0 2 0,-75 17 0,123-21-48,0-1 6,0 0 1,0 0-1,0 1 1,0-1-1,1 1 1,-1 0-1,0-1 1,0 1-1,1 0 1,-1 0-1,0 0 1,1 0-1,-1 1 0,1-1 1,-1 0-1,1 1 1,-1-1-1,1 1 1,-2 2-1,5 6-5704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37.02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22 24575,'0'-3'0,"0"-4"0,3-1 0,1 4 0,0 6 0,0 9 0,-2 8 0,-1 8 0,0 8 0,-1 8 0,0 2 0,0 4 0,3 2 0,1-2 0,-1-2 0,4-3 0,-1-6 0,-1-9-8191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37.18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34 24575,'3'-3'0,"1"-5"0,4-3 0,-1 0-8191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37.38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24575,'3'0'0,"1"3"0,3 1 0,0 6 0,0 5 0,-3 8 0,-1 8 0,2 7 0,0 9 0,-1 7 0,-1 3 0,-1 1 0,-1 0 0,0-9-8191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37.77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26 167 24575,'0'-1'0,"0"0"0,0 1 0,0-1 0,0 0 0,-1 0 0,1 0 0,0 0 0,-1 0 0,1 1 0,0-1 0,-1 0 0,1 0 0,-1 0 0,1 1 0,-1-1 0,1 0 0,-1 1 0,0-1 0,1 1 0,-1-1 0,0 0 0,0 1 0,1 0 0,-1-1 0,0 1 0,0-1 0,0 1 0,0 0 0,0-1 0,0 1 0,1 0 0,0 0 0,-1 0 0,1 0 0,0 0 0,-1 0 0,1 0 0,0 0 0,-1 0 0,1 0 0,0 0 0,-1 0 0,1 1 0,0-1 0,-1 0 0,1 0 0,0 0 0,-1 0 0,1 0 0,0 1 0,0-1 0,-1 0 0,1 0 0,0 1 0,0-1 0,0 0 0,-1 0 0,1 1 0,0 0 0,0 0 0,-1 0 0,1-1 0,0 1 0,0 0 0,0 0 0,0 0 0,0 0 0,0 0 0,1-1 0,-1 1 0,0 0 0,0 0 0,1 0 0,-1-1 0,0 1 0,1 1 0,3 4 0,-1 0 0,1-1 0,0 1 0,1-1 0,-1 0 0,1 0 0,0 0 0,1-1 0,-1 0 0,1 0 0,-1 0 0,1-1 0,0 0 0,1 0 0,6 3 0,7 1 0,1 0 0,0-2 0,33 5 0,-31-6 0,0-2 0,0 0 0,0-2 0,0-1 0,40-5 0,-54 4 0,-1 0 0,1-1 0,-1 0 0,0 0 0,1-1 0,-2 0 0,15-9 0,-17 10 0,0-1 0,-1 0 0,0 0 0,0-1 0,0 1 0,-1-1 0,1 0 0,-1 0 0,0 0 0,0 0 0,-1 0 0,0-1 0,2-5 0,0-3 0,-1 1 0,-1-1 0,2-24 0,-3 32 0,-1 0 0,0 0 0,-1 0 0,1 0 0,-1 1 0,0-1 0,-1 0 0,1 0 0,-1 1 0,0-1 0,-4-5 0,6 10 0,-1 0 0,1 0 0,-1 1 0,1-1 0,-1 0 0,0 1 0,1-1 0,-1 0 0,0 1 0,0-1 0,1 1 0,-1-1 0,0 1 0,0-1 0,0 1 0,0 0 0,1-1 0,-1 1 0,0 0 0,0 0 0,0 0 0,0 0 0,0 0 0,0-1 0,0 2 0,0-1 0,0 0 0,0 0 0,1 0 0,-1 0 0,0 1 0,0-1 0,0 0 0,0 1 0,0-1 0,1 0 0,-1 1 0,0 0 0,0-1 0,1 1 0,-1-1 0,0 1 0,0 1 0,-4 2 0,1 0 0,1 0 0,-1 0 0,0 1 0,-4 8 0,-2 6 0,2 0 0,0 1 0,0 0 0,2 0 0,1 0 0,-3 23 0,5-26 0,1 0 0,1 0 0,1 0 0,0 0 0,1 0 0,1-1 0,8 34 0,-10-47-45,1-1-1,0 1 1,0 0-1,0-1 1,0 1-1,0-1 1,0 1-1,1-1 1,-1 1-1,1-1 1,-1 0-1,1 0 1,0 0-1,0 0 1,0 0-1,0 0 1,0 0-1,1-1 1,-1 1-1,1-1 1,-1 0-1,1 0 1,-1 0-1,1 0 0,-1 0 1,1 0-1,0 0 1,0-1-1,5 1 1,12-4-6781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38.19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1 189 24575,'10'-24'0,"0"-1"0,10-44 0,-17 57 0,0-2 0,-2 10 0,0 0 0,0 0 0,0 0 0,0 0 0,1 0 0,-1 0 0,1 0 0,0 0 0,3-3 0,-5 7 0,0 0 0,0-1 0,0 1 0,0 0 0,1 0 0,-1 0 0,0 0 0,0 0 0,0 0 0,0 0 0,1 0 0,-1-1 0,0 1 0,0 0 0,0 0 0,0 0 0,1 0 0,-1 0 0,0 0 0,0 0 0,0 0 0,1 0 0,-1 0 0,0 0 0,0 0 0,0 0 0,1 0 0,-1 0 0,0 1 0,0-1 0,0 0 0,0 0 0,1 0 0,-1 0 0,0 0 0,0 0 0,0 0 0,0 0 0,0 1 0,1-1 0,-1 0 0,0 0 0,0 0 0,0 0 0,0 1 0,0-1 0,0 0 0,0 0 0,0 0 0,0 0 0,0 1 0,0-1 0,0 0 0,0 0 0,0 0 0,1 0 0,-2 1 0,1-1 0,0 0 0,3 15 0,-2-13 0,4 30 0,2-1 0,1 0 0,2 0 0,14 31 0,-24-62 0,0 1 0,0-1 0,0 1 0,0 0 0,0-1 0,1 1 0,-1-1 0,0 1 0,0-1 0,1 1 0,-1-1 0,0 1 0,1-1 0,-1 1 0,1-1 0,-1 1 0,1-1 0,-1 0 0,1 1 0,-1-1 0,1 1 0,-1-1 0,1 0 0,-1 0 0,1 1 0,-1-1 0,1 0 0,0 0 0,-1 0 0,1 0 0,-1 0 0,1 0 0,0 0 0,-1 0 0,1 0 0,-1 0 0,1 0 0,0 0 0,-1 0 0,1 0 0,-1 0 0,1-1 0,0 1 0,-1 0 0,1 0 0,-1-1 0,1 1 0,-1 0 0,1-1 0,-1 1 0,1-1 0,0 0 0,3-4 0,0 0 0,0 0 0,0-1 0,4-7 0,-1 1 0,-1 3 0,29-38 0,-33 45 0,0-1 0,1 1 0,-1-1 0,1 1 0,0 0 0,-1 0 0,1 0 0,0 0 0,0 1 0,0-1 0,1 1 0,-1 0 0,6-2 0,-8 3 0,0 0 0,0 0 0,0 1 0,0-1 0,0 0 0,0 0 0,0 1 0,0-1 0,-1 1 0,1-1 0,0 1 0,0-1 0,0 1 0,0-1 0,-1 1 0,1 0 0,0-1 0,-1 1 0,1 0 0,0 0 0,-1 0 0,1-1 0,-1 1 0,1 0 0,-1 0 0,0 0 0,1 0 0,-1 0 0,0 0 0,1 0 0,-1 0 0,0 0 0,0 0 0,0 1 0,3 37 0,-3-38 0,-2 26 0,-6 30 0,5-40 0,1-1 0,0 0 0,1 1 0,1-1 0,0 0 0,5 29 0,-5-44 0,0 1 0,0-1 0,1 1 0,-1 0 0,1-1 0,-1 1 0,1-1 0,-1 1 0,1-1 0,0 0 0,0 1 0,0-1 0,0 0 0,0 1 0,0-1 0,0 0 0,0 0 0,1 0 0,-1 0 0,0 0 0,1 0 0,-1-1 0,0 1 0,1 0 0,-1-1 0,1 1 0,-1-1 0,1 1 0,0-1 0,-1 0 0,1 1 0,-1-1 0,1 0 0,0 0 0,-1 0 0,1 0 0,-1-1 0,1 1 0,0 0 0,-1-1 0,1 1 0,-1-1 0,3-1 0,7-3 0,0 0 0,0-1 0,0 0 0,15-13 0,-16 12 0,84-68-1365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52.69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24575,'3'0'0,"4"0"0,5 0 0,5 0 0,7 0 0,5 0 0,7 0 0,7 0 0,2 0 0,0 0 0,-2 0 0,-4 0 0,-10 0-8191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52.8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19 24575,'0'3'0,"3"1"0,4 0 0,4 0 0,7-5 0,2-2 0,5-3 0,5-2 0,2 2 0,3 1 0,-2 2 0,-6 1-8191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53.02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24575,'0'3'0,"3"2"0,7-1 0,5-4 0,7-2 0,5-1 0,1 1 0,-4 0-8191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53.19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21 24575,'0'3'0,"3"1"0,7 0 0,9 0 0,7-5 0,8-2 0,8-4 0,6 0 0,1-2 0,-8 0-8191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45.0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1206 550 24575,'-3'8'0,"0"0"0,0-1 0,-1 1 0,0-1 0,-1 0 0,1 0 0,-1 0 0,0 0 0,-1-1 0,0 0 0,0 0 0,0 0 0,-1-1 0,0 0 0,0 0 0,0-1 0,0 0 0,-1 0 0,-9 3 0,15-6 0,0 0 0,0 0 0,0 1 0,0-1 0,1 1 0,-1-1 0,0 1 0,1 0 0,-1-1 0,1 1 0,-1 0 0,1 0 0,0 0 0,0 1 0,0-1 0,0 0 0,0 0 0,1 0 0,-1 1 0,0-1 0,1 0 0,0 1 0,0 4 0,-1 5 0,2 1 0,0-1 0,3 18 0,-1-14 0,16 167-65,-8 0 0,-15 226 0,-65 365-394,19-286 121,-12 363-1246,-10 106 233,-41-4 1292,-121 347 59,-2 8 0,41 47-823,149-962 786,33-1 246,15-339 341,2-1 1,2 1-1,3-1 0,2-1 0,26 75 1,-33-117-434,0 1 0,0-1-1,1 0 1,0-1 0,1 1 0,12 14 0,-14-19-77,1 0 0,0 0 0,0 0-1,0 0 1,1-1 0,-1 1 0,1-2-1,-1 1 1,1 0 0,0-1 0,0 0-1,8 1 1,11 1-40,0-1 0,0-1 0,0-2 0,44-4 0,100-22 0,-156 24 0,229-40-369,2 11-1,325 1 0,210 54-2208,2 26 867,-334-20 1240,171 11-1616,329 20 449,1-21 1558,-914-39 91,819 5-316,-598-16 458,337-56 0,-460 41 471,178-58 0,-225 53-442,-2-3-1,-1-3 1,80-50 0,-129 66 315,0-2 0,-2-1 1,0-2-1,-2 0 0,46-52 1,-59 56-167,0 0 0,-1-1 1,-1 0-1,-2-2 0,0 1 1,-1-2-1,-1 1 0,-2-1 1,8-36-1,-8 13-240,-2 1 1,-2-1-1,-4-79 0,-26-147-169,18 204 86,-89-1164-1899,112 148 1268,51 0-676,-7 155 295,-21-1336-1945,-148 782 3572,31 996 252,-40 11 3117,105 431-3318,-3 0 0,-1 2 1,-3 0-1,-44-71 0,62 112-674,0 1 0,0-1 0,-1 1 0,1 0 0,-1 0 0,0 1 0,1-1 0,-1 1 0,0 0 0,-1 0 0,1 0 0,-7-2 0,-7-1 0,-32-5 0,36 7 0,-785-91-1329,-6 56-1,-1002 55-551,1741-13 1878,-1665 69-701,1476-66 1810,-227 4 2217,321-2-2751,-5 0-326,93-8-246,0 3 0,1 4 0,-92 21 0,146-25 0,1 1 0,0 1 0,0 0 0,1 1 0,0 0 0,0 2 0,1 0 0,0 0 0,0 2 0,1 0 0,1 0 0,0 1 0,0 1 0,1 0 0,1 1 0,0 0 0,1 1 0,1 0 0,-11 21 0,-81 223 0,2 74 0,96-315-1365,0-3-5461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45.74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403 69 24575,'1'-2'0,"1"1"0,-1-1 0,0 0 0,0 0 0,0 1 0,0-1 0,0 0 0,0 0 0,0 0 0,0 0 0,-1-1 0,0 1 0,1 0 0,-1 0 0,0 0 0,0 0 0,0 0 0,0-1 0,0 1 0,0 0 0,-1 0 0,0-4 0,1 5 0,-1 0 0,1 0 0,-1 0 0,1 0 0,-1 0 0,1 0 0,-1 0 0,1 0 0,-1 1 0,0-1 0,0 0 0,1 0 0,-1 0 0,0 1 0,0-1 0,0 0 0,0 1 0,0-1 0,0 1 0,0-1 0,0 1 0,0-1 0,0 1 0,0 0 0,0 0 0,0-1 0,0 1 0,0 0 0,0 0 0,-1 0 0,1 0 0,0 0 0,0 0 0,0 1 0,0-1 0,0 0 0,0 1 0,0-1 0,0 0 0,0 1 0,0-1 0,0 1 0,0-1 0,-1 2 0,-4 2 0,0 0 0,0 1 0,0-1 0,0 1 0,1 1 0,0-1 0,-5 7 0,-29 46 0,27-39 0,-207 349 0,216-362 7,-9 14 104,2 1 0,-8 22 0,16-39-206,0 0 0,1 0 1,0 1-1,-1-1 0,2 1 0,-1-1 1,0 1-1,1-1 0,0 1 1,0 0-1,1-1 0,-1 1 1,1-1-1,0 1 0,0-1 0,0 0 1,3 6-1,8 5-6731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47.08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94 241 24575,'-1'-13'0,"1"12"0,0 0 0,-1 0 0,1-1 0,0 1 0,0 0 0,0 0 0,0 0 0,0-1 0,0 1 0,0 0 0,1 0 0,-1 0 0,0 0 0,1-1 0,-1 1 0,1 0 0,-1 0 0,1 0 0,-1 0 0,1 0 0,0 0 0,-1 0 0,1 0 0,0 0 0,0 1 0,1-2 0,-1 1 0,0 0 0,-1 0 0,1 0 0,0 0 0,0 1 0,0-1 0,0 0 0,0 0 0,0 1 0,0-1 0,0 1 0,0-1 0,0 1 0,0 0 0,0-1 0,1 1 0,-1 0 0,0 0 0,0 0 0,0-1 0,0 1 0,1 0 0,-1 1 0,0-1 0,0 0 0,0 0 0,0 0 0,0 1 0,2 0 0,-1 0 0,-1 1 0,0-1 0,0 1 0,1-1 0,-1 1 0,0 0 0,0-1 0,-1 1 0,1 0 0,0 0 0,-1 0 0,1 0 0,-1 0 0,1 0 0,-1 0 0,0 0 0,0 2 0,1 177 0,-2-39 0,1-137 0,0 1 0,0-1 0,1 0 0,-1 1 0,2-1 0,-1 0 0,0 0 0,1 1 0,0-1 0,0-1 0,0 1 0,1 0 0,0 0 0,0-1 0,0 0 0,0 1 0,1-1 0,-1 0 0,1-1 0,0 1 0,0-1 0,1 1 0,-1-1 0,1-1 0,-1 1 0,1-1 0,0 1 0,0-1 0,0-1 0,10 3 0,13 2 0,0-2 0,1-1 0,28-1 0,91-6 0,-119 2 0,303-17-547,381-15-1721,1220 77 974,-1866-38 1270,-31-2 375,-1-1 0,1-1 0,37-5 0,-72 4-332,-1 0 0,0 0 0,1 0 1,-1 0-1,1 0 0,-1 0 0,1 0 0,-1 0 1,0 0-1,1 0 0,-1 0 0,1 0 0,-1 0 1,1 0-1,-1 0 0,0-1 0,1 1 1,-1 0-1,1 0 0,-1 0 0,0-1 0,1 1 1,-1 0-1,0 0 0,1-1 0,-1 1 0,0 0 1,0-1-1,1 1 0,-1 0 0,0-1 1,0 1-1,0-1 0,1 1 0,-1-1 0,-14-8 890,-27-4 220,36 12-1129,0 0 0,0 0 0,1-1 0,-1 0 0,0 0 0,1 0 0,0 0 0,-1-1 0,1 0 0,-5-4 0,7 5 0,-1-1 0,1 0 0,0 0 0,0 0 0,0 0 0,1 0 0,-1-1 0,1 1 0,0 0 0,-1-1 0,2 1 0,-1-1 0,0 1 0,1-1 0,-1-4 0,-3-42 0,-7-156 0,12 179 0,1-1 0,1 1 0,1 0 0,1 0 0,14-40 0,-17 64 0,-1 0 0,0 0 0,0-1 0,0 1 0,-1 0 0,1-1 0,-1 1 0,0-7 0,0 8 0,-1 1 0,1 0 0,-1-1 0,1 1 0,-1 0 0,1 0 0,-1 0 0,0-1 0,0 1 0,1 0 0,-1 0 0,0 0 0,0 0 0,0 0 0,0 0 0,0 1 0,-1-1 0,1 0 0,0 1 0,0-1 0,0 0 0,-1 1 0,1-1 0,0 1 0,-1 0 0,-1-1 0,-34-7 0,-1 2 0,0 2 0,-64 0 0,43 2 0,-1115-22-1513,0 28 0,380 23 676,605-19 1578,176-8-692,-19 1 732,30-1-685,1 0 0,-1 1 0,1-1 0,-1 0-1,1 0 1,0 1 0,-1-1 0,1 1 0,-1-1 0,1 1-1,0 0 1,0-1 0,-1 1 0,-1 2 0,3-3-111,1 1-1,-1-1 1,0 1 0,1-1 0,-1 0 0,0 1 0,1-1 0,-1 1 0,0-1-1,1 0 1,-1 1 0,1-1 0,-1 0 0,1 0 0,-1 1 0,1-1-1,-1 0 1,1 0 0,-1 0 0,1 0 0,-1 0 0,1 0 0,-1 0-1,1 1 1,0-2 0,-1 1-102,13 3-6709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48.68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37 24575,'1'-2'0,"1"-1"0,0 1 0,-1-1 0,1 1 0,0-1 0,0 1 0,0 0 0,0 0 0,1 0 0,-1 0 0,0 1 0,1-1 0,-1 0 0,6-1 0,-7 2 0,0 1 0,1-1 0,-1 1 0,0-1 0,0 1 0,0 0 0,1-1 0,-1 1 0,0 0 0,1 0 0,-1 0 0,0 0 0,0 0 0,1 0 0,-1 1 0,0-1 0,0 0 0,1 1 0,-1-1 0,0 1 0,0-1 0,0 1 0,0-1 0,0 1 0,2 1 0,-2 0 0,1 0 0,0 0 0,-1 0 0,1 0 0,-1 1 0,0-1 0,1 0 0,-1 1 0,-1-1 0,1 1 0,1 3 0,0 6 0,0 0 0,-1 0 0,0 0 0,-2 15 0,-6 41 0,-24 105 0,0-4 0,30-164 0,0 0 0,1 0 0,0 1 0,0-1 0,0 0 0,2 10 0,-2-13 0,1 0 0,0 0 0,0-1 0,-1 1 0,1-1 0,0 1 0,0 0 0,0-1 0,1 1 0,-1-1 0,0 0 0,0 0 0,1 1 0,-1-1 0,1 0 0,-1 0 0,1 0 0,0 0 0,-1 0 0,1-1 0,0 1 0,-1 0 0,3 0 0,11 2 0,1 0 0,-1-1 0,1 0 0,22-1 0,68-7 0,-53 2 0,1198-20-3053,-21 87 722,-531-23 704,-607-35 1748,73 5 531,205-15 0,-357 4-280,-1 0 0,1-1 0,0 0 1,0-1-1,13-6 0,-25 9-343,0 0-1,-1 0 1,1-1 0,0 1-1,0 0 1,0-1 0,-1 1-1,1 0 1,0-1 0,-1 1-1,1-1 1,0 1 0,-1-1-1,1 1 1,0-1 0,-1 0-1,1 1 1,-1-1 0,0 0-1,1 0 1,-1 1 0,1-1-1,-1 0 1,0 0 0,0 1-1,1-1 1,-1-1 0,0 1 33,-1-1 0,1 1 0,-1 0 0,1 0 0,-1 0 0,0 0 0,1 0 0,-1 0 0,0 0 0,0 0 1,0 1-1,0-1 0,0 0 0,0 0 0,0 1 0,-1-2 0,-9-3 430,1-1 0,-22-6 0,29 11-473,-52-16-19,30 11 0,-42-18 0,61 22 0,1-1 0,-1 0 0,0-1 0,1 1 0,0-1 0,-1 0 0,2 0 0,-1 0 0,0-1 0,1 0 0,-7-10 0,8 10 0,1 1 0,0-1 0,1 0 0,-1 0 0,1 0 0,0 0 0,0 0 0,1 0 0,-1-1 0,1 1 0,0 0 0,1 0 0,-1 0 0,1 0 0,0-1 0,2-4 0,4-12 0,1 0 0,13-27 0,-8 21 0,4-9 0,-8 20 0,-2 0 0,10-31 0,-16 46 0,-1 0 0,0 0 0,0 0 0,0 0 0,0 0 0,-1 0 0,1 0 0,-1 0 0,1 0 0,-1 0 0,1 1 0,-1-1 0,0 0 0,0 0 0,0 0 0,0 1 0,0-1 0,0 1 0,-1-1 0,1 1 0,0-1 0,-1 1 0,1 0 0,-1-1 0,1 1 0,-1 0 0,0 0 0,0 0 0,1 0 0,-5-1 0,-5-3 0,-1 1 0,0 0 0,-19-3 0,28 6 0,-239-34 0,-5 20 0,172 11 0,-2012-33-2823,1556 57 1758,70-2 2115,435-19-440,18 1-397,-1 0 1,0 0 0,1 0 0,-1 1 0,1 1-1,-1-1 1,-8 4 0,14-2-1346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49.67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16 106 24575,'-2'-2'0,"1"-1"0,-1 1 0,1-1 0,-1 1 0,1-1 0,0 0 0,0 1 0,-1-6 0,1 7 0,1-1 0,-1 1 0,1 0 0,0 0 0,0-1 0,0 1 0,-1 0 0,1-1 0,0 1 0,1 0 0,-1 0 0,0-1 0,0 1 0,1 0 0,-1 0 0,0-1 0,1 1 0,-1 0 0,1 0 0,1-2 0,-2 3 0,1-1 0,-1 1 0,1 0 0,-1 0 0,0 0 0,1 0 0,-1 0 0,1 0 0,-1 0 0,1 0 0,-1 0 0,1 0 0,-1 0 0,1 0 0,-1 0 0,1 0 0,-1 0 0,1 1 0,-1-1 0,1 0 0,-1 0 0,0 0 0,1 1 0,-1-1 0,1 0 0,-1 1 0,0-1 0,1 0 0,-1 1 0,0-1 0,1 0 0,-1 1 0,0 0 0,12 14 0,-12-14 0,14 22 0,-2 1 0,-1 1 0,0 0 0,-2 0 0,10 44 0,-17-68 0,2-7 0,2-9 0,-6 14 0,11-25 0,1 1 0,1 1 0,1 0 0,1 1 0,2 0 0,27-31 0,-39 50 0,-1 0 0,1 0 0,0 0 0,0 0 0,0 1 0,0 0 0,1 0 0,-1 0 0,1 1 0,7-3 0,-11 4 0,1 1 0,0 0 0,0-1 0,-1 1 0,1 0 0,0 0 0,0 0 0,-1 0 0,1 1 0,0-1 0,-1 1 0,1 0 0,0 0 0,-1 0 0,1 0 0,-1 0 0,1 0 0,-1 1 0,0-1 0,0 1 0,1 0 0,-1-1 0,0 1 0,3 4 0,1 2 38,-1 0 0,0-1 0,-1 1 0,0 1 0,0-1 0,0 1 0,2 11 0,14 69-497,-11-47-751,-3-15-5616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50.06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196 84 24575,'1'-2'0,"0"1"0,0-1 0,0 0 0,0 1 0,0-1 0,0 0 0,0 1 0,0-1 0,-1 0 0,1 0 0,0 0 0,-1 0 0,0 1 0,0-1 0,1 0 0,-1 0 0,0 0 0,0 0 0,-1 0 0,1 0 0,0 0 0,-1 0 0,1 0 0,-1 1 0,1-1 0,-1 0 0,0 0 0,0 1 0,0-1 0,0 0 0,0 1 0,0-1 0,0 1 0,-1-1 0,1 1 0,-1 0 0,-1-2 0,2 2 0,-1-1 0,0 0 0,0 1 0,1 0 0,-1-1 0,0 1 0,0 0 0,-1 0 0,1 0 0,0 0 0,0 1 0,0-1 0,-1 1 0,1-1 0,0 1 0,0 0 0,-1-1 0,1 1 0,0 1 0,-1-1 0,1 0 0,0 0 0,-1 1 0,1-1 0,0 1 0,0 0 0,0 0 0,-1 0 0,1 0 0,0 0 0,0 0 0,-1 2 0,-6 5 0,1 1 0,0 0 0,0 1 0,1 0 0,-10 18 0,-23 58 0,36-77 0,0 0 0,1 0 0,1 0 0,-1 1 0,2-1 0,-2 19 0,3-26 0,0 0 0,0 0 0,0 0 0,0 0 0,1 0 0,-1 0 0,1 0 0,-1 0 0,1 0 0,0 0 0,0 0 0,0 0 0,0 0 0,0 0 0,0-1 0,0 1 0,1 0 0,-1-1 0,1 1 0,-1-1 0,1 0 0,-1 1 0,1-1 0,0 0 0,0 0 0,0 0 0,0 0 0,0 0 0,-1-1 0,1 1 0,1-1 0,-1 1 0,0-1 0,0 1 0,0-1 0,0 0 0,3 0 0,0 0 0,-1-1 0,1 1 0,0-1 0,0 0 0,0 0 0,-1 0 0,1-1 0,0 1 0,-1-1 0,1 0 0,-1-1 0,0 1 0,0-1 0,0 1 0,0-1 0,0-1 0,-1 1 0,1 0 0,3-6 0,6-7 0,-1-1 0,-1 0 0,12-23 0,-9 15 0,-14 24 0,0 0 0,0 1 0,0-1 0,1 1 0,-1-1 0,0 1 0,1-1 0,-1 1 0,0-1 0,1 1 0,-1-1 0,1 1 0,-1-1 0,1 1 0,-1 0 0,1-1 0,-1 1 0,1 0 0,-1-1 0,1 1 0,-1 0 0,1 0 0,-1 0 0,2-1 0,-2 2 0,1-1 0,-1 0 0,1 1 0,-1-1 0,1 1 0,-1-1 0,0 1 0,1-1 0,-1 1 0,0-1 0,1 1 0,-1-1 0,0 1 0,0 0 0,1-1 0,-1 1 0,0-1 0,0 1 0,0 1 0,4 44 0,-3-31 0,2 9-1365,0-3-5461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50.75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1 157 24575,'1'-11'0,"0"-1"0,1 1 0,1 0 0,-1-1 0,8-15 0,-10 27 0,0-1 0,0 1 0,0 0 0,0-1 0,0 1 0,0-1 0,0 1 0,1 0 0,-1-1 0,0 1 0,0 0 0,0 0 0,0-1 0,1 1 0,-1 0 0,0-1 0,0 1 0,1 0 0,-1 0 0,0-1 0,0 1 0,1 0 0,-1 0 0,0 0 0,1 0 0,-1-1 0,0 1 0,1 0 0,-1 0 0,0 0 0,1 0 0,-1 0 0,0 0 0,1 0 0,-1 0 0,0 0 0,1 0 0,0 0 0,7 13 0,3 25 0,-7-13 0,-4-15 0,2 0 0,0 0 0,0-1 0,0 1 0,1-1 0,7 13 0,-10-21 0,0-1 0,0 0 0,0 1 0,0-1 0,0 0 0,0 0 0,1 1 0,-1-1 0,0 0 0,0 0 0,1 1 0,-1-1 0,0 0 0,0 0 0,1 0 0,-1 1 0,0-1 0,0 0 0,1 0 0,-1 0 0,0 0 0,1 0 0,-1 0 0,0 1 0,0-1 0,1 0 0,-1 0 0,0 0 0,1 0 0,-1 0 0,0 0 0,1 0 0,-1 0 0,0-1 0,1 1 0,-1 0 0,0 0 0,1 0 0,-1 0 0,0 0 0,0 0 0,1-1 0,-1 1 0,0 0 0,0 0 0,1 0 0,-1-1 0,0 1 0,0 0 0,0 0 0,1-1 0,-1 1 0,0 0 0,0 0 0,0-1 0,0 1 0,1 0 0,-1-1 0,0 1 0,9-24 0,-7 20 0,1-5 0,24-59 0,-24 62 0,0 0 0,0 1 0,0-1 0,1 1 0,0 0 0,0 0 0,0 0 0,10-8 0,-13 12 0,0 0 0,0 0 0,0 1 0,0-1 0,1 0 0,-1 1 0,0-1 0,1 1 0,-1-1 0,0 1 0,1 0 0,-1-1 0,0 1 0,1 0 0,-1 0 0,0 0 0,1 0 0,-1 0 0,1 0 0,-1 0 0,0 1 0,1-1 0,-1 0 0,0 1 0,1-1 0,-1 1 0,0 0 0,0-1 0,0 1 0,1 0 0,-1 0 0,0 0 0,0 0 0,0 0 0,0 0 0,0 0 0,0 0 0,-1 0 0,1 0 0,0 0 0,-1 0 0,1 1 0,0 1 0,3 4 0,-1 1 0,0-1 0,0 1 0,-1 0 0,2 14 0,-4-20 0,0 0 0,0 0 0,1-1 0,-1 1 0,1 0 0,-1-1 0,1 1 0,-1-1 0,1 1 0,0 0 0,0-1 0,-1 0 0,1 1 0,0-1 0,1 1 0,-1-1 0,0 0 0,3 2 0,-3-2 0,0-1 0,0 0 0,0 0 0,1 0 0,-1 0 0,0 0 0,0 0 0,1 0 0,-1 0 0,0 0 0,0 0 0,0-1 0,1 1 0,-1 0 0,0-1 0,0 1 0,0-1 0,0 0 0,0 1 0,0-1 0,0 0 0,0 0 0,0 1 0,0-1 0,0 0 0,1-1 0,4-5 0,3-2 0,1 1 0,-1 0 0,2 0 0,-1 1 0,17-9 0,-25 15 0,0 0 0,0 0 0,0 0 0,0 1 0,1-1 0,-1 1 0,0-1 0,0 1 0,1 0 0,-1 0 0,0 0 0,1 0 0,-1 0 0,0 0 0,0 1 0,1-1 0,-1 1 0,0 0 0,0-1 0,0 1 0,0 0 0,0 0 0,0 1 0,0-1 0,0 0 0,0 1 0,0-1 0,-1 1 0,1-1 0,0 1 0,-1 0 0,0 0 0,1-1 0,-1 1 0,0 0 0,0 0 0,1 4 0,7 11 0,-7-12 0,0 1 0,1-1 0,0 0 0,0 0 0,0 0 0,8 8 0,-10-12 0,1 0 0,0 0 0,-1 0 0,1 0 0,0 0 0,-1-1 0,1 1 0,0 0 0,0-1 0,-1 1 0,1-1 0,0 0 0,0 1 0,0-1 0,0 0 0,0 0 0,0 0 0,0-1 0,-1 1 0,1 0 0,0-1 0,0 1 0,0-1 0,0 1 0,2-3 0,6-1 0,-1-2 0,0 1 0,-1-1 0,1 0 0,-1-1 0,-1 0 0,1 0 0,-1 0 0,0-1 0,-1 0 0,0-1 0,0 0 0,-1 0 0,0 0 0,4-10 0,-8 17 0,-1 0 0,1 0 0,-1 0 0,1-1 0,-1 1 0,0 0 0,1 0 0,-1 0 0,0-1 0,-1 1 0,1 0 0,0 0 0,-1-1 0,1 1 0,-1 0 0,0 0 0,1 0 0,-1 0 0,0 0 0,0 0 0,-1 0 0,1 0 0,-2-1 0,2 2 0,0 0 0,0 0 0,-1 0 0,1 1 0,0-1 0,-1 1 0,1-1 0,-1 1 0,1-1 0,-1 1 0,1 0 0,-1-1 0,1 1 0,-1 0 0,1 0 0,-1 0 0,1 1 0,-1-1 0,1 0 0,-1 0 0,1 1 0,-1-1 0,1 1 0,-1-1 0,1 1 0,0 0 0,-1 0 0,1-1 0,0 1 0,0 0 0,0 0 0,-1 0 0,1 0 0,-1 2 0,-3 1 19,1 1 0,0-1 0,0 1 0,0-1 0,0 1 0,1 0 0,0 1 0,0-1 0,0 1 0,1-1 0,0 1 0,0 0 0,0 0 0,1-1 0,-1 1 0,2 1 0,-2 9 0,3-7-162,-1 0 1,2 0 0,-1 0 0,1 0-1,0 0 1,1-1 0,0 1 0,0-1 0,1 0-1,0 0 1,8 11 0,9 11-6684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51.39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 0 24575,'3'0'0,"1"3"0,0 7 0,-1 5 0,-1 7 0,0 5 0,-2 7 0,1 5 0,-1 5 0,-1 0 0,-2 0 0,-1-5 0,0-2 0,-2-9 0,-1-8-8191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51.70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1 161 24575,'13'-36'0,"-12"32"0,0-1 0,0 0 0,1 1 0,0-1 0,0 1 0,0-1 0,1 1 0,-1 0 0,1 0 0,4-6 0,-6 10 0,-1 0 0,0 0 0,1 0 0,-1-1 0,1 1 0,-1 0 0,0 0 0,1 0 0,-1 0 0,0 0 0,1 0 0,-1 0 0,1-1 0,-1 1 0,0 0 0,1 1 0,-1-1 0,1 0 0,-1 0 0,0 0 0,1 0 0,-1 0 0,0 0 0,1 0 0,-1 0 0,0 1 0,1-1 0,-1 0 0,0 0 0,1 1 0,-1-1 0,0 0 0,1 0 0,-1 1 0,0-1 0,0 0 0,1 1 0,-1-1 0,0 0 0,0 1 0,0-1 0,0 0 0,1 1 0,-1-1 0,0 0 0,0 1 0,8 22 0,-6-19 0,7 24 0,2-1 0,14 28 0,-19-44 0,1 0 0,0 0 0,0-1 0,1 0 0,1 0 0,-1-1 0,14 11 0,-20-18 0,0 0 0,0 0 0,1-1 0,-1 1 0,1-1 0,0 1 0,-1-1 0,1 0 0,0 0 0,0 0 0,0-1 0,0 1 0,-1-1 0,1 1 0,0-1 0,0 0 0,0 0 0,0 0 0,0 0 0,3-2 0,-2 1 0,0-1 0,0 1 0,0-1 0,-1 0 0,1-1 0,-1 1 0,0 0 0,1-1 0,-1 0 0,0 0 0,-1 0 0,1 0 0,4-7 0,3-6 0,0 0 0,0-1 0,-2-1 0,9-23 0,17-75 0,-24 77 0,-3 20 171,-6 28 0,-5 29-1878,-1-17-5119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52.15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0 142 24575,'1'1'0,"-1"1"0,0-1 0,1 1 0,-1-1 0,1 0 0,0 1 0,-1-1 0,1 0 0,0 1 0,0-1 0,0 0 0,0 0 0,0 1 0,0-1 0,0 0 0,0 0 0,1-1 0,-1 1 0,0 0 0,1 0 0,-1 0 0,3 0 0,37 14 0,-34-13 0,-2-1 0,0 1 0,-1-1 0,1 0 0,0 0 0,1-1 0,-1 0 0,0 0 0,0 0 0,0 0 0,0-1 0,0 1 0,0-1 0,0-1 0,5-1 0,-6 1 0,-1 0 0,1 0 0,0-1 0,-1 1 0,0-1 0,1 0 0,-1 0 0,0 0 0,0 0 0,-1-1 0,1 1 0,-1-1 0,0 0 0,0 1 0,0-1 0,3-8 0,-2 4 0,0 1 0,-1-1 0,0 0 0,0 0 0,0-1 0,-1 1 0,-1 0 0,1 0 0,-1-1 0,-1 1 0,-1-9 0,2 16 0,0 0 0,0 0 0,0 0 0,-1 0 0,1 1 0,-1-1 0,1 0 0,0 0 0,-1 0 0,1 1 0,-1-1 0,0 0 0,1 0 0,-1 1 0,0-1 0,1 0 0,-1 1 0,0-1 0,0 1 0,1-1 0,-1 1 0,0 0 0,0-1 0,0 1 0,0 0 0,0-1 0,-1 1 0,0 0 0,0 0 0,1 0 0,-1 1 0,0-1 0,0 1 0,0-1 0,0 1 0,1 0 0,-1 0 0,0 0 0,1 0 0,-4 1 0,-2 5 0,-1-1 0,1 1 0,-13 15 0,10-10 0,2 0 0,0 0 0,0 0 0,1 1 0,1 1 0,0-1 0,0 1 0,2 0 0,0 0 0,0 0 0,1 0 0,1 1 0,-1 26 0,3-38 0,0 0 0,1 1 0,-1-1 0,1 0 0,-1 0 0,1 1 0,0-1 0,0 0 0,1 0 0,-1 0 0,0 0 0,1 0 0,0 0 0,0 0 0,0-1 0,0 1 0,0-1 0,0 1 0,4 2 0,-3-4 0,-1 0 0,0 1 0,0-1 0,0-1 0,1 1 0,-1 0 0,1-1 0,-1 1 0,0-1 0,1 1 0,-1-1 0,1 0 0,-1 0 0,1 0 0,-1-1 0,1 1 0,-1-1 0,0 1 0,1-1 0,-1 0 0,0 0 0,1 0 0,-1 0 0,0 0 0,0 0 0,3-3 0,2-1 0,-1 0 0,1-1 0,-1 0 0,-1 0 0,1-1 0,-1 0 0,0 0 0,-1 0 0,1 0 0,-2-1 0,6-12 0,-4 7 0,0-1 0,-1 0 0,-1 0 0,0-1 0,1-26 0,-4 39-62,1 0 0,-1-1 0,0 1 0,0 0 0,0 0 0,0-1 0,-1 1 0,1 0 0,-1 0 0,1-1 0,-1 1 0,0 0-1,1 0 1,-1 0 0,0 0 0,-1 0 0,1 0 0,0 0 0,0 0 0,-1 1 0,-2-4 0,-4 3-6764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52.29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24575,'3'3'0,"1"4"0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54.92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640 1 24575,'7'-1'0,"-1"2"0,-3 10 0,0 34 0,-2 0 0,-8 80 0,1-40 0,-3 221 0,-4 72 0,-148 976-639,68-725 639,-66 380 0,95-682 0,-27 156 0,38-60 320,50-351-241,3 1 1,3-1 0,23 133 0,-12-117-80,-10-54 0,2 0 0,16 53 0,-21-84 0,1 0 0,-1 0 0,1 0 0,0 1 0,0-2 0,0 1 0,0 0 0,1 0 0,-1-1 0,1 1 0,0-1 0,-1 0 0,1 0 0,0 0 0,0 0 0,1 0 0,-1-1 0,0 1 0,0-1 0,1 0 0,-1 0 0,7 1 0,6 0 0,0 0 0,1-1 0,28-2 0,-17 0 0,1178-3-2285,21-1-637,2087-42 1067,-3221 46 1912,468-30 1426,-547 29-1586,1 0 776,30-8 0,-42 10-639,1-2-1,-1 1 1,0 0 0,0 0-1,0-1 1,0 0-1,0 0 1,0 0-1,0 0 1,-1 0 0,1 0-1,-1-1 1,1 1-1,2-4 1,2-13-4450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56.70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0 130 24575,'0'1'0,"1"-1"0,-1 1 0,1 0 0,-1 0 0,0-1 0,1 1 0,0 0 0,-1-1 0,1 1 0,-1-1 0,1 1 0,0 0 0,-1-1 0,1 0 0,0 1 0,0-1 0,-1 1 0,1-1 0,0 0 0,0 1 0,0-1 0,-1 0 0,1 0 0,1 0 0,28 6 0,-22-5 0,70 9 0,1-4 0,89-4 0,-80-3 0,1370-13-5803,-1106 8 4748,3023-98-1401,-2785 83 2941,-200 19 5200,-383 2-5371,1 0 1,0 0-1,0-1 1,0 0-1,0 0 1,-1-1-1,1 0 0,-1 0 1,12-5-1,-18 6-314,-1 1 0,1 0 0,-1-1 0,1 1 0,0 0 0,0 0 0,-1 0 0,1-1 0,0 1 0,-1 0 0,1 0 0,0 0 0,0 0 0,-1 0 0,1 0 0,0 1 0,-1-1 0,1 0 0,0 0 0,0 0 0,-1 1 0,1-1 0,0 0 0,-1 1 0,2 0 0,-1 0 0,0 0 0,0 0 0,0 1 0,0-1 0,0 1 0,0-1 0,0 1 0,0-1 0,-1 1 0,2 2 0,0 4 0,0 1 0,0 0 0,0 10 0,-2-19 0,20 639-240,-38 2-176,3-149 263,12-140 159,-22 430-191,18-713 194,-43 514 518,43-393-301,17 202 0,12 42-226,-23-334 0,-4-1 0,-25 134 0,23-197 0,-111 636 0,20-249 0,87-365 0,10-44 0,-2 0 0,0 0 0,-5 15 0,7-27 0,-1 0 0,1 0 0,0 0 0,0 0 0,-1-1 0,1 1 0,-1 0 0,1-1 0,-1 0 0,0 1 0,1-1 0,-1 0 0,0 0 0,0 0 0,0 0 0,0 0 0,0 0 0,0 0 0,0-1 0,0 1 0,0-1 0,-1 0 0,1 1 0,-3-1 0,-8 0 0,0 0 0,0-1 0,-14-3 0,11 2 0,-555-51-1365,454 46-5461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57.52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44 31 24575,'-3'0'0,"-4"0"0,-4 0 0,-4 0 0,8-4 0,11 0 0,10 0 0,14 1 0,6 1 0,8 0 0,3 1 0,0-2 0,-1-1 0,-9 0-8191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57.69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4 24575,'0'-3'0,"0"2"0,4 1 0,0 4 0,0 8 0,2 4 0,0 9 0,0 6 0,1 8 0,-1 6 0,0 5 0,-3-6-8191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57.9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 9 24575,'0'-3'0,"-3"-1"0,-1 3 0,0 5 0,1 5 0,4 4 0,4 9 0,3 7 0,2 8 0,2 7 0,3 2 0,-1 3 0,0 2 0,-3-8-8191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3:58.3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1 257 24575,'-1'-9'0,"1"-1"0,1 1 0,0-1 0,0 0 0,1 1 0,3-12 0,-3 17 0,0 0 0,0 0 0,0 0 0,1 0 0,0 0 0,-1 1 0,1 0 0,0-1 0,0 1 0,1 0 0,-1 0 0,1 1 0,0-1 0,-1 1 0,9-4 0,24-9 0,1 2 0,0 2 0,61-11 0,-74 17 0,96-17 0,191-12 0,-311 34 0,5 0 0,1 0 0,-1-1 0,0 2 0,0-1 0,1 1 0,5 1 0,-10-2 0,0 1 0,0-1 0,0 1 0,0-1 0,0 1 0,-1-1 0,1 1 0,0 0 0,0-1 0,0 1 0,-1 0 0,1 0 0,0-1 0,-1 1 0,1 0 0,-1 0 0,1 0 0,-1 0 0,1 0 0,-1 0 0,1 0 0,-1 0 0,0 0 0,0 0 0,0 0 0,1 0 0,-1 0 0,0 0 0,0 0 0,0 0 0,-1 0 0,1 0 0,0 0 0,0 0 0,0 0 0,-1 0 0,0 2 0,-5 21 0,-2 6 0,1 0 0,-4 41 0,16 223 39,0-191-1443,-2-35-5422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00.50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107 108 24575,'29'-27'0,"50"-34"0,-77 59 0,1 0 0,0 0 0,0 0 0,-1 0 0,1 1 0,1-1 0,-1 1 0,0 0 0,0 0 0,0 0 0,1 0 0,-1 1 0,0-1 0,1 1 0,-1 0 0,1 0 0,-1 0 0,0 0 0,1 1 0,4 0 0,-5 1 0,0-1 0,0 1 0,0 0 0,0 0 0,0 0 0,0 0 0,-1 1 0,1-1 0,-1 1 0,0 0 0,0-1 0,0 1 0,0 0 0,0 0 0,-1 0 0,1 1 0,-1-1 0,0 0 0,2 7 0,-1-2 0,-1 1 0,1 0 0,-2 0 0,1 0 0,-1 0 0,-1 0 0,0 0 0,0 0 0,-1 0 0,0-1 0,0 1 0,-1-1 0,0 1 0,0-1 0,-1 0 0,0 0 0,-7 10 0,-4 4 0,-1 0 0,-1-2 0,0 0 0,-33 29 0,30-32 0,0-1 0,-1 0 0,0-2 0,-38 20 0,56-33 0,0 0 0,1 0 0,-1 0 0,0 0 0,1-1 0,-1 1 0,0-1 0,0 1 0,1-1 0,-5 0 0,7 0 0,-1 0 0,1 0 0,-1-1 0,1 1 0,-1 0 0,1 0 0,-1 0 0,1-1 0,-1 1 0,1 0 0,-1 0 0,1-1 0,0 1 0,-1 0 0,1-1 0,0 1 0,-1 0 0,1-1 0,0 1 0,-1-1 0,1 0 0,-1 0 0,1 0 0,0 0 0,0 0 0,0 0 0,0-1 0,0 1 0,0 0 0,0 0 0,0 0 0,0 0 0,0 0 0,1 0 0,-1 0 0,1-2 0,3-5 0,0-1 0,0 1 0,1 0 0,0 0 0,1 0 0,-1 1 0,2 0 0,-1 0 0,1 0 0,13-9 0,-12 9 0,2 1 0,-1-1 0,1 2 0,0 0 0,0 0 0,0 1 0,0 0 0,20-5 0,-26 9 0,1-1 0,-1 0 0,0 1 0,0 0 0,0 0 0,0 0 0,0 1 0,1-1 0,-1 1 0,0 0 0,0 0 0,0 1 0,0-1 0,-1 1 0,1 0 0,0 0 0,6 4 0,-6-2 0,0 0 0,-1 0 0,1 0 0,-1 0 0,0 0 0,0 1 0,0-1 0,0 1 0,-1 0 0,0 0 0,0 0 0,0 0 0,1 7 0,17 108-1365,-18-97-5461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01.7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14 129 24575,'0'-5'0,"-1"-1"0,0 1 0,0-1 0,-3-9 0,2 12 0,1-1 0,0 1 0,0-1 0,0 0 0,1 1 0,-1-1 0,1 0 0,0 1 0,0-1 0,0 0 0,1-3 0,-1 6 0,0 1 0,0 0 0,0-1 0,0 1 0,0 0 0,0-1 0,1 1 0,-1 0 0,0-1 0,0 1 0,0 0 0,0-1 0,0 1 0,0 0 0,1-1 0,-1 1 0,0 0 0,0 0 0,1-1 0,-1 1 0,0 0 0,0 0 0,1 0 0,-1-1 0,0 1 0,0 0 0,1 0 0,-1 0 0,0 0 0,1 0 0,-1-1 0,0 1 0,1 0 0,-1 0 0,0 0 0,1 0 0,9 10 0,5 20 0,47 188 0,-11-36 0,-50-179 0,13 31 0,-14-34 0,1 1 0,-1-1 0,0 1 0,1-1 0,-1 1 0,0-1 0,1 1 0,-1-1 0,0 1 0,1-1 0,-1 0 0,1 1 0,-1-1 0,1 0 0,-1 1 0,1-1 0,-1 0 0,1 0 0,-1 1 0,1-1 0,-1 0 0,1 0 0,0 0 0,-1 0 0,1 0 0,-1 0 0,1 0 0,0 0 0,-1 0 0,1 0 0,-1 0 0,1 0 0,-1 0 0,1-1 0,0 1 0,-1 0 0,1 0 0,-1 0 0,1-1 0,-1 1 0,1 0 0,-1-1 0,0 1 0,1-1 0,-1 1 0,1 0 0,-1-1 0,0 1 0,1-1 0,-1 1 0,0-1 0,1 1 0,-1-2 0,7-10 0,0-1 0,-1 1 0,-1-1 0,0-1 0,-1 1 0,3-20 0,2 0 0,72-256 0,-78 275 0,2 1 0,0-1 0,8-15 0,-4 19-1365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02.55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19 178 24575,'25'9'0,"-12"-4"0,-1-1 0,-7-2 0,-1 0 0,2-1 0,-1 0 0,0 1 0,0-2 0,11 2 0,-15-2 0,1-1 0,-1 1 0,1 0 0,-1-1 0,0 1 0,1-1 0,-1 0 0,0 1 0,1-1 0,-1 0 0,0 0 0,0 0 0,0 0 0,0 0 0,0 0 0,0 0 0,0 0 0,0 0 0,0 0 0,0 0 0,0-1 0,-1 1 0,1 0 0,-1-1 0,1 1 0,-1 0 0,1-1 0,-1 1 0,0-1 0,1-2 0,1-9 0,-1 1 0,0-1 0,0 0 0,-1 0 0,-2-14 0,2 22 0,-1 1 0,1-1 0,-1 1 0,0-1 0,-1 1 0,1 0 0,-1-1 0,1 1 0,-1 0 0,-1 0 0,1 0 0,0 0 0,-1 0 0,0 1 0,0-1 0,0 1 0,-6-5 0,8 7 0,0 1 0,-1-1 0,1 1 0,0 0 0,-1-1 0,1 1 0,0 0 0,-1 0 0,1 0 0,-1 0 0,1 0 0,-1 0 0,1 0 0,0 0 0,-1 0 0,1 1 0,0-1 0,-1 1 0,1-1 0,0 1 0,-1-1 0,1 1 0,0 0 0,0-1 0,0 1 0,-1 0 0,1 0 0,0 0 0,0 0 0,1 0 0,-1 0 0,0 1 0,-1 0 0,-4 6 0,0 0 0,1 1 0,-6 12 0,10-18 0,-6 10 0,1 1 0,1-1 0,1 1 0,0 0 0,0 1 0,2-1 0,0 0 0,0 1 0,1 0 0,1-1 0,0 1 0,6 28 0,-6-40 0,1 0 0,-1 1 0,1-1 0,0 0 0,0 0 0,1 0 0,-1 0 0,1-1 0,-1 1 0,1 0 0,0 0 0,0-1 0,0 1 0,0-1 0,1 0 0,-1 0 0,1 0 0,-1 0 0,1 0 0,0 0 0,-1-1 0,1 1 0,0-1 0,0 0 0,0 0 0,0 0 0,1 0 0,-1 0 0,0-1 0,0 1 0,0-1 0,1 0 0,-1 0 0,0 0 0,4-1 0,3-1 0,0 0 0,0 0 0,-1-1 0,1-1 0,-1 0 0,1 0 0,-1 0 0,0-2 0,-1 1 0,9-7 0,-1-1 0,-1 0 0,0-1 0,-2-1 0,1 0 0,-2-1 0,0 0 0,0-1 0,-2 0 0,0-1 0,-1 0 0,12-37 0,-19 43 0,-8 14 0,-7 17 0,10-11 0,0-1 0,1 1 0,-3 14 0,4-20 0,1 0 0,0 1 0,-1-1 0,1 1 0,0-1 0,0 1 0,1-1 0,-1 1 0,0-1 0,1 1 0,0-1 0,-1 1 0,1-1 0,0 0 0,3 5 0,-4-7 0,1 1 0,0 0 0,0-1 0,0 1 0,-1 0 0,1-1 0,0 1 0,0-1 0,0 1 0,0-1 0,0 0 0,0 1 0,0-1 0,0 0 0,0 0 0,0 0 0,0 0 0,0 0 0,0 0 0,0 0 0,0 0 0,0 0 0,0 0 0,0 0 0,0-1 0,0 1 0,0 0 0,0-1 0,0 1 0,0-1 0,0 1 0,0-1 0,0 1 0,-1-1 0,1 0 0,0 1 0,0-1 0,-1 0 0,2-1 0,4-4 0,0 0 0,-1-1 0,7-9 0,-12 15 0,18-18 0,-18 19 0,0-1 0,1 1 0,-1 0 0,0 0 0,0 0 0,1 0 0,-1 0 0,0-1 0,1 1 0,-1 0 0,0 0 0,1 0 0,-1 0 0,0 0 0,1 0 0,-1 0 0,0 0 0,1 0 0,-1 0 0,0 0 0,1 0 0,-1 1 0,0-1 0,0 0 0,1 0 0,-1 0 0,6 14 0,-2 18 0,-1-1 0,-4 58 0,0-15 0,21 200 0,-19-266 0,-1-1 0,0 0 0,0 0 0,0 0 0,-3 12 0,3-18 0,-1 0 0,1 0 0,0-1 0,0 1 0,-1 0 0,1 0 0,0-1 0,-1 1 0,1 0 0,-1-1 0,1 1 0,-1 0 0,1-1 0,-1 1 0,1 0 0,-1-1 0,1 1 0,-1-1 0,0 1 0,1-1 0,-1 0 0,-1 1 0,1-1 0,-1 0 0,1 0 0,0 0 0,-1-1 0,1 1 0,0 0 0,0-1 0,0 1 0,-1-1 0,1 0 0,0 1 0,0-1 0,0 0 0,0 0 0,0 1 0,0-1 0,0 0 0,0 0 0,-1-2 0,-5-6 0,0 0 0,1 0 0,0 0 0,1-1 0,0 0 0,0 0 0,1 0 0,-5-16 0,2-2 0,2 1 0,-4-34 0,7 45 114,1-1 0,3-31 0,-2 43-246,1-1 1,0 1 0,0 0-1,0 0 1,1 0 0,0-1 0,0 2-1,0-1 1,1 0 0,0 0 0,-1 1-1,8-8 1,5-2-6695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03.17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380 157 24575,'2'-2'0,"0"0"0,0 0 0,0 0 0,0-1 0,0 1 0,0-1 0,-1 0 0,1 1 0,-1-1 0,0 0 0,0 0 0,0 0 0,0 0 0,0 0 0,-1 0 0,1 0 0,-1 0 0,0 0 0,0 0 0,0 0 0,0 0 0,-2-6 0,1 4 0,-1 1 0,0 0 0,0 0 0,0 0 0,0 0 0,-1 0 0,0 1 0,0-1 0,0 1 0,0-1 0,0 1 0,-1 0 0,1 0 0,-1 1 0,-4-3 0,-1 0 0,0 1 0,-1 0 0,1 0 0,0 1 0,-1 1 0,0 0 0,0 0 0,0 0 0,0 2 0,0-1 0,0 1 0,0 0 0,0 1 0,0 1 0,1-1 0,-1 1 0,0 1 0,-15 6 0,15-6 0,1 1 0,-1 1 0,1-1 0,0 2 0,0-1 0,0 1 0,1 1 0,0-1 0,0 1 0,1 1 0,-1 0 0,2 0 0,-1 0 0,1 0 0,1 1 0,-1 0 0,-6 17 0,10-21 0,1-1 0,0 0 0,0 1 0,0-1 0,0 0 0,1 1 0,-1-1 0,1 1 0,0-1 0,1 1 0,-1-1 0,1 1 0,0-1 0,0 1 0,0-1 0,3 6 0,-1-5 0,0 0 0,0-1 0,0 1 0,1-1 0,0 0 0,-1 0 0,1 0 0,1 0 0,-1-1 0,1 1 0,8 4 0,-1-2 0,0-1 0,1 0 0,0 0 0,0-1 0,0-1 0,0 0 0,1-1 0,-1 0 0,28-1 0,-39-1 0,1 0 0,0-1 0,0 1 0,0-1 0,0 0 0,-1 0 0,1 0 0,0 0 0,0 0 0,-1-1 0,1 1 0,3-4 0,-5 5 0,-1-1 0,1 1 0,-1-1 0,0 1 0,1-1 0,-1 1 0,0-1 0,1 1 0,-1-1 0,0 1 0,0-1 0,1 1 0,-1-1 0,0 1 0,0-1 0,0 0 0,0 1 0,0-1 0,0 1 0,0-1 0,0 1 0,0-1 0,0 0 0,0 0 0,-1 0 0,1-1 0,-1 1 0,0 0 0,0 0 0,0 0 0,0 0 0,0 0 0,0 0 0,0 0 0,0 0 0,0 1 0,0-1 0,0 0 0,0 1 0,-3-2 0,-3 0 0,0-1 0,0 1 0,-1 1 0,1 0 0,-1 0 0,1 0 0,-1 1 0,1 0 0,-1 0 0,1 1 0,-1 0 0,1 0 0,-1 1 0,1 0 0,0 0 0,0 1 0,0-1 0,0 2 0,0-1 0,-10 8 0,12-8 0,0 1 0,0 0 0,1 0 0,0 0 0,0 0 0,0 1 0,0-1 0,0 1 0,1 0 0,0 0 0,-5 11 0,7-12 0,0 0 0,-1 0 0,2 1 0,-1-1 0,0 0 0,1 1 0,0-1 0,0 1 0,0-1 0,1 0 0,-1 1 0,1-1 0,0 0 0,0 1 0,1-1 0,-1 0 0,4 6 0,0-1 0,1-1 0,0 1 0,0-1 0,1 0 0,0 0 0,1-1 0,-1 0 0,1-1 0,1 1 0,-1-2 0,1 1 0,0-1 0,0 0 0,1-1 0,-1 0 0,1-1 0,11 3 0,-2-1 0,0-1 0,0-1 0,1-1 0,-1 0 0,1-2 0,-1 0 0,0-1 0,26-5 0,-34 4 0,0-1 0,-1 1 0,0-2 0,1 0 0,-1 0 0,-1-1 0,1 0 0,-1 0 0,0-1 0,0 0 0,10-9 0,-14 9 0,0 1 0,0-1 0,-1 0 0,1-1 0,-1 1 0,-1-1 0,1 1 0,-1-1 0,0 0 0,-1 0 0,1-1 0,-1 1 0,-1 0 0,0-1 0,0 1 0,0-14 0,-10-59 0,9 80 0,0 0 0,0-1 0,0 1 0,0 0 0,0 0 0,0 0 0,0-1 0,0 1 0,0 0 0,0 0 0,0 0 0,0 0 0,0-1 0,0 1 0,0 0 0,1 0 0,-1 0 0,0 0 0,0-1 0,0 1 0,0 0 0,0 0 0,0 0 0,0 0 0,1 0 0,-1 0 0,0-1 0,0 1 0,0 0 0,0 0 0,0 0 0,1 0 0,-1 0 0,0 0 0,0 0 0,0 0 0,0 0 0,1 0 0,-1 0 0,0 0 0,0 0 0,0 0 0,0 0 0,1 0 0,-1 0 0,0 0 0,0 0 0,0 0 0,1 0 0,-1 0 0,0 0 0,0 0 0,0 0 0,0 0 0,0 0 0,1 0 0,-1 1 0,0-1 0,0 0 0,0 0 0,0 0 0,0 0 0,1 0 0,-1 1 0,0-1 0,0 0 0,0 0 0,0 0 0,0 1 0,13 11 0,-12-11 0,103 112-1365,-86-94-5461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03.32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127 155 24575,'0'-6'0,"-4"-9"0,0-7 0,0-4 0,-2-3 0,0 0 0,0 8 0,3 14 0,-3 14 0,-3 13 0,-3 11 0,1 11 0,-1 7 0,-2 4 0,-2 0 0,3-9-8191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03.49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24575,'0'3'0,"3"1"0,5 0 0,3-1 0,3-1 0,3-4 0,-2-1-8191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04.93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23 24575,'0'-3'0,"0"-5"0,3 0 0,1 4 0,0 6 0,-1 9 0,-1 11 0,3 9 0,0 8 0,-1 10 0,-1 6 0,-1 6 0,0-7-8191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05.64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217 77 24575,'3'-3'0,"0"-1"0,0 1 0,0-1 0,-1 0 0,0 0 0,1 0 0,-2 0 0,1 0 0,0 0 0,-1-1 0,0 1 0,0 0 0,0-1 0,0-6 0,-1 11 0,0 0 0,0-1 0,0 1 0,0 0 0,0-1 0,0 1 0,0 0 0,0-1 0,0 1 0,0-1 0,0 1 0,0 0 0,-1-1 0,1 1 0,0 0 0,0 0 0,0-1 0,-1 1 0,1 0 0,0-1 0,0 1 0,-1 0 0,1 0 0,0-1 0,-1 1 0,1 0 0,0 0 0,-1 0 0,1 0 0,0-1 0,-1 1 0,1 0 0,0 0 0,-1 0 0,-13 6 0,-12 18 0,2 5 0,1 1 0,2 2 0,1 0 0,1 1 0,2 1 0,1 0 0,2 1 0,1 1 0,-12 58 0,23-83 0,0-1 0,1 1 0,0 0 0,0 0 0,1 0 0,1 0 0,0 0 0,2 11 0,-2-18 0,0-1 0,0 0 0,0 0 0,1 0 0,-1 0 0,1 0 0,-1 0 0,1-1 0,0 1 0,0 0 0,0-1 0,1 1 0,-1-1 0,0 0 0,1 0 0,0 0 0,-1 0 0,1 0 0,0-1 0,0 1 0,0-1 0,0 0 0,0 0 0,0 0 0,1 0 0,-1 0 0,0-1 0,0 1 0,1-1 0,5 0 0,0 0 0,-1-1 0,1 0 0,0 0 0,0 0 0,0-1 0,-1-1 0,1 1 0,-1-1 0,0-1 0,11-5 0,-8 2 0,0-1 0,0 1 0,-1-2 0,0 0 0,0 0 0,9-13 0,3-7 0,-2-1 0,-1 0 0,-1-2 0,14-35 0,-30 66 0,-1 8 0,0 12 0,-2 8 114,2 0 0,8 54 0,-6-65-358,1 0 0,1 0 0,0 0 0,1 0 1,1-1-1,9 17 0,-4-14-6582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06.18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1 273 24575,'2'-2'0,"0"0"0,0 0 0,1 0 0,-1 0 0,1 0 0,-1 1 0,1-1 0,0 1 0,4-2 0,-6 3 0,0-1 0,-1 1 0,1 0 0,0 0 0,0 0 0,0 0 0,0 1 0,-1-1 0,1 0 0,0 0 0,0 0 0,0 1 0,-1-1 0,1 0 0,0 1 0,0-1 0,-1 1 0,1-1 0,0 1 0,-1-1 0,1 1 0,0-1 0,-1 1 0,1 0 0,-1-1 0,1 1 0,-1 0 0,0-1 0,1 1 0,-1 0 0,0 0 0,1-1 0,-1 1 0,0 0 0,0 0 0,1 0 0,-1-1 0,0 1 0,0 0 0,0 1 0,2 16 0,0 1 0,-1 0 0,-2 33 0,0-33 0,0-1 0,2 1 0,5 35 0,-2-42 0,-1-13 0,0-21 0,-10-77 0,3 57 0,1-58 0,5 71 0,1-1 0,6-29 0,-7 50 0,0 0 0,1 1 0,0 0 0,0-1 0,1 1 0,0 0 0,0 1 0,0-1 0,1 1 0,1 0 0,8-10 0,-13 16 0,1-1 0,0 1 0,-1-1 0,1 1 0,0 0 0,0-1 0,0 1 0,0 0 0,0 0 0,0 0 0,0 1 0,0-1 0,0 0 0,0 1 0,1 0 0,-1-1 0,0 1 0,0 0 0,1 0 0,-1 0 0,0 0 0,0 1 0,0-1 0,1 1 0,-1-1 0,0 1 0,0 0 0,0-1 0,0 1 0,0 0 0,0 0 0,0 1 0,0-1 0,-1 0 0,1 1 0,0-1 0,2 4 0,-1-1 0,1-1 0,-1 1 0,-1 0 0,1 1 0,0-1 0,-1 0 0,0 1 0,0-1 0,-1 1 0,1 0 0,-1 0 0,0 0 0,0-1 0,0 1 0,-1 0 0,0 7 0,-1-4 0,0 1 0,-1 0 0,-1-1 0,0 1 0,0-1 0,0 0 0,-1 0 0,0 0 0,-9 13 0,-6 3 0,-30 33 0,37-44 0,11-12 0,0 0 0,0 0 0,0 0 0,0 0 0,0 0 0,0 0 0,1 0 0,-1 1 0,0-1 0,1 0 0,-1 0 0,1 1 0,-1-1 0,1 1 0,0-1 0,-1 2 0,2-2 0,-1 0 0,0 0 0,1 0 0,-1 0 0,1-1 0,0 1 0,-1 0 0,1 0 0,-1-1 0,1 1 0,0 0 0,0-1 0,-1 1 0,1-1 0,0 1 0,0-1 0,0 1 0,0-1 0,0 0 0,-1 1 0,1-1 0,0 0 0,0 0 0,0 0 0,2 1 0,87 13 0,-3-1 0,-76-10 0,0 0 0,0 0 0,0 1 0,-1 0 0,16 9 0,-24-11 0,0-1 0,0 0 0,0 1 0,0-1 0,0 1 0,0 0 0,0 0 0,-1 0 0,1 0 0,-1 0 0,1 0 0,-1 0 0,0 0 0,2 5 0,-2-6 0,-1 1 0,0 0 0,0-1 0,0 1 0,0 0 0,0-1 0,0 1 0,0-1 0,-1 1 0,1 0 0,-1-1 0,1 1 0,-1-1 0,1 1 0,-1-1 0,0 1 0,0-1 0,0 0 0,0 1 0,0-1 0,0 0 0,0 0 0,0 1 0,-2 0 0,-10 8-109,0-1 0,-1 0 0,0-1 0,0 0 0,-1-1 0,-22 7 1,26-10-495,-49 20-6223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07.08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14 217 24575,'-7'-53'0,"5"44"0,0-1 0,1 1 0,0-19 0,1 24 0,1 1 0,-1-1 0,1 0 0,0 1 0,0-1 0,0 1 0,1-1 0,-1 1 0,1 0 0,0-1 0,0 1 0,0 0 0,0 0 0,3-3 0,2 1 0,-1-1 0,0 1 0,1 1 0,0-1 0,0 1 0,1 0 0,-1 0 0,1 1 0,0 0 0,0 1 0,0 0 0,0 0 0,0 0 0,0 1 0,1 0 0,-1 1 0,0 0 0,10 1 0,-12 0 0,-1 0 0,1 0 0,0 0 0,-1 0 0,0 1 0,1 0 0,-1 0 0,0 1 0,0 0 0,0-1 0,-1 2 0,6 3 0,-7-4 0,0 0 0,0 0 0,0 1 0,-1-1 0,1 1 0,-1 0 0,0 0 0,0 0 0,0 0 0,0 0 0,-1 0 0,0 1 0,1-1 0,-2 0 0,1 1 0,0 7 0,-1 1 0,-1 0 0,0 0 0,-1 0 0,-1-1 0,0 1 0,-1-1 0,0 0 0,0 1 0,-11 18 0,-1-3 0,-1-1 0,-35 44 0,-55 47 0,106-117 0,0 0 0,0 0 0,0 0 0,0 0 0,1 0 0,-1 1 0,0-1 0,1 0 0,-1 0 0,1 1 0,-1-1 0,1 0 0,0 1 0,-1-1 0,1 0 0,0 1 0,0-1 0,0 0 0,0 2 0,1-2 0,-1 0 0,1 0 0,-1 0 0,1 0 0,-1 0 0,1 0 0,0 0 0,-1 0 0,1 0 0,0-1 0,0 1 0,0 0 0,0-1 0,-1 1 0,1 0 0,0-1 0,0 1 0,2 0 0,4 1 0,0 0 0,1 0 0,-1-1 0,1 1 0,9-1 0,39 2-455,-1-3 0,104-13 0,-107 4-6371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07.3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232 66 24575,'12'-10'0,"-8"7"0,-1 0 0,1 0 0,0-1 0,-1 1 0,0-1 0,4-5 0,-6 8 0,-1 1 0,0-1 0,0 0 0,1 1 0,-1-1 0,0 1 0,0-1 0,0 1 0,0-1 0,0 0 0,0 1 0,0-1 0,0 1 0,0-1 0,0 0 0,0 1 0,0-1 0,0 1 0,0-1 0,-1 1 0,1-1 0,0 0 0,-1 0 0,0 0 0,0 0 0,0 0 0,0 0 0,0 0 0,0 0 0,-1 1 0,1-1 0,0 0 0,-1 0 0,1 1 0,-1-1 0,1 1 0,-3-1 0,0 1 0,1-1 0,-1 1 0,0 0 0,1 0 0,-1 1 0,0-1 0,1 1 0,-1-1 0,1 1 0,-1 1 0,1-1 0,-1 0 0,1 1 0,0-1 0,0 1 0,0 0 0,-6 5 0,-2 2 0,0 0 0,1 0 0,-12 15 0,4-2 0,1 0 0,1 2 0,-24 46 0,34-56 0,-1 0 0,2 0 0,0 1 0,1-1 0,0 1 0,1 0 0,1 0 0,-1 28 0,4-38 20,-1 0 0,1 1 0,0-1 1,0 0-1,0 0 0,1 0 0,0 0 0,0 0 0,0 0 0,0 0 0,1-1 0,0 1 0,0-1 0,0 1 0,1-1 0,5 5 1,-3-4-192,0 0 0,1 0 1,0 0-1,0-1 0,0 0 1,1-1-1,-1 0 0,1 0 1,14 3-1,18 2-6655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07.7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40 151 24575,'4'-10'0,"-1"0"0,0-1 0,0 1 0,-1-1 0,-1 1 0,0-1 0,0 0 0,-1 0 0,0 1 0,-4-21 0,4 30 0,0 0 0,0 1 0,0-1 0,0 0 0,0 1 0,0-1 0,-1 1 0,1-1 0,0 0 0,0 1 0,-1-1 0,1 1 0,0-1 0,-1 1 0,1-1 0,0 1 0,-1-1 0,1 1 0,-1-1 0,1 1 0,-1-1 0,1 1 0,-1 0 0,1-1 0,-1 1 0,0 0 0,0-1 0,0 2 0,0-1 0,1 0 0,-1 1 0,0-1 0,1 0 0,-1 1 0,0-1 0,1 1 0,-1-1 0,0 1 0,1 0 0,-1-1 0,1 1 0,-1 0 0,1-1 0,-1 1 0,0 1 0,-14 36 0,10-19 0,1 1 0,1 0 0,-1 39 0,4-52 0,0-1 0,0 1 0,0-1 0,1 0 0,0 1 0,1-1 0,-1 0 0,1 1 0,0-1 0,1 0 0,0-1 0,0 1 0,0 0 0,0-1 0,1 0 0,6 8 0,-8-11 0,0 0 0,1-1 0,-1 1 0,1-1 0,-1 1 0,1-1 0,-1 0 0,1 0 0,0 0 0,-1 0 0,1 0 0,0 0 0,0-1 0,0 0 0,0 1 0,4-1 0,-3-1 0,1 1 0,0-1 0,0 0 0,0-1 0,-1 1 0,1-1 0,-1 0 0,1 0 0,3-3 0,3-2 0,-1 0 0,0 0 0,-1-2 0,1 1 0,-2-1 0,15-18 0,-17 18 0,0 0 0,0 0 0,-1-1 0,-1 1 0,1-1 0,-2 0 0,1 0 0,3-21 0,-7 28 0,1 0 0,-1 1 0,0-1 0,0 0 0,0 0 0,0 0 0,0 0 0,-1 1 0,1-1 0,-1 0 0,0 0 0,0 1 0,0-1 0,0 1 0,0-1 0,-1 1 0,1-1 0,-1 1 0,0 0 0,1-1 0,-1 1 0,0 0 0,0 0 0,0 1 0,-1-1 0,1 0 0,0 1 0,-1-1 0,1 1 0,-1 0 0,1-1 0,-1 2 0,0-1 0,1 0 0,-1 0 0,0 1 0,0-1 0,-3 1 0,2-1 0,1 1 0,-1 0 0,1 0 0,-1 0 0,0 1 0,1-1 0,-1 1 0,1 0 0,-1 0 0,1 0 0,-1 0 0,1 1 0,0-1 0,-1 1 0,1 0 0,0 0 0,0 0 0,0 1 0,1-1 0,-1 0 0,-4 6 0,6-6 0,-1 0 0,0 1 0,1-1 0,-1 1 0,1-1 0,0 1 0,0 0 0,0-1 0,0 1 0,0 0 0,1 0 0,-1 0 0,1 0 0,0-1 0,0 1 0,0 0 0,0 0 0,0 0 0,0 0 0,1 0 0,0 0 0,-1-1 0,1 1 0,0 0 0,0-1 0,1 1 0,-1 0 0,2 2 0,1-1-170,-1 0-1,0 0 0,1 0 1,0 0-1,0-1 0,0 1 1,8 4-1,10 4-6655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07.90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0 166 24575,'4'-11'0,"0"-1"0,-1 0 0,0 0 0,-1 0 0,0-1 0,-1 1 0,-1 0 0,0-17 0,0-11 0,-2 338 174,4-159-1713,-2-109-5287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08.13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52 224 24575,'62'-171'0,"-42"119"0,-91 153 0,57-81 0,-19 31 0,31-48 0,0 1 0,0 0 0,0 0 0,1 0 0,-1 1 0,1-1 0,0 0 0,0 0 0,1 1 0,-1 5 0,1-9 0,1 1 0,-1-1 0,0 1 0,1-1 0,0 1 0,-1-1 0,1 1 0,0-1 0,0 0 0,0 1 0,0-1 0,0 0 0,0 1 0,0-1 0,0 0 0,1 0 0,-1 0 0,0 0 0,1 0 0,2 1 0,36 15 0,-18-9 0,-14-4-170,-1 1-1,1 0 0,0 0 1,-1 0-1,0 1 0,-1 1 1,12 11-1,-6-3-6655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08.50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41 262 24575,'0'-12'0,"0"9"0,0 0 0,-1 0 0,2 0 0,-1 0 0,0 0 0,1 0 0,-1 0 0,1 0 0,1-4 0,-1 6 0,0 0 0,0 0 0,0 0 0,0 0 0,0 0 0,0 0 0,0 0 0,1 0 0,-1 1 0,0-1 0,1 1 0,-1-1 0,0 1 0,1-1 0,-1 1 0,1 0 0,-1-1 0,0 1 0,1 0 0,-1 0 0,1 0 0,-1 0 0,3 1 0,5-1 0,1-1 0,-1 1 0,1-1 0,-1-1 0,1 0 0,-1 0 0,15-7 0,-21 8 0,0 0 0,0-1 0,0 0 0,0 1 0,0-1 0,-1 0 0,1 0 0,0-1 0,-1 1 0,0 0 0,0-1 0,0 0 0,0 1 0,0-1 0,0 0 0,0 0 0,-1 0 0,0 0 0,1 0 0,-1 0 0,0-1 0,-1 1 0,1 0 0,-1 0 0,1-5 0,-1 2 0,-1 1 0,1 0 0,-1 0 0,0 0 0,-1 0 0,1 0 0,-1 0 0,0 1 0,0-1 0,-1 0 0,1 1 0,-1 0 0,0-1 0,0 1 0,0 0 0,-1 1 0,1-1 0,-1 0 0,0 1 0,0 0 0,0 0 0,-1 0 0,1 1 0,-10-5 0,11 6 0,-1-1 0,1 1 0,-1 0 0,1 0 0,-1 0 0,0 1 0,0-1 0,1 1 0,-1 0 0,0 0 0,0 0 0,1 0 0,-1 1 0,0 0 0,1-1 0,-1 1 0,0 1 0,1-1 0,-1 0 0,1 1 0,0 0 0,-1 0 0,1 0 0,0 0 0,0 0 0,0 1 0,1-1 0,-1 1 0,1 0 0,-1-1 0,1 1 0,0 1 0,0-1 0,-2 4 0,-1 5 0,0-1 0,1 1 0,0 0 0,1 0 0,1 0 0,0 1 0,1-1 0,0 0 0,0 1 0,2-1 0,-1 1 0,2-1 0,-1 1 0,2-1 0,0 0 0,0 0 0,1 0 0,1-1 0,0 1 0,0-1 0,1 0 0,0 0 0,11 12 0,-12-18-85,0 0 0,0 1-1,1-2 1,0 1 0,0-1-1,0 0 1,1 0 0,-1-1-1,1 1 1,0-2 0,0 1-1,0-1 1,0 0 0,1 0-1,10 1 1,23-1-6741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10.49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57 110 24575,'0'0'0,"-1"0"0,1 0 0,-1 0 0,1 0 0,-1 0 0,1 0 0,0-1 0,-1 1 0,1 0 0,-1 0 0,1 0 0,-1 0 0,1 0 0,0-1 0,-1 1 0,1 0 0,0 0 0,-1-1 0,1 1 0,0 0 0,-1-1 0,1 1 0,0 0 0,-1-1 0,1 1 0,0 0 0,0-1 0,-1 1 0,1 0 0,0-1 0,1-15 0,13-14 0,-9 25 0,0-1 0,1 1 0,-1 0 0,1 1 0,0-1 0,0 1 0,0 0 0,1 1 0,-1 0 0,11-4 0,-15 6 0,1 0 0,-1 0 0,0 0 0,0 1 0,1-1 0,-1 1 0,0 0 0,1-1 0,-1 1 0,0 0 0,1 0 0,-1 0 0,0 1 0,1-1 0,-1 1 0,0-1 0,1 1 0,-1 0 0,0 0 0,0 0 0,0 0 0,0 0 0,0 0 0,0 1 0,0-1 0,0 0 0,0 1 0,0 0 0,-1-1 0,1 1 0,-1 0 0,1 0 0,-1 0 0,0 0 0,0 0 0,1 3 0,1 2 0,-1 1 0,0 0 0,-1 0 0,0 0 0,0 0 0,-1 0 0,0 0 0,0 0 0,-1 0 0,0 0 0,-3 13 0,-1-1 0,-1-1 0,0 0 0,-15 28 0,-1-8 0,-3-1 0,-1-1 0,-52 58 0,73-89 0,2-4 0,1 0 0,0 1 0,0-1 0,0 1 0,1-1 0,-1 1 0,0 0 0,1 0 0,0 0 0,-2 4 0,3-7 0,0 1 0,0-1 0,0 1 0,0-1 0,0 0 0,1 1 0,-1-1 0,0 0 0,0 0 0,0 1 0,0-1 0,0 0 0,1 1 0,-1-1 0,0 0 0,0 1 0,0-1 0,1 0 0,-1 0 0,0 0 0,1 1 0,-1-1 0,0 0 0,0 0 0,1 0 0,-1 1 0,0-1 0,1 0 0,-1 0 0,0 0 0,1 0 0,23 0 0,67-15 0,109-13 0,-192 27-114,-1 1 1,1 0-1,0 0 0,-1 0 0,1 1 1,-1 1-1,1-1 0,-1 1 0,0 0 1,1 0-1,7 5 0,1 4-6712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12.54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1 279 24575,'0'0'0,"0"0"0,0 0 0,0-1 0,0 1 0,0 0 0,0 0 0,0 0 0,0-1 0,0 1 0,0 0 0,-1 0 0,1 0 0,0-1 0,0 1 0,1 0 0,-1 0 0,0 0 0,0-1 0,0 1 0,0 0 0,0 0 0,0 0 0,0-1 0,0 1 0,0 0 0,0 0 0,0 0 0,0 0 0,1 0 0,-1-1 0,0 1 0,0 0 0,0 0 0,0 0 0,0 0 0,1 0 0,-1 0 0,0-1 0,0 1 0,0 0 0,1 0 0,-1 0 0,0 0 0,0 0 0,0 0 0,1 0 0,-1 0 0,0 0 0,0 0 0,0 0 0,0 0 0,1 0 0,-1 0 0,0 0 0,0 0 0,0 0 0,1 0 0,-1 0 0,0 0 0,0 0 0,1 1 0,7 10 0,-6 3 0,0 1 0,0-1 0,-2 24 0,2 9 0,9 175 0,-7-120 0,-4-85 0,2 1 0,6 32 0,-7-49 0,1-4 0,0-13 0,1-21 0,-3-428 0,0 431 0,3 0 0,7-42 0,-8 66 0,0 0 0,1 0 0,0 1 0,0-1 0,1 1 0,0 0 0,1 0 0,0 0 0,0 1 0,1 0 0,0 0 0,10-10 0,-12 15 0,1-1 0,0 1 0,0 0 0,0 1 0,0-1 0,0 1 0,0 0 0,0 0 0,1 0 0,-1 1 0,1 0 0,0 0 0,-1 1 0,1-1 0,0 1 0,-1 0 0,1 1 0,-1-1 0,1 1 0,0 0 0,-1 1 0,0-1 0,1 1 0,-1 0 0,0 0 0,0 1 0,5 3 0,-2-2 0,-1 0 0,-1 0 0,1 1 0,-1 0 0,1 1 0,-2-1 0,1 1 0,-1 0 0,1 1 0,-2-1 0,1 1 0,-1 0 0,0 0 0,0 0 0,-1 1 0,0-1 0,0 1 0,2 10 0,-5-11 17,1 1 0,-1-1 0,0 0 1,0 0-1,-1 0 0,0 0 0,0 0 0,-1 0 0,1 0 0,-2 0 0,1 0 0,-1 0 0,0-1 0,0 1 0,-1-1 0,0 0 0,0 0 0,0-1 1,-6 6-1,1-2-173,0 0 1,-1-2 0,0 1 0,0-1 0,-1 0 0,1-1 0,-1-1-1,-1 1 1,1-2 0,-15 5 0,-3-2-6671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12.89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0 142 24575,'3'0'0,"-1"0"0,0 0 0,0 0 0,1 0 0,-1 1 0,0-1 0,0 0 0,1 1 0,-1 0 0,0 0 0,0-1 0,0 1 0,0 0 0,0 0 0,0 1 0,0-1 0,2 2 0,-2 0 0,-1 0 0,1-1 0,0 1 0,-1 0 0,1 1 0,-1-1 0,0 0 0,0 0 0,0 1 0,1 5 0,-2-6 0,1 0 0,0 0 0,0 0 0,0 0 0,0 0 0,0-1 0,1 1 0,-1 0 0,1-1 0,0 1 0,0-1 0,0 1 0,0-1 0,0 0 0,0 0 0,0 0 0,1 0 0,-1-1 0,1 1 0,0 0 0,-1-1 0,1 0 0,0 0 0,0 0 0,0 0 0,6 1 0,-5-1 0,1-1 0,-1 0 0,1 0 0,0 0 0,-1 0 0,1-1 0,-1 0 0,1 1 0,-1-2 0,1 1 0,-1-1 0,0 1 0,0-1 0,0 0 0,0-1 0,0 1 0,7-6 0,-7 4 0,1-1 0,0 0 0,-1 0 0,0 0 0,0 0 0,0-1 0,-1 1 0,0-1 0,0 0 0,0 0 0,-1-1 0,0 1 0,0 0 0,-1-1 0,0 1 0,1-9 0,-2 10 0,0 0 0,0-1 0,0 1 0,-1-1 0,0 1 0,0 0 0,0 0 0,-1 0 0,0-1 0,0 2 0,0-1 0,0 0 0,-1 0 0,0 1 0,0-1 0,0 1 0,-1 0 0,1 0 0,-1 0 0,-6-5 0,8 7 0,0 1 0,0-1 0,0 0 0,-1 1 0,1 0 0,0-1 0,0 1 0,-1 0 0,1 0 0,-1 0 0,1 1 0,-1-1 0,1 0 0,-1 1 0,1 0 0,-1 0 0,0-1 0,1 2 0,-1-1 0,1 0 0,-1 0 0,1 1 0,-1-1 0,1 1 0,-1 0 0,1 0 0,-1 0 0,1 0 0,0 0 0,-1 1 0,1-1 0,0 1 0,0-1 0,-2 3 0,-1 1 0,1 0 0,0 1 0,0-1 0,1 1 0,-1-1 0,1 1 0,0 0 0,1 0 0,-1 0 0,1 1 0,1-1 0,-2 11 0,1-6-68,2 1 0,0 0-1,0 0 1,1-1 0,0 1 0,1 0-1,0-1 1,1 0 0,1 1 0,-1-1-1,2 0 1,0-1 0,0 1 0,1-1-1,0 0 1,0 0 0,1-1-1,1 0 1,13 14 0,7 1-6758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13.89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92 38 24575,'-6'-15'0,"6"15"0,0 0 0,0 0 0,0 0 0,-1-1 0,1 1 0,0 0 0,0 0 0,0 0 0,-1 0 0,1 0 0,0 0 0,0-1 0,-1 1 0,1 0 0,0 0 0,0 0 0,-1 0 0,1 0 0,0 0 0,0 0 0,-1 0 0,1 0 0,0 0 0,0 0 0,-1 0 0,1 0 0,0 0 0,0 0 0,-1 0 0,1 1 0,0-1 0,0 0 0,0 0 0,-1 0 0,1 0 0,0 0 0,0 1 0,0-1 0,-1 0 0,1 0 0,0 0 0,0 0 0,0 1 0,0-1 0,0 0 0,-1 0 0,1 1 0,0-1 0,0 0 0,0 0 0,0 0 0,0 1 0,0-1 0,0 0 0,0 0 0,0 1 0,0-1 0,0 0 0,0 1 0,-8 32 0,1 0 0,-3 39 0,1-5 0,-8 69 0,-6 38 0,23-219 0,-1 6 0,5-29 0,3 1 0,3 1 0,19-71 0,-25 127 0,-1 0 0,1 1 0,1 0 0,0 0 0,0 0 0,1 0 0,0 1 0,14-15 0,-18 21 0,1-1 0,0 1 0,0 0 0,0 0 0,0 0 0,0 0 0,0 0 0,0 1 0,1-1 0,-1 1 0,0 0 0,6-1 0,-7 2 0,1 0 0,-1 0 0,1 0 0,-1 0 0,1 1 0,-1-1 0,0 1 0,1-1 0,-1 1 0,0 0 0,1 0 0,-1 0 0,0 0 0,0 0 0,0 1 0,0-1 0,0 1 0,0-1 0,0 1 0,1 2 0,0-1 0,0 0 0,0 0 0,-1 1 0,1-1 0,-1 1 0,0-1 0,0 1 0,0 0 0,-1-1 0,1 1 0,-1 0 0,0 0 0,0 0 0,-1 0 0,1 0 0,-1 1 0,0-1 0,0 0 0,0 0 0,-1 6 0,0-5 0,0-1 0,-1 0 0,0 1 0,1-1 0,-2 0 0,1 0 0,0 0 0,-1 0 0,0 0 0,1-1 0,-2 1 0,1-1 0,0 0 0,-1 0 0,1 0 0,-1 0 0,0 0 0,-4 1 0,-1 1-195,0-1 0,-1-1 0,1 1 0,-1-1 0,1-1 0,-18 2 0,3-1-6631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14.24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1 126 24575,'49'1'0,"65"-2"0,-97-1 0,-1 0 0,1 0 0,-1-2 0,29-9 0,-44 12 0,1 1 0,-1-1 0,1 1 0,-1-1 0,1 1 0,-1-1 0,0 0 0,1 0 0,-1 0 0,0 0 0,1 0 0,-1 0 0,0 0 0,0 0 0,0 0 0,0 0 0,0-1 0,0 1 0,0 0 0,-1-1 0,1 1 0,0-1 0,-1 1 0,1-1 0,-1 1 0,1-3 0,-2 2 0,1 0 0,-1-1 0,1 1 0,-1 0 0,0 0 0,0 0 0,0 0 0,0 0 0,0 0 0,-1 0 0,1 1 0,0-1 0,-1 0 0,0 1 0,1-1 0,-1 1 0,0-1 0,-2 0 0,-3-3 0,1 1 0,-1 0 0,0 0 0,-1 1 0,1 0 0,0 0 0,-1 1 0,0 0 0,0 0 0,0 1 0,-15-1 0,20 2 0,-1 0 0,1 0 0,-1 0 0,1 0 0,0 1 0,-1-1 0,1 1 0,0 0 0,0 0 0,0 1 0,0-1 0,0 0 0,0 1 0,0 0 0,0 0 0,0 0 0,1 0 0,-1 0 0,1 0 0,-1 1 0,1-1 0,0 1 0,0 0 0,0-1 0,0 1 0,1 0 0,-1 0 0,1 0 0,0 1 0,-2 3 0,2-3 22,0 0-1,0 0 0,1 0 1,-1 0-1,1 0 0,0 0 1,0 0-1,0 0 0,1 0 1,-1-1-1,1 1 0,0 0 1,0 0-1,1 0 0,2 6 1,-1-5-165,0-1 1,0 0 0,0 0 0,1 0-1,-1 0 1,1-1 0,0 1 0,0-1 0,0 0-1,1 0 1,6 3 0,14 6-6684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15.5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27 148 24575,'0'-9'0,"-1"-1"0,-1 1 0,0-1 0,0 1 0,-5-15 0,-3-10 0,9 33 0,1 0 0,-1 0 0,1 0 0,0 0 0,0-1 0,0 1 0,-1 0 0,1 0 0,0 0 0,0 0 0,0-1 0,1 1 0,-1 0 0,0 0 0,0 0 0,1-1 0,-1 1 0,1 0 0,-1 0 0,1 0 0,-1 0 0,1 0 0,1-1 0,-1 1 0,0 0 0,0 1 0,0-1 0,0 1 0,1-1 0,-1 1 0,0 0 0,0 0 0,1-1 0,-1 1 0,0 0 0,1 0 0,-1 0 0,0 0 0,0 0 0,1 1 0,1-1 0,5 3 0,0-1 0,0 1 0,0 0 0,0 1 0,8 5 0,-1 1 0,0 0 0,-1 1 0,-1 1 0,16 16 0,-23-21 0,0 0 0,0 0 0,-1 1 0,0 0 0,0 0 0,-1 0 0,0 0 0,0 1 0,-1-1 0,3 11 0,-6-18 0,1 1 0,-1 0 0,0 0 0,0 0 0,0-1 0,0 1 0,0 0 0,0 0 0,0 0 0,-1-1 0,1 1 0,0 0 0,-1-1 0,0 1 0,1 0 0,-1-1 0,0 1 0,0 0 0,0-1 0,0 1 0,0-1 0,0 0 0,-1 1 0,1-1 0,0 0 0,-4 2 0,4-2 0,0 0 0,-1-1 0,0 1 0,1-1 0,-1 0 0,1 1 0,-1-1 0,1 0 0,-1 0 0,0 0 0,1 0 0,-1 0 0,1 0 0,-1-1 0,0 1 0,1 0 0,-1-1 0,1 1 0,-1-1 0,1 0 0,0 1 0,-1-1 0,1 0 0,-1 0 0,1 0 0,0 0 0,0 0 0,0 0 0,0 0 0,-2-2 0,1 0 0,-1 0 0,1 0 0,0 0 0,0 0 0,0 0 0,0 0 0,1-1 0,-1 1 0,1-1 0,0 1 0,0-1 0,0 1 0,0-1 0,1 0 0,0 0 0,-1 1 0,1-1 0,0 0 0,1 1 0,-1-1 0,1 0 0,0 1 0,0-1 0,0 0 0,0 1 0,0-1 0,1 1 0,0 0 0,0 0 0,2-5 0,2 0 0,0 1 0,0 0 0,1 0 0,0 0 0,0 1 0,0 0 0,1 0 0,0 1 0,0-1 0,15-6 0,3 3 0,-1 0 0,1 1 0,0 2 0,1 1 0,42-4 0,134 7 0,-202 2 0,-1 0 0,1 0 0,-1 0 0,0 0 0,1 0 0,-1 0 0,1 0 0,-1 0 0,1 0 0,-1 0 0,1 0 0,-1 0 0,1 0 0,-1 0 0,1 0 0,-1 0 0,0 0 0,1 0 0,-1 1 0,1-1 0,-1 0 0,0 0 0,1 1 0,-1-1 0,1 0 0,-1 0 0,0 1 0,1-1 0,-1 0 0,0 1 0,0-1 0,1 1 0,-1-1 0,0 0 0,0 1 0,0-1 0,1 1 0,-1-1 0,0 1 0,0-1 0,0 0 0,0 1 0,0-1 0,0 1 0,0-1 0,0 1 0,0-1 0,0 1 0,0-1 0,0 1 0,0-1 0,0 0 0,0 1 0,-1-1 0,1 1 0,0-1 0,0 1 0,-1 0 0,-23 29 0,11-16 0,4 0 0,-14 31 0,20-40 0,1 1 0,0-1 0,0 0 0,1 1 0,-1 0 0,1-1 0,1 1 0,-1 0 0,1 8 0,1-11 0,-1 0 0,1-1 0,0 1 0,1-1 0,-1 1 0,0-1 0,1 0 0,0 1 0,-1-1 0,1 0 0,0 0 0,0 0 0,0 0 0,0 0 0,0-1 0,1 1 0,-1-1 0,1 1 0,-1-1 0,1 0 0,-1 0 0,1 0 0,-1 0 0,1-1 0,5 2 0,1 0 0,1-1 0,-1 1 0,1-1 0,-1-1 0,1 0 0,11-2 0,-16 2 0,0-1 0,0 1 0,-1-1 0,1-1 0,0 1 0,-1-1 0,1 0 0,-1 0 0,0 0 0,1 0 0,-1-1 0,0 0 0,-1 1 0,1-2 0,0 1 0,-1 0 0,0-1 0,1 1 0,-2-1 0,1 0 0,0 0 0,-1 0 0,1-1 0,-1 1 0,-1 0 0,1-1 0,0 0 0,-1 1 0,0-1 0,0 0 0,-1 1 0,1-1 0,-1 0 0,0 0 0,0 0 0,-1 0 0,1 1 0,-1-1 0,0 0 0,0 1 0,-1-1 0,-3-8 0,3 7 0,-1 0 0,0 1 0,-1-1 0,0 0 0,1 1 0,-2 0 0,1 0 0,-6-5 0,8 8 0,0 0 0,-1 0 0,1 0 0,-1 0 0,1 1 0,-1-1 0,0 1 0,0-1 0,0 1 0,0 0 0,0 0 0,0 0 0,0 1 0,0-1 0,0 1 0,0 0 0,0 0 0,-6 0 0,-5 6 0,14-5 0,-1-1 0,1 0 0,0 1 0,0-1 0,0 0 0,0 1 0,0-1 0,-1 0 0,1 1 0,0-1 0,0 0 0,0 1 0,0-1 0,0 0 0,0 1 0,0-1 0,0 0 0,0 1 0,0-1 0,0 1 0,0-1 0,1 0 0,-1 1 0,0-1 0,0 1 0,1 0 0,0 0 0,0 0 0,0 0 0,0 0 0,0 1 0,0-2 0,0 1 0,1 0 0,-1 0 0,0 0 0,1 0 0,-1-1 0,0 1 0,1-1 0,-1 1 0,3 0 0,12 1 0,0-1 0,1 0 0,-1-1 0,0 0 0,31-6 0,-23 3 0,35-1 0,-50 4 0,0 1 0,-1 0 0,1 0 0,0 1 0,-1 0 0,0 0 0,16 8 0,-19-8 0,1 0 0,-1 0 0,0 1 0,-1 0 0,1 0 0,0 1 0,-1-1 0,0 1 0,0 0 0,0 0 0,0 0 0,0 1 0,-1-1 0,0 1 0,0 0 0,2 5 0,-4-8 0,0-1 0,-1 1 0,1 0 0,0-1 0,0 1 0,0-1 0,0 1 0,0-1 0,0 1 0,1-1 0,-1 0 0,0 0 0,1 1 0,-1-1 0,1 0 0,-1 0 0,1 0 0,2 1 0,0-2 0,0 1 0,-1-1 0,1 1 0,0-1 0,0 0 0,-1 0 0,5-2 0,6 1 0,-11 1 0,0 0 0,-1 1 0,1-1 0,0 1 0,-1-1 0,1 1 0,-1 0 0,1 0 0,0 0 0,-1 0 0,0 0 0,1 0 0,-1 1 0,0 0 0,0-1 0,4 4 0,2 4 0,1 0 0,10 16 0,11 10 0,-26-31 0,1 0 0,0 0 0,0-1 0,0 1 0,0-1 0,0 0 0,1-1 0,-1 1 0,1-1 0,0 0 0,0 0 0,0-1 0,0 0 0,0 0 0,7 0 0,-6-1 0,-1-1 0,1 0 0,-1 0 0,1 0 0,-1-1 0,0 0 0,0-1 0,0 1 0,0-1 0,0 0 0,-1 0 0,1-1 0,-1 0 0,6-5 0,3-3 0,-1-1 0,-1-1 0,0 0 0,0 0 0,-2-1 0,0-1 0,0 1 0,-2-2 0,11-26 0,-17 96 0,0 22 0,12 85 0,2 39 0,-15-170 0,-2-1 0,-1 1 0,-2 0 0,-12 51 0,12-69 0,1 0 0,-2 0 0,1-1 0,-1 0 0,-1 0 0,0 0 0,0-1 0,-1 0 0,0 0 0,-1 0 0,0-1 0,-9 8 0,13-13 0,-1 0 0,0 0 0,0 0 0,0 0 0,0-1 0,0 1 0,0-1 0,0-1 0,-1 1 0,1-1 0,-1 0 0,1 0 0,-1 0 0,1-1 0,-1 0 0,0 0 0,1-1 0,-1 1 0,1-1 0,-1 0 0,1-1 0,-1 1 0,1-1 0,0 0 0,0 0 0,-6-4 0,5 2 0,-1 0 0,0-1 0,1 0 0,0 0 0,0-1 0,0 0 0,1 0 0,0 0 0,0 0 0,0-1 0,1 0 0,0 0 0,1 0 0,-1-1 0,1 1 0,1-1 0,-1 1 0,1-1 0,1 0 0,-1 0 0,1 0 0,1 0 0,0-15 0,1 6 0,0 0 0,2 0 0,0 0 0,0 1 0,2-1 0,0 1 0,1 0 0,1 0 0,0 1 0,14-22 0,-7 16 25,1 1-1,2 0 0,0 2 1,0-1-1,2 2 1,26-19-1,-16 16 10,0 1 0,2 2 0,0 0 0,35-11 1,-14 9-320,2 3 1,0 2-1,1 3 1,0 2-1,86-3 1,-38 10-6542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16.5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0 242 24575,'2'-10'0,"1"9"0,6 16 0,8 28 0,0 12 0,-3 1 0,-3 0 0,-2 1 0,2 68 0,-14-143 0,-9-31 0,-3-12 0,6 10 0,-7-101 0,16 129 0,0-1 0,2 1 0,0 0 0,1 0 0,2 1 0,13-42 0,-16 58 0,1-1 0,0 1 0,1-1 0,-1 1 0,1 0 0,0 0 0,1 0 0,-1 1 0,1 0 0,0 0 0,1 0 0,-1 0 0,1 1 0,0 0 0,11-6 0,-11 8 0,-1 0 0,0 0 0,1 1 0,-1-1 0,1 1 0,-1 1 0,1-1 0,-1 1 0,1 0 0,-1 0 0,1 1 0,0-1 0,-1 1 0,1 1 0,-1-1 0,0 1 0,1 0 0,-1 0 0,0 0 0,7 5 0,-6-3 0,-1-1 0,1 1 0,-1 0 0,-1 0 0,1 0 0,0 1 0,-1-1 0,0 1 0,0 1 0,0-1 0,-1 0 0,0 1 0,0 0 0,0-1 0,-1 1 0,0 0 0,0 0 0,0 1 0,-1-1 0,0 0 0,0 1 0,-1-1 0,1 0 0,-1 1 0,-1-1 0,1 1 0,-1-1 0,0 0 0,-1 0 0,0 1 0,1-1 0,-2 0 0,1 0 0,-1-1 0,0 1 0,0 0 0,-1-1 0,1 0 0,-1 0 0,0 0 0,-7 5 0,0-1 0,11-9 0,0 0 0,0 0 0,0 0 0,0 0 0,0 0 0,0 0 0,0 0 0,0 0 0,0 0 0,0 0 0,0 0 0,0 0 0,0 0 0,0 0 0,0 0 0,0 0 0,0 0 0,0 0 0,0-1 0,0 1 0,0 0 0,0 0 0,0 0 0,0 0 0,0 0 0,0 0 0,0 0 0,-1 0 0,1 0 0,0 0 0,0 0 0,0 0 0,0 0 0,0 0 0,0 0 0,0 0 0,0 0 0,0 0 0,0 0 0,0 0 0,0 0 0,0 0 0,0 0 0,0 0 0,0 0 0,0 0 0,0 0 0,0 0 0,-1 0 0,1 0 0,0 0 0,0 0 0,0 0 0,18-18 0,0 5 0,0 1 0,1 1 0,0 0 0,0 1 0,1 2 0,1-1 0,40-9 0,-59 18 0,1-1 0,-1 1 0,1 0 0,0-1 0,-1 1 0,1 0 0,-1 0 0,1 1 0,0-1 0,-1 1 0,1-1 0,-1 1 0,0 0 0,1 0 0,-1 0 0,1 0 0,-1 0 0,0 0 0,4 4 0,-4-3 0,0 1 0,0 0 0,0 0 0,0-1 0,0 1 0,-1 1 0,0-1 0,1 0 0,-1 0 0,0 0 0,-1 1 0,1-1 0,-1 0 0,1 7 0,-1 13 85,-1 1-1,0-1 0,-8 35 0,5-38-367,0 0-1,2 0 0,1 0 0,0 0 1,3 25-1,2-28-6542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16.66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81 24575,'0'-6'0,"3"-9"0,2-4 0,2-2 0,0 2-8191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16.80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24575,'3'0'0,"4"0"0,4 0 0,3 0 0,0 0-8191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16.93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24575,'0'3'0,"0"4"0,4 1 0,3 0 0,7-3 0,8-1 0,12-2 0,10-1 0,13-1 0,-4 0-8191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19.59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267 88 24575,'0'-7'0,"0"0"0,0 1 0,0-1 0,-1 0 0,0 1 0,-1-1 0,-2-7 0,3 13 0,0-1 0,0 0 0,0 0 0,0 1 0,0-1 0,0 1 0,-1-1 0,1 1 0,-1-1 0,1 1 0,-1 0 0,0 0 0,1 0 0,-1 0 0,0 0 0,0 0 0,0 0 0,0 1 0,1-1 0,-1 1 0,0-1 0,0 1 0,0 0 0,0-1 0,0 1 0,0 0 0,0 1 0,-3-1 0,-2 1 0,0 0 0,0 1 0,0 0 0,0 0 0,0 0 0,0 1 0,0 0 0,1 0 0,0 1 0,0 0 0,0 0 0,0 0 0,0 1 0,-6 6 0,1 1 0,0 0 0,1 0 0,0 1 0,1 0 0,-10 21 0,13-23 0,1 1 0,0 0 0,1 0 0,0 1 0,1-1 0,1 1 0,0 0 0,0-1 0,1 1 0,1 0 0,0 0 0,3 18 0,-2-24 0,0-1 0,1 1 0,0 0 0,0 0 0,1-1 0,0 1 0,0-1 0,0 0 0,1 0 0,0 0 0,0 0 0,1-1 0,-1 1 0,1-1 0,0 0 0,1-1 0,-1 1 0,1-1 0,0 0 0,0-1 0,0 1 0,1-1 0,-1 0 0,8 1 0,-7-1 0,1-1 0,0-1 0,0 0 0,1 0 0,-1 0 0,0-1 0,0 0 0,0-1 0,1 0 0,-1 0 0,0 0 0,0-1 0,-1-1 0,1 1 0,0-1 0,-1-1 0,1 1 0,-1-1 0,0 0 0,0-1 0,-1 0 0,1 0 0,-1 0 0,0-1 0,7-9 0,-7 9 0,-1-1 0,1-1 0,-2 1 0,1-1 0,-1 1 0,0-1 0,0 0 0,-1-1 0,0 1 0,-1-1 0,0 1 0,0-1 0,-1 0 0,0 0 0,0 1 0,-1-1 0,0 0 0,-1 0 0,0 0 0,0 0 0,-1 1 0,0-1 0,-5-10 0,3 9 0,-2 0 0,1 1 0,-1 0 0,-1 0 0,1 0 0,-1 1 0,-1 0 0,0 0 0,0 1 0,-17-11 0,20 14 0,-1 0 0,0 0 0,0 1 0,0 0 0,0 0 0,-1 1 0,1 0 0,-1 0 0,1 0 0,-1 1 0,0 0 0,0 0 0,1 0 0,-1 1 0,0 0 0,0 1 0,0 0 0,-8 2 0,-5 6-1365,7 3-5461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19.90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32 96 24575,'-22'-31'0,"13"21"0,11 20 0,6 5 0,64 148 0,-62-139 0,-2 1 0,-1 0 0,-1 0 0,4 47 0,-9-71 0,-1 1 0,0 0 0,0 0 0,0 0 0,-1 0 0,1 0 0,0 0 0,-1 0 0,1 0 0,-1 0 0,0 0 0,0 1 0,0-2 0,1-1 0,0 0 0,0 0 0,0 0 0,0 0 0,0 0 0,0 1 0,-1-1 0,1 0 0,0 0 0,0 0 0,0 0 0,0 0 0,-1 0 0,1 0 0,0 0 0,0 0 0,0 0 0,0 0 0,-1 0 0,1 0 0,0 0 0,0 0 0,0 0 0,-1 0 0,1 0 0,0 0 0,0 0 0,0 0 0,-1 0 0,1 0 0,0 0 0,0 0 0,0 0 0,0 0 0,-1 0 0,1 0 0,0-1 0,-8-13 0,3 1 0,2-1 0,-1 0 0,2 0 0,0 0 0,0-15 0,1-3 0,4-38 0,0 47 86,0-1-1,1 0 0,9-23 1,-11 39-218,1 0 1,0 0 0,0 0-1,1 1 1,0 0 0,0 0 0,1 0-1,0 0 1,0 1 0,0-1 0,1 1-1,9-7 1,1 3-6695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20.70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1832 427 24575,'-1'-10'0,"1"0"0,-1 0 0,-1-1 0,0 1 0,0 0 0,-1 0 0,0 1 0,-1-1 0,0 1 0,0-1 0,-10-12 0,6 10 0,-1 1 0,0 0 0,-1 1 0,0 0 0,-1 0 0,0 1 0,-19-12 0,6 7 0,-1 1 0,0 1 0,-1 2 0,0 0 0,0 2 0,-1 0 0,0 2 0,-31-2 0,7 4-73,-1 2-1,1 3 0,-1 1 0,1 3 1,0 3-1,-85 23 0,61-8-55,1 3 0,2 3 0,-122 69 0,134-62 129,0 2 0,3 4 0,-87 80 0,116-95 0,2 1 0,1 1 0,1 2 0,1 0 0,2 1 0,1 2 0,2 0 0,-18 46 0,30-62-3,0 0 0,1 0 0,1 1 0,1 0 1,1 0-1,-1 37 0,4-44 1,0 1 0,1 0 0,1-1 1,-1 1-1,2-1 0,0 1 1,0-1-1,1-1 0,1 1 0,0-1 1,8 12-1,-2-8-1,0 0 0,2-1 1,-1-1-1,2 0 0,-1-1 1,2 0-1,0-1 0,0-1 1,1-1-1,0 0 0,0-1 0,37 11 1,-9-7-201,0-1-1,1-3 1,0-1 0,60 0 0,-9-6-266,-1-4 1,0-5 0,171-36 0,-159 18 411,-1-6 0,-1-4 1,103-51-1,-126 47 57,-3-3 0,110-80 0,-147 91 1,-1-3 0,-2-1 0,-1-2 0,-2-1 0,48-67 0,-70 83 3,0-1 0,-1 0 0,-1-2 0,-1 1 1,-2-1-1,-1-1 0,9-39 0,-15 52-9,-1 0 0,0-1 0,-1 1 0,-1-1 0,0 1 1,-1-1-1,-1 1 0,0 0 0,-1 0 0,0-1 0,-1 2 1,-1-1-1,0 0 0,-1 1 0,0 0 0,-9-13 0,5 13 9,0-1-1,-1 2 0,0-1 1,-1 1-1,0 1 1,-1 0-1,0 1 0,-22-13 1,13 11 12,-1 1 0,0 1 0,0 1 0,-1 1 1,-28-5-1,5 4 9,-1 3 0,1 2 0,-1 2 0,0 2 1,-73 9-1,-41 18-726,18 7-2800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21.5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86 12 24575,'1'-1'0,"-1"0"0,0 1 0,0-1 0,0 1 0,1-1 0,-1 1 0,0-1 0,0 1 0,1-1 0,-1 1 0,1-1 0,-1 1 0,0-1 0,1 1 0,-1 0 0,1-1 0,-1 1 0,1-1 0,-1 1 0,1 0 0,-1 0 0,1-1 0,0 1 0,-1 0 0,1 0 0,-1 0 0,1 0 0,-1 0 0,1-1 0,0 1 0,-1 0 0,1 0 0,0 1 0,-1-1 0,1 0 0,-1 0 0,1 0 0,-1 0 0,1 0 0,0 1 0,-1-1 0,1 0 0,-1 0 0,1 1 0,-1-1 0,1 0 0,-1 1 0,1-1 0,-1 1 0,0-1 0,1 1 0,0 0 0,1 3 0,0 1 0,-1 0 0,1 0 0,-1 0 0,0 0 0,0 1 0,0-1 0,-1 0 0,0 0 0,-1 10 0,1-5 0,-5 114 0,-22 123 0,13-142 0,-10 83 0,-25 266 0,47-417 0,2-1 0,1 0 0,11 68 0,-9-90 0,1 1 0,0-1 0,1 0 0,0 0 0,1-1 0,0 0 0,2 0 0,-1 0 0,1-1 0,1 0 0,0 0 0,15 13 0,-7-10-34,2-2-1,-1 0 0,1-1 1,1-1-1,0-1 1,1 0-1,0-2 0,0 0 1,28 5-1,22 3-287,117 9 1,498-2-2791,5-49 682,762-76-845,-3-33 3304,-1389 128 786,-5 1 798,79 0 1,-106 9-4070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21.80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28 24575,'0'-3'0,"4"-4"0,3-1 0,4 1 0,3 5 0,6 6 0,5 8 0,8 8 0,8 8 0,6 7 0,4 8 0,0 9 0,-5 7 0,-15 7 0,-21 2 0,-28 0 0,-41 0 0,-12-13-8191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25.1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1 133 24575,'0'-7'0,"0"0"0,0 0 0,1 0 0,0 1 0,0-1 0,3-10 0,-2 14 0,-1 0 0,1 0 0,0 0 0,0 0 0,0 0 0,0 0 0,0 1 0,1-1 0,-1 1 0,1 0 0,0-1 0,-1 1 0,1 0 0,6-3 0,3 0 0,1 0 0,-1 0 0,1 1 0,0 0 0,0 1 0,1 1 0,25-1 0,-20 2 0,0 1 0,0 1 0,0 1 0,-1 1 0,22 5 0,-34-6 0,1 0 0,-1 0 0,0 1 0,0 0 0,0 0 0,0 0 0,0 1 0,-1 0 0,0 0 0,0 0 0,0 1 0,0 0 0,-1 0 0,8 10 0,-9-10 0,0 0 0,-1 0 0,0 0 0,0 0 0,0 1 0,-1-1 0,1 0 0,-1 1 0,-1-1 0,1 1 0,-1 0 0,0-1 0,0 1 0,0-1 0,-1 1 0,0-1 0,0 1 0,-3 6 0,-2 5 0,0-1 0,-2 0 0,0-1 0,0 1 0,-22 26 0,-63 64 0,61-73 0,-41 55 0,69-82 0,0 0 0,0 1 0,1-1 0,0 1 0,0 0 0,0 0 0,-2 12 0,4-16 0,1 0 0,-1 1 0,1-1 0,0 1 0,0-1 0,1 0 0,-1 1 0,1-1 0,-1 0 0,1 1 0,0-1 0,0 0 0,1 0 0,-1 0 0,1 0 0,-1 0 0,1 0 0,4 5 0,2 0 0,1 0 0,-1 0 0,1-1 0,1 0 0,0-1 0,-1 0 0,2-1 0,-1 0 0,19 7 0,14 1 0,49 10 0,-77-19 0,74 12 0,-55-11 0,0 2 0,42 13 0,-74-20 0,-1 1 0,1-1 0,0 1 0,-1-1 0,1 1 0,-1 0 0,1 0 0,-1 0 0,0 0 0,1 0 0,-1 0 0,0 0 0,0 0 0,0 1 0,0-1 0,0 0 0,1 3 0,-1-3 0,-1 0 0,0 0 0,0 0 0,0 0 0,0 0 0,0 0 0,0 0 0,0 0 0,0 0 0,0 0 0,0 0 0,-1 0 0,1 0 0,0 0 0,-1 0 0,1 0 0,-1-1 0,1 1 0,-1 0 0,0 1 0,-5 5 0,0-1 0,0 0 0,0-1 0,-1 0 0,-11 7 0,-56 36 0,-76 52 0,111-71 0,-62 59 0,84-70 0,0 0 0,1 2 0,2 0 0,0 0 0,-13 25 0,19-29 0,1 0 0,1 0 0,0 1 0,1 0 0,1 0 0,1 0 0,0 1 0,0 20 0,3-18 0,1-1 0,1 1 0,1 0 0,0-1 0,2 0 0,0 0 0,1 0 0,9 19 0,12 18 0,40 63 0,-48-87 0,-10-17 0,0 0 0,-2 0 0,11 31 0,-16-41 0,-1 0 0,0 0 0,0 0 0,0 0 0,-1 0 0,0 0 0,0 1 0,0-1 0,0 0 0,-1 0 0,0 0 0,0 0 0,0 0 0,-1 0 0,0 0 0,0-1 0,-4 8 0,-1-3-151,0 0-1,-1 0 0,0-1 0,-1 0 1,0-1-1,0 1 0,0-2 1,-21 11-1,-34 18-6674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25.99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81 24575,'33'-81'0,"-30"81"0,-2 8 0,1 9 0,-13 224 0,2 30 0,9-268 0,0 1 0,0-1 0,0 0 0,1 0 0,0 1 0,0-1 0,-1 0 0,2 0 0,1 5 0,-2-8 0,-1 1 0,0-1 0,0 0 0,1 1 0,-1-1 0,0 0 0,1 1 0,-1-1 0,1 0 0,-1 0 0,0 1 0,1-1 0,-1 0 0,1 0 0,-1 0 0,0 1 0,1-1 0,-1 0 0,1 0 0,-1 0 0,1 0 0,-1 0 0,1 0 0,-1 0 0,1 0 0,1-1 0,-1 1 0,1-1 0,-1 0 0,0 1 0,1-1 0,-1 0 0,0 0 0,0 0 0,0 0 0,1 0 0,1-3 0,63-78 0,-48 56 0,2 1 0,1 1 0,39-35 0,-57 56 0,1 1 0,-1-1 0,1 1 0,-1 0 0,1 0 0,0 0 0,0 1 0,0-1 0,5-1 0,-7 3 0,-1 0 0,1 0 0,0 0 0,-1 0 0,1 0 0,-1 0 0,1 0 0,-1 1 0,1-1 0,-1 0 0,1 1 0,-1-1 0,1 1 0,-1 0 0,0-1 0,1 1 0,-1 0 0,0 0 0,0 0 0,1 0 0,-1 0 0,0 0 0,0 0 0,0 1 0,0-1 0,0 0 0,-1 0 0,2 3 0,5 11 52,0 1-1,-1 0 1,-1 1-1,4 23 1,7 21-1675,-5-28-5203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26.33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164 194 24575,'4'-11'0,"-1"-1"0,0 1 0,0 0 0,-1-1 0,-1 1 0,0-1 0,0 0 0,-1 1 0,-1-1 0,0 0 0,-4-18 0,5 28 0,0 1 0,-1-1 0,1 0 0,0 1 0,-1-1 0,1 0 0,-1 1 0,0-1 0,0 0 0,1 1 0,-1-1 0,0 1 0,0 0 0,0-1 0,-1 1 0,1 0 0,0-1 0,0 1 0,-1 0 0,1 0 0,-1 0 0,1 0 0,-1 0 0,1 1 0,-4-2 0,3 2 0,-1 0 0,1 0 0,0 0 0,-1 1 0,1-1 0,0 1 0,-1-1 0,1 1 0,0 0 0,0 0 0,0 0 0,0 0 0,0 0 0,0 1 0,0-1 0,0 1 0,0-1 0,-2 4 0,-7 8 0,0 0 0,1 1 0,0 0 0,1 1 0,1-1 0,1 2 0,0-1 0,1 1 0,0 0 0,1 1 0,1-1 0,1 1 0,0 0 0,1 0 0,1 30 0,1-40 0,1-1 0,-1 0 0,1 0 0,1 0 0,-1 0 0,1 0 0,0-1 0,0 1 0,1 0 0,0-1 0,0 1 0,7 8 0,-8-12 0,0 0 0,0 0 0,0 0 0,1 0 0,-1-1 0,1 1 0,-1-1 0,1 1 0,0-1 0,-1 0 0,1 0 0,0 0 0,0-1 0,0 1 0,0-1 0,0 1 0,-1-1 0,1 0 0,0 0 0,0 0 0,0-1 0,0 1 0,0-1 0,0 1 0,0-1 0,-1 0 0,1 0 0,3-2 0,3-1 0,0-1 0,-1 0 0,1-1 0,-1 0 0,-1 0 0,1-1 0,-1 0 0,0 0 0,-1 0 0,0-1 0,11-17 0,0-5 0,-1 0 0,12-36 0,-18 42 0,-2-2 0,-1 1 0,7-50 0,-16 106-273,1 0 0,1 1 0,2-1 0,10 56 0,-5-64-6553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26.75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93 231 24575,'0'-42'0,"0"26"0,0 14 0,0 7 0,0-5 0,0 0 0,0 0 0,0 0 0,0 0 0,0 1 0,0-1 0,0 0 0,0 0 0,0 0 0,0 1 0,0-1 0,0 0 0,0 0 0,0 0 0,0 1 0,0-1 0,0 0 0,0 0 0,0 0 0,0 0 0,0 1 0,0-1 0,0 0 0,0 0 0,0 0 0,-1 1 0,1-1 0,0 0 0,0 0 0,0 0 0,0 0 0,0 0 0,0 0 0,-1 1 0,1-1 0,0 0 0,0 0 0,0 0 0,-1 0 0,1 0 0,0 0 0,0 0 0,0 0 0,0 0 0,-1 0 0,1 0 0,0 0 0,0 0 0,0 0 0,-1 0 0,1 0 0,0 0 0,0 0 0,-1 0 0,-11-11 0,-10-20 0,9 0 0,-17-56 0,24 66 0,3 60 0,4 395-1365,-1-365-5461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27.1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32 212 24575,'-1'1'0,"-1"-1"0,1 0 0,0 0 0,-1-1 0,1 1 0,0 0 0,-1 0 0,1-1 0,0 1 0,0-1 0,-1 1 0,1-1 0,0 1 0,0-1 0,0 0 0,0 1 0,0-1 0,0 0 0,0 0 0,0 0 0,0 0 0,0 0 0,0 0 0,0 0 0,-1-3 0,2 3 0,0 0 0,0 0 0,0 0 0,0 0 0,0 0 0,0 0 0,0 0 0,0 0 0,0 0 0,0 0 0,0-1 0,1 1 0,-1 0 0,0 0 0,1 0 0,-1 0 0,1 0 0,-1 0 0,1 1 0,0-1 0,-1 0 0,1 0 0,0 0 0,0 0 0,0 1 0,-1-1 0,1 0 0,0 1 0,0-1 0,0 1 0,1-1 0,6-3 0,-1 0 0,1 1 0,0 0 0,0 1 0,0-1 0,0 2 0,0-1 0,1 1 0,-1 0 0,1 1 0,-1 0 0,0 0 0,1 1 0,-1 0 0,0 1 0,1-1 0,-1 2 0,0-1 0,0 1 0,10 5 0,-13-5 0,0-1 0,-1 1 0,1-1 0,-1 1 0,0 1 0,1-1 0,-1 1 0,-1-1 0,1 1 0,-1 0 0,1 0 0,-1 1 0,0-1 0,-1 1 0,1 0 0,-1-1 0,0 1 0,0 0 0,-1 0 0,1 0 0,-1 1 0,0-1 0,0 0 0,-1 0 0,0 1 0,0-1 0,0 0 0,0 1 0,-1-1 0,0 0 0,0 0 0,-3 10 0,1-7 0,-1-1 0,1 1 0,-1-1 0,-1 1 0,1-1 0,-1 0 0,-1-1 0,1 1 0,-13 10 0,15-14 0,0 0 0,-1-1 0,1 1 0,-1-1 0,1 0 0,-1 0 0,0 0 0,0 0 0,0-1 0,0 1 0,0-1 0,0 0 0,0-1 0,0 1 0,0 0 0,0-1 0,0 0 0,-1 0 0,1-1 0,0 1 0,-8-2 0,10 0 0,-1 1 0,0 0 0,1-1 0,-1 1 0,1-1 0,0 0 0,-1 0 0,1 0 0,0 0 0,0 0 0,0 0 0,1-1 0,-1 1 0,0 0 0,1-1 0,-1 0 0,1 1 0,0-1 0,0 0 0,0 0 0,0 0 0,1 1 0,-1-1 0,1 0 0,0 0 0,0 0 0,0-4 0,0-3 0,0 0 0,1 0 0,1 0 0,0 0 0,0 0 0,6-16 0,-1 10 0,1 1 0,0 0 0,1 0 0,1 1 0,0 0 0,1 1 0,0 0 0,1 1 0,1 0 0,16-12 0,-10 9 0,1 2 0,0 1 0,0 0 0,2 1 0,-1 2 0,44-14 0,-53 19 43,1 2 0,-1-1-1,1 2 1,0 0 0,0 0-1,-1 1 1,22 3 0,-26-2-175,0 1 1,1 0 0,-1 0-1,0 1 1,0 0 0,-1 1 0,1 0-1,-1 0 1,0 0 0,0 1 0,0 0-1,7 8 1,21 25-6695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28.1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78 295 24575,'-34'-93'0,"-5"-18"0,38 108 0,0-1 0,0 1 0,0 0 0,1-1 0,-1 1 0,1-1 0,0 1 0,0-1 0,0 1 0,1 0 0,-1-1 0,1 1 0,0 0 0,2-6 0,-2 6 0,0 1 0,1 0 0,0 0 0,-1 0 0,1 0 0,0 1 0,0-1 0,0 0 0,0 1 0,0-1 0,0 1 0,1 0 0,-1-1 0,0 1 0,1 0 0,-1 0 0,1 1 0,-1-1 0,1 1 0,2-1 0,13-1 0,-1 0 0,1 1 0,-1 1 0,1 1 0,26 5 0,87 24 0,-110-24 0,0 0 0,0 2 0,0 1 0,-1 0 0,0 2 0,23 16 0,-36-22 0,0 1 0,0 0 0,0 0 0,-1 0 0,0 1 0,0 0 0,-1 1 0,0-1 0,0 1 0,-1 0 0,0 0 0,0 0 0,-1 1 0,0-1 0,-1 1 0,0 0 0,0 0 0,1 11 0,-3-3 0,0-1 0,-2 1 0,0 0 0,0-1 0,-2 0 0,0 0 0,0 0 0,-2 0 0,-13 28 0,-9 8 0,-47 68 0,62-102 0,-64 93 0,-64 102 0,124-185 0,3 1 0,0 1 0,2 0 0,1 1 0,-12 54 0,21-74 0,1 1 0,0-1 0,0 1 0,1 0 0,1-1 0,0 1 0,0-1 0,1 1 0,1-1 0,0 0 0,8 20 0,-4-16 0,1 0 0,1 0 0,0-1 0,1 0 0,1-1 0,0 0 0,18 16 0,19 12 0,89 58 0,-88-67 0,-1 3 0,50 48 0,-91-77 0,0 2 0,0-1 0,-1 1 0,0 0 0,0 0 0,-1 1 0,0-1 0,-1 1 0,6 17 0,-8-19 0,-1-1 0,0 1 0,0-1 0,-1 1 0,1-1 0,-2 1 0,1-1 0,-1 1 0,0-1 0,0 1 0,0-1 0,-1 0 0,0 1 0,-1-1 0,-5 11 0,-14 19 0,-1-1 0,-54 62 0,-7 9 0,61-71 0,2 0 0,1 1 0,1 1 0,2 1 0,2 0 0,1 1 0,-8 44 0,16-52 0,1 1 0,1 0 0,2 0 0,1 1 0,2-1 0,1 0 0,2 0 0,1 0 0,14 50 0,-6-44 0,1-1 0,2 0 0,40 67 0,-13-39 0,54 62 0,-88-116 0,-4-5 0,0 1 0,0-1 0,0 1 0,6 13 0,-10-19 6,-1-1 0,0 0 0,0 1 0,1-1 0,-1 0 0,0 1-1,0-1 1,0 1 0,1-1 0,-1 1 0,0-1 0,0 0 0,0 1 0,0-1 0,0 1-1,0-1 1,0 1 0,0-1 0,0 0 0,0 1 0,0-1 0,0 1 0,0-1-1,-1 1 1,1-1 0,0 0 0,0 1 0,0-1 0,0 1 0,-1-1 0,1 0 0,0 1-1,-1-1 1,1 0 0,0 1 0,-1-1 0,1 0 0,0 1 0,-1-1 0,1 0 0,0 0-1,-1 0 1,1 1 0,-1-1 0,1 0 0,0 0 0,-1 0 0,1 0 0,-1 0-1,1 0 1,-1 0 0,1 0 0,0 0 0,-1 0 0,1 0 0,-1 0 0,0 0 0,-25-7-1713,1-4-5119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28.39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57 12 24575,'-3'0'0,"-1"-3"0,-3-2 0,-3 1 0,-1 4 0,3 5 0,1 8 0,3 8 0,2 7 0,1 7 0,4 8 0,2 2 0,-1 3 0,3 0 0,0-2 0,-1-10-8191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28.53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66 24575,'3'-6'0,"1"-8"0,0-6 0,3 5 0,-1 5-8191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28.76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24575,'3'0'0,"4"0"0,4 3 0,1 5 0,0 3 0,-1 6 0,1 10 0,-3 7 0,2 6 0,-2 6 0,-3 5 0,-1 2 0,-3-1 0,-1-3 0,0-4 0,-1-7 0,-1-6 0,1-9-8191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29.55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14 194 24575,'0'0'0,"-1"1"0,1-1 0,-1 0 0,1 0 0,0 0 0,-1 0 0,1 0 0,-1 0 0,1 0 0,0 0 0,-1 0 0,1 0 0,-1 0 0,1 0 0,-1 0 0,1 0 0,0 0 0,-1 0 0,1-1 0,0 1 0,-1 0 0,1 0 0,-1 0 0,1-1 0,0 1 0,-1 0 0,1 0 0,0-1 0,0 1 0,-1 0 0,1-1 0,0 1 0,0 0 0,-1-1 0,1 1 0,0 0 0,0-1 0,0 1 0,0-1 0,-1 1 0,1 0 0,0-1 0,0 1 0,0-1 0,0 1 0,0 0 0,0-1 0,0 1 0,0-1 0,0 1 0,0 0 0,0-1 0,1 0 0,0 0 0,-1 0 0,1-1 0,0 1 0,0 0 0,0 0 0,0 0 0,0 0 0,0 0 0,0 0 0,0 0 0,0 1 0,0-1 0,1 0 0,-1 1 0,3-2 0,16-3 0,1 2 0,0 0 0,32-1 0,-6 2 0,-20-1 0,8 1 0,0-2 0,62-16 0,-93 19 0,0 0 0,0-1 0,0 0 0,0 0 0,0 0 0,0 0 0,-1-1 0,1 1 0,-1-1 0,0 0 0,0 0 0,0 0 0,0-1 0,-1 1 0,5-7 0,-4 3 0,0 0 0,0 0 0,-1 0 0,0 0 0,0 0 0,0 0 0,-1 0 0,0-10 0,-16 51 0,8-10 0,2 1 0,0-1 0,2 1 0,1 0 0,0 0 0,2 0 0,3 27 0,-2-46 0,0-1 0,0 1 0,1 0 0,-1-1 0,1 1 0,0-1 0,0 0 0,1 0 0,0 0 0,0 0 0,0 0 0,0 0 0,8 6 0,-9-8 0,1-1 0,0 0 0,0 0 0,0-1 0,0 1 0,0-1 0,0 1 0,0-1 0,0 0 0,1 0 0,-1-1 0,0 1 0,1-1 0,-1 1 0,0-1 0,1 0 0,-1 0 0,1-1 0,-1 1 0,0-1 0,1 1 0,-1-1 0,7-3 0,-4 1 0,0 0 0,1 0 0,-1-1 0,-1 1 0,1-2 0,-1 1 0,1 0 0,-1-1 0,0 0 0,-1-1 0,1 1 0,-1-1 0,0 1 0,-1-1 0,1-1 0,-1 1 0,0 0 0,-1-1 0,1 1 0,1-10 0,3-13 0,-2-1 0,0 0 0,0-38 0,-5 57 0,0 6 0,4-26 0,-4 30 0,0 0 0,0 0 0,0-1 0,1 1 0,-1 0 0,1 0 0,-1 0 0,1 0 0,-1 0 0,1-1 0,-1 1 0,1 0 0,0 0 0,0 0 0,-1 1 0,1-1 0,0 0 0,0 0 0,0 0 0,1 0 0,-1 1 0,0 0 0,-1 0 0,1 0 0,0 0 0,-1 0 0,1 0 0,0 0 0,-1 0 0,1 1 0,0-1 0,-1 0 0,1 1 0,0-1 0,-1 0 0,1 1 0,-1-1 0,1 0 0,-1 1 0,1-1 0,-1 1 0,1-1 0,-1 1 0,1-1 0,-1 1 0,0 0 0,1-1 0,0 2 0,10 20 0,-10-20 0,21 61 0,-17-46 0,0-1 0,1 1 0,1-2 0,1 1 0,14 22 0,-21-37 0,0 1 0,0-1 0,0 0 0,0 0 0,0 0 0,0 0 0,1 0 0,-1 0 0,0 0 0,1 0 0,-1-1 0,0 1 0,1 0 0,-1-1 0,1 0 0,-1 1 0,1-1 0,0 0 0,-1 1 0,1-1 0,-1 0 0,1 0 0,-1 0 0,1 0 0,-1-1 0,1 1 0,0 0 0,-1-1 0,1 1 0,-1-1 0,0 1 0,1-1 0,-1 0 0,3-1 0,4-4 0,1 0 0,-1 0 0,0-1 0,9-10 0,-2 3 0,-8 8 0,4-5 0,0 2 0,1-1 0,0 2 0,1-1 0,17-7 0,-27 15 0,-1 0 0,0 0 0,1 0 0,0 0 0,-1 1 0,1-1 0,-1 1 0,1 0 0,-1 0 0,1 0 0,0 0 0,-1 0 0,1 1 0,-1-1 0,5 2 0,-4 0 0,-1-1 0,1 1 0,-1-1 0,0 1 0,0 0 0,0 0 0,0 0 0,0 0 0,0 0 0,0 1 0,-1-1 0,1 0 0,-1 1 0,0 0 0,0-1 0,0 1 0,2 5 0,3 16 0,-4-18 0,-1 1 0,1-1 0,1 1 0,-1-1 0,1 0 0,5 8 0,-7-12 0,0-1 0,0 1 0,0-1 0,1 0 0,-1 1 0,1-1 0,-1 0 0,1 0 0,0 0 0,-1 0 0,1-1 0,0 1 0,-1 0 0,1-1 0,0 1 0,0-1 0,0 0 0,0 1 0,-1-1 0,1 0 0,0 0 0,0 0 0,0 0 0,0-1 0,0 1 0,-1 0 0,5-2 0,0 0 0,0 0 0,0 0 0,0-1 0,0 0 0,0 0 0,-1-1 0,1 1 0,5-6 0,38-40 0,-41 39 0,1 1 0,0 0 0,0 0 0,1 1 0,0 0 0,12-7 0,-21 14 9,0 1-1,0-1 0,0 1 1,0-1-1,0 1 0,0-1 1,0 1-1,1-1 0,-1 1 1,0 0-1,0 0 0,0 0 0,1 0 1,-1 0-1,0 0 0,0 0 1,0 0-1,1 0 0,-1 0 1,0 1-1,0-1 0,0 0 1,0 1-1,0-1 0,0 1 1,0-1-1,0 1 0,0 0 1,0 0-1,0-1 0,0 1 1,0 0-1,0 0 0,0 0 1,-1 0-1,1 0 0,0 0 1,-1 0-1,1 0 0,0 1 1,1 4-294,1 0 1,-1 0-1,-1 0 1,1 1-1,0 11 1,1 14-6542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42.6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123 112 24575,'-8'-1'0,"0"0"0,0-1 0,0 1 0,0-2 0,-15-5 0,-13-4 0,13 5 0,23 7 0,0 0 0,0 0 0,0 0 0,0 0 0,0 0 0,0 0 0,0 0 0,0 0 0,0 0 0,1 0 0,-1 0 0,0-1 0,0 1 0,0 0 0,0 0 0,0 0 0,0 0 0,0 0 0,0 0 0,0 0 0,0 0 0,0 0 0,0 0 0,0 0 0,0 0 0,0 0 0,0-1 0,0 1 0,0 0 0,0 0 0,0 0 0,0 0 0,0 0 0,0 0 0,0 0 0,0 0 0,0 0 0,0 0 0,0 0 0,0-1 0,0 1 0,0 0 0,0 0 0,0 0 0,0 0 0,0 0 0,0 0 0,0 0 0,0 0 0,0 0 0,-1 0 0,1 0 0,42-1 0,-21 1 0,754-24-2083,-279 4 1019,-188 10 1113,399-8-1557,-670 18-2077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45.08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 1 24575,'-1'0'0,"1"0"0,-1 0 0,0 1 0,0-1 0,1 0 0,-1 0 0,0 1 0,1-1 0,-1 0 0,0 1 0,1-1 0,-1 0 0,0 1 0,1-1 0,-1 1 0,0 0 0,1-1 0,0 1 0,0-1 0,-1 0 0,1 0 0,0 1 0,0-1 0,0 0 0,0 0 0,0 1 0,0-1 0,0 0 0,0 0 0,0 1 0,0-1 0,0 0 0,0 0 0,0 1 0,0-1 0,0 0 0,1 0 0,-1 1 0,0-1 0,0 0 0,0 0 0,0 1 0,0-1 0,0 0 0,1 0 0,-1 0 0,0 1 0,0-1 0,0 0 0,1 0 0,-1 0 0,0 0 0,0 0 0,0 1 0,1-1 0,-1 0 0,0 0 0,0 0 0,1 0 0,-1 0 0,0 0 0,0 0 0,1 0 0,-1 0 0,0 0 0,0 0 0,1 0 0,-1 0 0,0 0 0,0 0 0,1 0 0,29 4 0,-1-2 0,59-2 0,-27-1 0,558-9-545,-105 1 134,131 8-795,-587 1-4823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54.31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48 24575,'0'-3'0,"0"1"0,0 0 0,0 0 0,1-1 0,-1 1 0,1 0 0,-1 0 0,1-1 0,0 1 0,0 0 0,0 0 0,0 0 0,0 0 0,2-2 0,-3 4 0,0 0 0,1 0 0,-1 0 0,0 0 0,0 0 0,0 0 0,1 0 0,-1 0 0,0 0 0,0 0 0,0 0 0,1 0 0,-1 0 0,0 0 0,0 1 0,0-1 0,1 0 0,-1 0 0,0 0 0,0 0 0,0 0 0,0 0 0,1 1 0,-1-1 0,0 0 0,0 0 0,0 0 0,0 0 0,0 1 0,0-1 0,0 0 0,0 0 0,1 0 0,-1 1 0,0-1 0,0 0 0,0 0 0,0 0 0,0 1 0,0-1 0,0 0 0,0 0 0,0 0 0,0 1 0,0-1 0,0 0 0,0 0 0,-1 1 0,3 12 0,0 11 0,0 1 0,2-1 0,9 32 0,-12-50 0,1 0 0,0 0 0,1 0 0,-1 0 0,1 0 0,0 0 0,0-1 0,1 1 0,0-1 0,0 0 0,0 0 0,1-1 0,-1 1 0,1-1 0,0 0 0,0 0 0,1-1 0,5 4 0,-6-5 0,0-1 0,0 0 0,0 0 0,0 0 0,0-1 0,0 0 0,0 0 0,0 0 0,0 0 0,0-1 0,0 0 0,0 0 0,0 0 0,0-1 0,7-3 0,7-3 0,0-1 0,24-17 0,-38 22 0,140-106 281,-56 39-1927,-52 44-5180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54.6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14 291 24575,'-1'-2'0,"-1"0"0,0-1 0,1 0 0,0 1 0,0-1 0,0 0 0,0 1 0,0-1 0,0 0 0,1 0 0,-1 0 0,1 0 0,0 0 0,0 0 0,0 0 0,0 0 0,0 0 0,1 0 0,-1 1 0,1-1 0,1-4 0,1-2 0,0 0 0,0 0 0,1 1 0,0-1 0,8-11 0,-9 16 0,1-1 0,0 0 0,0 1 0,0 0 0,0 0 0,1 0 0,0 1 0,0 0 0,0-1 0,5-1 0,-9 4 0,1 0 0,-1 1 0,1-1 0,-1 1 0,1-1 0,-1 1 0,1 0 0,-1 0 0,1 0 0,-1-1 0,1 1 0,-1 1 0,1-1 0,-1 0 0,1 0 0,-1 0 0,1 1 0,-1-1 0,0 1 0,1-1 0,-1 1 0,1 0 0,-1-1 0,0 1 0,0 0 0,1 0 0,-1 0 0,0 0 0,0 0 0,0 0 0,0 0 0,0 1 0,0-1 0,0 0 0,-1 0 0,1 1 0,0-1 0,-1 1 0,1-1 0,-1 0 0,1 1 0,-1-1 0,1 3 0,3 13 0,-1 1 0,2 23 0,-4-28 0,1 0 0,-1-1 0,2 0 0,0 1 0,0-1 0,9 19 0,-11-29 0,0 0 0,0 0 0,0-1 0,0 1 0,0 0 0,1-1 0,-1 1 0,0-1 0,1 0 0,0 1 0,-1-1 0,1 0 0,-1 0 0,1 0 0,0 0 0,0 0 0,0-1 0,-1 1 0,1 0 0,0-1 0,0 1 0,0-1 0,0 0 0,0 0 0,0 0 0,0 0 0,0 0 0,0 0 0,0 0 0,4-2 0,3 0 0,0-2 0,1 1 0,-1-1 0,-1-1 0,9-5 0,-14 9 0,188-121 0,5-3 0,-124 84-1365,-11 7-5461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55.37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24575,'3'0'0,"1"3"0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55.53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24575,'0'0'-8191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59.02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55 42 24575,'1'-4'0,"1"0"0,0 0 0,1 0 0,-1 0 0,1 1 0,5-6 0,3 0 0,-11 9 0,0 1 0,0-1 0,0 0 0,1 1 0,-1-1 0,0 1 0,0-1 0,0 0 0,0 1 0,0-1 0,0 1 0,0-1 0,0 1 0,0-1 0,0 0 0,0 1 0,0-1 0,-1 1 0,1-1 0,0 1 0,0-1 0,0 0 0,0 1 0,-1-1 0,1 0 0,0 1 0,0-1 0,-1 0 0,1 1 0,-1-1 0,-19 45 0,-23 75 0,37-101 0,2 2 0,0-1 0,1 1 0,1-1 0,0 1 0,3 30 0,-1-47 0,1 0 0,-1 1 0,1-1 0,0 0 0,0 0 0,0 0 0,0 0 0,1 0 0,-1-1 0,1 1 0,0 0 0,0-1 0,1 1 0,-1-1 0,1 0 0,-1 0 0,1 1 0,0-2 0,0 1 0,1 0 0,-1-1 0,0 1 0,1-1 0,0 0 0,-1 0 0,1-1 0,0 1 0,0-1 0,0 0 0,0 0 0,0 0 0,0 0 0,0-1 0,0 0 0,1 1 0,-1-2 0,0 1 0,0 0 0,0-1 0,0 0 0,0 0 0,5-2 0,-1 2 0,-1-2 0,0 1 0,1-1 0,-1 0 0,0-1 0,0 0 0,-1 0 0,1 0 0,-1-1 0,0 0 0,0 0 0,-1 0 0,1-1 0,-1 0 0,0 0 0,-1 0 0,0-1 0,0 1 0,0-1 0,-1 0 0,1 0 0,-2-1 0,1 1 0,-1-1 0,0 1 0,-1-1 0,0 0 0,0 1 0,-1-1 0,1 0 0,-2 0 0,1 1 0,-1-1 0,0 0 0,-1 1 0,0-1 0,-3-7 0,0 2 0,-1 0 0,-1 1 0,0 0 0,0 0 0,-11-11 0,13 16 0,-1 0 0,0 0 0,0 1 0,-1 0 0,1 0 0,-1 1 0,-1 0 0,-8-5 0,40 20 0,1-1 0,-1 0 0,2-2 0,-1-1 0,1-1 0,0-1 0,0-1 0,0-2 0,0 0 0,1-2 0,50-8 0,-74 8 0,1 1 0,-1-1 0,1 1 0,0 0 0,0 0 0,-1 0 0,1 0 0,0 1 0,-1 0 0,1-1 0,-1 1 0,1 0 0,-1 1 0,1-1 0,4 4 0,-3-2 0,-1 0 0,1 0 0,-1 1 0,0 0 0,0 0 0,-1 0 0,1 1 0,-1-1 0,5 8 0,-3-1 0,1 0 0,-1 1 0,-1-1 0,0 1 0,-1 0 0,0 0 0,-1 0 0,1 22 0,-3-30 0,0 0 0,-1-1 0,1 1 0,-1 0 0,0-1 0,0 1 0,0-1 0,0 1 0,-1-1 0,1 0 0,-1 1 0,0-1 0,-3 3 0,5-4 0,-1-1 0,0 0 0,0 0 0,0 0 0,0 0 0,0 0 0,0-1 0,-1 1 0,1 0 0,0 0 0,0-1 0,-1 1 0,1-1 0,0 1 0,-1-1 0,1 1 0,0-1 0,-1 0 0,1 0 0,0 0 0,-1 0 0,1 0 0,-1 0 0,1 0 0,0 0 0,-1 0 0,1-1 0,-1 1 0,1 0 0,0-1 0,0 1 0,-1-1 0,1 0 0,0 1 0,0-1 0,-1 0 0,0-1 0,1 1 0,-1 0 0,1 0 0,-1-1 0,1 1 0,0 0 0,0 0 0,0-1 0,0 1 0,0-1 0,0 1 0,0-1 0,0 0 0,1 1 0,-1-1 0,1 0 0,-1 1 0,1-1 0,-1 0 0,1-3 0,0 2 0,0-1 0,1 1 0,-1 0 0,1 0 0,0-1 0,0 1 0,0 0 0,1 0 0,-1 0 0,2-3 0,3-3 0,1-1 0,0 1 0,0 1 0,1-1 0,11-9 0,-3 6 0,1 0 0,0 1 0,0 0 0,2 2 0,-1 0 0,1 1 0,0 1 0,22-6 0,-8 5 0,0 1 0,1 2 0,-1 2 0,39 0 0,-71 3 0,0-1 0,0 1 0,0 0 0,-1 0 0,1 1 0,0-1 0,0 0 0,0 0 0,0 0 0,-1 0 0,1 1 0,0-1 0,0 0 0,0 1 0,-1-1 0,1 1 0,0-1 0,-1 1 0,1-1 0,0 1 0,-1-1 0,1 1 0,-1 0 0,1-1 0,-1 1 0,1 0 0,-1-1 0,1 1 0,-1 0 0,0 0 0,1 0 0,-1-1 0,0 1 0,0 0 0,1 0 0,-1 0 0,0 0 0,0-1 0,0 1 0,0 2 0,-1 4 0,0 0 0,-1-1 0,1 1 0,-5 10 0,-2 10 0,8-22 0,-1 1 0,1-1 0,0 1 0,0-1 0,1 0 0,-1 1 0,1-1 0,1 0 0,-1 0 0,4 10 0,-4-13 0,0-1 0,0 1 0,1 0 0,-1 0 0,0-1 0,1 1 0,-1-1 0,1 1 0,-1-1 0,1 0 0,-1 1 0,1-1 0,0 0 0,0 0 0,0 0 0,0 0 0,0-1 0,0 1 0,0 0 0,0-1 0,0 1 0,0-1 0,0 0 0,0 0 0,0 0 0,0 0 0,0 0 0,0 0 0,1-1 0,2 0 0,2-1 0,1 0 0,0-1 0,0 0 0,-1-1 0,0 0 0,1 0 0,-2 0 0,9-7 0,2-3 0,-1 0 0,14-17 0,-16 16 0,-1-1 0,-1-1 0,0 0 0,-1-1 0,-1 0 0,-1-1 0,12-33 0,-19 43 171,-5 12 0,-6 14-1878,0 4-5119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4:59.2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42 1 24575,'-9'3'0,"-10"4"0,6 4 0,13 0 0,26-1 0,30-3 0,33-3 0,40-1 0,34-2 0,33-1-1726,24 3 1726,15 0 0,4 4-2193,-6-1 2193,-23 0 0,-27 2-1219,-35-1 1219,-44-1-3053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1.18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40 1 24575,'-2'1'0,"-3"1"0,0 1 0,0 0 0,0 0 0,-6 5 0,10-7 0,1-1 0,0 0 0,-1 1 0,1-1 0,-1 1 0,1-1 0,-1 1 0,1-1 0,0 1 0,-1-1 0,1 1 0,0-1 0,0 1 0,-1 0 0,1-1 0,0 1 0,0-1 0,0 1 0,0 0 0,0-1 0,0 1 0,0-1 0,0 1 0,0 0 0,0-1 0,0 1 0,0 0 0,0-1 0,0 1 0,1-1 0,-1 1 0,0-1 0,0 1 0,1 0 0,-1-1 0,0 1 0,1-1 0,-1 1 0,1-1 0,-1 0 0,1 1 0,-1-1 0,1 1 0,-1-1 0,1 0 0,-1 1 0,1-1 0,-1 0 0,1 0 0,-1 1 0,1-1 0,0 0 0,-1 0 0,2 0 0,10 5 0,0-2 0,1 0 0,-1 0 0,1-1 0,0 0 0,22-1 0,-24-1 0,490 1-1429,-287-5 563,2154 58-5491,-2072-41 8851,-278-13-1284,-23 1-4453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29.36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31 77 24575,'0'-3'0,"-3"-1"0,-2-3 0,-2-4 0,0-2 0,0-3 0,6 2 0,5 6 0,3 14 0,2 12 0,4 15 0,2 15 0,2 15 0,1 11 0,-3 10 0,0 2 0,-4-13-8191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29.83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4 351 24575,'-1'-55'0,"-1"34"0,1 1 0,1 0 0,1-1 0,1 1 0,1 0 0,7-29 0,-8 43 0,1 1 0,-1 0 0,1 0 0,0 0 0,0 0 0,1 0 0,0 0 0,-1 1 0,1 0 0,1 0 0,6-5 0,-3 3 0,1 0 0,0 1 0,0 1 0,0-1 0,20-5 0,2 2 0,0 2 0,1 2 0,36-2 0,120 4 0,-158 4 0,-1 1 0,0 1 0,0 2 0,38 13 0,-59-16 0,1 0 0,-1 1 0,0 0 0,0 0 0,0 1 0,-1 0 0,9 8 0,-14-11 0,0 0 0,0 0 0,0 0 0,0 1 0,0-1 0,0 1 0,0-1 0,-1 1 0,0 0 0,1 0 0,-1-1 0,0 1 0,0 0 0,0 0 0,-1 0 0,1 0 0,-1 0 0,0 1 0,0-1 0,0 0 0,0 0 0,0 0 0,-1 0 0,0 3 0,-2 2 0,0-1 0,0 0 0,0 0 0,-1 0 0,-1-1 0,1 1 0,-1-1 0,0 0 0,0-1 0,0 1 0,-10 7 0,-3 1 0,-1 0 0,-34 17 0,1-5 0,-104 33 0,26-10 0,103-35 0,21-5 0,7-9 0,-1 1 0,0-1 0,0 0 0,1 1 0,-1-1 0,0 1 0,1-1 0,-1 0 0,1 1 0,-1-1 0,0 1 0,1-1 0,-1 0 0,1 0 0,-1 1 0,1-1 0,-1 0 0,1 0 0,-1 0 0,1 1 0,-1-1 0,1 0 0,0 0 0,29 6 0,0-1 0,47 1 0,-6-1 0,133 25 0,-161-21 0,-1 2 0,69 27 0,-100-34 0,-1 1 0,0 1 0,0-1 0,0 2 0,-1-1 0,1 2 0,-2-1 0,1 1 0,-1 0 0,9 12 0,-14-16 0,-1-1 0,0 1 0,0 0 0,0-1 0,0 1 0,0 0 0,-1 0 0,0 0 0,0 0 0,0 1 0,0-1 0,-1 0 0,0 0 0,1 1 0,-2-1 0,1 0 0,0 0 0,-1 1 0,0-1 0,0 0 0,0 0 0,0 0 0,-1 0 0,1 0 0,-1 0 0,0 0 0,-1-1 0,1 1 0,0-1 0,-6 6 0,-1 0 0,0 0 0,-1 0 0,0-1 0,-1 0 0,0-1 0,0 0 0,0-1 0,-1 0 0,-22 8 0,-4-2 0,-76 15 0,93-22-136,-1-2-1,1 0 1,-1-1-1,1-2 1,-1 0-1,0-1 1,1-1-1,-1-1 0,-36-10 1,20-3-6690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0.24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278 164 24575,'1'0'0,"-1"0"0,1 0 0,0 0 0,-1 0 0,1 0 0,-1-1 0,1 1 0,-1 0 0,1 0 0,-1 0 0,0-1 0,1 1 0,-1 0 0,1-1 0,-1 1 0,1 0 0,-1-1 0,0 1 0,1 0 0,-1-1 0,0 1 0,1-1 0,-1 1 0,0-1 0,0 1 0,0-1 0,1 1 0,-1-1 0,0 1 0,0-1 0,0 1 0,0-1 0,0 1 0,0-1 0,0 1 0,0-1 0,0 1 0,0-1 0,0 1 0,0-1 0,0 1 0,0-1 0,-1 1 0,1-1 0,0 1 0,0-1 0,0 1 0,-1-1 0,0 0 0,-12-25 0,-1 7 0,-33-34 0,42 48 0,0 0 0,0 1 0,0 0 0,-1 0 0,0 0 0,1 1 0,-1 0 0,0 0 0,-1 0 0,1 1 0,-13-3 0,17 5 0,0 0 0,0 0 0,0 0 0,0 0 0,0 1 0,0-1 0,0 1 0,0-1 0,0 1 0,0 0 0,0 0 0,0 0 0,1 0 0,-1 0 0,0 0 0,1 0 0,-1 1 0,1-1 0,-1 0 0,1 1 0,0 0 0,-1-1 0,0 3 0,-4 6 0,0-1 0,-9 22 0,9-18 0,-5 9 0,2 1 0,0 1 0,1-1 0,-4 31 0,10-45 0,0 1 0,1-1 0,0 1 0,1 0 0,0-1 0,0 1 0,1 0 0,0-1 0,1 1 0,0-1 0,1 1 0,0-1 0,7 16 0,-9-23 0,1 1 0,-1-1 0,1 0 0,0 1 0,-1-1 0,1 0 0,0 0 0,0 0 0,0 0 0,1-1 0,-1 1 0,0 0 0,1-1 0,-1 0 0,1 1 0,0-1 0,-1 0 0,1 0 0,0-1 0,-1 1 0,1 0 0,0-1 0,0 0 0,0 0 0,0 0 0,-1 0 0,1 0 0,0 0 0,0-1 0,0 1 0,-1-1 0,1 0 0,0 0 0,3-2 0,5-2 0,-2 0 0,1-1 0,0 0 0,-1 0 0,0-1 0,-1 0 0,12-13 0,62-82 0,-40 46 0,-40 53 0,1 0 0,-1 0 0,1 1 0,0-1 0,0 1 0,6-5 0,-8 7 0,-1 0 0,1-1 0,-1 1 0,1 0 0,0 0 0,-1 0 0,1-1 0,-1 1 0,1 0 0,0 0 0,-1 0 0,1 0 0,0 0 0,-1 0 0,1 0 0,-1 0 0,1 0 0,0 1 0,-1-1 0,1 0 0,-1 0 0,1 0 0,0 1 0,-1-1 0,1 0 0,-1 1 0,1-1 0,-1 0 0,1 1 0,-1-1 0,1 1 0,-1-1 0,0 1 0,1-1 0,-1 1 0,0-1 0,1 1 0,-1-1 0,0 1 0,1 0 0,-1-1 0,0 1 0,0-1 0,0 1 0,0 0 0,0-1 0,0 1 0,0 0 0,4 16 0,-2 1 0,0-1 0,-2 28 0,3 23 0,3-31-1365,1-4-5461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0.84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179 420 24575,'0'-10'0,"0"0"0,-1 0 0,0 0 0,-1 0 0,-4-17 0,5 25 0,1 0 0,-1 1 0,0-1 0,1 1 0,-1-1 0,0 1 0,0 0 0,0-1 0,0 1 0,0 0 0,0-1 0,0 1 0,0 0 0,0 0 0,-1 0 0,1 0 0,0 0 0,-1 0 0,1 1 0,-1-1 0,1 0 0,-1 1 0,1-1 0,-1 1 0,1-1 0,-1 1 0,0 0 0,1 0 0,-1 0 0,0 0 0,1 0 0,-1 0 0,0 0 0,1 0 0,-1 1 0,1-1 0,-1 1 0,1-1 0,-1 1 0,1 0 0,-1-1 0,1 1 0,-1 0 0,-1 1 0,-3 2 0,1 0 0,-1 0 0,1 0 0,0 1 0,0 0 0,1 0 0,-1 0 0,1 1 0,-6 9 0,2-1 0,0 1 0,-11 29 0,15-31 0,0 1 0,1-1 0,1 1 0,0-1 0,1 1 0,0 0 0,1 0 0,0 0 0,1-1 0,1 1 0,0 0 0,8 24 0,-8-32 0,0 0 0,1 0 0,0 0 0,0 0 0,0 0 0,0 0 0,1-1 0,0 0 0,1 1 0,-1-1 0,1-1 0,0 1 0,0-1 0,0 0 0,0 0 0,1 0 0,0-1 0,-1 0 0,1 0 0,1-1 0,-1 1 0,0-1 0,1 0 0,-1-1 0,1 0 0,-1 0 0,1 0 0,10-1 0,-4-1 0,1-1 0,-1 0 0,0-1 0,0 0 0,0-1 0,0-1 0,0 0 0,-1 0 0,0-1 0,0-1 0,-1 0 0,0-1 0,0 0 0,15-15 0,-6 4 0,-2 0 0,0-2 0,-1 0 0,-1 0 0,-1-2 0,16-32 0,-18 26 0,-2 1 0,-1-2 0,-1 1 0,-2-1 0,-1-1 0,3-36 0,-5 12 0,-2 1 0,-9-89 0,6 226 0,14 116 0,8 227 0,-20-407 0,-1-19 0,0 0 0,0 1 0,0-1 0,0 0 0,0 0 0,0 0 0,0 0 0,1 1 0,-1-1 0,0 0 0,0 0 0,0 0 0,0 1 0,0-1 0,0 0 0,0 0 0,0 0 0,0 0 0,1 0 0,-1 1 0,0-1 0,0 0 0,0 0 0,0 0 0,1 0 0,-1 0 0,0 0 0,0 0 0,0 0 0,0 0 0,1 1 0,-1-1 0,0 0 0,0 0 0,0 0 0,1 0 0,1-2 0,0 0 0,0 1 0,0-1 0,0 0 0,-1 0 0,1 0 0,0-1 0,1-3 0,60-88 0,70-96 0,-129 185 0,0 0 0,1 0 0,0 1 0,0-1 0,0 1 0,0 0 0,1 0 0,6-3 0,-10 6 0,-1 1 0,1-1 0,-1 1 0,1-1 0,-1 1 0,1 0 0,-1-1 0,1 1 0,-1 0 0,1 0 0,0 0 0,-1 1 0,1-1 0,-1 0 0,1 0 0,1 2 0,-1-1 0,0 0 0,0 0 0,0 0 0,0 1 0,-1-1 0,1 0 0,-1 1 0,1 0 0,-1-1 0,1 1 0,-1 0 0,0 0 0,0 0 0,2 3 0,7 19 0,-1 0 0,11 47 0,2 10 0,-16-64 0,3 8 0,16 34 0,-22-53 0,0 0 0,0 0 0,1-1 0,0 0 0,0 0 0,0 0 0,1 0 0,-1 0 0,1-1 0,0 0 0,8 5 0,-10-8-97,0 0-1,0 1 1,0-1-1,0 0 1,0-1-1,1 1 1,-1 0-1,0-1 1,1 0-1,-1 0 1,0 0-1,1 0 0,4-1 1,15-5-6729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2.44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15 24575,'0'0'0,"0"-1"0,0 0 0,0 0 0,0 0 0,1 0 0,-1 0 0,0 0 0,0 1 0,1-1 0,-1 0 0,1 0 0,-1 0 0,1 1 0,-1-1 0,1 0 0,1 0 0,3 0 0,-2 11 0,13 171 0,11 89 0,-17-207-341,4-1 0,2-1-1,41 105 1,-37-124-6485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2.61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0 108 24575,'0'-3'0,"0"-4"0,0-4 0,6 0 0,9-2 0,13 2 0,15 0 0,16 1 0,13 0 0,13 1 0,8 2 0,-13 3-8191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24.0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 19 24575,'-2'-15'0,"-3"11"0,4 5 0,0 0 0,0 0 0,0 0 0,1 0 0,-1 0 0,0-1 0,1 1 0,-1 0 0,1 0 0,-1 1 0,1-1 0,-1 0 0,1 0 0,0 0 0,0 0 0,-1 0 0,1 0 0,0 0 0,0 2 0,-2 50 0,3 0 0,12 91 0,-3-44 0,15 243-1365,-21-292-5461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24.38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1 434 24575,'0'-2'0,"0"-1"0,1 1 0,-1-1 0,1 1 0,-1-1 0,1 1 0,0-1 0,0 1 0,0 0 0,0-1 0,1 1 0,-1 0 0,1 0 0,-1 0 0,1 0 0,0 0 0,-1 0 0,1 0 0,0 1 0,0-1 0,0 1 0,1-1 0,3-1 0,6-2 0,-1 0 0,1 1 0,21-5 0,-20 6 0,63-15 0,-29 8 0,49-18 0,-83 23 0,-1 0 0,1 0 0,-1-2 0,0 1 0,-1-1 0,0-1 0,0 0 0,15-15 0,-21 17 0,0 0 0,-1 0 0,0-1 0,0 1 0,0-1 0,-1 0 0,0 0 0,-1 0 0,1 0 0,-1-1 0,-1 1 0,2-15 0,-2 13 0,0 0 0,-1 0 0,0 0 0,-1 0 0,0 0 0,-1 1 0,0-1 0,0 0 0,-1 0 0,-5-11 0,-1 7 0,8 13 0,1 0 0,0 0 0,0 0 0,-1 0 0,1 0 0,0 0 0,0 0 0,-1 0 0,1 0 0,0 0 0,0 0 0,-1 0 0,1 0 0,0 0 0,0 0 0,0 0 0,-1 0 0,1 0 0,0 1 0,0-1 0,-1 0 0,1 0 0,0 0 0,0 0 0,0 0 0,-1 1 0,1-1 0,0 0 0,0 0 0,0 0 0,0 1 0,-1-1 0,0 3 0,0-1 0,0 1 0,0-1 0,1 1 0,-1-1 0,0 1 0,1 0 0,0-1 0,0 4 0,1 54 0,2 0 0,16 77 0,-12-93 0,30 147-1365,-28-161-5461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24.58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15 24575,'3'-3'0,"2"-4"0,-1 2 0,-1 8 0,-1 10 0,0 9 0,-2 10 0,1 6 0,2 6 0,1 4 0,2 4 0,1-1 0,3-3 0,-2-6 0,-1-5 0,-2-5 0,-2-8-8191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24.8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73 417 24575,'-26'-83'0,"15"49"0,-8-37 0,17 61 0,-3-14 0,1 0 0,-1-34 0,5 53 0,0-1 0,0 1 0,0 0 0,0 0 0,1 0 0,0 0 0,0 0 0,1 0 0,-1 0 0,1 0 0,0 1 0,1-1 0,-1 0 0,1 1 0,-1 0 0,1-1 0,7-6 0,-6 8 0,1 1 0,-1 0 0,0 0 0,1 0 0,-1 0 0,1 1 0,-1 0 0,1 0 0,0 0 0,-1 0 0,1 1 0,0 0 0,0 0 0,-1 0 0,1 0 0,0 1 0,0 0 0,-1 0 0,1 0 0,6 3 0,8 3 0,1 0 0,-1 1 0,22 14 0,-13-5 0,0 1 0,-2 0 0,41 38 0,-57-47 0,-1 1 0,0 0 0,0 0 0,-1 1 0,-1 0 0,1 0 0,-2 1 0,0 0 0,0 0 0,-1 0 0,6 23 0,-10-28 0,0-1 0,0 1 0,-1 0 0,0 0 0,0 0 0,-1 0 0,0 0 0,0 0 0,-1 0 0,0 0 0,0 0 0,-3 6 0,0-3 0,-1 0 0,1 0 0,-2 0 0,1-1 0,-2 0 0,-14 14 0,1-4 0,-1-1 0,-1-2 0,0 0 0,-1-1 0,-30 12 0,27-15-682,-52 16-1,38-17-6143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25.31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0 307 24575,'1'-1'0,"-1"0"0,1 1 0,0-1 0,-1 0 0,1 1 0,0-1 0,-1 1 0,1-1 0,0 1 0,0 0 0,0-1 0,0 1 0,-1 0 0,1-1 0,0 1 0,0 0 0,0 0 0,0 0 0,0 0 0,0-1 0,0 2 0,-1-1 0,1 0 0,0 0 0,0 0 0,0 0 0,1 1 0,0 0 0,-1 0 0,0 0 0,1 0 0,-1 0 0,0 1 0,1-1 0,-1 0 0,0 1 0,0-1 0,0 1 0,0-1 0,-1 1 0,2 1 0,2 8 0,0 0 0,-1 0 0,2 15 0,-4-24 0,20 111 0,34 166 0,-54-275 0,5 35 0,-6-39 0,0 0 0,0 0 0,0 0 0,0 0 0,0 1 0,0-1 0,0 0 0,0 0 0,0 0 0,0 0 0,0 0 0,0 0 0,0 0 0,0 0 0,0 0 0,0 1 0,0-1 0,0 0 0,0 0 0,0 0 0,0 0 0,0 0 0,0 0 0,0 0 0,0 0 0,0 0 0,0 1 0,0-1 0,0 0 0,0 0 0,-1 0 0,1 0 0,0 0 0,0 0 0,0 0 0,0 0 0,0 0 0,0 0 0,0 0 0,0 0 0,0 0 0,0 0 0,-1 0 0,1 0 0,0 0 0,0 0 0,0 0 0,0 0 0,0 0 0,0 0 0,0 0 0,0 0 0,0 0 0,-1 0 0,1 0 0,0 0 0,-5-6 0,-5-12 0,1-8 0,1 0 0,0 0 0,2-1 0,-3-42 0,0-111 0,9 124 0,9-71 0,-5 103 0,0-1 0,2 1 0,0 0 0,2 0 0,13-29 0,-16 44 0,-1 1 0,1 0 0,0 0 0,1 0 0,0 1 0,0 0 0,8-7 0,-13 13 0,1-1 0,-1 1 0,1 0 0,-1 0 0,1-1 0,0 1 0,0 0 0,-1 0 0,1 1 0,0-1 0,0 0 0,0 1 0,0-1 0,0 1 0,0-1 0,0 1 0,0 0 0,0 0 0,0 0 0,1 0 0,-1 1 0,0-1 0,0 0 0,0 1 0,0-1 0,0 1 0,-1 0 0,1 0 0,0-1 0,0 1 0,0 1 0,-1-1 0,1 0 0,0 0 0,-1 1 0,1-1 0,1 3 0,2 1 0,-1 1 0,-1 0 0,1 0 0,-1 0 0,0 0 0,0 1 0,0-1 0,-1 1 0,0 0 0,-1-1 0,1 1 0,-1 0 0,-1 0 0,1 0 0,-1 0 0,-1 0 0,1 0 0,-1 0 0,-2 9 0,-1 2 0,0 0 0,-2 0 0,0-1 0,-1 0 0,-1 0 0,-10 17 0,-1-5 0,-39 46 0,2-4 0,54-69 0,1 0 0,0 0 0,-1 0 0,1 0 0,0 1 0,0-1 0,0 0 0,0 1 0,1-1 0,-1 1 0,1-1 0,-1 1 0,1-1 0,0 5 0,0-6 0,1 1 0,-1 0 0,1 0 0,0-1 0,-1 1 0,1 0 0,0-1 0,0 1 0,0 0 0,0-1 0,0 0 0,0 1 0,1-1 0,-1 0 0,0 1 0,1-1 0,-1 0 0,1 0 0,-1 0 0,3 1 0,80 42 0,-42-22 0,78 52 0,-81-43-1365,-8-3-5461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25.78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71 24575,'-3'-3'0,"-4"-5"0,2 0 0,8 1 0,7 1 0,11 3 0,8-3 0,8 1 0,5 1 0,4-2 0,-3 0 0,-2 1 0,-8 1-8191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25.9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 5 24575,'-3'0'0,"-5"-4"0,3 3 0,2 8 0,5 8 0,2 12 0,3 12 0,0 14 0,3 12 0,-1 8 0,-2 7 0,2 5 0,-2-11-8191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26.29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 75 24575,'-1'-15'0,"1"-19"0,0 32 0,0 1 0,0-1 0,0 0 0,0 1 0,0-1 0,1 1 0,-1-1 0,1 1 0,-1-1 0,1 1 0,-1 0 0,1-1 0,0 1 0,0 0 0,1-2 0,-2 3 0,1 0 0,0 0 0,-1 1 0,1-1 0,-1 0 0,1 1 0,-1-1 0,1 0 0,-1 1 0,1-1 0,-1 0 0,0 1 0,1-1 0,-1 1 0,0-1 0,1 1 0,-1-1 0,0 1 0,1-1 0,-1 1 0,0 0 0,0-1 0,0 1 0,0-1 0,0 1 0,1 0 0,5 18 0,12 71-455,-4 1 0,3 129 0,-16-183-6371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26.4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42 24575,'3'-3'0,"4"-1"0,7 1 0,8 0 0,6 0 0,7 2 0,11 0 0,6-2 0,8-1 0,2 0 0,-3-2 0,-12 0-8191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26.64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60 111 24575,'-6'-6'0,"-5"-5"0,-4-4 0,1-3 0,2-1 0,10 3 0,11 4 0,11 3 0,11 5 0,9 5 0,8 5 0,4 3 0,3 2 0,2 2 0,-9 0-8191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26.79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4 24575,'0'-3'0,"0"2"0,0 5 0,0 7 0,3 8 0,4 11 0,1 8 0,2 9 0,2 4 0,3 4 0,-1-2 0,-1-1 0,-2-8-8191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27.15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1 235 24575,'-1'-7'0,"2"3"0,11 6 0,59 17 0,-29-7 0,67 11 0,15-14 0,-109-9 0,-1-1 0,1 0 0,-1-1 0,0 0 0,0-1 0,21-8 0,-31 10 0,-1 0 0,0 0 0,-1-1 0,1 1 0,0-1 0,0 0 0,-1 1 0,1-1 0,0 0 0,-1-1 0,0 1 0,0 0 0,0-1 0,0 1 0,0-1 0,0 0 0,0 1 0,-1-1 0,0 0 0,1 0 0,-1 0 0,0 0 0,0 0 0,0-4 0,-1 1 0,0 0 0,0 1 0,-1-1 0,0 1 0,0-1 0,0 1 0,-1 0 0,0-1 0,0 1 0,0 0 0,-1 0 0,1 0 0,-5-5 0,-6-9 0,-27-31 0,33 42 0,0 1 0,0 1 0,-1-1 0,0 1 0,0 1 0,-15-9 0,21 13 0,1 0 0,0 0 0,-1 1 0,1-1 0,-1 1 0,1-1 0,-1 1 0,1-1 0,-1 1 0,1 0 0,-1 0 0,1 0 0,-1 0 0,1 0 0,-1 0 0,1 0 0,-1 0 0,1 0 0,-1 1 0,1-1 0,-1 1 0,1-1 0,0 1 0,-1 0 0,1-1 0,-1 1 0,1 0 0,0 0 0,0 0 0,0 0 0,0 0 0,-1 0 0,1 0 0,1 1 0,-1-1 0,0 0 0,0 0 0,0 1 0,1-1 0,-1 1 0,0-1 0,1 0 0,0 1 0,-1-1 0,1 3 0,-2 5 0,0 0 0,1 0 0,0 1 0,1-1 0,0 0 0,2 12 0,2 4 69,0-1-1,2 1 0,0-1 0,13 28 1,-13-37-283,1 0 1,0-1 0,1 0-1,1-1 1,0 1 0,1-2-1,18 20 1,-4-12-6613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27.66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37 5 24575,'0'0'0,"-1"0"0,1-1 0,0 1 0,-1 0 0,1-1 0,-1 1 0,1 0 0,0-1 0,-1 1 0,1 0 0,-1 0 0,1 0 0,-1-1 0,1 1 0,0 0 0,-1 0 0,1 0 0,-1 0 0,1 0 0,-1 0 0,1 0 0,-1 0 0,1 0 0,-1 0 0,1 0 0,-1 0 0,1 0 0,-1 0 0,1 1 0,-1-1 0,0 0 0,-9 16 0,1 21 0,7-18 0,1-1 0,2 0 0,-1 1 0,2-1 0,1 0 0,0 0 0,1 0 0,1 0 0,0-1 0,12 25 0,-16-41 0,-1 1 0,1 0 0,0-1 0,0 1 0,-1-1 0,1 0 0,0 1 0,1-1 0,-1 0 0,0 1 0,0-1 0,0 0 0,1 0 0,-1 0 0,1 0 0,-1 0 0,1 0 0,-1-1 0,3 2 0,-3-2 0,0 0 0,1 0 0,-1-1 0,0 1 0,0 0 0,0-1 0,0 1 0,0 0 0,0-1 0,0 1 0,0-1 0,0 0 0,0 1 0,0-1 0,0 0 0,0 0 0,0 1 0,0-1 0,-1 0 0,1 0 0,0 0 0,0 0 0,-1 0 0,1 0 0,-1 0 0,1 0 0,-1 0 0,0 0 0,1-2 0,22-62 0,-18 48 0,0 0 0,2 0 0,0 1 0,0 0 0,12-17 0,-17 30 0,0 1 0,-1 0 0,1 0 0,0 0 0,0 0 0,0 0 0,0 0 0,0 1 0,1-1 0,-1 1 0,0-1 0,5-1 0,-6 3 0,1 0 0,-1 0 0,0 0 0,0 0 0,0 0 0,0 0 0,1 0 0,-1 0 0,0 0 0,0 0 0,0 1 0,0-1 0,1 0 0,-1 1 0,0-1 0,0 1 0,0-1 0,0 1 0,0 0 0,0-1 0,0 1 0,-1 0 0,1 0 0,0 0 0,0 0 0,0 0 0,-1-1 0,1 1 0,0 0 0,-1 1 0,1 0 0,5 11 0,-1 1 0,0-1 0,-1 1 0,0 0 0,-1 0 0,1 21 0,-1-15 0,0 0 0,9 27 0,-12-46 0,1 1 0,-1-1 0,0 0 0,1 0 0,-1 1 0,1-1 0,-1 0 0,1 0 0,0 1 0,-1-1 0,1 0 0,0 0 0,0 0 0,0 0 0,0 0 0,0 0 0,0 0 0,0-1 0,0 1 0,0 0 0,1-1 0,-1 1 0,0 0 0,0-1 0,1 1 0,0-1 0,0 0 0,0 0 0,0-1 0,0 0 0,0 1 0,0-1 0,0 0 0,-1 0 0,1 0 0,0 0 0,-1 0 0,1 0 0,-1-1 0,1 1 0,-1 0 0,1-1 0,-1 1 0,2-4 0,59-80 0,-43 55 0,2 2 0,32-34 0,-50 58 0,0 1 0,0 1 0,0-1 0,1 0 0,-1 1 0,1-1 0,7-2 0,-10 5 0,0-1 0,0 1 0,0 0 0,0 0 0,1-1 0,-1 1 0,0 0 0,0 0 0,0 0 0,1 1 0,-1-1 0,0 0 0,0 0 0,0 1 0,0-1 0,1 0 0,-1 1 0,0-1 0,0 1 0,0 0 0,0-1 0,0 1 0,0 0 0,0 0 0,0-1 0,-1 1 0,1 0 0,0 0 0,0 0 0,-1 0 0,2 2 0,2 4 0,0 1 0,0 0 0,0 0 0,-1 0 0,-1 0 0,3 12 0,7 57 0,-6-32 0,-6-43 2,2 11-275,0-1-1,1 0 1,0 1-1,6 13 1,-1-12-6553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28.44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244 184 24575,'-93'-52'0,"10"6"0,67 36 0,11 7 0,0 1 0,0-1 0,0 0 0,1 0 0,-1-1 0,1 1 0,0-1 0,0 0 0,-6-8 0,10 12 0,0 0 0,0-1 0,0 1 0,0 0 0,0 0 0,0-1 0,0 1 0,0 0 0,0-1 0,0 1 0,0 0 0,0 0 0,0-1 0,0 1 0,0 0 0,0-1 0,0 1 0,0 0 0,0 0 0,0-1 0,0 1 0,0 0 0,0 0 0,1-1 0,-1 1 0,0 0 0,0 0 0,0-1 0,0 1 0,1 0 0,-1 0 0,0 0 0,1-1 0,12-5 0,21 1 0,-30 4 0,100-8 0,136 4 0,106 24 0,-337-18 0,204 19 0,-163-13 0,-1 3 0,60 18 0,-95-23 0,0 0 0,-1 1 0,0 0 0,0 1 0,0 0 0,-1 1 0,14 12 0,-20-15 0,0 1 0,0 0 0,-1 0 0,0 1 0,0 0 0,-1 0 0,1 0 0,-2 0 0,1 1 0,-1-1 0,0 1 0,0 0 0,-1 0 0,1 10 0,0 5 0,-1 1 0,-1-1 0,-2 1 0,-3 28 0,-22 98 0,13-79 0,-17 126-193,-6 372-1,72 199-193,-4-456 387,5 69 0,-28-309 254,-4-38 6,0 47 0,-5-80-260,0 0 0,0 1 0,0-1 0,0 0 0,-1 1 0,1-1 0,0 0 0,-1 0 0,1 1 0,-1-1 0,1 0 0,-1 0 0,0 0 0,0 0 0,0 0 0,1 1 0,-1-1 0,0-1 0,0 1 0,0 0 0,0 0 0,0 0 0,-1 0 0,1-1 0,0 1 0,0-1 0,0 1 0,-1-1 0,1 1 0,-3 0 0,-4 0 0,0 0 0,0 0 0,0-1 0,-10 0 0,-4 0 0,-281 11-1365,255-10-5461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4.93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246 0 24575,'-10'12'0,"0"0"0,1 1 0,1 0 0,0 1 0,-12 26 0,10-18 0,-20 44-175,3 1-1,3 2 1,2 0 0,4 2-1,-12 103 1,19-72-209,4 1 1,5 0-1,15 133 0,3-113 72,6-1 0,4-1 0,6-1 0,88 214 0,-54-190 43,5-4 0,6-2-1,133 177 1,-123-201-64,123 124-1,-151-180 180,2-3 0,2-2 0,109 69-1,-138-102 272,0-1-1,74 27 1,-87-39-20,0-1 0,1-1 0,-1-1 0,1 0 0,0-2 0,37 0 0,-1-8-2809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5.64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497 609 24575,'1'0'0,"0"0"0,0 0 0,-1 0 0,1 0 0,0 0 0,0 0 0,0 0 0,-1 0 0,1 0 0,0-1 0,0 1 0,-1 0 0,1 0 0,0-1 0,-1 1 0,1 0 0,0-1 0,-1 1 0,1-1 0,0 1 0,-1-1 0,1 1 0,-1-1 0,1 1 0,-1-1 0,1 0 0,-1 1 0,1-1 0,-1 1 0,1-2 0,-1 0 0,0 1 0,0-1 0,0 0 0,0 0 0,-1 1 0,1-1 0,0 1 0,-1-1 0,1 0 0,-1 1 0,1-1 0,-1 1 0,-1-3 0,-3-5 0,0 1 0,-1-1 0,-12-12 0,11 13 0,-1 1 0,0 0 0,0 0 0,-1 1 0,0 0 0,0 0 0,0 1 0,-1 0 0,0 1 0,0 0 0,0 1 0,0 0 0,0 0 0,-1 1 0,1 0 0,-1 1 0,0 1 0,0-1 0,1 2 0,-1-1 0,0 1 0,1 1 0,-1 0 0,1 1 0,0 0 0,-1 0 0,1 1 0,1 0 0,-19 11 0,15-6 0,0 1 0,0 0 0,1 1 0,0 0 0,0 1 0,2 0 0,-1 1 0,2 0 0,0 1 0,0 0 0,-9 21 0,14-24 0,0 0 0,0 0 0,1 0 0,0 1 0,1-1 0,0 1 0,0 15 0,2-19 0,0 0 0,1 0 0,0 1 0,1-1 0,-1 0 0,2-1 0,-1 1 0,1 0 0,0-1 0,0 1 0,6 8 0,-4-10 0,0 0 0,0 0 0,0 0 0,1-1 0,0 1 0,0-1 0,0-1 0,1 1 0,-1-1 0,1 0 0,0-1 0,0 0 0,0 0 0,1 0 0,-1-1 0,1 0 0,0-1 0,-1 1 0,1-1 0,14-1 0,-3 0 0,0-1 0,1 0 0,-1-2 0,-1 0 0,1-2 0,0 0 0,26-11 0,-25 7 0,0-1 0,-1 0 0,1-2 0,-2-1 0,0 0 0,-1-1 0,0 0 0,17-21 0,-14 13 0,-2-2 0,-1 0 0,-1-1 0,0-1 0,18-44 0,-18 28 0,-2 0 0,-1-1 0,-3 0 0,-1 0 0,-2-1 0,-2-1 0,-3 1 0,-2-56 0,-1 85 0,0 1 0,0-1 0,-2 1 0,0 0 0,-8-24 0,10 36 0,1 0 0,-1 1 0,0-1 0,0 0 0,0 1 0,-1-1 0,1 0 0,0 1 0,-3-3 0,3 4 0,1-1 0,-1 1 0,1 0 0,-1-1 0,1 1 0,-1 0 0,0-1 0,1 1 0,-1 0 0,0 0 0,1 0 0,-1 0 0,0 0 0,1 0 0,-1 0 0,0 0 0,1 0 0,-1 0 0,0 0 0,0 0 0,-1 1 0,0 0 0,0 1 0,0-1 0,0 0 0,1 1 0,-1-1 0,0 1 0,1-1 0,-1 1 0,1 0 0,0 0 0,-1 0 0,1 0 0,0 0 0,-1 4 0,-5 11 0,0 0 0,2 1 0,0 0 0,1 0 0,-1 22 0,-4 98 0,8-109 0,1 78-455,4-1 0,24 140 0,-18-180-6371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5.97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23 234 24575,'4'0'0,"0"1"0,1 0 0,-1 0 0,0 1 0,0-1 0,-1 1 0,1 0 0,0 0 0,0 0 0,-1 0 0,1 1 0,-1-1 0,0 1 0,5 5 0,-4-4 0,0 0 0,1 0 0,0-1 0,-1 0 0,1 0 0,0 0 0,0 0 0,6 2 0,-6-4 0,-1 0 0,0-1 0,0 1 0,1-1 0,-1 1 0,0-1 0,1-1 0,-1 1 0,0-1 0,0 1 0,1-1 0,-1 0 0,0-1 0,0 1 0,0-1 0,0 0 0,0 0 0,-1 0 0,1 0 0,-1-1 0,1 1 0,-1-1 0,0 0 0,0 0 0,0 0 0,0-1 0,0 1 0,-1-1 0,0 1 0,1-1 0,-1 0 0,-1 0 0,1 0 0,-1 0 0,1 0 0,-1 0 0,1-7 0,0-1 0,0 0 0,-1 0 0,-1 0 0,1 0 0,-2 0 0,0 0 0,0 0 0,-1 1 0,-5-15 0,6 21 0,0 1 0,-1-1 0,0 1 0,0 0 0,0 0 0,-1 0 0,1 0 0,-1 0 0,0 0 0,0 1 0,0-1 0,0 1 0,-1 0 0,1 0 0,-1 0 0,0 1 0,0-1 0,0 1 0,0 0 0,0 0 0,-1 0 0,1 0 0,0 1 0,-1 0 0,1 0 0,-8-1 0,7 2 0,1 0 0,-1 0 0,1 0 0,-1 1 0,1-1 0,-1 1 0,1 0 0,-1 0 0,1 1 0,0-1 0,0 1 0,0 0 0,-1 0 0,-5 5 0,5-3 0,0 1 0,-1 0 0,2 0 0,-1 0 0,1 0 0,-1 1 0,2 0 0,-7 11 0,3-2 0,1 1 0,1 0 0,0 0 0,1 0 0,0 0 0,2 1 0,-2 20 0,4-19-136,0-1-1,1 1 1,0 0-1,1-1 1,1 1-1,1-1 1,1 0-1,0 0 0,12 25 1,2-8-6690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6.3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105 124 24575,'-5'0'0,"1"0"0,-1 1 0,0 0 0,1-1 0,-1 2 0,1-1 0,0 1 0,-1-1 0,1 1 0,0 0 0,0 1 0,0-1 0,0 1 0,1 0 0,-1 0 0,1 0 0,-1 0 0,1 0 0,0 1 0,0 0 0,1-1 0,-1 1 0,1 0 0,0 0 0,0 0 0,0 1 0,0-1 0,1 1 0,0-1 0,0 1 0,0-1 0,0 1 0,1-1 0,-1 7 0,2-7 0,0 0 0,0 1 0,0-1 0,0 0 0,1 1 0,-1-1 0,1 0 0,0 0 0,0 0 0,1 0 0,-1-1 0,1 1 0,0-1 0,0 1 0,0-1 0,0 0 0,1 0 0,-1 0 0,1-1 0,0 1 0,0-1 0,0 0 0,0 0 0,6 2 0,0 0 0,1 0 0,0-1 0,0 0 0,0-1 0,0 0 0,0-1 0,0 0 0,20-1 0,-25-1 0,0 0 0,-1 0 0,0 0 0,1-1 0,-1 1 0,0-1 0,0-1 0,0 1 0,0-1 0,0 0 0,0 0 0,-1 0 0,1-1 0,-1 1 0,5-6 0,-4 2 0,0 1 0,0-1 0,0 0 0,-1-1 0,0 1 0,0-1 0,-1 0 0,0 1 0,3-15 0,-4 12 0,0 0 0,-1 0 0,0-1 0,-1 1 0,0 0 0,0 0 0,-4-20 0,2 23 0,0 1 0,0-1 0,0 1 0,0-1 0,-1 1 0,0 0 0,-1 0 0,1 0 0,-1 1 0,0-1 0,-9-8 0,10 11 0,0 0 0,0 1 0,0-1 0,0 1 0,-1 0 0,1 0 0,-1 0 0,0 1 0,1-1 0,-1 1 0,0 0 0,0 0 0,0 0 0,0 0 0,0 1 0,0-1 0,0 1 0,0 0 0,0 1 0,0-1 0,1 1 0,-1-1 0,0 1 0,0 0 0,0 1 0,0-1 0,1 1 0,-1-1 0,1 1 0,-1 0 0,1 1 0,-6 3 0,-1 2 0,1 1 0,0-1 0,0 2 0,0-1 0,1 1 0,1 1 0,0-1 0,0 1 0,-5 14 0,5-10 29,1 0-1,1 1 1,0 0-1,1 0 0,1 1 1,1-1-1,0 1 1,1-1-1,1 1 1,0-1-1,5 26 1,-4-34-104,1 1 1,0 0 0,0-1 0,1 0 0,0 1-1,1-1 1,0 0 0,0-1 0,0 1 0,1-1-1,0 0 1,1 0 0,0 0 0,0-1 0,0 0-1,1 0 1,0 0 0,0-1 0,0 0 0,0-1-1,1 1 1,16 5 0,15 2-6752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6.78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53 308 24575,'-3'2'0,"1"0"0,-1 0 0,0 0 0,1-1 0,-1 1 0,0-1 0,-5 2 0,5-2 0,1 0 0,-1 0 0,0 0 0,1 1 0,-1-1 0,1 1 0,-5 3 0,20 8 0,0-3 0,-9-4 0,-1 0 0,0 0 0,0 0 0,0 0 0,-1 1 0,0-1 0,0 1 0,1 8 0,5 61 0,-6-47 0,4 128 0,6 40 0,-8-174 0,-2-23 0,0-6 0,0-40 0,-18-297 0,0 90 0,15 229 0,0 0 0,2-1 0,1 1 0,9-42 0,-9 60 0,0 0 0,0 0 0,1 0 0,-1 0 0,1 0 0,1 1 0,-1-1 0,1 1 0,0 0 0,4-5 0,-4 7 0,-1 0 0,1 1 0,0-1 0,0 0 0,0 1 0,0 0 0,1 0 0,-1 0 0,0 1 0,1 0 0,-1-1 0,1 2 0,-1-1 0,1 0 0,6 1 0,2 0 0,0 1 0,0 1 0,-1 0 0,1 1 0,-1 1 0,0-1 0,1 2 0,-2 0 0,1 0 0,-1 1 0,1 1 0,-2-1 0,18 15 0,-21-15 0,1 0 0,-2 0 0,1 1 0,0 0 0,-1 0 0,-1 0 0,1 1 0,-1 0 0,0 0 0,-1 0 0,0 1 0,0-1 0,-1 1 0,0 0 0,-1 0 0,0 0 0,0 1 0,-1-1 0,0 13 0,-1-15 16,-1 0-1,0 0 1,-1 0-1,0 0 1,0 0-1,0 0 1,-1-1-1,0 1 1,0-1-1,-7 11 1,2-8 12,0 1 1,0-1-1,0 0 1,-1-1-1,-16 12 1,-5-1-456,1-1 0,-2-2 1,-41 16-1,-10 1-6399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7.09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1 180 24575,'0'-10'0,"3"-8"0,1-8 0,0-6 0,-1-1 0,-1 3 0,0 9 0,-1 12 0,-1 13 0,0 15 0,3 14 0,1 14 0,2 11 0,2 8 0,1 6 0,0 2 0,-2-11-8191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7.28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 39 24575,'0'-3'0,"-3"-1"0,-1-3 0,3-1 0,5 2 0,5 2 0,7 0 0,10 3 0,7 0 0,7 1 0,9 0 0,6 0 0,0 1 0,-1-1 0,-3 0 0,-10 0-8191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7.4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153 445 24575,'-9'-13'0,"-13"-12"0,-9-16 0,-1-9 0,3-7 0,8 2 0,13 3 0,14 4 0,16 8 0,13 10 0,10 10 0,6 9 0,8 9 0,3 8 0,-10 3-8191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7.76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28 52 24575,'-1'0'0,"0"0"0,0 0 0,0 0 0,0 0 0,0 0 0,0 0 0,0 0 0,0 0 0,0-1 0,0 1 0,0 0 0,0-1 0,0 1 0,0 0 0,0-1 0,0 1 0,1-1 0,-1 0 0,0 1 0,0-1 0,1 0 0,-1 1 0,0-1 0,1 0 0,-1 0 0,0 0 0,1 1 0,-1-1 0,1 0 0,0 0 0,-1 0 0,1 0 0,0 0 0,-1 0 0,1 0 0,0 0 0,0 0 0,0 0 0,0 0 0,0 0 0,0 0 0,0 0 0,0 0 0,1 0 0,-1 0 0,0 0 0,0 0 0,1 1 0,-1-1 0,1 0 0,-1 0 0,1 0 0,-1 0 0,1 0 0,-1 1 0,1-1 0,0 0 0,-1 0 0,1 1 0,0-1 0,0 1 0,0-1 0,-1 1 0,1-1 0,0 1 0,0-1 0,0 1 0,2-1 0,1 0 0,0 0 0,0 0 0,0 0 0,1 0 0,-1 1 0,0 0 0,1 0 0,-1 0 0,0 0 0,0 1 0,1 0 0,-1 0 0,0 0 0,0 0 0,0 1 0,0-1 0,0 1 0,0 0 0,-1 0 0,1 1 0,-1-1 0,1 1 0,-1-1 0,4 5 0,2 1 0,-1 0 0,0 1 0,-1 0 0,1 0 0,-2 1 0,1 0 0,7 19 0,-8-15 0,-1 2 0,-1-1 0,0 0 0,-1 1 0,-1 0 0,0-1 0,-2 29 0,2-64 0,1 1 0,0 0 0,1 0 0,1 0 0,10-22 0,-11 30 0,0 0 0,1 0 0,1 1 0,0 0 0,0 0 0,1 0 0,0 1 0,0 0 0,1 1 0,1-1 0,8-6 0,-14 13 0,-1 0 0,0 1 0,1-1 0,0 1 0,-1-1 0,1 1 0,0 0 0,0 0 0,-1 0 0,1 1 0,0-1 0,0 1 0,0-1 0,0 1 0,0 0 0,0 0 0,0 0 0,0 1 0,0-1 0,0 1 0,0-1 0,0 1 0,0 0 0,2 2 0,-2-1 0,0 0 0,1 0 0,-2 1 0,1 0 0,0-1 0,0 1 0,-1 0 0,0 1 0,0-1 0,0 0 0,0 0 0,0 1 0,0-1 0,-1 1 0,0 0 0,0-1 0,0 1 0,1 5 0,4 55-1365,-6-36-5461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8.0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140 195 24575,'10'-10'0,"-1"0"0,-1-1 0,0 0 0,12-23 0,-17 28 0,0 0 0,0 0 0,-1 0 0,0 0 0,0 0 0,0-1 0,-1 1 0,0-1 0,0 1 0,-1-1 0,0-12 0,0 18 0,0-1 0,-1 1 0,1-1 0,0 1 0,-1 0 0,1-1 0,-1 1 0,0 0 0,1-1 0,-1 1 0,0 0 0,0 0 0,0 0 0,0 0 0,0 0 0,0 0 0,0 0 0,0 0 0,0 0 0,0 0 0,-2-1 0,0 1 0,1 1 0,0-1 0,0 1 0,-1-1 0,1 1 0,0 0 0,-1 0 0,1 0 0,0 0 0,-1 0 0,1 1 0,-3 0 0,-3 1 0,-1 1 0,1 0 0,0 0 0,0 1 0,0 0 0,-7 5 0,6-2 0,1-1 0,0 1 0,0 0 0,0 1 0,1 0 0,0 0 0,0 1 0,1 0 0,0 0 0,-6 15 0,9-19 0,1 0 0,0 0 0,1 0 0,-1 1 0,1-1 0,0 1 0,0-1 0,1 1 0,0 0 0,0-1 0,0 1 0,0-1 0,1 1 0,0 0 0,0-1 0,1 0 0,0 1 0,0-1 0,0 0 0,0 0 0,6 9 0,1-2 0,1 0 0,1-1 0,0 0 0,1 0 0,0-1 0,0-1 0,14 8 0,-4-2 0,25 22 0,-46-36 0,0 1 0,1-1 0,-1 0 0,0 0 0,0 0 0,0 1 0,1-1 0,-1 1 0,-1-1 0,1 1 0,0-1 0,0 1 0,0-1 0,-1 1 0,1 0 0,-1-1 0,1 1 0,-1 0 0,0-1 0,0 1 0,0 3 0,0-3 0,-1-1 0,0 1 0,0-1 0,1 1 0,-1-1 0,0 1 0,0-1 0,0 0 0,-1 1 0,1-1 0,0 0 0,0 0 0,-1 0 0,1 0 0,-1 0 0,1 0 0,-3 1 0,-6 2 0,0 0 0,0-1 0,0 0 0,0 0 0,-19 1 0,-7-1-1365,4-2-5461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8.38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55 208 24575,'2'1'0,"-1"-1"0,1 0 0,0 1 0,0-1 0,0 1 0,-1-1 0,1 1 0,0 0 0,-1 0 0,1 0 0,-1 0 0,1 0 0,-1 0 0,1 0 0,-1 0 0,0 1 0,0-1 0,1 1 0,-1-1 0,1 3 0,0-1 0,0-1 0,0 1 0,0-1 0,1 0 0,-1 0 0,0 0 0,4 2 0,0-1 0,0-1 0,0 0 0,1 0 0,-1 0 0,0-1 0,1 0 0,-1-1 0,1 1 0,-1-1 0,1 0 0,-1-1 0,1 1 0,-1-1 0,0-1 0,1 1 0,-1-1 0,0 0 0,0-1 0,0 1 0,0-1 0,9-7 0,-11 8 0,-1 0 0,0 0 0,1 0 0,-1-1 0,0 0 0,-1 1 0,1-1 0,0 0 0,-1 0 0,0-1 0,1 1 0,-1 0 0,-1-1 0,1 0 0,0 1 0,-1-1 0,0 0 0,0 0 0,0 1 0,0-1 0,-1 0 0,1 0 0,-1 0 0,0 0 0,0 0 0,-1 0 0,1 0 0,-1 0 0,0 0 0,0 0 0,0 1 0,0-1 0,-1 0 0,1 0 0,-5-6 0,1 2 0,-1-1 0,-1 1 0,0 0 0,0 0 0,0 1 0,-1-1 0,0 2 0,0-1 0,-1 1 0,1 1 0,-1-1 0,-11-3 0,15 7 0,1 0 0,-1 0 0,1 1 0,-1 0 0,0 0 0,1 0 0,-1 0 0,0 1 0,0 0 0,0 0 0,1 0 0,-1 0 0,0 1 0,0 0 0,1 0 0,-1 0 0,1 1 0,-1-1 0,1 1 0,-1 0 0,1 1 0,0-1 0,0 1 0,0 0 0,0 0 0,0 0 0,1 0 0,-4 4 0,1 1 17,1 0 0,-1 0 0,2 1 1,-1-1-1,1 1 0,1 0 0,-1 0 0,2 0 0,-1 0 0,1 1 0,0-1 0,1 1 0,0-1 0,1 1 0,0 0 0,1-1 0,0 1 0,0-1 1,4 13-1,-3-8-139,2-1 0,0 0 0,1 0 0,0-1 0,1 1 0,0-1 0,1 0 0,0-1 0,1 1 1,0-2-1,1 1 0,0-1 0,11 9 0,9 3-6704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8.71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42 295 24575,'-9'-22'0,"1"-1"0,-9-42 0,13 46 0,3 16 0,0 0 0,1-1 0,-1 1 0,1 0 0,0 0 0,0 0 0,0 0 0,0 0 0,2-5 0,-2 7 0,0 1 0,0-1 0,0 1 0,1-1 0,-1 1 0,0-1 0,1 1 0,-1-1 0,0 1 0,1-1 0,-1 1 0,1-1 0,-1 1 0,1 0 0,-1-1 0,0 1 0,1 0 0,0-1 0,-1 1 0,2-1 0,-1 1 0,0 0 0,0 0 0,0 0 0,0 0 0,1 0 0,-1 0 0,0 0 0,0 1 0,0-1 0,0 0 0,0 1 0,0-1 0,0 1 0,0-1 0,2 1 0,6 5 0,-1 0 0,1 0 0,-1 1 0,0 0 0,-1 1 0,1-1 0,8 14 0,40 65 0,-10-2 0,-42-75 0,-1 1 0,1-1 0,-1 1 0,-1-1 0,0 1 0,0 0 0,0 15 0,-2-23 0,0 0 0,0-1 0,0 1 0,0 0 0,0-1 0,-1 1 0,1 0 0,0-1 0,-1 1 0,0-1 0,1 1 0,-1-1 0,0 1 0,1-1 0,-1 1 0,0-1 0,0 0 0,0 1 0,0-1 0,-1 0 0,1 0 0,0 0 0,0 0 0,-1 0 0,1 0 0,-1 0 0,1 0 0,0-1 0,-1 1 0,0 0 0,1-1 0,-1 1 0,1-1 0,-1 0 0,0 0 0,1 1 0,-1-1 0,-2 0 0,-1-1 0,0 1 0,0-1 0,-1 0 0,1 0 0,0 0 0,0-1 0,0 0 0,1 0 0,-1 0 0,-9-6 0,9 4 0,0 0 0,-1 0 0,1 0 0,1-1 0,-1 0 0,1 0 0,0 0 0,0 0 0,0-1 0,1 1 0,-1-1 0,1 0 0,1 0 0,-1-1 0,1 1 0,0 0 0,1-1 0,0 1 0,-1-14 0,2 10 0,0 0 0,1-1 0,1 1 0,0-1 0,0 1 0,1 0 0,0 0 0,1 0 0,0 1 0,0-1 0,1 1 0,6-9 0,1 1 0,1 0 0,1 1 0,0 1 0,1 0 0,1 1 0,0 1 0,1 0 0,0 1 0,1 1 0,0 1 0,29-13 0,6-5-1365,-36 16-5461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8.9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53 24575,'3'-4'0,"-1"0"0,0 0 0,0 0 0,0 0 0,0 0 0,-1-1 0,0 1 0,2-10 0,-2 9 0,0 29 0,-1-22 0,-2 116 0,3 127 0,2-185 0,3-1 0,14 64 0,-20-121-97,1 1-1,-1-1 1,1 1-1,0-1 1,0 1-1,0-1 1,0 0-1,0 1 1,0-1-1,0 0 1,1 0-1,-1 0 0,3 3 1,6 0-6729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9.05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31 114 24575,'-3'-6'0,"-2"-5"0,-2-5 0,0-1 0,0-2 0,6 3 0,8 3 0,7 5 0,10 3 0,7 3 0,7 2 0,5 0 0,3 1 0,0 0 0,-7-1-8191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9.50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130 0 24575,'-3'4'0,"1"0"0,-1 1 0,1-1 0,-1 0 0,2 1 0,-1-1 0,0 1 0,-1 8 0,-4 9 0,-16 47-82,2 1-1,4 0 1,2 1-1,4 1 1,3 0-1,3 0 0,3 1 1,8 73-1,1-82 74,3-1-1,2 0 0,3 0 0,3-1 0,3-1 0,2-2 0,2 0 0,4-1 0,2-2 0,2-1 0,2-1 1,3-2-1,2-2 0,58 56 0,39 11-1207,-6-23-4866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39.92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98 20 24575,'0'0'0,"-1"-1"0,1 0 0,0 0 0,0 1 0,0-1 0,0 0 0,0 0 0,0 0 0,0 1 0,0-1 0,0 0 0,1 1 0,-1-1 0,0 0 0,0 0 0,1 1 0,-1-1 0,0 0 0,1 1 0,-1-1 0,1 0 0,-1 1 0,1-1 0,-1 1 0,1-1 0,-1 1 0,1-1 0,0 0 0,1 1 0,-1 1 0,0-1 0,0 0 0,0 0 0,0 0 0,0 1 0,0-1 0,0 1 0,0-1 0,0 1 0,0-1 0,0 1 0,-1-1 0,1 1 0,0 0 0,1 1 0,6 6 0,-1 0 0,12 17 0,27 48-136,59 127-1,14 89-370,-81-181 442,-4 2 0,23 131 0,-48-188 70,-2-1 1,-3 1-1,-2 1 1,-2-1-1,-2 0 1,-20 103 0,17-132-24,-1-1 0,-1 0 1,-2 0-1,0 0 0,-1-1 1,-1-1-1,-1 0 0,-1 0 1,-1-1-1,-1-1 1,0 0-1,-2-1 0,0-1 1,-1 0-1,0-2 0,-2 0 1,0-1-1,0-1 0,-30 14 1,16-12-558,-58 17-1,-29-3-5175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44.0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 63 24575,'0'0'0,"0"0"0,0 0 0,0 1 0,-1-1 0,1 0 0,0 0 0,0 0 0,-1 0 0,1 0 0,0 0 0,0 0 0,0 0 0,-1-1 0,1 1 0,0 0 0,0 0 0,0 0 0,-1 0 0,1 0 0,0 0 0,0 0 0,0 0 0,-1 0 0,1-1 0,0 1 0,0 0 0,0 0 0,0 0 0,-1 0 0,1-1 0,0 1 0,0 0 0,0 0 0,0 0 0,0-1 0,0 1 0,0 0 0,0 0 0,0 0 0,0-1 0,-1 1 0,1 0 0,0 0 0,0-1 0,8-8 0,0 4 0,1 1 0,-1 0 0,1 0 0,0 1 0,0 0 0,18-3 0,64-5 0,-65 9 0,75-4-405,160 11 0,109 38-1180,-106 5-352,-3 11 0,313 115 0,-227-41 214,352 188-1,-345-130 1520,-8 15-1,-10 16 1,-9 13 0,-12 15-1,383 390 1,-318-225 1736,-280-292 1999,127 206 0,-222-321-3302,-2-4-63,-1 0-1,1 0 1,-1 0-1,0 1 0,0-1 1,1 6-1,-3-4-5458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44.53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13 24575,'1'4'0,"-1"0"0,1 0 0,0 0 0,0 0 0,1 0 0,-1 0 0,1 0 0,0 0 0,0 0 0,0-1 0,0 1 0,1-1 0,0 0 0,-1 1 0,1-1 0,0-1 0,1 1 0,-1 0 0,0-1 0,1 1 0,5 2 0,6 3 0,0 0 0,1-1 0,30 10 0,-41-16 0,0 1 0,0-1 0,0 1 0,1-2 0,-1 1 0,0 0 0,0-1 0,1 0 0,-1-1 0,0 1 0,0-1 0,0 0 0,0 0 0,8-3 0,-8 2 0,-1-1 0,1 0 0,0 0 0,-1 0 0,0-1 0,0 0 0,0 1 0,0-1 0,-1-1 0,1 1 0,-1-1 0,0 1 0,4-9 0,-1 1 0,-3 5 0,0 0 0,1 1 0,0-1 0,1 1 0,9-11 0,-14 16 0,1 0 0,0 0 0,0 1 0,0-1 0,0 0 0,1 1 0,-1-1 0,0 1 0,0-1 0,0 1 0,0-1 0,1 1 0,-1 0 0,0 0 0,0-1 0,1 1 0,0 0 0,0 1 0,0-1 0,0 1 0,-1-1 0,1 1 0,-1 0 0,1-1 0,0 1 0,-1 0 0,1 0 0,-1 0 0,0 0 0,1 1 0,-1-1 0,0 0 0,2 3 0,4 5-227,-1 1-1,0 0 1,-1 0-1,0 0 1,4 12-1,1 4-6598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45.20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28 789 24575,'-1'0'0,"0"0"0,0 0 0,0 0 0,0 0 0,0 0 0,0 0 0,0-1 0,0 1 0,-1 0 0,1-1 0,0 1 0,0-1 0,0 1 0,1-1 0,-1 1 0,0-1 0,0 0 0,0 1 0,0-1 0,1 0 0,-1 0 0,0 0 0,0 0 0,1 0 0,-1 0 0,1 1 0,-1-1 0,1-1 0,-1 1 0,1 0 0,0 0 0,0 0 0,-1 0 0,1 0 0,0 0 0,0 0 0,0 0 0,0 0 0,0 0 0,0-1 0,1 0 0,-1-5 0,2 0 0,-1 0 0,1 1 0,0-1 0,4-9 0,7-11 0,0 1 0,2 0 0,1 2 0,1 0 0,29-32 0,3 5 0,62-51 0,-49 50 0,3 3 0,120-68 0,-134 90 0,2 2 0,1 2 0,0 3 0,88-21 0,-114 35 0,-1 1 0,1 2 0,0 0 0,0 2 0,0 2 0,0 0 0,40 8 0,-50-5 0,0 0 0,-1 2 0,1 0 0,-1 1 0,-1 0 0,1 2 0,-1 0 0,-1 1 0,0 0 0,0 1 0,-1 1 0,18 18 0,-13-7 0,-1 0 0,-1 1 0,-2 1 0,0 1 0,-1 0 0,-2 0 0,0 2 0,-2-1 0,8 36 0,-1 14 0,-3 1 0,5 94 0,-10 8-1365,-9-113-5461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45.54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24575,'14'2'0,"0"1"0,0 0 0,-1 1 0,0 0 0,0 1 0,0 0 0,17 11 0,-19-10 0,1 0 0,-1 1 0,-1 0 0,0 1 0,0 0 0,0 1 0,-1 0 0,0 1 0,-1-1 0,13 20 0,-16-18 0,-4-8 0,1 0 0,-1 0 0,1 0 0,-1 0 0,1-1 0,0 1 0,3 3 0,-5-6 0,1 1 0,0-1 0,-1 0 0,1 1 0,0-1 0,-1 0 0,1 0 0,0 0 0,0 1 0,-1-1 0,1 0 0,0 0 0,-1 0 0,1 0 0,0 0 0,0 0 0,-1-1 0,1 1 0,0 0 0,-1 0 0,1 0 0,0-1 0,-1 1 0,1 0 0,0-1 0,-1 1 0,1 0 0,0-1 0,-1 1 0,1-1 0,-1 1 0,1-1 0,-1 1 0,1-1 0,-1 0 0,0 1 0,1-1 0,0 0 0,12-15 0,-4 5 0,0 0 0,0 0 0,2 1 0,-1 0 0,1 1 0,0 0 0,1 1 0,18-10 0,-29 17-49,0 1 1,0-1-1,0 1 0,-1-1 0,1 1 1,0 0-1,0-1 0,0 1 0,0 0 1,0 0-1,0 0 0,0 0 0,0-1 1,0 2-1,0-1 0,0 0 0,0 0 1,0 0-1,0 0 0,0 0 0,0 1 1,0-1-1,-1 1 0,1-1 0,0 0 0,0 1 1,1 1-1,3 7-6777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45.90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250 149 24575,'-124'-104'0,"122"103"0,-8-7 0,-1 1 0,-19-11 0,27 16 0,0 1 0,0-1 0,0 1 0,0 0 0,-1 0 0,1 0 0,0 1 0,0-1 0,-1 1 0,1 0 0,0 0 0,-1 0 0,1 0 0,0 0 0,0 1 0,-4 0 0,6 0 0,0-1 0,0 0 0,0 1 0,1-1 0,-1 1 0,0 0 0,0-1 0,0 1 0,1-1 0,-1 1 0,0 0 0,1 0 0,-1-1 0,1 1 0,-1 0 0,1 0 0,-1 0 0,1 0 0,0 0 0,-1-1 0,1 1 0,0 0 0,-1 0 0,1 0 0,0 0 0,0 0 0,0 0 0,0 0 0,0 0 0,0 0 0,0 0 0,1 0 0,-1 0 0,0 0 0,0 0 0,1 1 0,2 5 0,0 0 0,0 0 0,7 12 0,-4-9 0,40 78 0,94 135 0,-120-199-1365,-3-8-5461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46.24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 2 24575,'0'-1'0,"-1"1"0,0 0 0,1 0 0,-1 0 0,0 0 0,1 0 0,-1 0 0,0 0 0,0 0 0,1 0 0,-1 0 0,0 0 0,1 0 0,-1 0 0,0 1 0,1-1 0,-1 0 0,0 0 0,1 1 0,-1-1 0,0 1 0,1-1 0,-1 0 0,1 1 0,-1-1 0,1 1 0,-1-1 0,1 1 0,-1 0 0,1-1 0,0 1 0,-1-1 0,1 1 0,0 0 0,0-1 0,-1 1 0,1 0 0,0-1 0,0 1 0,0 0 0,0 0 0,0-1 0,0 1 0,0 0 0,0-1 0,0 1 0,0 0 0,0 0 0,0-1 0,0 1 0,1 0 0,-1-1 0,0 1 0,0 0 0,1-1 0,-1 1 0,1-1 0,0 2 0,2 4 0,1-1 0,-1 1 0,1-1 0,1 0 0,5 6 0,12 9 0,2 0 0,1-2 0,0 0 0,1-2 0,1-1 0,43 18 0,-34-18 0,1-3 0,0-1 0,1-2 0,68 8 0,-86-14 0,0-2 0,0 0 0,-1-2 0,1 0 0,0-1 0,-1-1 0,1 0 0,-1-2 0,0 0 0,0-2 0,0 0 0,-1-1 0,0 0 0,16-12 0,-9 2 143,-17 12-294,0 0 0,0 0 0,1 1 1,-1 0-1,1 0 0,0 1 0,0 0 0,1 1 1,12-3-1,-11 6-6675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46.74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 0 24575,'-3'0'0,"-2"3"0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47.10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3564 265 24575,'1'0'0,"0"0"0,0 0 0,1 0 0,-1 0 0,0 0 0,0 0 0,0 1 0,0-1 0,0 0 0,0 1 0,0-1 0,0 1 0,0-1 0,0 1 0,0-1 0,1 2 0,-4 3 0,-10-2 0,-18 0 0,0-3 0,-58-5 0,29 1 0,-644-32-1188,-700-47-2857,284-30 2821,1092 110 1401,-3 1 221,-36-10 1,52 7 639,19 0-120,22 1 818,-27 4-1712,37-5-734,2 0-5004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47.36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287 7 24575,'-1'0'0,"0"-1"0,1 0 0,-1 1 0,0-1 0,0 1 0,0-1 0,1 1 0,-1-1 0,0 1 0,0 0 0,0-1 0,0 1 0,0 0 0,0 0 0,0 0 0,0 0 0,0 0 0,0 0 0,0 0 0,0 0 0,0 0 0,-1 0 0,-1 1 0,1 0 0,-1 0 0,1 0 0,-1 0 0,1 1 0,0-1 0,-1 1 0,-1 1 0,-6 6 0,2 0 0,-15 17 0,20-22 0,-153 173 0,151-171 0,1-1 0,0 1 0,0 0 0,0 0 0,1 0 0,0 1 0,0-1 0,1 1 0,0 0 0,-3 13 0,4-10 0,0 0 0,1 0 0,1 1 0,0-1 0,0 0 0,1 0 0,3 11 0,32 89-17,-25-76-1331,6 15-5478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51.03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 0 24575,'-14'2'0,"21"4"0,25 3 0,305 28-6,-234-30-138,1050 81-606,-1146-88 750,363 17 0,-359-17 25,-18-3-264,0 2-762,-9-3-5075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08:45:51.27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 1 24575,'5'0'0,"0"1"0,-1 0 0,1 0 0,-1 0 0,1 0 0,-1 1 0,0 0 0,0 0 0,1 0 0,3 3 0,40 30 0,-44-31 0,15 11 0,0 1 0,-2 1 0,0 1 0,-1 0 0,0 2 0,18 29 0,-31-42 0,1 0 0,-1-1 0,-1 1 0,1 0 0,-1 1 0,0-1 0,-1 0 0,1 1 0,-1-1 0,-1 1 0,0 7 0,-1-9 0,0-1 0,0 1 0,0 0 0,-1-1 0,0 1 0,0-1 0,0 0 0,-1 1 0,0-1 0,0 0 0,0-1 0,-1 1 0,1-1 0,-1 1 0,0-1 0,-5 4 0,-5 2-195,-1 0 0,1 0 0,-1-2 0,-1 0 0,0-1 0,-33 11 0,-34 7-6631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4-24T09:08:56.92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24575,'0'0'-8191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4-25T09:56:26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24575,'0'0'-8191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29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2683 467 5973 0 0,'9'-57'398'0'0,"-8"44"-295"0"0,1 0 0 0 0,0 0-1 0 0,1 1 1 0 0,0-1 0 0 0,1 1-1 0 0,0 0 1 0 0,6-12 0 0 0,2 1-156 0 0,-8 15 111 0 0,0-1 0 0 0,1 0-1 0 0,0 1 1 0 0,12-15 0 0 0,-12 17 46 0 0,1 1 156 0 0,0-1 1 0 0,-1 0 0 0 0,7-10 0 0 0,-11 15-219 0 0,-1 0 0 0 0,1 1 1 0 0,-1-1-1 0 0,1 1 1 0 0,-1-1-1 0 0,0 1 1 0 0,1-1-1 0 0,-1 0 0 0 0,0 1 1 0 0,0-1-1 0 0,1 0 1 0 0,-1 1-1 0 0,0-1 0 0 0,0 0 1 0 0,0 1-1 0 0,0-1 1 0 0,0 0-1 0 0,0 0 1 0 0,0 1-1 0 0,0-1 0 0 0,0 0 1 0 0,0 1-1 0 0,0-1 1 0 0,0 0-1 0 0,0 1 1 0 0,-1-1-1 0 0,1 0 0 0 0,0 1 1 0 0,-1-1-1 0 0,1 0 1 0 0,0 1-1 0 0,-1-1 1 0 0,1 1-1 0 0,-1-1 0 0 0,1 0 1 0 0,-1 1-1 0 0,1-1 1 0 0,-1 1-1 0 0,1 0 1 0 0,-1-1-1 0 0,1 1 0 0 0,-1-1 1 0 0,0 1-1 0 0,1 0 1 0 0,-1 0-1 0 0,0-1 0 0 0,1 1 1 0 0,-2 0-1 0 0,-9-3 105 0 0,-1 0-1 0 0,0 1 1 0 0,0 1-1 0 0,0 0 0 0 0,-21 1 1 0 0,-64 10-254 0 0,55-4 141 0 0,-556 87-99 0 0,499-76 76 0 0,-679 132 110 0 0,567-98-66 0 0,-335 130 0 0 0,533-176-56 0 0,-139 63 12 0 0,134-59-6 0 0,1 1 0 0 0,0 1 0 0 0,1 1 0 0 0,0 0 0 0 0,0 1 0 0 0,-15 17 0 0 0,28-26-4 0 0,-1 0 0 0 0,1 0 0 0 0,0 1 1 0 0,0-1-1 0 0,0 1 0 0 0,1-1 0 0 0,0 1 0 0 0,0 0 1 0 0,0 0-1 0 0,0 0 0 0 0,1 0 0 0 0,-1 0 0 0 0,2 0 1 0 0,-1 0-1 0 0,0 0 0 0 0,1 1 0 0 0,0 4 1 0 0,1-3 1 0 0,0-1 0 0 0,1 0 0 0 0,0 1 0 0 0,0-1 0 0 0,0 0 0 0 0,1-1 0 0 0,0 1 0 0 0,0 0 1 0 0,0-1-1 0 0,1 1 0 0 0,0-1 0 0 0,0 0 0 0 0,7 7 0 0 0,10 8 12 0 0,2-1-1 0 0,-1-1 1 0 0,2-1-1 0 0,0-2 1 0 0,1 0 0 0 0,1-1-1 0 0,28 10 1 0 0,197 62 112 0 0,-251-86-127 0 0,472 105 40 0 0,10-41-7 0 0,6-22 77 0 0,525-22 0 0 0,488-134-165 0 0,-263-114 37 0 0,-1060 180 45 0 0,-3-8 0 0 0,175-82 0 0 0,-212 70-30 0 0,-117 56-5 0 0,-1-2 0 0 0,0 1 0 0 0,-1-2 0 0 0,22-21 0 0 0,-37 32 5 0 0,0-1 0 0 0,0 1 0 0 0,-1 0-1 0 0,1-1 1 0 0,-1 0 0 0 0,0 0 0 0 0,0 0 0 0 0,-1 0 0 0 0,1 0-1 0 0,2-11 1 0 0,-4 12 0 0 0,-1 0 0 0 0,0 0 0 0 0,1 0 0 0 0,-2 1 0 0 0,1-1 0 0 0,0 0 0 0 0,-1 0 0 0 0,1 0 0 0 0,-1 1 0 0 0,0-1 0 0 0,0 0 0 0 0,-1 1 0 0 0,1-1 0 0 0,-1 1 0 0 0,0-1 0 0 0,0 1 0 0 0,-3-4 0 0 0,-4-5-5 0 0,0 1-1 0 0,-1 0 0 0 0,-1 1 1 0 0,0 0-1 0 0,0 0 0 0 0,-1 1 0 0 0,0 1 1 0 0,-16-8-1 0 0,-110-49-62 0 0,133 63 68 0 0,-148-57-93 0 0,-200-50 0 0 0,-172-6 33 0 0,211 61 57 0 0,-2 13-1 0 0,-2 14 1 0 0,-350 15-1 0 0,-341 100-769 0 0,342 38-2714 0 0,538-96 2294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30.4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901 9 4312 0 0,'-43'45'160'0'0,"18"-19"134"0"0,-24 32 0 0 0,11-8 31 0 0,3 1-1 0 0,1 3 0 0 0,4 0 0 0 0,1 2 1 0 0,-31 90-1 0 0,-17 142 311 0 0,20 7 66 0 0,-7 34 36 0 0,-53 143-106 0 0,4-19-402 0 0,25 4-161 0 0,76-377-68 0 0,-15 120 38 0 0,25-169-23 0 0,2-1 0 0 0,1 1 1 0 0,1 0-1 0 0,8 44 1 0 0,-9-71-18 0 0,0 0 1 0 0,0 0 0 0 0,0 0 0 0 0,0 0 0 0 0,1 0 0 0 0,0-1 0 0 0,0 1 0 0 0,0-1 0 0 0,0 1 0 0 0,0-1-1 0 0,1 0 1 0 0,-1 0 0 0 0,1 0 0 0 0,4 4 0 0 0,-2-4 2 0 0,-1 0 0 0 0,0-1-1 0 0,1 0 1 0 0,0 1 0 0 0,-1-2 0 0 0,1 1-1 0 0,0-1 1 0 0,0 1 0 0 0,0-1 0 0 0,0-1-1 0 0,7 1 1 0 0,387 6 23 0 0,-289-8 26 0 0,1043-26 1737 0 0,-578 10-1165 0 0,543-16 547 0 0,305-8-225 0 0,-1102 36-869 0 0,446-14 14 0 0,-3-38-19 0 0,-515 19-69 0 0,-198 27-2 0 0,0-2-1 0 0,87-35 1 0 0,-128 43-4 0 0,1 0 1 0 0,-1 0-1 0 0,0-1 0 0 0,0-1 0 0 0,-1 0 0 0 0,0 0 0 0 0,0 0 0 0 0,15-18 0 0 0,-19 19 1 0 0,-1 0 0 0 0,0 0 0 0 0,0-1-1 0 0,0 0 1 0 0,-1 1 0 0 0,0-1 0 0 0,-1-1 0 0 0,1 1 0 0 0,-1 0 0 0 0,-1 0-1 0 0,1-1 1 0 0,-1 1 0 0 0,-1-1 0 0 0,1 1 0 0 0,-1-9 0 0 0,-2-3-15 0 0,-1 0 1 0 0,-1 0 0 0 0,0 0 0 0 0,-1 1-1 0 0,-1-1 1 0 0,-11-21 0 0 0,-58-100-100 0 0,44 91 85 0 0,-2 3-1 0 0,-54-60 1 0 0,-88-73 7 0 0,76 81 53 0 0,78 75-24 0 0,1 0 1 0 0,1-1-1 0 0,1-1 1 0 0,1-1-1 0 0,2 0 1 0 0,-14-31-1 0 0,13 19-18 0 0,2 0-1 0 0,2-1 1 0 0,-15-79-1 0 0,18 50-77 0 0,-1-111-1 0 0,18-69-258 0 0,34-198-216 0 0,-3 46 310 0 0,-38 390 256 0 0,2-37-10 0 0,-3-57 0 0 0,0 91 11 0 0,-2-1-1 0 0,0 0 1 0 0,0 1-1 0 0,-1 0 1 0 0,-1-1-1 0 0,0 1 1 0 0,-1 0-1 0 0,-13-23 1 0 0,16 32-4 0 0,0 0 0 0 0,-1 1 1 0 0,0-1-1 0 0,0 0 0 0 0,0 1 0 0 0,0 0 1 0 0,0 0-1 0 0,-1 0 0 0 0,0 0 0 0 0,1 0 1 0 0,-9-4-1 0 0,9 6-1 0 0,1 0 0 0 0,-1 1-1 0 0,1-1 1 0 0,-1 1 0 0 0,0-1 0 0 0,1 1 0 0 0,-1 0 0 0 0,0 0-1 0 0,1 0 1 0 0,-1 0 0 0 0,0 0 0 0 0,1 0 0 0 0,-1 1 0 0 0,1 0-1 0 0,-1-1 1 0 0,0 1 0 0 0,1 0 0 0 0,-1 0 0 0 0,1 0 0 0 0,0 1-1 0 0,-3 1 1 0 0,-1 0-75 0 0,-3 2-346 0 0,0 1 0 0 0,0-1 0 0 0,1 1 0 0 0,0 1 0 0 0,0 0 0 0 0,0 0 0 0 0,1 0 0 0 0,-11 16 0 0 0,12-4-963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30.8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678 451 9061 0 0,'10'-77'433'0'0,"-4"44"-231"0"0,-2-1 1 0 0,-2 1 0 0 0,-3-58-1 0 0,0 81-165 0 0,0 1-1 0 0,-1 0 1 0 0,0-1 0 0 0,-1 1-1 0 0,0 0 1 0 0,-1 0-1 0 0,0 1 1 0 0,0-1 0 0 0,-1 1-1 0 0,0-1 1 0 0,0 2-1 0 0,-1-1 1 0 0,-9-10 0 0 0,10 13-7 0 0,-1 0 0 0 0,0 1 0 0 0,0-1 0 0 0,0 1 0 0 0,0 0 0 0 0,-1 0 0 0 0,1 1 0 0 0,-1 0 0 0 0,0 0 0 0 0,0 1 0 0 0,0 0 0 0 0,-1 0 0 0 0,1 0 0 0 0,0 1 0 0 0,-1 0 0 0 0,1 1 0 0 0,-14 0 0 0 0,2 2-28 0 0,0 1 0 0 0,-1 1 0 0 0,1 0 0 0 0,1 2-1 0 0,-1 0 1 0 0,1 1 0 0 0,0 1 0 0 0,-33 19 0 0 0,32-15-3 0 0,0 1 1 0 0,0 1 0 0 0,2 1-1 0 0,0 0 1 0 0,0 1-1 0 0,2 1 1 0 0,-19 25-1 0 0,28-34 4 0 0,1 0-1 0 0,0 1 0 0 0,1 0 0 0 0,0 0 0 0 0,0 0 0 0 0,1 0 0 0 0,0 0 1 0 0,1 1-1 0 0,0-1 0 0 0,0 1 0 0 0,1 0 0 0 0,0-1 0 0 0,1 1 1 0 0,0 0-1 0 0,0 0 0 0 0,1-1 0 0 0,1 1 0 0 0,0 0 0 0 0,0-1 1 0 0,0 1-1 0 0,8 16 0 0 0,0-6 4 0 0,0 1 1 0 0,2-2-1 0 0,0 1 1 0 0,1-2-1 0 0,1 0 0 0 0,1 0 1 0 0,1-1-1 0 0,22 19 1 0 0,80 63 26 0 0,-53-46 9 0 0,86 90 1 0 0,-146-138-42 0 0,0 1 0 0 0,0 0 0 0 0,-1 0 0 0 0,0 1 0 0 0,0-1 0 0 0,0 1 0 0 0,-1 0 0 0 0,0 0 0 0 0,3 8 1 0 0,-6-12-3 0 0,1-1 0 0 0,-1 1 1 0 0,0 0-1 0 0,1-1 0 0 0,-1 1 1 0 0,-1 0-1 0 0,1-1 1 0 0,0 1-1 0 0,-1-1 0 0 0,1 1 1 0 0,-1-1-1 0 0,1 1 0 0 0,-1-1 1 0 0,0 1-1 0 0,0-1 1 0 0,-1 1-1 0 0,1-1 0 0 0,0 0 1 0 0,-1 0-1 0 0,1 0 0 0 0,-1 0 1 0 0,0 0-1 0 0,0 0 0 0 0,0 0 1 0 0,0 0-1 0 0,0-1 1 0 0,0 1-1 0 0,0-1 0 0 0,-3 2 1 0 0,-4 2 3 0 0,-1 0 0 0 0,0-1 0 0 0,0-1 0 0 0,0 1 0 0 0,-1-1 0 0 0,1-1 0 0 0,-1 0 0 0 0,0-1 0 0 0,-20 1 0 0 0,3-2 5 0 0,0-2-1 0 0,-45-8 0 0 0,42 4-58 0 0,1-1-1 0 0,1-2 0 0 0,-54-23 1 0 0,68 25-107 0 0,0 0 1 0 0,0-2-1 0 0,1 0 0 0 0,1 0 1 0 0,-1-1-1 0 0,2-1 1 0 0,-1 0-1 0 0,-18-24 1 0 0,25 28-34 0 0,1-1 1 0 0,1 0 0 0 0,0 0 0 0 0,0 0 0 0 0,0 0-1 0 0,1 0 1 0 0,0-1 0 0 0,1 0 0 0 0,0 1 0 0 0,0-1 0 0 0,1 0-1 0 0,0 0 1 0 0,0 0 0 0 0,1 0 0 0 0,1 0 0 0 0,-1 0-1 0 0,1 0 1 0 0,1 0 0 0 0,4-14 0 0 0,9-16-824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31.3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306 310 7453 0 0,'3'-1'39'0'0,"0"-1"0"0"0,0 0 0 0 0,-1 0 0 0 0,1-1 0 0 0,-1 1 0 0 0,1-1 0 0 0,-1 1 0 0 0,0-1 0 0 0,0 0 0 0 0,0 1 0 0 0,2-5 0 0 0,-4 6-17 0 0,0 1 0 0 0,0-1 1 0 0,0 0-1 0 0,0 0 0 0 0,0 0 0 0 0,0 1 1 0 0,1-1-1 0 0,-2 0 0 0 0,1 0 0 0 0,0 0 1 0 0,0 1-1 0 0,0-1 0 0 0,0 0 0 0 0,0 0 1 0 0,-1 1-1 0 0,1-1 0 0 0,0 0 0 0 0,-1 1 1 0 0,0-2-1 0 0,0 0 22 0 0,0 1 0 0 0,-1-1 0 0 0,1 1 0 0 0,-1 0 0 0 0,1-1 0 0 0,-1 1 0 0 0,0 0 0 0 0,1 0 0 0 0,-1 0 0 0 0,-3-1-1 0 0,-7-3 105 0 0,0 0 0 0 0,0 1 0 0 0,0 1 0 0 0,-1 0 0 0 0,0 0 0 0 0,0 1 0 0 0,0 1 0 0 0,1 0 0 0 0,-1 1 0 0 0,-21 2 0 0 0,28-1-107 0 0,-1 0 0 0 0,1 0 0 0 0,0 0 0 0 0,-1 1 0 0 0,1 0 0 0 0,0 0 0 0 0,0 1 0 0 0,0 0 0 0 0,1 0 0 0 0,-1 0 0 0 0,1 0 0 0 0,-1 1 0 0 0,1 0 0 0 0,0 0 0 0 0,1 1 0 0 0,-1-1 0 0 0,1 1 0 0 0,0 0 0 0 0,0 0 0 0 0,0 1-1 0 0,1-1 1 0 0,-1 1 0 0 0,-1 5 0 0 0,-2 7 71 0 0,2 0 0 0 0,0 1-1 0 0,1-1 1 0 0,1 1-1 0 0,0 0 1 0 0,2 0-1 0 0,0 0 1 0 0,2 19 0 0 0,1-13-34 0 0,1 0 1 0 0,1 0 0 0 0,2-1-1 0 0,0 0 1 0 0,16 39 0 0 0,-18-54-74 0 0,0-1 0 0 0,0 1 0 0 0,1-1 0 0 0,0-1 0 0 0,0 1 0 0 0,1-1 0 0 0,0 0 0 0 0,0 0 0 0 0,1 0 0 0 0,0-1 0 0 0,0 0 0 0 0,16 9 0 0 0,-12-9-2 0 0,0 0 1 0 0,1-1 0 0 0,0-1 0 0 0,0 0-1 0 0,0-1 1 0 0,0 0 0 0 0,0-1 0 0 0,1 0-1 0 0,14 0 1 0 0,-8-1-6 0 0,0-1-1 0 0,1-1 1 0 0,-1-1-1 0 0,0 0 1 0 0,0-2 0 0 0,-1 0-1 0 0,1-1 1 0 0,-1 0-1 0 0,26-13 1 0 0,-33 12-43 0 0,0 0 0 0 0,0 0 0 0 0,-1-2 0 0 0,1 1 1 0 0,-2-1-1 0 0,1 0 0 0 0,-1-1 0 0 0,-1 0 0 0 0,0-1 0 0 0,0 1 0 0 0,-1-2 1 0 0,0 1-1 0 0,0-1 0 0 0,-1 0 0 0 0,7-19 0 0 0,-8 14-77 0 0,0-1 0 0 0,-2-1 0 0 0,0 1 0 0 0,0 0 0 0 0,-2-1 0 0 0,0 1-1 0 0,-1-1 1 0 0,-1 1 0 0 0,-1-1 0 0 0,0 1 0 0 0,-1-1 0 0 0,-1 1 0 0 0,-8-22 0 0 0,2 9-17 0 0,-2 0 1 0 0,-2 1 0 0 0,0 0 0 0 0,-2 1-1 0 0,-1 1 1 0 0,-29-36 0 0 0,30 44 77 0 0,0 0 0 0 0,-37-32 0 0 0,48 47 58 0 0,1 0 1 0 0,-1 1 0 0 0,1-1 0 0 0,-1 1 0 0 0,0 0 0 0 0,0 1 0 0 0,0-1 0 0 0,-1 1-1 0 0,1 0 1 0 0,-1 0 0 0 0,1 1 0 0 0,-1 0 0 0 0,1 0 0 0 0,-1 0 0 0 0,0 1 0 0 0,0-1 0 0 0,1 1-1 0 0,-1 1 1 0 0,-6 0 0 0 0,8 1 9 0 0,-1-1 0 0 0,0 1 0 0 0,1 1 0 0 0,0-1 0 0 0,-1 1 0 0 0,1 0 0 0 0,0 0 0 0 0,1 0 0 0 0,-1 0 0 0 0,0 1 0 0 0,1-1 0 0 0,0 1 0 0 0,0 0 0 0 0,0 0 0 0 0,0 0 0 0 0,1 1 0 0 0,-1-1 0 0 0,1 0 0 0 0,0 1 0 0 0,-2 7 0 0 0,-2 6 67 0 0,1 0 0 0 0,1 0 1 0 0,1 0-1 0 0,-2 24 0 0 0,4-12 119 0 0,1-1 0 0 0,2 0 1 0 0,6 35-1 0 0,22 87 718 0 0,39 114 483 0 0,11 46-778 0 0,-74-284-755 0 0,-1 2 1 0 0,-2-1 0 0 0,0 0-1 0 0,-2 1 1 0 0,-4 46-1 0 0,3-73 44 0 0,0 1 0 0 0,-1-1 0 0 0,1 1 0 0 0,-1-1 1 0 0,0 0-1 0 0,0 1 0 0 0,0-1 0 0 0,0 0 0 0 0,0 0 0 0 0,0 0 0 0 0,0 0 0 0 0,-1 0 0 0 0,-2 3 0 0 0,0-1-384 0 0,0-1-1 0 0,0 0 1 0 0,-1 0 0 0 0,1 0-1 0 0,-9 3 1 0 0,-2 2-810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31.6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 37 9061 0 0,'-8'-9'-50'0'0,"7"6"67"0"0,-1 1 0 0 0,0-1-1 0 0,-1 1 1 0 0,1-1 0 0 0,0 1 0 0 0,-1 0 0 0 0,1 0 0 0 0,-1 0-1 0 0,0 0 1 0 0,-4-2 0 0 0,9 27 192 0 0,7 42 232 0 0,-2 0 1 0 0,-3 0-1 0 0,-3 1 1 0 0,-2-1-1 0 0,-4 0 1 0 0,-16 84-1 0 0,-17 77-139 0 0,33-192-285 0 0,-3 17-915 0 0,-2 70 1 0 0,11-117-188 0 0,5-6-232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32.0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103 532 11025 0 0,'-1'-1'39'0'0,"0"-1"0"0"0,0 1 0 0 0,0 0 0 0 0,-1-1 0 0 0,1 1 0 0 0,0 0 0 0 0,-1 0 0 0 0,1 0 0 0 0,-1 0 0 0 0,1 0 0 0 0,-1 1 0 0 0,0-1 0 0 0,1 0 0 0 0,-1 1 0 0 0,0-1 0 0 0,0 1 0 0 0,1 0 0 0 0,-3-1 0 0 0,2 2-10 0 0,1-1 1 0 0,-1 1-1 0 0,1 0 0 0 0,-1-1 1 0 0,1 1-1 0 0,-1 0 1 0 0,1 0-1 0 0,0 0 0 0 0,0 0 1 0 0,0 0-1 0 0,-1 0 1 0 0,1 0-1 0 0,0 1 0 0 0,0-1 1 0 0,0 0-1 0 0,1 1 1 0 0,-1-1-1 0 0,0 1 0 0 0,0-1 1 0 0,1 1-1 0 0,-1 2 0 0 0,-8 13 25 0 0,2 1 0 0 0,0-1 0 0 0,1 1 0 0 0,1 1 0 0 0,1-1 1 0 0,0 1-1 0 0,2 0 0 0 0,-1 32 0 0 0,3-41-46 0 0,1 0 1 0 0,0 0-1 0 0,1 0 1 0 0,0-1 0 0 0,0 1-1 0 0,8 17 1 0 0,-8-23-110 0 0,0 1 1 0 0,0-1-1 0 0,1-1 1 0 0,-1 1-1 0 0,1 0 1 0 0,0-1-1 0 0,0 1 1 0 0,1-1-1 0 0,-1 0 1 0 0,0 0-1 0 0,1 0 1 0 0,0 0-1 0 0,0-1 1 0 0,0 0-1 0 0,0 1 1 0 0,0-2-1 0 0,5 3 1 0 0,-7-3-26 0 0,-1-1-1 0 0,1 1 1 0 0,0-1 0 0 0,-1 0 0 0 0,1 0 0 0 0,0 1 0 0 0,-1-1 0 0 0,1 0-1 0 0,0 0 1 0 0,0-1 0 0 0,-1 1 0 0 0,1 0 0 0 0,0 0 0 0 0,-1-1 0 0 0,4 0 0 0 0,8-7-1181 0 0</inkml:trace>
  <inkml:trace contextRef="#ctx0" brushRef="#br0" timeOffset="1">176 124 8265 0 0,'-30'-91'584'0'0,"29"89"-518"0"0,1 0 0 0 0,-1 0 0 0 0,0 1 0 0 0,0-1 0 0 0,0 0 0 0 0,0 1 0 0 0,0-1 0 0 0,0 0 0 0 0,0 1 0 0 0,-1-1 0 0 0,1 1 0 0 0,-1 0 0 0 0,1 0 0 0 0,-1-1 0 0 0,1 1 0 0 0,-1 0 0 0 0,0 0 0 0 0,1 0 0 0 0,-1 1 0 0 0,0-1 0 0 0,0 0 0 0 0,0 1 0 0 0,0-1 0 0 0,1 1 0 0 0,-1-1 0 0 0,0 1 0 0 0,-3 0 0 0 0,3 0-52 0 0,1 0 1 0 0,0 0-1 0 0,-1 1 1 0 0,1-1-1 0 0,0 0 1 0 0,0 1-1 0 0,0-1 0 0 0,-1 1 1 0 0,1-1-1 0 0,0 1 1 0 0,0 0-1 0 0,0-1 0 0 0,0 1 1 0 0,0 0-1 0 0,0 0 1 0 0,0 0-1 0 0,0 0 1 0 0,0 0-1 0 0,1 0 0 0 0,-1 0 1 0 0,0 0-1 0 0,0 0 1 0 0,1 0-1 0 0,-1 0 0 0 0,1 0 1 0 0,-1 1-1 0 0,1-1 1 0 0,0 0-1 0 0,-1 0 1 0 0,1 1-1 0 0,0-1 0 0 0,0 0 1 0 0,0 0-1 0 0,0 1 1 0 0,0-1-1 0 0,0 0 0 0 0,0 1 1 0 0,0-1-1 0 0,1 3 1 0 0,0 2-250 0 0,0 1-1 0 0,0-1 1 0 0,0 1 0 0 0,1-1 0 0 0,0 0 0 0 0,0 1-1 0 0,1-1 1 0 0,0 0 0 0 0,0 0 0 0 0,6 9 0 0 0,5-2-915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32.4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36 8961 0 0,'-2'-4'54'0'0,"0"0"-1"0"0,0 0 1 0 0,0-1 0 0 0,0 1 0 0 0,1-1 0 0 0,-2-4 0 0 0,3 9-44 0 0,0 0 1 0 0,0 0 0 0 0,0 0 0 0 0,0 0 0 0 0,0 0 0 0 0,0 0 0 0 0,0 0 0 0 0,0 0 0 0 0,0 0 0 0 0,0 0 0 0 0,0 0 0 0 0,-1 0 0 0 0,1 0 0 0 0,0 0 0 0 0,0 0 0 0 0,0 0 0 0 0,0 0 0 0 0,0 0 0 0 0,0 0 0 0 0,0 0-1 0 0,0 0 1 0 0,0 0 0 0 0,0 0 0 0 0,0 0 0 0 0,0 0 0 0 0,0 0 0 0 0,0 0 0 0 0,-1 0 0 0 0,1 0 0 0 0,0 0 0 0 0,0 0 0 0 0,0 0 0 0 0,0 0 0 0 0,0 0 0 0 0,0 0 0 0 0,0 0 0 0 0,0 0 0 0 0,0 0 0 0 0,0 0 0 0 0,-1 9 163 0 0,3 35 350 0 0,-5 59 1 0 0,-1-10-252 0 0,-1 32-123 0 0,1-65-861 0 0,5 69 0 0 0,8-43-3640 0 0,-9-78 3310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32.8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5 508 5024 0 0,'-1'-7'86'0'0,"0"1"-1"0"0,0 0 1 0 0,0 0-1 0 0,1 0 1 0 0,0-1-1 0 0,0 1 1 0 0,1 0-1 0 0,1-7 1 0 0,-1 10-21 0 0,-1 0 0 0 0,2 0 0 0 0,-1 0 0 0 0,0 0 0 0 0,1 1 0 0 0,-1-1 0 0 0,1 0 0 0 0,0 1 0 0 0,0-1 0 0 0,0 1 0 0 0,0 0 0 0 0,0 0 0 0 0,0-1 0 0 0,1 1 0 0 0,-1 1 0 0 0,1-1 0 0 0,-1 0 0 0 0,4-1 0 0 0,14-7 5 0 0,1 2-1 0 0,0 0 1 0 0,38-9 0 0 0,72-7 44 0 0,-57 11-76 0 0,-50 8-26 0 0,109-25-95 0 0,-120 26 96 0 0,0 0 0 0 0,-1-1 0 0 0,0-1 0 0 0,0 0 1 0 0,0 0-1 0 0,0-1 0 0 0,19-17 0 0 0,-28 21 23 0 0,0 0 0 0 0,0 0 0 0 0,-1 0 0 0 0,1 0 0 0 0,-1-1 0 0 0,0 1 0 0 0,0-1 0 0 0,0 0 0 0 0,-1 0 0 0 0,1 1 0 0 0,-1-1 0 0 0,0 0 0 0 0,0 0 0 0 0,0-1 0 0 0,0 1 0 0 0,-1 0 0 0 0,0 0 0 0 0,1 0 0 0 0,-2-5 0 0 0,0 3 24 0 0,1 1 0 0 0,-1 0 0 0 0,-1-1 1 0 0,1 1-1 0 0,-1 0 0 0 0,0-1 0 0 0,0 1 0 0 0,-1 0 0 0 0,1 1 1 0 0,-1-1-1 0 0,0 0 0 0 0,-1 1 0 0 0,-6-8 0 0 0,3 4 45 0 0,-1 1 0 0 0,0 1-1 0 0,0 0 1 0 0,0 0 0 0 0,-1 0 0 0 0,1 1 0 0 0,-2 1-1 0 0,-9-5 1 0 0,16 8-51 0 0,-1 0 0 0 0,1 0 1 0 0,-1 0-1 0 0,0 0 0 0 0,0 0 0 0 0,1 1 0 0 0,-1 0 0 0 0,0 0 1 0 0,0 0-1 0 0,0 0 0 0 0,1 0 0 0 0,-1 1 0 0 0,0 0 0 0 0,0-1 0 0 0,1 2 1 0 0,-1-1-1 0 0,0 0 0 0 0,1 1 0 0 0,0-1 0 0 0,-1 1 0 0 0,1 0 1 0 0,0 0-1 0 0,0 1 0 0 0,-6 4 0 0 0,2 1 103 0 0,0 0 0 0 0,1 0 0 0 0,0 1-1 0 0,1 0 1 0 0,0 0 0 0 0,0 0 0 0 0,0 1 0 0 0,2-1 0 0 0,-4 13 0 0 0,-4 17 500 0 0,-5 41 1 0 0,9-41-262 0 0,3-13-137 0 0,1 1 1 0 0,0-1 0 0 0,2 1 0 0 0,4 33-1 0 0,-2-44-188 0 0,1-1 0 0 0,0 0 0 0 0,2 0 0 0 0,0 0-1 0 0,0 0 1 0 0,1-1 0 0 0,1 0 0 0 0,14 26 0 0 0,-15-33-97 0 0,1 0 0 0 0,-1 0 1 0 0,1 0-1 0 0,0-1 0 0 0,0 0 1 0 0,1 0-1 0 0,0 0 0 0 0,0-1 0 0 0,0 0 1 0 0,1-1-1 0 0,0 1 0 0 0,0-1 1 0 0,0-1-1 0 0,0 0 0 0 0,13 4 1 0 0,-9-5-259 0 0,1 1 0 0 0,-1-2 1 0 0,1 0-1 0 0,0 0 1 0 0,-1-2-1 0 0,1 1 1 0 0,0-1-1 0 0,-1-1 1 0 0,1-1-1 0 0,15-4 1 0 0,26-12-1399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33.5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2167 383 7037 0 0,'0'-3'36'0'0,"-2"-3"54"0"0,1-1 1 0 0,-1 1-1 0 0,0 0 0 0 0,-1 0 1 0 0,1 0-1 0 0,-6-7 1 0 0,6 11-59 0 0,0-1 1 0 0,0 1 0 0 0,-1 0 0 0 0,1 0-1 0 0,-1 0 1 0 0,0 0 0 0 0,0 0-1 0 0,0 0 1 0 0,0 1 0 0 0,0 0-1 0 0,0-1 1 0 0,0 1 0 0 0,0 0-1 0 0,-7-1 1 0 0,-14-2-5 0 0,-1 0 1 0 0,0 2-1 0 0,0 1 1 0 0,0 1-1 0 0,-30 3 0 0 0,-126 26 176 0 0,69-4 232 0 0,1 6 1 0 0,1 4-1 0 0,2 5 0 0 0,2 4 1 0 0,2 6-1 0 0,2 3 0 0 0,-104 74 1 0 0,133-75-189 0 0,2 2-1 0 0,2 4 1 0 0,3 3 0 0 0,2 3 0 0 0,3 2 0 0 0,4 3 0 0 0,2 3 0 0 0,4 1-1 0 0,-69 132 1 0 0,103-171-211 0 0,2 1-1 0 0,1 0 0 0 0,1 2 0 0 0,3-1 0 0 0,-8 42 1 0 0,16-59-16 0 0,0-1 0 0 0,0 1 0 0 0,2 0 1 0 0,0 0-1 0 0,2-1 0 0 0,0 1 0 0 0,1-1 1 0 0,0 1-1 0 0,2-1 0 0 0,0 0 0 0 0,1 0 0 0 0,12 22 1 0 0,-5-15 17 0 0,2-1-1 0 0,1-1 1 0 0,1 0 0 0 0,1-1 0 0 0,1-1 0 0 0,1 0 0 0 0,0-2-1 0 0,2 0 1 0 0,0-2 0 0 0,1 0 0 0 0,34 18 0 0 0,10 0 36 0 0,1-3 1 0 0,2-3 0 0 0,76 20-1 0 0,-2-7 66 0 0,235 35 0 0 0,157-21 112 0 0,275-49 2 0 0,-3-82-156 0 0,-535 35-81 0 0,427-122-1 0 0,-519 105-30 0 0,-3-8-1 0 0,-2-7 1 0 0,203-117 0 0 0,-312 150 11 0 0,-2-2 1 0 0,-1-4 0 0 0,-2-3 0 0 0,-3-2 0 0 0,73-79 0 0 0,-101 94-2 0 0,-2-2 1 0 0,-2-1 0 0 0,-1-2 0 0 0,21-43 0 0 0,-31 51-5 0 0,-2-2 0 0 0,-1 0-1 0 0,-2 0 1 0 0,-1-1 0 0 0,9-66-1 0 0,-14 60-14 0 0,-2 0 0 0 0,-2 1 1 0 0,-7-75-1 0 0,4 95 3 0 0,-2 0 0 0 0,0 0-1 0 0,-2 1 1 0 0,0 0 0 0 0,-1 0 0 0 0,0 0 0 0 0,-2 1 0 0 0,0 0 0 0 0,-20-27-1 0 0,11 23-9 0 0,-1 0-1 0 0,0 2 0 0 0,-2 1 0 0 0,0 0 0 0 0,-1 1 1 0 0,-26-15-1 0 0,-6 0-61 0 0,-96-42 0 0 0,53 36-52 0 0,-143-39 0 0 0,-105-6-123 0 0,-541-64-1194 0 0,611 125 266 0 0,-344 13 1 0 0,184 48-273 0 0,342-23 650 0 0,1 4-1 0 0,-144 51 0 0 0,143-34-72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34.0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439 696 5973 0 0,'-5'0'59'0'0,"0"-1"1"0"0,0 1-1 0 0,1-1 1 0 0,-1 0-1 0 0,0-1 1 0 0,1 1-1 0 0,-1-1 1 0 0,1 0 0 0 0,-7-4-1 0 0,-40-28 600 0 0,8 4-1 0 0,28 21-382 0 0,-1 0 0 0 0,-1 1 0 0 0,0 1 0 0 0,0 1 0 0 0,-26-7 0 0 0,38 12-243 0 0,1 0 1 0 0,0 1-1 0 0,0-1 1 0 0,0 1-1 0 0,-1 0 1 0 0,1 0-1 0 0,0 0 0 0 0,0 1 1 0 0,-1-1-1 0 0,1 1 1 0 0,0 0-1 0 0,0 0 1 0 0,0 1-1 0 0,0-1 1 0 0,0 1-1 0 0,0 0 0 0 0,0 0 1 0 0,1 0-1 0 0,-1 1 1 0 0,1-1-1 0 0,0 1 1 0 0,-1 0-1 0 0,1 0 1 0 0,0 0-1 0 0,1 0 1 0 0,-1 0-1 0 0,0 1 0 0 0,1-1 1 0 0,-3 6-1 0 0,-4 11 11 0 0,0 0-1 0 0,1 1 1 0 0,2 1-1 0 0,0-1 1 0 0,1 1-1 0 0,1 0 0 0 0,1 0 1 0 0,0 0-1 0 0,2 0 1 0 0,1 1-1 0 0,4 28 1 0 0,-3-39-27 0 0,1 1 1 0 0,0-1 0 0 0,0-1-1 0 0,2 1 1 0 0,0 0-1 0 0,0-1 1 0 0,7 15 0 0 0,-9-23-6 0 0,0 0 1 0 0,0 0 0 0 0,0 0 0 0 0,0 0-1 0 0,1-1 1 0 0,-1 1 0 0 0,1 0 0 0 0,-1-1-1 0 0,1 0 1 0 0,0 0 0 0 0,0 0 0 0 0,5 3-1 0 0,-5-4 1 0 0,-1 0 0 0 0,1-1-1 0 0,-1 1 1 0 0,1-1 0 0 0,0 1-1 0 0,-1-1 1 0 0,1 0 0 0 0,-1 0-1 0 0,1 0 1 0 0,0 0 0 0 0,-1-1-1 0 0,1 1 1 0 0,-1-1 0 0 0,1 1-1 0 0,0-1 1 0 0,-1 0 0 0 0,0 0-1 0 0,1 0 1 0 0,2-2 0 0 0,6-4-7 0 0,0-1 0 0 0,-1 0 1 0 0,0 0-1 0 0,0 0 0 0 0,-1-2 0 0 0,0 1 1 0 0,-1-1-1 0 0,0 0 0 0 0,10-18 1 0 0,2-5 13 0 0,27-68 1 0 0,-19 28-24 0 0,23-93-1 0 0,5-81-9 0 0,7-24 5 0 0,-60 261 6 0 0,-2 5-2 0 0,0 0 0 0 0,1 0 0 0 0,0 0 0 0 0,0 0 0 0 0,3-5 0 0 0,-5 31-68 0 0,-8 40 41 0 0,-42 547-126 0 0,50-588 37 0 0,2 53-797 0 0,-2-66 584 0 0,1 0 0 0 0,1-1 0 0 0,-1 1 0 0 0,1 0 1 0 0,0 0-1 0 0,0-1 0 0 0,7 12 0 0 0,0-6-822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35.7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215 771 7005 0 0,'6'-47'563'0'0,"-6"2"882"0"0,-10-76 0 0 0,9 109-1201 0 0,1 11-189 0 0,0-1 0 0 0,-1 1 1 0 0,1-1-1 0 0,0 1 0 0 0,0-1 1 0 0,-1 1-1 0 0,1 0 0 0 0,-1-1 1 0 0,1 1-1 0 0,-1-1 0 0 0,1 1 0 0 0,-2-2 1 0 0,1 3-47 0 0,0-1 0 0 0,0 1 0 0 0,0 0 0 0 0,1-1 1 0 0,-1 1-1 0 0,0 0 0 0 0,0 0 0 0 0,0 0 0 0 0,0 0 1 0 0,0 0-1 0 0,0 0 0 0 0,0 0 0 0 0,0 0 0 0 0,0 0 1 0 0,0 0-1 0 0,0 1 0 0 0,0-1 0 0 0,0 0 0 0 0,0 0 0 0 0,0 1 1 0 0,1-1-1 0 0,-1 1 0 0 0,0-1 0 0 0,-1 2 0 0 0,-10 4-8 0 0,1 1-1 0 0,0 0 1 0 0,0 1-1 0 0,0 0 1 0 0,1 0-1 0 0,1 1 1 0 0,-1 1-1 0 0,2 0 1 0 0,-1 0-1 0 0,1 1 1 0 0,-10 17-1 0 0,10-15 4 0 0,1 0 0 0 0,1 1 0 0 0,0 0 0 0 0,1 0 0 0 0,0 0 0 0 0,1 1 0 0 0,1-1 0 0 0,0 1 0 0 0,-1 29 0 0 0,3-40-1 0 0,1-1-1 0 0,0 1 0 0 0,1-1 1 0 0,-1 1-1 0 0,1-1 0 0 0,-1 1 0 0 0,1-1 1 0 0,0 0-1 0 0,0 1 0 0 0,1-1 1 0 0,-1 0-1 0 0,1 0 0 0 0,-1 0 1 0 0,1 0-1 0 0,0 0 0 0 0,0 0 0 0 0,0-1 1 0 0,0 1-1 0 0,1-1 0 0 0,3 4 1 0 0,-2-4 2 0 0,-1 0 0 0 0,0-1 0 0 0,0 0 0 0 0,0 0 0 0 0,1 1 1 0 0,-1-2-1 0 0,0 1 0 0 0,1 0 0 0 0,-1-1 0 0 0,1 0 0 0 0,-1 1 1 0 0,1-2-1 0 0,-1 1 0 0 0,1 0 0 0 0,-1-1 0 0 0,1 1 0 0 0,-1-1 1 0 0,0 0-1 0 0,1 0 0 0 0,3-2 0 0 0,0 1 4 0 0,0-1-1 0 0,-1 0 0 0 0,1-1 1 0 0,-1 0-1 0 0,0 0 1 0 0,0 0-1 0 0,0 0 1 0 0,0-1-1 0 0,-1 0 1 0 0,0-1-1 0 0,0 1 1 0 0,0-1-1 0 0,-1 0 0 0 0,0 0 1 0 0,0 0-1 0 0,0 0 1 0 0,-1-1-1 0 0,0 0 1 0 0,0 1-1 0 0,0-1 1 0 0,2-12-1 0 0,-2 6-13 0 0,0 0-1 0 0,2 0 1 0 0,-1 1-1 0 0,13-23 1 0 0,-17 35 1 0 0,0-1-1 0 0,1 0 1 0 0,-1 1 0 0 0,0-1 0 0 0,1 0 0 0 0,-1 1-1 0 0,1-1 1 0 0,-1 0 0 0 0,0 1 0 0 0,1-1 0 0 0,-1 1-1 0 0,1-1 1 0 0,0 1 0 0 0,-1 0 0 0 0,1-1 0 0 0,-1 1-1 0 0,1-1 1 0 0,0 1 0 0 0,-1 0 0 0 0,2-1 0 0 0,-2 1 0 0 0,1 1 0 0 0,-1-1 1 0 0,0 0-1 0 0,1 1 1 0 0,-1-1-1 0 0,0 0 1 0 0,1 1-1 0 0,-1-1 0 0 0,0 0 1 0 0,1 1-1 0 0,-1-1 1 0 0,0 0-1 0 0,0 1 1 0 0,0-1-1 0 0,1 1 0 0 0,-1-1 1 0 0,0 1-1 0 0,0-1 1 0 0,0 1-1 0 0,0-1 1 0 0,0 0-1 0 0,0 2 0 0 0,1 37-95 0 0,-1-32 97 0 0,-2 43-22 0 0,0-39-14 0 0,1 1 1 0 0,0 0 0 0 0,1 0 0 0 0,1-1-1 0 0,0 1 1 0 0,0 0 0 0 0,1-1 0 0 0,7 23-1 0 0,-9-33-33 0 0,1 1-1 0 0,0-1 0 0 0,-1 0 1 0 0,1 1-1 0 0,0-1 0 0 0,0 0 0 0 0,-1 0 1 0 0,1 0-1 0 0,0 0 0 0 0,0 0 1 0 0,0 0-1 0 0,1 0 0 0 0,-1 0 1 0 0,0 0-1 0 0,0-1 0 0 0,0 1 0 0 0,1 0 1 0 0,-1-1-1 0 0,0 1 0 0 0,1-1 1 0 0,-1 1-1 0 0,3 0 0 0 0,-2-1-77 0 0,1 0 0 0 0,0 0-1 0 0,0 0 1 0 0,0-1 0 0 0,0 1 0 0 0,-1-1-1 0 0,1 1 1 0 0,0-1 0 0 0,0 0 0 0 0,4-2-1 0 0,0-1-103 0 0,0 1 0 0 0,-1-1 0 0 0,0-1 0 0 0,0 1 0 0 0,0-1 0 0 0,0 0 1 0 0,-1 0-1 0 0,6-7 0 0 0,-7 5 119 0 0,0 1 1 0 0,0-2 0 0 0,0 1-1 0 0,-1 0 1 0 0,0-1 0 0 0,0 1-1 0 0,-1-1 1 0 0,3-15 0 0 0,-2-2 129 0 0,0-38 0 0 0,-2 5 492 0 0,1 22 453 0 0,-2 0-1 0 0,-7-58 1 0 0,3 77-426 0 0,0-2 553 0 0,4 17-568 0 0,5 11-150 0 0,-2-1-318 0 0,-1 1 0 0 0,0-1 1 0 0,0 1-1 0 0,-1-1 0 0 0,1 11 0 0 0,0 5 47 0 0,20 127 407 0 0,-16-47-332 0 0,-4-89-122 0 0,0-13 3 0 0,-2-10 16 0 0,2-15-94 0 0,1 0-1 0 0,1 1 0 0 0,12-41 0 0 0,-2 7-107 0 0,-12 46 128 0 0,27-99-161 0 0,-26 98 168 0 0,1 1 0 0 0,1 0 0 0 0,-1 0 0 0 0,2 1 0 0 0,-1 0 0 0 0,1-1 0 0 0,1 2-1 0 0,8-11 1 0 0,-14 18 11 0 0,1-1 0 0 0,-1 1 0 0 0,1-1-1 0 0,-1 1 1 0 0,1 0 0 0 0,-1 0-1 0 0,1 0 1 0 0,0 0 0 0 0,0 0 0 0 0,0 0-1 0 0,0 0 1 0 0,0 1 0 0 0,-1-1 0 0 0,1 1-1 0 0,0-1 1 0 0,0 1 0 0 0,0 0-1 0 0,5 0 1 0 0,-6 0 2 0 0,1 1 0 0 0,0-1 0 0 0,-1 1 0 0 0,1-1 0 0 0,0 1 0 0 0,-1 0 0 0 0,1 0-1 0 0,-1 0 1 0 0,1 0 0 0 0,-1 0 0 0 0,1 1 0 0 0,-1-1 0 0 0,0 0 0 0 0,0 0 0 0 0,0 1 0 0 0,1-1 0 0 0,-1 1 0 0 0,-1-1 0 0 0,1 1-1 0 0,0 0 1 0 0,1 2 0 0 0,3 10-1 0 0,0 0-1 0 0,0 0 1 0 0,-1 0-1 0 0,-1 1 1 0 0,2 21-1 0 0,-1 76 0 0 0,-4-98-3 0 0,1-13 95 0 0,3-4-23 0 0,7-13 9 0 0,12-24-45 0 0,1-10-33 0 0,-15 31-10 0 0,0 0 1 0 0,1 1-1 0 0,19-27 1 0 0,-29 45 11 0 0,0 0 1 0 0,0-1-1 0 0,0 1 1 0 0,0 0-1 0 0,1 0 1 0 0,-1-1-1 0 0,0 1 1 0 0,0 0-1 0 0,0 0 1 0 0,0-1-1 0 0,1 1 1 0 0,-1 0-1 0 0,0 0 1 0 0,0 0-1 0 0,1-1 0 0 0,-1 1 1 0 0,0 0-1 0 0,0 0 1 0 0,1 0-1 0 0,-1 0 1 0 0,0-1-1 0 0,0 1 1 0 0,1 0-1 0 0,-1 0 1 0 0,0 0-1 0 0,1 0 1 0 0,-1 0-1 0 0,0 0 1 0 0,1 0-1 0 0,-1 0 0 0 0,0 0 1 0 0,0 0-1 0 0,1 0 1 0 0,-1 0-1 0 0,0 0 1 0 0,1 0-1 0 0,-1 0 1 0 0,0 1-1 0 0,0-1 1 0 0,1 0-1 0 0,-1 0 1 0 0,0 0-1 0 0,1 0 1 0 0,4 18-65 0 0,-4 32 24 0 0,-1-43 44 0 0,-3 67 11 0 0,1-48-3 0 0,1 1-1 0 0,1-1 0 0 0,1 0 0 0 0,8 43 0 0 0,-8-65-2 0 0,0 0 0 0 0,1 0 0 0 0,-1 0 0 0 0,1 0 0 0 0,0 0-1 0 0,0 0 1 0 0,0-1 0 0 0,0 1 0 0 0,1-1 0 0 0,0 1 0 0 0,-1-1 0 0 0,1 0-1 0 0,3 3 1 0 0,-4-5-11 0 0,1 1-1 0 0,-1-1 1 0 0,0 0-1 0 0,0 1 1 0 0,0-1-1 0 0,1-1 1 0 0,-1 1-1 0 0,0 0 1 0 0,1 0 0 0 0,-1-1-1 0 0,0 1 1 0 0,1-1-1 0 0,-1 0 1 0 0,1 0-1 0 0,-1 0 1 0 0,1 0-1 0 0,-1 0 1 0 0,1-1-1 0 0,-1 1 1 0 0,1-1-1 0 0,-1 1 1 0 0,0-1-1 0 0,3-1 1 0 0,8-4-130 0 0,0-1 0 0 0,0 0 0 0 0,-1 0 0 0 0,0-1 0 0 0,0-1 0 0 0,-1 0 0 0 0,18-20 0 0 0,-12 11 70 0 0,-2-1 0 0 0,0-1 0 0 0,22-39 0 0 0,-23 29 60 0 0,18-53 0 0 0,-23 55 160 0 0,1 1 1 0 0,24-43 0 0 0,-48 135 263 0 0,5-19-378 0 0,5-30-28 0 0,2 0 1 0 0,0 1-1 0 0,0-1 1 0 0,2 0-1 0 0,2 32 1 0 0,-1-42-8 0 0,0 0-1 0 0,0 0 1 0 0,0 0 0 0 0,1 0 0 0 0,0 0-1 0 0,0 0 1 0 0,0 0 0 0 0,1 0 0 0 0,0-1-1 0 0,0 1 1 0 0,1-1 0 0 0,-1 0 0 0 0,1 0-1 0 0,0 0 1 0 0,0 0 0 0 0,1-1 0 0 0,0 0 0 0 0,6 5-1 0 0,-9-8-1 0 0,-1 0-1 0 0,1 0 1 0 0,-1 0-1 0 0,1-1 1 0 0,-1 1 0 0 0,1 0-1 0 0,-1-1 1 0 0,1 0-1 0 0,0 1 1 0 0,-1-1-1 0 0,1 0 1 0 0,0 0-1 0 0,-1 0 1 0 0,1 0-1 0 0,0 0 1 0 0,-1 0-1 0 0,1 0 1 0 0,-1-1 0 0 0,1 1-1 0 0,0 0 1 0 0,2-2-1 0 0,-1 0 1 0 0,0 1-1 0 0,0-1 1 0 0,-1 0 0 0 0,1 0-1 0 0,-1-1 1 0 0,1 1-1 0 0,-1 0 1 0 0,1-1 0 0 0,-1 0-1 0 0,2-3 1 0 0,1-2-3 0 0,-1 0 0 0 0,0 0 0 0 0,0 0 0 0 0,0 0 0 0 0,-1-1 0 0 0,-1 0 0 0 0,3-11 0 0 0,-2 0-22 0 0,-1 0 1 0 0,-2-38-1 0 0,-1 49 12 0 0,0 1 1 0 0,0 0-1 0 0,-1 0 0 0 0,0 0 1 0 0,0 0-1 0 0,0 0 0 0 0,-1 0 1 0 0,-1 1-1 0 0,-7-14 1 0 0,10 20 2 0 0,1 0 1 0 0,-1 0 0 0 0,0 0 0 0 0,0-1 0 0 0,-1 1-1 0 0,1 0 1 0 0,0 1 0 0 0,0-1 0 0 0,0 0 0 0 0,-1 0 0 0 0,1 1-1 0 0,0-1 1 0 0,-1 0 0 0 0,1 1 0 0 0,0-1 0 0 0,-1 1-1 0 0,1 0 1 0 0,-1-1 0 0 0,-2 1 0 0 0,1 0-2 0 0,0 0 1 0 0,0 0-1 0 0,0 1 1 0 0,-1-1-1 0 0,1 1 0 0 0,0 0 1 0 0,0 0-1 0 0,-5 2 1 0 0,1 0 11 0 0,1 0 0 0 0,0 1 1 0 0,0 0-1 0 0,1 0 0 0 0,-1 0 0 0 0,1 1 1 0 0,-9 8-1 0 0,14-13-3 0 0,0 1-1 0 0,0-1 1 0 0,0 0 0 0 0,0 0-1 0 0,0 0 1 0 0,0 0 0 0 0,-1 0-1 0 0,1 0 1 0 0,0 1 0 0 0,0-1-1 0 0,0 0 1 0 0,0 0 0 0 0,0 0-1 0 0,0 0 1 0 0,0 0 0 0 0,0 1-1 0 0,0-1 1 0 0,0 0 0 0 0,0 0-1 0 0,0 0 1 0 0,0 0 0 0 0,0 0-1 0 0,0 1 1 0 0,1-1 0 0 0,-1 0-1 0 0,0 0 1 0 0,0 0 0 0 0,0 0-1 0 0,0 0 1 0 0,0 0 0 0 0,0 1-1 0 0,0-1 1 0 0,0 0 0 0 0,0 0-1 0 0,0 0 1 0 0,1 0 0 0 0,-1 0-1 0 0,0 0 1 0 0,0 0 0 0 0,0 0 0 0 0,0 0-1 0 0,0 0 1 0 0,0 0 0 0 0,1 1-1 0 0,-1-1 1 0 0,11 3 34 0 0,10-1-4 0 0,32-5-19 0 0,1-2 0 0 0,-1-3 0 0 0,0-2-1 0 0,53-17 1 0 0,-94 23-1 0 0,1 0 0 0 0,-1 0-1 0 0,-1-1 1 0 0,1 0 0 0 0,20-13-1 0 0,-32 17-11 0 0,1 1-1 0 0,-1 0 1 0 0,0 0-1 0 0,0 0 1 0 0,1 0 0 0 0,-1 0-1 0 0,0-1 1 0 0,1 1-1 0 0,-1 0 1 0 0,0 0-1 0 0,0 0 1 0 0,1-1-1 0 0,-1 1 1 0 0,0 0 0 0 0,0 0-1 0 0,0-1 1 0 0,1 1-1 0 0,-1 0 1 0 0,0-1-1 0 0,0 1 1 0 0,0 0-1 0 0,0-1 1 0 0,0 1 0 0 0,0 0-1 0 0,1-1 1 0 0,-1 1-1 0 0,0 0 1 0 0,0-1-1 0 0,0 1 1 0 0,-10-2-35 0 0,-16 9 9 0 0,13 0 38 0 0,1 2-1 0 0,0 0 0 0 0,0 0 1 0 0,1 1-1 0 0,0 0 0 0 0,1 1 1 0 0,0 0-1 0 0,1 1 0 0 0,0 0 1 0 0,-11 19-1 0 0,16-23-5 0 0,0 0 1 0 0,0 0-1 0 0,1 0 0 0 0,0 1 0 0 0,0-1 0 0 0,1 1 1 0 0,0 0-1 0 0,0 0 0 0 0,1-1 0 0 0,0 1 0 0 0,1 0 1 0 0,0 0-1 0 0,0 0 0 0 0,1 0 0 0 0,0 0 0 0 0,1 0 1 0 0,0 0-1 0 0,5 14 0 0 0,-6-20 1 0 0,1 1 0 0 0,0-1-1 0 0,0 0 1 0 0,0 1 0 0 0,0-1 0 0 0,0 0-1 0 0,0 0 1 0 0,1 0 0 0 0,0-1 0 0 0,0 1 0 0 0,-1-1-1 0 0,1 1 1 0 0,1-1 0 0 0,-1 0 0 0 0,0 0-1 0 0,0 0 1 0 0,1-1 0 0 0,-1 1 0 0 0,1-1 0 0 0,0 0-1 0 0,-1 0 1 0 0,1 0 0 0 0,0 0 0 0 0,-1-1-1 0 0,1 1 1 0 0,0-1 0 0 0,0 0 0 0 0,0 0 0 0 0,0 0-1 0 0,-1-1 1 0 0,8-1 0 0 0,-1 0-20 0 0,-1-1 0 0 0,0 0 0 0 0,0 0 1 0 0,0-1-1 0 0,0 0 0 0 0,-1-1 0 0 0,1 0 0 0 0,-1 0 1 0 0,0-1-1 0 0,-1 0 0 0 0,12-11 0 0 0,-7 3-54 0 0,-1 0 0 0 0,0-1-1 0 0,-1-1 1 0 0,-1 1-1 0 0,-1-2 1 0 0,0 1 0 0 0,-1-1-1 0 0,0 0 1 0 0,-2 0 0 0 0,0-1-1 0 0,3-22 1 0 0,1-24-95 0 0,-1-121 1 0 0,-4 52 108 0 0,1 54-3 0 0,-25 156-236 0 0,3 5 361 0 0,-5 85 0 0 0,20-132-217 0 0,1 0 1 0 0,1 0 0 0 0,2 0-1 0 0,2 0 1 0 0,9 40-1 0 0,-12-70-5 0 0,0-1 0 0 0,0 0-1 0 0,0 0 1 0 0,1 1-1 0 0,-1-1 1 0 0,1 0 0 0 0,0 0-1 0 0,1-1 1 0 0,-1 1-1 0 0,0 0 1 0 0,1-1-1 0 0,0 1 1 0 0,0-1 0 0 0,0 0-1 0 0,0 0 1 0 0,1 0-1 0 0,-1 0 1 0 0,5 2-1 0 0,8-2-580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36.2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9 636 5208 0 0,'4'-27'574'0'0,"-4"28"-541"0"0,0-1 0 0 0,0 0 0 0 0,0 0 0 0 0,0 1 0 0 0,-1-1 1 0 0,1 0-1 0 0,0 0 0 0 0,0 0 0 0 0,0 1 0 0 0,-1-1 0 0 0,1 0 0 0 0,0 0 0 0 0,0 0 0 0 0,-1 0 0 0 0,1 1 0 0 0,0-1 0 0 0,0 0 0 0 0,-1 0 0 0 0,1 0 0 0 0,0 0 0 0 0,-1 0 0 0 0,1 0 1 0 0,0 0-1 0 0,0 0 0 0 0,-1 0 0 0 0,1 0 0 0 0,0 0 0 0 0,-1 0 0 0 0,1 0 0 0 0,0 0 0 0 0,0 0 0 0 0,-1 0 0 0 0,1 0 0 0 0,0 0 0 0 0,-1 0 0 0 0,1-1 0 0 0,0 1 0 0 0,0 0 0 0 0,-1 0 1 0 0,1 0-1 0 0,0 0 0 0 0,0-1 0 0 0,0 1 0 0 0,-1 0 0 0 0,1 0 0 0 0,0-1 0 0 0,0 1 0 0 0,0 0 0 0 0,-1 0 0 0 0,1-1 0 0 0,0 1 0 0 0,0 0 0 0 0,0 0 0 0 0,0-1 0 0 0,0 1 0 0 0,0 0 1 0 0,0 0-1 0 0,0-1 0 0 0,0 1 0 0 0,0 0 0 0 0,0-1 0 0 0,0 1 0 0 0,0 0 0 0 0,0-1 0 0 0,0 1 0 0 0,59 10 1715 0 0,-47-10-1705 0 0,0 0 0 0 0,-1 0 1 0 0,1-1-1 0 0,21-5 0 0 0,-27 4-42 0 0,1 0 0 0 0,-1 0-1 0 0,0 0 1 0 0,0 0-1 0 0,0-1 1 0 0,-1 0 0 0 0,1-1-1 0 0,-1 1 1 0 0,1-1-1 0 0,5-5 1 0 0,-9 6-2 0 0,0 0-1 0 0,0 0 1 0 0,0 0 0 0 0,0-1-1 0 0,-1 1 1 0 0,1 0 0 0 0,-1-1-1 0 0,0 1 1 0 0,0-1 0 0 0,0 0-1 0 0,0 1 1 0 0,-1-1-1 0 0,1 0 1 0 0,-1 1 0 0 0,0-1-1 0 0,0 0 1 0 0,0 1 0 0 0,-1-1-1 0 0,1 0 1 0 0,-1 1 0 0 0,0-1-1 0 0,-2-4 1 0 0,-2-6-13 0 0,0 1 0 0 0,0 0 1 0 0,-1 0-1 0 0,-12-17 0 0 0,11 18 7 0 0,-1 0 1 0 0,0 0-1 0 0,-1 1 0 0 0,-1 0 1 0 0,1 1-1 0 0,-16-12 0 0 0,25 21 9 0 0,0 1 0 0 0,0 0-1 0 0,0 0 1 0 0,0 0 0 0 0,-1 0-1 0 0,1 0 1 0 0,0 0 0 0 0,0 0-1 0 0,0-1 1 0 0,0 1 0 0 0,-1 0-1 0 0,1 0 1 0 0,0 0 0 0 0,0 0-1 0 0,0 0 1 0 0,0 0 0 0 0,-1 0-1 0 0,1 0 1 0 0,0 0 0 0 0,0 0-1 0 0,0 0 1 0 0,0 0 0 0 0,-1 0-1 0 0,1 0 1 0 0,0 0 0 0 0,0 0-1 0 0,0 0 1 0 0,0 0 0 0 0,-1 1-1 0 0,1-1 1 0 0,0 0 0 0 0,0 0-1 0 0,0 0 1 0 0,0 0 0 0 0,0 0-1 0 0,-1 0 1 0 0,1 0 0 0 0,0 0-1 0 0,0 1 1 0 0,0-1 0 0 0,0 0-1 0 0,0 0 1 0 0,-3 12 66 0 0,3 19 37 0 0,0-24-82 0 0,0 211 643 0 0,0-211-609 0 0,0 0 1 0 0,0 1 0 0 0,1-1 0 0 0,0 0-1 0 0,1 0 1 0 0,0-1 0 0 0,0 1-1 0 0,0 0 1 0 0,0 0 0 0 0,7 10 0 0 0,-7-14-42 0 0,1 1-1 0 0,-1-1 1 0 0,1 0 0 0 0,0 0 0 0 0,0 0 0 0 0,0 0 0 0 0,0 0 0 0 0,1-1 0 0 0,-1 0 0 0 0,1 1-1 0 0,-1-1 1 0 0,1-1 0 0 0,0 1 0 0 0,0 0 0 0 0,0-1 0 0 0,0 0 0 0 0,0 0 0 0 0,0 0 0 0 0,6 0-1 0 0,3 0-54 0 0,1-1-1 0 0,-1 0 0 0 0,1-1 1 0 0,-1-1-1 0 0,0 0 0 0 0,0-1 1 0 0,1 0-1 0 0,-2-1 0 0 0,1-1 1 0 0,23-11-1 0 0,-15 5-149 0 0,-1 0 0 0 0,-1-2-1 0 0,0 0 1 0 0,-1-1 0 0 0,27-27-1 0 0,-27 21 66 0 0,0 0-1 0 0,-2-1 0 0 0,0-1 1 0 0,-1-1-1 0 0,-2 0 0 0 0,0-1 1 0 0,-1 0-1 0 0,-2-1 0 0 0,-1-1 0 0 0,0 1 1 0 0,-2-1-1 0 0,-1 0 0 0 0,4-36 1 0 0,-10 46 128 0 0,1 1 1 0 0,-2-1-1 0 0,0 1 1 0 0,-1-1-1 0 0,-7-28 1 0 0,7 37 15 0 0,0 1 0 0 0,0 0 0 0 0,-1 0-1 0 0,0 0 1 0 0,0 0 0 0 0,-1 0 0 0 0,-4-6 0 0 0,5 10 6 0 0,1-1 0 0 0,-1 0 0 0 0,1 1-1 0 0,-1 0 1 0 0,0-1 0 0 0,0 1 0 0 0,0 0 0 0 0,0 1 0 0 0,0-1-1 0 0,-1 0 1 0 0,1 1 0 0 0,0 0 0 0 0,-8-2 0 0 0,7 2 17 0 0,0 1 0 0 0,-1 0 1 0 0,1 0-1 0 0,0 0 0 0 0,-1 1 0 0 0,1-1 0 0 0,0 1 1 0 0,0 0-1 0 0,-1 0 0 0 0,1 1 0 0 0,0-1 1 0 0,0 1-1 0 0,0 0 0 0 0,1 0 0 0 0,-1 0 0 0 0,0 0 1 0 0,1 1-1 0 0,-1 0 0 0 0,1 0 0 0 0,0-1 1 0 0,0 2-1 0 0,0-1 0 0 0,0 0 0 0 0,-3 6 0 0 0,-1 1 109 0 0,1 0 0 0 0,0 0 0 0 0,0 1 0 0 0,1 0 0 0 0,0 1 0 0 0,1-1 0 0 0,-5 20 0 0 0,4 0 262 0 0,2 0 1 0 0,0 1-1 0 0,2-1 1 0 0,1 0-1 0 0,2 1 1 0 0,10 55-1 0 0,-2-37 13 0 0,3-1-1 0 0,2 0 1 0 0,29 67-1 0 0,-35-98-654 0 0,1 1 1 0 0,0-2-1 0 0,1 1 1 0 0,1-1-1 0 0,1-1 0 0 0,0 0 1 0 0,2-1-1 0 0,-1-1 0 0 0,2 0 1 0 0,0-1-1 0 0,33 21 1 0 0,-9-10-1257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38.8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3574 1 6437 0 0,'-2'1'189'0'0,"1"-1"-166"0"0,0 0 0 0 0,1 0 0 0 0,-1 1 0 0 0,0-1 0 0 0,1 1 1 0 0,-1-1-1 0 0,1 0 0 0 0,-1 1 0 0 0,1-1 0 0 0,-1 1 0 0 0,1-1 1 0 0,-1 1-1 0 0,1 0 0 0 0,-1-1 0 0 0,1 1 0 0 0,0-1 0 0 0,-1 1 1 0 0,1 0-1 0 0,0-1 0 0 0,-1 1 0 0 0,1 0 0 0 0,0-1 0 0 0,0 1 1 0 0,0 0-1 0 0,0 0 0 0 0,0-1 0 0 0,0 1 0 0 0,0 1 0 0 0,-10 59 764 0 0,3 0-1 0 0,2 98 0 0 0,3-43-246 0 0,-4-2-8 0 0,-26 143-1 0 0,23-209-438 0 0,-2 0-1 0 0,-3 0 1 0 0,-2-1 0 0 0,-1-1-1 0 0,-37 67 1 0 0,39-89-22 0 0,-2 0 0 0 0,0-1-1 0 0,-1-2 1 0 0,-1 1 0 0 0,-1-2 0 0 0,-1-1-1 0 0,0 0 1 0 0,-40 25 0 0 0,2-8-3 0 0,-1-3 0 0 0,-91 37 0 0 0,57-33-71 0 0,-1-4 0 0 0,-2-4 0 0 0,-1-5 0 0 0,-1-3 0 0 0,0-5 0 0 0,-153 4-1 0 0,-172-20-86 0 0,219-5 46 0 0,-275-15 139 0 0,479 20-106 0 0,0-1 0 0 0,1 1 1 0 0,-1 0-1 0 0,0 0 0 0 0,1 0 0 0 0,-1 0 0 0 0,0 0 0 0 0,1 0 1 0 0,-1 0-1 0 0,0 1 0 0 0,1-1 0 0 0,-1 0 0 0 0,0 0 0 0 0,1 0 1 0 0,-1 1-1 0 0,1-1 0 0 0,-1 0 0 0 0,0 1 0 0 0,1-1 0 0 0,-1 0 1 0 0,1 1-1 0 0,-1-1 0 0 0,1 1 0 0 0,-1-1 0 0 0,1 1 0 0 0,0-1 1 0 0,-1 1-1 0 0,-2 19-353 0 0,3-6 430 0 0,-4 25-57 0 0,-22 165 69 0 0,-79 247 236 0 0,58-270-83 0 0,-101 454 206 0 0,79-332-389 0 0,7 132 83 0 0,12-58 72 0 0,-143 824 756 0 0,139-325-133 0 0,46-762-695 0 0,-26 135 1 0 0,18-148-24 0 0,-13 75 138 0 0,-23 204 631 0 0,14 148-483 0 0,37-424-377 0 0,5-84 1 0 0,0-9-1228 0 0,-8-31-2160 0 0,0 9 1646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39.2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 6533 0 0,'-2'9'66'0'0,"1"1"1"0"0,1-1 0 0 0,0 1 0 0 0,0-1 0 0 0,1 1 0 0 0,0-1 0 0 0,1 1-1 0 0,4 14 1 0 0,2 4 345 0 0,20 42 0 0 0,-22-55-336 0 0,2-1-1 0 0,0-1 1 0 0,0 1-1 0 0,1-1 1 0 0,1-1 0 0 0,0 1-1 0 0,1-2 1 0 0,0 0-1 0 0,1 0 1 0 0,0-1 0 0 0,18 12-1 0 0,-19-15-70 0 0,0-1 1 0 0,0 0-1 0 0,1-1 0 0 0,-1 0 0 0 0,1-1 0 0 0,0-1 1 0 0,1 1-1 0 0,-1-2 0 0 0,1 0 0 0 0,-1 0 1 0 0,1-1-1 0 0,-1-1 0 0 0,1 0 0 0 0,21-3 0 0 0,-18 0-6 0 0,0-1 0 0 0,0 0-1 0 0,-1-1 1 0 0,1-1-1 0 0,-1 0 1 0 0,0-2-1 0 0,-1 1 1 0 0,21-15-1 0 0,2-7 481 0 0,55-53 0 0 0,-66 57 170 0 0,-4 9 1 0 0,-19 15-631 0 0,-1-1 0 0 0,0 1 0 0 0,0-1 0 0 0,0 1 0 0 0,1-1 0 0 0,-1 0 0 0 0,-1 0 0 0 0,1 1 0 0 0,0-1 0 0 0,0-1 0 0 0,-1 1 0 0 0,1 0 0 0 0,-1 0 0 0 0,0-1 0 0 0,0 1 0 0 0,2-5 0 0 0,1-12-1509 0 0,-1 5 335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40.5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510 641 5420 0 0,'0'-1'57'0'0,"0"1"-1"0"0,0-1 0 0 0,0 1 0 0 0,0-1 0 0 0,0 0 0 0 0,0 1 0 0 0,1-1 0 0 0,-1 0 0 0 0,0 1 0 0 0,0-1 0 0 0,0 1 0 0 0,1-1 0 0 0,-1 0 0 0 0,0 1 0 0 0,1-1 0 0 0,-1 1 0 0 0,0-1 0 0 0,1 1 0 0 0,-1-1 0 0 0,1 1 0 0 0,-1-1 0 0 0,1 1 0 0 0,12-17 637 0 0,-13 16-825 0 0,3-3 192 0 0,1 0-1 0 0,-1-1 1 0 0,-1 0-1 0 0,1 1 1 0 0,-1-1-1 0 0,1 0 1 0 0,-1 0-1 0 0,-1-1 1 0 0,1 1 0 0 0,-1 0-1 0 0,1-8 1 0 0,-2 0 98 0 0,0 1 1 0 0,-1-1-1 0 0,-1 1 0 0 0,0 0 1 0 0,-1-1-1 0 0,0 1 1 0 0,-1 0-1 0 0,0 0 1 0 0,-1 1-1 0 0,-12-21 1 0 0,12 23-126 0 0,0-1 0 0 0,-1 1 0 0 0,-1 1 0 0 0,1-1 1 0 0,-1 1-1 0 0,-1 0 0 0 0,0 1 0 0 0,0-1 0 0 0,-13-8 1 0 0,16 13-15 0 0,0 1 0 0 0,1-1 1 0 0,-1 1-1 0 0,0 0 1 0 0,0 0-1 0 0,0 1 0 0 0,-1 0 1 0 0,1 0-1 0 0,0 0 1 0 0,-1 0-1 0 0,1 1 0 0 0,0 0 1 0 0,-1 0-1 0 0,1 0 1 0 0,0 1-1 0 0,-1-1 0 0 0,1 1 1 0 0,0 1-1 0 0,0-1 1 0 0,-10 5-1 0 0,-1 2 60 0 0,0 0 1 0 0,1 2-1 0 0,0 0 1 0 0,0 1-1 0 0,1 0 1 0 0,0 1-1 0 0,1 1 1 0 0,-17 21-1 0 0,-2 6 209 0 0,-45 78 0 0 0,64-97-220 0 0,2 1-1 0 0,-12 28 1 0 0,21-45-40 0 0,0 1 0 0 0,0-1 0 0 0,0 1 1 0 0,1 0-1 0 0,0-1 0 0 0,0 1 0 0 0,0 0 1 0 0,1 0-1 0 0,0 0 0 0 0,0 0 0 0 0,1 0 1 0 0,-1 0-1 0 0,1-1 0 0 0,0 1 0 0 0,3 7 0 0 0,-3-11-8 0 0,0 0-1 0 0,0-1 0 0 0,0 1 0 0 0,0-1 0 0 0,0 1 1 0 0,0-1-1 0 0,0 1 0 0 0,1-1 0 0 0,-1 0 0 0 0,1 0 0 0 0,-1 1 1 0 0,1-1-1 0 0,-1 0 0 0 0,1 0 0 0 0,-1-1 0 0 0,1 1 1 0 0,2 1-1 0 0,0-1 1 0 0,1 0 0 0 0,-1 0 1 0 0,0-1-1 0 0,0 1 0 0 0,0-1 1 0 0,1 0-1 0 0,5-1 0 0 0,4-1-2 0 0,0 0-1 0 0,0-1 1 0 0,19-8-1 0 0,-13 4-24 0 0,-1-1-1 0 0,-1-1 1 0 0,1-1 0 0 0,-1 0 0 0 0,-1-1-1 0 0,0-1 1 0 0,-1-1 0 0 0,29-28 0 0 0,-26 20-61 0 0,-2-1 0 0 0,0 0 0 0 0,-1-1 0 0 0,-1-1 0 0 0,-2 0 0 0 0,11-27 0 0 0,-4 1-23 0 0,-3 0-1 0 0,-3-2 1 0 0,-1 0-1 0 0,-3-1 1 0 0,-2 0-1 0 0,2-77 0 0 0,-10 129 81 0 0,0-13 23 0 0,0 14-14 0 0,0 0 0 0 0,0 0-1 0 0,-1 0 1 0 0,1 0 0 0 0,0 0-1 0 0,0 1 1 0 0,0-1 0 0 0,0 0-1 0 0,0 0 1 0 0,0 0 0 0 0,0 0-1 0 0,0 0 1 0 0,-1 0-1 0 0,1 1 1 0 0,0-1 0 0 0,0 0-1 0 0,0 0 1 0 0,0 0 0 0 0,0 0-1 0 0,-1 0 1 0 0,1 0 0 0 0,0 0-1 0 0,0 0 1 0 0,0 0 0 0 0,0 0-1 0 0,-1 0 1 0 0,1 0 0 0 0,0 0-1 0 0,0 0 1 0 0,0 0 0 0 0,0 0-1 0 0,-1 0 1 0 0,1 0 0 0 0,0 0-1 0 0,0 0 1 0 0,0 0-1 0 0,0 0 1 0 0,-1 0 0 0 0,1 0-1 0 0,0 0 1 0 0,0 0 0 0 0,0 0-1 0 0,0-1 1 0 0,0 1 0 0 0,-1 0-1 0 0,1 0 1 0 0,0 0 0 0 0,0 0-1 0 0,0 0 1 0 0,0 0 0 0 0,0-1-1 0 0,0 1 1 0 0,0 0 0 0 0,0 0-1 0 0,-1 0 1 0 0,1 0 0 0 0,0 0-1 0 0,0-1 1 0 0,0 1 0 0 0,0 0-1 0 0,0 0 1 0 0,0 0-1 0 0,0 0 1 0 0,0-1 0 0 0,0 1-1 0 0,0 0 1 0 0,0 0 0 0 0,-7 9-2 0 0,1 0 0 0 0,0 0 0 0 0,0 1 0 0 0,1 0 1 0 0,0 0-1 0 0,-6 21 0 0 0,-56 196-5 0 0,62-211 8 0 0,0 1 0 0 0,2 0 0 0 0,0 0 0 0 0,-1 33 1 0 0,3-24-7 0 0,-1 7-181 0 0,1-1-1 0 0,2 1 1 0 0,5 39 0 0 0,-5-61-64 0 0,1 0 0 0 0,1-1 1 0 0,0 0-1 0 0,0 1 0 0 0,1-1 0 0 0,0 0 1 0 0,0-1-1 0 0,1 1 0 0 0,1-1 0 0 0,0 0 1 0 0,0 0-1 0 0,0 0 0 0 0,13 11 0 0 0,-14-16 74 0 0,0-1-1 0 0,1 0 0 0 0,-1 0 0 0 0,1 0 1 0 0,-1-1-1 0 0,1 0 0 0 0,0 0 0 0 0,0-1 0 0 0,-1 1 1 0 0,1-1-1 0 0,0 0 0 0 0,1-1 0 0 0,-1 0 1 0 0,0 0-1 0 0,0 0 0 0 0,0 0 0 0 0,10-3 1 0 0,-5 1 117 0 0,0 0 0 0 0,0-1 0 0 0,0-1 0 0 0,0 1 0 0 0,0-2 0 0 0,-1 1 0 0 0,0-1 1 0 0,16-12-1 0 0,-25 17 71 0 0,7-6 371 0 0,0 0-1 0 0,-1-1 1 0 0,8-8-1 0 0,-13 13-191 0 0,-1 1 0 0 0,1-1-1 0 0,-1 0 1 0 0,0 0 0 0 0,0 0 0 0 0,0 0-1 0 0,0 0 1 0 0,0 0 0 0 0,0 0 0 0 0,0 0-1 0 0,-1 0 1 0 0,1-1 0 0 0,-1 1-1 0 0,1 0 1 0 0,-1 0 0 0 0,0-1 0 0 0,0 1-1 0 0,0 0 1 0 0,-1-4 0 0 0,1 3-111 0 0,0-1 0 0 0,0 1 0 0 0,0 0 0 0 0,0 0 0 0 0,1 0 0 0 0,-1 0 0 0 0,1 0 0 0 0,0 0 0 0 0,0 0 0 0 0,0 0 0 0 0,0 0 0 0 0,0 0 0 0 0,1 1 0 0 0,-1-1 0 0 0,1 0 0 0 0,0 1 0 0 0,3-5 0 0 0,6-5-118 0 0,0 0-1 0 0,13-11 1 0 0,-20 20 82 0 0,20-18-35 0 0,-9 8 0 0 0,0 0-1 0 0,-1-1 1 0 0,24-31 0 0 0,-35 41-12 0 0,0 0 1 0 0,0 0 0 0 0,-1-1 0 0 0,0 1-1 0 0,1-1 1 0 0,-2 0 0 0 0,1 0-1 0 0,-1 0 1 0 0,1 1 0 0 0,-1-1-1 0 0,-1 0 1 0 0,1-1 0 0 0,-1 1 0 0 0,0 0-1 0 0,0 0 1 0 0,0 0 0 0 0,-1 0-1 0 0,1 0 1 0 0,-1 0 0 0 0,-3-8 0 0 0,2 10-10 0 0,1-1 0 0 0,-1 1 0 0 0,0 0 1 0 0,0 0-1 0 0,-1 0 0 0 0,1 0 1 0 0,-1 0-1 0 0,0 0 0 0 0,1 0 0 0 0,-1 1 1 0 0,0 0-1 0 0,0-1 0 0 0,-1 1 0 0 0,1 0 1 0 0,0 1-1 0 0,-1-1 0 0 0,1 0 1 0 0,-1 1-1 0 0,0 0 0 0 0,1 0 0 0 0,-1 0 1 0 0,0 0-1 0 0,-6 0 0 0 0,1 1 10 0 0,1-1 0 0 0,0 1 0 0 0,-1 0 0 0 0,1 1 1 0 0,0 0-1 0 0,0 0 0 0 0,-1 1 0 0 0,1 0 0 0 0,0 0 0 0 0,-8 4 0 0 0,8-2 26 0 0,0 1 1 0 0,0 0-1 0 0,1 1 1 0 0,-1 0 0 0 0,1 0-1 0 0,0 0 1 0 0,1 1-1 0 0,-1 0 1 0 0,2 0-1 0 0,-1 1 1 0 0,1-1-1 0 0,0 1 1 0 0,0 0-1 0 0,1 1 1 0 0,-5 14-1 0 0,5-13-8 0 0,1 0 0 0 0,0 0 0 0 0,0 0 1 0 0,2 1-1 0 0,-1-1 0 0 0,1 1 0 0 0,1 0 0 0 0,-1-1 0 0 0,2 1 0 0 0,0 0 0 0 0,0-1 0 0 0,1 1 0 0 0,5 15 0 0 0,-5-19-5 0 0,0-1 0 0 0,1 0 0 0 0,0 0 1 0 0,0 0-1 0 0,1 0 0 0 0,0-1 0 0 0,0 1 1 0 0,0-1-1 0 0,0 0 0 0 0,1 0 0 0 0,0-1 0 0 0,0 1 1 0 0,0-1-1 0 0,10 6 0 0 0,-6-6-7 0 0,-1 0 1 0 0,1 0-1 0 0,0-1 0 0 0,0 0 0 0 0,0-1 0 0 0,0 0 0 0 0,0 0 1 0 0,0-1-1 0 0,16 0 0 0 0,-4-2-88 0 0,0-1 0 0 0,1 0 0 0 0,-2-2-1 0 0,1-1 1 0 0,0 0 0 0 0,-1-1 0 0 0,0-2 0 0 0,31-15 0 0 0,-41 18 25 0 0,1-1-1 0 0,-2-1 1 0 0,1 0-1 0 0,-1 0 1 0 0,0-1 0 0 0,0 0-1 0 0,-1-1 1 0 0,0 0 0 0 0,-1 0-1 0 0,0 0 1 0 0,0-1 0 0 0,-1 0-1 0 0,9-20 1 0 0,-10 17 98 0 0,-1 0 0 0 0,1-1 0 0 0,-2 0-1 0 0,0 0 1 0 0,-1 0 0 0 0,0 0 0 0 0,-1-1 0 0 0,-1 1 0 0 0,0 0 0 0 0,-4-29 0 0 0,2 29 98 0 0,3 10-90 0 0,-1 1 0 0 0,0 0 0 0 0,-1 0 0 0 0,1-1 0 0 0,-1 1 0 0 0,1 0 0 0 0,-1 0 0 0 0,0 0 0 0 0,0 0 0 0 0,0 0 0 0 0,0 0 0 0 0,-1 0 0 0 0,-3-6 0 0 0,4 11-49 0 0,1-1 1 0 0,-1 1-1 0 0,0 0 0 0 0,1-1 1 0 0,-1 1-1 0 0,1-1 1 0 0,0 1-1 0 0,0 0 0 0 0,-1-1 1 0 0,1 1-1 0 0,0 0 0 0 0,0-1 1 0 0,1 3-1 0 0,-5 616 495 0 0,4-416-453 0 0,-2-177-25 0 0,2-25-11 0 0,0-1-1 0 0,0 1 1 0 0,-1-1 0 0 0,1 0-1 0 0,0 1 1 0 0,-1-1 0 0 0,1 1-1 0 0,-1-1 1 0 0,1 0 0 0 0,-1 1-1 0 0,0-1 1 0 0,1 0 0 0 0,-1 1-1 0 0,-2 1 1 0 0,2-3-1 0 0,1 0 0 0 0,-1-1 0 0 0,0 1 0 0 0,1 0 0 0 0,-1 0 0 0 0,0 0 0 0 0,1 0 0 0 0,-1-1 0 0 0,0 1-1 0 0,1 0 1 0 0,-1-1 0 0 0,0 1 0 0 0,1 0 0 0 0,-1-1 0 0 0,1 1 0 0 0,-1-1 0 0 0,1 1 0 0 0,-1-1 0 0 0,1 1 0 0 0,-1-1 0 0 0,1 0 0 0 0,-1 1 0 0 0,1-1 0 0 0,-1 0 0 0 0,-10-16-7 0 0,0-4-6 0 0,1 0 0 0 0,0-2 0 0 0,2 1 0 0 0,0-1 0 0 0,2 0 0 0 0,0 0 0 0 0,2-1 0 0 0,0 0 0 0 0,2 1 1 0 0,1-1-1 0 0,2-43 0 0 0,4 27 5 0 0,0-1 0 0 0,3 1-1 0 0,1 1 1 0 0,2 0 0 0 0,2 0 0 0 0,20-42 0 0 0,-20 55 2 0 0,0 1-1 0 0,2 0 1 0 0,1 1-1 0 0,1 1 1 0 0,1 0-1 0 0,34-33 1 0 0,-47 51 1 0 0,1 0 0 0 0,-1 1 0 0 0,1 0 1 0 0,1 0-1 0 0,-1 1 0 0 0,0-1 1 0 0,1 1-1 0 0,11-3 0 0 0,-16 5 3 0 0,1 0-1 0 0,-1 1 1 0 0,0-1 0 0 0,1 1-1 0 0,-1 0 1 0 0,0 0 0 0 0,1 0-1 0 0,-1 0 1 0 0,0 0 0 0 0,1 0-1 0 0,-1 0 1 0 0,0 1 0 0 0,1-1-1 0 0,-1 1 1 0 0,0 0 0 0 0,0 0-1 0 0,0 0 1 0 0,1 0-1 0 0,-1 0 1 0 0,0 0 0 0 0,0 0-1 0 0,0 1 1 0 0,-1-1 0 0 0,1 1-1 0 0,0-1 1 0 0,-1 1 0 0 0,1 0-1 0 0,-1 0 1 0 0,3 3 0 0 0,0 3-2 0 0,-1-1 1 0 0,0 0 0 0 0,-1 1 0 0 0,0-1 0 0 0,0 1 0 0 0,0 0 0 0 0,-1 0-1 0 0,0-1 1 0 0,-1 1 0 0 0,0 0 0 0 0,0 0 0 0 0,-1 0 0 0 0,0 0 0 0 0,0 0-1 0 0,-4 11 1 0 0,-1 6 16 0 0,-2-1 0 0 0,-1 0 0 0 0,-19 35 0 0 0,26-55-11 0 0,-51 94 70 0 0,43-83-91 0 0,0-1 1 0 0,-1 1-1 0 0,0-2 1 0 0,-17 16-1 0 0,24-25-71 0 0,-1-1 1 0 0,1 1 0 0 0,-1-1-1 0 0,0 0 1 0 0,-9 3-1 0 0,13-5 40 0 0,1-1 0 0 0,-1 1 0 0 0,0-1 0 0 0,1 0-1 0 0,-1 1 1 0 0,0-1 0 0 0,0 0 0 0 0,1 1 0 0 0,-1-1 0 0 0,0 0-1 0 0,0 0 1 0 0,1 0 0 0 0,-1 0 0 0 0,0 0 0 0 0,0 0 0 0 0,1 0 0 0 0,-1 0-1 0 0,0 0 1 0 0,0 0 0 0 0,1 0 0 0 0,-1-1 0 0 0,0 1 0 0 0,0 0 0 0 0,1 0-1 0 0,-1-1 1 0 0,0 1 0 0 0,1-1 0 0 0,-1 1 0 0 0,0 0 0 0 0,1-1-1 0 0,-1 1 1 0 0,1-1 0 0 0,-1 0 0 0 0,1 1 0 0 0,-1-1 0 0 0,1 1 0 0 0,-1-1-1 0 0,1 0 1 0 0,0 1 0 0 0,-1-1 0 0 0,1 0 0 0 0,0 1 0 0 0,-1-1-1 0 0,1 0 1 0 0,0 0 0 0 0,0 1 0 0 0,0-1 0 0 0,0 0 0 0 0,0 0 0 0 0,0 1-1 0 0,0-1 1 0 0,0 0 0 0 0,0-1 0 0 0,1-13-880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40.9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 1 7005 0 0,'-30'38'592'0'0,"26"-32"-369"0"0,1 1-1 0 0,-1 0 0 0 0,1 0 0 0 0,1 0 0 0 0,-1 0 0 0 0,1 0 1 0 0,1 1-1 0 0,-3 13 0 0 0,4-5 163 0 0,0-1 0 0 0,1 0-1 0 0,4 23 1 0 0,2 24-77 0 0,-2 70 0 0 0,-4-74-310 0 0,-3 148-1527 0 0,2-200 1157 0 0,1-1 1 0 0,0 1 0 0 0,1-1-1 0 0,-1 1 1 0 0,1-1-1 0 0,2 5 1 0 0,1-2-809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41.6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1 195 6973 0 0,'46'-71'1550'0'0,"-52"88"-1012"0"0,-1-1-1 0 0,2 1 1 0 0,0 0 0 0 0,-3 22 0 0 0,6-26-495 0 0,1 0 0 0 0,0 0-1 0 0,0-1 1 0 0,1 1 0 0 0,1 0 0 0 0,0 0 0 0 0,1-1 0 0 0,6 25 0 0 0,-6-33-38 0 0,-1 0 1 0 0,1 0 0 0 0,0 0-1 0 0,-1 0 1 0 0,2 0 0 0 0,-1-1-1 0 0,0 1 1 0 0,1-1-1 0 0,0 1 1 0 0,0-1 0 0 0,0 0-1 0 0,0 0 1 0 0,0 0-1 0 0,0-1 1 0 0,1 1 0 0 0,0-1-1 0 0,-1 0 1 0 0,1 0 0 0 0,0 0-1 0 0,0 0 1 0 0,0 0-1 0 0,0-1 1 0 0,0 0 0 0 0,1 0-1 0 0,-1 0 1 0 0,0-1 0 0 0,0 1-1 0 0,1-1 1 0 0,7 0-1 0 0,-3-1-4 0 0,0 1-1 0 0,0-1 0 0 0,0-1 0 0 0,0 0 0 0 0,0 0 1 0 0,0 0-1 0 0,0-1 0 0 0,11-6 0 0 0,-16 6 0 0 0,0 1 0 0 0,0-1 0 0 0,0 1 0 0 0,-1-1 0 0 0,1 0 0 0 0,-1-1-1 0 0,1 1 1 0 0,-1-1 0 0 0,0 1 0 0 0,0-1 0 0 0,-1 0 0 0 0,1 0 0 0 0,-1 0-1 0 0,0-1 1 0 0,0 1 0 0 0,0 0 0 0 0,-1-1 0 0 0,2-5 0 0 0,0-5-2 0 0,-1-1 0 0 0,-1 0 0 0 0,0 0 0 0 0,-1 1 0 0 0,-1-1 0 0 0,0 0 0 0 0,-1 0 0 0 0,-5-19 0 0 0,4 24-5 0 0,0 0 0 0 0,0 0 0 0 0,-1 1 0 0 0,0 0 0 0 0,-1 0 0 0 0,0 0 0 0 0,-1 0 0 0 0,0 1 0 0 0,-1 0 0 0 0,1 0 1 0 0,-2 0-1 0 0,-12-11 0 0 0,16 17 4 0 0,0 0 1 0 0,0 1-1 0 0,-1-1 1 0 0,1 1-1 0 0,-1 0 1 0 0,1 0 0 0 0,-1 0-1 0 0,0 1 1 0 0,0-1-1 0 0,1 1 1 0 0,-1 1-1 0 0,0-1 1 0 0,0 1-1 0 0,0-1 1 0 0,-6 2 0 0 0,9-1 4 0 0,0 0 0 0 0,-1 1 0 0 0,1-1 1 0 0,0 1-1 0 0,-1-1 0 0 0,1 1 0 0 0,0 0 1 0 0,0 0-1 0 0,-1 0 0 0 0,1 0 0 0 0,0 1 1 0 0,0-1-1 0 0,0 1 0 0 0,1-1 0 0 0,-1 1 1 0 0,0-1-1 0 0,0 1 0 0 0,1 0 0 0 0,-1 0 1 0 0,1 0-1 0 0,0 0 0 0 0,0 0 0 0 0,-1 0 1 0 0,1 0-1 0 0,0 0 0 0 0,1 1 1 0 0,-1-1-1 0 0,0 0 0 0 0,1 1 0 0 0,-1-1 1 0 0,1 0-1 0 0,0 5 0 0 0,-1-2 0 0 0,1 1-1 0 0,0-1 0 0 0,0 1 1 0 0,0-1-1 0 0,1 0 1 0 0,0 1-1 0 0,0-1 1 0 0,0 0-1 0 0,1 0 0 0 0,0 1 1 0 0,0-1-1 0 0,0 0 1 0 0,0-1-1 0 0,1 1 1 0 0,0 0-1 0 0,5 6 0 0 0,-3-7 10 0 0,-1 1-1 0 0,1-1 1 0 0,0 0-1 0 0,1 0 0 0 0,-1-1 1 0 0,1 1-1 0 0,-1-1 0 0 0,1-1 1 0 0,0 1-1 0 0,0-1 0 0 0,0 0 1 0 0,1 0-1 0 0,11 1 0 0 0,-6-1 3 0 0,1 0 0 0 0,-1-1 0 0 0,1-1 0 0 0,-1 0 0 0 0,1-1 0 0 0,-1-1 0 0 0,1 1 0 0 0,-1-2-1 0 0,0 0 1 0 0,0 0 0 0 0,0-1 0 0 0,0-1 0 0 0,-1 0 0 0 0,1-1 0 0 0,-1 0 0 0 0,0 0 0 0 0,-1-1-1 0 0,0 0 1 0 0,0-1 0 0 0,-1-1 0 0 0,0 1 0 0 0,0-1 0 0 0,10-14 0 0 0,-8 6 132 0 0,-7 12 7 0 0,-7 21-117 0 0,-1-1 8 0 0,1 0 1 0 0,1 0-1 0 0,0 1 1 0 0,1-1-1 0 0,0 1 1 0 0,3 27-1 0 0,-1-39-39 0 0,-1 0 0 0 0,1 0 0 0 0,0 0 0 0 0,0 0 0 0 0,0 0 0 0 0,1 0 0 0 0,-1-1 0 0 0,1 1 0 0 0,0-1 1 0 0,0 1-1 0 0,0-1 0 0 0,0 1 0 0 0,1-1 0 0 0,0 0 0 0 0,-1 0 0 0 0,1 0 0 0 0,0-1 0 0 0,0 1 0 0 0,0-1 0 0 0,1 0 0 0 0,-1 1 0 0 0,1-1 0 0 0,-1-1 0 0 0,1 1 0 0 0,0-1 0 0 0,-1 1 1 0 0,1-1-1 0 0,0 0 0 0 0,0 0 0 0 0,0-1 0 0 0,5 1 0 0 0,1 0-41 0 0,-1-1 0 0 0,1-1 1 0 0,-1 0-1 0 0,0 0 0 0 0,0-1 0 0 0,0 0 0 0 0,1 0 1 0 0,-2-1-1 0 0,1 0 0 0 0,0-1 0 0 0,-1 0 0 0 0,1 0 1 0 0,-1-1-1 0 0,0 0 0 0 0,-1-1 0 0 0,1 1 1 0 0,-1-2-1 0 0,0 1 0 0 0,-1-1 0 0 0,0 0 0 0 0,10-12 1 0 0,-7 6-4 0 0,-1 0 1 0 0,0 0 0 0 0,0-1 0 0 0,-2 0 0 0 0,1 0 0 0 0,-2-1 0 0 0,0 0-1 0 0,-1 0 1 0 0,0 0 0 0 0,-1 0 0 0 0,-1-1 0 0 0,0-20 0 0 0,-1 36 37 0 0,-1-1 1 0 0,0 1-1 0 0,0-1 0 0 0,0 0 1 0 0,0 1-1 0 0,0-1 1 0 0,0 1-1 0 0,0-1 1 0 0,0 0-1 0 0,0 1 0 0 0,0-1 1 0 0,0 1-1 0 0,0-1 1 0 0,0 1-1 0 0,0-1 0 0 0,-1 0 1 0 0,1 1-1 0 0,0-1 1 0 0,0 1-1 0 0,-1-1 1 0 0,1 1-1 0 0,0-1 0 0 0,-1 1 1 0 0,1-1-1 0 0,0 1 1 0 0,-1 0-1 0 0,1-1 1 0 0,-1 1-1 0 0,1-1 0 0 0,-1 1 1 0 0,0-1-1 0 0,1 2 2 0 0,-1 0-1 0 0,0-1 0 0 0,0 1 0 0 0,1-1 1 0 0,-1 1-1 0 0,1 0 0 0 0,-1 0 0 0 0,1-1 1 0 0,-1 1-1 0 0,1 0 0 0 0,-1 0 0 0 0,1-1 1 0 0,-1 1-1 0 0,1 0 0 0 0,0 0 0 0 0,0 0 1 0 0,-1 0-1 0 0,1 0 0 0 0,0 0 0 0 0,0 1 1 0 0,-4 26 66 0 0,1 1 0 0 0,1 0 0 0 0,2 32 0 0 0,13 89 391 0 0,-10-116-358 0 0,117 604 2034 0 0,-104-548-2059 0 0,-15-79-43 0 0,0 0 0 0 0,-1 1 0 0 0,0-1 1 0 0,-1 0-1 0 0,-4 22 0 0 0,5-31-21 0 0,-1 0 0 0 0,1 0 0 0 0,-1 0 0 0 0,0 0 0 0 0,0 0 0 0 0,1 0 0 0 0,-1 0 0 0 0,0 0 0 0 0,-1-1 0 0 0,1 1 0 0 0,0 0 0 0 0,0-1 0 0 0,-1 1 0 0 0,1-1 0 0 0,-1 1 0 0 0,1-1 0 0 0,-1 0 0 0 0,0 1 0 0 0,1-1 0 0 0,-3 1 0 0 0,1-1 2 0 0,1-1 0 0 0,-1 1 0 0 0,0-1 0 0 0,1 1 0 0 0,-1-1 1 0 0,0 0-1 0 0,1 0 0 0 0,-1 0 0 0 0,0 0 0 0 0,1 0 0 0 0,-1-1 0 0 0,0 1 0 0 0,-3-2 1 0 0,-5-2 3 0 0,2-1 0 0 0,-1 1 1 0 0,0-1-1 0 0,1-1 0 0 0,0 0 1 0 0,-13-11-1 0 0,9 5-14 0 0,0 0-1 0 0,1-1 1 0 0,1-1 0 0 0,0 0-1 0 0,0 0 1 0 0,2-1 0 0 0,0-1-1 0 0,1 1 1 0 0,-9-23-1 0 0,10 17 2 0 0,0 1-1 0 0,1-1 0 0 0,2-1 1 0 0,0 1-1 0 0,1-1 0 0 0,1 1 1 0 0,1-34-1 0 0,2 38 5 0 0,1 0-1 0 0,0 0 0 0 0,1 0 1 0 0,1 0-1 0 0,1 0 1 0 0,0 1-1 0 0,1 0 1 0 0,1 0-1 0 0,14-24 1 0 0,-14 29 4 0 0,1 0 0 0 0,0 0 0 0 0,0 1 0 0 0,1 1 0 0 0,0-1 0 0 0,1 1-1 0 0,0 1 1 0 0,1 0 0 0 0,0 0 0 0 0,0 1 0 0 0,0 1 0 0 0,1 0 0 0 0,17-7 0 0 0,-10 7 4 0 0,-1 1 1 0 0,0 0-1 0 0,1 1 0 0 0,0 1 0 0 0,37-1 0 0 0,-45 4-61 0 0,1 0 1 0 0,0 1-1 0 0,0 1 0 0 0,0 0 1 0 0,-1 0-1 0 0,1 1 1 0 0,-1 1-1 0 0,0-1 0 0 0,0 2 1 0 0,18 9-1 0 0,-27-13-56 0 0,0 0 0 0 0,-1 0 0 0 0,1 0-1 0 0,-1 0 1 0 0,1 0 0 0 0,-1 0 0 0 0,1 0 0 0 0,-1 1 0 0 0,0-1-1 0 0,0 0 1 0 0,1 1 0 0 0,-1-1 0 0 0,0 1 0 0 0,0 0-1 0 0,-1-1 1 0 0,1 1 0 0 0,0-1 0 0 0,0 1 0 0 0,-1 0 0 0 0,1 0-1 0 0,-1 0 1 0 0,0-1 0 0 0,1 1 0 0 0,-1 0 0 0 0,0 0 0 0 0,0 0-1 0 0,0 0 1 0 0,0-1 0 0 0,0 1 0 0 0,-1 0 0 0 0,1 0 0 0 0,-1 2-1 0 0,-7 13-1416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42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170 200 9637 0 0,'10'-118'-405'0'0,"-9"204"668"0"0,-12 263 743 0 0,-3-231-777 0 0,-27 267 135 0 0,36-330-355 0 0,-17 80 0 0 0,18-118-4 0 0,-1 0 0 0 0,0 0 1 0 0,-1 0-1 0 0,-1-1 0 0 0,-1 0 0 0 0,0-1 0 0 0,-1 0 0 0 0,-20 26 0 0 0,23-35 149 0 0,11-15-32 0 0,14-16 5 0 0,-7 14-116 0 0,0 1-1 0 0,1 0 1 0 0,0 1 0 0 0,1 0 0 0 0,0 1-1 0 0,1 0 1 0 0,21-7 0 0 0,-13 7 0 0 0,1 1 0 0 0,0 1 0 0 0,0 2 0 0 0,32-3 0 0 0,14 5 158 0 0,0 3 1 0 0,101 15-1 0 0,24 11 287 0 0,42 5-199 0 0,-179-27-224 0 0,1-2-1 0 0,61-7 1 0 0,-118 4-27 0 0,53-7 16 0 0,-51 7 25 0 0,1-1-1 0 0,0-1 1 0 0,-1 1-1 0 0,1-1 1 0 0,-1 0-1 0 0,1 0 1 0 0,-1 0 0 0 0,0 0-1 0 0,5-5 1 0 0,-9 7-28 0 0,1 0 1 0 0,-1 0 0 0 0,0 0 0 0 0,0-1-1 0 0,1 1 1 0 0,-1 0 0 0 0,0 0-1 0 0,0-1 1 0 0,1 1 0 0 0,-1 0 0 0 0,0-1-1 0 0,0 1 1 0 0,0 0 0 0 0,0-1 0 0 0,0 1-1 0 0,0 0 1 0 0,1-1 0 0 0,-1 1 0 0 0,0 0-1 0 0,0-1 1 0 0,0 1 0 0 0,0 0-1 0 0,0-1 1 0 0,0 1 0 0 0,0 0 0 0 0,0-1-1 0 0,-1 1 1 0 0,1 0 0 0 0,0-1 0 0 0,0 1-1 0 0,0 0 1 0 0,0-1 0 0 0,0 1 0 0 0,0 0-1 0 0,-1-1 1 0 0,1 1 0 0 0,-15-12 186 0 0,-24-4-269 0 0,37 16 84 0 0,-3-2-21 0 0,0 0 0 0 0,0-1 0 0 0,-1 1 0 0 0,1-1-1 0 0,1 0 1 0 0,-1 0 0 0 0,0-1 0 0 0,1 1 0 0 0,-1-1-1 0 0,1 0 1 0 0,0 0 0 0 0,1 0 0 0 0,-1-1 0 0 0,1 0-1 0 0,-4-6 1 0 0,4 4-2 0 0,0 1-1 0 0,0-1 1 0 0,0-1 0 0 0,1 1-1 0 0,0 0 1 0 0,1-1-1 0 0,0 1 1 0 0,0-1 0 0 0,0 1-1 0 0,1-1 1 0 0,1-8-1 0 0,8-51-113 0 0,3 0 0 0 0,30-95 0 0 0,-17 70 62 0 0,142-503-135 0 0,-157 567 189 0 0,-7 22 12 0 0,-1-1 0 0 0,1 0 0 0 0,-1 0 0 0 0,0 0 0 0 0,-1 0 0 0 0,2-11 0 0 0,-3 18-8 0 0,0-1 0 0 0,0 0 0 0 0,0 0-1 0 0,-1 0 1 0 0,1 0 0 0 0,0 0 0 0 0,0 0 0 0 0,0 1 0 0 0,-1-1 0 0 0,1 0 0 0 0,0 0 0 0 0,-1 0-1 0 0,1 1 1 0 0,-1-1 0 0 0,1 0 0 0 0,-1 0 0 0 0,1 1 0 0 0,-1-1 0 0 0,0 0 0 0 0,1 1-1 0 0,-1-1 1 0 0,0 1 0 0 0,-1-2 0 0 0,0 1-2 0 0,0 1 0 0 0,0-1-1 0 0,0 0 1 0 0,0 1 0 0 0,0-1 0 0 0,0 1 0 0 0,0 0-1 0 0,0-1 1 0 0,-5 1 0 0 0,-5 1-15 0 0,1 1 1 0 0,-24 6-1 0 0,25-6 16 0 0,-754 120 150 0 0,658-108-501 0 0,-106 28 1 0 0,204-40 296 0 0,-12 4-2021 0 0,19-1 532 0 0,13 0 56 0 0,-3-3 344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43.5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362 141 6125 0 0,'-8'0'301'0'0,"-1"0"0"0"0,1 1 0 0 0,-1 0 0 0 0,1 0 0 0 0,0 0 0 0 0,-1 2 0 0 0,1-1 1 0 0,0 1-1 0 0,-7 3 0 0 0,11-4-171 0 0,1 0-1 0 0,-1 0 1 0 0,1 1 0 0 0,0-1 0 0 0,0 1 0 0 0,0 0-1 0 0,0 0 1 0 0,1 0 0 0 0,-1 0 0 0 0,1 0 0 0 0,0 1-1 0 0,-1-1 1 0 0,2 1 0 0 0,-1-1 0 0 0,0 1 0 0 0,1 0 0 0 0,-1-1-1 0 0,1 1 1 0 0,0 0 0 0 0,0 6 0 0 0,-4 44 480 0 0,2 0 0 0 0,6 88 0 0 0,-1 51-85 0 0,-29 31-313 0 0,17-177-197 0 0,-1 0 1 0 0,-29 74-1 0 0,0-35-17 0 0,36-78 0 0 0,-1 0 1 0 0,0-1-1 0 0,0 1 1 0 0,-1-1-1 0 0,0 0 1 0 0,0 0-1 0 0,-1-1 1 0 0,-8 7-1 0 0,14-12 2 0 0,1-1 0 0 0,-1 1 0 0 0,0 0 0 0 0,0-1 0 0 0,0 1-1 0 0,0-1 1 0 0,0 1 0 0 0,0-1 0 0 0,0 1 0 0 0,0-1 0 0 0,0 0-1 0 0,0 1 1 0 0,0-1 0 0 0,0 0 0 0 0,0 0 0 0 0,0 0 0 0 0,0 0 0 0 0,0 0-1 0 0,0 0 1 0 0,-1 0 0 0 0,-1-1 0 0 0,3 1 1 0 0,-1-1 0 0 0,0 1 0 0 0,1-1-1 0 0,-1 0 1 0 0,0 1 0 0 0,1-1 0 0 0,-1 0 0 0 0,1 1 0 0 0,-1-1 0 0 0,1 0-1 0 0,-1 0 1 0 0,1 0 0 0 0,0 1 0 0 0,-1-1 0 0 0,1 0 0 0 0,0 0 0 0 0,0 0 0 0 0,0 0-1 0 0,0 0 1 0 0,-1-1 0 0 0,1-2 1 0 0,0-1-1 0 0,0 0 1 0 0,0 1 0 0 0,1-1-1 0 0,0 1 1 0 0,0-1-1 0 0,0 1 1 0 0,3-9 0 0 0,0 6-4 0 0,0 0 0 0 0,0 1 0 0 0,1 0 0 0 0,0 0 0 0 0,0 0 0 0 0,1 0 0 0 0,-1 1 0 0 0,1 0 0 0 0,1 0 0 0 0,-1 1 1 0 0,0-1-1 0 0,1 1 0 0 0,0 1 0 0 0,0-1 0 0 0,12-3 0 0 0,2 0-2 0 0,0 1 0 0 0,1 1 0 0 0,0 1 0 0 0,27-2 0 0 0,28 2 35 0 0,108 10-1 0 0,-39 1-44 0 0,235-13-12 0 0,-368 6 26 0 0,17 2 35 0 0,-41-9 38 0 0,0 1 0 0 0,1-2 0 0 0,0 1 0 0 0,0-1 1 0 0,0-1-1 0 0,1 0 0 0 0,1 0 0 0 0,-13-16 0 0 0,17 17-75 0 0,0-1-1 0 0,0 1 1 0 0,1-1-1 0 0,0 0 1 0 0,0 0-1 0 0,1 0 1 0 0,0 0-1 0 0,1 0 1 0 0,0 0-1 0 0,0 0 1 0 0,1-1-1 0 0,0 1 1 0 0,1 0-1 0 0,3-16 1 0 0,3-11-15 0 0,3-1 0 0 0,17-46 0 0 0,-13 44 14 0 0,-8 21 4 0 0,98-277-50 0 0,-70 210-15 0 0,64-113 0 0 0,-96 194 67 0 0,0 1-9 0 0,1-1 1 0 0,-2 1-1 0 0,1-1 1 0 0,0 0-1 0 0,-1 0 1 0 0,1 1-1 0 0,0-7 1 0 0,-2 9 2 0 0,0 0-1 0 0,0 0 1 0 0,0 0 0 0 0,-1 0 0 0 0,1-1-1 0 0,0 1 1 0 0,-1 0 0 0 0,1 0-1 0 0,0 0 1 0 0,-1 0 0 0 0,1 0 0 0 0,-1 1-1 0 0,0-1 1 0 0,1 0 0 0 0,-1 0 0 0 0,0 0-1 0 0,0 0 1 0 0,1 1 0 0 0,-1-1 0 0 0,0 0-1 0 0,0 1 1 0 0,0-1 0 0 0,0 1-1 0 0,0-1 1 0 0,0 1 0 0 0,0-1 0 0 0,0 1-1 0 0,0-1 1 0 0,0 1 0 0 0,0 0 0 0 0,-2-1-1 0 0,-12-2-13 0 0,0 1 0 0 0,0 1 0 0 0,0 0-1 0 0,-1 0 1 0 0,1 2 0 0 0,0 0 0 0 0,-24 4 0 0 0,1 0-11 0 0,-506 54 109 0 0,503-55-88 0 0,-1 2-1 0 0,-56 15 1 0 0,94-19-18 0 0,0-1 0 0 0,1 1 0 0 0,-1-1 0 0 0,0 1 0 0 0,1 0 1 0 0,0 0-1 0 0,-7 5 0 0 0,10-6 4 0 0,0-1 1 0 0,-1 0-1 0 0,1 1 1 0 0,0-1-1 0 0,-1 0 1 0 0,1 1-1 0 0,0-1 1 0 0,-1 0-1 0 0,1 1 1 0 0,0-1-1 0 0,0 1 1 0 0,0-1-1 0 0,-1 1 1 0 0,1-1-1 0 0,0 1 1 0 0,0-1-1 0 0,0 1 1 0 0,0-1-1 0 0,0 0 1 0 0,0 1-1 0 0,0-1 1 0 0,0 1-1 0 0,0-1 1 0 0,0 1-1 0 0,0 0 1 0 0,1 0-29 0 0,-1-1 0 0 0,1 1 0 0 0,0 0 1 0 0,-1-1-1 0 0,1 1 0 0 0,0 0 1 0 0,0-1-1 0 0,-1 1 0 0 0,1-1 1 0 0,0 1-1 0 0,0-1 0 0 0,0 0 0 0 0,0 1 1 0 0,0-1-1 0 0,-1 0 0 0 0,1 0 1 0 0,0 1-1 0 0,2-1 0 0 0,19 6-1487 0 0,-17-4 1204 0 0,-1 0-1 0 0,1-1 1 0 0,-1 0 0 0 0,1 0 0 0 0,6 0 0 0 0,10 0-865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44.2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314 15 7357 0 0,'6'-9'374'0'0,"-7"7"-84"0"0,-3 12 376 0 0,-7 18 192 0 0,2 0 1 0 0,0 1-1 0 0,-3 30 1 0 0,-5 14-162 0 0,-8 24-24 0 0,-86 287 172 0 0,45-117-782 0 0,35-123-45 0 0,8-73-69 0 0,22-70 58 0 0,5-7 7 0 0,-1 1 1 0 0,1 0-1 0 0,0 0 0 0 0,0 0 0 0 0,0 1 0 0 0,1-1 0 0 0,-1 1 0 0 0,7-4 0 0 0,-7 4-17 0 0,10-7-1 0 0,0 0-1 0 0,1 0 1 0 0,1 2-1 0 0,0 0 0 0 0,0 0 1 0 0,1 2-1 0 0,-1 0 1 0 0,2 1-1 0 0,20-5 0 0 0,-15 6 18 0 0,-1 2 1 0 0,2 0-1 0 0,-1 2 0 0 0,0 0 0 0 0,0 2 0 0 0,42 6 0 0 0,9 5 40 0 0,-13-1 64 0 0,0-3 0 0 0,112 2 0 0 0,-172-10-112 0 0,1 0 1 0 0,0-1-1 0 0,0 1 1 0 0,-1 0-1 0 0,1 0 1 0 0,0-1 0 0 0,-1 1-1 0 0,1-1 1 0 0,0 0-1 0 0,-1 1 1 0 0,1-1-1 0 0,-1 0 1 0 0,1 0 0 0 0,-1 0-1 0 0,1 0 1 0 0,-1 0-1 0 0,0 0 1 0 0,0-1-1 0 0,1 1 1 0 0,-1 0-1 0 0,0-1 1 0 0,0 1 0 0 0,0-1-1 0 0,0 1 1 0 0,0-1-1 0 0,-1 1 1 0 0,2-3-1 0 0,0-4 14 0 0,0 0 0 0 0,-1 0 0 0 0,0 0 0 0 0,1-16 0 0 0,1-11-27 0 0,17-145-43 0 0,-7 42 44 0 0,32-76-89 0 0,-28 148 251 0 0,-2-1 0 0 0,8-106-1 0 0,-23 166-61 0 0,0 0-1 0 0,0 0 0 0 0,-1 0 1 0 0,0 0-1 0 0,0 1 0 0 0,-1-1 1 0 0,1 0-1 0 0,-1 0 0 0 0,-6-11 0 0 0,6 15-34 0 0,1 0 0 0 0,-1 0 0 0 0,-1-1 0 0 0,1 1 0 0 0,0 1 0 0 0,-1-1 0 0 0,0 0 0 0 0,1 1-1 0 0,-1-1 1 0 0,0 1 0 0 0,0 0 0 0 0,-1 0 0 0 0,1 0 0 0 0,0 0 0 0 0,-1 0 0 0 0,1 1 0 0 0,-1 0 0 0 0,1-1-1 0 0,-5 1 1 0 0,-5-1 25 0 0,1 0 1 0 0,-1 1-1 0 0,0 1 0 0 0,1 0 0 0 0,-1 1 0 0 0,0 0 0 0 0,-14 4 1 0 0,-88 27-202 0 0,43-10-107 0 0,25-8-299 0 0,-31 7-1085 0 0,-2-3-838 0 0,36-10 757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46.3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535 166 5757 0 0,'8'-19'418'0'0,"0"0"1"0"0,13-22 0 0 0,8-19 1661 0 0,-29 60-2019 0 0,1-1 0 0 0,-1 0-1 0 0,0 1 1 0 0,0-1 0 0 0,1 0 0 0 0,-1 1 0 0 0,0-1 0 0 0,0 0 0 0 0,0 1 0 0 0,0-1-1 0 0,0 0 1 0 0,0 0 0 0 0,0 1 0 0 0,0-1 0 0 0,0 0 0 0 0,0 1 0 0 0,0-1 0 0 0,0 0-1 0 0,0 0 1 0 0,-1 1 0 0 0,1-1 0 0 0,0 0 0 0 0,-1 1 0 0 0,1-1 0 0 0,0 1 0 0 0,-1-1-1 0 0,1 0 1 0 0,-1 1 0 0 0,1-1 0 0 0,-1 1 0 0 0,1-1 0 0 0,-1 1 0 0 0,1-1 0 0 0,-1 1-1 0 0,1 0 1 0 0,-1-1 0 0 0,0 1 0 0 0,1 0 0 0 0,-1-1 0 0 0,0 1 0 0 0,1 0 0 0 0,-1 0-1 0 0,0 0 1 0 0,1-1 0 0 0,-1 1 0 0 0,-1 0 0 0 0,-5-1 96 0 0,-1 1-1 0 0,1 0 1 0 0,-15 1 0 0 0,7 0-4 0 0,-21-1-83 0 0,0 1 0 0 0,0 3 0 0 0,0 0 0 0 0,1 3 0 0 0,-56 16 0 0 0,75-17-55 0 0,0 0 0 0 0,0 1 1 0 0,0 1-1 0 0,1 0 0 0 0,1 1 0 0 0,-1 1 0 0 0,1 0 0 0 0,1 1 0 0 0,0 0 0 0 0,0 1 1 0 0,1 1-1 0 0,1 0 0 0 0,-18 27 0 0 0,22-29 23 0 0,1 0 0 0 0,0 1-1 0 0,1 0 1 0 0,1 0 0 0 0,0 0 0 0 0,0 1 0 0 0,1 0 0 0 0,1-1-1 0 0,0 1 1 0 0,1 0 0 0 0,0 0 0 0 0,1 0 0 0 0,1 0 0 0 0,0 0-1 0 0,0 0 1 0 0,5 17 0 0 0,-3-19-17 0 0,1 0 0 0 0,-1 0 0 0 0,2-1 1 0 0,-1 0-1 0 0,2 0 0 0 0,-1 0 0 0 0,1 0 0 0 0,1-1 0 0 0,0 0 0 0 0,0 0 0 0 0,0-1 0 0 0,1 0 1 0 0,1-1-1 0 0,-1 1 0 0 0,1-1 0 0 0,1-1 0 0 0,-1 0 0 0 0,1 0 0 0 0,10 4 0 0 0,-2-3-178 0 0,0-1 0 0 0,0 0 0 0 0,1-2 0 0 0,-1 0 0 0 0,1-1-1 0 0,0-1 1 0 0,22 0 0 0 0,-8-2-752 0 0,0-2-1 0 0,0-2 1 0 0,41-9-1 0 0,-20-1-545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46.6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355 237 7069 0 0,'0'-11'211'0'0,"1"0"-1"0"0,1 1 1 0 0,4-17 0 0 0,1-5 949 0 0,-5 18-329 0 0,1 4-488 0 0,-2-1 1 0 0,1 1-1 0 0,-1-1 1 0 0,-1 0 0 0 0,0 1-1 0 0,-2-12 1 0 0,2 20-337 0 0,-1-1-1 0 0,1 1 1 0 0,-1 0 0 0 0,0-1 0 0 0,0 1 0 0 0,0 0 0 0 0,0 0 0 0 0,-1 0-1 0 0,1 0 1 0 0,-1 0 0 0 0,1 0 0 0 0,-1 0 0 0 0,1 0 0 0 0,-1 0 0 0 0,0 1-1 0 0,0-1 1 0 0,0 1 0 0 0,0-1 0 0 0,0 1 0 0 0,0 0 0 0 0,0 0 0 0 0,-1 0-1 0 0,1 0 1 0 0,0 0 0 0 0,-1 1 0 0 0,1-1 0 0 0,0 0 0 0 0,-1 1 0 0 0,1 0-1 0 0,-1 0 1 0 0,-3 0 0 0 0,-5 0-10 0 0,1 0 1 0 0,-1 1-1 0 0,0 0 0 0 0,1 1 0 0 0,0 1 0 0 0,-1-1 1 0 0,-10 5-1 0 0,-2 2-24 0 0,-43 24-1 0 0,55-26 26 0 0,0 0 0 0 0,0 0-1 0 0,0 1 1 0 0,1 0 0 0 0,-16 16-1 0 0,25-22 5 0 0,-1 0 0 0 0,0 0 0 0 0,1-1 0 0 0,0 1-1 0 0,-1 0 1 0 0,1 0 0 0 0,0 0 0 0 0,0 0 0 0 0,0 1 0 0 0,0-1 0 0 0,0 0-1 0 0,1 0 1 0 0,-1 1 0 0 0,1-1 0 0 0,-1 0 0 0 0,1 1 0 0 0,0-1 0 0 0,0 0-1 0 0,0 1 1 0 0,0-1 0 0 0,0 0 0 0 0,1 1 0 0 0,-1-1 0 0 0,1 0 0 0 0,-1 1-1 0 0,1-1 1 0 0,0 0 0 0 0,0 0 0 0 0,0 0 0 0 0,0 0 0 0 0,0 0 0 0 0,1 0-1 0 0,-1 0 1 0 0,1 0 0 0 0,-1 0 0 0 0,1 0 0 0 0,-1-1 0 0 0,1 1 0 0 0,3 1-1 0 0,15 11 15 0 0,0 0 0 0 0,2-2 0 0 0,-1 0 0 0 0,1-1 0 0 0,1-2-1 0 0,33 10 1 0 0,-18-6-6 0 0,45 23-1 0 0,-67-28-18 0 0,0 1-1 0 0,26 20 1 0 0,-38-26 7 0 0,-1 0-1 0 0,0 0 1 0 0,0 0 0 0 0,1 0-1 0 0,-2 1 1 0 0,1-1 0 0 0,0 1-1 0 0,-1 0 1 0 0,0 0 0 0 0,0 0-1 0 0,0 0 1 0 0,0 0 0 0 0,0 0-1 0 0,-1 1 1 0 0,0-1 0 0 0,1 8-1 0 0,-2-9 4 0 0,0 0-1 0 0,0-1 0 0 0,-1 1 0 0 0,1-1 0 0 0,-1 1 0 0 0,0-1 0 0 0,1 1 0 0 0,-1-1 0 0 0,0 1 0 0 0,-1-1 0 0 0,1 0 0 0 0,0 1 0 0 0,-1-1 0 0 0,1 0 0 0 0,-1 0 0 0 0,0 0 0 0 0,1 0 0 0 0,-5 2 0 0 0,1 1-8 0 0,0-1 1 0 0,0 0 0 0 0,-1-1-1 0 0,0 1 1 0 0,-11 4-1 0 0,-6 0-171 0 0,1-1-1 0 0,-1-1 1 0 0,-1-1-1 0 0,1-2 1 0 0,-29 2-1 0 0,33-4-178 0 0,0-1-1 0 0,0 0 0 0 0,0-2 1 0 0,1 0-1 0 0,-1-2 0 0 0,-35-10 1 0 0,48 12 191 0 0,1 0-1 0 0,0 0 1 0 0,0 0 0 0 0,0-1 0 0 0,0 0-1 0 0,0 0 1 0 0,1 0 0 0 0,-1-1 0 0 0,1 1-1 0 0,0-1 1 0 0,0 0 0 0 0,-7-9 0 0 0,-2-8-651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46.9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11 7197 0 0,'0'0'12'0'0,"-1"-1"0"0"0,1 1 0 0 0,0 0 0 0 0,-1 0 0 0 0,1-1 0 0 0,0 1 0 0 0,0 0 0 0 0,-1 0 0 0 0,1 0 0 0 0,-1-1 1 0 0,1 1-1 0 0,0 0 0 0 0,-1 0 0 0 0,1 0 0 0 0,0 0 0 0 0,-1 0 0 0 0,1 0 0 0 0,-1-1 0 0 0,1 1 0 0 0,0 0 0 0 0,-1 0 0 0 0,1 0 0 0 0,-1 1 1 0 0,1-1-1 0 0,-1 0 0 0 0,1 0 0 0 0,0 0 0 0 0,-1 0 0 0 0,1 0 0 0 0,0 0 0 0 0,-1 0 0 0 0,1 1 0 0 0,0-1 0 0 0,-1 0 0 0 0,1 0 0 0 0,0 1 1 0 0,-1-1-1 0 0,1 0 0 0 0,0 0 0 0 0,-1 1 0 0 0,1-1 0 0 0,0 1 0 0 0,-7 9 254 0 0,6-8-234 0 0,0-1-1 0 0,-1 1 1 0 0,1 0 0 0 0,0 0 0 0 0,0 0 0 0 0,0-1 0 0 0,0 1 0 0 0,0 0 0 0 0,1 0 0 0 0,-1 1 0 0 0,1-1-1 0 0,-1 0 1 0 0,1 0 0 0 0,0 0 0 0 0,0 0 0 0 0,0 0 0 0 0,0 0 0 0 0,0 1 0 0 0,0-1 0 0 0,0 0 0 0 0,1 0-1 0 0,-1 0 1 0 0,1 0 0 0 0,0 0 0 0 0,-1 0 0 0 0,1 0 0 0 0,1 2 0 0 0,14 33 395 0 0,140 297 1335 0 0,-124-286-1710 0 0,-29-44-30 0 0,0-1 1 0 0,-1 0 0 0 0,1 0 0 0 0,0 0 0 0 0,1 0 0 0 0,-1 0 0 0 0,0-1 0 0 0,1 1 0 0 0,0-1 0 0 0,-1 0-1 0 0,6 2 1 0 0,-8-4 2 0 0,0 0-1 0 0,0 0 1 0 0,1-1-1 0 0,-1 1 1 0 0,0 0-1 0 0,0-1 1 0 0,0 1-1 0 0,0 0 1 0 0,0-1-1 0 0,0 1 1 0 0,0-1-1 0 0,0 0 1 0 0,0 1-1 0 0,0-1 1 0 0,0 0-1 0 0,-1 1 0 0 0,1-1 1 0 0,0 0-1 0 0,0 0 1 0 0,-1 0-1 0 0,2-1 1 0 0,13-22 271 0 0,-7 7-237 0 0,-2 0 0 0 0,0-1-1 0 0,-1 0 1 0 0,-1 0 0 0 0,0-1 0 0 0,1-20-1 0 0,-1-115 33 0 0,-5 109-6 0 0,1 12-43 0 0,-1 8 30 0 0,2 0 1 0 0,3-27 0 0 0,1 35-129 0 0,5 32-161 0 0,-6-3-120 0 0,0 0 0 0 0,-1 0 0 0 0,-1 1 0 0 0,2 15 0 0 0,3 14-798 0 0,0-5 41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47.4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58 129 8069 0 0,'10'-57'765'0'0,"-6"43"-162"0"0,-2 0 0 0 0,1 0 0 0 0,-1-16 0 0 0,-4 134-20 0 0,-32 193 0 0 0,25-241-532 0 0,-4 9 37 0 0,4 0-1 0 0,-3 110 0 0 0,12-161 14 0 0,1 0-1 0 0,0 0 1 0 0,1 0 0 0 0,1 0-1 0 0,5 19 1 0 0,-6-29-54 0 0,-1-1 1 0 0,1 1-1 0 0,-1-1 1 0 0,1 1-1 0 0,0-1 0 0 0,0 0 1 0 0,1 0-1 0 0,-1 0 1 0 0,1 0-1 0 0,-1 0 1 0 0,1 0-1 0 0,0-1 0 0 0,0 1 1 0 0,0-1-1 0 0,0 0 1 0 0,1 0-1 0 0,-1 0 1 0 0,1 0-1 0 0,-1-1 0 0 0,1 1 1 0 0,-1-1-1 0 0,1 0 1 0 0,0 0-1 0 0,6 0 1 0 0,4 1 34 0 0,0-2 0 0 0,0 0 0 0 0,1-1 0 0 0,-1 0 0 0 0,0-1 0 0 0,25-7 1 0 0,85-34 49 0 0,-78 25-141 0 0,229-65 22 0 0,-248 75-4 0 0,-21 6-16 0 0,1-1 1 0 0,-1 2-1 0 0,1-1 1 0 0,-1 1 0 0 0,9-1-1 0 0,-36 10-239 0 0,18-7 138 0 0,0 1 0 0 0,1-1-1 0 0,-1 0 1 0 0,0 0 0 0 0,0 0-1 0 0,0 0 1 0 0,0 0 0 0 0,-5 0-1 0 0,-2 0-640 0 0,0 0-1 0 0,0 0 0 0 0,-14 4 1 0 0,14-2-176 0 0,-7 0-498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48.1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352 370 4372 0 0,'5'2'108'0'0,"1"-1"-1"0"0,-1 0 0 0 0,1 0 0 0 0,-1-1 0 0 0,1 0 0 0 0,-1 0 0 0 0,1 0 1 0 0,0 0-1 0 0,-1-1 0 0 0,6-2 0 0 0,8 0 817 0 0,29-12 0 0 0,-43 13-781 0 0,-1-1 0 0 0,1 0 0 0 0,-1 0 0 0 0,1 0 0 0 0,-1 0 0 0 0,0-1 0 0 0,-1 0 0 0 0,1 1-1 0 0,-1-1 1 0 0,1-1 0 0 0,-1 1 0 0 0,0 0 0 0 0,-1-1 0 0 0,1 0 0 0 0,-1 1 0 0 0,0-1 0 0 0,3-9-1 0 0,-1 0 57 0 0,0 0 0 0 0,-1 0 0 0 0,0 0-1 0 0,-1 0 1 0 0,0-22 0 0 0,-2 18-66 0 0,-1 0 0 0 0,-6-34 0 0 0,6 47-91 0 0,0 0-1 0 0,0 0 0 0 0,-1 0 0 0 0,0 1 0 0 0,1-1 1 0 0,-2 0-1 0 0,1 1 0 0 0,0-1 0 0 0,-1 1 1 0 0,0-1-1 0 0,0 1 0 0 0,0 0 0 0 0,-1 1 1 0 0,-6-7-1 0 0,8 9-29 0 0,-1 0 0 0 0,1 0 1 0 0,-1 0-1 0 0,1 0 0 0 0,-1 0 1 0 0,0 1-1 0 0,1-1 0 0 0,-1 1 0 0 0,0 0 1 0 0,1 0-1 0 0,-1 0 0 0 0,0 0 1 0 0,1 0-1 0 0,-1 1 0 0 0,0-1 0 0 0,1 1 1 0 0,-1 0-1 0 0,1 0 0 0 0,-1-1 1 0 0,1 2-1 0 0,-1-1 0 0 0,1 0 1 0 0,-4 3-1 0 0,-4 2-16 0 0,0 1 0 0 0,1 0 0 0 0,-17 16 0 0 0,14-11 8 0 0,1 2 0 0 0,1-1-1 0 0,0 2 1 0 0,1-1 0 0 0,0 1 0 0 0,1 1-1 0 0,1 0 1 0 0,0 0 0 0 0,1 0 0 0 0,1 1-1 0 0,0-1 1 0 0,-3 28 0 0 0,1 20 26 0 0,2 0 0 0 0,4 67 0 0 0,1-87-13 0 0,0 30-13 0 0,2-2-8 0 0,-3 0 0 0 0,-22 140 1 0 0,21-201-145 0 0,-1 0 0 0 0,-1 0-1 0 0,0-1 1 0 0,0 1 0 0 0,-1-1 0 0 0,0 0 0 0 0,-1 0 0 0 0,-12 17 0 0 0,16-24 27 0 0,0 0 1 0 0,-1-1-1 0 0,1 0 1 0 0,0 1-1 0 0,-1-1 1 0 0,1 0-1 0 0,-1 0 0 0 0,0-1 1 0 0,0 1-1 0 0,1 0 1 0 0,-1-1-1 0 0,0 0 1 0 0,0 1-1 0 0,-1-1 1 0 0,1-1-1 0 0,0 1 1 0 0,0 0-1 0 0,0-1 1 0 0,-1 1-1 0 0,1-1 1 0 0,0 0-1 0 0,-1 0 1 0 0,1-1-1 0 0,0 1 1 0 0,0-1-1 0 0,-1 1 1 0 0,1-1-1 0 0,0 0 1 0 0,0 0-1 0 0,0 0 1 0 0,0-1-1 0 0,0 1 1 0 0,0-1-1 0 0,-3-2 1 0 0,0 0-70 0 0,0-1 1 0 0,1 0-1 0 0,0 0 1 0 0,0-1-1 0 0,0 1 1 0 0,1-1-1 0 0,-1 0 1 0 0,1 0 0 0 0,1-1-1 0 0,-1 1 1 0 0,1-1-1 0 0,-4-11 1 0 0,-2-10-368 0 0,-9-48 0 0 0,18 74 539 0 0,-4-16-56 0 0,1 0 0 0 0,1 0 0 0 0,1 0 1 0 0,1 0-1 0 0,1-21 0 0 0,0 30 197 0 0,1 0-1 0 0,0 1 1 0 0,0-1 0 0 0,0 1-1 0 0,1 0 1 0 0,0 0 0 0 0,1 0-1 0 0,0 0 1 0 0,0 0 0 0 0,1 1-1 0 0,0 0 1 0 0,10-13 0 0 0,-6 12 32 0 0,-1 0 0 0 0,2 1 0 0 0,-1 0 0 0 0,0 0 0 0 0,1 1 0 0 0,1 0-1 0 0,-1 1 1 0 0,1 0 0 0 0,-1 1 0 0 0,1 0 0 0 0,1 1 0 0 0,14-3 0 0 0,14 0 115 0 0,0 1 0 0 0,52 2 0 0 0,8-1 71 0 0,-53-2-1494 0 0,87-23 0 0 0,-122 25 514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48.4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35 294 4400 0 0,'0'-2'137'0'0,"0"-1"0"0"0,-1 1-1 0 0,1-1 1 0 0,-1 1 0 0 0,0 0 0 0 0,0-1-1 0 0,0 1 1 0 0,-1-4 0 0 0,2 6-112 0 0,0 0 0 0 0,0 0 0 0 0,0 0 0 0 0,0 0 0 0 0,0 0 0 0 0,0 0 0 0 0,0 0 0 0 0,0 0 0 0 0,0-1 0 0 0,0 1 0 0 0,-1 0 1 0 0,1 0-1 0 0,0 0 0 0 0,0 0 0 0 0,0 0 0 0 0,0 0 0 0 0,0 0 0 0 0,0 0 0 0 0,0 0 0 0 0,0-1 0 0 0,0 1 0 0 0,0 0 0 0 0,0 0 0 0 0,0 0 1 0 0,0 0-1 0 0,-1 0 0 0 0,1 0 0 0 0,0 0 0 0 0,0 0 0 0 0,0 0 0 0 0,0 0 0 0 0,0 0 0 0 0,0 0 0 0 0,0 0 0 0 0,0 0 0 0 0,-1 0 1 0 0,1 0-1 0 0,0 0 0 0 0,0 0 0 0 0,0 0 0 0 0,0 0 0 0 0,0 0 0 0 0,0 0 0 0 0,0 0 0 0 0,0 0 0 0 0,-1 0 0 0 0,1 0 0 0 0,0 0 0 0 0,0 0 1 0 0,0 0-1 0 0,0 0 0 0 0,0 0 0 0 0,0 0 0 0 0,0 0 0 0 0,0 16 638 0 0,1-5-396 0 0,-1-1 0 0 0,0 1 0 0 0,0-1 0 0 0,-2 1 0 0 0,-1 11 0 0 0,-3 27 242 0 0,-1 10-286 0 0,0 20 32 0 0,7-71-399 0 0,1 0-1 0 0,-1 0 1 0 0,1 0-1 0 0,1 0 1 0 0,-1 0 0 0 0,2 0-1 0 0,3 11 1 0 0,-6-19 120 0 0,0 1-48 0 0,1 0 0 0 0,-1 0 0 0 0,0-1 0 0 0,1 1 0 0 0,-1 0 0 0 0,0 0 0 0 0,1-1 0 0 0,-1 1 0 0 0,1 0 0 0 0,-1-1 0 0 0,1 1 0 0 0,0-1 0 0 0,-1 1 0 0 0,1 0 0 0 0,1 0 0 0 0,4 0-810 0 0</inkml:trace>
  <inkml:trace contextRef="#ctx0" brushRef="#br0" timeOffset="1">177 51 6753 0 0,'1'-8'88'0'0,"0"-19"304"0"0,-1 27-360 0 0,0-1 0 0 0,0 0-1 0 0,0 1 1 0 0,0-1 0 0 0,0 1 0 0 0,0-1-1 0 0,0 0 1 0 0,0 1 0 0 0,0-1-1 0 0,0 1 1 0 0,0-1 0 0 0,0 0 0 0 0,0 1-1 0 0,-1-1 1 0 0,1 1 0 0 0,0-1-1 0 0,0 1 1 0 0,-1-1 0 0 0,1 1 0 0 0,0-1-1 0 0,-1 1 1 0 0,1-1 0 0 0,0 1 0 0 0,-1-1-1 0 0,1 1 1 0 0,-1 0 0 0 0,0-1-1 0 0,0 1 32 0 0,-1 1-1 0 0,1-1 0 0 0,0 1 0 0 0,-1-1 0 0 0,1 1 1 0 0,0 0-1 0 0,-1-1 0 0 0,1 1 0 0 0,0 0 0 0 0,0 0 0 0 0,0 0 1 0 0,0 0-1 0 0,0 0 0 0 0,0 0 0 0 0,0 1 0 0 0,0-1 1 0 0,0 0-1 0 0,0 0 0 0 0,0 2 0 0 0,-15 28-169 0 0,14-26 166 0 0,-2 3-160 0 0,1 0 0 0 0,0 0 0 0 0,1 0 1 0 0,-3 14-1 0 0,4-19-37 0 0,1 0 0 0 0,0 0 0 0 0,-1 0 0 0 0,1 1 0 0 0,1-1 1 0 0,-1 0-1 0 0,0 0 0 0 0,1 0 0 0 0,0 0 0 0 0,-1 0 0 0 0,1 0 1 0 0,0 0-1 0 0,1 0 0 0 0,-1 0 0 0 0,0 0 0 0 0,3 2 0 0 0,4 6-690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48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38 6501 0 0,'10'-38'1288'0'0,"-8"48"-1081"0"0,-1 0 0 0 0,-1 0-1 0 0,0-1 1 0 0,-2 18 0 0 0,0 13 62 0 0,3 60-87 0 0,-15 114 0 0 0,14-204-621 0 0,0 0 0 0 0,0 0 0 0 0,1-1 0 0 0,4 19 0 0 0,-3-19-457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49.1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21 154 7549 0 0,'1'0'-2'0'0,"-1"-1"1"0"0,1 1 0 0 0,-1-1 0 0 0,1 1-1 0 0,0 0 1 0 0,0-1 0 0 0,-1 1 0 0 0,1 0-1 0 0,0 0 1 0 0,0 0 0 0 0,-1-1-1 0 0,1 1 1 0 0,0 0 0 0 0,0 0 0 0 0,-1 0-1 0 0,1 0 1 0 0,0 0 0 0 0,0 1 0 0 0,-1-1-1 0 0,1 0 1 0 0,0 0 0 0 0,0 0 0 0 0,-1 1-1 0 0,2-1 1 0 0,13 15 342 0 0,-13-13-269 0 0,-1 0-1 0 0,1-1 1 0 0,-1 1 0 0 0,1 0-1 0 0,0-1 1 0 0,0 1-1 0 0,0-1 1 0 0,0 1-1 0 0,0-1 1 0 0,0 0-1 0 0,4 2 1 0 0,4-2 101 0 0,0-1 1 0 0,0 0 0 0 0,0-1-1 0 0,0 0 1 0 0,0 0 0 0 0,-1-1-1 0 0,1 0 1 0 0,10-4-1 0 0,-4 2-134 0 0,-6 1-26 0 0,0 1-1 0 0,-1-1 0 0 0,1-1 1 0 0,-1 0-1 0 0,12-7 0 0 0,-17 9-9 0 0,0-1 0 0 0,-1 1 0 0 0,0-1 0 0 0,0 0 0 0 0,1 0 0 0 0,-2 0 0 0 0,1 0 0 0 0,0-1 0 0 0,-1 1 0 0 0,1-1 0 0 0,-1 0 0 0 0,0 1-1 0 0,0-1 1 0 0,2-8 0 0 0,-3 8-5 0 0,1-1 1 0 0,-2 0-1 0 0,1 0 0 0 0,0 0 0 0 0,-1 1 0 0 0,0-1 1 0 0,0 0-1 0 0,0 0 0 0 0,-3-9 0 0 0,3 12 1 0 0,0 1-1 0 0,-1-1 0 0 0,1 0 0 0 0,-1 1 1 0 0,0-1-1 0 0,0 1 0 0 0,1 0 0 0 0,-1-1 1 0 0,0 1-1 0 0,0 0 0 0 0,0-1 1 0 0,0 1-1 0 0,0 0 0 0 0,-1 0 0 0 0,1 0 1 0 0,0 0-1 0 0,-1 0 0 0 0,1 0 0 0 0,0 0 1 0 0,-1 0-1 0 0,1 1 0 0 0,-1-1 1 0 0,1 1-1 0 0,-1-1 0 0 0,0 1 0 0 0,1-1 1 0 0,-1 1-1 0 0,1 0 0 0 0,-1 0 1 0 0,0 0-1 0 0,1 0 0 0 0,-1 0 0 0 0,-2 0 1 0 0,-12 3 18 0 0,1 0 1 0 0,0 1-1 0 0,0 0 1 0 0,0 2 0 0 0,0-1-1 0 0,1 2 1 0 0,0 0-1 0 0,0 0 1 0 0,1 2-1 0 0,0-1 1 0 0,1 2 0 0 0,0 0-1 0 0,0 0 1 0 0,1 1-1 0 0,-15 18 1 0 0,22-23-4 0 0,0 1 0 0 0,0-1-1 0 0,0 1 1 0 0,1 0 0 0 0,-1 0 0 0 0,2 1 0 0 0,-1-1-1 0 0,1 0 1 0 0,0 1 0 0 0,1 0 0 0 0,0-1 0 0 0,0 1 0 0 0,1 11-1 0 0,0-14-12 0 0,0-1-1 0 0,1 0 1 0 0,0 1 0 0 0,-1-1-1 0 0,1 0 1 0 0,1 0-1 0 0,-1 0 1 0 0,1 0-1 0 0,0 0 1 0 0,0 0 0 0 0,0 0-1 0 0,0 0 1 0 0,0-1-1 0 0,1 1 1 0 0,0-1-1 0 0,0 0 1 0 0,0 0-1 0 0,0 0 1 0 0,0 0 0 0 0,1 0-1 0 0,-1-1 1 0 0,1 1-1 0 0,-1-1 1 0 0,1 0-1 0 0,5 2 1 0 0,3 0-231 0 0,0-1 1 0 0,1 0-1 0 0,-1 0 0 0 0,1-2 1 0 0,0 1-1 0 0,-1-1 0 0 0,1-1 0 0 0,0-1 1 0 0,0 1-1 0 0,-1-2 0 0 0,17-3 1 0 0,-1-1-759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49.5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280 91 6909 0 0,'5'-24'200'0'0,"-3"20"-59"0"0,-1 0-1 0 0,0 1 1 0 0,-1-1-1 0 0,1 0 1 0 0,-1 0-1 0 0,1 0 1 0 0,-2-7-1 0 0,1 10-57 0 0,-1 0-1 0 0,1-1 1 0 0,-1 1 0 0 0,1-1-1 0 0,-1 1 1 0 0,0 0-1 0 0,0-1 1 0 0,1 1-1 0 0,-1 0 1 0 0,0 0 0 0 0,0 0-1 0 0,0 0 1 0 0,0 0-1 0 0,-1 0 1 0 0,1 0-1 0 0,0 0 1 0 0,0 0 0 0 0,-1 0-1 0 0,1 1 1 0 0,0-1-1 0 0,-1 0 1 0 0,1 1-1 0 0,-1-1 1 0 0,-2 0 0 0 0,-1 0-24 0 0,0 1 0 0 0,0-1 0 0 0,0 1 0 0 0,0 0 1 0 0,0 0-1 0 0,0 0 0 0 0,0 1 0 0 0,0 0 0 0 0,0 0 1 0 0,1 0-1 0 0,-1 1 0 0 0,0-1 0 0 0,0 1 1 0 0,1 0-1 0 0,-1 0 0 0 0,-4 4 0 0 0,2-2-46 0 0,1 0 0 0 0,0 0 0 0 0,0 1 0 0 0,0 0 0 0 0,1 0 0 0 0,-1 0 0 0 0,1 1 0 0 0,1-1 0 0 0,-1 1 0 0 0,-5 10 0 0 0,9-13-16 0 0,0 0 1 0 0,0 0-1 0 0,0 0 0 0 0,0 1 0 0 0,1-1 0 0 0,-1 0 1 0 0,1 1-1 0 0,0-1 0 0 0,0 0 0 0 0,0 1 1 0 0,0-1-1 0 0,1 0 0 0 0,0 1 0 0 0,-1-1 0 0 0,1 0 1 0 0,0 0-1 0 0,0 0 0 0 0,1 0 0 0 0,-1 0 1 0 0,4 6-1 0 0,4 5 5 0 0,0-1-1 0 0,1 0 1 0 0,12 12 0 0 0,-10-12 25 0 0,34 39 175 0 0,-17-21 372 0 0,49 69 0 0 0,-77-99-563 0 0,0 1-1 0 0,1 0 1 0 0,-1 0-1 0 0,0 0 1 0 0,0 0-1 0 0,0 0 0 0 0,0 0 1 0 0,-1 0-1 0 0,1 0 1 0 0,-1 0-1 0 0,1 0 1 0 0,-1 0-1 0 0,0 0 1 0 0,1 1-1 0 0,-1-1 1 0 0,0 0-1 0 0,0 0 1 0 0,-1 0-1 0 0,1 0 1 0 0,0 1-1 0 0,-2 2 1 0 0,1-3 0 0 0,-1 0 1 0 0,1 0-1 0 0,-1-1 1 0 0,0 1-1 0 0,1 0 1 0 0,-1-1-1 0 0,0 1 1 0 0,0-1 0 0 0,0 0-1 0 0,0 1 1 0 0,0-1-1 0 0,-1 0 1 0 0,1 0-1 0 0,0 0 1 0 0,0-1-1 0 0,-1 1 1 0 0,1-1-1 0 0,0 1 1 0 0,-5-1 0 0 0,-20 3-303 0 0,0-2 0 0 0,-48-3 0 0 0,16-1-623 0 0,5 3-176 0 0,1 0-219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50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6565 0 0,'16'65'1724'0'0,"-13"-44"-1581"0"0,33 147 677 0 0,-28-137-1203 0 0,1-1 0 0 0,2 0 0 0 0,20 38 0 0 0,-22-53-304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50.8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6597 0 0,'0'6'52'0'0,"1"0"0"0"0,-1-1 1 0 0,1 1-1 0 0,0-1 1 0 0,1 1-1 0 0,-1-1 0 0 0,1 0 1 0 0,0 0-1 0 0,1 0 0 0 0,-1 0 1 0 0,4 6-1 0 0,5 3-149 0 0,-1 0 0 0 0,17 16 0 0 0,1 1-390 0 0,-15-16 73 0 0</inkml:trace>
  <inkml:trace contextRef="#ctx0" brushRef="#br0" timeOffset="1">245 553 4904 0 0,'0'5'84'0'0,"2"3"20"0"0,0 1 8 0 0,-2 2-4 0 0,2-7 0 0 0,-2 5-3 0 0,7-5-1 0 0,-1 4-8 0 0,5 2-108 0 0,0-4-64 0 0,4 2-84 0 0,2-2-101 0 0,2-1-103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51.1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0 4280 0 0,'-3'9'118'0'0,"0"0"-1"0"0,1 1 1 0 0,0-1-1 0 0,1 0 1 0 0,0 17-1 0 0,1-23-62 0 0,1 0 1 0 0,0-1-1 0 0,0 1 0 0 0,0-1 0 0 0,0 1 0 0 0,1-1 1 0 0,-1 0-1 0 0,0 1 0 0 0,1-1 0 0 0,0 0 1 0 0,0 0-1 0 0,0 0 0 0 0,0 0 0 0 0,3 2 1 0 0,33 26 227 0 0,-19-15-469 0 0,0 1 0 0 0,-1 1 1 0 0,-1 1-1 0 0,24 32 0 0 0,-27-32-198 0 0</inkml:trace>
  <inkml:trace contextRef="#ctx0" brushRef="#br0" timeOffset="1">507 693 4488 0 0,'14'42'66'0'0,"-4"-13"221"0"0,20 42 1 0 0,-25-61-223 0 0,0-1 1 0 0,1 0 0 0 0,1 0-1 0 0,-1 0 1 0 0,1-1 0 0 0,1 0-1 0 0,-1-1 1 0 0,10 8 0 0 0,11 3-157 0 0,0 0 1 0 0,1-3-1 0 0,1 0 1 0 0,53 18 0 0 0,-61-24-174 0 0,7 4-140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51.5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2752 0 0,'-2'12'-1'0'0,"1"-9"3"0"0,1 1 1 0 0,-1-1-1 0 0,0 0 1 0 0,1 0-1 0 0,0 0 1 0 0,0 0-1 0 0,0 1 1 0 0,0-1-1 0 0,1 0 1 0 0,-1 0-1 0 0,1 0 1 0 0,-1 0 0 0 0,1 0-1 0 0,0 0 1 0 0,1 0-1 0 0,-1 0 1 0 0,0 0-1 0 0,1 0 1 0 0,-1 0-1 0 0,1-1 1 0 0,3 5-1 0 0,55 55-24 0 0,23 27 68 0 0,-73-76 141 0 0,-1 1 0 0 0,0-1 0 0 0,0 2 0 0 0,-2-1 0 0 0,10 23 0 0 0,-2 7 532 0 0,24 57 559 0 0,-32-88-1293 0 0,1-1 0 0 0,0 0-1 0 0,19 21 1 0 0,-11-16-268 0 0</inkml:trace>
  <inkml:trace contextRef="#ctx0" brushRef="#br0" timeOffset="1">609 873 6065 0 0,'2'17'117'0'0,"-2"0"1"0"0,0 0 0 0 0,-1 1 0 0 0,-4 21 0 0 0,4-32-105 0 0,0 1 0 0 0,0-1 0 0 0,1 1 0 0 0,-1-1 0 0 0,2 1 0 0 0,-1-1 0 0 0,1 1 0 0 0,0-1 0 0 0,1 1 0 0 0,0-1 0 0 0,0 0 0 0 0,0 0 0 0 0,1 0 0 0 0,0 0 0 0 0,1 0 0 0 0,-1 0 0 0 0,1-1 0 0 0,0 0 0 0 0,1 0 0 0 0,0 0 0 0 0,0 0 0 0 0,0-1 0 0 0,10 9 0 0 0,112 62-209 0 0,-98-61-181 0 0,-1 1 1 0 0,0 1-1 0 0,-1 1 1 0 0,-1 2-1 0 0,33 31 0 0 0,-27-14 90 0 0,-2 1-1 0 0,-2 1 0 0 0,-1 2 0 0 0,-2 1 0 0 0,34 78 1 0 0,-53-106 406 0 0,1-1 1 0 0,0 1 0 0 0,1-1 0 0 0,0-1 0 0 0,1 1 0 0 0,1-1 0 0 0,-1-1 0 0 0,2 0-1 0 0,18 15 1 0 0,-20-18-129 0 0,1 0 0 0 0,-1 1 0 0 0,14 17 0 0 0,-4-3-121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51.8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3752 0 0,'11'22'-4'0'0,"0"1"4"0"0,4 1-20 0 0,-7-4 16 0 0,8-1 4 0 0,-4 3-4 0 0,1-2-4 0 0,2 3-64 0 0</inkml:trace>
  <inkml:trace contextRef="#ctx0" brushRef="#br0" timeOffset="1">501 717 5849 0 0,'4'23'116'0'0,"0"-11"-120"0"0,5 6 224 0 0,-5-2-212 0 0,5 3 216 0 0,-5-7-208 0 0,5 4 208 0 0,4-2-204 0 0,-3 0 96 0 0,5-3-168 0 0,0 1-188 0 0,3-2 44 0 0,-3 4-372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52.1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4936 0 0,'1'10'80'0'0,"0"1"0"0"0,5 19 0 0 0,-3-18-17 0 0,0-3-35 0 0,0-1-1 0 0,1 1 0 0 0,1-1 1 0 0,-1 0-1 0 0,1 0 0 0 0,1 0 1 0 0,-1-1-1 0 0,1 0 1 0 0,1 0-1 0 0,9 8 0 0 0,25 33-80 0 0,-30-32-60 0 0,-1-1-1 0 0,-1 2 0 0 0,0 0 1 0 0,-1 0-1 0 0,-1 0 1 0 0,0 1-1 0 0,-2 0 0 0 0,0 0 1 0 0,4 34-1 0 0,48 286-245 0 0,-47-282 478 0 0,-2 1 1 0 0,-2 0 0 0 0,-3 77-1 0 0,-1-29 625 0 0,0-69-638 0 0,1 0 0 0 0,2 0 0 0 0,1 0 0 0 0,2 0 0 0 0,1-1 0 0 0,3-1 0 0 0,0 0 0 0 0,21 39 0 0 0,-16-34-547 0 0,-8-22-22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52.5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26 4816 0 0,'-10'5'886'0'0,"16"3"63"0"0,0 0-614 0 0,1-2 0 0 0,-1 1 1 0 0,1-1-1 0 0,9 7 0 0 0,-8-7-267 0 0,14 12-668 0 0,0-1 0 0 0,0-1 0 0 0,45 23 0 0 0,-57-35-235 0 0</inkml:trace>
  <inkml:trace contextRef="#ctx0" brushRef="#br0" timeOffset="1">298 53 6125 0 0,'17'-51'778'0'0,"-16"51"-747"0"0,-1 0 0 0 0,0 0 0 0 0,1 0 0 0 0,-1-1-1 0 0,0 1 1 0 0,0 0 0 0 0,1 0 0 0 0,-1 0 0 0 0,1-1-1 0 0,-1 1 1 0 0,0 0 0 0 0,1 0 0 0 0,-1 0 0 0 0,0 0-1 0 0,1 0 1 0 0,-1 0 0 0 0,0 0 0 0 0,1 0 0 0 0,-1 0 0 0 0,0 0-1 0 0,1 0 1 0 0,-1 0 0 0 0,1 0 0 0 0,-1 0 0 0 0,0 1-1 0 0,1-1 1 0 0,-1 0 0 0 0,0 0 0 0 0,1 0 0 0 0,-1 0-1 0 0,0 1 1 0 0,1-1 0 0 0,-1 0 0 0 0,0 0 0 0 0,0 1 0 0 0,1-1-1 0 0,-1 0 1 0 0,0 0 0 0 0,0 1 0 0 0,0-1 0 0 0,1 0-1 0 0,-1 1 1 0 0,0-1 0 0 0,0 0 0 0 0,0 1 0 0 0,0-1-1 0 0,1 0 1 0 0,-1 1 0 0 0,10 17 640 0 0,36 106 371 0 0,-43-113-1087 0 0,8 25-222 0 0,-10-34 109 0 0,0 1 0 0 0,0-1 0 0 0,0 0-1 0 0,0 0 1 0 0,0 0 0 0 0,1 0 0 0 0,-1 0 0 0 0,0 0 0 0 0,1 0 0 0 0,0 0 0 0 0,2 2 0 0 0,0-4-830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53.0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39 6249 0 0,'-4'-37'3262'0'0,"5"36"-3233"0"0,0 1 0 0 0,-1 0 0 0 0,1 0 0 0 0,0 0 0 0 0,0-1 0 0 0,0 1 0 0 0,0 0 1 0 0,0 0-1 0 0,0 0 0 0 0,0 0 0 0 0,0 1 0 0 0,0-1 0 0 0,-1 0 0 0 0,1 0 0 0 0,0 0 0 0 0,0 1 0 0 0,0-1 0 0 0,0 0 0 0 0,1 2 1 0 0,22 6 25 0 0,10 5 124 0 0,-1 2 0 0 0,0 2 0 0 0,-1 1 0 0 0,-1 1 0 0 0,0 2 0 0 0,-2 1 0 0 0,46 43 0 0 0,140 182 605 0 0,-138-152-764 0 0,1-11 15 0 0,-52-58-32 0 0,-1 1 1 0 0,-2 1 0 0 0,36 54-1 0 0,23 77 11 0 0,-44-82 51 0 0,55 83-1 0 0,-73-135-48 0 0,1-1 0 0 0,1 0 0 0 0,1-2 0 0 0,1 0 0 0 0,29 19 0 0 0,47 43 12 0 0,-91-76-37 0 0,-6-5 3 0 0,1 0-1 0 0,0 0 1 0 0,-1 0 0 0 0,0 0-1 0 0,0 1 1 0 0,0-1-1 0 0,0 1 1 0 0,-1 0-1 0 0,1 0 1 0 0,3 8-1 0 0,-27-30-5191 0 0,16 14 4005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53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3 4136 0 0,'-29'0'278'0'0,"27"-1"-215"0"0,-1 1 1 0 0,0-1 0 0 0,1 1-1 0 0,-1 0 1 0 0,1 0-1 0 0,-1 0 1 0 0,1 0 0 0 0,-1 0-1 0 0,1 1 1 0 0,-1-1 0 0 0,1 1-1 0 0,-1 0 1 0 0,1-1-1 0 0,-1 1 1 0 0,1 0 0 0 0,-4 3-1 0 0,6-4-42 0 0,0 0 0 0 0,-1 0-1 0 0,1 1 1 0 0,0-1 0 0 0,-1 0 0 0 0,1 1-1 0 0,0-1 1 0 0,-1 1 0 0 0,1-1 0 0 0,0 0-1 0 0,0 1 1 0 0,0-1 0 0 0,-1 1 0 0 0,1-1-1 0 0,0 0 1 0 0,0 1 0 0 0,0-1 0 0 0,0 1-1 0 0,0-1 1 0 0,0 1 0 0 0,0-1-1 0 0,0 0 1 0 0,0 1 0 0 0,0-1 0 0 0,0 1-1 0 0,0-1 1 0 0,0 1 0 0 0,0-1 0 0 0,0 1-1 0 0,1 0 1 0 0,11 10 343 0 0,-7-9-339 0 0,-1-1 1 0 0,0 1-1 0 0,0-1 0 0 0,1 1 1 0 0,6 0-1 0 0,-3-2-30 0 0,-1 0-1 0 0,0 0 1 0 0,1-1 0 0 0,-1 0-1 0 0,11-4 1 0 0,13-1-12 0 0,-21 6-48 0 0,-8 2-291 0 0,6 7-173 0 0,0-4 260 0 0,-5-4 358 0 0,-1 1 0 0 0,1-1 0 0 0,-1 1 0 0 0,1 0 0 0 0,-1-1-1 0 0,0 1 1 0 0,0 0 0 0 0,0 1 0 0 0,3 3 0 0 0,1 0 60 0 0,-1-1 0 0 0,1 0 1 0 0,0 0-1 0 0,1-1 0 0 0,-1 0 1 0 0,1 0-1 0 0,0 0 0 0 0,-1-1 1 0 0,2 0-1 0 0,-1 0 0 0 0,8 1 1 0 0,2 3-7 0 0,-10-5-213 0 0,-1 0 1 0 0,1-1-1 0 0,0 1 0 0 0,-1-1 0 0 0,1-1 0 0 0,0 1 1 0 0,0-1-1 0 0,0 0 0 0 0,-1-1 0 0 0,1 0 1 0 0,0 0-1 0 0,10-3 0 0 0,5-3-199 0 0,0-1-1 0 0,27-13 0 0 0,-41 17 288 0 0,0-2 191 0 0,-11 1-13 0 0,-21-3 49 0 0,-3-1-415 0 0,-2-14-609 0 0,17 13 207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54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93 1 6033 0 0,'-15'1'269'0'0,"0"0"1"0"0,-21-1 0 0 0,10-1 212 0 0,33 2-480 0 0,1 1 1 0 0,-1 0-1 0 0,1 0 0 0 0,12 6 1 0 0,0 0 1 0 0,144 41 140 0 0,51 19 279 0 0,-51 0 39 0 0,282 163 0 0 0,-267-109-293 0 0,-94-61-140 0 0,138 81-79 0 0,-141-91 30 0 0,9 6 8 0 0,297 175 34 0 0,-343-207-17 0 0,82 62-1 0 0,29 43 51 0 0,17 13 18 0 0,-152-132-71 0 0,-17-11-3 0 0,-12-4-23 0 0,8 4 13 0 0,-1 0 0 0 0,0 0 0 0 0,1 0 0 0 0,-1 0 0 0 0,1 0 0 0 0,-1 0 0 0 0,0 0 0 0 0,1 0 0 0 0,-1 0 0 0 0,1 0 0 0 0,-1 0 0 0 0,0 1 0 0 0,1-1 0 0 0,-1 0 0 0 0,1 0 0 0 0,-1 1 0 0 0,1-1 0 0 0,-1 0 0 0 0,1 1 0 0 0,-1-1 0 0 0,1 1 0 0 0,-1-1 0 0 0,1 0 0 0 0,-1 1 1 0 0,1-1-1 0 0,0 1 0 0 0,-1-1 0 0 0,1 1 0 0 0,0 0 0 0 0,-1-1 0 0 0,1 1 0 0 0,0-1 0 0 0,0 1 0 0 0,0-1 0 0 0,-1 2 0 0 0,-6 23-1601 0 0,6-24 1279 0 0,1 4-413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54.3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1 3988 0 0,'-40'26'68'0'0,"32"-21"401"0"0,0 0-336 0 0,-25 18 3 0 0,25-18 2105 0 0,18 4-2159 0 0,72 48-76 0 0,-66-45-34 0 0,17 9-1 0 0,-32-20 28 0 0,1 0 1 0 0,-1-1-1 0 0,1 1 1 0 0,-1-1-1 0 0,1 1 1 0 0,0-1-1 0 0,-1 1 1 0 0,1-1-1 0 0,0 0 1 0 0,-1 1 0 0 0,1-1-1 0 0,0 0 1 0 0,-1 0-1 0 0,1-1 1 0 0,0 1-1 0 0,5-2 2385 0 0,1-10-1667 0 0,23-36 27 0 0,-23 36 2588 0 0,1 25-3280 0 0,29 42-180 0 0,-29-41-271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59.3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212 100 8133 0 0,'20'-31'66'0'0,"-17"26"46"0"0,0 0 0 0 0,0 0 0 0 0,0 0 0 0 0,1 0 1 0 0,0 0-1 0 0,0 1 0 0 0,0 0 0 0 0,9-8 0 0 0,-8 9-63 0 0,22-12 783 0 0,-27 14-818 0 0,0 1-1 0 0,0 0 0 0 0,1 0 0 0 0,-1 0 1 0 0,0 0-1 0 0,0 0 0 0 0,1 0 1 0 0,-1 0-1 0 0,0 0 0 0 0,0 0 0 0 0,0 0 1 0 0,1 0-1 0 0,-1 0 0 0 0,0 0 1 0 0,0 0-1 0 0,0 1 0 0 0,1-1 0 0 0,-1 0 1 0 0,0 0-1 0 0,0 0 0 0 0,0 0 1 0 0,1 0-1 0 0,-1 0 0 0 0,0 0 0 0 0,0 1 1 0 0,0-1-1 0 0,0 0 0 0 0,1 0 1 0 0,-1 0-1 0 0,0 0 0 0 0,0 1 0 0 0,0-1 1 0 0,0 0-1 0 0,0 0 0 0 0,0 0 1 0 0,0 1-1 0 0,0-1 0 0 0,-2 18 343 0 0,-31 86 175 0 0,-53 159-165 0 0,-22-8-275 0 0,35-88 53 0 0,66-138-80 0 0,7-28-58 0 0,-1-1 0 0 0,1 1 0 0 0,0 0 1 0 0,0-1-1 0 0,0 1 0 0 0,0 0 0 0 0,-1-1 0 0 0,1 1 0 0 0,0 0 1 0 0,0-1-1 0 0,0 1 0 0 0,1 0 0 0 0,-1-1 0 0 0,0 1 0 0 0,0 0 0 0 0,0-1 1 0 0,0 1-1 0 0,1 0 0 0 0,-1-1 0 0 0,0 1 0 0 0,0-1 0 0 0,1 1 1 0 0,-1 0-1 0 0,1-1 0 0 0,-1 1 0 0 0,0-1 0 0 0,1 1 0 0 0,-1-1 1 0 0,1 1-1 0 0,-1-1 0 0 0,1 0 0 0 0,0 1 0 0 0,-1-1 0 0 0,1 1 0 0 0,-1-1 1 0 0,2 0-1 0 0,1-1 23 0 0,0 0 0 0 0,0 0 0 0 0,0-1 0 0 0,0 1 0 0 0,0-1 0 0 0,0 0 0 0 0,0 0 0 0 0,-1 0 1 0 0,5-4-1 0 0,5-3-6 0 0,20-11-842 0 0,0 2 0 0 0,2 2 0 0 0,-1 1 0 0 0,72-21 0 0 0,-75 28-69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6:59.9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252 276 6689 0 0,'-8'-2'-17'0'0,"-227"-89"625"0"0,235 91-593 0 0,0 0 1 0 0,-1 0-1 0 0,1 0 0 0 0,-1 0 1 0 0,1 0-1 0 0,-1 0 0 0 0,1-1 1 0 0,0 1-1 0 0,-1 0 1 0 0,1 0-1 0 0,0 0 0 0 0,-1-1 1 0 0,1 1-1 0 0,0 0 0 0 0,-1 0 1 0 0,1-1-1 0 0,0 1 0 0 0,-1 0 1 0 0,1 0-1 0 0,0-1 0 0 0,0 1 1 0 0,-1 0-1 0 0,1-1 0 0 0,0 1 1 0 0,0-1-1 0 0,0 1 0 0 0,-1 0 1 0 0,1-1-1 0 0,0 1 1 0 0,0-1-1 0 0,11-3 189 0 0,21 2-144 0 0,695 22 210 0 0,-338-5-279 0 0,935-7 48 0 0,0-43 144 0 0,-330 5 722 0 0,-956 29-861 0 0,88-6 139 0 0,-106 5-95 0 0,0-1-1 0 0,-1-1 1 0 0,1 0-1 0 0,19-8 1 0 0,-37 11-71 0 0,0 1 1 0 0,-1-1 0 0 0,1 0-1 0 0,0 1 1 0 0,-1-1-1 0 0,1 0 1 0 0,0 0-1 0 0,-1 0 1 0 0,1 0 0 0 0,-1-1-1 0 0,1 1 1 0 0,-1 0-1 0 0,0 0 1 0 0,0-1-1 0 0,1 1 1 0 0,-1-1-1 0 0,1-2 1 0 0,-2 3-5 0 0,1 0 1 0 0,-1 0-1 0 0,0 0 1 0 0,0 0-1 0 0,0 0 0 0 0,0 0 1 0 0,-1 0-1 0 0,1 0 0 0 0,0 0 1 0 0,0 0-1 0 0,-1 0 1 0 0,1 0-1 0 0,0 0 0 0 0,-1 1 1 0 0,1-1-1 0 0,-1 0 0 0 0,1 0 1 0 0,-1 0-1 0 0,1 0 1 0 0,-1 1-1 0 0,0-1 0 0 0,1 0 1 0 0,-2 0-1 0 0,-4-4 45 0 0,-1 0 0 0 0,0 0 1 0 0,0 1-1 0 0,0 0 0 0 0,-15-5 0 0 0,-3 0-4 0 0,-1 1 0 0 0,0 2 1 0 0,-1 0-1 0 0,1 2 0 0 0,-1 1 0 0 0,0 1 0 0 0,-38 3 0 0 0,62-1-53 0 0,0 0 0 0 0,0 0 0 0 0,1 1 0 0 0,-1-1-1 0 0,0 1 1 0 0,0-1 0 0 0,1 1 0 0 0,-1 0 0 0 0,0 0-1 0 0,1 0 1 0 0,-1 1 0 0 0,1-1 0 0 0,-1 1 0 0 0,1-1-1 0 0,0 1 1 0 0,0 0 0 0 0,-1 0 0 0 0,1 0 0 0 0,1 0-1 0 0,-1 0 1 0 0,-3 4 0 0 0,1 2 6 0 0,1 0-1 0 0,-1 0 1 0 0,1 0-1 0 0,1 0 1 0 0,-3 14-1 0 0,4-17-2 0 0,-16 92 93 0 0,8-31-64 0 0,-61 217 543 0 0,-21-5 24 0 0,61-190-595 0 0,-7 16 26 0 0,11-34-5 0 0,-28 121-1 0 0,47-152-30 0 0,4-16 7 0 0,-2 0 0 0 0,-12 37 0 0 0,17-59-3 0 0,-1 0 1 0 0,1-1-1 0 0,-1 1 0 0 0,1 0 1 0 0,-1-1-1 0 0,0 1 0 0 0,0-1 1 0 0,1 1-1 0 0,-1-1 0 0 0,0 1 0 0 0,0-1 1 0 0,1 0-1 0 0,-1 1 0 0 0,0-1 1 0 0,0 0-1 0 0,0 0 0 0 0,0 0 1 0 0,0 1-1 0 0,1-1 0 0 0,-1 0 0 0 0,0 0 1 0 0,0 0-1 0 0,0 0 0 0 0,0-1 1 0 0,0 1-1 0 0,-1 0 0 0 0,-33-7 8 0 0,21 3 5 0 0,-750-91-5 0 0,458 65 1 0 0,-1497-117 11 0 0,1438 139-35 0 0,2 31-4 0 0,330-20 9 0 0,-1 3 0 0 0,1 0 1 0 0,-36 14-1 0 0,65-19-8 0 0,1 0 0 0 0,0 0-1 0 0,0 1 1 0 0,0-1 0 0 0,1 1 0 0 0,-1 0 0 0 0,0 0 0 0 0,1 0 0 0 0,-1 0-1 0 0,1 0 1 0 0,-4 5 0 0 0,5-7-1 0 0,1 1 1 0 0,-1 0-1 0 0,1 0 1 0 0,-1 0-1 0 0,1 0 0 0 0,0 0 1 0 0,0 0-1 0 0,-1 0 0 0 0,1 0 1 0 0,0 0-1 0 0,0 0 1 0 0,0 0-1 0 0,0 0 0 0 0,0 0 1 0 0,0 0-1 0 0,0 0 0 0 0,0 0 1 0 0,1 0-1 0 0,-1 0 1 0 0,0 0-1 0 0,1 0 0 0 0,-1 0 1 0 0,1 0-1 0 0,-1 0 0 0 0,1 0 1 0 0,-1 0-1 0 0,1 0 1 0 0,-1-1-1 0 0,1 1 0 0 0,0 0 1 0 0,-1 0-1 0 0,1-1 0 0 0,0 1 1 0 0,0 0-1 0 0,0-1 1 0 0,0 1-1 0 0,-1-1 0 0 0,1 1 1 0 0,1 0-1 0 0,8 4-252 0 0,0 0 0 0 0,0-1 1 0 0,0 0-1 0 0,0 0 0 0 0,1-1 0 0 0,-1 0 0 0 0,1-1 0 0 0,0 0 0 0 0,0-1 1 0 0,-1 0-1 0 0,13-1 0 0 0,20-1-704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7:01.9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14797 2405 5088 0 0,'3'-4'27'0'0,"0"1"-1"0"0,-1 0 1 0 0,1 0-1 0 0,-1-1 0 0 0,1 1 1 0 0,-1-1-1 0 0,0 0 0 0 0,-1 0 1 0 0,1 0-1 0 0,1-7 0 0 0,-2 9 35 0 0,0 0 0 0 0,-1 0 0 0 0,1 0 0 0 0,-1 0 1 0 0,1 0-1 0 0,-1 0 0 0 0,0 0 0 0 0,0 0 0 0 0,0 0 0 0 0,0 0 0 0 0,0 0 0 0 0,0 0 0 0 0,-1 0 0 0 0,1 0 0 0 0,-1 0 0 0 0,1 0 0 0 0,-1 0 0 0 0,0 0 0 0 0,0 0 0 0 0,0 0 0 0 0,0 0 0 0 0,0 0 0 0 0,-1-1 0 0 0,-1 1-41 0 0,1 1 0 0 0,0-1 0 0 0,-1 1 0 0 0,1 0 0 0 0,-1 0 0 0 0,1 0 0 0 0,-1 0 0 0 0,0 0 0 0 0,1 1 0 0 0,-1-1 0 0 0,0 1 0 0 0,0-1 0 0 0,1 1 0 0 0,-1 0 0 0 0,0 0 0 0 0,-4 1 0 0 0,-5 1-98 0 0,0 1 1 0 0,-18 6 0 0 0,9-3 137 0 0,-766 185 3 0 0,519-139-73 0 0,-351 23-1 0 0,-277-32-21 0 0,871-42 36 0 0,-296 9 1 0 0,-1531 41 52 0 0,4-62-44 0 0,1695 6-3 0 0,-1032-49-5 0 0,12-92-25 0 0,587 18 489 0 0,6-26 0 0 0,-679-277-1 0 0,951 300 112 0 0,-453-264 1 0 0,579 289-555 0 0,-752-467 392 0 0,368 151 286 0 0,439 327-634 0 0,73 56 32 0 0,11 13 40 0 0,42 30-202 0 0,7 7-8 0 0,6 9-10 0 0,5 11 81 0 0,-14-24 5 0 0,0-1-1 0 0,1 1 1 0 0,0 0 0 0 0,0-1 0 0 0,0 0-1 0 0,1 0 1 0 0,0 0 0 0 0,0-1 0 0 0,10 8-1 0 0,-61-62 247 0 0,36 42-272 0 0,0 0-1 0 0,-1 1 0 0 0,0 0 0 0 0,-19-7 0 0 0,19 8 29 0 0,1 1 0 0 0,-1-2 0 0 0,1 1-1 0 0,0-2 1 0 0,-11-8 0 0 0,20 15-6 0 0,0-1-1 0 0,1 0 1 0 0,-1 1-1 0 0,1-1 1 0 0,-1 0-1 0 0,0 0 1 0 0,1 0 0 0 0,0 0-1 0 0,-1 0 1 0 0,1 1-1 0 0,-1-1 1 0 0,1 0-1 0 0,0 0 1 0 0,0 0 0 0 0,0 0-1 0 0,0 0 1 0 0,-1 0-1 0 0,1 0 1 0 0,0 0-1 0 0,1 0 1 0 0,-1 0 0 0 0,0 0-1 0 0,0 0 1 0 0,0 0-1 0 0,1 0 1 0 0,-1 0-1 0 0,1-1 1 0 0,-1 2-9 0 0,0 0 0 0 0,0-1-1 0 0,0 1 1 0 0,0 0 0 0 0,0 0 0 0 0,0 0 0 0 0,1 0-1 0 0,-1 0 1 0 0,0 0 0 0 0,0-1 0 0 0,0 1 0 0 0,0 0-1 0 0,0 0 1 0 0,1 0 0 0 0,-1 0 0 0 0,0 0 0 0 0,0 0-1 0 0,0 0 1 0 0,0 0 0 0 0,1 0 0 0 0,-1 0 0 0 0,0 0-1 0 0,0 0 1 0 0,0 0 0 0 0,0 0 0 0 0,1 0 0 0 0,-1 0-1 0 0,0 0 1 0 0,0 0 0 0 0,0 0 0 0 0,0 0 0 0 0,1 0-1 0 0,-1 0 1 0 0,0 0 0 0 0,0 0 0 0 0,0 0 0 0 0,0 0-1 0 0,1 0 1 0 0,-1 0 0 0 0,0 0 0 0 0,0 1 0 0 0,0-1-13 0 0,0 0 1 0 0,1 1-1 0 0,-1-1 1 0 0,0 0-1 0 0,0 0 0 0 0,0 1 1 0 0,0-1-1 0 0,0 0 1 0 0,0 1-1 0 0,0-1 1 0 0,0 0-1 0 0,0 0 1 0 0,0 1-1 0 0,0-1 1 0 0,0 0-1 0 0,0 0 1 0 0,0 1-1 0 0,-1-1 1 0 0,1 0-1 0 0,0 1 1 0 0,0-1-1 0 0,0 0 1 0 0,0 0-1 0 0,0 1 0 0 0,-1-1 1 0 0,1 0-1 0 0,0 0 1 0 0,0 0-1 0 0,0 1 1 0 0,-1-1-1 0 0,1 0 1 0 0,0 0-1 0 0,-11 9-622 0 0,1-1 0 0 0,-16 9 0 0 0,25-16 431 0 0,1-1 159 0 0,0 0 0 0 0,-1 1-1 0 0,1-1 1 0 0,0 0 0 0 0,0 0 0 0 0,-1 0 0 0 0,1 1 0 0 0,0-1 0 0 0,0 0-1 0 0,-1 0 1 0 0,1 0 0 0 0,0 0 0 0 0,0 0 0 0 0,-1 0 0 0 0,1 0-1 0 0,0 1 1 0 0,-1-1 0 0 0,1 0 0 0 0,0 0 0 0 0,-1 0 0 0 0,1 0 0 0 0,0 0-1 0 0,-1 0 1 0 0,1 0 0 0 0,0-1 0 0 0,0 1 0 0 0,-1 0 0 0 0,-3-2-672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7:02.3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756 54 8297 0 0,'2'-15'26'0'0,"-2"-6"270"0"0,0 20-281 0 0,-1 0-1 0 0,1 1 1 0 0,-1-1-1 0 0,1 0 1 0 0,-1 0-1 0 0,1 1 1 0 0,-1-1-1 0 0,0 0 0 0 0,1 1 1 0 0,-1-1-1 0 0,0 0 1 0 0,1 1-1 0 0,-1-1 1 0 0,0 1-1 0 0,0-1 1 0 0,0 1-1 0 0,1 0 1 0 0,-1-1-1 0 0,0 1 1 0 0,0 0-1 0 0,0 0 1 0 0,-1-1-1 0 0,-16-1 32 0 0,0 0 0 0 0,0 1 0 0 0,0 1-1 0 0,0 1 1 0 0,0 0 0 0 0,-30 7 0 0 0,22-4-19 0 0,-220 42 9 0 0,-20 2-24 0 0,257-48-30 0 0,-15 3 17 0 0,23-3-3 0 0,1 0 0 0 0,-1 0 0 0 0,0 0 0 0 0,1 0 0 0 0,-1 0 0 0 0,0 0 0 0 0,1 0-1 0 0,-1 1 1 0 0,1-1 0 0 0,-1 0 0 0 0,0 0 0 0 0,1 1 0 0 0,-1-1 0 0 0,1 0 0 0 0,-1 1 0 0 0,0-1 0 0 0,1 0 0 0 0,-1 1 0 0 0,1-1 0 0 0,0 1 0 0 0,-1 0 0 0 0,2 1-15 0 0,0 0 1 0 0,0 0 0 0 0,1 0 0 0 0,-1 0-1 0 0,1-1 1 0 0,-1 1 0 0 0,1 0 0 0 0,0-1 0 0 0,3 3-1 0 0,2 2-15 0 0,105 110 227 0 0,-53-58-85 0 0,92 119 1 0 0,-134-150-389 0 0,-1 0 0 0 0,-1 1 0 0 0,-2 1-1 0 0,-1 0 1 0 0,-1 0 0 0 0,-2 1 0 0 0,10 50 0 0 0,-17-64-303 0 0,1 0-1 0 0,-1 20 1 0 0,-2-20 57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7:02.7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82 10 8297 0 0,'-7'-3'110'0'0,"0"2"0"0"0,0-1 1 0 0,0 1-1 0 0,-15-1 0 0 0,21 2-82 0 0,0 0 0 0 0,-1 0-1 0 0,1 0 1 0 0,0 0 0 0 0,0 0-1 0 0,0 1 1 0 0,-1-1 0 0 0,1 0 0 0 0,0 1-1 0 0,0-1 1 0 0,0 1 0 0 0,-1-1 0 0 0,1 1-1 0 0,0-1 1 0 0,0 1 0 0 0,0 0 0 0 0,0 0-1 0 0,0 0 1 0 0,0-1 0 0 0,0 1-1 0 0,1 0 1 0 0,-1 0 0 0 0,0 0 0 0 0,0 0-1 0 0,1 0 1 0 0,-1 0 0 0 0,1 1 0 0 0,-1-1-1 0 0,1 0 1 0 0,-1 0 0 0 0,1 0 0 0 0,0 1-1 0 0,-1-1 1 0 0,1 0 0 0 0,0 0-1 0 0,0 2 1 0 0,-1 25 179 0 0,2 0 0 0 0,1-1 0 0 0,1 1 0 0 0,11 44 0 0 0,-2-26 120 0 0,35 82-1 0 0,-16-60 24 0 0,53 82-1 0 0,51 57 76 0 0,-120-185-382 0 0,585 766-1606 0 0,-597-785 1447 0 0,-2-2-1 0 0,0 0 0 0 0,0 1 0 0 0,0-1 0 0 0,1 0 0 0 0,-1 1 1 0 0,0-1-1 0 0,1 0 0 0 0,-1 0 0 0 0,1 0 0 0 0,-1 0 0 0 0,1 0 0 0 0,0-1 0 0 0,1 2 1 0 0,2-3-953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7:03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1501 97 8037 0 0,'-3'-83'843'0'0,"4"83"-810"0"0,-1-1 1 0 0,0 0-1 0 0,0 1 0 0 0,0-1 1 0 0,0 0-1 0 0,0 1 0 0 0,0-1 1 0 0,-1 0-1 0 0,1 1 0 0 0,0-1 0 0 0,0 0 1 0 0,0 1-1 0 0,-1-1 0 0 0,1 1 1 0 0,0-1-1 0 0,-1 0 0 0 0,1 1 0 0 0,0-1 1 0 0,-1 1-1 0 0,0-1 0 0 0,1 1-6 0 0,-1 0 0 0 0,1-1-1 0 0,-1 1 1 0 0,1 0-1 0 0,0 0 1 0 0,-1 0 0 0 0,1 0-1 0 0,-1 0 1 0 0,1 0-1 0 0,-1 0 1 0 0,1 0 0 0 0,-1 0-1 0 0,1 0 1 0 0,-1 1-1 0 0,1-1 1 0 0,0 0 0 0 0,-1 0-1 0 0,1 0 1 0 0,-1 0-1 0 0,1 1 1 0 0,0-1 0 0 0,-1 0-1 0 0,-25 24 821 0 0,18-17-694 0 0,-324 302 2787 0 0,-160 147-981 0 0,-8-8-3828 0 0,374-341 437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7:10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14 3844 0 0,'25'-1'1234'0'0,"-25"1"-1215"0"0,0 0-1 0 0,0 0 1 0 0,0 0 0 0 0,0 0 0 0 0,0 0 0 0 0,1 0-1 0 0,-1 0 1 0 0,0 0 0 0 0,0 0 0 0 0,0 0 0 0 0,0 0-1 0 0,0 0 1 0 0,0 0 0 0 0,0 0 0 0 0,1 0 0 0 0,-1 0-1 0 0,0 0 1 0 0,0 0 0 0 0,0 0 0 0 0,0 0 0 0 0,0 0 0 0 0,0 0-1 0 0,0 0 1 0 0,0 0 0 0 0,1 0 0 0 0,-1 0 0 0 0,0 0-1 0 0,0 0 1 0 0,0-1 0 0 0,0 1 0 0 0,0 0 0 0 0,0 0-1 0 0,0 0 1 0 0,0 0 0 0 0,0 0 0 0 0,0 0 0 0 0,0 0-1 0 0,0 0 1 0 0,0-1 0 0 0,0 1 0 0 0,0 0 0 0 0,0 0-1 0 0,0 0 1 0 0,0 0 0 0 0,0 0 0 0 0,0 0 0 0 0,0 0-1 0 0,0-1 1 0 0,0 1 0 0 0,0 0 0 0 0,0 0 0 0 0,0 0-1 0 0,0 0 1 0 0,0 0 0 0 0,0 0 0 0 0,0 0 0 0 0,0 0 0 0 0,0-1-1 0 0,0 1 1 0 0,0 0 0 0 0,-10-4 642 0 0,-9 0 1257 0 0,20 4-1882 0 0,-1 0 0 0 0,1 0 0 0 0,0 0 0 0 0,0 0 0 0 0,0 0 1 0 0,-1 1-1 0 0,1-1 0 0 0,0 0 0 0 0,0 1 0 0 0,0-1 0 0 0,-1 0 0 0 0,1 1 0 0 0,0-1 0 0 0,-1 1 0 0 0,1-1 0 0 0,0 1 0 0 0,-1 0 0 0 0,1-1 0 0 0,-1 1 0 0 0,1-1 0 0 0,0 2 0 0 0,8 21 443 0 0,-7-7-229 0 0,2 30 0 0 0,-3-27-75 0 0,4 209 877 0 0,-5-212-1025 0 0,0 14 25 0 0,7 182 74 0 0,2-87-788 0 0,-9-118 489 0 0,0-1-1 0 0,0 1 1 0 0,0 0 0 0 0,-1-1 0 0 0,0 1 0 0 0,-1-1 0 0 0,1 1 0 0 0,-1-1-1 0 0,0 0 1 0 0,-1 0 0 0 0,0 1 0 0 0,-6 9 0 0 0,-2 6-906 0 0,10-20 943 0 0,0 0 0 0 0,0 0 0 0 0,0 0 0 0 0,0 0 0 0 0,0 0 0 0 0,0-1 0 0 0,0 1 0 0 0,-1 0 0 0 0,1 0 0 0 0,-1-1 0 0 0,1 1 0 0 0,-1-1 0 0 0,1 1 0 0 0,-1-1 0 0 0,0 0 0 0 0,0 0 0 0 0,0 0 0 0 0,0 0 0 0 0,0 0 0 0 0,-3 1 0 0 0,-1 1-344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7:10.8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 1119 6657 0 0,'-5'-2'77'0'0,"2"1"-32"0"0,0-1 1 0 0,1 1-1 0 0,-1 0 0 0 0,0-1 1 0 0,1 1-1 0 0,0-1 0 0 0,-1 0 1 0 0,1 1-1 0 0,-3-4 0 0 0,29-1 1079 0 0,326-39 831 0 0,-179 29-2505 0 0,-140 11-324 0 0,-30 5 808 0 0,0 0 0 0 0,0-1 1 0 0,0 1-1 0 0,0 0 0 0 0,1-1 1 0 0,-1 1-1 0 0,0-1 0 0 0,0 0 1 0 0,0 1-1 0 0,0-1 0 0 0,-1 0 1 0 0,1 1-1 0 0,0-1 0 0 0,0 0 1 0 0,0 0-1 0 0,0 0 0 0 0,-1 1 0 0 0,1-1 1 0 0,0 0-1 0 0,-1 0 0 0 0,1 0 1 0 0,-1 0-1 0 0,1-2 0 0 0,-1 2-6 0 0,0 0 0 0 0,0 0-1 0 0,-1 0 1 0 0,1 0 0 0 0,0 0-1 0 0,-1 0 1 0 0,1 0 0 0 0,-1 0-1 0 0,1 0 1 0 0,-1 0 0 0 0,0 0-1 0 0,1 0 1 0 0,-1 0 0 0 0,0 0-1 0 0,0 0 1 0 0,1 1 0 0 0,-1-1-1 0 0,0 0 1 0 0,-2-1 0 0 0,-20-13-635 0 0,21 14 608 0 0,-16-8-137 0 0,0 1-1 0 0,-1 1 0 0 0,0 1 1 0 0,-19-4-1 0 0,-17-5 16 0 0,23 3 226 0 0,0 0-1 0 0,1-2 1 0 0,0-2 0 0 0,1-1-1 0 0,1-1 1 0 0,1-1-1 0 0,-37-33 1 0 0,49 38 107 0 0,1-1 0 0 0,1 0 0 0 0,1-1 0 0 0,0 0 0 0 0,1-2 0 0 0,1 1 0 0 0,1-1 0 0 0,0-1-1 0 0,1 0 1 0 0,1 0 0 0 0,1 0 0 0 0,1-1 0 0 0,-5-28 0 0 0,7 26 0 0 0,1-1-1 0 0,1 0 1 0 0,2 0-1 0 0,0 0 1 0 0,1 0 0 0 0,2 0-1 0 0,0 1 1 0 0,10-36-1 0 0,-9 44-78 0 0,1 1-1 0 0,0 0 1 0 0,1 0 0 0 0,1 0-1 0 0,0 1 1 0 0,0 0-1 0 0,2 0 1 0 0,-1 1 0 0 0,1 0-1 0 0,1 0 1 0 0,0 1-1 0 0,0 1 1 0 0,1-1-1 0 0,24-14 1 0 0,-21 16 3 0 0,1 0-1 0 0,0 1 1 0 0,0 0 0 0 0,0 1 0 0 0,1 1-1 0 0,0 1 1 0 0,30-5 0 0 0,-35 8-39 0 0,1 0 1 0 0,-1 1 0 0 0,0 0-1 0 0,0 1 1 0 0,0 0-1 0 0,0 1 1 0 0,0 0 0 0 0,0 1-1 0 0,0 0 1 0 0,0 0-1 0 0,-1 1 1 0 0,15 8 0 0 0,-4 0-150 0 0,-1 1 1 0 0,0 0-1 0 0,-1 2 1 0 0,-1 0-1 0 0,0 1 1 0 0,0 1 0 0 0,27 35-1 0 0,-25-21-357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7:11.9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0 343 5665 0 0,'6'-1'48'0'0,"30"0"299"0"0,-36 1-324 0 0,1 0 1 0 0,0 0 0 0 0,0 0 0 0 0,0 0-1 0 0,0 0 1 0 0,0 0 0 0 0,0 0-1 0 0,0 1 1 0 0,0-1 0 0 0,0 0-1 0 0,0 1 1 0 0,-1-1 0 0 0,1 1 0 0 0,0-1-1 0 0,0 1 1 0 0,0-1 0 0 0,-1 1-1 0 0,1-1 1 0 0,0 1 0 0 0,0 0 0 0 0,-1-1-1 0 0,1 1 1 0 0,-1 0 0 0 0,1 0-1 0 0,-1-1 1 0 0,1 1 0 0 0,-1 0 0 0 0,1 2-1 0 0,0 8 131 0 0,0 0-1 0 0,-1 0 0 0 0,-1 0 1 0 0,-2 20-1 0 0,3-25-96 0 0,0 0 1 0 0,0 0-1 0 0,0-1 1 0 0,1 1-1 0 0,0-1 1 0 0,3 10-1 0 0,3 25 99 0 0,-7-27-141 0 0,-1 0 0 0 0,0 1-1 0 0,-1-1 1 0 0,0 0 0 0 0,-5 16 0 0 0,5-27 50 0 0,0-9-17 0 0,0-8 11 0 0,3-13-67 0 0,0 1-1 0 0,2 0 0 0 0,1 0 0 0 0,8-27 0 0 0,-7 38 37 0 0,0 0 0 0 0,0 1-1 0 0,2 0 1 0 0,0 0 0 0 0,0 0-1 0 0,2 1 1 0 0,19-26 0 0 0,-27 39-22 0 0,0 0 0 0 0,0 0 1 0 0,0 0-1 0 0,0 0 0 0 0,0 0 0 0 0,0 0 1 0 0,1 0-1 0 0,-1 0 0 0 0,0 0 0 0 0,1 1 1 0 0,-1-1-1 0 0,2 0 0 0 0,-2 1-2 0 0,0-1 0 0 0,-1 1 0 0 0,1 0 0 0 0,0 0 0 0 0,0 0 0 0 0,-1 0 0 0 0,1 0-1 0 0,0 1 1 0 0,-1-1 0 0 0,1 0 0 0 0,0 0 0 0 0,-1 0 0 0 0,1 1 0 0 0,0-1 0 0 0,-1 0 0 0 0,1 0 0 0 0,-1 1 0 0 0,1-1 0 0 0,1 1-1 0 0,0 2 11 0 0,1 0 0 0 0,-1 0 0 0 0,0 0 0 0 0,0 0 0 0 0,0 1 0 0 0,0-1 0 0 0,-1 0 0 0 0,3 7 0 0 0,6 15 71 0 0,47 135 267 0 0,-52-145-323 0 0,1 1 0 0 0,1-1 0 0 0,16 29 0 0 0,-19-38-19 0 0,0 0 0 0 0,1 0 0 0 0,-1 0 0 0 0,1 0 0 0 0,0-1 0 0 0,1 0 0 0 0,-1 0 0 0 0,1 0-1 0 0,0-1 1 0 0,1 1 0 0 0,7 3 0 0 0,-11-7-7 0 0,0 0 1 0 0,-1 0-1 0 0,1 0 0 0 0,0 0 0 0 0,0 0 1 0 0,0-1-1 0 0,0 1 0 0 0,0-1 0 0 0,0 0 0 0 0,0 0 1 0 0,0 0-1 0 0,0 0 0 0 0,0-1 0 0 0,0 1 0 0 0,0-1 1 0 0,0 0-1 0 0,0 1 0 0 0,3-3 0 0 0,-2 1-38 0 0,0 0-1 0 0,0-1 1 0 0,-1 1-1 0 0,1-1 0 0 0,0 0 1 0 0,-1 0-1 0 0,0-1 1 0 0,0 1-1 0 0,0-1 0 0 0,4-6 1 0 0,1-5-119 0 0,0 0 0 0 0,-1 0 0 0 0,-1 0 0 0 0,-1-1 0 0 0,6-24 0 0 0,-3 4 108 0 0,-2 0 0 0 0,-2-1 0 0 0,-1 0 1 0 0,-2 0-1 0 0,-6-62 0 0 0,0 53 113 0 0,5 46-66 0 0,-6 38-189 0 0,12 10 180 0 0,-4-35 16 0 0,0-7-2 0 0,-1-7-4 0 0,-1 1-1 0 0,-9-19 16 0 0,-1 2-12 0 0,1-1 1 0 0,1 1-1 0 0,0-1 1 0 0,1-1-1 0 0,-6-30 1 0 0,-13-34-25 0 0,24 79 13 0 0,1-1 6 0 0,-1 1-1 0 0,0 0 0 0 0,0 0 1 0 0,0 0-1 0 0,-5-6 0 0 0,7 9-10 0 0,4 27-124 0 0,2-1 165 0 0,-4-22-24 0 0,-1 1-1 0 0,0 0 1 0 0,0 0-1 0 0,0 0 1 0 0,0 7-1 0 0,0-5-5 0 0,1-7 1 0 0,-2 1-1 0 0,0 0 0 0 0,0 0 0 0 0,0 0 0 0 0,0 0 0 0 0,1 0 0 0 0,-1-1 0 0 0,0 1 1 0 0,0 0-1 0 0,0 0 0 0 0,0 0 0 0 0,0 0 0 0 0,0 0 0 0 0,0-1 0 0 0,0 1 0 0 0,0 0 1 0 0,0 0-1 0 0,0 0 0 0 0,0 0 0 0 0,0 0 0 0 0,0-1 0 0 0,0 1 0 0 0,0 0 0 0 0,0 0 1 0 0,0 0-1 0 0,0 0 0 0 0,0 0 0 0 0,0 0 0 0 0,0-1 0 0 0,0 1 0 0 0,-1 0 1 0 0,1 0-1 0 0,0 0 0 0 0,0 0 0 0 0,0 0 0 0 0,0 0 0 0 0,0-1 0 0 0,0 1 0 0 0,0 0 1 0 0,0 0-1 0 0,-1 0 0 0 0,1 0 0 0 0,0 0 0 0 0,0 0 25 0 0,3 0 37 0 0,-10-46-40 0 0,18 145-56 0 0,-8-48 97 0 0,2 0 0 0 0,3-1 0 0 0,2 0 0 0 0,2 0-1 0 0,34 89 1 0 0,-33-110-79 0 0,1-1-1 0 0,1-1 1 0 0,2 0 0 0 0,0-1-1 0 0,2-1 1 0 0,26 27-1 0 0,-14-27-669 0 0,-18-17 196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7:12.2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51 239 6881 0 0,'-16'-11'84'0'0,"12"9"-75"0"0,0-1 0 0 0,0 0 0 0 0,0 0 1 0 0,0 0-1 0 0,1 0 0 0 0,-5-5 0 0 0,8 7-8 0 0,-1 0-1 0 0,1 0 0 0 0,-1 1 1 0 0,1-1-1 0 0,0 0 0 0 0,0 0 1 0 0,-1 0-1 0 0,1 0 0 0 0,0 1 0 0 0,0-1 1 0 0,0 0-1 0 0,0 0 0 0 0,0 0 1 0 0,0 0-1 0 0,0 0 0 0 0,0 0 1 0 0,0 0-1 0 0,1 1 0 0 0,-1-1 1 0 0,0 0-1 0 0,1 0 0 0 0,-1 0 1 0 0,0 0-1 0 0,1 1 0 0 0,-1-1 1 0 0,1 0-1 0 0,-1 1 0 0 0,1-1 1 0 0,-1 0-1 0 0,1 1 0 0 0,0-1 1 0 0,-1 0-1 0 0,1 1 0 0 0,0-1 1 0 0,-1 1-1 0 0,1-1 0 0 0,0 1 1 0 0,1-1-1 0 0,9-6-30 0 0,0 0 1 0 0,0 1-1 0 0,0 1 0 0 0,1 0 0 0 0,23-7 1 0 0,68-11 33 0 0,-65 16-49 0 0,217-37-1038 0 0,-248 43 1010 0 0,5-1-276 0 0,-12 0 213 0 0,-7-3 116 0 0,-22-12 450 0 0,20 11-212 0 0,1 1-1 0 0,-1 1 0 0 0,0-1 0 0 0,-11-3 1 0 0,4 7 11 0 0,16 1-223 0 0,0 0 1 0 0,0 0-1 0 0,-1 1 1 0 0,1-1 0 0 0,0 0-1 0 0,0 0 1 0 0,-1 0-1 0 0,1 1 1 0 0,0-1-1 0 0,0 0 1 0 0,0 0-1 0 0,0 0 1 0 0,-1 1-1 0 0,1-1 1 0 0,0 0 0 0 0,0 1-1 0 0,0-1 1 0 0,0 0-1 0 0,0 0 1 0 0,0 1-1 0 0,0-1 1 0 0,0 0-1 0 0,0 0 1 0 0,0 1-1 0 0,0-1 1 0 0,0 0 0 0 0,0 1-1 0 0,0-1 1 0 0,0 1-1 0 0,12 27 299 0 0,-9-23-262 0 0,27 53 327 0 0,-4-7-298 0 0,37 54 1 0 0,-56-95-172 0 0,-4-5-45 0 0,0 0 0 0 0,0-1 1 0 0,1 1-1 0 0,0-1 0 0 0,0 0 0 0 0,0 0 0 0 0,0 0 1 0 0,7 4-1 0 0,-1-4-389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7:12.6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 4816 0 0,'5'-5'12'0'0,"-1"3"-8"0"0,-2 2 8 0 0,4 3-12 0 0,-6 4-4 0 0,5 3 16 0 0,1 1-8 0 0,-2 4-8 0 0,3 1-12 0 0,4 4 16 0 0,-1 4-16 0 0,1-2-48 0 0,2 2-64 0 0,-2 0-72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7:13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258 837 5665 0 0,'16'-22'342'0'0,"0"3"-92"0"0,-11 10-110 0 0,1 0 0 0 0,-2-1 1 0 0,1 0-1 0 0,-2 0 1 0 0,6-21-1 0 0,-7 23-112 0 0,-1-1 1 0 0,0 1-1 0 0,0-1 0 0 0,-1 1 0 0 0,0-1 0 0 0,0 1 0 0 0,-1-1 1 0 0,-3-15-1 0 0,3 22-16 0 0,0-1 0 0 0,1 1 0 0 0,-1 0 0 0 0,0 0 0 0 0,0 0 0 0 0,0 0 0 0 0,-1 0 0 0 0,1 0 0 0 0,0 0 0 0 0,-1 1 0 0 0,0-1 0 0 0,1 0 0 0 0,-1 1 0 0 0,0-1 1 0 0,1 1-1 0 0,-1 0 0 0 0,0-1 0 0 0,0 1 0 0 0,0 0 0 0 0,0 0 0 0 0,-1 0 0 0 0,1 0 0 0 0,0 1 0 0 0,0-1 0 0 0,0 1 0 0 0,-1-1 0 0 0,1 1 0 0 0,0 0 0 0 0,0 0 0 0 0,-1 0 0 0 0,1 0 0 0 0,0 0 0 0 0,-1 0 1 0 0,1 1-1 0 0,0-1 0 0 0,0 1 0 0 0,-3 1 0 0 0,-11 2 3 0 0,1 1 0 0 0,0 0 0 0 0,0 2 0 0 0,1 0 0 0 0,-1 0 0 0 0,2 1-1 0 0,-1 1 1 0 0,-18 16 0 0 0,22-17 8 0 0,0 1-1 0 0,0 1 0 0 0,1 0 0 0 0,1 0 1 0 0,0 1-1 0 0,0 0 0 0 0,1 0 0 0 0,0 0 1 0 0,1 1-1 0 0,-8 21 0 0 0,13-30-7 0 0,0 0 0 0 0,0 1-1 0 0,1-1 1 0 0,-1 0 0 0 0,1 1 0 0 0,-1-1-1 0 0,1 1 1 0 0,0-1 0 0 0,0 1 0 0 0,1-1 0 0 0,-1 0-1 0 0,1 1 1 0 0,-1-1 0 0 0,1 0 0 0 0,0 1-1 0 0,0-1 1 0 0,1 0 0 0 0,-1 0 0 0 0,1 0-1 0 0,0 0 1 0 0,-1 0 0 0 0,1 0 0 0 0,0 0-1 0 0,1-1 1 0 0,-1 1 0 0 0,0-1 0 0 0,1 1 0 0 0,0-1-1 0 0,-1 0 1 0 0,1 0 0 0 0,0 0 0 0 0,0-1-1 0 0,4 3 1 0 0,0-1 2 0 0,-1 0 0 0 0,1-1 0 0 0,0 0-1 0 0,0 0 1 0 0,0-1 0 0 0,0 1 0 0 0,0-2 0 0 0,0 1 0 0 0,0-1-1 0 0,0 0 1 0 0,0 0 0 0 0,0-1 0 0 0,1 0 0 0 0,-1 0 0 0 0,8-3-1 0 0,-9 2-12 0 0,0 0-1 0 0,0-1 0 0 0,-1 1 0 0 0,1-1 0 0 0,-1 0 1 0 0,1-1-1 0 0,-1 0 0 0 0,0 1 0 0 0,0-2 0 0 0,-1 1 1 0 0,1 0-1 0 0,-1-1 0 0 0,0 0 0 0 0,0 0 0 0 0,-1 0 1 0 0,1-1-1 0 0,-1 1 0 0 0,0-1 0 0 0,-1 1 0 0 0,1-1 1 0 0,-1 0-1 0 0,0 0 0 0 0,-1 0 0 0 0,0-1 0 0 0,0 1 1 0 0,0 0-1 0 0,0 0 0 0 0,-1-12 0 0 0,-1 10-76 0 0,1 8 40 0 0,-1 19 54 0 0,-1 31 142 0 0,2-36-113 0 0,1 0 1 0 0,0 0-1 0 0,1-1 0 0 0,0 1 0 0 0,1 0 1 0 0,1-1-1 0 0,0 0 0 0 0,1 0 0 0 0,0 0 1 0 0,8 13-1 0 0,-9-19-34 0 0,1 0 1 0 0,-1-1-1 0 0,2 1 1 0 0,-1-1-1 0 0,0 0 1 0 0,1 0-1 0 0,0-1 1 0 0,0 0-1 0 0,1 0 1 0 0,0-1-1 0 0,0 1 1 0 0,0-1-1 0 0,0-1 1 0 0,0 1-1 0 0,1-1 1 0 0,-1-1-1 0 0,1 1 1 0 0,13 1-1 0 0,-19-3-10 0 0,1-1-1 0 0,0 0 1 0 0,-1 0 0 0 0,1 0-1 0 0,-1 0 1 0 0,1 0 0 0 0,-1 0-1 0 0,1-1 1 0 0,0 1-1 0 0,-1-1 1 0 0,1 0 0 0 0,-1 0-1 0 0,0 0 1 0 0,1 0 0 0 0,-1 0-1 0 0,0 0 1 0 0,0-1-1 0 0,1 1 1 0 0,-1-1 0 0 0,0 1-1 0 0,-1-1 1 0 0,1 0 0 0 0,0 0-1 0 0,0 0 1 0 0,-1 0-1 0 0,1 0 1 0 0,-1 0 0 0 0,3-5-1 0 0,1-5-21 0 0,0 0 0 0 0,-1 0 0 0 0,0-1 0 0 0,3-20-1 0 0,-2 11-31 0 0,4-20-128 0 0,-3 0 0 0 0,-1-1 0 0 0,-1-61 0 0 0,-16-131-470 0 0,0 57 350 0 0,-5-114 71 0 0,16 289 216 0 0,0 4-3 0 0,-3 12-14 0 0,-1 23 12 0 0,-1 66 205 0 0,14 205 0 0 0,1-250-63 0 0,2 0-1 0 0,2 0 0 0 0,3-2 1 0 0,2 1-1 0 0,2-2 1 0 0,38 70-1 0 0,7 36-594 0 0,-49-116-133 0 0,-2-13-2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57:13.4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265 281 7325 0 0,'-66'4'579'0'0,"-133"-8"0"0"0,256-6 360 0 0,552-74 1386 0 0,6 27-467 0 0,-98 11-343 0 0,286-21 625 0 0,1 50-661 0 0,-675 19-1257 0 0,208 10 497 0 0,-303-12-642 0 0,-27 0-25 0 0,0 0 0 0 0,0 0 0 0 0,0 0 0 0 0,0 1 0 0 0,0 0 0 0 0,-1 0 0 0 0,8 3 0 0 0,-15-2 766 0 0,-9 0-399 0 0,-12 0-52 0 0,-62-4-465 0 0,52 2-808 0 0,-35-4-1 0 0,57 4 294 0 0,0 0-1 0 0,-1 0 0 0 0,1 2 0 0 0,0-1 0 0 0,1 1 0 0 0,-1 0 0 0 0,-15 7 0 0 0,21-8 353 0 0,-24 7-1764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4-25T09:33:00.2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24575,'0'3'0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03.9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103 346 7453 0 0,'-11'-10'-72'0'0,"11"10"89"0"0,-1 0 0 0 0,0-1 0 0 0,1 1 0 0 0,-1 0 1 0 0,1-1-1 0 0,-1 1 0 0 0,1-1 0 0 0,-1 1 0 0 0,1-1 0 0 0,-1 1 1 0 0,1-1-1 0 0,-1 1 0 0 0,1-1 0 0 0,0 1 0 0 0,-1-1 0 0 0,1 1 1 0 0,0-1-1 0 0,0 0 0 0 0,-1 1 0 0 0,1-1 0 0 0,0 0 0 0 0,0 1 1 0 0,0-2-1 0 0,0 1 34 0 0,0 1 0 0 0,0 0 0 0 0,0-1 0 0 0,0 1 0 0 0,0 0 0 0 0,0-1 1 0 0,0 1-1 0 0,0-1 0 0 0,-1 1 0 0 0,1 0 0 0 0,0-1 0 0 0,0 1 0 0 0,0 0 0 0 0,0-1 0 0 0,-1 1 1 0 0,1 0-1 0 0,0-1 0 0 0,0 1 0 0 0,0 0 0 0 0,-1-1 0 0 0,1 1 0 0 0,0 0 0 0 0,-1 0 0 0 0,1-1 1 0 0,0 1-1 0 0,-1 0 0 0 0,1 0 0 0 0,0 0 0 0 0,-1-1 0 0 0,1 1 0 0 0,0 0 0 0 0,-2-1 739 0 0,8-3-565 0 0,-5 4-201 0 0,-1 0-1 0 0,0 0 1 0 0,1 0 0 0 0,-1-1-1 0 0,0 1 1 0 0,0 0 0 0 0,1 0 0 0 0,-1 0-1 0 0,0-1 1 0 0,0 1 0 0 0,1 0-1 0 0,-1 0 1 0 0,0-1 0 0 0,0 1-1 0 0,0 0 1 0 0,0 0 0 0 0,1-1-1 0 0,-1 1 1 0 0,0 0 0 0 0,0-1 0 0 0,0 1-1 0 0,0 0 1 0 0,0-1 0 0 0,0 1-1 0 0,0 0 1 0 0,0-1 0 0 0,0 1-1 0 0,0 0 1 0 0,0-1 0 0 0,0 1-1 0 0,0 0 1 0 0,0 0 0 0 0,0-1 0 0 0,0 1-1 0 0,0 0 1 0 0,0-1 0 0 0,-1 1-1 0 0,-10-13 528 0 0,8 10-437 0 0,0 1-1 0 0,0 0 1 0 0,0 0 0 0 0,-1 0 0 0 0,1 0 0 0 0,-8-2 0 0 0,-33 0 1160 0 0,79 1-1419 0 0,55-14-1 0 0,-31 6 103 0 0,732-101-90 0 0,-775 111 134 0 0,246-24 41 0 0,-181 14 11 0 0,97-28 0 0 0,-137 29-19 0 0,50-16 198 0 0,-93 26-153 0 0,-1 0-173 0 0,1 1 0 0 0,-1-1 0 0 0,1 0-1 0 0,0 0 1 0 0,-1 0 0 0 0,1 0 0 0 0,0 0 0 0 0,-1 0 0 0 0,1-1-1 0 0,0 1 1 0 0,-1-1 0 0 0,-1-1 0 0 0,-7 3-2395 0 0,6-7 1395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04.4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83 988 6597 0 0,'-10'-5'144'0'0,"9"5"-140"0"0,0-1 1 0 0,1 1 0 0 0,-1-1 0 0 0,0 1 0 0 0,1 0 0 0 0,-1-1 0 0 0,0 1 0 0 0,0 0 0 0 0,1-1 0 0 0,-1 1 0 0 0,0 0 0 0 0,0 0 0 0 0,0 0 0 0 0,1 0 0 0 0,-1 0 0 0 0,0 0-1 0 0,0 0 1 0 0,0 0 0 0 0,-1 0 0 0 0,1 0 42 0 0,-1 1 0 0 0,0-1 0 0 0,0 0 0 0 0,1 0-1 0 0,-1 0 1 0 0,0 0 0 0 0,1-1 0 0 0,-1 1 0 0 0,0 0 0 0 0,0-1-1 0 0,1 1 1 0 0,-1-1 0 0 0,1 0 0 0 0,-1 1 0 0 0,1-1-1 0 0,-1 0 1 0 0,1 0 0 0 0,-1 0 0 0 0,1 0 0 0 0,-1 0 0 0 0,1 0-1 0 0,0 0 1 0 0,-2-2 0 0 0,1-1 106 0 0,0 0 0 0 0,0 0-1 0 0,0 0 1 0 0,0-1 0 0 0,1 1 0 0 0,0 0 0 0 0,0 0-1 0 0,-1-9 1 0 0,1 6-68 0 0,1 0 1 0 0,0-1-1 0 0,0 1 0 0 0,1 0 1 0 0,-1-1-1 0 0,2 1 0 0 0,-1 0 1 0 0,1 0-1 0 0,4-11 0 0 0,5-8-39 0 0,17-30 0 0 0,-8 17-6 0 0,-2 2-40 0 0,133-255 91 0 0,-129 256-95 0 0,2 0 0 0 0,2 1-1 0 0,1 1 1 0 0,2 2 0 0 0,50-45 0 0 0,-58 60-22 0 0,1 1 1 0 0,1 1 0 0 0,0 1-1 0 0,1 1 1 0 0,1 1-1 0 0,26-10 1 0 0,-33 16 11 0 0,-1 1-1 0 0,1 0 1 0 0,0 2 0 0 0,0 0 0 0 0,0 0 0 0 0,1 2 0 0 0,-1 1 0 0 0,0 0 0 0 0,36 5 0 0 0,-44-3 9 0 0,-1 1 0 0 0,-1 0 0 0 0,1 1 0 0 0,0-1 0 0 0,-1 2 0 0 0,1-1 0 0 0,-1 1 0 0 0,-1 0 0 0 0,1 1 0 0 0,-1 0 0 0 0,0 0 0 0 0,10 10 0 0 0,5 11-9 0 0,0 0 1 0 0,18 31-1 0 0,-18-24 2 0 0,63 100 167 0 0,109 237-1 0 0,-171-325-126 0 0,138 320 165 0 0,-160-357-514 0 0,-6-17-889 0 0,1-1 408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04.7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9 112 5148 0 0,'-1'0'21'0'0,"1"-1"-1"0"0,-1 1 0 0 0,1-1 0 0 0,-1 1 0 0 0,1-1 0 0 0,-1 1 0 0 0,1-1 1 0 0,-1 1-1 0 0,1-1 0 0 0,-1 0 0 0 0,1 1 0 0 0,0-1 0 0 0,-1 1 1 0 0,1-1-1 0 0,0 0 0 0 0,0 0 0 0 0,-1 1 0 0 0,1-1 0 0 0,0 0 0 0 0,0 1 1 0 0,0-1-1 0 0,0 0 0 0 0,0 0 0 0 0,0 1 0 0 0,0-1 0 0 0,0 0 0 0 0,0 1 1 0 0,0-1-1 0 0,1 0 0 0 0,-1 0 0 0 0,0 0 0 0 0,0-1 40 0 0,1 0-1 0 0,-1 0 1 0 0,0 0-1 0 0,1 0 0 0 0,-1 0 1 0 0,1 0-1 0 0,0 0 1 0 0,0 0-1 0 0,-1 1 1 0 0,1-1-1 0 0,2-3 1 0 0,4 2-48 0 0,-1 0 1 0 0,0 0 0 0 0,1 1 0 0 0,-1 0 0 0 0,1 0 0 0 0,0 1 0 0 0,8-1-1 0 0,6-3 8 0 0,17-2-4 0 0,0 0 0 0 0,48-1 0 0 0,79 6 111 0 0,-66 2-87 0 0,113-4-27 0 0,888-9 16 0 0,-1099 12-28 0 0,0 1 1 0 0,0 0-1 0 0,0 0 0 0 0,-1 0 1 0 0,1 0-1 0 0,0 0 0 0 0,0 0 1 0 0,0 0-1 0 0,0 1 1 0 0,0-1-1 0 0,-1 0 0 0 0,1 0 1 0 0,0 1-1 0 0,0-1 0 0 0,0 0 1 0 0,-1 1-1 0 0,1-1 0 0 0,0 1 1 0 0,0-1-1 0 0,-1 1 1 0 0,1-1-1 0 0,1 2 0 0 0,-2-2 2 0 0,0 1 1 0 0,0 0-1 0 0,0-1 0 0 0,0 1 0 0 0,-1-1 0 0 0,1 1 1 0 0,0 0-1 0 0,0-1 0 0 0,0 1 0 0 0,0-1 0 0 0,-1 1 1 0 0,1 0-1 0 0,0-1 0 0 0,0 1 0 0 0,-1-1 0 0 0,1 1 1 0 0,-1-1-1 0 0,1 1 0 0 0,0-1 0 0 0,-1 1 0 0 0,1-1 1 0 0,-2 1-1 0 0,0 2-5 0 0,-1-1-1 0 0,-1 1 1 0 0,1-1 0 0 0,0 0 0 0 0,0 0-1 0 0,-1 0 1 0 0,1 0 0 0 0,-1-1 0 0 0,-4 2 0 0 0,2-2-7 0 0,0-1 1 0 0,0 1-1 0 0,0-1 1 0 0,1 0 0 0 0,-1-1-1 0 0,0 0 1 0 0,0 0 0 0 0,0 0-1 0 0,1 0 1 0 0,-1-1-1 0 0,1 0 1 0 0,-1 0 0 0 0,-5-4-1 0 0,2 3-228 0 0,-2 0-184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05.1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1 714 5148 0 0,'0'-8'85'0'0,"1"0"-1"0"0,1 0 0 0 0,-1 0 0 0 0,1 0 1 0 0,1 0-1 0 0,-1 1 0 0 0,1-1 0 0 0,1 1 0 0 0,-1 0 1 0 0,9-12-1 0 0,8-9 105 0 0,27-32 0 0 0,-24 34-189 0 0,25-32 62 0 0,3 1 0 0 0,2 4 0 0 0,2 1 0 0 0,94-66 0 0 0,-117 96-16 0 0,1 1 1 0 0,1 2-1 0 0,1 2 0 0 0,0 0 0 0 0,1 3 1 0 0,1 1-1 0 0,0 2 0 0 0,1 1 0 0 0,0 2 1 0 0,64-5-1 0 0,-55 13 79 0 0,1 2 1 0 0,-1 2-1 0 0,0 2 1 0 0,-1 3-1 0 0,0 1 1 0 0,78 28-1 0 0,-93-26-124 0 0,0 1 0 0 0,0 1 0 0 0,-2 1 0 0 0,51 37-1 0 0,-61-38 43 0 0,-1 1 0 0 0,0 1 0 0 0,-1 1-1 0 0,-1 1 1 0 0,-1 0 0 0 0,-1 1-1 0 0,20 33 1 0 0,-9-6 206 0 0,-3 2 0 0 0,-2 1 0 0 0,18 62 0 0 0,-15-24-60 0 0,12 95-1 0 0,-7 19-53 0 0,-25-188-331 0 0,0-11-463 0 0,4-21-946 0 0,-5 14 1372 0 0,0-4-577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06.5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6576 3062 3988 0 0,'15'2'2208'0'0,"324"7"-1717"0"0,-339-9-491 0 0,93 7 342 0 0,132 26 1 0 0,-100-12-110 0 0,475 38 480 0 0,-487-51-713 0 0,994 28 103 0 0,-1020-37 3 0 0,97 2 2996 0 0,-175-3-2791 0 0,25-5-34 0 0,-25 5 400 0 0,-3-8-620 0 0,4-3-60 0 0,-5 5-4 0 0,1 0 0 0 0,-1 0 0 0 0,-1 0 0 0 0,5-9 0 0 0,66-131-350 0 0,-57 119 231 0 0,-1-2-1 0 0,-1 0 0 0 0,-2 0 0 0 0,15-51 1 0 0,-26 72 120 0 0,0 0 0 0 0,-1 0 0 0 0,-1 0 0 0 0,0 0 0 0 0,0-1 0 0 0,-1 1 0 0 0,0 0 0 0 0,0 0 0 0 0,-2-1 0 0 0,1 1 1 0 0,-1 0-1 0 0,0 0 0 0 0,-1 0 0 0 0,0 1 0 0 0,-1-1 0 0 0,0 1 0 0 0,-1-1 0 0 0,0 1 0 0 0,-10-14 0 0 0,2 8 4 0 0,1 1-1 0 0,-2 1 0 0 0,0 0 0 0 0,-1 1 0 0 0,0 1 0 0 0,-19-12 0 0 0,-108-51 29 0 0,77 43-28 0 0,-44-24-8 0 0,-301-171-38 0 0,324 170 86 0 0,-1 3 0 0 0,-151-65 0 0 0,50 51-59 0 0,108 42 28 0 0,-130-62 1 0 0,199 81-10 0 0,0 2 0 0 0,-1-1 1 0 0,1 2-1 0 0,-1-1 0 0 0,0 2 1 0 0,-12-2-1 0 0,-73-1-20 0 0,-1-1 82 0 0,96 5-55 0 0,-1 1 0 0 0,0-1 0 0 0,1 0-1 0 0,-1 0 1 0 0,1 0 0 0 0,-1-1-1 0 0,1 1 1 0 0,-1-1 0 0 0,1 1 0 0 0,0-1-1 0 0,0 0 1 0 0,0 0 0 0 0,0 0-1 0 0,0 0 1 0 0,0 0 0 0 0,1 0 0 0 0,-1-1-1 0 0,0 1 1 0 0,1 0 0 0 0,0-1-1 0 0,0 0 1 0 0,0 1 0 0 0,0-1 0 0 0,0 1-1 0 0,-1-6 1 0 0,1 1 8 0 0,-1 0 0 0 0,1-1-1 0 0,0 1 1 0 0,1-1 0 0 0,0 1 0 0 0,0-1 0 0 0,1 1 0 0 0,2-14-1 0 0,53-298-108 0 0,-48 268 87 0 0,0-12 9 0 0,-2 0 0 0 0,-4-107 0 0 0,-4 149-4 0 0,-1 1 1 0 0,-1 0-1 0 0,0 0 1 0 0,-2 0-1 0 0,0 0 0 0 0,-2 1 1 0 0,0 0-1 0 0,-1 0 1 0 0,-1 1-1 0 0,0 0 0 0 0,-2 1 1 0 0,0 0-1 0 0,-25-26 0 0 0,32 37-1 0 0,-21-23-20 0 0,0 1-1 0 0,-2 2 1 0 0,-34-26 0 0 0,22 24 2 0 0,-1 2 0 0 0,-1 2 0 0 0,-1 2 1 0 0,-1 2-1 0 0,-78-25 0 0 0,-278-42 15 0 0,-5 33-50 0 0,118 18 47 0 0,-523-48 58 0 0,-3 85 69 0 0,-197 113 4 0 0,350 28-211 0 0,502-98 127 0 0,2 8 1 0 0,-164 78-1 0 0,-102 90-73 0 0,10 19-96 0 0,38-21 174 0 0,24 5-30 0 0,299-184-3 0 0,2 2 0 0 0,1 3 0 0 0,3 1 0 0 0,-58 75-1 0 0,71-76 9 0 0,2 1 0 0 0,2 1-1 0 0,-37 83 1 0 0,52-96-15 0 0,1 0 1 0 0,2 1-1 0 0,1 0 0 0 0,1 0 1 0 0,2 1-1 0 0,-2 59 0 0 0,8 413 87 0 0,1-470-87 0 0,1-1 0 0 0,2 0 0 0 0,2-1 1 0 0,1 1-1 0 0,1-1 0 0 0,2-1 0 0 0,2 1 0 0 0,1-2 1 0 0,20 37-1 0 0,-24-54-13 0 0,59 103-282 0 0,-37-53-1731 0 0,-23-49 1105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07.1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325 361 5513 0 0,'13'-17'89'0'0,"1"0"1"0"0,29-26 0 0 0,3-3 105 0 0,-4 3 28 0 0,-27 29 17 0 0,-1 0-1 0 0,0-2 1 0 0,18-27 0 0 0,-31 43-215 0 0,0-1 1 0 0,-1 0 0 0 0,1 1 0 0 0,-1-1-1 0 0,1 0 1 0 0,-1 0 0 0 0,1 1 0 0 0,-1-1 0 0 0,1 0-1 0 0,-1 0 1 0 0,0 0 0 0 0,1 0 0 0 0,-1 0-1 0 0,0 0 1 0 0,0 1 0 0 0,0-1 0 0 0,0 0-1 0 0,0 0 1 0 0,0 0 0 0 0,0 0 0 0 0,0 0 0 0 0,0 0-1 0 0,0 0 1 0 0,-1 0 0 0 0,1 1 0 0 0,0-1-1 0 0,0 0 1 0 0,-1 0 0 0 0,1 0 0 0 0,-1 0-1 0 0,1 1 1 0 0,-1-1 0 0 0,1 0 0 0 0,-1 0-1 0 0,1 1 1 0 0,-1-1 0 0 0,0 0 0 0 0,1 1 0 0 0,-1-1-1 0 0,0 1 1 0 0,0-1 0 0 0,1 1 0 0 0,-1-1-1 0 0,0 1 1 0 0,0 0 0 0 0,0-1 0 0 0,0 1-1 0 0,1 0 1 0 0,-1-1 0 0 0,0 1 0 0 0,0 0 0 0 0,0 0-1 0 0,0 0 1 0 0,-1 0 0 0 0,-6-1 27 0 0,0 1 1 0 0,0-1 0 0 0,1 2-1 0 0,-1-1 1 0 0,-8 2-1 0 0,-10 4-30 0 0,0 1-1 0 0,1 2 0 0 0,-1 0 1 0 0,2 1-1 0 0,0 2 0 0 0,0 0 0 0 0,1 2 1 0 0,0 0-1 0 0,2 2 0 0 0,-1 0 0 0 0,2 2 1 0 0,-34 37-1 0 0,38-36 58 0 0,1 1 0 0 0,0 1 0 0 0,2 1 0 0 0,1 0 0 0 0,0 0 0 0 0,-14 44 0 0 0,16-36-28 0 0,2 0 0 0 0,1 1 1 0 0,1 1-1 0 0,-3 62 0 0 0,9-84-45 0 0,0 1-1 0 0,0-1 1 0 0,1 0-1 0 0,1 1 1 0 0,-1-1-1 0 0,2 0 1 0 0,-1 0-1 0 0,1 0 1 0 0,1 0-1 0 0,0-1 1 0 0,0 1-1 0 0,1-1 1 0 0,1 0-1 0 0,-1 0 1 0 0,1-1-1 0 0,0 1 1 0 0,1-2-1 0 0,0 1 1 0 0,1-1-1 0 0,-1 0 1 0 0,1 0-1 0 0,0-1 1 0 0,1 0-1 0 0,0 0 1 0 0,0-1-1 0 0,0 0 1 0 0,0-1-1 0 0,1 0 1 0 0,0 0-1 0 0,0-1 1 0 0,14 3-1 0 0,-1-3 7 0 0,1 0 0 0 0,0-1-1 0 0,-1-2 1 0 0,1 0 0 0 0,0-1-1 0 0,-1-2 1 0 0,1 0 0 0 0,-1-2-1 0 0,0 0 1 0 0,0-2 0 0 0,28-11 0 0 0,-15 3-2 0 0,-1-2 1 0 0,0-2 0 0 0,-1-1 0 0 0,-1-2 0 0 0,-1-1 0 0 0,30-28 0 0 0,-45 36-28 0 0,-1-1 0 0 0,-1-1 0 0 0,-1 0 0 0 0,0-1-1 0 0,-1 0 1 0 0,-1-1 0 0 0,-1 0 0 0 0,-1-1 0 0 0,0 0 0 0 0,8-29-1 0 0,-13 31-2 0 0,0 1-1 0 0,-2-1 0 0 0,0 0 0 0 0,-1 0 1 0 0,-1 0-1 0 0,0 0 0 0 0,-2 0 0 0 0,0 0 0 0 0,-1 0 1 0 0,0 1-1 0 0,-2-1 0 0 0,0 0 0 0 0,-9-21 1 0 0,7 23 13 0 0,-1 0 1 0 0,0 0 0 0 0,-1 1-1 0 0,-1 0 1 0 0,-1 1 0 0 0,0 0-1 0 0,-1 0 1 0 0,0 1 0 0 0,-15-13-1 0 0,17 18 4 0 0,-1 1 0 0 0,1 0 0 0 0,-1 0 0 0 0,0 1 0 0 0,-1 1-1 0 0,1-1 1 0 0,-1 2 0 0 0,0-1 0 0 0,-1 2 0 0 0,1-1 0 0 0,-1 2 0 0 0,1-1 0 0 0,-1 2-1 0 0,-14-1 1 0 0,6 2-47 0 0,-1 1 0 0 0,0 1-1 0 0,0 1 1 0 0,1 0 0 0 0,-1 2 0 0 0,1 1-1 0 0,0 0 1 0 0,1 1 0 0 0,-1 1 0 0 0,1 1-1 0 0,1 1 1 0 0,0 0 0 0 0,0 2 0 0 0,1 0-1 0 0,-17 16 1 0 0,31-25-39 0 0,0 0 1 0 0,0 0-1 0 0,0 0 0 0 0,1 0 0 0 0,-1 0 1 0 0,1 1-1 0 0,0-1 0 0 0,0 1 1 0 0,0 0-1 0 0,1 0 0 0 0,-1-1 0 0 0,1 1 1 0 0,0 0-1 0 0,0 0 0 0 0,0 0 0 0 0,1 1 1 0 0,-1-1-1 0 0,1 0 0 0 0,0 0 0 0 0,0 0 1 0 0,1 6-1 0 0,8 11-653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07.6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959 68 5236 0 0,'-10'-6'211'0'0,"0"0"0"0"0,0 0 0 0 0,-10-10-1 0 0,15 12-133 0 0,0 0 1 0 0,-1 1-1 0 0,1-1 0 0 0,-1 1 0 0 0,1 1 1 0 0,-1-1-1 0 0,0 1 0 0 0,0 0 0 0 0,0 0 1 0 0,-1 0-1 0 0,1 1 0 0 0,0 0 0 0 0,-1 1 0 0 0,1-1 1 0 0,0 1-1 0 0,-1 0 0 0 0,1 1 0 0 0,-8 1 1 0 0,2 0 6 0 0,0 0 0 0 0,0 1 1 0 0,0 1-1 0 0,1 0 1 0 0,0 0-1 0 0,0 1 0 0 0,0 1 1 0 0,-17 11-1 0 0,-75 62 1097 0 0,-108 110 0 0 0,142-121-905 0 0,4 3-1 0 0,-67 92 0 0 0,121-147-209 0 0,0 0 0 0 0,1 1 0 0 0,0 0 0 0 0,1 1 0 0 0,1-1 0 0 0,1 2 0 0 0,1-1 0 0 0,-6 27 0 0 0,11-36-30 0 0,-1-1 0 0 0,2 0 0 0 0,-1 1 0 0 0,1-1 0 0 0,0 1 0 0 0,1-1 0 0 0,0 1 0 0 0,1-1 0 0 0,-1 1 0 0 0,1-1 0 0 0,1 0 0 0 0,0 0 0 0 0,0 0 0 0 0,0 0 0 0 0,1-1 0 0 0,0 1 0 0 0,1-1 0 0 0,0 0 0 0 0,0 0 0 0 0,0-1 0 0 0,11 11 0 0 0,-3-7 27 0 0,0 0-1 0 0,0-1 1 0 0,1-1 0 0 0,0 0 0 0 0,1 0-1 0 0,-1-2 1 0 0,2 0 0 0 0,-1 0 0 0 0,0-2 0 0 0,1 0-1 0 0,0 0 1 0 0,28 1 0 0 0,-11-3-18 0 0,0-1 0 0 0,0-1 0 0 0,0-2 0 0 0,0-2 0 0 0,43-9 1 0 0,-27 0-55 0 0,0-1 1 0 0,-2-3-1 0 0,0-2 1 0 0,0-2-1 0 0,58-36 1 0 0,-86 45 8 0 0,26-14 6 0 0,-1-2-1 0 0,70-59 1 0 0,-102 76-5 0 0,-1 0-1 0 0,0-1 1 0 0,-1 0 0 0 0,0-1 0 0 0,-1 0 0 0 0,0 0 0 0 0,-1-1 0 0 0,-1 0 0 0 0,0-1 0 0 0,-1 1 0 0 0,0-1-1 0 0,-1-1 1 0 0,4-22 0 0 0,-7 21-3 0 0,0-1 0 0 0,-1 1 0 0 0,0-1 0 0 0,-2 1 0 0 0,0-1 0 0 0,-1 1 0 0 0,-1-1 0 0 0,0 1 0 0 0,-1 0 0 0 0,-1 1 0 0 0,-1-1 0 0 0,-1 1 0 0 0,0 0 0 0 0,-1 0 0 0 0,0 1 0 0 0,-1 0 0 0 0,-1 0 0 0 0,0 1 0 0 0,-1 0 0 0 0,-1 1 0 0 0,0 1 0 0 0,-1 0 0 0 0,0 0 0 0 0,-1 1 0 0 0,0 1 0 0 0,-1 0 0 0 0,-18-9 0 0 0,1 6-58 0 0,0 0 1 0 0,-1 2-1 0 0,-1 2 1 0 0,0 1 0 0 0,0 2-1 0 0,0 1 1 0 0,-1 1-1 0 0,-37 2 1 0 0,55 3-347 0 0,0 0 1 0 0,-1 1-1 0 0,1 1 1 0 0,1 1-1 0 0,-1 1 0 0 0,0 0 1 0 0,1 1-1 0 0,-18 9 1 0 0,11-2-878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08.9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499 221 6845 0 0,'-1'1'8'0'0,"1"-1"1"0"0,-1 0-1 0 0,0 1 1 0 0,0-1 0 0 0,1 1-1 0 0,-1-1 1 0 0,1 1 0 0 0,-1-1-1 0 0,0 1 1 0 0,1-1-1 0 0,-1 1 1 0 0,1-1 0 0 0,-1 1-1 0 0,1 0 1 0 0,-1-1 0 0 0,1 1-1 0 0,0 0 1 0 0,-1 0-1 0 0,1-1 1 0 0,0 1 0 0 0,0 0-1 0 0,-1 0 1 0 0,1 1 0 0 0,-6 26 39 0 0,4-20 38 0 0,-34 250 883 0 0,19 5 108 0 0,11-139-784 0 0,-67 553 436 0 0,-47-100 286 0 0,115-553-978 0 0,-175 601 205 0 0,175-609-237 0 0,-3 5 5 0 0,1 0 0 0 0,0 1 0 0 0,2 0 1 0 0,1 1-1 0 0,-1 22 0 0 0,5-44-10 0 0,0 0 1 0 0,0 0 0 0 0,0-1-1 0 0,0 1 1 0 0,1 0 0 0 0,-1-1-1 0 0,0 1 1 0 0,0 0-1 0 0,1-1 1 0 0,-1 1 0 0 0,1-1-1 0 0,-1 1 1 0 0,0-1 0 0 0,1 1-1 0 0,-1 0 1 0 0,1-1 0 0 0,-1 1-1 0 0,1-1 1 0 0,0 0 0 0 0,-1 1-1 0 0,1-1 1 0 0,-1 0-1 0 0,1 1 1 0 0,0-1 0 0 0,-1 0-1 0 0,1 1 1 0 0,0-1 0 0 0,-1 0-1 0 0,1 0 1 0 0,0 0 0 0 0,-1 0-1 0 0,1 0 1 0 0,0 0 0 0 0,0 0-1 0 0,-1 0 1 0 0,1 0-1 0 0,0 0 1 0 0,-1 0 0 0 0,1 0-1 0 0,0-1 1 0 0,37-7 25 0 0,-30 6-22 0 0,131-34 5 0 0,240-58-105 0 0,7 26 265 0 0,106 34 446 0 0,1 29-376 0 0,-483 5-242 0 0,287-11 80 0 0,-297 12-66 0 0,1-1 1 0 0,-1 0-1 0 0,1 0 1 0 0,-1 0-1 0 0,1 0 1 0 0,-1 0-1 0 0,1 0 1 0 0,-1 0-1 0 0,1 0 1 0 0,0 0 0 0 0,-1 0-1 0 0,1 0 1 0 0,-1-1-1 0 0,1 1 1 0 0,-1 0-1 0 0,1 0 1 0 0,-1 0-1 0 0,1-1 1 0 0,-1 1-1 0 0,1 0 1 0 0,-1-1-1 0 0,0 1 1 0 0,1 0-1 0 0,-1-1 1 0 0,1 1-1 0 0,-1 0 1 0 0,0-1-1 0 0,1 1 1 0 0,-1-1-1 0 0,0 1 1 0 0,1-1-1 0 0,-1 1 1 0 0,0-1-1 0 0,0 1 1 0 0,1-1-1 0 0,-11-17 641 0 0,1 5-567 0 0,-2-13-54 0 0,0-1 0 0 0,2 0-1 0 0,1-1 1 0 0,1 0 0 0 0,2 0 0 0 0,-4-51 0 0 0,6 29-51 0 0,2 0-1 0 0,2 0 0 0 0,3 0 1 0 0,2 0-1 0 0,17-68 0 0 0,1 29-98 0 0,4 2-1 0 0,42-89 0 0 0,35-57-248 0 0,61-147-19 0 0,-120 261 369 0 0,38-156 1 0 0,-58 164 14 0 0,-5-1 0 0 0,6-115 0 0 0,-26 210 5 0 0,0 1-1 0 0,-2-1 1 0 0,0 1-1 0 0,0 0 1 0 0,-2 0 0 0 0,0 0-1 0 0,-1 0 1 0 0,-1 0-1 0 0,0 0 1 0 0,-1 1-1 0 0,-9-17 1 0 0,11 26-6 0 0,0 1 0 0 0,0-1 1 0 0,-1 1-1 0 0,0 0 0 0 0,0 0 0 0 0,0 1 1 0 0,0-1-1 0 0,-1 1 0 0 0,0 0 0 0 0,0 1 0 0 0,0-1 1 0 0,0 1-1 0 0,0 0 0 0 0,-1 1 0 0 0,1-1 1 0 0,-1 2-1 0 0,0-1 0 0 0,-11-1 0 0 0,-12 0 4 0 0,1 1-1 0 0,-1 1 0 0 0,-33 4 0 0 0,27-1 0 0 0,-304 34 51 0 0,1 28-72 0 0,122-22-6 0 0,-17-5 48 0 0,-24 5-5 0 0,176-25-12 0 0,-88 30-1 0 0,141-37 3 0 0,1 2-1 0 0,-47 26 1 0 0,60-29-97 0 0,0 0 0 0 0,1 1 0 0 0,0 1 0 0 0,1 1 0 0 0,0 0 0 0 0,-13 16 0 0 0,25-26-26 0 0,-1 0 1 0 0,0 0-1 0 0,1 1 0 0 0,0-1 1 0 0,-1 0-1 0 0,1 1 1 0 0,0-1-1 0 0,0 1 0 0 0,-1 4 1 0 0,2-5-35 0 0,0-1 0 0 0,0 1-1 0 0,0-1 1 0 0,0 1 0 0 0,0-1 0 0 0,0 1 0 0 0,1-1 0 0 0,-1 1 0 0 0,1-1-1 0 0,-1 1 1 0 0,1-1 0 0 0,-1 1 0 0 0,1-1 0 0 0,0 0 0 0 0,0 1 0 0 0,0-1 0 0 0,1 2-1 0 0,3 5-781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09.5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202 24 6249 0 0,'3'-11'205'0'0,"0"0"237"0"0,-3 11-430 0 0,0-1 0 0 0,-1 1 0 0 0,1 0 0 0 0,0 0 0 0 0,0 0 0 0 0,-1 0 0 0 0,1 0 0 0 0,0 0 0 0 0,-1 0 0 0 0,1-1 0 0 0,0 1 0 0 0,-1 0 0 0 0,1 0 0 0 0,0 0 0 0 0,-1 0 0 0 0,1 0 0 0 0,0 0 0 0 0,-1 1 1 0 0,1-1-1 0 0,0 0 0 0 0,-1 0 0 0 0,1 0 0 0 0,0 0 0 0 0,-1 0 0 0 0,1 0 0 0 0,0 1 0 0 0,0-1 0 0 0,-1 0 0 0 0,1 0 0 0 0,0 0 0 0 0,0 1 0 0 0,-1-1 0 0 0,1 0 0 0 0,0 0 0 0 0,0 1 0 0 0,0-1 0 0 0,-1 1 0 0 0,-49 26 193 0 0,38-22-76 0 0,-1 2 0 0 0,1-1 0 0 0,1 2 0 0 0,-1 0-1 0 0,1 0 1 0 0,-11 11 0 0 0,15-11-10 0 0,1-1 0 0 0,0 1-1 0 0,1 0 1 0 0,0 0 0 0 0,-8 17 0 0 0,11-20-85 0 0,0-1 0 0 0,0 1 0 0 0,1-1 1 0 0,0 1-1 0 0,0-1 0 0 0,0 1 1 0 0,0 0-1 0 0,1-1 0 0 0,0 1 0 0 0,0 0 1 0 0,0 0-1 0 0,1-1 0 0 0,-1 1 1 0 0,3 5-1 0 0,-3-9-19 0 0,0 0 0 0 0,1 1 0 0 0,0-1 0 0 0,-1 0 0 0 0,1 0 0 0 0,0 1 0 0 0,-1-1 0 0 0,1 0 0 0 0,0 0 0 0 0,0 0 0 0 0,0 0 0 0 0,0 0 0 0 0,0 0 0 0 0,0 0 0 0 0,0-1 0 0 0,1 1 0 0 0,-1 0 0 0 0,0-1 0 0 0,0 1 0 0 0,1-1 0 0 0,0 1 0 0 0,2 0 30 0 0,-1 0 0 0 0,1-1 0 0 0,-1 1 0 0 0,1-1-1 0 0,-1 0 1 0 0,1 0 0 0 0,-1 0 0 0 0,5-2 0 0 0,3 0 70 0 0,-1-1 1 0 0,0 0-1 0 0,1 0 0 0 0,16-10 0 0 0,-13 6-83 0 0,0-2 0 0 0,0 0 0 0 0,-1-1 0 0 0,0 0 0 0 0,-1-1 0 0 0,0 0 0 0 0,-1-1-1 0 0,0 0 1 0 0,16-23 0 0 0,-25 31-5 0 0,0 0-1 0 0,0 0 1 0 0,-1 0 0 0 0,1-1-1 0 0,-1 1 1 0 0,0-1-1 0 0,1-4 1 0 0,-2 8-5 0 0,1 0 1 0 0,-1 0-1 0 0,0 0 1 0 0,0 0-1 0 0,0-1 1 0 0,0 1-1 0 0,0 0 1 0 0,0 0-1 0 0,0 0 0 0 0,0 0 1 0 0,0-1-1 0 0,0 1 1 0 0,-1 0-1 0 0,1 0 1 0 0,-1 0-1 0 0,1 0 1 0 0,-1 0-1 0 0,1 0 1 0 0,-1 0-1 0 0,1 0 1 0 0,-1 0-1 0 0,0 0 1 0 0,0 0-1 0 0,1 0 1 0 0,-1 0-1 0 0,0 1 1 0 0,0-1-1 0 0,0 0 1 0 0,-1 0-1 0 0,-5-1 4 0 0,1 1 0 0 0,0 0 0 0 0,0 0 0 0 0,0 1 0 0 0,-1-1 0 0 0,1 1 0 0 0,0 1-1 0 0,-1-1 1 0 0,1 1 0 0 0,0 1 0 0 0,0-1 0 0 0,0 1 0 0 0,-6 2 0 0 0,-7 3-165 0 0,0 1 0 0 0,-31 17 1 0 0,40-19-59 0 0,5-4-95 0 0,0 1 0 0 0,1 0 1 0 0,-1 0-1 0 0,1 0 0 0 0,0 1 0 0 0,0-1 0 0 0,-4 5 0 0 0,4-2-789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11.6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263 119 6409 0 0,'13'-24'-9'0'0,"-3"8"21"0"0,-6 8-7 0 0,-1 2 0 0 0,0 0-1 0 0,0 0 1 0 0,-1 0-1 0 0,0 0 1 0 0,0-1-1 0 0,0 1 1 0 0,1-13-1 0 0,-4 18-6 0 0,1 0-1 0 0,-1 1 1 0 0,0-1-1 0 0,1 0 0 0 0,-1 1 1 0 0,0-1-1 0 0,0 1 1 0 0,0-1-1 0 0,0 1 1 0 0,0-1-1 0 0,0 1 0 0 0,0-1 1 0 0,1 1-1 0 0,-1 0 1 0 0,0 0-1 0 0,0 0 1 0 0,0-1-1 0 0,0 1 1 0 0,0 0-1 0 0,-1 0 0 0 0,1 0 1 0 0,-2 1-1 0 0,3-1-2 0 0,-4 0-4 0 0,0 0-1 0 0,1 1 0 0 0,-1 0 0 0 0,1-1 1 0 0,-1 1-1 0 0,1 1 0 0 0,-1-1 1 0 0,1 0-1 0 0,0 1 0 0 0,0 0 0 0 0,0 0 1 0 0,0 0-1 0 0,0 0 0 0 0,-4 4 1 0 0,-2 0-18 0 0,7-5 34 0 0,0 1 0 0 0,1-1 0 0 0,-1 1 0 0 0,0-1 0 0 0,1 1 0 0 0,0 0 0 0 0,-1 0 0 0 0,1 0 0 0 0,0 0 0 0 0,-1 2 0 0 0,0-1 9 0 0,1-1 0 0 0,-1 1 0 0 0,0-1 0 0 0,1 1 0 0 0,-1-1 0 0 0,0 0 0 0 0,-3 3 1 0 0,-25 20 344 0 0,-50 57 0 0 0,68-68-286 0 0,2 0 0 0 0,0 0 0 0 0,1 1 0 0 0,0 0 0 0 0,1 1 1 0 0,-10 26-1 0 0,17-36-27 0 0,0-1 0 0 0,0 1 0 0 0,1 0 0 0 0,-1 0 1 0 0,1-1-1 0 0,0 1 0 0 0,1 0 0 0 0,-1 0 0 0 0,1-1 0 0 0,0 1 1 0 0,1-1-1 0 0,-1 1 0 0 0,5 8 0 0 0,-3-5 10 0 0,1-1-1 0 0,1 1 1 0 0,-1-1 0 0 0,1 0-1 0 0,1-1 1 0 0,-1 1-1 0 0,12 10 1 0 0,-10-12-36 0 0,1-1-1 0 0,-1 0 1 0 0,1 0-1 0 0,0 0 1 0 0,0-1-1 0 0,1-1 1 0 0,-1 1 0 0 0,1-1-1 0 0,0-1 1 0 0,-1 1-1 0 0,1-2 1 0 0,0 1-1 0 0,1-1 1 0 0,-1 0-1 0 0,0-1 1 0 0,0 0 0 0 0,0-1-1 0 0,16-3 1 0 0,-17 3-16 0 0,0 0 0 0 0,-1-1 0 0 0,1 0 0 0 0,0-1 1 0 0,-1 1-1 0 0,0-2 0 0 0,0 1 0 0 0,1-1 0 0 0,-2 0 1 0 0,1 0-1 0 0,-1-1 0 0 0,1 0 0 0 0,-1 0 1 0 0,0-1-1 0 0,-1 1 0 0 0,0-1 0 0 0,0 0 0 0 0,0-1 1 0 0,0 1-1 0 0,-1-1 0 0 0,6-12 0 0 0,-8 12 1 0 0,1 1 0 0 0,-1-1 0 0 0,0 0 0 0 0,0 1-1 0 0,0-1 1 0 0,-1 0 0 0 0,0 0 0 0 0,-1-1 0 0 0,0 1 0 0 0,0 0-1 0 0,-1-11 1 0 0,-2 19-128 0 0,0 8 44 0 0,-2 13-30 0 0,0 4-167 0 0,4-25 219 0 0,0 1 0 0 0,0 0 0 0 0,0 0 0 0 0,1 0 0 0 0,-1 0 0 0 0,1 0 0 0 0,-1 0-1 0 0,1 0 1 0 0,0 0 0 0 0,0 0 0 0 0,0 0 0 0 0,0 0 0 0 0,0 0 0 0 0,0 0 0 0 0,0 0 0 0 0,1 0 0 0 0,-1 0 0 0 0,1 0 0 0 0,0 0 0 0 0,-1 0 0 0 0,1 0 0 0 0,1 2 0 0 0,3 4-461 0 0,0-1-108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12.1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75 6281 0 0,'1'0'3'0'0,"-1"0"0"0"0,1 0 1 0 0,0 0-1 0 0,-1-1 0 0 0,1 2 1 0 0,-1-1-1 0 0,1 0 0 0 0,-1 0 1 0 0,1 0-1 0 0,-1 0 1 0 0,1 0-1 0 0,-1 0 0 0 0,1 0 1 0 0,-1 1-1 0 0,1-1 0 0 0,-1 0 1 0 0,1 0-1 0 0,-1 1 0 0 0,1-1 1 0 0,0 1-1 0 0,0 13 95 0 0,-1-6-72 0 0,-7 87 196 0 0,3-64 59 0 0,1 55 0 0 0,4-59-286 0 0,-1-6-102 0 0,1 0-1 0 0,1 1 1 0 0,8 33-1 0 0,-10-55 117 0 0,0 0 1 0 0,0 0-1 0 0,0 0 0 0 0,1 0 0 0 0,-1 0 1 0 0,0 0-1 0 0,0 0 0 0 0,0 0 0 0 0,0 0 1 0 0,0 0-1 0 0,0 0 0 0 0,0 0 1 0 0,0 0-1 0 0,0 0 0 0 0,0 0 0 0 0,0 0 1 0 0,1 0-1 0 0,-1 0 0 0 0,0 0 0 0 0,0 0 1 0 0,0 0-1 0 0,0 0 0 0 0,0 0 1 0 0,0 0-1 0 0,0 0 0 0 0,0 0 0 0 0,0 0 1 0 0,0 0-1 0 0,0 0 0 0 0,0 0 1 0 0,1 1-1 0 0,-1-1 0 0 0,0 0 0 0 0,0 0 1 0 0,0 0-1 0 0,0 0 0 0 0,0 0 0 0 0,0 0 1 0 0,0 0-1 0 0,0 0 0 0 0,0 0 1 0 0,0 0-1 0 0,0 0 0 0 0,2-16 325 0 0,-1-41 53 0 0,0 24-392 0 0,1-15-8 0 0,4-64-2 0 0,-5 97 13 0 0,2 0 0 0 0,0 0 0 0 0,1 1 0 0 0,0-1-1 0 0,7-15 1 0 0,-5 22-69 0 0,-2 8 14 0 0,1 20-20 0 0,-3 30 70 0 0,-2-36 15 0 0,0 0 0 0 0,0-1 0 0 0,1 1 0 0 0,1 0 0 0 0,0-1 0 0 0,1 1 0 0 0,1-1 0 0 0,6 16 0 0 0,-10-29-6 0 0,0 0 0 0 0,0 0 0 0 0,0 1-1 0 0,1-1 1 0 0,-1 0 0 0 0,0 0 0 0 0,0 0 0 0 0,0 1 0 0 0,1-1 0 0 0,-1 0 0 0 0,0 0 0 0 0,1 0 0 0 0,-1 0 0 0 0,0 0 0 0 0,0 1 0 0 0,1-1 0 0 0,-1 0 0 0 0,0 0 0 0 0,1 0 0 0 0,-1 0 0 0 0,0 0 0 0 0,0 0-1 0 0,1 0 1 0 0,-1 0 0 0 0,0 0 0 0 0,1 0 0 0 0,-1 0 0 0 0,0 0 0 0 0,0 0 0 0 0,1 0 0 0 0,-1-1 0 0 0,0 1 0 0 0,1 0 0 0 0,-1 0 0 0 0,0 0 0 0 0,0 0 0 0 0,1 0 0 0 0,-1-1 0 0 0,0 1 0 0 0,0 0-1 0 0,0 0 1 0 0,1 0 0 0 0,-1-1 0 0 0,0 1 0 0 0,0 0 0 0 0,0 0 0 0 0,1-1 0 0 0,-1 1 0 0 0,0 0 0 0 0,0 0 0 0 0,0-1 0 0 0,0 1 0 0 0,0-1 0 0 0,11-17 79 0 0,-10 17-79 0 0,53-122 132 0 0,-6 10 222 0 0,-47 111-348 0 0,1-1 0 0 0,-1 1-1 0 0,0-1 1 0 0,1 1 0 0 0,-1 0 0 0 0,1 0 0 0 0,0 0 0 0 0,0 0 0 0 0,-1 0 0 0 0,1 0 0 0 0,1 0 0 0 0,2-1-1 0 0,-5 3-5 0 0,0-1 0 0 0,1 1-1 0 0,-1 0 1 0 0,1 0-1 0 0,-1 0 1 0 0,1 0 0 0 0,-1 0-1 0 0,1 0 1 0 0,-1 0-1 0 0,1 0 1 0 0,-1 0 0 0 0,1 0-1 0 0,-1 0 1 0 0,1 0 0 0 0,-1 0-1 0 0,1 1 1 0 0,-1-1-1 0 0,1 0 1 0 0,-1 0 0 0 0,0 0-1 0 0,1 1 1 0 0,-1-1-1 0 0,1 0 1 0 0,-1 0 0 0 0,1 1-1 0 0,0 1 1 0 0,0-1 0 0 0,1 1-1 0 0,-1-1 1 0 0,0 1 0 0 0,0 0-1 0 0,0 0 1 0 0,-1-1 0 0 0,1 1-1 0 0,1 3 1 0 0,6 30-25 0 0,0 1 1 0 0,-3-1-1 0 0,-1 1 0 0 0,-1 54 1 0 0,3 15-133 0 0,-6-104 99 0 0,0 0-1 0 0,0 0 1 0 0,0 0-1 0 0,0 0 1 0 0,0 0-1 0 0,0 0 1 0 0,0-1-1 0 0,1 1 0 0 0,-1 0 1 0 0,0 0-1 0 0,1 0 1 0 0,-1 0-1 0 0,1 0 1 0 0,-1-1-1 0 0,1 1 1 0 0,-1 0-1 0 0,1 0 1 0 0,0-1-1 0 0,-1 1 1 0 0,2 0-1 0 0,-1 1-537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12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73 7069 0 0,'-2'58'-100'0'0,"0"-24"310"0"0,2 1 0 0 0,1 0-1 0 0,2-1 1 0 0,10 50-1 0 0,-3-44-199 0 0,-5-55 154 0 0,-4-4-255 0 0,1 0 0 0 0,1 1 0 0 0,1-1 0 0 0,7-20 0 0 0,6-38-122 0 0,-13 47 144 0 0,2 1 1 0 0,0 0-1 0 0,2 1 1 0 0,17-43 0 0 0,-25 72 65 0 0,0-1 1 0 0,1 0 0 0 0,-1 1 0 0 0,0-1 0 0 0,0 0-1 0 0,0 1 1 0 0,0-1 0 0 0,0 0 0 0 0,0 1-1 0 0,0-1 1 0 0,1 0 0 0 0,-1 1 0 0 0,0-1-1 0 0,0 0 1 0 0,0 1 0 0 0,1-1 0 0 0,-1 0 0 0 0,0 0-1 0 0,0 0 1 0 0,1 1 0 0 0,-1-1 0 0 0,0 0-1 0 0,0 0 1 0 0,1 0 0 0 0,-1 1 0 0 0,0-1-1 0 0,1 0 1 0 0,-1 0 0 0 0,0 0 0 0 0,1 0 0 0 0,-1 0-1 0 0,0 0 1 0 0,1 0 0 0 0,-1 0 0 0 0,0 0-1 0 0,1 0 1 0 0,-1 0 0 0 0,0 0 0 0 0,1 0-1 0 0,-1 0 1 0 0,0 0 0 0 0,1 0 0 0 0,-1 0-1 0 0,0 0 1 0 0,1 0 0 0 0,-1-1 0 0 0,0 1 0 0 0,1 0-1 0 0,-1 0 1 0 0,0 0 0 0 0,0-1 0 0 0,1 1-1 0 0,-1 0 1 0 0,0 0 0 0 0,0-1 0 0 0,1 1-1 0 0,-1 0 1 0 0,0 0 0 0 0,0-1 0 0 0,0 1 0 0 0,1 0-1 0 0,-1-1 1 0 0,0 1 0 0 0,0 0 0 0 0,0-1-1 0 0,0 1 1 0 0,0 0 0 0 0,0-1 0 0 0,0 0 0 0 0,11 34 177 0 0,-9-24-116 0 0,8 23 98 0 0,-2 1 0 0 0,-2-1-1 0 0,-1 1 1 0 0,1 56 0 0 0,-3-40-80 0 0,11 53 0 0 0,-14-98-71 0 0,1-1-79 0 0,-1 1 0 0 0,1-1-1 0 0,0 0 1 0 0,0 0 0 0 0,0 1 0 0 0,0-1 0 0 0,0 0 0 0 0,1 0 0 0 0,-1 0 0 0 0,1 0 0 0 0,0-1 0 0 0,4 6 0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12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1 228 5725 0 0,'26'11'862'0'0,"-21"-9"-820"0"0,-1 1 0 0 0,1-1 0 0 0,0 0 1 0 0,0-1-1 0 0,0 1 0 0 0,9 1 0 0 0,-2-3-84 0 0,1-1-1 0 0,-1 0 1 0 0,0 0-1 0 0,1-1 1 0 0,-1-1-1 0 0,0 0 1 0 0,0 0-1 0 0,16-8 1 0 0,-6 1-357 0 0</inkml:trace>
  <inkml:trace contextRef="#ctx0" brushRef="#br0" timeOffset="1">336 33 6065 0 0,'-4'-6'236'0'0,"3"4"-102"0"0,0 0-1 0 0,-1-1 1 0 0,1 1 0 0 0,-1 0 0 0 0,0 0 0 0 0,0 0 0 0 0,0 0 0 0 0,0 0 0 0 0,0 0 0 0 0,0 1-1 0 0,-5-3 1 0 0,16 33 9 0 0,-2 2-131 0 0,5 28-1 0 0,8 103-47 0 0,-19-151 27 0 0,1 16-418 0 0,7 35 1 0 0,-5-48-20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13.2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 6001 0 0,'0'0'15'0'0,"-1"0"1"0"0,1 0-1 0 0,0 0 0 0 0,0 0 1 0 0,0 0-1 0 0,0 0 1 0 0,0 0-1 0 0,0 0 1 0 0,-1 0-1 0 0,1 0 1 0 0,0 0-1 0 0,0 0 1 0 0,0 0-1 0 0,0 0 1 0 0,0 0-1 0 0,-1 0 1 0 0,1 0-1 0 0,0 0 1 0 0,0 0-1 0 0,0 0 1 0 0,0 0-1 0 0,0 0 1 0 0,-1 0-1 0 0,1 1 0 0 0,0-1 1 0 0,0 0-1 0 0,0 0 1 0 0,0 0-1 0 0,0 0 1 0 0,0 0-1 0 0,0 0 1 0 0,0 0-1 0 0,0 0 1 0 0,-1 1-1 0 0,1-1 1 0 0,0 0-1 0 0,0 0 1 0 0,0 0-1 0 0,0 0 1 0 0,0 0-1 0 0,0 0 1 0 0,0 1-1 0 0,0-1 1 0 0,0 0-1 0 0,0 0 1 0 0,0 0-1 0 0,0 0 0 0 0,0 0 1 0 0,0 1-1 0 0,0-1 1 0 0,0 0-1 0 0,0 0 1 0 0,0 0-1 0 0,0 1 1 0 0,-3 17 126 0 0,0 23-163 0 0,3-11 356 0 0,0 1-1 0 0,3 0 1 0 0,0-1 0 0 0,2 0 0 0 0,16 54 0 0 0,-16-69-252 0 0,-4-11-59 0 0,0 1 0 0 0,1 0 0 0 0,0-1 0 0 0,0 0 0 0 0,4 9 0 0 0,-5-12-21 0 0,0-1 0 0 0,0 1 0 0 0,0 0 0 0 0,-1 0-1 0 0,1 0 1 0 0,0 0 0 0 0,0-1 0 0 0,1 1 0 0 0,-1 0 0 0 0,0-1 0 0 0,0 1 0 0 0,0-1 0 0 0,0 1 0 0 0,0-1-1 0 0,1 1 1 0 0,-1-1 0 0 0,0 0 0 0 0,0 0 0 0 0,1 0 0 0 0,-1 0 0 0 0,0 0 0 0 0,0 0 0 0 0,1 0 0 0 0,-1 0-1 0 0,0 0 1 0 0,0-1 0 0 0,2 1 0 0 0,11-3-117 0 0,0-1 1 0 0,-1 0-1 0 0,1-1 0 0 0,-1 0 0 0 0,0-1 1 0 0,0-1-1 0 0,13-9 0 0 0,0 0-441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13.5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0 257 8793 0 0,'12'-27'757'0'0,"-11"23"-648"0"0,1 0 0 0 0,-1 0 1 0 0,1 0-1 0 0,0 1 0 0 0,0-1 0 0 0,0 1 1 0 0,0-1-1 0 0,4-4 0 0 0,9-6 14 0 0,1 0 0 0 0,1 1-1 0 0,0 1 1 0 0,1 1 0 0 0,0 0 0 0 0,0 1 0 0 0,27-10-1 0 0,144-42-1350 0 0,-178 59 1093 0 0,33-9-666 0 0,-2 3-117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13.9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107 112 5693 0 0,'0'8'260'0'0,"0"-2"-112"0"0,5-6 12 0 0,12 0-12 0 0,-13-1 8 0 0,9 1-4 0 0,0-5-8 0 0,4 1 16 0 0,7-6-264 0 0,-1 4 104 0 0,10-5-20 0 0,1-5-16 0 0,2 4 128 0 0,7-3-308 0 0,-2 1 80 0 0,0 2-132 0 0,-4 2-100 0 0,-7 0-177 0 0</inkml:trace>
  <inkml:trace contextRef="#ctx0" brushRef="#br0" timeOffset="1">0 459 6657 0 0,'0'4'128'0'0,"4"-5"-116"0"0,11 1 12 0 0,0-4 4 0 0,3-1 4 0 0,5-2 8 0 0,5-1-12 0 0,4-6 4 0 0,7 5-124 0 0,2-7 120 0 0,6 0 8 0 0,0 0-24 0 0,3-4-20 0 0,1 5-72 0 0,-4-5 40 0 0,-8 6-196 0 0,-4 2-192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14.2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0 134 6249 0 0,'5'6'324'0'0,"5"-5"-148"0"0,7-2 36 0 0,-1-3 0 0 0,1 2 4 0 0,6-3-4 0 0,3 2 4 0 0,4-7-4 0 0,9 0-312 0 0,-3-5 140 0 0,3 3-104 0 0,4-4-96 0 0,-2-5-152 0 0,2 6-8 0 0,-3 0-200 0 0,-1 3-196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16.6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9 224 3900 0 0,'-3'0'126'0'0,"-2"0"674"0"0,8-5 51 0 0,0 3-392 0 0,-3 4-274 0 0,-2 4 1536 0 0,28-11-1585 0 0,79-16 15 0 0,-35 6 7 0 0,118-26 12 0 0,83-23 523 0 0,-189 45-577 0 0,159-39-12 0 0,-238 57-239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18.3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305 201 3408 0 0,'-41'-7'151'0'0,"32"6"996"0"0,2-1-979 0 0,-23-4-42 0 0,22 4 1219 0 0,9 13-1366 0 0,2 33 106 0 0,-2-33 316 0 0,-1 35-282 0 0,1 142-21 0 0,-1-173-89 0 0,0-1 1 0 0,0 1-1 0 0,-6 28 0 0 0,2-25 81 0 0,-8 45 25 0 0,6-38-112 0 0,1 1-1 0 0,1-1 1 0 0,2 1-1 0 0,0 0 1 0 0,3 28 0 0 0,2-39-94 0 0,-3-14 99 0 0,0-1-1 0 0,0 0 1 0 0,0 0 0 0 0,0 0 0 0 0,0 0-1 0 0,1 1 1 0 0,-1-1 0 0 0,0 0 0 0 0,0 0 0 0 0,0 0-1 0 0,0 0 1 0 0,1 0 0 0 0,-1 0 0 0 0,0 0-1 0 0,0 1 1 0 0,0-1 0 0 0,1 0 0 0 0,-1 0-1 0 0,0 0 1 0 0,0 0 0 0 0,0 0 0 0 0,1 0 0 0 0,-1 0-1 0 0,0 0 1 0 0,0 0 0 0 0,0 0 0 0 0,1 0-1 0 0,-1 0 1 0 0,0 0 0 0 0,0 0 0 0 0,1 0-1 0 0,-1-1 1 0 0,0 1 0 0 0,0 0 0 0 0,0 0 0 0 0,0 0-1 0 0,1 0 1 0 0,-1 0 0 0 0,0 0 0 0 0,0 0-1 0 0,0-1 1 0 0,0 1 0 0 0,1 0 0 0 0,-1 0-1 0 0,0 0 1 0 0,0 0 0 0 0,0-1 0 0 0,0 1 0 0 0,0 0-1 0 0,0 0 1 0 0,0 0 0 0 0,0-1 0 0 0,1 1-1 0 0,-1 0 1 0 0,0 0 0 0 0,0-1 0 0 0,12-28 366 0 0,-5 18-364 0 0,0 1 0 0 0,1 0-1 0 0,0 0 1 0 0,0 1 0 0 0,1 0 0 0 0,1 0-1 0 0,-1 1 1 0 0,1 0 0 0 0,11-6-1 0 0,-2 3-20 0 0,0 2-1 0 0,1 0 1 0 0,0 1-1 0 0,30-9 1 0 0,-18 6 12 0 0,0-2 0 0 0,-1-1 0 0 0,34-21 0 0 0,-17 10 11 0 0,-48 25-5 0 0,1 0 0 0 0,-1 0 1 0 0,0 0-1 0 0,1-1 0 0 0,-1 1 1 0 0,1 0-1 0 0,-1 0 0 0 0,1 0 1 0 0,-1 0-1 0 0,0 0 0 0 0,1-1 1 0 0,-1 1-1 0 0,0 0 0 0 0,1-1 1 0 0,-1 1-1 0 0,1 0 0 0 0,-1 0 1 0 0,0-1-1 0 0,0 1 0 0 0,1 0 1 0 0,-1-1-1 0 0,0 1 0 0 0,0-1 1 0 0,1 1-1 0 0,-1 0 0 0 0,0-1 1 0 0,0 1-1 0 0,0-1 0 0 0,0 1 1 0 0,0-1-1 0 0,1 1 0 0 0,-1 0 1 0 0,0-1-1 0 0,0 1 0 0 0,0-2 1 0 0,-1 2 100 0 0,-16 9 532 0 0,1 21-633 0 0,2 0 1 0 0,0 1-1 0 0,2 0 1 0 0,-9 40-1 0 0,-5 11 9 0 0,-172 407 233 0 0,178-442-202 0 0,-136 297 270 0 0,81-170 309 0 0,64-142-429 0 0,1 0-1 0 0,2 1 0 0 0,-6 54 0 0 0,-12 86 140 0 0,25-168-328 0 0,0 1-1 0 0,0-1 0 0 0,1 1 1 0 0,-1-1-1 0 0,1 1 0 0 0,1 0 1 0 0,-1-1-1 0 0,1 1 0 0 0,1 5 1 0 0,2-15 885 0 0,3-12-688 0 0,4-24-263 0 0,-8 30 51 0 0,1 0 1 0 0,0 0-1 0 0,0 1 1 0 0,1 0-1 0 0,0-1 1 0 0,10-13-1 0 0,-4 6-7 0 0,291-475-1077 0 0,-256 425 1071 0 0,2 3 0 0 0,4 1-1 0 0,2 3 1 0 0,2 2 0 0 0,92-71 0 0 0,-113 100 17 0 0,62-67 1 0 0,-83 79 4 0 0,0-1 1 0 0,-1-1-1 0 0,-1 0 1 0 0,-1 0-1 0 0,17-42 1 0 0,-24 51-4 0 0,-1 4 0 0 0,0-1 1 0 0,-1 0-1 0 0,0 0 1 0 0,0 0 0 0 0,-1 0-1 0 0,1-9 1 0 0,-2 15 2 0 0,0 1-6 0 0,0 1 1 0 0,0-1-1 0 0,-1 0 0 0 0,1 0 1 0 0,0 0-1 0 0,0 0 1 0 0,-1 0-1 0 0,1 0 1 0 0,0 0-1 0 0,0 1 0 0 0,0-1 1 0 0,0 0-1 0 0,-1 0 1 0 0,1 0-1 0 0,0 1 1 0 0,0-1-1 0 0,0 0 0 0 0,0 0 1 0 0,0 0-1 0 0,-1 1 1 0 0,1-1-1 0 0,0 0 1 0 0,0 0-1 0 0,0 1 0 0 0,0-1 1 0 0,0 0-1 0 0,0 0 1 0 0,0 0-1 0 0,0 1 1 0 0,0-1-1 0 0,0 3-49 0 0,0-5 75 0 0,0 2-18 0 0,-3 3-37 0 0,1 0 27 0 0,0 1-1 0 0,0-1 0 0 0,0 0 1 0 0,0 1-1 0 0,0 0 1 0 0,1-1-1 0 0,-3 8 0 0 0,-6 14-15 0 0,10-25 22 0 0,-10 13 31 0 0,10-13-29 0 0,0 0-1 0 0,-1 0 0 0 0,1 0 0 0 0,0 0 1 0 0,-1 1-1 0 0,1-1 0 0 0,0 0 1 0 0,-1 0-1 0 0,1 0 0 0 0,-1 0 1 0 0,1 0-1 0 0,0 0 0 0 0,-1 0 0 0 0,1 0 1 0 0,0-1-1 0 0,-1 1 0 0 0,1 0 1 0 0,-1 0-1 0 0,1 0 0 0 0,0 0 1 0 0,-1 0-1 0 0,1 0 0 0 0,0-1 0 0 0,-1 1 1 0 0,1 0-1 0 0,-1-1 0 0 0,-1-1 8 0 0,1 1-1 0 0,-1-1 1 0 0,0 0 0 0 0,1 0-1 0 0,0 0 1 0 0,-1 0-1 0 0,1 0 1 0 0,0 0-1 0 0,0-1 1 0 0,0 1 0 0 0,0 0-1 0 0,-1-4 1 0 0,-7-34-40 0 0,8 35 20 0 0,-3-23-97 0 0,1 0-1 0 0,1 1 0 0 0,1-1 0 0 0,5-46 1 0 0,3 20-50 0 0,20-75 1 0 0,0 3 120 0 0,-13 51 2 0 0,-12 67 30 0 0,2-12-13 0 0,3-30-1 0 0,-7 46 13 0 0,1-1 0 0 0,-1 1 0 0 0,-1-1 0 0 0,1 1 0 0 0,0-1 0 0 0,-1 1 0 0 0,0-1 0 0 0,0 1-1 0 0,0-1 1 0 0,-1 1 0 0 0,0 0 0 0 0,-3-7 0 0 0,-2 2-15 0 0,6 8 18 0 0,0 0 0 0 0,0-1 0 0 0,0 1 0 0 0,0-1 0 0 0,0 1 0 0 0,0-1 0 0 0,0 1 1 0 0,0-1-1 0 0,1 0 0 0 0,-1 1 0 0 0,0-1 0 0 0,1 0 0 0 0,-1-3 0 0 0,2 4-7 0 0,-1 0-1 0 0,1 0 1 0 0,-1 0-1 0 0,1 0 1 0 0,0-1 0 0 0,-1 1-1 0 0,1 1 1 0 0,0-1 0 0 0,0 0-1 0 0,0 0 1 0 0,0 0-1 0 0,0 0 1 0 0,0 1 0 0 0,0-1-1 0 0,0 0 1 0 0,0 1 0 0 0,0-1-1 0 0,2 0 1 0 0,24-11-89 0 0,-23 10 82 0 0,-2 1 20 0 0,1 0 1 0 0,0 0-1 0 0,-1-1 0 0 0,0 1 0 0 0,1-1 0 0 0,-1 0 1 0 0,0 0-1 0 0,0 0 0 0 0,0 0 0 0 0,0 0 0 0 0,0 0 1 0 0,0 0-1 0 0,0-1 0 0 0,-1 1 0 0 0,1-1 0 0 0,-1 1 1 0 0,0-1-1 0 0,0 0 0 0 0,0 1 0 0 0,0-1 0 0 0,0 0 0 0 0,-1 0 1 0 0,1 0-1 0 0,-1 1 0 0 0,0-1 0 0 0,0 0 0 0 0,0 0 1 0 0,0 0-1 0 0,0 0 0 0 0,0 0 0 0 0,-1 1 0 0 0,-1-5 1 0 0,2 6-8 0 0,0 0 1 0 0,-1-1 0 0 0,1 1 0 0 0,-1 0-1 0 0,0 0 1 0 0,0 0 0 0 0,1-1 0 0 0,-1 1-1 0 0,0 0 1 0 0,0 0 0 0 0,0 0 0 0 0,0 0-1 0 0,0 0 1 0 0,0 0 0 0 0,0 1 0 0 0,0-1-1 0 0,0 0 1 0 0,-1 0 0 0 0,1 1 0 0 0,0-1-1 0 0,-1 1 1 0 0,1-1 0 0 0,0 1 0 0 0,-1 0 0 0 0,1-1-1 0 0,-2 1 1 0 0,0 0-40 0 0,1 1-1 0 0,-1-1 1 0 0,1 1-1 0 0,0-1 1 0 0,-1 1-1 0 0,1 0 1 0 0,0 0-1 0 0,-1 0 1 0 0,1 0 0 0 0,0 0-1 0 0,0 1 1 0 0,0-1-1 0 0,0 0 1 0 0,0 1-1 0 0,-2 2 1 0 0,-29 17-1421 0 0,17-8 612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36.4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1306 15 2980 0 0,'-112'-14'168'0'0,"96"13"-135"0"0,0 1 0 0 0,0 1-1 0 0,0 1 1 0 0,0 0 0 0 0,-16 5-1 0 0,-60 22 485 0 0,-122 55 0 0 0,191-74-398 0 0,-43 19 323 0 0,2 2 0 0 0,2 3 1 0 0,-79 57-1 0 0,109-67-332 0 0,1 2 0 0 0,1 1 0 0 0,1 1 0 0 0,2 1 0 0 0,1 2 0 0 0,1 0 1 0 0,-31 53-1 0 0,29-34-14 0 0,2 0 1 0 0,2 1 0 0 0,3 1-1 0 0,-15 56 1 0 0,25-64-45 0 0,1 0 0 0 0,2 0 0 0 0,2 0 0 0 0,2 1 0 0 0,4 69-1 0 0,2-88-48 0 0,0 0-1 0 0,2 0 1 0 0,0-1-1 0 0,2 1 1 0 0,1-1-1 0 0,12 26 1 0 0,-12-34-3 0 0,0-1 1 0 0,1 1 0 0 0,1-2-1 0 0,1 1 1 0 0,1-1 0 0 0,0-1-1 0 0,0 0 1 0 0,1-1 0 0 0,19 15-1 0 0,-12-13 4 0 0,0-2 0 0 0,1 0 0 0 0,0-1 0 0 0,1-1 1 0 0,0-1-1 0 0,36 10 0 0 0,-27-12 2 0 0,-1-1 1 0 0,1-2 0 0 0,0-1 0 0 0,50-1 0 0 0,-75-3-6 0 0,149-4 14 0 0,-129 1-13 0 0,-1-1 0 0 0,1-1 0 0 0,48-16 0 0 0,-6-7-135 0 0,-2-2 1 0 0,-2-3-1 0 0,-1-3 0 0 0,-2-2 1 0 0,-1-3-1 0 0,-2-3 0 0 0,-2-2 1 0 0,-2-3-1 0 0,70-81 0 0 0,-100 101-59 0 0,-2 0-1 0 0,0-1 1 0 0,-2-2 0 0 0,-2 0-1 0 0,0 0 1 0 0,18-52-1 0 0,-26 54 48 0 0,-1 0-1 0 0,-2 0 0 0 0,-1-1 0 0 0,-1 0 0 0 0,-2 0 0 0 0,-1 0 0 0 0,-3-63 0 0 0,-2 63 66 0 0,-1 0-1 0 0,-2 0 1 0 0,-1 0 0 0 0,-1 1 0 0 0,-1 0-1 0 0,-21-43 1 0 0,23 58 84 0 0,-1 1 0 0 0,0 0-1 0 0,-2 0 1 0 0,1 1 0 0 0,-2 0 0 0 0,1 1-1 0 0,-2 0 1 0 0,0 1 0 0 0,0 0 0 0 0,-1 1 0 0 0,0 0-1 0 0,-1 1 1 0 0,0 1 0 0 0,-17-8 0 0 0,12 8 5 0 0,-1 1-1 0 0,1 2 1 0 0,-1 0 0 0 0,0 1 0 0 0,0 0 0 0 0,0 2 0 0 0,-1 1-1 0 0,1 0 1 0 0,0 1 0 0 0,-38 6 0 0 0,-39 10-100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25.1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 88 7069 0 0,'0'0'-2'0'0,"0"0"0"0"0,0 0 0 0 0,0 0 0 0 0,0 0 0 0 0,0 0 0 0 0,0-1 0 0 0,0 1 0 0 0,0 0 0 0 0,0 0 0 0 0,0 0 0 0 0,0 0 0 0 0,0 0 0 0 0,0 0 0 0 0,0 0 0 0 0,0 0 0 0 0,0 0 0 0 0,0 0 0 0 0,0-1 0 0 0,0 1 0 0 0,0 0 0 0 0,0 0 0 0 0,0 0 0 0 0,0 0 0 0 0,0 0 0 0 0,0 0 0 0 0,0 0 0 0 0,0 0 0 0 0,-1 0 0 0 0,1 0 0 0 0,0 0 0 0 0,0 0 0 0 0,0 0 0 0 0,0 0 0 0 0,0-1 0 0 0,0 1 0 0 0,0 0 0 0 0,0 0 0 0 0,0 0 0 0 0,0 0 0 0 0,0 0 0 0 0,-1 0 0 0 0,1 0 0 0 0,0 0 0 0 0,0 0 0 0 0,0 0 0 0 0,0 0 0 0 0,0 0 0 0 0,0 0 0 0 0,0 0 0 0 0,0 0 0 0 0,0 0 0 0 0,0 0 0 0 0,-1 0 0 0 0,1 0 0 0 0,0 0 0 0 0,0 0 0 0 0,0 1 0 0 0,0-1 0 0 0,0 0 0 0 0,0 0 0 0 0,0 0 0 0 0,0 0 0 0 0,0 0 0 0 0,0 0 0 0 0,0 0 0 0 0,0 0 0 0 0,-8 8-6 0 0,-5 10 114 0 0,-27 46-140 0 0,-3 5-22 0 0,42-67 64 0 0,1 0-1 0 0,-1-1 0 0 0,0 1 1 0 0,0 0-1 0 0,1-1 0 0 0,-1 1 0 0 0,1 0 1 0 0,0 0-1 0 0,-1 0 0 0 0,1-1 1 0 0,0 1-1 0 0,0 0 0 0 0,0 0 1 0 0,0 0-1 0 0,1-1 0 0 0,-1 1 1 0 0,0 0-1 0 0,1 0 0 0 0,-1 0 0 0 0,1-1 1 0 0,1 4-1 0 0,0-3 8 0 0,0 1-1 0 0,0 0 1 0 0,0-1 0 0 0,1 1-1 0 0,-1-1 1 0 0,1 0 0 0 0,-1 0-1 0 0,1 0 1 0 0,0 0-1 0 0,-1 0 1 0 0,5 1 0 0 0,6 2 53 0 0,1 1 0 0 0,0-2 0 0 0,0 0 0 0 0,17 3 0 0 0,30 1 51 0 0,1-3 0 0 0,93-4 1 0 0,-123-1-106 0 0,1232-46 140 0 0,-844 25-129 0 0,713-32 548 0 0,2102-76 990 0 0,-2205 100-1509 0 0,-779 11 154 0 0,-251 18-203 0 0,1 0 0 0 0,-1 0-1 0 0,0 0 1 0 0,1 0 0 0 0,-1 0 0 0 0,0 0-1 0 0,1 0 1 0 0,-1 0 0 0 0,0 0 0 0 0,1 0 0 0 0,-1 0-1 0 0,0 0 1 0 0,1 0 0 0 0,-1-1 0 0 0,0 1-1 0 0,0 0 1 0 0,1 0 0 0 0,-1 0 0 0 0,0 0 0 0 0,0 0-1 0 0,1-1 1 0 0,-1 1 0 0 0,0 0 0 0 0,0 0-1 0 0,1-1 1 0 0,-1 1 0 0 0,0 0 0 0 0,0 0 0 0 0,0-1-1 0 0,0 1 1 0 0,1 0 0 0 0,-1-1 0 0 0,-8-5 88 0 0,-18-3-13 0 0,-88-9-893 0 0,31 7-599 0 0,38 2 494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25.5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43 7069 0 0,'1'-2'14'0'0,"0"-1"-1"0"0,1 0 1 0 0,-1 1 0 0 0,0-1 0 0 0,1 1 0 0 0,0-1 0 0 0,0 1 0 0 0,0 0 0 0 0,0-1 0 0 0,0 1 0 0 0,0 0-1 0 0,0 0 1 0 0,1 1 0 0 0,-1-1 0 0 0,6-2 0 0 0,-5 3-22 0 0,1 0 0 0 0,0 0 0 0 0,-1 1 0 0 0,1-1 0 0 0,0 1 0 0 0,-1 0 0 0 0,1 0 0 0 0,0 0 0 0 0,-1 1 0 0 0,1-1 0 0 0,0 1 0 0 0,5 2 0 0 0,48 15 376 0 0,-2 3-1 0 0,74 39 0 0 0,-57-26-44 0 0,1 2-96 0 0,91 59 0 0 0,-124-68-200 0 0,-2 1 0 0 0,-1 2-1 0 0,57 59 1 0 0,-74-67-16 0 0,-1 2 1 0 0,31 48-1 0 0,-45-63 0 0 0,1 1-1 0 0,-2 0 1 0 0,1 0 0 0 0,-1 0-1 0 0,-1 1 1 0 0,1-1 0 0 0,-2 1-1 0 0,0 0 1 0 0,0 0 0 0 0,-1 0-1 0 0,0 12 1 0 0,-2-14-7 0 0,-1 0 1 0 0,0 0-1 0 0,0 1 1 0 0,0-2-1 0 0,-2 1 1 0 0,1 0 0 0 0,-1-1-1 0 0,0 1 1 0 0,-1-1-1 0 0,0 0 1 0 0,0-1-1 0 0,0 1 1 0 0,-1-1-1 0 0,0 0 1 0 0,-1 0-1 0 0,-12 9 1 0 0,2-2-142 0 0,-1-1-1 0 0,0-1 1 0 0,-1-1 0 0 0,-1-1-1 0 0,-39 16 1 0 0,-14-2-425 0 0,-12-1-195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26.5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725 501 5665 0 0,'19'-19'171'0'0,"1"1"0"0"0,29-19 0 0 0,-49 39 96 0 0,-4 7-115 0 0,-5 7-71 0 0,-180 290 420 0 0,135-208-573 0 0,-46 116-1 0 0,-24 113 123 0 0,-138 337 797 0 0,214-536-684 0 0,42-108-156 0 0,1 0 0 0 0,1 1 0 0 0,1-1 1 0 0,-1 32-1 0 0,4-48 0 0 0,0-1 1 0 0,0 1-1 0 0,0-1 1 0 0,0 1-1 0 0,1-1 1 0 0,0 1-1 0 0,-1-1 0 0 0,1 1 1 0 0,1-1-1 0 0,-1 0 1 0 0,0 0-1 0 0,1 1 1 0 0,0-1-1 0 0,-1 0 0 0 0,1 0 1 0 0,0 0-1 0 0,1-1 1 0 0,2 4-1 0 0,-2-4 10 0 0,1 1-1 0 0,0-1 1 0 0,0 0-1 0 0,0 0 1 0 0,0 0-1 0 0,0 0 1 0 0,1-1-1 0 0,-1 0 1 0 0,1 0-1 0 0,-1 0 1 0 0,0 0-1 0 0,1-1 1 0 0,-1 0-1 0 0,6 0 1 0 0,68-2 131 0 0,109-17 0 0 0,-81 5-120 0 0,780-31 275 0 0,4 57 286 0 0,-574-5-350 0 0,175 6 236 0 0,254 3 200 0 0,-686-15-634 0 0,67 0 17 0 0,-105-3 42 0 0,0 0 1 0 0,0-1 0 0 0,37-10-1 0 0,-56 12-70 0 0,-1 1 0 0 0,1-1 0 0 0,0 0-1 0 0,0 0 1 0 0,0 0 0 0 0,-1 0 0 0 0,1 0 0 0 0,0 0 0 0 0,-1 0-1 0 0,1-1 1 0 0,-1 1 0 0 0,1 0 0 0 0,-1-1 0 0 0,0 0 0 0 0,0 1-1 0 0,0-1 1 0 0,0 0 0 0 0,0 1 0 0 0,0-1 0 0 0,0 0 0 0 0,0 0-1 0 0,-1 0 1 0 0,1 0 0 0 0,-1 0 0 0 0,1 0 0 0 0,-1 0 0 0 0,0 0 0 0 0,1-2-1 0 0,-2-6 46 0 0,1 0 0 0 0,-1-1 0 0 0,-1 1 0 0 0,-4-15-1 0 0,0-7-87 0 0,3-5 5 0 0,1 0 0 0 0,2 0-1 0 0,2 0 1 0 0,10-60 0 0 0,42-146-59 0 0,-40 189 55 0 0,43-154-108 0 0,126-304 1 0 0,-139 416 76 0 0,4 2-1 0 0,4 2 0 0 0,4 2 0 0 0,4 3 0 0 0,73-81 0 0 0,-98 128 49 0 0,-11 13-1 0 0,0-1 1 0 0,32-52-1 0 0,-54 77-4 0 0,0 0 0 0 0,0 0 0 0 0,-1 0 0 0 0,1 0-1 0 0,-1-1 1 0 0,0 1 0 0 0,0 0 0 0 0,0-1 0 0 0,-1 1 0 0 0,1-1 0 0 0,-1 1-1 0 0,1-1 1 0 0,-1 1 0 0 0,-1-1 0 0 0,1 1 0 0 0,0-1 0 0 0,-1 1 0 0 0,1-1-1 0 0,-2-3 1 0 0,0 4-4 0 0,0 1 0 0 0,1-1 0 0 0,-1 0 1 0 0,0 1-1 0 0,0-1 0 0 0,-1 1 0 0 0,1-1 0 0 0,0 1 0 0 0,-1 0 0 0 0,0 0 0 0 0,1 0 0 0 0,-1 1 0 0 0,0-1 0 0 0,0 0 0 0 0,0 1 0 0 0,0 0 0 0 0,0 0 1 0 0,0 0-1 0 0,0 0 0 0 0,-5 0 0 0 0,-65-11-46 0 0,0 3 0 0 0,-110 2 0 0 0,72 4 53 0 0,-253-6 84 0 0,-691 73 1 0 0,-278 160-82 0 0,1260-210-20 0 0,-880 188-888 0 0,891-185 442 0 0,41-10-424 0 0,-41 8-1 0 0,45-12-5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27.3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762 534 4576 0 0,'19'-13'217'0'0,"-1"0"-1"0"0,-1-2 1 0 0,0 0-1 0 0,-1 0 1 0 0,-1-2 0 0 0,-1 0-1 0 0,14-19 1 0 0,-16 17 233 0 0,-8 12-313 0 0,-5 7 72 0 0,-47 69-244 0 0,-179 270-127 0 0,175-267 156 0 0,-3-3 1 0 0,-3-2 0 0 0,-4-3-1 0 0,-108 89 1 0 0,140-128 23 0 0,-1-2 1 0 0,-1-1-1 0 0,-1-1 1 0 0,-1-2-1 0 0,-55 23 1 0 0,195-51-12 0 0,323-42-32 0 0,23-2 69 0 0,317 27 816 0 0,109 13-511 0 0,-854 12-323 0 0,104-6 65 0 0,-103 4 77 0 0,0-1 1 0 0,-1 0-1 0 0,25-9 0 0 0,-48 12-139 0 0,0 1 0 0 0,1-1 0 0 0,-1 1-1 0 0,0-1 1 0 0,0 1 0 0 0,1-1-1 0 0,-1 1 1 0 0,0-1 0 0 0,0 0-1 0 0,0 0 1 0 0,0 0 0 0 0,0 0-1 0 0,0 0 1 0 0,0 0 0 0 0,0 0-1 0 0,-1 0 1 0 0,1 0 0 0 0,0 0-1 0 0,-1 0 1 0 0,1 0 0 0 0,0-1-1 0 0,-1 1 1 0 0,1 0 0 0 0,-1 0-1 0 0,0-1 1 0 0,1 1 0 0 0,-1 0-1 0 0,0-1 1 0 0,0 1 0 0 0,0 0-1 0 0,0-1 1 0 0,0 1 0 0 0,0 0-1 0 0,0-1 1 0 0,-1 1 0 0 0,1 0-1 0 0,0 0 1 0 0,-1-1 0 0 0,0-1-1 0 0,-2-5-1 0 0,-1-1 0 0 0,-1 1 0 0 0,1 0 0 0 0,-11-13-1 0 0,10 14-53 0 0,-28-46-2 0 0,2 0 0 0 0,-40-98 0 0 0,-30-123-41 0 0,46 118 55 0 0,24 58-27 0 0,-28-157 1 0 0,59 255 41 0 0,-3-13 10 0 0,1 4-144 0 0,7 20-222 0 0,-1 0-181 0 0,1 0 0 0 0,1 0 0 0 0,7 12-1 0 0,-3-8-352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29.1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803 179 4136 0 0,'-4'2'96'0'0,"-18"5"2963"0"0,76-12-3014 0 0,181-17-87 0 0,44-2-23 0 0,528-15-36 0 0,5 26 323 0 0,-641 11-150 0 0,2263-26 775 0 0,-2374 27-773 0 0,581-6 827 0 0,-648 0-851 0 0,5 5-48 0 0,-1-1-1 0 0,-1-1-1 0 0,1 1 1 0 0,-1 0 0 0 0,0 0-1 0 0,0 0 1 0 0,0 0-1 0 0,0 1 1 0 0,0-1-1 0 0,-1 1 1 0 0,1 0 0 0 0,-1 1-1 0 0,0-1 1 0 0,1 1-1 0 0,-11-2 1 0 0,-52 6-279 0 0,74 18 262 0 0,18 66 23 0 0,-22-80-4 0 0,-2 0-1 0 0,1 1 0 0 0,-1-1 1 0 0,-1 0-1 0 0,1 0 1 0 0,-1 1-1 0 0,0-1 0 0 0,-1 8 1 0 0,-1 3 1 0 0,-35 531 98 0 0,36-538-102 0 0,-8 62 25 0 0,8-66-16 0 0,0-1 0 0 0,-1 0 1 0 0,0 0-1 0 0,0 1 0 0 0,0-1 0 0 0,-1 0 1 0 0,0-1-1 0 0,-6 10 0 0 0,7-13-3 0 0,0 0-1 0 0,1-1 1 0 0,-1 1-1 0 0,0-1 1 0 0,0 0-1 0 0,0 1 1 0 0,0-1-1 0 0,0 0 0 0 0,-1 0 1 0 0,1 0-1 0 0,0-1 1 0 0,0 1-1 0 0,-1 0 1 0 0,1-1-1 0 0,-5 1 1 0 0,-42-1 1 0 0,20-1-23 0 0,-58 8 39 0 0,-96 20 0 0 0,64-7 5 0 0,-796 55-529 0 0,-3-69-276 0 0,515-9 657 0 0,-771 0 72 0 0,3 34 434 0 0,671 4-418 0 0,232-15 24 0 0,160-16 16 0 0,92-4-5 0 0,-1-1 0 0 0,0-1 0 0 0,1 0 0 0 0,-23-7 0 0 0,38 8-2 0 0,-1 1 0 0 0,1 0-1 0 0,0 0 1 0 0,0-1 0 0 0,0 1 0 0 0,0-1-1 0 0,0 1 1 0 0,0-1 0 0 0,0 1 0 0 0,0-1-1 0 0,1 0 1 0 0,-1 1 0 0 0,0-1 0 0 0,0 0 0 0 0,0 0-1 0 0,1 1 1 0 0,-1-1 0 0 0,0 0 0 0 0,1 0-1 0 0,-2-2 1 0 0,2 2-3 0 0,0 1 0 0 0,0-1 0 0 0,0 0-1 0 0,0 0 1 0 0,0 0 0 0 0,0 0 0 0 0,1 0 0 0 0,-1 0-1 0 0,0 1 1 0 0,0-1 0 0 0,1 0 0 0 0,-1 0 0 0 0,1 0-1 0 0,-1 0 1 0 0,0 1 0 0 0,1-1 0 0 0,0 0 0 0 0,-1 1-1 0 0,2-2 1 0 0,4-4-61 0 0,1 0-1 0 0,0 1 1 0 0,0 0 0 0 0,9-5 0 0 0,-12 7-6 0 0,40-24-316 0 0,-9 7 168 0 0,-1-3 1 0 0,33-27-1 0 0,-56 41 209 0 0,-2 0 1 0 0,1-1-1 0 0,-1-1 1 0 0,0 1-1 0 0,-1-1 1 0 0,-1-1-1 0 0,0 1 1 0 0,0-1-1 0 0,-1-1 1 0 0,6-15-1 0 0,13-62-3 0 0,-4-1 0 0 0,15-136 1 0 0,0-1-30 0 0,-35 222 41 0 0,14-55 49 0 0,-14 58-33 0 0,0-1 0 0 0,1 0 0 0 0,-1 0 0 0 0,1 1 0 0 0,0-1 0 0 0,0 1 0 0 0,0-1 0 0 0,1 1 0 0 0,-1 0 0 0 0,1 0 0 0 0,0 0 0 0 0,5-5 0 0 0,-6 7-12 0 0,0 1 0 0 0,-1-1 0 0 0,1 0 0 0 0,-1 1 0 0 0,1-1 0 0 0,0 1 0 0 0,0 0 0 0 0,-1-1 0 0 0,1 1 0 0 0,0 0 0 0 0,0 0 0 0 0,0 0 0 0 0,-1 0 1 0 0,1 0-1 0 0,0 1 0 0 0,0-1 0 0 0,-1 0 0 0 0,1 1 0 0 0,0-1 0 0 0,-1 1 0 0 0,1 0 0 0 0,0 0 0 0 0,-1 0 0 0 0,1-1 0 0 0,-1 1 0 0 0,1 1 0 0 0,-1-1 0 0 0,0 0 1 0 0,0 0-1 0 0,1 0 0 0 0,0 2 0 0 0,5 5-11 0 0,-1 0 1 0 0,0 0-1 0 0,10 17 1 0 0,-15-24 7 0 0,43 84 59 0 0,-29-54-150 0 0,2 0-1 0 0,40 56 1 0 0,-36-60-205 0 0,1-3-281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30.8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250 36 7101 0 0,'0'-4'1'0'0,"0"2"13"0"0,0-1-1 0 0,0 0 0 0 0,0 0 0 0 0,0 1 0 0 0,-1-1 0 0 0,1 0 0 0 0,-2-4 0 0 0,2 7-13 0 0,-1 0 1 0 0,1-1-1 0 0,0 1 0 0 0,-1-1 0 0 0,1 1 1 0 0,-1-1-1 0 0,1 1 0 0 0,-1 0 0 0 0,1 0 1 0 0,-1-1-1 0 0,0 1 0 0 0,1 0 0 0 0,-1 0 1 0 0,1-1-1 0 0,-1 1 0 0 0,1 0 0 0 0,-1 0 1 0 0,0 0-1 0 0,1 0 0 0 0,-1 0 0 0 0,1 0 1 0 0,-1 0-1 0 0,0 0 0 0 0,1 0 0 0 0,-1 0 1 0 0,1 0-1 0 0,-1 0 0 0 0,0 1 0 0 0,1-1 0 0 0,-1 0 1 0 0,1 0-1 0 0,-1 1 0 0 0,1-1 0 0 0,-1 0 1 0 0,1 1-1 0 0,-1-1 0 0 0,1 0 0 0 0,-1 1 1 0 0,-9 5-25 0 0,0 0 1 0 0,1 0-1 0 0,0 1 1 0 0,1 0-1 0 0,-1 1 1 0 0,-9 11 0 0 0,1 2 1 0 0,-23 35 0 0 0,25-33 30 0 0,2 1 1 0 0,0 1-1 0 0,2 0 1 0 0,1 1-1 0 0,-10 36 1 0 0,16-47 1 0 0,1 1 0 0 0,0-1 0 0 0,1 1 0 0 0,1 0 0 0 0,0 0 0 0 0,2 0 0 0 0,-1 0 0 0 0,2 0 0 0 0,0 0 0 0 0,7 25 0 0 0,-7-34-4 0 0,0-1 1 0 0,1 0-1 0 0,0 0 0 0 0,0 0 0 0 0,0 0 1 0 0,1-1-1 0 0,0 1 0 0 0,0-1 0 0 0,0 0 1 0 0,0 0-1 0 0,8 6 0 0 0,-9-9 5 0 0,0 0 0 0 0,0 0 0 0 0,0 0 0 0 0,1 0 0 0 0,-1-1 0 0 0,0 1 0 0 0,1-1 0 0 0,-1 0 0 0 0,1 0 0 0 0,-1 0 0 0 0,1-1 0 0 0,0 1 0 0 0,-1-1 0 0 0,1 0 0 0 0,0 0 0 0 0,-1 0 0 0 0,1 0 0 0 0,0-1-1 0 0,-1 1 1 0 0,1-1 0 0 0,0 0 0 0 0,3-1 0 0 0,2-2-27 0 0,0 1-1 0 0,0-2 0 0 0,-1 1 1 0 0,1-1-1 0 0,-1 0 0 0 0,0-1 1 0 0,0 0-1 0 0,-1 0 0 0 0,0-1 1 0 0,0 0-1 0 0,12-15 1 0 0,-9 7-27 0 0,-1 0 1 0 0,-1 0 0 0 0,0-1-1 0 0,-1 0 1 0 0,9-32 0 0 0,2-2 41 0 0,27-55 1 0 0,-48 162-108 0 0,0-23 119 0 0,-8 95 30 0 0,10-122-78 0 0,2 0 1 0 0,-1 1-1 0 0,1-1 1 0 0,-1 1 0 0 0,2-1-1 0 0,-1 0 1 0 0,1 0-1 0 0,1 0 1 0 0,-1 0 0 0 0,1 0-1 0 0,0 0 1 0 0,6 8-1 0 0,3-2-331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31.4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86 139 5909 0 0,'-1'-11'115'0'0,"-4"18"11"0"0,-7 32 74 0 0,4-15-178 0 0,-6 16-6 0 0,2 2 0 0 0,2-1-1 0 0,-5 49 1 0 0,11-59 17 0 0,0 46 0 0 0,15-106 168 0 0,52-162-580 0 0,15-35 324 0 0,-72 212 49 0 0,-5 9-2 0 0,1-1 1 0 0,1 1-1 0 0,-1 0 0 0 0,1 0 1 0 0,-1 0-1 0 0,1 0 0 0 0,1 0 0 0 0,-1 1 1 0 0,1 0-1 0 0,4-5 0 0 0,-8 9 7 0 0,0 0 0 0 0,1 0 0 0 0,-1 0 0 0 0,0 0-1 0 0,0 0 1 0 0,1 0 0 0 0,-1 0 0 0 0,0 0 0 0 0,0 0 0 0 0,1 0 0 0 0,-1 0-1 0 0,0 0 1 0 0,0 0 0 0 0,1 0 0 0 0,-1 0 0 0 0,0 0 0 0 0,0 0 0 0 0,1 0-1 0 0,-1 0 1 0 0,0 0 0 0 0,0 0 0 0 0,1 1 0 0 0,-1-1 0 0 0,0 0-1 0 0,0 0 1 0 0,0 0 0 0 0,1 0 0 0 0,-1 1 0 0 0,0-1 0 0 0,0 0 0 0 0,0 0-1 0 0,0 0 1 0 0,1 1 0 0 0,-1-1 0 0 0,0 0 0 0 0,0 0 0 0 0,0 1-1 0 0,0-1 1 0 0,0 0 0 0 0,0 0 0 0 0,0 1 0 0 0,0-1 0 0 0,0 0 0 0 0,0 0-1 0 0,0 1 1 0 0,0-1 0 0 0,0 1 0 0 0,2 15-22 0 0,-2-14 24 0 0,2 60 100 0 0,-11 101 1 0 0,7-130-108 0 0,-1-11 26 0 0,2 1 1 0 0,1-1 0 0 0,4 29-1 0 0,-4-49-18 0 0,0 0-1 0 0,1 0 1 0 0,-1 0-1 0 0,1 0 1 0 0,-1 0 0 0 0,1 0-1 0 0,0-1 1 0 0,0 1-1 0 0,0 0 1 0 0,0 0-1 0 0,2 2 1 0 0,-3-4-2 0 0,0 0 0 0 0,1 1 0 0 0,-1-1 0 0 0,0 0 0 0 0,0 0 0 0 0,1 0 0 0 0,-1 0 0 0 0,0 0 0 0 0,1 1 0 0 0,-1-1 0 0 0,0 0 0 0 0,1 0 0 0 0,-1 0 0 0 0,0 0 0 0 0,1 0 0 0 0,-1 0-1 0 0,0 0 1 0 0,1 0 0 0 0,-1 0 0 0 0,0 0 0 0 0,1 0 0 0 0,-1 0 0 0 0,0 0 0 0 0,1 0 0 0 0,-1-1 0 0 0,12-10-53 0 0,64-121-280 0 0,-52 87 305 0 0,49-70 0 0 0,-61 98 16 0 0,-8 11 7 0 0,0-1 0 0 0,1 1-1 0 0,0 0 1 0 0,0 0 0 0 0,0 0 0 0 0,1 1 0 0 0,0-1-1 0 0,0 1 1 0 0,0 1 0 0 0,9-6 0 0 0,-15 10 12 0 0,1 0 0 0 0,0 0 0 0 0,0-1 0 0 0,0 1 0 0 0,0 0-1 0 0,0 0 1 0 0,-1 0 0 0 0,1 0 0 0 0,0 0 0 0 0,0 0 0 0 0,0 0 0 0 0,0 0 0 0 0,0 0 0 0 0,0 0 0 0 0,-1 0 0 0 0,1 1 0 0 0,0-1 0 0 0,0 0 0 0 0,0 1 0 0 0,0-1 0 0 0,-1 1-1 0 0,1-1 1 0 0,1 1 0 0 0,-1 1-3 0 0,1 0 1 0 0,-1-1-1 0 0,1 1 0 0 0,-1 0 0 0 0,0-1 0 0 0,0 1 0 0 0,0 0 0 0 0,0 0 0 0 0,1 4 0 0 0,1 4 6 0 0,0 0 0 0 0,-1 0 0 0 0,1 13-1 0 0,-2-18 22 0 0,1 32-52 0 0,-1 0 1 0 0,-2 0 0 0 0,-7 52 0 0 0,0-7 2 0 0,4-43-1065 0 0,4-36 598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31.7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58 175 4224 0 0,'1'0'7'0'0,"-1"0"-1"0"0,1 0 0 0 0,-1 0 0 0 0,0 0 0 0 0,1 0 0 0 0,-1 0 0 0 0,0 1 1 0 0,1-1-1 0 0,-1 0 0 0 0,1 0 0 0 0,-1 0 0 0 0,0 0 0 0 0,1 0 1 0 0,-1 1-1 0 0,0-1 0 0 0,1 0 0 0 0,-1 0 0 0 0,0 0 0 0 0,0 1 0 0 0,1-1 1 0 0,-1 0-1 0 0,0 0 0 0 0,0 1 0 0 0,1-1 0 0 0,-1 0 0 0 0,0 1 1 0 0,0-1-1 0 0,0 0 0 0 0,1 1 0 0 0,-1-1 0 0 0,0 0 0 0 0,0 1 0 0 0,0-1 1 0 0,0 1-1 0 0,0-1 0 0 0,0 0 0 0 0,0 1 0 0 0,0-1 0 0 0,0 0 1 0 0,0 1-1 0 0,0-1 0 0 0,0 1 0 0 0,0-1 0 0 0,0 0 0 0 0,0 1 0 0 0,0-1 1 0 0,0 0-1 0 0,-1 1 0 0 0,-3 25 162 0 0,3-22-130 0 0,-21 130 276 0 0,-18 73-225 0 0,73-347-554 0 0,-14 58 356 0 0,17-65 55 0 0,-28 124 136 0 0,0 0-1 0 0,1 1 0 0 0,2 0 0 0 0,14-23 0 0 0,-21 38-17 0 0,0 1 0 0 0,1 1 0 0 0,-1-1 0 0 0,1 1 0 0 0,9-8 0 0 0,-12 11-46 0 0,-1 1-1 0 0,1 0 1 0 0,-1 0-1 0 0,1 0 1 0 0,-1 0-1 0 0,1 0 1 0 0,0 0-1 0 0,0 1 1 0 0,-1-1-1 0 0,1 0 1 0 0,0 1-1 0 0,0-1 1 0 0,0 1-1 0 0,-1 0 1 0 0,1-1-1 0 0,0 1 1 0 0,0 0-1 0 0,0 0 1 0 0,0 1-1 0 0,0-1 1 0 0,-1 0-1 0 0,1 0 1 0 0,0 1-1 0 0,0-1 1 0 0,0 1-1 0 0,-1 0 1 0 0,3 1-1 0 0,-2-1-7 0 0,0 1-1 0 0,0 0 1 0 0,-1 0 0 0 0,1 0-1 0 0,-1-1 1 0 0,0 2-1 0 0,1-1 1 0 0,-1 0 0 0 0,0 0-1 0 0,0 0 1 0 0,0 1-1 0 0,0-1 1 0 0,0 4-1 0 0,6 33 102 0 0,-3 30 109 0 0,-9 129 0 0 0,0-1-353 0 0,3-141-409 0 0,2-32 129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32.0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1 318 5817 0 0,'2'3'116'0'0,"0"-1"-192"0"0,3-4 204 0 0,10 6-188 0 0,-5 0 196 0 0,7 2-176 0 0,1-2 176 0 0,7 4-196 0 0,1-3 76 0 0,4 0 16 0 0,5-2-12 0 0,-3 2 20 0 0,2-5-36 0 0,3 0-84 0 0,-1-2-128 0 0,-4-2 44 0 0,1-2-317 0 0</inkml:trace>
  <inkml:trace contextRef="#ctx0" brushRef="#br0" timeOffset="1">495 55 5360 0 0,'-36'-55'763'0'0,"48"110"-773"0"0,-8 127 81 0 0,-4-66-46 0 0,1-22-475 0 0,-1-68 63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32.4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2 4936 0 0,'12'-1'199'0'0,"-9"1"-60"0"0,-7 1 67 0 0,3-1-157 0 0,1 24 475 0 0,0 17-429 0 0,-2 0 0 0 0,-2 0-1 0 0,-2 0 1 0 0,-2 0 0 0 0,-14 42-1 0 0,15-61 22 0 0,2-8-59 0 0,0 0 1 0 0,1 1-1 0 0,1 0 1 0 0,0-1-1 0 0,-1 17 1 0 0,4-29-35 0 0,0 1 0 0 0,1-1 0 0 0,-1 0 0 0 0,0 0 0 0 0,1 1 1 0 0,-1-1-1 0 0,1 0 0 0 0,-1 0 0 0 0,1 0 0 0 0,0 0 0 0 0,0 0 0 0 0,0 0 0 0 0,0 0 0 0 0,0 0 0 0 0,1 0 0 0 0,-1 0 1 0 0,1 0-1 0 0,-1-1 0 0 0,3 3 0 0 0,-1-2 35 0 0,1 0 1 0 0,-1 0-1 0 0,0 0 0 0 0,1-1 1 0 0,-1 1-1 0 0,1-1 1 0 0,-1 0-1 0 0,1 0 0 0 0,0 0 1 0 0,6 0-1 0 0,1 0-40 0 0,-1-1-1 0 0,1-1 1 0 0,-1 1 0 0 0,0-2-1 0 0,1 1 1 0 0,-1-2-1 0 0,17-5 1 0 0,13-8-896 0 0,-22 7 218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38.9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 6249 0 0,'1'-16'1155'0'0,"2"38"-491"0"0,0 8-431 0 0,8 57 124 0 0,-4 1-1 0 0,-10 175 1 0 0,-7-131-1415 0 0,7-105 485 0 0,1-1-170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39.2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9 392 5148 0 0,'-4'-21'89'0'0,"2"0"0"0"0,0 0 0 0 0,1 0 0 0 0,1-1-1 0 0,1 1 1 0 0,6-33 0 0 0,-5 45-51 0 0,1-1 0 0 0,0 1 0 0 0,0-1 0 0 0,1 1 0 0 0,0 0 0 0 0,1 1 0 0 0,0-1 0 0 0,0 1 0 0 0,1 0 0 0 0,0 0 0 0 0,0 0 0 0 0,1 1 0 0 0,0 0 0 0 0,0 1 0 0 0,1-1 1 0 0,11-7-1 0 0,-4 5-6 0 0,0 0 1 0 0,0 1 0 0 0,0 1-1 0 0,1 0 1 0 0,0 1 0 0 0,1 1 0 0 0,29-6-1 0 0,-33 10 10 0 0,0 0 0 0 0,-1 0 0 0 0,1 1-1 0 0,-1 1 1 0 0,1 0 0 0 0,0 0 0 0 0,-1 2 0 0 0,0-1 0 0 0,0 2-1 0 0,0 0 1 0 0,16 6 0 0 0,8 7-37 0 0,57 34-1 0 0,-80-42-13 0 0,1 1-1 0 0,-2 0 0 0 0,1 1 0 0 0,-1 1 1 0 0,-1 0-1 0 0,18 24 0 0 0,-16-15 29 0 0,0 0 0 0 0,-2 1-1 0 0,0 1 1 0 0,-2-1-1 0 0,0 1 1 0 0,-2 1 0 0 0,-1 0-1 0 0,0 0 1 0 0,-2 0-1 0 0,0 1 1 0 0,-2-1 0 0 0,-1 1-1 0 0,-1 0 1 0 0,-1-1-1 0 0,-1 1 1 0 0,-1-1 0 0 0,-2 1-1 0 0,0-1 1 0 0,-14 37-1 0 0,13-47-1 0 0,-1-1-1 0 0,0 0 0 0 0,-1 0 0 0 0,-1-1 0 0 0,0 0 1 0 0,-1 0-1 0 0,0-1 0 0 0,-1 0 0 0 0,0-1 0 0 0,0-1 1 0 0,-1 1-1 0 0,-1-2 0 0 0,1 0 0 0 0,-1 0 1 0 0,-1-1-1 0 0,1-1 0 0 0,-1 0 0 0 0,0-1 0 0 0,-19 4 1 0 0,14-4-81 0 0,1-1 1 0 0,-1-1 0 0 0,0-1-1 0 0,0 0 1 0 0,-1-2-1 0 0,1 0 1 0 0,0-1 0 0 0,0-1-1 0 0,0-1 1 0 0,0 0 0 0 0,1-2-1 0 0,-1 0 1 0 0,1-1 0 0 0,-31-15-1 0 0,32 12-143 0 0,1-1-1 0 0,0 0 1 0 0,1-1-1 0 0,-27-26 1 0 0,15 7-259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39.5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1 137 4904 0 0,'11'-14'426'0'0,"6"-5"258"0"0,-17 19-676 0 0,1-1 1 0 0,0 1-1 0 0,0 0 0 0 0,0-1 1 0 0,0 1-1 0 0,-1 0 0 0 0,1 0 1 0 0,0 0-1 0 0,0 0 0 0 0,0 0 1 0 0,0 0-1 0 0,0 0 0 0 0,-1 0 1 0 0,1 0-1 0 0,0 0 0 0 0,0 0 1 0 0,0 0-1 0 0,0 0 0 0 0,0 1 1 0 0,-1-1-1 0 0,1 0 0 0 0,0 1 1 0 0,0-1-1 0 0,0 1 0 0 0,-1-1 1 0 0,1 1-1 0 0,1 0 0 0 0,3 4-6 0 0,1 0-1 0 0,-1 1 1 0 0,0 0 0 0 0,0-1-1 0 0,-1 1 1 0 0,0 1 0 0 0,0-1-1 0 0,0 1 1 0 0,-1 0 0 0 0,0-1-1 0 0,0 1 1 0 0,-1 1-1 0 0,0-1 1 0 0,0 0 0 0 0,1 15-1 0 0,0-1 15 0 0,-2 0 1 0 0,-1-1-1 0 0,0 1 0 0 0,-5 33 0 0 0,3-43 0 0 0,0 0 0 0 0,0 0 0 0 0,-7 15 1 0 0,8-22-6 0 0,-1 0 1 0 0,0-1-1 0 0,0 1 1 0 0,0 0 0 0 0,0-1-1 0 0,-1 0 1 0 0,1 1-1 0 0,-1-1 1 0 0,0 0 0 0 0,0 0-1 0 0,0-1 1 0 0,-5 5-1 0 0,8-7-9 0 0,-1 0-1 0 0,1 0 1 0 0,0 1-1 0 0,-1-1 0 0 0,1 0 1 0 0,-1 0-1 0 0,1 1 1 0 0,0-1-1 0 0,-1 0 1 0 0,1 0-1 0 0,-1 0 1 0 0,1 0-1 0 0,0 0 0 0 0,-1 0 1 0 0,1 0-1 0 0,-1 0 1 0 0,1 0-1 0 0,-1 0 1 0 0,1 0-1 0 0,-1 0 0 0 0,1 0 1 0 0,0 0-1 0 0,-1 0 1 0 0,1 0-1 0 0,-1 0 1 0 0,1 0-1 0 0,-1-1 1 0 0,1 1-1 0 0,0 0 0 0 0,-1 0 1 0 0,1-1-1 0 0,0 1 1 0 0,-1 0-1 0 0,1 0 1 0 0,0-1-1 0 0,-1 1 0 0 0,1 0 1 0 0,0-1-1 0 0,-1 1 1 0 0,1 0-1 0 0,0-1 1 0 0,0 1-1 0 0,0-1 1 0 0,-1 1-1 0 0,1 0 0 0 0,0-1 1 0 0,0 1-1 0 0,0-1 1 0 0,0 1-1 0 0,0-1 1 0 0,0 1-1 0 0,0-1 1 0 0,0 1-1 0 0,0 0 0 0 0,0-1 1 0 0,0 1-1 0 0,0-1 1 0 0,0 1-1 0 0,0-1 1 0 0,0 0-1 0 0,3-28 20 0 0,4 3-32 0 0,0 0-1 0 0,2 0 1 0 0,17-36-1 0 0,44-71-48 0 0,-55 107 41 0 0,-12 20 0 0 0,8-14 17 0 0,25-33 0 0 0,-33 48-31 0 0,0 1 0 0 0,0 1 0 0 0,1-1-1 0 0,-1 0 1 0 0,1 1 0 0 0,0 0-1 0 0,0 0 1 0 0,0 0 0 0 0,0 0 0 0 0,1 1-1 0 0,-1-1 1 0 0,1 1 0 0 0,0 0 0 0 0,6-1-1 0 0,-11 3 10 0 0,1 0-1 0 0,-1 0 0 0 0,1 0 1 0 0,-1 0-1 0 0,1 0 0 0 0,-1 0 0 0 0,1 0 1 0 0,-1 0-1 0 0,0 0 0 0 0,1 0 1 0 0,-1 1-1 0 0,1-1 0 0 0,-1 0 1 0 0,1 0-1 0 0,-1 0 0 0 0,1 1 1 0 0,-1-1-1 0 0,1 0 0 0 0,-1 1 1 0 0,0-1-1 0 0,1 0 0 0 0,-1 1 1 0 0,0-1-1 0 0,1 0 0 0 0,-1 2 1 0 0,3 0-252 0 0,4 5-250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40.0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295 191 2980 0 0,'10'-6'105'0'0,"-1"0"-1"0"0,0-1 1 0 0,0 0-1 0 0,10-10 1 0 0,-17 15-48 0 0,0 0 1 0 0,0-1-1 0 0,0 1 1 0 0,0-1-1 0 0,-1 0 1 0 0,1 0-1 0 0,-1 1 1 0 0,1-1-1 0 0,-1 0 1 0 0,0 0-1 0 0,0 0 1 0 0,0-1-1 0 0,-1 1 1 0 0,1 0-1 0 0,-1 0 1 0 0,0 0-1 0 0,0 0 0 0 0,0-1 1 0 0,0-5-1 0 0,-3 3 68 0 0,0 0-1 0 0,0 0 1 0 0,0 1-1 0 0,-1-1 1 0 0,0 1-1 0 0,0-1 1 0 0,0 1-1 0 0,-6-5 1 0 0,6 7-106 0 0,0 0 0 0 0,-1 0 0 0 0,1 0 0 0 0,0 1 0 0 0,-1-1 1 0 0,0 1-1 0 0,0 0 0 0 0,1 1 0 0 0,-1-1 0 0 0,0 1 0 0 0,-1 0 0 0 0,1 0 1 0 0,0 0-1 0 0,0 1 0 0 0,0 0 0 0 0,0 0 0 0 0,0 0 0 0 0,-1 1 1 0 0,-8 1-1 0 0,0 1 51 0 0,0 1-1 0 0,1 0 1 0 0,-1 1 0 0 0,1 0-1 0 0,0 1 1 0 0,-13 8 0 0 0,17-7-33 0 0,-1 0 0 0 0,1 1 0 0 0,0 0-1 0 0,0 0 1 0 0,1 1 0 0 0,1 0 0 0 0,-1 0 0 0 0,1 1 0 0 0,1 0 0 0 0,0 0 0 0 0,0 1-1 0 0,1 0 1 0 0,0 0 0 0 0,-5 21 0 0 0,8-25-47 0 0,0 1 1 0 0,1-1-1 0 0,0 1 1 0 0,1-1-1 0 0,-1 1 1 0 0,1-1-1 0 0,1 1 1 0 0,0 0-1 0 0,0-1 0 0 0,3 13 1 0 0,-2-14 11 0 0,0-1 0 0 0,0 0 0 0 0,1 1 0 0 0,0-1 0 0 0,0 0 0 0 0,0-1 0 0 0,1 1 0 0 0,-1-1 0 0 0,1 1 0 0 0,0-1 0 0 0,0 0 0 0 0,1 0 0 0 0,-1-1 0 0 0,1 1 0 0 0,7 3 0 0 0,-8-5-2 0 0,-1 0-1 0 0,1 0 1 0 0,0-1 0 0 0,0 1 0 0 0,0-1-1 0 0,0 0 1 0 0,1 0 0 0 0,-1-1-1 0 0,0 1 1 0 0,0-1 0 0 0,0 0 0 0 0,1 0-1 0 0,-1 0 1 0 0,0-1 0 0 0,0 1 0 0 0,1-1-1 0 0,-1 0 1 0 0,0 0 0 0 0,0 0-1 0 0,0-1 1 0 0,0 0 0 0 0,-1 1 0 0 0,7-5-1 0 0,-5 2-3 0 0,0 1-1 0 0,0-1 1 0 0,0 0-1 0 0,-1 0 1 0 0,0-1-1 0 0,0 1 1 0 0,0-1-1 0 0,0 0 1 0 0,-1 0-1 0 0,1-1 1 0 0,-1 1-1 0 0,-1-1 1 0 0,1 1-1 0 0,-1-1 1 0 0,3-10-1 0 0,1-17-15 0 0,-1 0-1 0 0,1-64 0 0 0,-6 96 21 0 0,0 1-1 0 0,0-1 1 0 0,0 0 0 0 0,0 0-1 0 0,0 0 1 0 0,0 0-1 0 0,0 0 1 0 0,0 1-1 0 0,0-1 1 0 0,0 0-1 0 0,0 0 1 0 0,1 0-1 0 0,-1 0 1 0 0,0 1 0 0 0,1-1-1 0 0,-1 0 1 0 0,1 0-1 0 0,-1 1 1 0 0,1-2-1 0 0,0 2 0 0 0,-1 1-1 0 0,1-1 1 0 0,-1 1-1 0 0,1-1 1 0 0,-1 1-1 0 0,1-1 1 0 0,-1 1-1 0 0,1 0 1 0 0,-1-1 0 0 0,0 1-1 0 0,0-1 1 0 0,1 1-1 0 0,-1 0 1 0 0,0-1-1 0 0,0 1 1 0 0,0 0-1 0 0,1-1 1 0 0,-1 1-1 0 0,0 0 1 0 0,0-1-1 0 0,0 1 1 0 0,0 0-1 0 0,0-1 1 0 0,-1 2-1 0 0,2 23 15 0 0,-2-1 0 0 0,-1 1 0 0 0,-6 31 0 0 0,2-11 22 0 0,2-20-65 0 0,0 3 66 0 0,1 0 0 0 0,1 34 0 0 0,2-56-63 0 0,1 1-1 0 0,-1 0 1 0 0,1-1 0 0 0,0 1 0 0 0,1-1-1 0 0,0 1 1 0 0,0-1 0 0 0,0 0-1 0 0,0 0 1 0 0,1 0 0 0 0,0 0-1 0 0,1 0 1 0 0,-1 0 0 0 0,9 9 0 0 0,-10-13-32 0 0,0-1 0 0 0,-1 1 0 0 0,1-1 0 0 0,0 1 0 0 0,0-1 0 0 0,0 0 0 0 0,0 0 0 0 0,0 0 0 0 0,0 0 0 0 0,3 1 0 0 0,10-1-436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40.4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443 108 5909 0 0,'7'-20'84'0'0,"-4"12"-1"0"0,-1-1 1 0 0,1 1-1 0 0,1-12 1 0 0,-4 17-45 0 0,0 1 0 0 0,0 0 0 0 0,0 0 0 0 0,0 0 1 0 0,0 0-1 0 0,0-1 0 0 0,0 1 0 0 0,-1 0 0 0 0,1 0 0 0 0,-1 0 0 0 0,0 0 0 0 0,0 0 0 0 0,0 0 0 0 0,0 0 1 0 0,0 0-1 0 0,0 0 0 0 0,0 1 0 0 0,-2-3 0 0 0,2 4-34 0 0,1-1 1 0 0,0 1 0 0 0,-1 0-1 0 0,0 0 1 0 0,1 0-1 0 0,-1 0 1 0 0,1 0-1 0 0,-1 0 1 0 0,1 0-1 0 0,-1 0 1 0 0,1 0-1 0 0,-1 0 1 0 0,1 0-1 0 0,-1 0 1 0 0,1 1-1 0 0,-1-1 1 0 0,1 0-1 0 0,-1 0 1 0 0,1 0-1 0 0,0 1 1 0 0,-1-1-1 0 0,0 1 1 0 0,-2 0 7 0 0,-8 3-37 0 0,0 0 1 0 0,1 1-1 0 0,0 0 1 0 0,0 1-1 0 0,0 0 1 0 0,1 0-1 0 0,0 1 1 0 0,-15 15-1 0 0,12-10 45 0 0,1 0 0 0 0,1 1-1 0 0,0 0 1 0 0,0 0 0 0 0,-12 26 0 0 0,15-23 81 0 0,1 0 1 0 0,0 1-1 0 0,1 0 1 0 0,1 0-1 0 0,1 0 1 0 0,-2 27-1 0 0,3 110 571 0 0,3-84-451 0 0,0 21 14 0 0,-3 119 158 0 0,-1-163-366 0 0,-2 0 0 0 0,-16 67 1 0 0,18-103-80 0 0,0 0 1 0 0,-1 0 0 0 0,0-1-1 0 0,-1 1 1 0 0,0-1 0 0 0,-11 14-1 0 0,13-19-33 0 0,0-1 0 0 0,0 1 0 0 0,-1-1 0 0 0,0 0 1 0 0,0-1-1 0 0,0 1 0 0 0,-1-1 0 0 0,1 1 0 0 0,-1-1 0 0 0,1-1 0 0 0,-1 1 0 0 0,0-1 0 0 0,0 0 0 0 0,0 0 0 0 0,-8 2 0 0 0,8-3-96 0 0,-1 0 1 0 0,0 0-1 0 0,0 0 1 0 0,0-1-1 0 0,0 0 0 0 0,-6-1 1 0 0,-14-4-597 0 0</inkml:trace>
  <inkml:trace contextRef="#ctx0" brushRef="#br0" timeOffset="1">114 640 4252 0 0,'23'-21'219'0'0,"5"-3"363"0"0,-22 20-539 0 0,0 1 0 0 0,0 0 1 0 0,0 0-1 0 0,1 1 0 0 0,-1 0 0 0 0,1 0 0 0 0,-1 0 0 0 0,1 1 1 0 0,-1 0-1 0 0,1 0 0 0 0,0 1 0 0 0,0 0 0 0 0,-1 0 0 0 0,1 0 1 0 0,0 1-1 0 0,0 0 0 0 0,-1 0 0 0 0,9 3 0 0 0,13 0-502 0 0,-13-2-51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40.8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58 4340 0 0,'1'-4'25'0'0,"0"0"0"0"0,0 0 0 0 0,0-1-1 0 0,-1 1 1 0 0,1-7 0 0 0,0-10 173 0 0,-1 20-192 0 0,0 1-1 0 0,0 0 1 0 0,0 0-1 0 0,1 0 1 0 0,-1 0-1 0 0,0-1 1 0 0,0 1-1 0 0,0 0 1 0 0,0 0-1 0 0,0 0 1 0 0,0 0-1 0 0,0-1 1 0 0,0 1-1 0 0,0 0 1 0 0,0 0-1 0 0,1 0 1 0 0,-1 0-1 0 0,0 0 1 0 0,0 0-1 0 0,0-1 1 0 0,0 1-1 0 0,0 0 1 0 0,0 0-1 0 0,1 0 1 0 0,-1 0-1 0 0,0 0 1 0 0,0 0-1 0 0,0 0 1 0 0,0 0-1 0 0,1 0 1 0 0,-1 0-1 0 0,0 0 1 0 0,0 0-1 0 0,0 0 1 0 0,0 0-1 0 0,1 0 1 0 0,-1 0-1 0 0,0 0 1 0 0,0 0-1 0 0,0 0 1 0 0,1 0-1 0 0,7 5 220 0 0,6 10 149 0 0,-10-9-281 0 0,0 0 0 0 0,0 0 0 0 0,-1 1 0 0 0,0-1 0 0 0,0 1 0 0 0,-1 0 0 0 0,0-1 0 0 0,0 1 0 0 0,0 0 0 0 0,-1 0 0 0 0,0 0 1 0 0,0 1-1 0 0,-1-1 0 0 0,0 0 0 0 0,0 0 0 0 0,-1 0 0 0 0,-3 14 0 0 0,-3 8-30 0 0,-1 0 0 0 0,-1 0 1 0 0,-14 26-1 0 0,9-21 10 0 0,-2 5 39 0 0,2 1 0 0 0,-15 68-1 0 0,26-89-91 0 0,1 0 0 0 0,0 0 0 0 0,2 22-1 0 0,0-35-16 0 0,1-1 0 0 0,-1 1 0 0 0,1 0 0 0 0,0-1 0 0 0,0 1 0 0 0,1-1 0 0 0,0 1 0 0 0,0-1 0 0 0,0 0 0 0 0,1 0 0 0 0,-1 0 0 0 0,1 0 0 0 0,1 0-1 0 0,-1 0 1 0 0,5 4 0 0 0,-7-8-31 0 0,1 0 0 0 0,-1 0 0 0 0,1 0 0 0 0,-1 0 0 0 0,1 0 0 0 0,-1 0 0 0 0,1 0 0 0 0,-1-1 0 0 0,1 1 0 0 0,0-1 0 0 0,0 1 0 0 0,-1-1 0 0 0,1 0 0 0 0,0 0 0 0 0,0 0 0 0 0,-1 0 0 0 0,1 0 0 0 0,0 0 0 0 0,0 0 0 0 0,-1 0 0 0 0,1-1 0 0 0,0 1 0 0 0,-1-1 0 0 0,1 1 0 0 0,0-1 0 0 0,-1 0 0 0 0,1 0 0 0 0,-1 0 0 0 0,1 1 0 0 0,-1-1-1 0 0,1-1 1 0 0,1 0 0 0 0,5-5-362 0 0,1 0 0 0 0,-1-1 1 0 0,13-16-1 0 0,-19 21 284 0 0,14-17-563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41.1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48 5665 0 0,'-3'-1'44'0'0,"-1"0"1"0"0,1 0 0 0 0,0 0 0 0 0,0-1 0 0 0,0 0 0 0 0,-5-2 0 0 0,-11-6 592 0 0,23 10-491 0 0,0 0 0 0 0,-1-1 0 0 0,1 1 0 0 0,-1-1 0 0 0,1 0 0 0 0,7-2 0 0 0,2-1-25 0 0,59-4-283 0 0,141 0 0 0 0,-195 8 49 0 0,19 1-256 0 0,-3-1-163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42.6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241 172 5693 0 0,'-5'-25'193'0'0,"-15"-74"124"0"0,15 74 513 0 0,12 22-718 0 0,22-13-180 0 0,-22 13 809 0 0,-7 26-635 0 0,1 0 0 0 0,5 26 0 0 0,-3-19-39 0 0,-2-17-18 0 0,0 0-1 0 0,-1 0 1 0 0,-3 19-1 0 0,-15 163 118 0 0,15-167-126 0 0,-1-1-1 0 0,-2 0 0 0 0,-11 35 0 0 0,4-22 10 0 0,-101 399 246 0 0,37 8-144 0 0,66-224 21 0 0,13-160-76 0 0,4-66-50 0 0,16-8-55 0 0,24-18 0 0 0,-21 14 2 0 0,48-25 0 0 0,142-45-10 0 0,-199 78 17 0 0,1 2 0 0 0,0 0 1 0 0,0 0-1 0 0,1 2 0 0 0,23-2 0 0 0,-10 2 1 0 0,107-8 16 0 0,206 10 0 0 0,-272 2-14 0 0,547 40 116 0 0,-469-29-53 0 0,-54-4 102 0 0,-136-15 1032 0 0,-14 2-1096 0 0,54 4-95 0 0,0 1-6 0 0,0 0 0 0 0,1-1 0 0 0,-1 1 0 0 0,0 0 0 0 0,0-1 0 0 0,1 1 0 0 0,-1 0 0 0 0,0-1 0 0 0,1 1 0 0 0,-1 0 0 0 0,0 0 0 0 0,1-1 0 0 0,-1 1 0 0 0,1 0-1 0 0,-1 0 1 0 0,0 0 0 0 0,1-1 0 0 0,-1 1 0 0 0,1 0 0 0 0,-1 0 0 0 0,1 0 0 0 0,0 0 0 0 0,-1 0-21 0 0,1 0 0 0 0,-1 0 1 0 0,1 0-1 0 0,-1 0 0 0 0,1 0 0 0 0,-1 0 0 0 0,1 0 0 0 0,-1 0 0 0 0,1 0 0 0 0,-1-1 0 0 0,0 1 1 0 0,1 0-1 0 0,-1 0 0 0 0,1 0 0 0 0,-1-1 0 0 0,1 1 0 0 0,-1 0 0 0 0,0-1 0 0 0,1 1 1 0 0,-1 0-1 0 0,0-1 0 0 0,1 1 0 0 0,-1 0 0 0 0,0-1 0 0 0,1 1 0 0 0,-1 0 0 0 0,0-1 1 0 0,0 1-1 0 0,0-1 0 0 0,1 1 0 0 0,-1-1 0 0 0,0 1 0 0 0,0-1 0 0 0,0 1 0 0 0,0-1 0 0 0,0 1 1 0 0,0-1-1 0 0,0 1 0 0 0,0-1 0 0 0,0 1 0 0 0,0-1 0 0 0,0 0 0 0 0,-11-18-1721 0 0,5 11 975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43.3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1 127 4964 0 0,'0'-1'5'0'0,"0"0"0"0"0,1 0-1 0 0,-1 0 1 0 0,0 0 0 0 0,1 0-1 0 0,-1 0 1 0 0,1-1 0 0 0,-1 1 0 0 0,1 0-1 0 0,0 0 1 0 0,-1 1 0 0 0,1-1-1 0 0,0 0 1 0 0,0 0 0 0 0,0 0-1 0 0,0 0 1 0 0,0 1 0 0 0,-1-1-1 0 0,1 0 1 0 0,0 1 0 0 0,1-1-1 0 0,-1 1 1 0 0,0-1 0 0 0,0 1-1 0 0,1-1 1 0 0,35-9 189 0 0,-29 8-163 0 0,32-5 114 0 0,39-1-1 0 0,-31 3-81 0 0,355-17-13 0 0,-273 18-66 0 0,572-11 366 0 0,-379 11 147 0 0,-133-2 326 0 0,-181 5-780 0 0,-7 2 9 0 0,1-1 0 0 0,-1 0 0 0 0,1 0 0 0 0,-1 0 0 0 0,1 0 0 0 0,-1-1 0 0 0,0 1 0 0 0,1-1 0 0 0,-1 1 0 0 0,1-1-1 0 0,-1 0 1 0 0,0 0 0 0 0,0 0 0 0 0,1 0 0 0 0,-1 0 0 0 0,0 0 0 0 0,0-1 0 0 0,0 1 0 0 0,2-3 0 0 0,-1-2 513 0 0,-4 8-339 0 0,-4 13-202 0 0,-16 651 2890 0 0,0-458-2376 0 0,-11 157-326 0 0,28-272-86 0 0,17 178-1 0 0,-8-234-37 0 0,-1 1 1 0 0,-4 70-1 0 0,3-75 527 0 0,-2-37-577 0 0,0 0 1 0 0,0 1 0 0 0,0 0 0 0 0,1-1-1 0 0,0 1 1 0 0,-1 0 0 0 0,1 0 0 0 0,1 0-1 0 0,2-5 1 0 0,7-9-48 0 0,-10 14 9 0 0,0-1 0 0 0,0 1 0 0 0,-1-1 0 0 0,0 1 0 0 0,1-1 0 0 0,-1 0-1 0 0,0 1 1 0 0,0-6 0 0 0,-1 8 1 0 0,0 0 1 0 0,0 0-1 0 0,0 0 0 0 0,-1 0 1 0 0,1 0-1 0 0,0 1 0 0 0,-1-1 0 0 0,1 0 1 0 0,0 0-1 0 0,-1 0 0 0 0,1 0 1 0 0,-1 0-1 0 0,1 1 0 0 0,-1-1 1 0 0,1 0-1 0 0,-1 1 0 0 0,0-1 0 0 0,1 0 1 0 0,-1 1-1 0 0,0-1 0 0 0,0 1 1 0 0,0-1-1 0 0,1 1 0 0 0,-1-1 0 0 0,0 1 1 0 0,0-1-1 0 0,0 1 0 0 0,0 0 1 0 0,0 0-1 0 0,0-1 0 0 0,0 1 0 0 0,1 0 1 0 0,-1 0-1 0 0,0 0 0 0 0,-2 0 1 0 0,-14-2-718 0 0,-1-1 0 0 0,1 0 0 0 0,0-1 0 0 0,-32-13 1 0 0,36 10-540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43.7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14 6157 0 0,'-2'0'944'0'0,"16"3"-75"0"0,-7-2-823 0 0,0 0 0 0 0,0 0 0 0 0,0-1 0 0 0,0-1 0 0 0,0 1 0 0 0,0-1 0 0 0,13-3 0 0 0,3 0-47 0 0,33-2-47 0 0,0 3-1 0 0,1 3 1 0 0,69 7-1 0 0,-21-5-1345 0 0,-89-1 762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44.0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4 6249 0 0,'-6'3'284'0'0,"9"-1"122"0"0,14 1 292 0 0,-8-2-654 0 0,7 0 62 0 0,1 0-1 0 0,-1-1 1 0 0,0-1 0 0 0,24-3 0 0 0,24-2-66 0 0,136 2-1075 0 0,-175 4 517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44.4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45 6565 0 0,'0'-1'9'0'0,"1"1"1"0"0,-1-1-1 0 0,0 1 1 0 0,1-1 0 0 0,-1 1-1 0 0,1-1 1 0 0,-1 1 0 0 0,0-1-1 0 0,1 1 1 0 0,-1 0-1 0 0,1-1 1 0 0,0 1 0 0 0,-1 0-1 0 0,1 0 1 0 0,-1-1 0 0 0,1 1-1 0 0,-1 0 1 0 0,1 0-1 0 0,-1 0 1 0 0,1 0 0 0 0,0 0-1 0 0,-1 0 1 0 0,1-1 0 0 0,1 2-1 0 0,23-7 211 0 0,-21 6-240 0 0,66-13-189 0 0,0 4 0 0 0,86-1-1 0 0,-134 11-163 0 0,-1 1-102 0 0</inkml:trace>
  <inkml:trace contextRef="#ctx0" brushRef="#br0" timeOffset="1">35 265 5849 0 0,'69'4'1161'0'0,"89"0"-1088"0"0,61 5-930 0 0,-179-3 392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49.2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1117 6785 0 0,'-3'7'51'0'0,"2"-6"-41"0"0,0 0-1 0 0,0 0 1 0 0,1 0-1 0 0,-1 0 1 0 0,0 0-1 0 0,1 1 0 0 0,-1-1 1 0 0,1 0-1 0 0,0 1 1 0 0,-1-1-1 0 0,1 0 1 0 0,0 1-1 0 0,0-1 1 0 0,0 0-1 0 0,0 1 1 0 0,0-1-1 0 0,0 0 1 0 0,0 1-1 0 0,0-1 0 0 0,1 0 1 0 0,-1 1-1 0 0,0-1 1 0 0,1 0-1 0 0,-1 0 1 0 0,1 1-1 0 0,0-1 1 0 0,-1 0-1 0 0,2 2 1 0 0,2 3 32 0 0,0 0 1 0 0,1 0 0 0 0,0-1 0 0 0,0 1-1 0 0,0-1 1 0 0,0-1 0 0 0,1 1 0 0 0,0-1 0 0 0,0 1-1 0 0,0-2 1 0 0,0 1 0 0 0,9 3 0 0 0,9 3 201 0 0,0-1 1 0 0,29 7 0 0 0,3-3-6 0 0,0-3 0 0 0,0-2 0 0 0,1-2 1 0 0,83-3-1 0 0,-31-8-194 0 0,148-27 0 0 0,-176 17-52 0 0,-1-3 0 0 0,147-54 0 0 0,-176 51 14 0 0,-2-2 1 0 0,0-2 0 0 0,-1-3-1 0 0,-2-2 1 0 0,56-46 0 0 0,-50 29-7 0 0,-2-2 1 0 0,-2-2 0 0 0,-3-2 0 0 0,45-68 0 0 0,131-250 22 0 0,-120 165-3 0 0,-100 204-21 0 0,12-27 14 0 0,-12 27-17 0 0,0 1 1 0 0,-1-1 0 0 0,1 0-1 0 0,-1 0 1 0 0,1 0 0 0 0,-1 0-1 0 0,0 0 1 0 0,0 0 0 0 0,0 0-1 0 0,0 1 1 0 0,0-1 0 0 0,0 0-1 0 0,-1-2 1 0 0,1 4-3 0 0,-1 0 0 0 0,1 0 0 0 0,-1 0 0 0 0,1 0 1 0 0,-1 0-1 0 0,1 0 0 0 0,0 0 0 0 0,-1 0 0 0 0,1 0 0 0 0,-1 0 0 0 0,1 1 0 0 0,-1-1 0 0 0,1 0 1 0 0,-1 0-1 0 0,1 1 0 0 0,0-1 0 0 0,-1 0 0 0 0,1 1 0 0 0,0-1 0 0 0,-1 0 0 0 0,1 1 1 0 0,0-1-1 0 0,-1 0 0 0 0,1 1 0 0 0,0-1 0 0 0,0 1 0 0 0,-1-1 0 0 0,1 0 0 0 0,0 1 1 0 0,-12 15-66 0 0,8-9-245 0 0,0 2 0 0 0,0-1 0 0 0,1 0 0 0 0,0 1 0 0 0,0 0-1 0 0,1 0 1 0 0,0-1 0 0 0,-1 19 0 0 0,4-25-306 0 0,2-1-105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49.6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62 172 4996 0 0,'-35'-8'317'0'0,"33"7"-276"0"0,1 1 1 0 0,-1-1-1 0 0,0 0 1 0 0,1 1-1 0 0,-1-1 1 0 0,1 0-1 0 0,-1 0 1 0 0,1 0-1 0 0,-1 0 1 0 0,1 0-1 0 0,0 0 1 0 0,-1 0-1 0 0,1 0 1 0 0,0-1-1 0 0,0 1 1 0 0,0-1-1 0 0,-2-1 1 0 0,5 4 31 0 0,0 0 0 0 0,-1 0 0 0 0,1 0 1 0 0,-1 0-1 0 0,1-1 0 0 0,0 1 0 0 0,0 0 0 0 0,-1-1 1 0 0,1 0-1 0 0,0 1 0 0 0,0-1 0 0 0,0 0 0 0 0,3 0 1 0 0,31 1-50 0 0,-28-2-59 0 0,44-5 33 0 0,1-2 1 0 0,-1-2-1 0 0,62-21 0 0 0,-104 27 123 0 0,0 0-1 0 0,0-1 1 0 0,15-9-1 0 0,-21 12 13 0 0,-1-1 0 0 0,1 1 0 0 0,-1-1 0 0 0,0 0 0 0 0,0 0 0 0 0,0-1 0 0 0,0 1 0 0 0,0-1 0 0 0,-1 1 0 0 0,1-1 0 0 0,2-7 1 0 0,-2-13 2110 0 0,1 77-2108 0 0,-4 387-2115 0 0,0-405 1069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50.5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1508 56 6941 0 0,'0'-3'31'0'0,"-1"1"1"0"0,1-1 0 0 0,0 0 0 0 0,0 1-1 0 0,0-1 1 0 0,0 0 0 0 0,0 1 0 0 0,2-6-1 0 0,0-11 445 0 0,-2 19-446 0 0,0 0 0 0 0,0-1 0 0 0,0 1 0 0 0,0 0 0 0 0,0 0 0 0 0,0-1 0 0 0,0 1 0 0 0,0 0 0 0 0,0 0 0 0 0,0-1 0 0 0,0 1 0 0 0,0 0 0 0 0,0 0 0 0 0,0-1 0 0 0,0 1 0 0 0,0 0 0 0 0,1-1 0 0 0,-1 1 0 0 0,0 0 0 0 0,0 0 0 0 0,0 0 0 0 0,0-1 0 0 0,0 1 0 0 0,1 0 0 0 0,-1 0 0 0 0,0 0-1 0 0,0-1 1 0 0,0 1 0 0 0,1 0 0 0 0,-1 0 0 0 0,0 0 0 0 0,0 0 0 0 0,1 0 0 0 0,-1-1 0 0 0,0 1 0 0 0,0 0 0 0 0,1 0 0 0 0,-1 0 0 0 0,0 0 0 0 0,0 0 0 0 0,1 0 0 0 0,12 7 464 0 0,10 14-215 0 0,-16-9-139 0 0,-1 0 1 0 0,0 0-1 0 0,-1 0 1 0 0,0 0-1 0 0,-1 1 1 0 0,0 0-1 0 0,-1 0 1 0 0,-1 0-1 0 0,0 0 1 0 0,0 0-1 0 0,-2 0 1 0 0,0 25-1 0 0,-5 13 371 0 0,-19 96 0 0 0,22-139-483 0 0,-28 108 647 0 0,-81 203 0 0 0,-33-2-296 0 0,115-266-310 0 0,-2-2 0 0 0,-2-1-1 0 0,-76 85 1 0 0,50-74 52 0 0,-2-4 0 0 0,-134 94 0 0 0,89-76-66 0 0,-83 54-31 0 0,136-95-53 0 0,-93 41 1 0 0,110-57 25 0 0,-162 62-92 0 0,198-77 91 0 0,-1-1 0 0 0,0 1 0 0 0,0-1 0 0 0,0 0 0 0 0,0 1 0 0 0,0-1 0 0 0,0 0 0 0 0,0 1 0 0 0,0-1 0 0 0,0 0 0 0 0,0 0 0 0 0,0 0 0 0 0,0 0 0 0 0,0 0 0 0 0,0 0 0 0 0,0 0 0 0 0,0 0 0 0 0,0-1 0 0 0,0 1 0 0 0,0 0 0 0 0,0-1 0 0 0,0 1 0 0 0,1 0 0 0 0,-1-1 0 0 0,0 1 0 0 0,0-1 0 0 0,0 1 0 0 0,0-1 0 0 0,1 0 0 0 0,-1 1 0 0 0,0-1 0 0 0,0 0 0 0 0,1 0 0 0 0,-1 1 0 0 0,1-1 0 0 0,-1 0 0 0 0,1 0 0 0 0,-1 0 0 0 0,1 0 0 0 0,-1 0 0 0 0,1-1 0 0 0,-1-4-220 0 0,0 0 0 0 0,0 0 0 0 0,1 0 0 0 0,0 0 0 0 0,1-11 0 0 0,0-2-663 0 0,-1 15 660 0 0,0-27-2584 0 0,5-39 0 0 0,-1 51 1819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50.8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202 22 5024 0 0,'7'-7'171'0'0,"6"-6"569"0"0,-13 13-724 0 0,0 0-1 0 0,0 0 1 0 0,0 0 0 0 0,0-1-1 0 0,1 1 1 0 0,-1 0 0 0 0,0 0-1 0 0,0 0 1 0 0,0 0 0 0 0,0 0 0 0 0,0 0-1 0 0,1 0 1 0 0,-1 0 0 0 0,0 0-1 0 0,0 0 1 0 0,0 0 0 0 0,0 0-1 0 0,1 0 1 0 0,-1 0 0 0 0,0 0-1 0 0,0 0 1 0 0,0 0 0 0 0,0 0-1 0 0,1 0 1 0 0,-1 0 0 0 0,0 0-1 0 0,0 0 1 0 0,0 0 0 0 0,0 0-1 0 0,0 0 1 0 0,1 0 0 0 0,-1 0-1 0 0,0 0 1 0 0,0 0 0 0 0,0 0-1 0 0,0 1 1 0 0,0-1 0 0 0,1 0-1 0 0,-1 0 1 0 0,0 0 0 0 0,0 0-1 0 0,0 0 1 0 0,0 0 0 0 0,0 1-1 0 0,0-1 1 0 0,0 0 0 0 0,0 0-1 0 0,0 0 1 0 0,0 0 0 0 0,1 0-1 0 0,-1 1 1 0 0,0-1 0 0 0,0 0 0 0 0,0 0-1 0 0,0 0 1 0 0,0 0 0 0 0,0 1-1 0 0,0-1 1 0 0,0 0 0 0 0,0 0-1 0 0,0 0 1 0 0,0 0 0 0 0,-1 1-1 0 0,1-1 1 0 0,0 0 0 0 0,0 0-1 0 0,0 0 1 0 0,0 0 0 0 0,0 7 166 0 0,-1 0 0 0 0,0 0 1 0 0,-1-1-1 0 0,1 1 0 0 0,-1-1 0 0 0,0 1 1 0 0,-1-1-1 0 0,1 0 0 0 0,-5 7 1 0 0,-37 55 104 0 0,19-32-199 0 0,1 1-79 0 0,4-9-5 0 0,2 0-1 0 0,1 2 0 0 0,1 0 0 0 0,2 0 0 0 0,-14 43 0 0 0,28-72 19 0 0,0 0 1 0 0,0 0-1 0 0,0 0 0 0 0,0 0 1 0 0,0-1-1 0 0,0 1 1 0 0,0 0-1 0 0,0 0 0 0 0,0 0 1 0 0,0-1-1 0 0,1 1 0 0 0,-1 0 1 0 0,0 0-1 0 0,0 0 1 0 0,1-1-1 0 0,-1 1 0 0 0,1 0 1 0 0,-1-1-1 0 0,1 1 1 0 0,-1 0-1 0 0,1-1 0 0 0,-1 1 1 0 0,1 0-1 0 0,-1-1 1 0 0,1 1-1 0 0,0-1 0 0 0,-1 1 1 0 0,1-1-1 0 0,0 0 0 0 0,0 1 1 0 0,-1-1-1 0 0,2 1 1 0 0,32 10 1024 0 0,-16-7-783 0 0,23 11 160 0 0,103 38-137 0 0,-139-50-476 0 0,-1-1 0 0 0,0 1 0 0 0,0-1 0 0 0,0 1 0 0 0,-1 0 0 0 0,5 5 0 0 0,0 0-847 0 0,-4-3-80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51.5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373 289 3960 0 0,'3'-5'116'0'0,"-1"1"1"0"0,0-1-1 0 0,0 0 0 0 0,0 1 0 0 0,-1-1 0 0 0,1 0 0 0 0,-1 0 0 0 0,0 0 1 0 0,-1 0-1 0 0,1-1 0 0 0,-1 1 0 0 0,0 0 0 0 0,0 0 0 0 0,-1 0 0 0 0,1 0 0 0 0,-1 0 1 0 0,0 0-1 0 0,-1 0 0 0 0,1 0 0 0 0,-1 0 0 0 0,-3-6 0 0 0,4 9-56 0 0,-1 1-1 0 0,1-1 1 0 0,-1 1-1 0 0,1-1 1 0 0,-1 1-1 0 0,0-1 0 0 0,0 1 1 0 0,1 0-1 0 0,-1 0 1 0 0,0 0-1 0 0,0 0 1 0 0,0 0-1 0 0,0 1 1 0 0,0-1-1 0 0,-3 0 0 0 0,-37-5 532 0 0,25 5-379 0 0,6-1-63 0 0,0 1 0 0 0,0 1-1 0 0,0 0 1 0 0,0 1-1 0 0,0 0 1 0 0,0 0 0 0 0,0 1-1 0 0,0 1 1 0 0,-11 3-1 0 0,14-3-70 0 0,1 0-1 0 0,0 0 1 0 0,0 1-1 0 0,0 0 0 0 0,1 0 1 0 0,-1 1-1 0 0,1-1 1 0 0,0 1-1 0 0,0 1 0 0 0,1-1 1 0 0,0 1-1 0 0,0 0 1 0 0,-8 12-1 0 0,2 1 74 0 0,1 1-1 0 0,1 0 1 0 0,1 1 0 0 0,0 0 0 0 0,2 0 0 0 0,-7 36-1 0 0,11-45-78 0 0,0 1 0 0 0,1 0 0 0 0,1 0 0 0 0,0 0 0 0 0,0-1 0 0 0,1 1 0 0 0,1 0 0 0 0,0 0 0 0 0,1-1 0 0 0,1 0 0 0 0,-1 1 0 0 0,12 21 1 0 0,-11-26-62 0 0,1-1 1 0 0,0 0-1 0 0,0 0 1 0 0,0-1 0 0 0,1 1-1 0 0,0-1 1 0 0,1-1 0 0 0,-1 1-1 0 0,1-1 1 0 0,10 6 0 0 0,-6-5-10 0 0,0 0 1 0 0,1-1 0 0 0,0 0 0 0 0,1-1 0 0 0,-1 0-1 0 0,17 2 1 0 0,-6-3-3 0 0,-1-1 0 0 0,1-1 0 0 0,0-1 0 0 0,0-1 0 0 0,-1-1 0 0 0,1 0 0 0 0,31-9 1 0 0,-30 3-39 0 0,0 0 0 0 0,-1-1 0 0 0,0-1 0 0 0,-1-1 1 0 0,0-1-1 0 0,-1-1 0 0 0,0-1 0 0 0,-1-1 0 0 0,-1 0 1 0 0,0-2-1 0 0,-1 0 0 0 0,-1-1 0 0 0,25-35 0 0 0,-31 37-42 0 0,-1 0-1 0 0,-1 0 0 0 0,0-1 1 0 0,-2 0-1 0 0,0 0 1 0 0,0-1-1 0 0,-2 0 0 0 0,4-22 1 0 0,-7 25 16 0 0,0 0 0 0 0,-1-1 1 0 0,-1 1-1 0 0,0 0 0 0 0,-1 0 1 0 0,-1-1-1 0 0,-1 1 1 0 0,0 0-1 0 0,0 0 0 0 0,-11-25 1 0 0,11 33 19 0 0,-1 0 0 0 0,1 0 1 0 0,-1 1-1 0 0,0-1 1 0 0,0 1-1 0 0,-1 0 0 0 0,0 0 1 0 0,0 1-1 0 0,0-1 0 0 0,-1 1 1 0 0,0 0-1 0 0,0 1 0 0 0,0-1 1 0 0,-1 1-1 0 0,-9-4 1 0 0,7 4-42 0 0,0 1 0 0 0,0 0 1 0 0,0 0-1 0 0,-1 1 1 0 0,1 0-1 0 0,-1 1 1 0 0,0 0-1 0 0,1 0 1 0 0,-1 1-1 0 0,0 1 0 0 0,-14 1 1 0 0,6 1-212 0 0,-1 0-1 0 0,1 1 1 0 0,0 0 0 0 0,0 2 0 0 0,1 0-1 0 0,-1 1 1 0 0,1 1 0 0 0,-23 14 0 0 0,11 1-528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52.1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1446 11 4964 0 0,'-2'-11'1062'0'0,"-2"22"654"0"0,0-1-1539 0 0,-4 9 99 0 0,-1-1 0 0 0,-1 0 0 0 0,-1-1-1 0 0,-1 0 1 0 0,-24 28 0 0 0,-80 69 170 0 0,104-103-382 0 0,-28 24 4 0 0,-2-3 0 0 0,-1-1 0 0 0,-1-2 0 0 0,-76 37 0 0 0,57-37-41 0 0,0-3 1 0 0,-2-3-1 0 0,-73 15 0 0 0,97-28-8 0 0,-1-3 0 0 0,0-2 0 0 0,0-1 1 0 0,-75-3-1 0 0,90-3 53 0 0,0-2 0 0 0,1 0 0 0 0,0-1 0 0 0,0-2 0 0 0,0-1 0 0 0,1 0 0 0 0,0-2 0 0 0,-39-22 0 0 0,59 29-102 0 0,0 0-1 0 0,0-1 0 0 0,0 0 1 0 0,0 0-1 0 0,1 0 1 0 0,-1 0-1 0 0,1-1 1 0 0,-6-8-1 0 0,12 14-285 0 0,0-1 0 0 0,0 1 0 0 0,0-1 0 0 0,0 0 0 0 0,0 0-1 0 0,0 0 1 0 0,0 0 0 0 0,0 0 0 0 0,0 0 0 0 0,0 0 0 0 0,0-1-1 0 0,0 1 1 0 0,0-1 0 0 0,2 0 0 0 0,10-2-560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52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346 6 6533 0 0,'-3'-5'35'0'0,"2"5"-30"0"0,1 0-1 0 0,0 1 0 0 0,0-1 0 0 0,0 0 0 0 0,0 0 0 0 0,0 0 0 0 0,0 0 0 0 0,0 1 1 0 0,0-1-1 0 0,-1 0 0 0 0,1 0 0 0 0,0 0 0 0 0,0 0 0 0 0,0 0 0 0 0,0 0 0 0 0,0 0 1 0 0,-1 1-1 0 0,1-1 0 0 0,0 0 0 0 0,0 0 0 0 0,0 0 0 0 0,0 0 0 0 0,-1 0 0 0 0,1 0 0 0 0,0 0 1 0 0,0 0-1 0 0,0 0 0 0 0,0 0 0 0 0,-1 0 0 0 0,1 0 0 0 0,0 0 0 0 0,0 0 0 0 0,0 0 1 0 0,0 0-1 0 0,-1 0 0 0 0,1 0 0 0 0,0 0 0 0 0,0 0 0 0 0,0-1 0 0 0,0 1 0 0 0,-1 0 1 0 0,1 0-1 0 0,0 0 0 0 0,0 0 0 0 0,0 0 0 0 0,0 0 0 0 0,0 0 0 0 0,-1-1 0 0 0,1 1 1 0 0,0 0-1 0 0,0 0 0 0 0,0 0 0 0 0,0 0 0 0 0,0-1 0 0 0,0 1 0 0 0,0 0 0 0 0,0 0 0 0 0,0 0 1 0 0,0 0-1 0 0,0-1 0 0 0,0 1 0 0 0,-4 4 28 0 0,1 0 0 0 0,0 0 0 0 0,-1 0 0 0 0,0-1 0 0 0,1 1 0 0 0,-1-1 0 0 0,-1 0 0 0 0,-5 4 0 0 0,-14 10 40 0 0,-46 44-154 0 0,-94 91-68 0 0,160-147 225 0 0,-1 1 1 0 0,0-1-1 0 0,1 0 1 0 0,0 1-1 0 0,0 0 1 0 0,-4 11-1 0 0,7-16-47 0 0,1 1 0 0 0,-1-1 0 0 0,1 1 0 0 0,0 0 0 0 0,0-1 0 0 0,-1 1 0 0 0,1 0 0 0 0,1-1 0 0 0,-1 1 0 0 0,0 0 0 0 0,0-1 0 0 0,0 1 0 0 0,1 0 0 0 0,-1-1 0 0 0,1 1 0 0 0,0 0 0 0 0,-1-1-1 0 0,1 1 1 0 0,0-1 0 0 0,0 0 0 0 0,0 1 0 0 0,0-1 0 0 0,0 0 0 0 0,0 1 0 0 0,0-1 0 0 0,0 0 0 0 0,1 0 0 0 0,-1 0 0 0 0,0 0 0 0 0,1 0 0 0 0,1 1 0 0 0,33 20-263 0 0,49 22 0 0 0,-65-34-334 0 0,-7-2-86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52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482 180 6125 0 0,'2'-4'70'0'0,"-1"-1"0"0"0,1 1 0 0 0,-1-1 0 0 0,0 0 0 0 0,0 1 0 0 0,0-1 0 0 0,0 0 0 0 0,-1 0 1 0 0,0 0-1 0 0,0 1 0 0 0,-1-1 0 0 0,1 0 0 0 0,-1 0 0 0 0,0 0 0 0 0,0 1 0 0 0,0-1 0 0 0,-1 1 0 0 0,0-1 1 0 0,0 1-1 0 0,-3-7 0 0 0,1 6 9 0 0,0 0 0 0 0,-1 0 1 0 0,1 0-1 0 0,-1 1 0 0 0,1 0 1 0 0,-1 0-1 0 0,-1 0 0 0 0,1 0 0 0 0,-1 1 1 0 0,1 0-1 0 0,-1 0 0 0 0,0 0 1 0 0,0 1-1 0 0,-12-4 0 0 0,-4 1 10 0 0,0 1-1 0 0,0 1 1 0 0,0 1 0 0 0,0 1-1 0 0,0 0 1 0 0,-1 2-1 0 0,1 1 1 0 0,0 0 0 0 0,0 2-1 0 0,0 1 1 0 0,-38 13 0 0 0,53-16-56 0 0,1 1 0 0 0,0 0 0 0 0,0 0 0 0 0,0 1 0 0 0,0 0 1 0 0,1 0-1 0 0,0 0 0 0 0,-1 0 0 0 0,1 1 0 0 0,1 0 0 0 0,-5 6 1 0 0,7-9-10 0 0,0 1 0 0 0,1-1 0 0 0,0 1 0 0 0,0 0 0 0 0,-1-1 0 0 0,1 1 0 0 0,1 0 0 0 0,-1 0 0 0 0,0 0 0 0 0,1 0 0 0 0,0 0 0 0 0,-1 0 0 0 0,1 0 0 0 0,0 0 0 0 0,0 0 0 0 0,1-1 0 0 0,-1 1 0 0 0,1 0 0 0 0,0 0 0 0 0,-1 0 0 0 0,1 0 0 0 0,0 0 0 0 0,0-1 0 0 0,1 1 0 0 0,-1 0 0 0 0,4 3 0 0 0,0 1 6 0 0,0-1 0 0 0,0 1-1 0 0,1-1 1 0 0,0-1 0 0 0,0 1 0 0 0,0-1 0 0 0,1 0 0 0 0,-1-1 0 0 0,1 0 0 0 0,1 0 0 0 0,-1 0 0 0 0,11 4 0 0 0,11 1-19 0 0,61 13 1 0 0,-77-19 1 0 0,121 22-2 0 0,-49-11-16 0 0,105 33 0 0 0,-185-46 3 0 0,24 9 0 0 0,-28-9 2 0 0,1-1-1 0 0,-1 1 1 0 0,0-1-1 0 0,1 1 1 0 0,-1 0-1 0 0,0-1 1 0 0,0 1-1 0 0,0 0 1 0 0,1 0-1 0 0,-1 0 1 0 0,0 0-1 0 0,0 0 1 0 0,0 0-1 0 0,-1 0 1 0 0,3 2-1 0 0,-4-2 2 0 0,1-1 1 0 0,0 1-1 0 0,0 0 0 0 0,0-1 0 0 0,-1 1 0 0 0,1-1 0 0 0,0 1 0 0 0,-1-1 0 0 0,1 1 0 0 0,0-1 1 0 0,-1 1-1 0 0,1-1 0 0 0,-1 1 0 0 0,1-1 0 0 0,-1 1 0 0 0,1-1 0 0 0,-1 1 0 0 0,1-1 0 0 0,-1 0 1 0 0,1 0-1 0 0,-1 1 0 0 0,0-1 0 0 0,1 0 0 0 0,-1 0 0 0 0,1 1 0 0 0,-2-1 0 0 0,-20 6 33 0 0,20-5-29 0 0,-49 9 13 0 0,-1-3 1 0 0,1-1-1 0 0,-1-3 0 0 0,-53-4 0 0 0,68-1-290 0 0,-1-1 0 0 0,1-2-1 0 0,0-2 1 0 0,-66-21-1 0 0,103 28 243 0 0,-1 0 0 0 0,1 0 1 0 0,0 0-1 0 0,0 0 0 0 0,-1 0 0 0 0,1 0 0 0 0,0 0 0 0 0,-1 0 0 0 0,1-1 0 0 0,0 1 0 0 0,0 0 0 0 0,-1 0 1 0 0,1 0-1 0 0,0 0 0 0 0,0 0 0 0 0,-1 0 0 0 0,1-1 0 0 0,0 1 0 0 0,0 0 0 0 0,0 0 0 0 0,-1 0 0 0 0,1 0 1 0 0,0-1-1 0 0,0 1 0 0 0,0 0 0 0 0,-1 0 0 0 0,1-1 0 0 0,0 1 0 0 0,0 0 0 0 0,0 0 0 0 0,0-1 0 0 0,0 1 0 0 0,0 0 1 0 0,0 0-1 0 0,0-1 0 0 0,-1 1 0 0 0,1 0 0 0 0,0-1 0 0 0,0 1 0 0 0,0 0 0 0 0,0 0 0 0 0,0-1 0 0 0,1 1 1 0 0,-1 0-1 0 0,0-1 0 0 0,0 1 0 0 0,0 0 0 0 0,0 0 0 0 0,0-1 0 0 0,0 1 0 0 0,0 0 0 0 0,0 0 0 0 0,1-1 1 0 0,-1 1-1 0 0,0 0 0 0 0,0 0 0 0 0,0 0 0 0 0,1-1 0 0 0,-1 1 0 0 0,0 0 0 0 0,18-12-1758 0 0,-16 11 1577 0 0,12-5-734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53.4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1306 123 5268 0 0,'1'-4'18'0'0,"0"-1"-1"0"0,0 1 0 0 0,-1-1 1 0 0,0 1-1 0 0,0-1 0 0 0,0 1 1 0 0,0-1-1 0 0,-1 1 0 0 0,0-1 1 0 0,-2-8-1 0 0,1 10 2 0 0,1 0 0 0 0,-1 0 0 0 0,0 1 0 0 0,0-1 0 0 0,0 0 0 0 0,0 1 0 0 0,-1-1 0 0 0,1 1 0 0 0,-1 0 0 0 0,1-1 0 0 0,-1 1 0 0 0,0 0 0 0 0,0 1 0 0 0,0-1 0 0 0,-3-1 0 0 0,-7-2 48 0 0,0 0 0 0 0,0 1 0 0 0,0 1 0 0 0,0 0 0 0 0,0 1 0 0 0,-1 0 0 0 0,1 1 0 0 0,-24 1 0 0 0,-8 2 140 0 0,-56 11-1 0 0,19 2 41 0 0,1 4 0 0 0,1 3-1 0 0,0 4 1 0 0,2 3-1 0 0,1 3 1 0 0,2 4 0 0 0,-96 60-1 0 0,147-80-93 0 0,0 2 0 0 0,1 0 0 0 0,1 1 0 0 0,0 1 0 0 0,2 1 0 0 0,-29 38 0 0 0,40-47-78 0 0,1 0 0 0 0,1 1-1 0 0,0 0 1 0 0,1 0 0 0 0,0 0-1 0 0,1 1 1 0 0,1 0 0 0 0,0 0-1 0 0,1 0 1 0 0,0 0-1 0 0,1 1 1 0 0,1-1 0 0 0,0 1-1 0 0,1-1 1 0 0,2 17 0 0 0,0-15-29 0 0,1 1 0 0 0,1-1 1 0 0,0 0-1 0 0,1 0 0 0 0,1-1 1 0 0,1 0-1 0 0,0 0 0 0 0,1 0 1 0 0,0-1-1 0 0,17 21 0 0 0,-9-16-34 0 0,0-1 0 0 0,2-1 0 0 0,0 0 0 0 0,1-1 0 0 0,0-1 0 0 0,34 18 0 0 0,-6-7-13 0 0,1-2 0 0 0,1-2 0 0 0,0-3 0 0 0,55 14 0 0 0,-31-15-6 0 0,1-3 0 0 0,99 8 0 0 0,-111-19 2 0 0,1-2 0 0 0,0-3 0 0 0,0-2-1 0 0,77-15 1 0 0,-105 10-59 0 0,-1-1-1 0 0,-1-1 0 0 0,53-24 0 0 0,-65 24-46 0 0,1-2-1 0 0,-1-1 1 0 0,-1 0-1 0 0,0-1 1 0 0,34-33-1 0 0,-43 35 17 0 0,-1 0 0 0 0,0-1 0 0 0,-1 0 0 0 0,0 0-1 0 0,-1-1 1 0 0,0 0 0 0 0,-1-1 0 0 0,-1 1 0 0 0,-1-1 0 0 0,0 0 0 0 0,0-1 0 0 0,-2 1 0 0 0,0-1 0 0 0,-1 0-1 0 0,0 0 1 0 0,-1-28 0 0 0,-3 16 14 0 0,-1 0 0 0 0,-1 0 0 0 0,-1 0 0 0 0,-2 1 0 0 0,-1-1-1 0 0,-1 2 1 0 0,-1-1 0 0 0,-22-41 0 0 0,23 53 77 0 0,0-1-1 0 0,-1 2 1 0 0,-1-1-1 0 0,0 1 1 0 0,-1 1-1 0 0,-1 0 1 0 0,0 1-1 0 0,-23-17 1 0 0,16 15 7 0 0,-1 2 1 0 0,0 0-1 0 0,0 2 1 0 0,-1 0-1 0 0,-40-12 1 0 0,6 9-39 0 0,0 3-1 0 0,-1 1 1 0 0,0 4 0 0 0,-93 2 0 0 0,56 5-588 0 0,1 5-1 0 0,-166 33 1 0 0,177-22-164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13.5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149 316 3960 0 0,'-79'-47'59'0'0,"63"38"1461"0"0,7-2-1100 0 0,-1-2-278 0 0,-24-28 1220 0 0,34 37-1090 0 0,3-12-40 0 0,-2 12 178 0 0,40-11-323 0 0,122-46-13 0 0,-146 55-49 0 0,1 0-1 0 0,28-6 1 0 0,131-26 49 0 0,-112 26 10 0 0,129-6 0 0 0,-155 16-59 0 0,193 1 161 0 0,-196 4-134 0 0,-1 1 1 0 0,0 2-1 0 0,0 1 0 0 0,50 17 1 0 0,-72-19-24 0 0,0 0 0 0 0,-1 0 0 0 0,0 2 0 0 0,0-1 0 0 0,0 1-1 0 0,-1 1 1 0 0,0 0 0 0 0,0 1 0 0 0,-1 0 0 0 0,0 1 0 0 0,-1 0 0 0 0,0 0 0 0 0,0 1 0 0 0,-1 0 0 0 0,-1 0 0 0 0,0 1 0 0 0,0 0 0 0 0,-1 0 0 0 0,-1 1 0 0 0,0 0 0 0 0,-1 0 0 0 0,0 0-1 0 0,-1 0 1 0 0,0 1 0 0 0,-1-1 0 0 0,0 24 0 0 0,-3-16-2 0 0,0 0 0 0 0,-2-1 0 0 0,0 1 0 0 0,-1 0 0 0 0,-1-1 0 0 0,-1 0 0 0 0,-13 29-1 0 0,0-8 15 0 0,-2-1 0 0 0,-35 52 0 0 0,14-34 113 0 0,-2-2 1 0 0,-3-2-1 0 0,-64 58 1 0 0,-171 127 320 0 0,272-231-475 0 0,-130 113 39 0 0,120-102-30 0 0,0 2-1 0 0,2 0 1 0 0,1 0-1 0 0,-23 39 1 0 0,36-54-4 0 0,1 1-1 0 0,0-1 1 0 0,0 1 0 0 0,0 0-1 0 0,1-1 1 0 0,0 1-1 0 0,0 0 1 0 0,1 1 0 0 0,0-1-1 0 0,0 0 1 0 0,0 0 0 0 0,1 0-1 0 0,0 1 1 0 0,1-1 0 0 0,0 0-1 0 0,0 0 1 0 0,0 0-1 0 0,1 0 1 0 0,0 0 0 0 0,0 0-1 0 0,1 0 1 0 0,0 0 0 0 0,0-1-1 0 0,1 0 1 0 0,-1 1-1 0 0,1-1 1 0 0,1-1 0 0 0,-1 1-1 0 0,1 0 1 0 0,0-1 0 0 0,0 0-1 0 0,1 0 1 0 0,-1-1 0 0 0,1 0-1 0 0,0 0 1 0 0,0 0-1 0 0,10 4 1 0 0,5 0 1 0 0,0-1 1 0 0,0 0-1 0 0,1-2 0 0 0,0 0 1 0 0,0-2-1 0 0,0 0 0 0 0,1-2 1 0 0,22 0-1 0 0,26-5 23 0 0,83-14 0 0 0,155-40 36 0 0,-177 31-98 0 0,-130 26 25 0 0,1 1 1 0 0,0-1-1 0 0,0 1 1 0 0,0-1-1 0 0,0 1 1 0 0,0 0 0 0 0,0 0-1 0 0,0 1 1 0 0,0-1-1 0 0,5 2 1 0 0,-7-2 5 0 0,-1 0 0 0 0,1 0-1 0 0,-1 0 1 0 0,0 1 0 0 0,1-1 0 0 0,-1 0 0 0 0,1 1 0 0 0,-1-1 0 0 0,0 0 0 0 0,1 1 0 0 0,-1-1 0 0 0,0 1-1 0 0,0-1 1 0 0,1 1 0 0 0,-1-1 0 0 0,0 0 0 0 0,0 1 0 0 0,0-1 0 0 0,1 1 0 0 0,-1-1 0 0 0,0 1 0 0 0,0-1-1 0 0,0 2 1 0 0,0 0 1 0 0,0-1-1 0 0,0 1 0 0 0,-1 0 1 0 0,1 0-1 0 0,-1 0 1 0 0,1-1-1 0 0,-1 1 0 0 0,1 0 1 0 0,-3 2-1 0 0,-25 44 37 0 0,-1-1 0 0 0,-46 54 0 0 0,-12 18 36 0 0,70-94-55 0 0,2 0 0 0 0,-22 55-1 0 0,29-60 8 0 0,1 0 0 0 0,1 0-1 0 0,1 1 1 0 0,1 0 0 0 0,1 0-1 0 0,1 0 1 0 0,0 0-1 0 0,2 1 1 0 0,1-1 0 0 0,0 0-1 0 0,1 1 1 0 0,2-1 0 0 0,9 35-1 0 0,16 23 137 0 0,65 131-1 0 0,-56-134-56 0 0,46 131-1 0 0,-80-194-91 0 0,-1-1 0 0 0,0 1-1 0 0,-1 0 1 0 0,-1 0 0 0 0,1 1 0 0 0,-2 19-1 0 0,-1-25 21 0 0,0 0-1 0 0,0 0 0 0 0,-1 0 0 0 0,0 0 0 0 0,-1-1 0 0 0,1 1 0 0 0,-1 0 0 0 0,-1-1 0 0 0,0 0 0 0 0,0 0 0 0 0,-8 12 1 0 0,-2-3 43 0 0,-1 0 0 0 0,-1-1 0 0 0,0-1 0 0 0,0 0 0 0 0,-2-1 0 0 0,0-1 0 0 0,0-1 0 0 0,-22 10 0 0 0,-15 4-31 0 0,-94 29 1 0 0,141-51-48 0 0,-96 26-52 0 0,91-26-21 0 0,-1 0 0 0 0,0-1 0 0 0,0-1 0 0 0,0-1 1 0 0,-21-1-1 0 0,32 1 8 0 0,0-1-1 0 0,0 1 1 0 0,1-1 0 0 0,-1 0 0 0 0,0 0 0 0 0,1 0-1 0 0,-1 0 1 0 0,0 0 0 0 0,1 0 0 0 0,0-1 0 0 0,-1 1-1 0 0,1-1 1 0 0,0 0 0 0 0,0 0 0 0 0,0 0-1 0 0,0 0 1 0 0,0 0 0 0 0,0 0 0 0 0,0 0 0 0 0,1-1-1 0 0,-1 1 1 0 0,1-1 0 0 0,0 1 0 0 0,-2-5-1 0 0,1 2-148 0 0,1-1 0 0 0,0 1-1 0 0,0-1 1 0 0,0 0 0 0 0,0 0-1 0 0,1 0 1 0 0,0 1 0 0 0,0-1-1 0 0,1 0 1 0 0,0 0 0 0 0,1-6-1 0 0,6-22-893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13.9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160 304 6813 0 0,'-49'3'-57'0'0,"24"-2"167"0"0,0 1 1 0 0,-36 8 0 0 0,309-74 699 0 0,183-44 761 0 0,6 21-300 0 0,-346 72-1052 0 0,223-28 434 0 0,-302 42-685 0 0,5 0 53 0 0,-16 3-683 0 0,-8 3-897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3:59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834 15 4728 0 0,'0'-1'0'0'0,"0"0"0"0"0,0 1-1 0 0,1-1 1 0 0,-1 0-1 0 0,0 1 1 0 0,0-1-1 0 0,0 0 1 0 0,1 1-1 0 0,-1-1 1 0 0,0 0 0 0 0,1 1-1 0 0,-1-1 1 0 0,0 0-1 0 0,1 1 1 0 0,-1-1-1 0 0,1 1 1 0 0,-1-1-1 0 0,1 0 1 0 0,0 1 2 0 0,-1 0 0 0 0,0 0 0 0 0,0 0 0 0 0,0 0 0 0 0,0 0 0 0 0,0-1 0 0 0,0 1 0 0 0,0 0 0 0 0,1 0-1 0 0,-1 0 1 0 0,0 0 0 0 0,0 0 0 0 0,0 0 0 0 0,0 0 0 0 0,0 0 0 0 0,1 0 0 0 0,-1 0 0 0 0,0 0 0 0 0,0 0 0 0 0,0 0 0 0 0,0-1 0 0 0,1 1 0 0 0,-1 0 0 0 0,0 0 0 0 0,0 0 0 0 0,0 1 0 0 0,0-1 0 0 0,1 0-1 0 0,-1 0 1 0 0,0 0 0 0 0,0 0 0 0 0,0 0 0 0 0,0 0 0 0 0,1 0 0 0 0,-1 0 0 0 0,0 0 0 0 0,0 0 0 0 0,0 0 0 0 0,0 0 0 0 0,0 1 0 0 0,0-1 0 0 0,1 0 0 0 0,-1 0 0 0 0,0 0 0 0 0,0 0 0 0 0,0 0 0 0 0,0 0-1 0 0,0 1 1 0 0,0-1 0 0 0,0 0 0 0 0,0 0 0 0 0,0 0 0 0 0,0 0 0 0 0,1 1 0 0 0,-1 6 61 0 0,0 1 1 0 0,-1-1-1 0 0,0 0 0 0 0,-2 12 1 0 0,-2 9 106 0 0,-48 272 1094 0 0,45-264-1152 0 0,-77 379 1059 0 0,57-263-649 0 0,-50 157 0 0 0,-77 137-64 0 0,79-245-354 0 0,-87 209-30 0 0,150-383-75 0 0,-1 0 0 0 0,-1-2 0 0 0,-22 30 1 0 0,25-40 21 0 0,0 0 1 0 0,-1-1-1 0 0,-1-1 1 0 0,0 0-1 0 0,-1-1 1 0 0,-18 12-1 0 0,41-26-13 0 0,0 1-1 0 0,0 0 0 0 0,0 0 0 0 0,-1 0 1 0 0,13 2-1 0 0,-5-1 3 0 0,36-5-12 0 0,-1-2 1 0 0,93-26-1 0 0,-82 18-23 0 0,2283-407-374 0 0,-2275 414 413 0 0,374-52 287 0 0,-438 58 305 0 0,-7-1-197 0 0,-18-3-109 0 0,-29-3-1291 0 0,25-1-362 0 0,9 3 467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00.1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106 486 5268 0 0,'-16'-8'191'0'0,"0"-1"-1"0"0,1 0 0 0 0,0-1 0 0 0,-24-20 0 0 0,38 29-183 0 0,1 1-1 0 0,0 0 1 0 0,-1 0-1 0 0,1 0 0 0 0,0-1 1 0 0,0 1-1 0 0,-1 0 1 0 0,1 0-1 0 0,0-1 1 0 0,0 1-1 0 0,-1 0 0 0 0,1-1 1 0 0,0 1-1 0 0,0 0 1 0 0,0-1-1 0 0,0 1 1 0 0,0 0-1 0 0,-1-1 0 0 0,1 1 1 0 0,0 0-1 0 0,0-1 1 0 0,0 1-1 0 0,0 0 1 0 0,0-1-1 0 0,0 1 1 0 0,0 0-1 0 0,0-1 0 0 0,0 1 1 0 0,0-1-1 0 0,0 1 1 0 0,0 0-1 0 0,1-1 1 0 0,-1 1-1 0 0,0 0 0 0 0,0-1 1 0 0,0 1-1 0 0,0 0 1 0 0,1 0-1 0 0,-1-1 1 0 0,0 1-1 0 0,0 0 0 0 0,0-1 1 0 0,1 1-1 0 0,-1 0 1 0 0,0 0-1 0 0,1-1 1 0 0,-1 1-1 0 0,0 0 0 0 0,0 0 1 0 0,1 0-1 0 0,-1 0 1 0 0,0-1-1 0 0,1 1 1 0 0,-1 0-1 0 0,0 0 1 0 0,1 0-1 0 0,-1 0 0 0 0,1 0 1 0 0,-1 0-1 0 0,0 0 1 0 0,1 0-1 0 0,31-5 2 0 0,-23 4 19 0 0,974-122 117 0 0,193-9 84 0 0,-294 37-459 0 0,-533 57 565 0 0,-327 35-337 0 0,-18 2 125 0 0,-15 0 134 0 0,-27-1 461 0 0,28 1-592 0 0,0 0-1 0 0,0 1 1 0 0,-1 0-1 0 0,1 0 1 0 0,-12 3-1 0 0,19-2-103 0 0,0 0 0 0 0,0 0 0 0 0,0 0 1 0 0,-1 1-1 0 0,1-1 0 0 0,0 1 0 0 0,1-1 0 0 0,-1 1 0 0 0,0 0 0 0 0,1 0 0 0 0,-1 1 0 0 0,1-1 0 0 0,-1 0 1 0 0,1 1-1 0 0,0 0 0 0 0,0-1 0 0 0,0 1 0 0 0,0 0 0 0 0,1 0 0 0 0,-2 4 0 0 0,-2 4 39 0 0,1 1-1 0 0,0 0 1 0 0,1 0-1 0 0,1 1 1 0 0,0-1-1 0 0,0 1 1 0 0,1 16-1 0 0,8 90 282 0 0,-3-74-240 0 0,3 42 72 0 0,21 295 286 0 0,-20 2-192 0 0,-36-81-108 0 0,-21-4-104 0 0,31-198-37 0 0,-22 68 22 0 0,22-104 160 0 0,-9 69-1 0 0,25-108 83 0 0,1 43 0 0 0,2-34-273 0 0,-5-51-2542 0 0,3 6 1356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00.7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199 66 5881 0 0,'-14'-10'293'0'0,"13"9"-252"0"0,0 0-1 0 0,0 0 1 0 0,0 0-1 0 0,-1 1 1 0 0,1-1 0 0 0,0 0-1 0 0,-1 0 1 0 0,1 1-1 0 0,0-1 1 0 0,-1 1-1 0 0,1-1 1 0 0,-1 1-1 0 0,1 0 1 0 0,-1 0-1 0 0,1-1 1 0 0,-1 1 0 0 0,1 0-1 0 0,-1 0 1 0 0,1 1-1 0 0,-1-1 1 0 0,1 0-1 0 0,-1 0 1 0 0,1 1-1 0 0,-3 0 1 0 0,-9 2 186 0 0,0 1 0 0 0,0 0 0 0 0,0 0 0 0 0,1 1 0 0 0,-15 9 0 0 0,23-12-147 0 0,0 0-1 0 0,1 1 0 0 0,-1 0 1 0 0,0 0-1 0 0,1 0 0 0 0,0 0 1 0 0,-1 0-1 0 0,1 1 1 0 0,1-1-1 0 0,-1 1 0 0 0,0 0 1 0 0,1 0-1 0 0,0 0 0 0 0,0 0 1 0 0,0 0-1 0 0,0 1 1 0 0,1-1-1 0 0,-2 6 0 0 0,2-5-7 0 0,1 0-1 0 0,-1 1 1 0 0,1-1-1 0 0,0 0 1 0 0,0 1-1 0 0,0-1 1 0 0,1 0-1 0 0,-1 0 1 0 0,1 1-1 0 0,1-1 1 0 0,-1 0-1 0 0,1 0 1 0 0,0 0-1 0 0,5 9 1 0 0,-5-11-60 0 0,0 0 0 0 0,1 0 0 0 0,-1-1 1 0 0,1 1-1 0 0,0-1 0 0 0,0 1 0 0 0,0-1 1 0 0,0 0-1 0 0,0 0 0 0 0,0 0 1 0 0,1 0-1 0 0,-1-1 0 0 0,1 1 0 0 0,-1-1 1 0 0,1 0-1 0 0,0 0 0 0 0,-1 0 0 0 0,1-1 1 0 0,0 1-1 0 0,-1-1 0 0 0,8 0 0 0 0,0-1-4 0 0,1 0 0 0 0,0-1 0 0 0,0 0 0 0 0,-1-1 0 0 0,1 0 0 0 0,-1-1 0 0 0,0 0 0 0 0,0 0 0 0 0,20-13 0 0 0,-25 14-15 0 0,1-1 0 0 0,-1-1 1 0 0,0 1-1 0 0,-1-1 0 0 0,1 0 1 0 0,-1 0-1 0 0,0 0 0 0 0,0-1 1 0 0,0 0-1 0 0,-1 0 0 0 0,0 0 1 0 0,0 0-1 0 0,-1-1 0 0 0,1 1 1 0 0,-1-1-1 0 0,3-13 0 0 0,-4 13 0 0 0,-1-1 0 0 0,-1 1-1 0 0,1 0 1 0 0,-1-1 0 0 0,-1 1 0 0 0,1 0-1 0 0,-1 0 1 0 0,0-1 0 0 0,-4-9-1 0 0,4 14 2 0 0,1 0 0 0 0,-2 0 0 0 0,1 1 0 0 0,0-1 0 0 0,-1 1 0 0 0,1-1 0 0 0,-1 1 0 0 0,0 0 0 0 0,1-1 0 0 0,-1 1 0 0 0,0 0 0 0 0,0 0 0 0 0,-1 0 0 0 0,1 0 0 0 0,0 1 0 0 0,-1-1 0 0 0,1 1 0 0 0,-1-1 0 0 0,0 1 0 0 0,1 0 0 0 0,-1 0 0 0 0,0 0 0 0 0,1 0 0 0 0,-1 1 0 0 0,0-1 0 0 0,-5 0 0 0 0,-3 1-118 0 0,0 1 1 0 0,0-1-1 0 0,0 2 0 0 0,0-1 1 0 0,1 2-1 0 0,-1-1 0 0 0,1 1 0 0 0,-1 1 1 0 0,1 0-1 0 0,0 0 0 0 0,1 1 1 0 0,-1 1-1 0 0,1-1 0 0 0,0 2 1 0 0,0-1-1 0 0,1 1 0 0 0,-1 0 1 0 0,2 1-1 0 0,-1 0 0 0 0,1 0 1 0 0,0 1-1 0 0,1-1 0 0 0,0 2 0 0 0,-6 10 1 0 0,1 2-967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01.8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505 102 5360 0 0,'-1'0'4'0'0,"0"-1"0"0"0,-1 1 0 0 0,1-1-1 0 0,0 0 1 0 0,-1 0 0 0 0,1 1 0 0 0,0-1-1 0 0,0 0 1 0 0,0 0 0 0 0,-1 0 0 0 0,1 0-1 0 0,-1-3 1 0 0,5-4 87 0 0,0-1 38 0 0,-4 8-118 0 0,1 0 0 0 0,-1 0 1 0 0,1 0-1 0 0,-1 0 0 0 0,0 1 0 0 0,1-1 0 0 0,-1 0 0 0 0,0 0 0 0 0,0 0 0 0 0,0 1 0 0 0,1-1 0 0 0,-1 0 0 0 0,0 1 0 0 0,0-1 0 0 0,-1 0 1 0 0,-95-53 1463 0 0,89 51-1278 0 0,6 1 101 0 0,2 4 23 0 0,9 14 116 0 0,-3 19 168 0 0,2 46 1 0 0,-5-49-360 0 0,34 529 933 0 0,-37-431-1165 0 0,-4 1-1 0 0,-30 171 0 0 0,8-168 39 0 0,-7-2-1 0 0,-51 134 1 0 0,-134 242 93 0 0,211-494-135 0 0,1-3 11 0 0,0 1 0 0 0,1-1 0 0 0,1 1 0 0 0,-5 18 0 0 0,12-27 36 0 0,5-5-40 0 0,13-8-36 0 0,-17 7 16 0 0,66-29-96 0 0,1 2-1 0 0,2 3 1 0 0,0 4 0 0 0,123-22 0 0 0,311-20 144 0 0,-307 46 5 0 0,85-20 58 0 0,-31 5 517 0 0,-242 33-526 0 0,4 0 76 0 0,-16 1-157 0 0,1 0 0 0 0,-1 0 1 0 0,0 0-1 0 0,0 0 0 0 0,0 0 1 0 0,1 0-1 0 0,-1 0 0 0 0,0 0 0 0 0,0 0 1 0 0,0 0-1 0 0,1 0 0 0 0,-1 0 0 0 0,0 0 1 0 0,0 0-1 0 0,0 0 0 0 0,1 0 0 0 0,-1-1 1 0 0,0 1-1 0 0,0 0 0 0 0,0 0 1 0 0,0 0-1 0 0,1 0 0 0 0,-1 0 0 0 0,0 0 1 0 0,0 0-1 0 0,0-1 0 0 0,0 1 0 0 0,0 0 1 0 0,1 0-1 0 0,-1 0 0 0 0,0 0 1 0 0,0-1-1 0 0,0 1 0 0 0,0 0 0 0 0,0 0 1 0 0,0 0-1 0 0,0-1 0 0 0,0 1 0 0 0,0 0 1 0 0,0 0-1 0 0,0-1 0 0 0,-5-11 37 0 0,-1 0 1 0 0,2-1-1 0 0,0 0 0 0 0,0 0 1 0 0,1 0-1 0 0,1 0 0 0 0,-1-21 0 0 0,4-98-192 0 0,0 115 150 0 0,9-190-49 0 0,28-511-322 0 0,35 2 103 0 0,-72 709 254 0 0,2-6-8 0 0,-2-1 0 0 0,1 0-1 0 0,-2 0 1 0 0,-2-24-1 0 0,2 35 9 0 0,0 0-1 0 0,-1 0 1 0 0,1 0-1 0 0,-1 1 1 0 0,0-1-1 0 0,0 0 1 0 0,0 1-1 0 0,0-1 1 0 0,-1 1-1 0 0,1-1 1 0 0,0 1-1 0 0,-1-1 1 0 0,0 1-1 0 0,0 0 0 0 0,0 0 1 0 0,0 0-1 0 0,0 0 1 0 0,0 0-1 0 0,0 0 1 0 0,0 1-1 0 0,-1-1 1 0 0,1 1-1 0 0,-1 0 1 0 0,1-1-1 0 0,-1 1 1 0 0,0 0-1 0 0,1 1 1 0 0,-1-1-1 0 0,-5-1 0 0 0,-42-2-12 0 0,-1 1-1 0 0,-102 9 1 0 0,105-3 7 0 0,-27 1-2 0 0,-446 39-194 0 0,475-37-190 0 0,0 3 0 0 0,-83 27 0 0 0,103-26-137 0 0,0 1 0 0 0,0 1-1 0 0,1 1 1 0 0,0 2 0 0 0,-43 33-1 0 0,58-39 112 0 0,-1 1 0 0 0,1 0 0 0 0,-10 15 0 0 0,0 3-556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02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53 5481 0 0,'0'-13'16'0'0,"1"9"213"0"0,-1 1 0 0 0,1 0-1 0 0,-1 0 1 0 0,0-1-1 0 0,-1 1 1 0 0,1 0-1 0 0,-2-6 1 0 0,2 9-187 0 0,0-1 1 0 0,0 1-1 0 0,-1-1 1 0 0,1 1-1 0 0,0-1 0 0 0,0 1 1 0 0,-1 0-1 0 0,1-1 1 0 0,0 1-1 0 0,-1 0 0 0 0,1-1 1 0 0,-1 1-1 0 0,1 0 1 0 0,0-1-1 0 0,-1 1 0 0 0,1 0 1 0 0,-1 0-1 0 0,1-1 1 0 0,-1 1-1 0 0,1 0 0 0 0,-2 0 1 0 0,1 0-17 0 0,-1-1 0 0 0,1 2 1 0 0,-1-1-1 0 0,1 0 0 0 0,0 0 0 0 0,-1 0 1 0 0,1 1-1 0 0,-1-1 0 0 0,1 1 1 0 0,0-1-1 0 0,-3 2 0 0 0,1 0 44 0 0,-1 0 1 0 0,0 1-1 0 0,1 0 0 0 0,-1 0 1 0 0,1 0-1 0 0,0 0 0 0 0,0 1 1 0 0,0-1-1 0 0,1 1 0 0 0,-1-1 1 0 0,1 1-1 0 0,0 0 0 0 0,0 0 0 0 0,0 0 1 0 0,0 0-1 0 0,-1 7 0 0 0,-1 3 106 0 0,1-1-1 0 0,0 1 1 0 0,1-1-1 0 0,-1 16 1 0 0,3-18-92 0 0,1-1-1 0 0,-1 1 1 0 0,2 0-1 0 0,-1-1 1 0 0,1 1 0 0 0,1-1-1 0 0,0 0 1 0 0,1 0 0 0 0,0 0-1 0 0,0 0 1 0 0,11 17-1 0 0,-12-23-65 0 0,-1-1 0 0 0,0 1 0 0 0,1-1 0 0 0,0 0 1 0 0,0 0-1 0 0,0 0 0 0 0,0 0 0 0 0,1 0 0 0 0,-1-1 0 0 0,1 1 0 0 0,-1-1 0 0 0,1 0 0 0 0,0 0 0 0 0,0 0 0 0 0,0-1 0 0 0,0 0 0 0 0,0 1 0 0 0,0-1 0 0 0,0-1 0 0 0,1 1 0 0 0,-1 0 0 0 0,0-1 0 0 0,0 0 0 0 0,1 0 0 0 0,-1 0 0 0 0,0-1 0 0 0,0 0 0 0 0,1 1 0 0 0,-1-1 0 0 0,0-1 0 0 0,0 1 0 0 0,4-3 0 0 0,-2 2-37 0 0,-2-1-1 0 0,1 1 1 0 0,0-1 0 0 0,0 0-1 0 0,-1-1 1 0 0,0 1 0 0 0,1-1-1 0 0,-1 0 1 0 0,-1 0 0 0 0,1 0-1 0 0,-1-1 1 0 0,1 1 0 0 0,-1-1-1 0 0,0 0 1 0 0,-1 0 0 0 0,3-6-1 0 0,-2 3-19 0 0,0 0-1 0 0,-1 0 1 0 0,0-1-1 0 0,0 1 1 0 0,-1-1-1 0 0,0 1 0 0 0,-1-1 1 0 0,0 1-1 0 0,0-1 1 0 0,-2-10-1 0 0,0 11-14 0 0,1 0 0 0 0,-1 1 0 0 0,0-1 0 0 0,-1 1 0 0 0,0-1-1 0 0,0 1 1 0 0,0 0 0 0 0,-1 0 0 0 0,0 1 0 0 0,-1-1 0 0 0,-5-6 0 0 0,7 9 0 0 0,-1 0-1 0 0,0 1 1 0 0,0 0 0 0 0,0 0 0 0 0,0 0 0 0 0,0 0 0 0 0,-1 0 0 0 0,1 1 0 0 0,-1 0 0 0 0,0 0 0 0 0,1 0 0 0 0,-1 0 0 0 0,0 1 0 0 0,0 0 0 0 0,0 0 0 0 0,0 0 0 0 0,-9 1 0 0 0,8 0-62 0 0,1 0-1 0 0,0 1 1 0 0,-1 0 0 0 0,1 0-1 0 0,0 1 1 0 0,0-1 0 0 0,0 1-1 0 0,0 0 1 0 0,0 1 0 0 0,1-1-1 0 0,-6 5 1 0 0,2-2-176 0 0,0 1 0 0 0,1 0 0 0 0,0 1 0 0 0,0-1 0 0 0,-8 12 0 0 0,-1 5-526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03.6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117 224 5024 0 0,'-23'2'339'0'0,"-1"0"-1"0"0,-46-5 0 0 0,139-10 825 0 0,511-90-1376 0 0,-363 60 578 0 0,-97 18-80 0 0,72-12 94 0 0,-178 34 136 0 0,-24 3-78 0 0,-25 4-154 0 0,33-3-354 0 0,0-1 1 0 0,0 0 0 0 0,0 1-1 0 0,0-1 1 0 0,0 1 0 0 0,0 0-1 0 0,0 0 1 0 0,0 0 0 0 0,0 0-1 0 0,0 0 1 0 0,0 0 0 0 0,0 0-1 0 0,0 0 1 0 0,1 1-1 0 0,-1-1 1 0 0,-2 4 0 0 0,5 2-1822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18.7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29 109 6845 0 0,'-1'1'21'0'0,"0"-1"0"0"0,0 0 0 0 0,0-1 1 0 0,0 1-1 0 0,0 0 0 0 0,0 0 0 0 0,0 0 1 0 0,0 0-1 0 0,1-1 0 0 0,-1 1 1 0 0,0-1-1 0 0,0 1 0 0 0,0 0 0 0 0,0-1 1 0 0,1 1-1 0 0,-2-2 0 0 0,-10-3 2731 0 0,38-6-2704 0 0,77-30-92 0 0,-58 26-50 0 0,-19 7 38 0 0,5-1-131 0 0,34-4-1 0 0,-60 12-198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19.0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0 4936 0 0,'0'0'300'0'0,"-64"60"1453"0"0,117-56-1741 0 0,130-34-88 0 0,-151 17-132 0 0,0 4 16 0 0,-8 0-320 0 0,-1 6 4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19.4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77 6001 0 0,'0'0'9'0'0,"1"-1"1"0"0,-1 0 0 0 0,0 0-1 0 0,0 0 1 0 0,1 0 0 0 0,-1 0-1 0 0,1 0 1 0 0,-1 0 0 0 0,1 1-1 0 0,-1-1 1 0 0,1 0 0 0 0,-1 0-1 0 0,1 1 1 0 0,0-1 0 0 0,-1 0-1 0 0,1 1 1 0 0,0-1 0 0 0,0 1-1 0 0,-1-1 1 0 0,1 1 0 0 0,0-1-1 0 0,0 1 1 0 0,0-1 0 0 0,0 1-1 0 0,0 0 1 0 0,1-1 0 0 0,31-6 191 0 0,-24 5-113 0 0,77-18 276 0 0,-56 12-491 0 0,0 1 0 0 0,0 1 0 0 0,51-2 0 0 0,-69 9-281 0 0,-1 3-175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21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63 5176 0 0,'-32'21'3998'0'0,"39"-25"-3867"0"0,32-13-491 0 0,1 1 1 0 0,1 1-1 0 0,51-10 1 0 0,-71 20-334 0 0,-18 4 28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22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55 4576 0 0,'0'0'2149'0'0,"14"2"-2073"0"0,0 0-64 0 0,-1 0 1 0 0,0-1 0 0 0,1 0 0 0 0,-1-1-1 0 0,1-1 1 0 0,-1 0 0 0 0,17-4 0 0 0,34-14-23 0 0,-35 9-182 0 0,1 2 0 0 0,61-9 0 0 0,-88 16 28 0 0,1 1 0 0 0,0 0 0 0 0,0 0 0 0 0,-1 0 0 0 0,1 1 0 0 0,0-1 0 0 0,4 2 0 0 0,-1 2-429 0 0</inkml:trace>
  <inkml:trace contextRef="#ctx0" brushRef="#br0" timeOffset="1">1 322 4164 0 0,'3'-2'109'0'0,"0"0"0"0"0,1 0 0 0 0,-1 0-1 0 0,1 0 1 0 0,0 1 0 0 0,0 0 0 0 0,7-2-1 0 0,-5 1 90 0 0,20-6 482 0 0,51-7 0 0 0,3-1-413 0 0,51-19-717 0 0,-116 33 66 0 0,-2 1-197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22.4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32 6125 0 0,'82'-20'716'0'0,"-47"15"-816"0"0,64 0-1 0 0,-54 3-776 0 0,-31 2 254 0 0</inkml:trace>
  <inkml:trace contextRef="#ctx0" brushRef="#br0" timeOffset="1">3 341 5328 0 0,'-2'3'128'0'0,"8"-9"41"0"0,7 5 71 0 0,-4-2-148 0 0,4 6 184 0 0,4-7-140 0 0,7 4 156 0 0,-1-9-136 0 0,12 2 20 0 0,-1-7-188 0 0,7 0 76 0 0,2-4-20 0 0,2-5-40 0 0,-2 3-156 0 0,2-7-128 0 0,2-2-40 0 0,-4-3-340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22.7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63 6065 0 0,'0'1'300'0'0,"4"-11"-220"0"0,11 6 4 0 0,-6 0-20 0 0,6 0 140 0 0,2 1-264 0 0,0-5 72 0 0,9 0-356 0 0,0 1-20 0 0,4 0-88 0 0,0-2-101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23.0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62 5633 0 0,'-2'8'72'0'0,"-5"-8"28"0"0,16-4 12 0 0,-9 6 56 0 0,4-4-148 0 0,11 4 204 0 0,-4-4-196 0 0,8 2 188 0 0,-2-4-268 0 0,9 0 172 0 0,2 2-224 0 0,0-6 108 0 0,4-2-56 0 0,-2-1-156 0 0,5 2 92 0 0,-5-2-352 0 0,4 5 59 0 0</inkml:trace>
  <inkml:trace contextRef="#ctx0" brushRef="#br0" timeOffset="1">67 406 6657 0 0,'8'3'276'0'0,"5"-7"-184"0"0,7-3 16 0 0,-5 3-4 0 0,2 0 8 0 0,6-7-16 0 0,3 6 8 0 0,-2-5 0 0 0,8 1-272 0 0,0-2 176 0 0,0 2-56 0 0,3-1-40 0 0,-5 1-100 0 0,6 2 68 0 0,-8-3-156 0 0,0 3-160 0 0,-6 4-192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24.8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6 807 8629 0 0,'-4'-5'-230'0'0,"5"3"189"0"0,0-2-50 0 0,-5 7-29 0 0,5 0 97 0 0,-1-1 0 0 0,1 1 0 0 0,0-1 1 0 0,0 1-1 0 0,0-1 0 0 0,0 0 0 0 0,0 0 1 0 0,1 1-1 0 0,-1-1 0 0 0,4 3 0 0 0,4 11 14 0 0,70 182 503 0 0,-62-152-334 0 0,5 8-9 0 0,1-1 0 0 0,3-2 0 0 0,3 0 0 0 0,1-1 0 0 0,3-2 0 0 0,1-2-1 0 0,3-1 1 0 0,2-1 0 0 0,1-3 0 0 0,2-1 0 0 0,2-2 0 0 0,2-2-1 0 0,1-2 1 0 0,1-2 0 0 0,2-2 0 0 0,1-3 0 0 0,1-1 0 0 0,1-3 0 0 0,89 25-1 0 0,-35-22-32 0 0,1-5 1 0 0,211 15-1 0 0,227-34 147 0 0,830-117-63 0 0,-8-84-312 0 0,-1350 197 109 0 0,1510-241-190 0 0,-911 150 92 0 0,1492-241-440 0 0,-849 90-143 0 0,-668 126 333 0 0,-403 81 226 0 0,727-147-218 0 0,-7-35-419 0 0,-819 196 531 0 0,-4 1-546 0 0,-2-3 0 0 0,106-47 0 0 0,-188 71 732 0 0,2 0-87 0 0,1-1 1 0 0,-1 0-1 0 0,0 0 0 0 0,0 0 1 0 0,-1 0-1 0 0,1-1 0 0 0,0 1 1 0 0,-1-1-1 0 0,1 0 0 0 0,-1 0 0 0 0,0 0 1 0 0,0-1-1 0 0,0 1 0 0 0,-1-1 1 0 0,3-3-1 0 0,2-5-599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25.2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89 4340 0 0,'-15'-21'81'0'0,"-18"-22"577"0"0,32 43-625 0 0,1-1 0 0 0,-1 1 0 0 0,1 0 0 0 0,0-1 0 0 0,-1 1 0 0 0,1 0 0 0 0,0-1-1 0 0,-1 1 1 0 0,1 0 0 0 0,0-1 0 0 0,-1 1 0 0 0,1-1 0 0 0,0 1 0 0 0,0-1 0 0 0,-1 1 0 0 0,1-1 0 0 0,0 1 0 0 0,0-1-1 0 0,0 1 1 0 0,0-1 0 0 0,0 1 0 0 0,0-1 0 0 0,0 1 0 0 0,0-1 0 0 0,0 1 0 0 0,0-1 0 0 0,0 1 0 0 0,0-1 0 0 0,0 1-1 0 0,0-1 1 0 0,0 1 0 0 0,1-2 0 0 0,0 2 11 0 0,0-1-1 0 0,-1 0 1 0 0,1 1 0 0 0,0-1-1 0 0,0 0 1 0 0,0 1-1 0 0,1-1 1 0 0,-1 1 0 0 0,0 0-1 0 0,0-1 1 0 0,0 1-1 0 0,0 0 1 0 0,2-1-1 0 0,3 1 97 0 0,-1-1 0 0 0,1 1 0 0 0,-1 0 0 0 0,1 0 0 0 0,9 2 0 0 0,-2 3 105 0 0,-1 0 0 0 0,0 0 0 0 0,0 1 0 0 0,0 1 0 0 0,17 12-1 0 0,56 50 508 0 0,-51-40-598 0 0,44 31 45 0 0,-48-39-177 0 0,-1 2-1 0 0,0 1 1 0 0,-2 1-1 0 0,34 41 1 0 0,-57-61-21 0 0,0 0 1 0 0,-1 1-1 0 0,1-1 1 0 0,-1 1-1 0 0,0 0 1 0 0,-1 0-1 0 0,1 0 1 0 0,-1 1-1 0 0,-1-1 1 0 0,1 0-1 0 0,-1 1 0 0 0,0-1 1 0 0,0 1-1 0 0,-1-1 1 0 0,0 1-1 0 0,0 0 1 0 0,-1-1-1 0 0,0 1 1 0 0,0-1-1 0 0,0 1 1 0 0,-1-1-1 0 0,0 0 1 0 0,-4 11-1 0 0,-1-4-36 0 0,0 0-1 0 0,-1-1 1 0 0,-1 0-1 0 0,1 0 1 0 0,-2-1-1 0 0,0 0 1 0 0,0 0-1 0 0,-1-1 1 0 0,-19 13 0 0 0,-30 17-1257 0 0,-124 63 1 0 0,93-56-189 0 0,55-28 665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26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229 324 7325 0 0,'-2'-3'33'0'0,"1"0"1"0"0,0 0 0 0 0,0-1-1 0 0,1 1 1 0 0,-1-1 0 0 0,1 1-1 0 0,-1 0 1 0 0,1-1 0 0 0,0 1 0 0 0,0-1-1 0 0,1 1 1 0 0,-1-1 0 0 0,1 1-1 0 0,0 0 1 0 0,0-1 0 0 0,2-5-1 0 0,-3 8-21 0 0,1 1 0 0 0,-1 0-1 0 0,0 0 1 0 0,0-1-1 0 0,0 1 1 0 0,0 0-1 0 0,1-1 1 0 0,-1 1 0 0 0,0 0-1 0 0,0 0 1 0 0,1-1-1 0 0,-1 1 1 0 0,0 0 0 0 0,0 0-1 0 0,1 0 1 0 0,-1-1-1 0 0,0 1 1 0 0,1 0-1 0 0,-1 0 1 0 0,0 0 0 0 0,1 0-1 0 0,-1 0 1 0 0,0 0-1 0 0,1-1 1 0 0,-1 1 0 0 0,0 0-1 0 0,1 0 1 0 0,-1 0-1 0 0,0 0 1 0 0,1 0 0 0 0,-1 1-1 0 0,1-1 1 0 0,-1 0-1 0 0,0 0 1 0 0,1 0-1 0 0,-1 0 1 0 0,0 0 0 0 0,1 0-1 0 0,-1 0 1 0 0,0 1-1 0 0,0-1 1 0 0,1 0 0 0 0,-1 0-1 0 0,0 0 1 0 0,1 1-1 0 0,-1-1 1 0 0,0 0-1 0 0,0 0 1 0 0,0 1 0 0 0,1-1-1 0 0,-1 1 1 0 0,13 15 218 0 0,2 11-164 0 0,-1 0 0 0 0,-2 1-1 0 0,0 1 1 0 0,-3 0 0 0 0,0 0 0 0 0,-1 1 0 0 0,-2 0-1 0 0,-1 1 1 0 0,-2-1 0 0 0,0 32 0 0 0,-5 22-31 0 0,-3-1 0 0 0,-23 121 1 0 0,-115 356 52 0 0,63-288-38 0 0,49-165-27 0 0,12-44-17 0 0,2 1 0 0 0,-9 68 1 0 0,25-127-11 0 0,1 0 0 0 0,-1 0 0 0 0,1 0 0 0 0,0-1 0 0 0,0 1 0 0 0,1 0 0 0 0,0 0 0 0 0,-1-1 1 0 0,2 1-1 0 0,-1 0 0 0 0,0-1 0 0 0,1 1 0 0 0,2 4 0 0 0,-1-6-6 0 0,-1 0 0 0 0,0 0 0 0 0,0-1 0 0 0,1 1 0 0 0,-1-1 0 0 0,1 0 0 0 0,0 0 0 0 0,0 0 0 0 0,0 0 0 0 0,0 0 0 0 0,0-1 0 0 0,0 1 0 0 0,0-1 0 0 0,0 0 0 0 0,1 0 0 0 0,-1 0 0 0 0,0 0 0 0 0,7 0 0 0 0,27 2-89 0 0,-1-2 0 0 0,1-2 0 0 0,37-4 0 0 0,-22 1 31 0 0,735-32-56 0 0,-80 26 365 0 0,367-13 1170 0 0,-855 16-973 0 0,-47 3-90 0 0,195-29 1 0 0,-361 33-322 0 0,-1-1 1 0 0,1 0 0 0 0,-1-1-1 0 0,0 1 1 0 0,1-1-1 0 0,-1 0 1 0 0,0 0 0 0 0,0-1-1 0 0,7-4 1 0 0,-11 6-15 0 0,0 0 0 0 0,0 0 0 0 0,0 0 0 0 0,0 0 0 0 0,0 0 0 0 0,0 0 0 0 0,-1 0 0 0 0,1-1 0 0 0,0 1 0 0 0,-1 0 0 0 0,1 0 0 0 0,-1-1 0 0 0,1 1 0 0 0,-1 0 0 0 0,1-1 0 0 0,-1-1 0 0 0,0 1 1 0 0,0-1 0 0 0,0 1 1 0 0,0-1-1 0 0,-1 1 0 0 0,1 0 0 0 0,-1-1 1 0 0,0 1-1 0 0,1-1 0 0 0,-1 1 1 0 0,0 0-1 0 0,0 0 0 0 0,-2-3 0 0 0,-107-159 73 0 0,72 111-145 0 0,-40-70 1 0 0,58 81 10 0 0,1-1 1 0 0,2-1 0 0 0,1 0-1 0 0,3-1 1 0 0,2-1 0 0 0,2 1-1 0 0,2-2 1 0 0,1 1-1 0 0,3-84 1 0 0,7 52 12 0 0,4 1 0 0 0,3 0 0 0 0,3 1 0 0 0,4 0 0 0 0,31-81 0 0 0,-18 73 31 0 0,4 1-1 0 0,4 2 1 0 0,4 2 0 0 0,95-136 0 0 0,-121 192 4 0 0,44-66 92 0 0,-60 89-88 0 0,-1-1 1 0 0,1 0 0 0 0,-1 0-1 0 0,1 1 1 0 0,-1-1 0 0 0,1 0-1 0 0,-1 1 1 0 0,0-1 0 0 0,1 0-1 0 0,-1 0 1 0 0,0 0-1 0 0,0 0 1 0 0,0 1 0 0 0,1-1-1 0 0,-1 0 1 0 0,0 0 0 0 0,0 0-1 0 0,0 0 1 0 0,0 1 0 0 0,-1-1-1 0 0,1 0 1 0 0,0 0 0 0 0,0 0-1 0 0,0 0 1 0 0,-1 1 0 0 0,1-1-1 0 0,0 0 1 0 0,-1 0-1 0 0,1 1 1 0 0,-1-1 0 0 0,1 0-1 0 0,-1 1 1 0 0,1-1 0 0 0,-1 0-1 0 0,1 1 1 0 0,-1-1 0 0 0,0 1-1 0 0,1-1 1 0 0,-1 1 0 0 0,0-1-1 0 0,1 1 1 0 0,-1-1-1 0 0,0 1 1 0 0,0 0 0 0 0,0-1-1 0 0,1 1 1 0 0,-3 0 0 0 0,-4-2 5 0 0,-1 0 0 0 0,0 1 0 0 0,1 0 0 0 0,-12 0 0 0 0,11 1-11 0 0,-112-2-83 0 0,-144 18 0 0 0,185-9 69 0 0,-1066 82-1308 0 0,659-41 422 0 0,5 32 273 0 0,252-23 75 0 0,181-43 144 0 0,1 3 0 0 0,-74 37 0 0 0,72-24-254 0 0,6 4-146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26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853 369 3784 0 0,'0'-1'7'0'0,"1"0"-1"0"0,-1 1 0 0 0,1-1 0 0 0,-1 0 1 0 0,1 0-1 0 0,-1 1 0 0 0,1-1 0 0 0,-1 0 1 0 0,0 0-1 0 0,1 0 0 0 0,-1 0 0 0 0,0 1 1 0 0,0-1-1 0 0,0 0 0 0 0,0 0 0 0 0,1-1 1 0 0,3-14 154 0 0,3 8 220 0 0,-1 0 0 0 0,1 1 0 0 0,0 0 0 0 0,14-11 0 0 0,-20 16 270 0 0,-6 1-283 0 0,-6 3-33 0 0,-23 23 183 0 0,1 0 0 0 0,-55 57 0 0 0,9-8-288 0 0,-84 87-75 0 0,103-98-169 0 0,-83 68-1 0 0,107-103 4 0 0,-2-3 0 0 0,0 0 0 0 0,-1-3 0 0 0,-2-1 0 0 0,-44 16 1 0 0,68-29 54 0 0,16-4-1 0 0,11-2-23 0 0,665 36 80 0 0,2-39-178 0 0,-258-2 119 0 0,-389 3-23 0 0,46 1 102 0 0,1-4 0 0 0,77-13 0 0 0,-154 16-120 0 0,36-10 266 0 0,-35 10-257 0 0,0 0 1 0 0,0 0-1 0 0,-1 0 1 0 0,1-1 0 0 0,0 1-1 0 0,-1 0 1 0 0,1-1 0 0 0,0 1-1 0 0,-1 0 1 0 0,1-1 0 0 0,0 1-1 0 0,-1-1 1 0 0,1 1-1 0 0,-1-1 1 0 0,1 1 0 0 0,-1-1-1 0 0,1 1 1 0 0,-1-1 0 0 0,0 1-1 0 0,1-1 1 0 0,-1 0-1 0 0,0 1 1 0 0,1-1 0 0 0,-1 0-1 0 0,0 1 1 0 0,0-1 0 0 0,1 0-1 0 0,-1 0 1 0 0,0 1 0 0 0,0-1-1 0 0,0 0 1 0 0,0 0-1 0 0,0 1 1 0 0,0-1 0 0 0,0 0-1 0 0,0 1 1 0 0,0-1 0 0 0,-1 0-1 0 0,1 0 1 0 0,0 1-1 0 0,0-1 1 0 0,-1 0 0 0 0,1 1-1 0 0,0-1 1 0 0,-1 0 0 0 0,0 0-1 0 0,-14-16 14 0 0,0 1 0 0 0,-2 1-1 0 0,0 0 1 0 0,-1 1-1 0 0,-35-21 1 0 0,-1-2-55 0 0,-96-80-14 0 0,123 94 43 0 0,2-2 0 0 0,0-1 0 0 0,-28-40 0 0 0,23 22-4 0 0,2-1 1 0 0,2-1 0 0 0,2-1 0 0 0,2-2 0 0 0,3 0 0 0 0,1-1-1 0 0,-17-83 1 0 0,27 99-15 0 0,5 26 24 0 0,1 0-1 0 0,0 0 0 0 0,0 0 0 0 0,1 0 1 0 0,0-1-1 0 0,0 1 0 0 0,1 0 0 0 0,0-1 0 0 0,2-11 1 0 0,-2 20-4 0 0,1 0 1 0 0,-1-1 0 0 0,0 1 0 0 0,0 0 0 0 0,1 0-1 0 0,-1-1 1 0 0,0 1 0 0 0,1 0 0 0 0,-1 0-1 0 0,0-1 1 0 0,1 1 0 0 0,-1 0 0 0 0,0 0-1 0 0,1 0 1 0 0,-1 0 0 0 0,0-1 0 0 0,1 1 0 0 0,-1 0-1 0 0,0 0 1 0 0,1 0 0 0 0,-1 0 0 0 0,1 0-1 0 0,-1 0 1 0 0,0 0 0 0 0,1 0 0 0 0,-1 0 0 0 0,0 0-1 0 0,1 0 1 0 0,-1 0 0 0 0,1 1 0 0 0,-1-1-1 0 0,0 0 1 0 0,1 0 0 0 0,-1 0 0 0 0,0 0 0 0 0,1 1-1 0 0,-1-1 1 0 0,0 0 0 0 0,1 1 0 0 0,14 8-33 0 0,55 54-2044 0 0,-57-49 1253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27.9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1 128 6001 0 0,'0'-22'1640'0'0,"0"21"-1616"0"0,0-1 0 0 0,1 0 0 0 0,-1 1 0 0 0,1-1 0 0 0,-1 1-1 0 0,1-1 1 0 0,0 1 0 0 0,-1-1 0 0 0,1 1 0 0 0,0-1 0 0 0,0 1 0 0 0,0 0 0 0 0,0 0 0 0 0,0-1 0 0 0,1 1 0 0 0,-1 0 0 0 0,0 0 0 0 0,0 0 0 0 0,1 0 0 0 0,-1 0 0 0 0,1 1 0 0 0,-1-1 0 0 0,1 0 0 0 0,-1 1 0 0 0,1-1 0 0 0,1 0 0 0 0,8-3-46 0 0,1 1 0 0 0,19-3 0 0 0,-18 4 46 0 0,299-51-1945 0 0,-265 47 1193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28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25 5601 0 0,'-15'9'116'0'0,"11"-5"16"0"0,2-8 28 0 0,4 4-160 0 0,4 4 132 0 0,1-7 28 0 0,10 6-156 0 0,0-6 152 0 0,7 2-264 0 0,2 0 124 0 0,4-1-164 0 0,6-3 284 0 0,5 2-300 0 0,2-2 28 0 0,0 0 68 0 0,4 1-300 0 0,-6 0 19 0 0,0 0-311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28.6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70 4548 0 0,'-4'3'68'0'0,"8"-6"20"0"0,2-5 28 0 0,5 6 8 0 0,-2-2 20 0 0,8 0-12 0 0,7-3 4 0 0,-1 2-3 0 0,5 1-73 0 0,0-2 0 0 0,4 1-40 0 0,0-1-24 0 0,3 2-20 0 0,-3 0-40 0 0,-2 2-81 0 0,0-2-87 0 0,-2 0-116 0 0,-2 4-172 0 0</inkml:trace>
  <inkml:trace contextRef="#ctx0" brushRef="#br0" timeOffset="1">13 509 8729 0 0,'-6'4'-152'0'0,"1"6"76"0"0,3-18 28 0 0,9 8-8 0 0,3 0-8 0 0,3 2 8 0 0,0-3-20 0 0,13 1 16 0 0,2-3 144 0 0,8-1-80 0 0,7 0-52 0 0,-2 0-100 0 0,4-1-44 0 0,2-2-132 0 0,5 0 20 0 0,-5 1-184 0 0,2 0-176 0 0,-3-2-157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31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934 141 6689 0 0,'6'-20'-62'0'0,"1"-4"159"0"0,-7 23-88 0 0,-1 0 0 0 0,1 0 1 0 0,0 1-1 0 0,0-1 0 0 0,0 0 1 0 0,-1 0-1 0 0,1 0 0 0 0,-1 0 1 0 0,1 0-1 0 0,0 0 0 0 0,-1 0 0 0 0,1 1 1 0 0,-1-1-1 0 0,0 0 0 0 0,1 0 1 0 0,-1 1-1 0 0,0-1 0 0 0,1 0 1 0 0,-1 1-1 0 0,0-1 0 0 0,0 1 1 0 0,0-1-1 0 0,1 1 0 0 0,-2-1 1 0 0,-5-3 26 0 0,-1 0 0 0 0,1 1 0 0 0,0 0 0 0 0,-1 0 0 0 0,0 1 0 0 0,0 0 0 0 0,0 1 0 0 0,1-1 0 0 0,-1 1 0 0 0,-1 1 0 0 0,-12 0 0 0 0,-27 2 263 0 0,0 3-1 0 0,0 2 1 0 0,0 1 0 0 0,-85 28-1 0 0,24 1-4 0 0,-37 14-40 0 0,123-41-207 0 0,0 0 1 0 0,1 2-1 0 0,1 1 0 0 0,-39 29 0 0 0,51-34-27 0 0,0-1 1 0 0,1 1-1 0 0,0 1 0 0 0,0 0 0 0 0,1 0 1 0 0,0 0-1 0 0,1 1 0 0 0,0 0 1 0 0,0 0-1 0 0,1 1 0 0 0,0 0 0 0 0,-5 18 1 0 0,9-24-4 0 0,0-1 0 0 0,0 1 1 0 0,1-1-1 0 0,-1 1 0 0 0,1 0 1 0 0,0-1-1 0 0,0 1 0 0 0,1-1 1 0 0,-1 1-1 0 0,1-1 0 0 0,0 1 1 0 0,0-1-1 0 0,1 1 1 0 0,-1-1-1 0 0,1 0 0 0 0,0 1 1 0 0,0-1-1 0 0,0 0 0 0 0,1-1 1 0 0,-1 1-1 0 0,1 0 0 0 0,0-1 1 0 0,0 1-1 0 0,1-1 0 0 0,4 4 1 0 0,1 0 37 0 0,1-1 0 0 0,0 0-1 0 0,0-1 1 0 0,1 0 0 0 0,-1 0 0 0 0,1-1 0 0 0,0-1 0 0 0,1 0 0 0 0,10 2 0 0 0,31 3 96 0 0,0-2 1 0 0,1-2-1 0 0,103-7 0 0 0,160-38-125 0 0,268-80-69 0 0,-18-64 73 0 0,-558 182-30 0 0,86-40 23 0 0,-86 38-20 0 0,-1 0 1 0 0,1-1 0 0 0,-1 1 0 0 0,0-2 0 0 0,-1 1 0 0 0,0-1-1 0 0,0 0 1 0 0,7-9 0 0 0,-12 14-4 0 0,-1 0-1 0 0,0 0 1 0 0,0 0-1 0 0,0 0 1 0 0,0 0 0 0 0,0 0-1 0 0,0 0 1 0 0,0 0-1 0 0,-1 0 1 0 0,1 0 0 0 0,-1-1-1 0 0,1 1 1 0 0,-1 0-1 0 0,0 0 1 0 0,0-1-1 0 0,0 1 1 0 0,0 0 0 0 0,0 0-1 0 0,-1-4 1 0 0,0 3-7 0 0,-1 0 1 0 0,1 0 0 0 0,-1 0-1 0 0,1 1 1 0 0,-1-1 0 0 0,0 1-1 0 0,0-1 1 0 0,0 1 0 0 0,0 0-1 0 0,0-1 1 0 0,0 1 0 0 0,-5-3-1 0 0,-3-1-40 0 0,1 1 1 0 0,-2-1-1 0 0,1 1 0 0 0,0 1 1 0 0,-1 0-1 0 0,-19-4 0 0 0,-18-2-183 0 0,0 3 0 0 0,-58-1 0 0 0,-101 7-390 0 0,132 2 449 0 0,-714 38-2868 0 0,785-39 2997 0 0,-28 3-525 0 0,-40 9-1 0 0,63-10 411 0 0,1 0-1 0 0,0 0 1 0 0,0 1 0 0 0,1 0 0 0 0,-1 1-1 0 0,1 0 1 0 0,0 0 0 0 0,-1 0-1 0 0,2 1 1 0 0,-9 7 0 0 0,3-1-271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31.9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197 0 3580 0 0,'-7'1'153'0'0,"-1"1"-1"0"0,0-1 0 0 0,1 1 1 0 0,-1 1-1 0 0,1 0 1 0 0,-1-1-1 0 0,-8 6 0 0 0,13-5-53 0 0,-1 0-1 0 0,0 0 1 0 0,1 0-1 0 0,0 0 0 0 0,-1 1 1 0 0,1-1-1 0 0,0 1 1 0 0,1-1-1 0 0,-1 1 1 0 0,1 0-1 0 0,0 0 0 0 0,0 1 1 0 0,-3 6-1 0 0,-2 10 83 0 0,1 1 0 0 0,1 1 0 0 0,1-1 0 0 0,-2 41 0 0 0,6 97 402 0 0,1-105-441 0 0,-44 761 611 0 0,42-804-746 0 0,-7 56 9 0 0,2 0 0 0 0,8 129 0 0 0,-2-192-16 0 0,1-1-1 0 0,0 0 1 0 0,0 0 0 0 0,0 0 0 0 0,1 0 0 0 0,-1 0 0 0 0,1 0-1 0 0,3 6 1 0 0,-4-9 0 0 0,0 0 1 0 0,0 0-1 0 0,0 1 0 0 0,0-1 0 0 0,0 0 0 0 0,0 0 1 0 0,0 0-1 0 0,0 0 0 0 0,0 0 0 0 0,1 0 0 0 0,-1-1 1 0 0,0 1-1 0 0,1 0 0 0 0,-1-1 0 0 0,0 1 0 0 0,1-1 1 0 0,-1 1-1 0 0,1-1 0 0 0,-1 0 0 0 0,1 1 0 0 0,-1-1 1 0 0,1 0-1 0 0,-1 0 0 0 0,1 0 0 0 0,-1 0 0 0 0,1 0 1 0 0,1-1-1 0 0,25-7 3 0 0,-1-1 0 0 0,30-13 0 0 0,-28 9-29 0 0,49-13-1 0 0,308-50-152 0 0,3 21 547 0 0,-319 46-206 0 0,55-8 78 0 0,290-36 514 0 0,-396 51-742 0 0,73-7 72 0 0,174-43 0 0 0,-264 52-82 0 0,0 0 1 0 0,0-1 0 0 0,0 0 0 0 0,0 0 0 0 0,0 1-1 0 0,-1-1 1 0 0,1 0 0 0 0,0 0 0 0 0,0-1-1 0 0,3-2 1 0 0,-5 4-4 0 0,0 0 0 0 0,0 0 0 0 0,0 0 0 0 0,0-1 0 0 0,0 1 0 0 0,0 0 0 0 0,0 0 1 0 0,0 0-1 0 0,0-1 0 0 0,0 1 0 0 0,1 0 0 0 0,-1 0 0 0 0,0 0 0 0 0,-1-1 0 0 0,1 1 0 0 0,0 0 0 0 0,0 0 0 0 0,0 0 0 0 0,0-1 0 0 0,0 1 0 0 0,0 0 0 0 0,0 0 0 0 0,0 0 0 0 0,0-1 0 0 0,0 1 0 0 0,0 0 0 0 0,0 0 0 0 0,-1 0 0 0 0,1 0 0 0 0,0-1 0 0 0,0 1 0 0 0,0 0 0 0 0,0 0 0 0 0,-1 0 0 0 0,-14-7-137 0 0,-37-1-707 0 0,41 7 575 0 0,0-1 0 0 0,0 0 0 0 0,0 0 0 0 0,-11-4 0 0 0,14 3 38 0 0,1 0 0 0 0,0-1 1 0 0,-1 0-1 0 0,1 0 0 0 0,1 0 1 0 0,-1-1-1 0 0,0 0 1 0 0,-8-10-1 0 0,1-2-406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32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1 377 4428 0 0,'30'-284'1871'0'0,"-13"192"460"0"0,-24 141-1487 0 0,2 1-1 0 0,2 86 1 0 0,18 116-334 0 0,17-53-783 0 0,-12-91-1467 0 0,-14-75 771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32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6409 0 0,'1'2'52'0'0,"0"0"-1"0"0,1 0 1 0 0,-1-1 0 0 0,0 1 0 0 0,1 0 0 0 0,0 0 0 0 0,-1-1 0 0 0,1 1 0 0 0,2 1 0 0 0,7 7 65 0 0,13 21-87 0 0,-3 1 0 0 0,0 2 0 0 0,24 54 0 0 0,35 112-153 0 0,-68-167 49 0 0,5 22-379 0 0,-12-29 47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33.0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0 281 6813 0 0,'6'-1'-158'0'0,"49"-17"-60"0"0,139-8 276 0 0,-50 9-7 0 0,-131 15-49 0 0,277-52-140 0 0,-284 53 128 0 0,-1 0-10 0 0,0 0 0 0 0,0 0 0 0 0,-1 0 0 0 0,1-1 0 0 0,0 0-1 0 0,0 0 1 0 0,-1 0 0 0 0,1-1 0 0 0,-1 1 0 0 0,7-6 0 0 0,-11 7 17 0 0,1 0 1 0 0,-1 0-1 0 0,0 0 1 0 0,0 0-1 0 0,1 0 1 0 0,-1 0-1 0 0,0 0 1 0 0,0 0-1 0 0,0 0 1 0 0,0 0-1 0 0,-1 0 1 0 0,1 0-1 0 0,0 0 1 0 0,0 0-1 0 0,0 0 1 0 0,-1 0-1 0 0,1 1 1 0 0,-1-1-1 0 0,1 0 1 0 0,-1 0-1 0 0,1 0 1 0 0,-1 0 0 0 0,1 1-1 0 0,-1-1 1 0 0,1 0-1 0 0,-1 0 1 0 0,0 1-1 0 0,-1-2 1 0 0,-24-21 6 0 0,24 22 12 0 0,-13-10 54 0 0,-1 1 0 0 0,0 0 0 0 0,-1 1 0 0 0,1 1 0 0 0,-2 1 0 0 0,1 0 0 0 0,-1 2-1 0 0,0 0 1 0 0,0 0 0 0 0,0 2 0 0 0,-1 0 0 0 0,-36 0 0 0 0,54 3-61 0 0,0 0-1 0 0,0 1 1 0 0,0-1-1 0 0,1 0 1 0 0,-1 0-1 0 0,0 0 1 0 0,0 1-1 0 0,0-1 1 0 0,1 0 0 0 0,-1 0-1 0 0,0 1 1 0 0,1-1-1 0 0,-1 1 1 0 0,0-1-1 0 0,1 1 1 0 0,-1-1-1 0 0,0 1 1 0 0,1-1 0 0 0,-1 1-1 0 0,1 0 1 0 0,-1-1-1 0 0,1 1 1 0 0,-1 0-1 0 0,1 0 1 0 0,-1 1-1 0 0,0 0-3 0 0,1 0-1 0 0,-1 1 0 0 0,1-1 1 0 0,-1 1-1 0 0,1-1 0 0 0,0 0 1 0 0,0 1-1 0 0,0-1 0 0 0,1 3 1 0 0,1 9 12 0 0,1-1 1 0 0,8 20-1 0 0,-9-26 42 0 0,6 13-23 0 0,1 0 0 0 0,1-1 1 0 0,1 0-1 0 0,0 0 1 0 0,1-1-1 0 0,1-1 0 0 0,1 0 1 0 0,1-1-1 0 0,0 0 0 0 0,32 24 1 0 0,-40-35-111 0 0,0-1 0 0 0,0 0 0 0 0,0-1-1 0 0,0 1 1 0 0,1-1 0 0 0,-1-1 0 0 0,10 2 0 0 0,8 4-445 0 0,-5-1-69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33.3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83 6941 0 0,'3'-20'-44'0'0,"-3"14"82"0"0,1 1 1 0 0,0 0-1 0 0,-1 0 1 0 0,2 0-1 0 0,-1 0 1 0 0,0 1-1 0 0,1-1 1 0 0,5-9-1 0 0,-7 14-19 0 0,1-1 1 0 0,0 1-1 0 0,-1 0 0 0 0,1-1 0 0 0,0 1 0 0 0,-1 0 0 0 0,1 0 0 0 0,0 0 0 0 0,-1 0 1 0 0,1 0-1 0 0,0 0 0 0 0,-1 0 0 0 0,1 0 0 0 0,0 0 0 0 0,-1 0 0 0 0,1 0 0 0 0,0 0 0 0 0,0 0 1 0 0,-1 0-1 0 0,1 1 0 0 0,-1-1 0 0 0,1 0 0 0 0,0 0 0 0 0,-1 1 0 0 0,1-1 0 0 0,0 1 1 0 0,-1-1-1 0 0,2 1 0 0 0,21 17 166 0 0,-16-13-91 0 0,8 7-47 0 0,0 0 0 0 0,-1 1 0 0 0,0 1 0 0 0,-1 1 0 0 0,22 31 0 0 0,-27-34-50 0 0,-1 0 0 0 0,0 0 1 0 0,-1 1-1 0 0,0 0 1 0 0,-1 1-1 0 0,0-1 1 0 0,-1 1-1 0 0,4 27 0 0 0,-8-23 3 0 0,0-17 1 0 0,0-1 1 0 0,0 0-1 0 0,0 1 0 0 0,0-1 1 0 0,0 1-1 0 0,0-1 0 0 0,0 0 0 0 0,0 1 1 0 0,0-1-1 0 0,0 1 0 0 0,0-1 1 0 0,0 0-1 0 0,0 1 0 0 0,0-1 0 0 0,0 1 1 0 0,-1-1-1 0 0,1 0 0 0 0,0 1 1 0 0,0-1-1 0 0,0 0 0 0 0,-1 1 0 0 0,1-1 1 0 0,0 0-1 0 0,0 1 0 0 0,-1-1 1 0 0,1 0-1 0 0,0 1 0 0 0,-1-1 0 0 0,1 0 1 0 0,0 0-1 0 0,-1 0 0 0 0,1 1 1 0 0,0-1-1 0 0,-1 0 0 0 0,0-1-23 0 0,0 1-1 0 0,0-1 1 0 0,0 0-1 0 0,0 0 1 0 0,0 0 0 0 0,1 0-1 0 0,-1 0 1 0 0,0 0-1 0 0,1 0 1 0 0,-1 0 0 0 0,1 0-1 0 0,-1 0 1 0 0,1 0-1 0 0,0-1 1 0 0,-1 1-1 0 0,1 0 1 0 0,0-2 0 0 0,-5-24-320 0 0,5 24 309 0 0,-3-13-10 0 0,1 0 1 0 0,0 0-1 0 0,1 0 0 0 0,1-1 1 0 0,1 1-1 0 0,0 0 0 0 0,1 0 1 0 0,1 0-1 0 0,1 0 0 0 0,6-21 1 0 0,-8 35 38 0 0,-1-1 1 0 0,0 0-1 0 0,1 1 1 0 0,0-1-1 0 0,-1 1 1 0 0,1-1-1 0 0,0 1 1 0 0,0 0 0 0 0,0 0-1 0 0,1 0 1 0 0,-1 0-1 0 0,0 0 1 0 0,1 0-1 0 0,-1 1 1 0 0,5-2-1 0 0,-6 2 4 0 0,0 1-1 0 0,1-1 0 0 0,-1 1 0 0 0,0 0 0 0 0,1-1 1 0 0,-1 1-1 0 0,1 0 0 0 0,-1 0 0 0 0,1 0 0 0 0,-1 0 1 0 0,0 0-1 0 0,1 1 0 0 0,-1-1 0 0 0,1 0 1 0 0,-1 1-1 0 0,0-1 0 0 0,1 1 0 0 0,-1-1 0 0 0,0 1 1 0 0,0 0-1 0 0,1-1 0 0 0,-1 1 0 0 0,0 0 1 0 0,0 0-1 0 0,0 0 0 0 0,0 0 0 0 0,0 0 0 0 0,0 0 1 0 0,0 0-1 0 0,0 0 0 0 0,0 0 0 0 0,-1 1 1 0 0,1-1-1 0 0,0 2 0 0 0,81 148 112 0 0,-81-149-113 0 0,1 1-1 0 0,-1-1 0 0 0,1 0 0 0 0,0 1 1 0 0,0-1-1 0 0,0 0 0 0 0,0 0 0 0 0,0 0 1 0 0,1 0-1 0 0,-1 0 0 0 0,4 2 0 0 0,-5-4 5 0 0,0 1-1 0 0,0-1 0 0 0,0 0 0 0 0,0 0 0 0 0,1 1 0 0 0,-1-1 1 0 0,0 0-1 0 0,0 0 0 0 0,0 0 0 0 0,0 0 0 0 0,0 0 0 0 0,0 0 0 0 0,0 0 1 0 0,0-1-1 0 0,0 1 0 0 0,0 0 0 0 0,0 0 0 0 0,0-1 0 0 0,0 1 0 0 0,0-1 1 0 0,0 1-1 0 0,0-1 0 0 0,0 1 0 0 0,0-1 0 0 0,-1 0 0 0 0,1 1 0 0 0,0-1 1 0 0,0 0-1 0 0,-1 0 0 0 0,1 1 0 0 0,0-1 0 0 0,-1 0 0 0 0,1 0 1 0 0,0-1-1 0 0,36-57 15 0 0,-24 36-19 0 0,1 0-1 0 0,0 2 1 0 0,2 0-1 0 0,29-30 1 0 0,-43 49 2 0 0,0 0 1 0 0,0 0-1 0 0,1 0 0 0 0,-1 0 1 0 0,1 1-1 0 0,-1-1 1 0 0,1 1-1 0 0,-1-1 0 0 0,1 1 1 0 0,0 0-1 0 0,0 0 0 0 0,0 0 1 0 0,0 0-1 0 0,0 1 0 0 0,0-1 1 0 0,0 1-1 0 0,0 0 0 0 0,4 0 1 0 0,-5 1-1 0 0,1-1 1 0 0,-1 1-1 0 0,1 0 1 0 0,-1 0-1 0 0,1 0 1 0 0,-1 1-1 0 0,0-1 1 0 0,0 0-1 0 0,0 1 1 0 0,1 0-1 0 0,-1-1 0 0 0,-1 1 1 0 0,1 0-1 0 0,0 0 1 0 0,0 0-1 0 0,-1 0 1 0 0,1 1-1 0 0,-1-1 1 0 0,0 0-1 0 0,2 5 1 0 0,3 7-133 0 0,-1 0 0 0 0,-1 0 1 0 0,0 1-1 0 0,-1-1 1 0 0,2 30-1 0 0,4 19-368 0 0,-6-54 1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33.7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48 259 5789 0 0,'7'-88'788'0'0,"-8"88"-781"0"0,1-1-1 0 0,0 1 1 0 0,0 0 0 0 0,0 0-1 0 0,0 0 1 0 0,0 0-1 0 0,0 0 1 0 0,0 0-1 0 0,0 0 1 0 0,0 0-1 0 0,0-1 1 0 0,0 1 0 0 0,0 0-1 0 0,0 0 1 0 0,0 0-1 0 0,0 0 1 0 0,0 0-1 0 0,0 0 1 0 0,0 0 0 0 0,0-1-1 0 0,0 1 1 0 0,0 0-1 0 0,0 0 1 0 0,0 0-1 0 0,0 0 1 0 0,0 0 0 0 0,0 0-1 0 0,0 0 1 0 0,0-1-1 0 0,0 1 1 0 0,0 0-1 0 0,0 0 1 0 0,0 0 0 0 0,0 0-1 0 0,0 0 1 0 0,0 0-1 0 0,1 0 1 0 0,-1 0-1 0 0,0 0 1 0 0,0-1-1 0 0,0 1 1 0 0,0 0 0 0 0,0 0-1 0 0,0 0 1 0 0,0 0-1 0 0,0 0 1 0 0,1 0-1 0 0,-1 0 1 0 0,0 0 0 0 0,0 0-1 0 0,0 0 1 0 0,0 0-1 0 0,0 0 1 0 0,0 0-1 0 0,0 0 1 0 0,1 0 0 0 0,-1 0-1 0 0,0 0 1 0 0,0 0-1 0 0,0 0 1 0 0,0 0-1 0 0,4 10 114 0 0,1 14-93 0 0,-4-16-7 0 0,31 177-167 0 0,-23-146 112 0 0,2 1 0 0 0,25 59 0 0 0,-26-74 51 0 0,9 18 36 0 0,-28-62-54 0 0,1 0 0 0 0,1-1 1 0 0,0 0-1 0 0,-4-25 1 0 0,-11-31-10 0 0,-2 5-22 0 0,-60-193 357 0 0,83 261-318 0 0,-2-6-9 0 0,1 0-1 0 0,0 0 1 0 0,0 0 0 0 0,1 0-1 0 0,0-10 1 0 0,1 17 3 0 0,0 1 0 0 0,0-1 0 0 0,0 1 0 0 0,1-1 0 0 0,-1 1 0 0 0,0-1 0 0 0,1 1 0 0 0,-1-1 0 0 0,1 1 0 0 0,-1-1 0 0 0,1 1 0 0 0,0 0 0 0 0,0-1 0 0 0,-1 1 0 0 0,1 0 0 0 0,0 0 0 0 0,0-1 1 0 0,0 1-1 0 0,0 0 0 0 0,0 0 0 0 0,1 0 0 0 0,-1 0 0 0 0,0 0 0 0 0,0 1 0 0 0,1-1 0 0 0,-1 0 0 0 0,1 0 0 0 0,-1 1 0 0 0,0-1 0 0 0,1 1 0 0 0,-1 0 0 0 0,1-1 0 0 0,-1 1 0 0 0,1 0 0 0 0,0 0 1 0 0,-1 0-1 0 0,1 0 0 0 0,1 0 0 0 0,8 1 8 0 0,1 0 1 0 0,-1 1-1 0 0,0 0 0 0 0,0 1 1 0 0,0 0-1 0 0,0 0 1 0 0,0 2-1 0 0,-1-1 1 0 0,1 1-1 0 0,-1 1 1 0 0,11 8-1 0 0,-7-5-29 0 0,-2 1 0 0 0,1 0 0 0 0,-1 1 0 0 0,-1 1 0 0 0,0-1 0 0 0,0 2-1 0 0,12 18 1 0 0,-21-26 19 0 0,1-1 1 0 0,-1 1-1 0 0,1 0 0 0 0,-1-1 0 0 0,-1 1 0 0 0,1 0 0 0 0,-1 0 0 0 0,0 0 0 0 0,0 0 0 0 0,0 1 1 0 0,0-1-1 0 0,-1 0 0 0 0,0 0 0 0 0,0 0 0 0 0,-1 0 0 0 0,1 1 0 0 0,-1-1 0 0 0,0 0 0 0 0,-3 7 1 0 0,1-6 1 0 0,0 0 0 0 0,0 1-1 0 0,-1-1 1 0 0,1 0 0 0 0,-2 0 0 0 0,1-1 0 0 0,-1 0 0 0 0,1 1 0 0 0,-1-1 0 0 0,-1-1 0 0 0,1 1 0 0 0,-1-1 0 0 0,-9 6 0 0 0,-4 0-165 0 0,1-1-1 0 0,-29 9 1 0 0,17-6-283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34.1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75 8229 0 0,'-2'1'62'0'0,"-1"-1"0"0"0,0 1 0 0 0,0-1 0 0 0,1 0 0 0 0,-1 1 0 0 0,0-1 1 0 0,0 0-1 0 0,0-1 0 0 0,1 1 0 0 0,-1 0 0 0 0,0-1 0 0 0,0 0 0 0 0,1 1 0 0 0,-1-1 1 0 0,0 0-1 0 0,1 0 0 0 0,-4-2 0 0 0,57-13 836 0 0,293-32-3445 0 0,-306 44 1702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34.4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46 5973 0 0,'-67'63'752'0'0,"102"-71"-504"0"0,162-53-324 0 0,-100 31 64 0 0,-71 25-132 0 0,-5 1-40 0 0,-4 4-188 0 0,-6 0 104 0 0</inkml:trace>
  <inkml:trace contextRef="#ctx0" brushRef="#br0" timeOffset="1">39 253 4548 0 0,'74'-19'1807'0'0,"131"-38"-1244"0"0,-175 50-799 0 0,-24 6 70 0 0,-1 0 0 0 0,0 0 1 0 0,1 0-1 0 0,-1 1 0 0 0,0 0 1 0 0,10 1-1 0 0,-6 2-532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34.8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69 6157 0 0,'0'0'76'0'0,"4"-4"-100"0"0,2 4 264 0 0,5-2-148 0 0,0 0 24 0 0,2 2 4 0 0,8-2-12 0 0,3-1 8 0 0,4-1-60 0 0,4 1 100 0 0,0-5-260 0 0,7 3 140 0 0,0-3-72 0 0,-1-2-124 0 0,5 4 0 0 0,-4 0-232 0 0,-3 1-272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37.6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199 233 7357 0 0,'10'-10'112'0'0,"-1"-1"0"0"0,-1 0 0 0 0,1 0 0 0 0,-2-1 0 0 0,0 0 0 0 0,0-1 0 0 0,-1 1 0 0 0,8-26 0 0 0,-11 31 25 0 0,-1 0-1 0 0,0 1 0 0 0,0-1 0 0 0,-1 0 0 0 0,0 0 0 0 0,1-9 1 0 0,-2 14-102 0 0,0 1 0 0 0,0-1 0 0 0,0 0 1 0 0,-1 1-1 0 0,1-1 0 0 0,0 0 1 0 0,0 1-1 0 0,-1-1 0 0 0,1 1 0 0 0,-1-1 1 0 0,0 1-1 0 0,1-1 0 0 0,-1 1 1 0 0,0-1-1 0 0,0 1 0 0 0,0-1 0 0 0,0 1 1 0 0,0 0-1 0 0,0 0 0 0 0,-1-1 0 0 0,1 1 1 0 0,0 0-1 0 0,0 0 0 0 0,-1 0 1 0 0,1 0-1 0 0,-1 1 0 0 0,1-1 0 0 0,-1 0 1 0 0,1 1-1 0 0,-1-1 0 0 0,-1 0 1 0 0,-8-1-33 0 0,1 1 1 0 0,-1 0-1 0 0,1 0 1 0 0,-1 1 0 0 0,1 0-1 0 0,-1 1 1 0 0,-14 3-1 0 0,17-2-9 0 0,0 0-1 0 0,-1 0 0 0 0,1 0 0 0 0,0 1 1 0 0,0 0-1 0 0,1 1 0 0 0,-1 0 0 0 0,1 0 1 0 0,-12 9-1 0 0,16-11 3 0 0,1 1 0 0 0,-1-1 0 0 0,1 1 1 0 0,-1 0-1 0 0,1-1 0 0 0,0 1 0 0 0,0 0 0 0 0,0 0 0 0 0,0 1 1 0 0,0-1-1 0 0,1 0 0 0 0,0 1 0 0 0,-1-1 0 0 0,1 0 0 0 0,0 1 0 0 0,1-1 1 0 0,-1 1-1 0 0,1 0 0 0 0,-1 5 0 0 0,2-4 7 0 0,0 0 0 0 0,0-1 0 0 0,0 1-1 0 0,1 0 1 0 0,0-1 0 0 0,0 1 0 0 0,0-1 0 0 0,0 0-1 0 0,1 1 1 0 0,-1-1 0 0 0,1 0 0 0 0,0-1 0 0 0,1 1-1 0 0,3 4 1 0 0,20 16 0 0 0,1-1 0 0 0,1 0-1 0 0,54 29 1 0 0,-48-31 5 0 0,-2 1-1 0 0,51 43 1 0 0,-80-62-10 0 0,-1 1 1 0 0,1 0 0 0 0,-1 0 0 0 0,1 0 0 0 0,-1 0-1 0 0,-1 0 1 0 0,1 0 0 0 0,0 1 0 0 0,-1-1-1 0 0,2 7 1 0 0,-3-9 1 0 0,-1 0-1 0 0,0 1 1 0 0,1-1-1 0 0,-1 0 1 0 0,0 0-1 0 0,0 0 1 0 0,-1 0-1 0 0,1 0 1 0 0,0 0 0 0 0,-1 0-1 0 0,1 0 1 0 0,-1 0-1 0 0,1 0 1 0 0,-1 0-1 0 0,0-1 1 0 0,0 1-1 0 0,0 0 1 0 0,0 0-1 0 0,0-1 1 0 0,-1 1-1 0 0,1 0 1 0 0,0-1-1 0 0,-1 1 1 0 0,1-1-1 0 0,-1 0 1 0 0,0 1-1 0 0,-3 1 1 0 0,-4 3-9 0 0,-1-1 1 0 0,0 0 0 0 0,-1 0-1 0 0,1-1 1 0 0,-1 0-1 0 0,0-1 1 0 0,-13 3-1 0 0,-6-1-47 0 0,-44 2-1 0 0,-18-6-296 0 0,82-1 208 0 0,1-1 0 0 0,0-1 1 0 0,0 1-1 0 0,0-1 0 0 0,0-1 0 0 0,0 0 0 0 0,-15-7 0 0 0,23 9 60 0 0,-1 0 1 0 0,0 0-1 0 0,1-1 1 0 0,-1 1-1 0 0,0-1 0 0 0,1 1 1 0 0,0-1-1 0 0,-1 1 0 0 0,1-1 1 0 0,0 0-1 0 0,0 0 0 0 0,0 0 1 0 0,0 0-1 0 0,0 1 0 0 0,0-1 1 0 0,1 0-1 0 0,-1 0 1 0 0,1-1-1 0 0,-1 1 0 0 0,1 0 1 0 0,-1-2-1 0 0,3-13-800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38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198 150 5481 0 0,'2'0'39'0'0,"-1"0"1"0"0,1-1 0 0 0,0 1-1 0 0,-1 0 1 0 0,1 0 0 0 0,0-1 0 0 0,-1 1-1 0 0,1-1 1 0 0,-1 0 0 0 0,1 1 0 0 0,0-1-1 0 0,-1 0 1 0 0,0 0 0 0 0,1 0 0 0 0,-1 0-1 0 0,1 0 1 0 0,-1 0 0 0 0,0 0 0 0 0,2-2-1 0 0,-1 0 30 0 0,-1 0 0 0 0,1 0-1 0 0,0 0 1 0 0,-1 0-1 0 0,0 0 1 0 0,0 0-1 0 0,0 0 1 0 0,0 0-1 0 0,1-6 1 0 0,-2 2-57 0 0,1 1 0 0 0,-1-1 1 0 0,0 1-1 0 0,0-1 0 0 0,-1 1 0 0 0,0-1 1 0 0,0 1-1 0 0,0-1 0 0 0,-1 1 1 0 0,-3-7-1 0 0,4 11-15 0 0,1 1 1 0 0,-1 0-1 0 0,0 0 1 0 0,0-1-1 0 0,0 1 1 0 0,1 0-1 0 0,-1 0 1 0 0,0 0-1 0 0,-1 0 1 0 0,1 0-1 0 0,0 0 1 0 0,0 1-1 0 0,0-1 1 0 0,-1 0-1 0 0,1 0 0 0 0,0 1 1 0 0,-1-1-1 0 0,1 1 1 0 0,-3-1-1 0 0,1 0 1 0 0,0 1 0 0 0,0 0-1 0 0,0 0 1 0 0,0 0-1 0 0,0 0 1 0 0,0 0-1 0 0,0 1 1 0 0,-6 1 0 0 0,1 0 0 0 0,0 1 1 0 0,0 1-1 0 0,1-1 0 0 0,-1 1 1 0 0,1 0-1 0 0,-7 6 1 0 0,2 0 41 0 0,1 0 0 0 0,0 0 0 0 0,1 1 0 0 0,0 1 0 0 0,1 0 0 0 0,0 0 0 0 0,1 1 1 0 0,-13 25-1 0 0,18-31-6 0 0,0 0 0 0 0,1 0 0 0 0,0 0 0 0 0,0 0 0 0 0,1 0 0 0 0,0 0 0 0 0,0 0 0 0 0,1 0 0 0 0,0 8 0 0 0,0-10-15 0 0,1 0 1 0 0,0 0-1 0 0,0-1 1 0 0,0 1-1 0 0,1-1 1 0 0,-1 1 0 0 0,1-1-1 0 0,0 0 1 0 0,1 0-1 0 0,-1 0 1 0 0,1 0 0 0 0,-1 0-1 0 0,1 0 1 0 0,7 6-1 0 0,-5-6-11 0 0,0 0-1 0 0,0-1 1 0 0,0 1 0 0 0,0-1-1 0 0,1 0 1 0 0,-1-1-1 0 0,1 0 1 0 0,0 0-1 0 0,0 0 1 0 0,0 0-1 0 0,0-1 1 0 0,0 0-1 0 0,0 0 1 0 0,0-1-1 0 0,0 1 1 0 0,0-1 0 0 0,9-2-1 0 0,-11 2-4 0 0,1 0 0 0 0,-1-1 0 0 0,0 0 0 0 0,0 0 0 0 0,0 0 0 0 0,-1 0 0 0 0,1-1 0 0 0,0 1 0 0 0,0-1 0 0 0,-1 0 0 0 0,1 0 0 0 0,-1-1 0 0 0,1 1 0 0 0,-1-1 0 0 0,0 1 0 0 0,0-1 0 0 0,0 0 0 0 0,-1 0 0 0 0,1-1 0 0 0,-1 1 0 0 0,1 0 0 0 0,-1-1 0 0 0,0 1-1 0 0,0-1 1 0 0,-1 0 0 0 0,3-5 0 0 0,8-58 8 0 0,-8 43-28 0 0,11-41 0 0 0,-14 64 12 0 0,-1 0 1 0 0,0 0-1 0 0,0 0 0 0 0,0 0 0 0 0,0 0 1 0 0,1 0-1 0 0,-1 0 0 0 0,0 0 0 0 0,1 1 1 0 0,-1-1-1 0 0,1 0 0 0 0,-1 0 0 0 0,1 0 1 0 0,-1 1-1 0 0,1-1 0 0 0,-1 0 0 0 0,1 1 0 0 0,0-1 1 0 0,0 0-1 0 0,-1 1 0 0 0,1-1 0 0 0,0 1 1 0 0,0-1-1 0 0,0 1 0 0 0,-1-1 0 0 0,1 1 1 0 0,0 0-1 0 0,0-1 0 0 0,0 1 0 0 0,1 0 1 0 0,-1 0-11 0 0,0 1-1 0 0,0 0 1 0 0,0 0 0 0 0,0 0 0 0 0,0-1 0 0 0,0 1 0 0 0,0 0-1 0 0,0 0 1 0 0,0 0 0 0 0,-1 0 0 0 0,1 1 0 0 0,0-1 0 0 0,-1 0 0 0 0,1 0-1 0 0,-1 0 1 0 0,1 0 0 0 0,-1 1 0 0 0,0-1 0 0 0,1 0 0 0 0,-1 0 0 0 0,0 2-1 0 0,7 51-534 0 0,2 8-1018 0 0,-7-57 1075 0 0,0 2-199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38.7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1 191 4372 0 0,'0'-14'178'0'0,"0"0"0"0"0,1 0 0 0 0,1 0 0 0 0,0 0-1 0 0,4-14 1 0 0,-6 28-163 0 0,0 0-1 0 0,0 0 0 0 0,0 0 1 0 0,0-1-1 0 0,0 1 0 0 0,0 0 1 0 0,0 0-1 0 0,0-1 0 0 0,0 1 1 0 0,1 0-1 0 0,-1 0 1 0 0,0 0-1 0 0,0-1 0 0 0,0 1 1 0 0,0 0-1 0 0,0 0 0 0 0,0 0 1 0 0,1 0-1 0 0,-1-1 0 0 0,0 1 1 0 0,0 0-1 0 0,0 0 1 0 0,1 0-1 0 0,-1 0 0 0 0,0 0 1 0 0,0 0-1 0 0,0 0 0 0 0,1-1 1 0 0,-1 1-1 0 0,0 0 1 0 0,0 0-1 0 0,0 0 0 0 0,1 0 1 0 0,-1 0-1 0 0,0 0 0 0 0,0 0 1 0 0,1 0-1 0 0,-1 0 0 0 0,0 0 1 0 0,8 8 200 0 0,2 14-144 0 0,14 89 351 0 0,-18-77-313 0 0,1-2 1 0 0,1 1 0 0 0,17 40 0 0 0,-24-71-107 0 0,-1-1 1 0 0,1 1-1 0 0,0-1 1 0 0,-1 1-1 0 0,1-1 1 0 0,0 0-1 0 0,0 1 1 0 0,0-1-1 0 0,0 0 1 0 0,1 1-1 0 0,-1-1 1 0 0,0 0-1 0 0,0 0 1 0 0,1 0-1 0 0,-1 0 1 0 0,0 0-1 0 0,1-1 1 0 0,1 2-1 0 0,-2-2 0 0 0,0 0-1 0 0,0 0 1 0 0,0 0 0 0 0,0-1-1 0 0,0 1 1 0 0,0 0-1 0 0,0-1 1 0 0,-1 1 0 0 0,1 0-1 0 0,0-1 1 0 0,0 1-1 0 0,0-1 1 0 0,-1 1 0 0 0,1-1-1 0 0,0 1 1 0 0,0-1-1 0 0,-1 0 1 0 0,1 1-1 0 0,-1-1 1 0 0,1 0 0 0 0,0 0-1 0 0,-1 1 1 0 0,1-1-1 0 0,-1 0 1 0 0,0 0 0 0 0,1 0-1 0 0,-1 0 1 0 0,0 0-1 0 0,1 1 1 0 0,-1-1 0 0 0,0 0-1 0 0,0 0 1 0 0,0-1-1 0 0,10-28 22 0 0,-6 20-17 0 0,0-1-1 0 0,-1 1 1 0 0,3-15-1 0 0,9-144 19 0 0,-15 161-23 0 0,0 4-4 0 0,-1-1 0 0 0,1 1 0 0 0,1-1 0 0 0,-1 1 0 0 0,1 0 0 0 0,0-1 0 0 0,0 1 1 0 0,0 0-1 0 0,0-1 0 0 0,4-5 0 0 0,-5 10-16 0 0,1-1 0 0 0,-1 1 0 0 0,1 0 0 0 0,-1 0 0 0 0,0 0 0 0 0,1 0 1 0 0,-1 0-1 0 0,1 0 0 0 0,-1 0 0 0 0,1 0 0 0 0,-1 0 0 0 0,0 0 0 0 0,1 0 1 0 0,-1 0-1 0 0,1 1 0 0 0,-1-1 0 0 0,0 0 0 0 0,1 0 0 0 0,-1 0 0 0 0,1 0 0 0 0,-1 1 1 0 0,0-1-1 0 0,1 0 0 0 0,-1 0 0 0 0,0 1 0 0 0,1-1 0 0 0,-1 0 0 0 0,0 1 1 0 0,0-1-1 0 0,1 0 0 0 0,-1 1 0 0 0,0-1 0 0 0,0 1 0 0 0,0-1 0 0 0,1 0 0 0 0,-1 1 1 0 0,0-1-1 0 0,0 1 0 0 0,0-1 0 0 0,0 0 0 0 0,0 1 0 0 0,0-1 0 0 0,0 1 1 0 0,9 25-326 0 0,-7-21 267 0 0,-1 0 56 0 0,2 6-226 0 0,1 0 0 0 0,0 0 0 0 0,1 0 0 0 0,10 18 0 0 0,-13-27 166 0 0,0 1-1 0 0,0 0 1 0 0,1-1-1 0 0,-1 1 1 0 0,0-1-1 0 0,1 0 1 0 0,0 0-1 0 0,-1 0 1 0 0,1 0-1 0 0,0 0 1 0 0,0-1-1 0 0,0 1 1 0 0,0-1-1 0 0,0 0 1 0 0,0 1-1 0 0,1-2 1 0 0,-1 1 0 0 0,0 0-1 0 0,1-1 1 0 0,-1 1-1 0 0,5-1 1 0 0,-6 0 119 0 0,0 0 0 0 0,0-1 0 0 0,-1 1 0 0 0,1 0-1 0 0,0-1 1 0 0,-1 1 0 0 0,1-1 0 0 0,-1 0 0 0 0,1 0 0 0 0,-1 1 0 0 0,1-1 0 0 0,-1 0 0 0 0,1 0 0 0 0,-1 0 0 0 0,0 0 0 0 0,0-1 0 0 0,1 1 0 0 0,-1 0 0 0 0,0 0 0 0 0,0-1 0 0 0,0 1 0 0 0,0-1 0 0 0,-1 1 0 0 0,2-3 0 0 0,6-8 1331 0 0,-8 12-1345 0 0,1-1 1 0 0,-1 1-1 0 0,1 0 1 0 0,0-1 0 0 0,-1 1-1 0 0,1 0 1 0 0,0 0-1 0 0,-1 0 1 0 0,1-1-1 0 0,0 1 1 0 0,-1 0-1 0 0,1 0 1 0 0,0 0 0 0 0,-1 0-1 0 0,1 0 1 0 0,0 0-1 0 0,-1 0 1 0 0,1 0-1 0 0,0 0 1 0 0,-1 1-1 0 0,1-1 1 0 0,0 0-1 0 0,-1 0 1 0 0,1 0 0 0 0,0 1-1 0 0,9 1-54 0 0,-10-2 51 0 0,19-9 22 0 0,-15 7-42 0 0,0 1 0 0 0,1-1 0 0 0,-1 0 0 0 0,0 0-1 0 0,0 0 1 0 0,0-1 0 0 0,-1 1 0 0 0,1-1 0 0 0,-1 0-1 0 0,1 0 1 0 0,-1 0 0 0 0,0 0 0 0 0,4-6 0 0 0,-5 7 11 0 0,0-1 0 0 0,0 0 0 0 0,0 0 0 0 0,0 0 0 0 0,0-1 1 0 0,-1 1-1 0 0,1 0 0 0 0,-1-1 0 0 0,0 1 0 0 0,0 0 0 0 0,0-1 0 0 0,-1 0 0 0 0,1 1 1 0 0,-1-1-1 0 0,0 1 0 0 0,0-7 0 0 0,-1 7 14 0 0,-1 1 1 0 0,1-1-1 0 0,-1 0 1 0 0,1 1-1 0 0,-1 0 1 0 0,0-1-1 0 0,0 1 1 0 0,0 0-1 0 0,0 0 1 0 0,-1 0-1 0 0,1 0 1 0 0,-1 0-1 0 0,-3-2 1 0 0,-10-8 54 0 0,-27-35 24 0 0,30 97 494 0 0,11-31-451 0 0,0-1-1 0 0,1 0 1 0 0,1 0-1 0 0,1 1 0 0 0,0-1 1 0 0,2 0-1 0 0,0 0 1 0 0,1 0-1 0 0,0 0 0 0 0,2-1 1 0 0,0 0-1 0 0,1 0 1 0 0,0 0-1 0 0,20 30 1 0 0,-23-41-219 0 0,1-1 0 0 0,-1 1 0 0 0,1-1 0 0 0,0-1 0 0 0,0 1 0 0 0,0 0 0 0 0,1-1 0 0 0,0 0 0 0 0,0-1 0 0 0,0 1 0 0 0,0-1 0 0 0,0 0 0 0 0,1-1 0 0 0,-1 1 0 0 0,1-1 0 0 0,0 0 0 0 0,8 0 0 0 0,1 1-737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39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5 289 6313 0 0,'-4'0'800'0'0,"18"0"-359"0"0,27 0-48 0 0,406-63 479 0 0,-214 26-692 0 0,-76 15-130 0 0,340-62-49 0 0,-483 81-23 0 0,0 0-34 0 0,0 0-1 0 0,0 0 1 0 0,-1-2-1 0 0,0 0 1 0 0,0 0 0 0 0,0-1-1 0 0,16-10 1 0 0,-29 15 22 0 0,1 1 0 0 0,-1 0-1 0 0,1-1 1 0 0,0 1 0 0 0,-1-1 0 0 0,0 1 0 0 0,1-1 0 0 0,-1 1 0 0 0,1-1 0 0 0,-1 1-1 0 0,0-1 1 0 0,1 0 0 0 0,-1 1 0 0 0,0-1 0 0 0,0 1 0 0 0,1-1 0 0 0,-1 0 0 0 0,0 1 0 0 0,0-1-1 0 0,0 0 1 0 0,0 1 0 0 0,0-1 0 0 0,0 0 0 0 0,0 1 0 0 0,0-1 0 0 0,0 0 0 0 0,0 1-1 0 0,0-1 1 0 0,0 0 0 0 0,0 1 0 0 0,-1-1 0 0 0,1 0 0 0 0,0 1 0 0 0,-1-1 0 0 0,1 1 0 0 0,0-1-1 0 0,-1 1 1 0 0,1-1 0 0 0,0 0 0 0 0,-1 1 0 0 0,1 0 0 0 0,-1-1 0 0 0,1 1 0 0 0,-1-1-1 0 0,1 1 1 0 0,-1-1 0 0 0,0 1 0 0 0,1 0 0 0 0,-1 0 0 0 0,1-1 0 0 0,-2 1 0 0 0,-8-6-712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39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16 6157 0 0,'-1'0'17'0'0,"1"0"0"0"0,-1 0-1 0 0,1-1 1 0 0,0 1 0 0 0,-1 0 0 0 0,1-1 0 0 0,-1 1 0 0 0,1 0 0 0 0,0-1 0 0 0,-1 1 0 0 0,1-1 0 0 0,0 1 0 0 0,-1 0 0 0 0,1-1 0 0 0,0 1 0 0 0,0-1 0 0 0,0 1 0 0 0,-1-1 0 0 0,1 1 0 0 0,0-2 0 0 0,0 2 5 0 0,0 0-1 0 0,0 0 1 0 0,0 0-1 0 0,0-1 1 0 0,0 1-1 0 0,0 0 1 0 0,0 0-1 0 0,-1 0 1 0 0,1 0-1 0 0,0-1 1 0 0,0 1 0 0 0,0 0-1 0 0,0 0 1 0 0,1 0-1 0 0,-1-1 1 0 0,0 1-1 0 0,0 0 1 0 0,0 0-1 0 0,0 0 1 0 0,0 0-1 0 0,0-1 1 0 0,0 1-1 0 0,0 0 1 0 0,0 0 0 0 0,0 0-1 0 0,0 0 1 0 0,1-1-1 0 0,-1 1 1 0 0,0 0-1 0 0,0 0 1 0 0,0 0-1 0 0,0 0 1 0 0,0 0-1 0 0,1 0 1 0 0,-1-1 0 0 0,0 1-1 0 0,0 0 1 0 0,0 0-1 0 0,0 0 1 0 0,1 0-1 0 0,-1 0 1 0 0,0 0-1 0 0,0 0 1 0 0,0 0-1 0 0,1 0 1 0 0,-1 0-1 0 0,0 0 1 0 0,0 0 0 0 0,0 0-1 0 0,0 0 1 0 0,1 0-1 0 0,-1 0 1 0 0,0 0-1 0 0,0 0 1 0 0,0 0-1 0 0,1 0 1 0 0,-1 0-1 0 0,0 1 1 0 0,0-1-1 0 0,0 0 1 0 0,0 0 0 0 0,1 0-1 0 0,-1 0 1 0 0,0 0-1 0 0,0 0 1 0 0,25 5 566 0 0,161 59-478 0 0,-180-62-111 0 0,-1 1 0 0 0,0-1 1 0 0,1 1-1 0 0,-1 0 0 0 0,0 1 1 0 0,0-1-1 0 0,0 1 0 0 0,-1 0 0 0 0,1 0 1 0 0,-1 0-1 0 0,0 1 0 0 0,0-1 1 0 0,5 10-1 0 0,-7-9 3 0 0,1 1-1 0 0,-1 0 1 0 0,0 0 0 0 0,-1 0-1 0 0,1 0 1 0 0,-1 0-1 0 0,0 0 1 0 0,-1 0 0 0 0,1 11-1 0 0,-2-10 10 0 0,0 0 0 0 0,0 1 0 0 0,-1-1-1 0 0,0 0 1 0 0,0 0 0 0 0,0 0-1 0 0,-1 0 1 0 0,0 0 0 0 0,0-1-1 0 0,-1 1 1 0 0,0-1 0 0 0,0 0-1 0 0,-7 8 1 0 0,-4 3-328 0 0,0-2 0 0 0,-1 0 0 0 0,-21 16 0 0 0,26-21-383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40.0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92 6753 0 0,'-4'-3'53'0'0,"1"-1"0"0"0,0 1 0 0 0,0-1 0 0 0,1 1 0 0 0,-1-1 0 0 0,1 0 0 0 0,0 0 0 0 0,0 0 0 0 0,0 0 0 0 0,-1-5 0 0 0,1 4 43 0 0,-3-4 203 0 0,-5-8 352 0 0,10 17-619 0 0,-1-1 0 0 0,1 1 1 0 0,0 0-1 0 0,0-1 0 0 0,0 1 1 0 0,-1 0-1 0 0,1-1 0 0 0,0 1 0 0 0,0-1 1 0 0,0 1-1 0 0,0 0 0 0 0,0-1 1 0 0,0 1-1 0 0,0-1 0 0 0,0 1 1 0 0,0-1-1 0 0,0 1 0 0 0,0 0 0 0 0,0-1 1 0 0,0 1-1 0 0,0-1 0 0 0,0 1 1 0 0,1 0-1 0 0,-1-1 0 0 0,0 1 0 0 0,0 0 1 0 0,0-1-1 0 0,1 1 0 0 0,-1-1 1 0 0,0 1-1 0 0,21 18 313 0 0,-12-7-347 0 0,-1 0 0 0 0,0 1 0 0 0,0 0 0 0 0,-1 0 0 0 0,6 16 0 0 0,24 69 52 0 0,-29-75-39 0 0,35 112 40 0 0,-43-133-47 0 0,0-1-1 0 0,0 1 1 0 0,0 0 0 0 0,0-1-1 0 0,0 1 1 0 0,0-1-1 0 0,0 1 1 0 0,1-1 0 0 0,-1 1-1 0 0,0 0 1 0 0,0-1-1 0 0,1 1 1 0 0,-1-1-1 0 0,0 1 1 0 0,1-1 0 0 0,-1 1-1 0 0,1-1 1 0 0,-1 0-1 0 0,1 1 1 0 0,-1-1 0 0 0,0 1-1 0 0,1-1 1 0 0,-1 0-1 0 0,1 1 1 0 0,0-1 0 0 0,-1 0-1 0 0,1 0 1 0 0,-1 0-1 0 0,1 1 1 0 0,-1-1 0 0 0,2 0-1 0 0,-1 0 5 0 0,0-1-1 0 0,0 1 1 0 0,1-1 0 0 0,-1 1-1 0 0,0-1 1 0 0,0 1 0 0 0,0-1-1 0 0,0 0 1 0 0,0 1 0 0 0,0-1-1 0 0,0 0 1 0 0,0 0 0 0 0,1-2-1 0 0,3-3 19 0 0,0 0-1 0 0,0-1 0 0 0,6-12 1 0 0,2-14-30 0 0,-2 0 1 0 0,14-60-1 0 0,-15 51-4 0 0,16-45 0 0 0,-22 77-17 0 0,5-16-259 0 0,-11 31-319 0 0,2-5 546 0 0,-1 1 0 0 0,1 0 0 0 0,-1 0 1 0 0,1-1-1 0 0,-1 1 0 0 0,1 0 1 0 0,0 0-1 0 0,0 0 0 0 0,0 0 1 0 0,-1-1-1 0 0,1 1 0 0 0,0 0 1 0 0,0 0-1 0 0,0 0 0 0 0,0 1 0 0 0,13 56-2990 0 0,-9-50 2401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40.4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844 204 3724 0 0,'-20'-44'213'0'0,"17"36"-110"0"0,-1-1 0 0 0,1 1 0 0 0,-2-1 0 0 0,1 1 0 0 0,-1 0 0 0 0,-9-10 0 0 0,6 9 59 0 0,-2 0 1 0 0,1 0-1 0 0,-1 1 1 0 0,0 0-1 0 0,-1 0 1 0 0,0 1-1 0 0,-22-10 1 0 0,25 14-125 0 0,0 0 0 0 0,-1 0 0 0 0,1 1 0 0 0,-1 0 0 0 0,0 0 0 0 0,0 1 0 0 0,0 0 0 0 0,0 1 0 0 0,0 0 0 0 0,0 0 0 0 0,1 1 1 0 0,-12 2-1 0 0,-15 5 29 0 0,1 1 1 0 0,-1 2 0 0 0,1 2-1 0 0,1 1 1 0 0,0 1 0 0 0,1 1-1 0 0,1 3 1 0 0,1 0 0 0 0,-44 37-1 0 0,56-41 9 0 0,2 1 0 0 0,0 0 0 0 0,1 1 0 0 0,0 1-1 0 0,2 1 1 0 0,0 0 0 0 0,1 0 0 0 0,1 1 0 0 0,0 1-1 0 0,2 0 1 0 0,1 0 0 0 0,0 1 0 0 0,2 0 0 0 0,0 0 0 0 0,2 1-1 0 0,-3 23 1 0 0,7-31 21 0 0,-1 1 0 0 0,2-1-1 0 0,0 0 1 0 0,1 0 0 0 0,0 1 0 0 0,2-2 0 0 0,-1 1-1 0 0,2 0 1 0 0,0-1 0 0 0,1 1 0 0 0,0-2-1 0 0,1 1 1 0 0,0-1 0 0 0,18 24 0 0 0,-11-21-28 0 0,0 1 1 0 0,1-2 0 0 0,1 0-1 0 0,0-1 1 0 0,1-1 0 0 0,0 0 0 0 0,1-2-1 0 0,1 0 1 0 0,0 0 0 0 0,20 7-1 0 0,-7-5-36 0 0,0-2-1 0 0,1-1 0 0 0,1-1 0 0 0,-1-2 1 0 0,51 5-1 0 0,-63-11-101 0 0,-1 0 0 0 0,1-2-1 0 0,-1 0 1 0 0,0-1 0 0 0,1-2 0 0 0,-1 0 0 0 0,0-1 0 0 0,-1 0 0 0 0,1-2 0 0 0,29-14 0 0 0,-28 9-152 0 0,0-1 0 0 0,-1-1 1 0 0,0 0-1 0 0,-1-2 0 0 0,0 0 1 0 0,-2-1-1 0 0,0-1 0 0 0,-1 0 1 0 0,0-2-1 0 0,-2 1 0 0 0,0-2 1 0 0,13-27-1 0 0,-16 24 116 0 0,0 0-1 0 0,-2-1 1 0 0,0 0 0 0 0,-2-1 0 0 0,-1 0 0 0 0,-1 0 0 0 0,-1 0-1 0 0,-1-1 1 0 0,-2 0 0 0 0,0 1 0 0 0,-4-33 0 0 0,0 33 120 0 0,0 0 0 0 0,-2 1 0 0 0,-1-1 0 0 0,-14-39 0 0 0,18 59-6 0 0,-1-1 0 0 0,0 1 1 0 0,0 0-1 0 0,-1 0 0 0 0,1 0 0 0 0,-1 0 1 0 0,0 1-1 0 0,-1 0 0 0 0,0 0 1 0 0,0 0-1 0 0,0 0 0 0 0,0 1 0 0 0,0-1 1 0 0,-1 2-1 0 0,0-1 0 0 0,0 0 1 0 0,0 1-1 0 0,0 0 0 0 0,-1 1 0 0 0,1-1 1 0 0,-1 1-1 0 0,-9-1 0 0 0,-12-1-38 0 0,0 1-1 0 0,0 2 1 0 0,0 1-1 0 0,0 1 1 0 0,-50 9 0 0 0,70-8 22 0 0,0 0 0 0 0,0 1 0 0 0,0-1 0 0 0,0 2 0 0 0,0-1 0 0 0,-10 8 0 0 0,14-9-47 0 0,1 0 1 0 0,0 1-1 0 0,-1 0 1 0 0,1-1-1 0 0,1 1 1 0 0,-1 0-1 0 0,0 1 1 0 0,1-1-1 0 0,-1 0 1 0 0,1 1-1 0 0,0-1 1 0 0,0 1-1 0 0,1 0 1 0 0,-1 0-1 0 0,-1 4 1 0 0,-1 15-361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40.9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8 203 4996 0 0,'-8'-1'270'0'0,"13"-1"279"0"0,15-2-101 0 0,776-103-260 0 0,-765 101-178 0 0,23-3 39 0 0,78-24 0 0 0,-125 31-52 0 0,-4 1-6 0 0,-1 1 0 0 0,0-1-1 0 0,0 0 1 0 0,1 0 0 0 0,-1 1 0 0 0,0-1 0 0 0,0-1 0 0 0,0 1 0 0 0,0 0-1 0 0,0 0 1 0 0,0-1 0 0 0,0 1 0 0 0,2-4 0 0 0,-3 4-17 0 0,-1 1 0 0 0,0-1 0 0 0,0 1 0 0 0,0-1-1 0 0,0 1 1 0 0,0-1 0 0 0,0 1 0 0 0,0-1 0 0 0,0 1 0 0 0,0-1 0 0 0,0 1 0 0 0,0-1 0 0 0,-1 1 0 0 0,1-1 0 0 0,0 1-1 0 0,0-1 1 0 0,0 1 0 0 0,-1-1 0 0 0,1 1 0 0 0,0 0 0 0 0,0-1 0 0 0,-1 1 0 0 0,1-1 0 0 0,0 1 0 0 0,-1 0 0 0 0,1-1-1 0 0,-1 1 1 0 0,1 0 0 0 0,0-1 0 0 0,-1 1 0 0 0,1 0 0 0 0,-1 0 0 0 0,1 0 0 0 0,-1-1 0 0 0,1 1 0 0 0,-1 0 0 0 0,0 0-1 0 0,-11-6-521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41.3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6 6001 0 0,'0'0'4'0'0,"0"1"1"0"0,0-1 0 0 0,0 0 0 0 0,-1 0-1 0 0,1 0 1 0 0,0 0 0 0 0,0 1 0 0 0,-1-1 0 0 0,1 0-1 0 0,0 0 1 0 0,0 0 0 0 0,-1 0 0 0 0,1 0 0 0 0,0 0-1 0 0,0 0 1 0 0,-1 0 0 0 0,1 0 0 0 0,0 0 0 0 0,-1 0-1 0 0,1 0 1 0 0,0 0 0 0 0,0 0 0 0 0,-1 0-1 0 0,1 0 1 0 0,0 0 0 0 0,0 0 0 0 0,-1-1 0 0 0,1 1-1 0 0,0 0 1 0 0,0 0 0 0 0,-1 0 0 0 0,1 0 0 0 0,0 0-1 0 0,0-1 1 0 0,0 1 0 0 0,-1 0 0 0 0,1 0 0 0 0,0 0-1 0 0,0-1 1 0 0,0 1 0 0 0,0 0 0 0 0,-1 0-1 0 0,1-1 1 0 0,0 1 0 0 0,0 0 0 0 0,0 0 0 0 0,0-1-1 0 0,0 1 1 0 0,0 0 0 0 0,0 0 0 0 0,0-1 0 0 0,0 1-1 0 0,0 0 1 0 0,0-1 0 0 0,28 11 863 0 0,-5 2-567 0 0,35 15 1 0 0,8 4 55 0 0,-51-23-314 0 0,-1 1 0 0 0,0 0 0 0 0,0 1-1 0 0,-1 1 1 0 0,-1 0 0 0 0,0 1 0 0 0,0 0 0 0 0,13 19 0 0 0,-22-27-44 0 0,0 0 1 0 0,0 1-1 0 0,-1-1 1 0 0,1 1-1 0 0,-1 0 1 0 0,0 0-1 0 0,0 0 1 0 0,-1 0-1 0 0,1 0 1 0 0,-1 0 0 0 0,0 0-1 0 0,-1 0 1 0 0,1 1-1 0 0,-1-1 1 0 0,0 0-1 0 0,0 0 1 0 0,-1 1-1 0 0,1-1 1 0 0,-1 0-1 0 0,0 0 1 0 0,-1 0 0 0 0,1 0-1 0 0,-1 0 1 0 0,0 0-1 0 0,0 0 1 0 0,-1 0-1 0 0,1-1 1 0 0,-1 1-1 0 0,0-1 1 0 0,-4 4-1 0 0,1-1-147 0 0,-1 0 0 0 0,0 0 0 0 0,0-1 0 0 0,-1 0-1 0 0,0 0 1 0 0,-16 8 0 0 0,-9 4-521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42.1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 5116 0 0,'6'-6'29'0'0,"-6"6"-19"0"0,0-1 0 0 0,0 0-1 0 0,1 1 1 0 0,-1-1 0 0 0,0 1-1 0 0,1-1 1 0 0,-1 1 0 0 0,0 0-1 0 0,1-1 1 0 0,-1 1 0 0 0,1-1-1 0 0,-1 1 1 0 0,0 0 0 0 0,1-1-1 0 0,-1 1 1 0 0,1 0 0 0 0,0-1-1 0 0,-1 1 1 0 0,1 0 0 0 0,-1 0-1 0 0,1 0 1 0 0,-1 0 0 0 0,1-1-1 0 0,-1 1 1 0 0,1 0-1 0 0,0 0 1 0 0,-1 0 0 0 0,1 0-1 0 0,-1 0 1 0 0,1 0 0 0 0,0 0-1 0 0,-1 1 1 0 0,1-1 0 0 0,-1 0-1 0 0,1 0 1 0 0,-1 0 0 0 0,1 1-1 0 0,-1-1 1 0 0,1 0 0 0 0,-1 0-1 0 0,1 1 1 0 0,-1-1 0 0 0,1 0-1 0 0,-1 1 1 0 0,1-1 0 0 0,-1 1-1 0 0,0-1 1 0 0,1 1 0 0 0,-1-1-1 0 0,1 0 1 0 0,-1 1 0 0 0,0-1-1 0 0,0 1 1 0 0,1 0 0 0 0,-1-1-1 0 0,0 2 1 0 0,9 13 114 0 0,-1 1-1 0 0,0 0 1 0 0,-1 1 0 0 0,-1 0-1 0 0,-1 0 1 0 0,0 0 0 0 0,2 22-1 0 0,2 21 120 0 0,-3 0 0 0 0,-1 100 0 0 0,-23 123 277 0 0,0 16-199 0 0,18-183-305 0 0,20 141 0 0 0,-9-181-5 0 0,3-1 0 0 0,46 139 1 0 0,-45-167-8 0 0,-7-22 5 0 0,1 0 0 0 0,13 27 0 0 0,-18-45-1 0 0,-4-11-16 0 0,0 3 8 0 0,0 0 0 0 0,0-1-1 0 0,0 1 1 0 0,0 0-1 0 0,0-1 1 0 0,0 1-1 0 0,0 0 1 0 0,0-1 0 0 0,0 1-1 0 0,1-1 1 0 0,-1 1-1 0 0,0 0 1 0 0,1 0 0 0 0,0-3-1 0 0,3 1 0 0 0,0-1-1 0 0,0 0 1 0 0,0 1-1 0 0,1 0 1 0 0,-1 0-1 0 0,1 0 1 0 0,-1 0-1 0 0,1 1 1 0 0,0 0-1 0 0,8-3 1 0 0,56-12 14 0 0,-53 13-9 0 0,318-54-708 0 0,-10 3-106 0 0,-183 25 244 0 0,-77 19 184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42.8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92 295 4252 0 0,'-18'-11'41'0'0,"11"8"12"0"0,0 0 1 0 0,1-1-1 0 0,-1 0 0 0 0,1-1 0 0 0,0 1 1 0 0,0-1-1 0 0,0 0 0 0 0,1-1 1 0 0,-9-10-1 0 0,14 16-41 0 0,-1-1 0 0 0,1 0 1 0 0,0 0-1 0 0,-1 1 0 0 0,1-1 1 0 0,0 0-1 0 0,-1 0 0 0 0,1 0 1 0 0,0 0-1 0 0,0 1 0 0 0,0-1 1 0 0,-1 0-1 0 0,1 0 0 0 0,0 0 1 0 0,0 0-1 0 0,0 0 0 0 0,1 1 1 0 0,-1-1-1 0 0,0 0 0 0 0,0 0 1 0 0,0 0-1 0 0,1 0 0 0 0,-1 1 1 0 0,0-1-1 0 0,1 0 0 0 0,-1 0 1 0 0,1 0-1 0 0,-1 1 0 0 0,1-1 1 0 0,-1 0-1 0 0,1 1 0 0 0,-1-1 0 0 0,1 0 1 0 0,0 1-1 0 0,-1-1 0 0 0,1 1 1 0 0,0-1-1 0 0,-1 1 0 0 0,1 0 1 0 0,0-1-1 0 0,0 1 0 0 0,0 0 1 0 0,0-1-1 0 0,6-2 53 0 0,1 1-1 0 0,-1-1 1 0 0,16-2 0 0 0,-16 4-48 0 0,92-14 2 0 0,169-5 0 0 0,-159 15-38 0 0,529-24-16 0 0,-7 0 218 0 0,-2-20-105 0 0,-518 36 13 0 0,114-10 458 0 0,-225 23-535 0 0,1 0 0 0 0,-1 1 0 0 0,0-1 1 0 0,0 0-1 0 0,0 1 0 0 0,0-1 0 0 0,1 0 0 0 0,-1 1 0 0 0,0-1 0 0 0,0 0 0 0 0,0 1 0 0 0,0-1 0 0 0,0 0 0 0 0,0 1 0 0 0,0-1 0 0 0,0 1 0 0 0,0-1 0 0 0,0 0 1 0 0,0 1-1 0 0,0-1 0 0 0,0 0 0 0 0,0 1 0 0 0,-1-1 0 0 0,1 0 0 0 0,0 1 0 0 0,0-1 0 0 0,0 0 0 0 0,0 1 0 0 0,-1-1 0 0 0,1 0 0 0 0,0 0 0 0 0,0 1 0 0 0,-1-1 1 0 0,1 1-1 0 0,-14 24 13 0 0,1 0-111 0 0,6-5 106 0 0,0 0-1 0 0,2 1 1 0 0,0 0-1 0 0,1 1 0 0 0,-1 41 1 0 0,9 110 181 0 0,-3-157-168 0 0,21 408 742 0 0,25 244-530 0 0,-26-423-182 0 0,-10-143-23 0 0,-5-52-15 0 0,-1-1 1 0 0,-3 1-1 0 0,-5 67 1 0 0,2-113-27 0 0,-8 48 65 0 0,9-49-62 0 0,-1 0 1 0 0,0-1 0 0 0,0 1 0 0 0,0 0 0 0 0,0-1-1 0 0,0 1 1 0 0,-1-1 0 0 0,1 1 0 0 0,-1-1-1 0 0,1 0 1 0 0,-1 0 0 0 0,0 0 0 0 0,0 0 0 0 0,0 0-1 0 0,-4 3 1 0 0,5-4-2 0 0,-1-1 0 0 0,1 0 0 0 0,0 0 0 0 0,-1 0 0 0 0,1 0 0 0 0,-1 0 0 0 0,1 0 0 0 0,0 0 0 0 0,-1 0 0 0 0,1 0 0 0 0,0-1 0 0 0,-1 1 0 0 0,1 0 0 0 0,0-1 0 0 0,0 0 1 0 0,-1 1-1 0 0,1-1 0 0 0,0 1 0 0 0,0-1 0 0 0,0 0 0 0 0,0 0 0 0 0,0 0 0 0 0,0 0 0 0 0,0 0 0 0 0,-1-1 0 0 0,-23-28 29 0 0,5-2-41 0 0,14 23-2 0 0,1 0-1 0 0,-1 0 1 0 0,-11-12-1 0 0,14 18 1 0 0,0 0 0 0 0,0 1 0 0 0,0 0 0 0 0,0-1-1 0 0,-1 1 1 0 0,1 0 0 0 0,-1 0 0 0 0,1 1 0 0 0,-1-1-1 0 0,0 1 1 0 0,1 0 0 0 0,-1 0 0 0 0,-6-1-1 0 0,-95-8-372 0 0,-110 4 0 0 0,-33-2-196 0 0,-20-21-619 0 0,198 22 688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43.2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1 137 4192 0 0,'51'32'756'0'0,"72"34"85"0"0,192 71-1 0 0,-278-122-706 0 0,107 41 151 0 0,2-6 0 0 0,2-7 0 0 0,2-7 0 0 0,224 27 0 0 0,-364-62-262 0 0,172 14 309 0 0,-135-13-229 0 0,89-8 0 0 0,-112 3-89 0 0,0-2-1 0 0,0 0 1 0 0,0-1-1 0 0,-1-2 1 0 0,28-12-1 0 0,-34 12-18 0 0,0-1-1 0 0,-1-1 1 0 0,-1-1-1 0 0,0 0 1 0 0,0 0-1 0 0,-1-2 1 0 0,23-25-1 0 0,-24 20 5 0 0,0 0 0 0 0,-1-1 0 0 0,-1 0-1 0 0,-1-1 1 0 0,0 0 0 0 0,-2-1 0 0 0,-1 0 0 0 0,8-34-1 0 0,-3 1-6 0 0,-3-1 0 0 0,2-69 0 0 0,-11 119 3 0 0,1 2-6 0 0,-1 0 0 0 0,0-1 0 0 0,0 1-1 0 0,0 0 1 0 0,0 0 0 0 0,0 0 0 0 0,-1 0 0 0 0,1 0 0 0 0,-1 0 0 0 0,-2-6-1 0 0,0 14-99 0 0,1-1 0 0 0,-1 1 0 0 0,1-1 0 0 0,0 1 0 0 0,-3 9 0 0 0,-12 47-1039 0 0,10-36 512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43.8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18 5601 0 0,'0'0'12'0'0,"-1"-1"0"0"0,1 1 0 0 0,0-1 0 0 0,0 0 0 0 0,-1 1 1 0 0,1-1-1 0 0,0 1 0 0 0,0-1 0 0 0,0 1 0 0 0,-1-1 1 0 0,1 0-1 0 0,0 1 0 0 0,0-1 0 0 0,0 1 0 0 0,0-1 0 0 0,0 0 1 0 0,0 1-1 0 0,1-1 0 0 0,-1 1 0 0 0,0-1 0 0 0,0 1 0 0 0,0-1 1 0 0,0 0-1 0 0,1 1 0 0 0,-1-1 0 0 0,0 1 0 0 0,1-1 1 0 0,5-1 253 0 0,0 13-65 0 0,-5-2-139 0 0,0 1 0 0 0,0 0-1 0 0,-1 0 1 0 0,0 0-1 0 0,-1 0 1 0 0,-3 18 0 0 0,0 8 108 0 0,-1 43-120 0 0,3 1 0 0 0,4-1 0 0 0,13 80 0 0 0,6-87-971 0 0,-17-53 484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44.2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174 166 4192 0 0,'-14'-31'166'0'0,"7"19"5"0"0,2 1 0 0 0,0-2 0 0 0,0 1 0 0 0,-3-15 0 0 0,8 26-142 0 0,0-1-1 0 0,0 0 1 0 0,0 0-1 0 0,0 0 1 0 0,0 0-1 0 0,0 1 1 0 0,0-1 0 0 0,1 0-1 0 0,-1 0 1 0 0,1 0-1 0 0,0 1 1 0 0,-1-1-1 0 0,1 0 1 0 0,0 1-1 0 0,0-1 1 0 0,0 1-1 0 0,0-1 1 0 0,0 1 0 0 0,0-1-1 0 0,1 1 1 0 0,-1-1-1 0 0,0 1 1 0 0,1 0-1 0 0,-1 0 1 0 0,1 0-1 0 0,-1 0 1 0 0,1 0-1 0 0,0 0 1 0 0,-1 0 0 0 0,1 1-1 0 0,2-2 1 0 0,3 0 10 0 0,1-1 1 0 0,-1 1 0 0 0,0 1-1 0 0,0-1 1 0 0,1 1 0 0 0,12 0 0 0 0,-3 2-35 0 0,0 1 1 0 0,0 0-1 0 0,0 2 1 0 0,-1 0-1 0 0,1 0 1 0 0,-1 2-1 0 0,0 0 1 0 0,0 1-1 0 0,25 14 1 0 0,-39-19-5 0 0,1-1-1 0 0,-1 1 1 0 0,0-1 0 0 0,0 1 0 0 0,1 0-1 0 0,-1 0 1 0 0,0 0 0 0 0,-1 0 0 0 0,1 0 0 0 0,0 0-1 0 0,0 1 1 0 0,-1-1 0 0 0,0 1 0 0 0,1-1-1 0 0,-1 1 1 0 0,0-1 0 0 0,0 1 0 0 0,0 0-1 0 0,-1-1 1 0 0,1 1 0 0 0,0 5 0 0 0,-1-3 3 0 0,-1 0 0 0 0,0 0 0 0 0,0 0 0 0 0,0 0 0 0 0,0-1 0 0 0,-1 1 0 0 0,0 0 0 0 0,0-1 0 0 0,0 1 0 0 0,-1-1 0 0 0,-4 7 0 0 0,-1 0-35 0 0,-1-1 1 0 0,1 0 0 0 0,-2-1-1 0 0,0 0 1 0 0,0 0 0 0 0,0-1 0 0 0,-1-1-1 0 0,-1 1 1 0 0,-21 9 0 0 0,-11 3-113 0 0,-61 18 0 0 0,62-24-119 0 0,-55 9-1 0 0,82-21-148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44.5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111 174 4076 0 0,'0'0'268'0'0,"-10"15"-174"0"0,-3 1-25 0 0,6-6 321 0 0,0-1 0 0 0,0 1 0 0 0,-9 20 0 0 0,38-37-307 0 0,72-22-166 0 0,-89 27 77 0 0,0 0 1 0 0,1 0 0 0 0,-1 0 0 0 0,0 0 0 0 0,-1-1 0 0 0,1 0 0 0 0,0 0-1 0 0,-1 0 1 0 0,0-1 0 0 0,1 1 0 0 0,-1-1 0 0 0,-1 0 0 0 0,1 0 0 0 0,0 0-1 0 0,-1-1 1 0 0,0 1 0 0 0,0-1 0 0 0,-1 0 0 0 0,1 0 0 0 0,1-6 0 0 0,-3 9 2 0 0,1-2 6 0 0,-1 0 0 0 0,1 0 1 0 0,-1 0-1 0 0,-1 0 0 0 0,1 0 0 0 0,0 0 1 0 0,-1 0-1 0 0,0-1 0 0 0,0 1 0 0 0,0 0 1 0 0,-1 0-1 0 0,1 0 0 0 0,-1 0 0 0 0,0-1 1 0 0,0 1-1 0 0,0 0 0 0 0,-1 0 0 0 0,1 1 1 0 0,-1-1-1 0 0,0 0 0 0 0,0 0 0 0 0,-1 1 1 0 0,1-1-1 0 0,-1 1 0 0 0,1 0 0 0 0,-1 0 1 0 0,0 0-1 0 0,0 0 0 0 0,-4-2 0 0 0,3 1 1 0 0,0 1-1 0 0,0 0 1 0 0,0 1-1 0 0,-1-1 0 0 0,1 1 1 0 0,-1-1-1 0 0,1 1 1 0 0,-1 1-1 0 0,0-1 0 0 0,0 1 1 0 0,0 0-1 0 0,0 0 1 0 0,1 0-1 0 0,-1 0 0 0 0,-1 1 1 0 0,1 0-1 0 0,0 0 1 0 0,0 1-1 0 0,0-1 1 0 0,0 1-1 0 0,1 0 0 0 0,-1 0 1 0 0,0 1-1 0 0,-6 2 1 0 0,4 0 11 0 0,1 0 1 0 0,-1 1-1 0 0,1 0 1 0 0,0 0-1 0 0,0 0 1 0 0,0 1 0 0 0,1-1-1 0 0,-1 2 1 0 0,1-1-1 0 0,1 0 1 0 0,0 1 0 0 0,0 0-1 0 0,0 0 1 0 0,0 0-1 0 0,1 1 1 0 0,1-1-1 0 0,-1 1 1 0 0,1-1 0 0 0,-2 16-1 0 0,2-8 53 0 0,1 0-1 0 0,0 0 1 0 0,1 0 0 0 0,1 0-1 0 0,0 0 1 0 0,1-1-1 0 0,1 1 1 0 0,0 0-1 0 0,10 24 1 0 0,-9-29-95 0 0,1 0 1 0 0,0 0-1 0 0,0-1 1 0 0,1 0-1 0 0,1 0 0 0 0,-1-1 1 0 0,1 1-1 0 0,1-1 0 0 0,0-1 1 0 0,0 0-1 0 0,0 0 1 0 0,1 0-1 0 0,0-1 0 0 0,0 0 1 0 0,1-1-1 0 0,-1 0 1 0 0,1 0-1 0 0,0-1 0 0 0,1-1 1 0 0,-1 0-1 0 0,1 0 1 0 0,13 2-1 0 0,7-1-554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44.8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82 5513 0 0,'-5'-11'71'0'0,"3"9"756"0"0,6 5-763 0 0,9 7-69 0 0,-10-7-60 0 0,10 16 5 0 0,43 60 52 0 0,-51-72-4 0 0,-1-1 0 0 0,0 1-1 0 0,0 0 1 0 0,-1 0 0 0 0,1 1-1 0 0,2 8 1 0 0,0 4-66 0 0,-3-13 85 0 0,0 0 1 0 0,-1 0-1 0 0,0 0 1 0 0,0 1-1 0 0,-1-1 1 0 0,0 1-1 0 0,0 0 1 0 0,0-1-1 0 0,-2 16 1 0 0,1-22-5 0 0,0 0-1 0 0,0-1 1 0 0,0 1 0 0 0,-1 0 0 0 0,1 0-1 0 0,0 0 1 0 0,0 0 0 0 0,0-1-1 0 0,-1 1 1 0 0,1 0 0 0 0,0 0 0 0 0,-1 0-1 0 0,1-1 1 0 0,-1 1 0 0 0,1 0-1 0 0,-1-1 1 0 0,1 1 0 0 0,-1 0 0 0 0,1-1-1 0 0,-2 2 1 0 0,1-2-3 0 0,1 0 1 0 0,-1 0-1 0 0,0 0 0 0 0,1 0 1 0 0,-1 0-1 0 0,1 0 0 0 0,-1 0 1 0 0,0 0-1 0 0,1 0 0 0 0,-1 0 0 0 0,1 0 1 0 0,-1 0-1 0 0,0 0 0 0 0,1-1 1 0 0,-1 1-1 0 0,1 0 0 0 0,-1 0 1 0 0,1-1-1 0 0,-1 1 0 0 0,1 0 1 0 0,-2-1-1 0 0,0-1-4 0 0,-1-1 0 0 0,0 1 1 0 0,1-1-1 0 0,-1 1 0 0 0,1-1 0 0 0,0 0 1 0 0,-4-6-1 0 0,2 0-2 0 0,0-1 1 0 0,1 0-1 0 0,0 0 1 0 0,1 0-1 0 0,0 0 1 0 0,0-1 0 0 0,1 1-1 0 0,0 0 1 0 0,1-1-1 0 0,1 1 1 0 0,1-16-1 0 0,0 12-10 0 0,1 0 1 0 0,0 0-1 0 0,1 1 1 0 0,1-1-1 0 0,0 1 0 0 0,1 0 1 0 0,13-22-1 0 0,-16 31 8 0 0,0 0 0 0 0,0 0 0 0 0,0 1 0 0 0,0 0 0 0 0,1 0 0 0 0,-1 0 0 0 0,1 0 0 0 0,0 0 0 0 0,0 1 0 0 0,0-1 0 0 0,0 1 0 0 0,6-2 0 0 0,6-1-157 0 0,0 0 0 0 0,18-3 0 0 0,-9 3-310 0 0,-7-1-18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45.2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73 132 3608 0 0,'2'-7'128'0'0,"0"-1"-1"0"0,0 0 0 0 0,-1 0 1 0 0,0 0-1 0 0,-1 0 1 0 0,0 0-1 0 0,0 0 0 0 0,-1 0 1 0 0,0 0-1 0 0,0 0 1 0 0,-1 0-1 0 0,0 1 0 0 0,0-1 1 0 0,-5-9-1 0 0,7 17-118 0 0,0-1 0 0 0,0 1 0 0 0,0 0 0 0 0,0 0 0 0 0,0 0 0 0 0,0-1 0 0 0,0 1 0 0 0,-1 0 0 0 0,1 0 0 0 0,0 0 0 0 0,0 0 0 0 0,0-1 0 0 0,0 1 0 0 0,0 0 0 0 0,0 0 1 0 0,-1 0-1 0 0,1 0 0 0 0,0 0 0 0 0,0-1 0 0 0,0 1 0 0 0,-1 0 0 0 0,1 0 0 0 0,0 0 0 0 0,0 0 0 0 0,0 0 0 0 0,0 0 0 0 0,-1 0 0 0 0,1 0 0 0 0,0 0 0 0 0,0 0 0 0 0,-1 0 0 0 0,1 0 0 0 0,0 0 0 0 0,0 0 0 0 0,0 0 0 0 0,-1 0 0 0 0,1 0 0 0 0,-7 8 115 0 0,-5 17-88 0 0,11-20 15 0 0,-7 17-2 0 0,1 0 0 0 0,1 0 0 0 0,2 0 0 0 0,0 1 0 0 0,1 0 0 0 0,1 44 0 0 0,4-1 182 0 0,13 73 1 0 0,8 16 107 0 0,-3-37-223 0 0,6 192 0 0 0,-26-307-126 0 0,0-1 0 0 0,0 0-1 0 0,0 1 1 0 0,0-1 0 0 0,-1 0 0 0 0,1 1 0 0 0,-1-1-1 0 0,1 0 1 0 0,-2 4 0 0 0,2-6 6 0 0,0 0-1 0 0,0 0 1 0 0,-1 0-1 0 0,1 0 1 0 0,0 0-1 0 0,0 0 1 0 0,0 1-1 0 0,0-1 1 0 0,-1 0-1 0 0,1 0 1 0 0,0 0-1 0 0,0 0 1 0 0,0 0 0 0 0,-1 0-1 0 0,1 0 1 0 0,0 0-1 0 0,0 0 1 0 0,0 0-1 0 0,0 0 1 0 0,-1 0-1 0 0,1 0 1 0 0,0 0-1 0 0,0 0 1 0 0,0 0-1 0 0,-1 0 1 0 0,1 0-1 0 0,0 0 1 0 0,0 0-1 0 0,0 0 1 0 0,-1-1 0 0 0,1 1-1 0 0,0 0 1 0 0,0 0-1 0 0,0 0 1 0 0,0 0-1 0 0,-12-12-129 0 0,4-1 76 0 0,0 0 0 0 0,1-1 0 0 0,0 1 0 0 0,1-1 0 0 0,0 0 0 0 0,1-1 0 0 0,1 1 0 0 0,1-1 0 0 0,-3-16 0 0 0,2-10-54 0 0,0 0 1 0 0,4-45-1 0 0,7-50 147 0 0,50-259 0 0 0,-57 392 13 0 0,1-1 0 0 0,0 0 0 0 0,1 1-1 0 0,-1-1 1 0 0,1 0 0 0 0,-1 1 0 0 0,1 0 0 0 0,0-1 0 0 0,5-5 0 0 0,-5 10-30 0 0,0 0 1 0 0,0-1 0 0 0,1 1 0 0 0,-1 0 0 0 0,0 0 0 0 0,0 0-1 0 0,0 0 1 0 0,0 1 0 0 0,0-1 0 0 0,0 0 0 0 0,2 3 0 0 0,-3-3-3 0 0,8 7-32 0 0,0 0 1 0 0,-1 0 0 0 0,0 1 0 0 0,0 0 0 0 0,-1 1 0 0 0,0-1-1 0 0,-1 1 1 0 0,0 1 0 0 0,-1-1 0 0 0,0 1 0 0 0,0 0 0 0 0,-1 0-1 0 0,-1 0 1 0 0,0 1 0 0 0,2 11 0 0 0,-4-18 3 0 0,-1 1 0 0 0,0-1 0 0 0,0 0 0 0 0,-1 0 0 0 0,1 0 0 0 0,-1 0-1 0 0,0 1 1 0 0,0-1 0 0 0,-1-1 0 0 0,0 1 0 0 0,0 0 0 0 0,0 0 0 0 0,0 0 0 0 0,-1-1 0 0 0,1 0 0 0 0,-1 1 0 0 0,0-1 0 0 0,-7 6 0 0 0,-15 10-696 0 0,16-14 91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45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39 143 6881 0 0,'-31'18'19'0'0,"30"-18"-14"0"0,1 0 1 0 0,-1 1 0 0 0,1-1 0 0 0,-1 0-1 0 0,1 1 1 0 0,-1-1 0 0 0,1 1 0 0 0,0-1-1 0 0,-1 1 1 0 0,1-1 0 0 0,-1 1 0 0 0,1-1-1 0 0,0 1 1 0 0,0-1 0 0 0,-1 1 0 0 0,1-1-1 0 0,0 1 1 0 0,0 0 0 0 0,-1 0 0 0 0,2 0 3 0 0,-1-1 1 0 0,1 1 0 0 0,-1-1 0 0 0,0 1 0 0 0,1-1-1 0 0,-1 1 1 0 0,1-1 0 0 0,0 0 0 0 0,-1 1-1 0 0,1-1 1 0 0,-1 0 0 0 0,1 1 0 0 0,-1-1-1 0 0,1 0 1 0 0,0 0 0 0 0,-1 1 0 0 0,1-1-1 0 0,0 0 1 0 0,-1 0 0 0 0,1 0 0 0 0,0 0-1 0 0,-1 0 1 0 0,1 0 0 0 0,1 0 0 0 0,24 1 123 0 0,48-4 1 0 0,-30 0-66 0 0,444-36 141 0 0,-267 18-197 0 0,101-8-21 0 0,495-40-673 0 0,-582 55 151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47.5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1207 1 4696 0 0,'-23'0'48'0'0,"0"0"-1"0"0,0 2 1 0 0,1 1-1 0 0,-1 1 1 0 0,1 1-1 0 0,-1 1 1 0 0,1 1-1 0 0,1 0 0 0 0,0 2 1 0 0,0 1-1 0 0,0 0 1 0 0,-36 27-1 0 0,22-10 48 0 0,2 1-1 0 0,1 2 1 0 0,2 2-1 0 0,-40 51 1 0 0,-88 156 118 0 0,67-70-141 0 0,-74 196 1 0 0,-18 136-65 0 0,159-412 40 0 0,3 1 0 0 0,4 0 0 0 0,-8 166 0 0 0,26-100 166 0 0,7 0 0 0 0,7-1-1 0 0,42 182 1 0 0,54 155-298 0 0,-60-272 143 0 0,4 14-34 0 0,-36-169-33 0 0,40 95-1 0 0,-47-135 7 0 0,0-1-1 0 0,2-1 1 0 0,0 0 0 0 0,2-1 0 0 0,0 0-1 0 0,2-2 1 0 0,0 0 0 0 0,29 24 0 0 0,-31-30 0 0 0,1-2 1 0 0,1 0-1 0 0,0 0 1 0 0,0-2-1 0 0,1-1 0 0 0,0 0 1 0 0,1-1-1 0 0,0-1 1 0 0,0-1-1 0 0,0-1 1 0 0,27 4-1 0 0,4-6 2 0 0,-35-2-2 0 0,0 0 0 0 0,0 0 0 0 0,18 6 0 0 0,-32-7 2 0 0,-1 0 0 0 0,1 1 0 0 0,0-1 0 0 0,-1 1 0 0 0,1 0 0 0 0,0 0 0 0 0,-1-1-1 0 0,1 1 1 0 0,-1 0 0 0 0,1 0 0 0 0,-1 1 0 0 0,0-1 0 0 0,1 0 0 0 0,-1 0 0 0 0,0 1 0 0 0,0-1 0 0 0,0 0-1 0 0,0 1 1 0 0,0-1 0 0 0,1 4 0 0 0,-1-3 2 0 0,0 1-1 0 0,-1-1 1 0 0,0 1-1 0 0,0-1 1 0 0,1 1 0 0 0,-1-1-1 0 0,-1 1 1 0 0,1-1-1 0 0,0 1 1 0 0,-1-1 0 0 0,1 1-1 0 0,-1-1 1 0 0,-1 3-1 0 0,-2 6-3 0 0,-1-1-1 0 0,-1 0 0 0 0,1 0 0 0 0,-2-1 0 0 0,-8 12 1 0 0,-46 51 7 0 0,-2-2-1 0 0,-74 61 1 0 0,69-77 40 0 0,-102 62-1 0 0,75-54-103 0 0,91-59 49 0 0,-19 10-58 0 0,22-12 65 0 0,0-1 0 0 0,0 0 1 0 0,0 1-1 0 0,0-1 0 0 0,0 0 0 0 0,0 0 0 0 0,0 0 0 0 0,0 0 0 0 0,0 0 0 0 0,0 0 0 0 0,0 0 0 0 0,-1 0 0 0 0,1 0 0 0 0,0-1 1 0 0,0 1-1 0 0,0 0 0 0 0,0-1 0 0 0,0 1 0 0 0,0 0 0 0 0,-1-1 0 0 0,2 1 2 0 0,0-1 1 0 0,0 1-1 0 0,0 0 0 0 0,0 0 0 0 0,0 0 1 0 0,0 0-1 0 0,0 0 0 0 0,-1 0 0 0 0,1 0 1 0 0,0 0-1 0 0,0 0 0 0 0,0 0 1 0 0,0 0-1 0 0,0 0 0 0 0,0 0 0 0 0,0 0 1 0 0,0-1-1 0 0,0 1 0 0 0,-1 0 0 0 0,1 0 1 0 0,0 0-1 0 0,0 0 0 0 0,0 0 1 0 0,0 0-1 0 0,0 0 0 0 0,0 0 0 0 0,0-1 1 0 0,0 1-1 0 0,0 0 0 0 0,0 0 0 0 0,0 0 1 0 0,0 0-1 0 0,0 0 0 0 0,0 0 1 0 0,0-1-1 0 0,0 1 0 0 0,0 0 0 0 0,0 0 1 0 0,0 0-1 0 0,0 0 0 0 0,0 0 0 0 0,0 0 1 0 0,0 0-1 0 0,0-1 0 0 0,0 1 1 0 0,1 0-1 0 0,-1 0 0 0 0,0 0 0 0 0,7-3-18 0 0,8 0-95 0 0,15 5-759 0 0,-19 0 380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4-25T09:34:48.2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55 3784 0 0,'0'-3'36'0'0,"1"0"-1"0"0,-1 0 0 0 0,0 1 0 0 0,1-1 0 0 0,0 0 1 0 0,0 1-1 0 0,0-1 0 0 0,0 0 0 0 0,0 1 0 0 0,0-1 1 0 0,1 1-1 0 0,-1 0 0 0 0,1-1 0 0 0,-1 1 0 0 0,4-3 1 0 0,-3 4-3 0 0,1-1 1 0 0,-1 1 0 0 0,1 0-1 0 0,-1 0 1 0 0,1 0-1 0 0,0 0 1 0 0,-1 1 0 0 0,1-1-1 0 0,0 1 1 0 0,-1-1 0 0 0,1 1-1 0 0,0 0 1 0 0,0 0 0 0 0,0 0-1 0 0,4 1 1 0 0,44 5 126 0 0,1 2 0 0 0,-1 2 0 0 0,55 20 0 0 0,144 67 325 0 0,-213-79-400 0 0,0 2 0 0 0,-1 2 1 0 0,-1 1-1 0 0,-1 1 1 0 0,-2 3-1 0 0,0 0 0 0 0,-2 2 1 0 0,28 34-1 0 0,-19-15 3 0 0,-2 2 0 0 0,-2 1 1 0 0,-3 1-1 0 0,48 105 0 0 0,130 409 235 0 0,-168-420 79 0 0,42 299 0 0 0,-69-317-215 0 0,-6 0 0 0 0,-6 1 1 0 0,-17 172-1 0 0,6-238-83 0 0,-2-1 0 0 0,-3 0 0 0 0,-2-1-1 0 0,-4 0 1 0 0,-2-2 0 0 0,-2 0 0 0 0,-3-1-1 0 0,-61 98 1 0 0,30-74 23 0 0,-3-3 0 0 0,-126 129-1 0 0,147-171-121 0 0,-3-2 0 0 0,0-2-1 0 0,-3-2 1 0 0,0-2 0 0 0,-2-2-1 0 0,-1-1 1 0 0,-67 24 0 0 0,77-33 1 0 0,-28 9 138 0 0,61-25-92 0 0,-1 1 0 0 0,-1-1 0 0 0,1 0 0 0 0,0 0 0 0 0,0-1 0 0 0,0 0 0 0 0,0 0 0 0 0,0 0 0 0 0,-8-2 0 0 0,13 2-41 0 0,-1-1 1 0 0,1 1-1 0 0,-1-1 0 0 0,1 1 0 0 0,-1-1 0 0 0,1 0 0 0 0,0 0 0 0 0,-1 0 0 0 0,1 1 0 0 0,0-1 0 0 0,0 0 0 0 0,0-1 1 0 0,0 1-1 0 0,0 0 0 0 0,0 0 0 0 0,0 0 0 0 0,0-1 0 0 0,0 1 0 0 0,0 0 0 0 0,0-1 0 0 0,1 1 0 0 0,-1-1 1 0 0,1 1-1 0 0,-1-1 0 0 0,1 1 0 0 0,0-1 0 0 0,-1 1 0 0 0,1-1 0 0 0,0 1 0 0 0,0-1 0 0 0,0 1 0 0 0,0-1 0 0 0,0 1 1 0 0,1-1-1 0 0,0-2 0 0 0,0 0-29 0 0,0 4-117 0 0,-1-1 1 0 0,0 0-1 0 0,1 1 1 0 0,-1-1-1 0 0,0 0 1 0 0,0 1-1 0 0,1-1 1 0 0,-1 0-1 0 0,0 1 1 0 0,0-1-1 0 0,0 0 1 0 0,0 0-1 0 0,0 1 1 0 0,0-1-1 0 0,0 0 1 0 0,0-1 0 0 0,-4-4-787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10.0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24575,'3'0'0,"13"3"0,4 20 0,2 21 0,-3 28 0,-4 21 0,-6 3 0,-4 1 0,-2-12 0,-2-9 0,1-11 0,2-13 0,-1-13 0,-1-15 0,3-19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11.32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0 171 24575,'1'-5'0,"1"1"0,0-1 0,0 0 0,0 1 0,0 0 0,1 0 0,0 0 0,0 0 0,0 0 0,0 0 0,6-4 0,-5 3 0,4-5 0,1 2 0,0 0 0,0 0 0,0 0 0,1 1 0,0 1 0,1-1 0,-1 2 0,1-1 0,0 2 0,1-1 0,-1 2 0,1-1 0,17-2 0,18-1 0,-1 2 0,1 3 0,-1 1 0,1 2 0,67 10 0,-108-10 0,0 0 0,0 1 0,0-1 0,-1 1 0,1 0 0,-1 1 0,1-1 0,-1 1 0,0 0 0,0 0 0,0 1 0,0-1 0,-1 1 0,1 0 0,-1 1 0,0-1 0,0 1 0,-1 0 0,1-1 0,-1 2 0,0-1 0,0 0 0,-1 1 0,0-1 0,0 1 0,0-1 0,-1 1 0,2 11 0,0 6 0,0 1 0,-2 0 0,-1 0 0,-1-1 0,-1 1 0,-1-1 0,-1 1 0,-2-1 0,0 0 0,-1-1 0,-15 33 0,-4 1 0,-3-2 0,-2-2 0,-46 60 0,58-86 0,0 0 0,-2-2 0,-1 0 0,-1-2 0,-1 0 0,-1-2 0,-49 31 0,73-50 0,-1-1 0,0 1 0,1 0 0,-1 0 0,1 0 0,-1 0 0,1 0 0,0 1 0,0-1 0,-1 0 0,1 0 0,0 1 0,0-1 0,-1 3 0,2-3 0,0-1 0,0 1 0,0-1 0,0 0 0,0 1 0,0-1 0,0 0 0,0 1 0,0-1 0,1 0 0,-1 1 0,0-1 0,0 0 0,0 0 0,1 1 0,-1-1 0,0 0 0,0 0 0,1 1 0,-1-1 0,0 0 0,1 0 0,-1 0 0,0 1 0,1-1 0,-1 0 0,1 0 0,21 6 0,62 1 0,122-5 0,-121-2 0,234-3-1365,-284 3-5461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13.80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24575,'3'9'0,"1"10"0,0 20 0,5 21 0,5 30 0,-1 30 0,7 32 0,1 27 0,-4 21-866,-5 7 866,-4-13 0,-4-24 0,-2-34 0,-2-35 0,-9-34 0,-8-37 0,1-25-7325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14.45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 0 24575,'0'10'0,"0"5"0,-3 4 0,-2 5 0,-2 4 0,0-2-8191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14.91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24575,'6'3'0,"12"5"0,23 6 0,13 8 0,2 5 0,-5-1 0,-8-5 0,-9-6 0,-6-6 0,-8-4-8191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23.9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22 124 24575,'-1'-10'0,"0"-1"0,0 1 0,-6-17 0,4 19 0,1 0 0,1 0 0,-1 0 0,1 0 0,1 0 0,0-10 0,-2 59 0,2 1 0,7 57 0,-4-59 0,15 133-682,63 268-1,-70-398-6143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26.05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89 500 24575,'1'0'0,"1"0"0,-1-1 0,0 1 0,0-1 0,0 1 0,1-1 0,-1 0 0,0 1 0,0-1 0,0 0 0,0 0 0,0 0 0,0 0 0,-1 0 0,1 0 0,0 0 0,0 0 0,-1 0 0,1 0 0,0 0 0,-1-1 0,1-1 0,9-28 0,-9 29 0,-1 0 0,1 0 0,-1 0 0,0 0 0,0 0 0,0 0 0,0 0 0,0 0 0,0 0 0,0 0 0,-1 0 0,1 0 0,-1 0 0,0 0 0,1 0 0,-1 1 0,0-1 0,0 0 0,0 0 0,-2-1 0,3 2 0,-1 1 0,1-1 0,-1 1 0,0-1 0,1 1 0,-1 0 0,0-1 0,0 1 0,1 0 0,-1-1 0,0 1 0,0 0 0,0 0 0,1 0 0,-1 0 0,0 0 0,0 0 0,0 0 0,1 0 0,-2 0 0,0 1 0,0-1 0,0 1 0,0 0 0,0 0 0,0 0 0,1 0 0,-1 0 0,0 0 0,1 0 0,-1 1 0,-1 0 0,-4 6 0,0 0 0,1 0 0,0 1 0,0 0 0,1 0 0,0 0 0,1 0 0,-1 1 0,2 0 0,-5 19 0,4-10 0,0 0 0,2 1 0,0-1 0,2 39 0,2-39 0,0 0 0,1 0 0,1-1 0,9 24 0,-11-36 0,0 1 0,1-1 0,0 0 0,0 0 0,0 0 0,1 0 0,0 0 0,0-1 0,1 0 0,-1 1 0,1-2 0,0 1 0,0-1 0,1 1 0,6 3 0,-8-7 0,0 1 0,0-1 0,0 0 0,0 0 0,1 0 0,-1-1 0,0 1 0,0-1 0,1 0 0,-1 0 0,0-1 0,0 1 0,0-1 0,1 0 0,-1 0 0,0 0 0,0-1 0,0 1 0,0-1 0,-1 0 0,1 0 0,5-4 0,-1 0 0,0 0 0,-1-1 0,0 1 0,0-1 0,0-1 0,-1 1 0,0-1 0,9-16 0,-6 6 0,-2 0 0,0-1 0,-1-1 0,0 1 0,-2-1 0,0 0 0,-1 0 0,-1-26 0,-1 6 0,-3-1 0,-1 1 0,-10-47 0,3 37 0,-2 1 0,-3 0 0,-1 1 0,-42-83 0,57 129 0,-1-3 0,-1-1 0,0 1 0,-1 0 0,1 0 0,-1 0 0,0 0 0,-5-5 0,9 10 0,-1 0 0,1 0 0,0 0 0,0 0 0,0 0 0,0 0 0,0 0 0,-1 0 0,1 0 0,0 0 0,0 0 0,0 0 0,0-1 0,0 1 0,-1 0 0,1 0 0,0 0 0,0 0 0,0 0 0,0 1 0,-1-1 0,1 0 0,0 0 0,0 0 0,0 0 0,0 0 0,0 0 0,-1 0 0,1 0 0,0 0 0,0 0 0,0 0 0,0 0 0,0 0 0,0 1 0,-1-1 0,1 0 0,0 0 0,0 0 0,0 0 0,0 0 0,0 0 0,0 1 0,0-1 0,0 0 0,0 0 0,0 0 0,0 0 0,0 1 0,0-1 0,0 0 0,0 0 0,0 0 0,0 0 0,0 0 0,0 1 0,0-1 0,0 0 0,0 0 0,0 0 0,0 0 0,0 1 0,0-1 0,1 13 0,11 46 0,3-2 0,3 1 0,28 63 0,-20-53 0,50 141-1365,-64-172-5461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26.42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0 303 24575,'14'0'0,"0"-1"0,0 0 0,0-1 0,-1 0 0,1-1 0,-1-1 0,0 0 0,14-6 0,-22 8 0,-1 0 0,0 0 0,0-1 0,0 0 0,0 0 0,0 0 0,0 0 0,-1 0 0,1-1 0,-1 0 0,0 1 0,0-1 0,0 0 0,-1 0 0,0-1 0,1 1 0,-2-1 0,1 1 0,0-1 0,-1 1 0,0-1 0,0 0 0,0 0 0,-1 0 0,1 1 0,-1-6 0,-1 0 0,0 1 0,-1 0 0,0 0 0,0 0 0,-1 1 0,0-1 0,-1 0 0,0 1 0,0 0 0,-1 0 0,0 0 0,0 1 0,-1-1 0,0 1 0,0 0 0,0 1 0,-1 0 0,-14-10 0,20 15 0,0 0 0,-1 1 0,1-1 0,0 0 0,-1 1 0,1-1 0,0 1 0,-1-1 0,1 1 0,-1 0 0,1 0 0,-1 0 0,1-1 0,-1 1 0,1 1 0,-1-1 0,1 0 0,-1 0 0,1 1 0,-1-1 0,-2 1 0,2 1 0,1-1 0,-1 0 0,0 1 0,0-1 0,1 1 0,-1 0 0,0-1 0,1 1 0,0 0 0,-1 0 0,1 0 0,-1 4 0,-2 3 0,0 1 0,1 0 0,1 0 0,0 0 0,-1 12 0,1 1 0,1 0 0,1 0 0,1 0 0,1 0 0,6 28 0,-4-35 0,0-1 0,1 1 0,0-1 0,1 0 0,1 0 0,0-1 0,1 0 0,13 18 0,-17-27-151,1 0-1,-1-1 0,1 1 0,0-1 1,1 0-1,-1 0 0,0-1 1,11 6-1,11 1-6674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26.79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48 71 24575,'-11'-13'0,"9"10"0,1 1 0,-1 0 0,0-1 0,0 1 0,0 0 0,0 0 0,0 0 0,-1 1 0,1-1 0,-5-2 0,7 4 0,0 0 0,0 0 0,-1 0 0,1-1 0,0 1 0,0 0 0,-1 0 0,1 0 0,0 0 0,0 0 0,-1 0 0,1 0 0,0 0 0,0 0 0,-1 0 0,1 0 0,0 0 0,0 1 0,-1-1 0,1 0 0,0 0 0,0 0 0,0 0 0,-1 0 0,1 0 0,0 0 0,0 1 0,0-1 0,-1 0 0,1 0 0,0 0 0,0 1 0,0-1 0,0 0 0,-1 0 0,0 12 0,6 16 0,-4-25 0,20 77 0,4-1 0,49 104 0,-64-168 0,-10-15 0,0 0 0,1 0 0,-1 0 0,0 0 0,0 0 0,1 0 0,-1-1 0,0 1 0,0 0 0,1 0 0,-1 0 0,0 0 0,0-1 0,0 1 0,0 0 0,1 0 0,-1-1 0,0 1 0,0 0 0,0 0 0,0-1 0,0 1 0,0 0 0,1 0 0,-1-1 0,0 1 0,0 0 0,0 0 0,0-1 0,0 1 0,0 0 0,0-1 0,0 1 0,0-41 0,0 31 0,-1-63 0,-1 35 0,1 0 0,2 0 0,2 0 0,13-64 0,-15 97 0,1 1 0,-1-1 0,1 1 0,0-1 0,0 1 0,1 0 0,2-5 0,-4 8 0,0 1 0,-1-1 0,1 0 0,0 1 0,-1-1 0,1 0 0,0 1 0,0-1 0,0 1 0,0-1 0,-1 1 0,1-1 0,0 1 0,0 0 0,0-1 0,0 1 0,0 0 0,0 0 0,0 0 0,0 0 0,0 0 0,0 0 0,0 0 0,0 0 0,0 0 0,0 0 0,0 0 0,0 1 0,0-1 0,0 0 0,0 1 0,-1-1 0,1 1 0,0-1 0,0 1 0,0-1 0,0 1 0,-1 0 0,2 1 0,4 3 0,-1 1 0,0 0 0,0 0 0,-1 0 0,1 1 0,-1-1 0,6 15 0,18 54 0,-27-71 0,36 124 327,12 36-2019,-38-137-5134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26.97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13 24575,'0'-7'0,"0"2"0,0 4 0,0 9 0,3 9 0,1 11 0,3 11 0,1 10 0,1 6 0,3 7 0,2 2 0,2-1 0,1 1 0,1-3 0,1-7 0,-3-8 0,-5-13-8191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27.29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0 141 24575,'11'0'0,"0"-2"0,0 1 0,0-1 0,20-7 0,52-23 0,-28 11 0,-3 3 0,-22 9 0,54-25 0,-73 27 0,-10 7 0,0-1 0,-1 1 0,1-1 0,0 1 0,0-1 0,0 1 0,-1-1 0,1 1 0,0 0 0,0-1 0,0 1 0,0 0 0,0 0 0,0 0 0,0 0 0,1 0 0,-1 0 0,0 1 0,0 0 0,0 0 0,-1 0 0,1 0 0,0 0 0,-1 0 0,1 1 0,0-1 0,-1 0 0,0 0 0,1 0 0,-1 1 0,1-1 0,-1 0 0,0 2 0,20 65 1,37 84 0,-28-81-1368,-17-39-5459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27.44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48 147 24575,'-3'-6'0,"-4"-11"0,-1-10 0,-3-2 0,2 0 0,1 8 0,6 7 0,3 10 0,4 9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27.75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140 248 24575,'-1'-8'0,"-1"0"0,0 0 0,-1 1 0,0-1 0,0 1 0,0-1 0,-1 1 0,0 0 0,0 1 0,-9-10 0,-4-11 0,-48-92 0,65 118 0,0 0 0,-1 0 0,1 0 0,-1 1 0,1-1 0,-1 0 0,1 1 0,-1-1 0,0 0 0,1 1 0,-1-1 0,0 1 0,1-1 0,-1 1 0,0-1 0,0 1 0,0-1 0,1 1 0,-1 0 0,1 1 0,0-1 0,-1 0 0,1 0 0,0 1 0,0-1 0,-1 0 0,1 0 0,0 1 0,0-1 0,0 0 0,0 1 0,-1-1 0,1 0 0,0 1 0,0-1 0,0 0 0,0 1 0,0-1 0,0 0 0,0 1 0,0-1 0,0 0 0,0 1 0,0 0 0,3 33 0,98 408 0,59 248-1365,-147-637-5461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28.08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0 134 24575,'31'6'0,"-5"1"0,-5-5 0,1-1 0,-1-1 0,0-1 0,1 0 0,38-10 0,-46 8 0,-1-1 0,0 0 0,0-1 0,0-1 0,0 0 0,-1 0 0,0-1 0,0-1 0,-1 0 0,11-10 0,1-11 0,-22 28 0,-1 0 0,1 0 0,0-1 0,0 1 0,-1 0 0,1-1 0,-1 1 0,1 0 0,-1-1 0,0 1 0,1-1 0,-1 1 0,0 0 0,0-1 0,0 1 0,0-1 0,0 1 0,0-1 0,-1 1 0,1-1 0,-1-1 0,1 3 0,0 0 0,-1 0 0,1 0 0,0 1 0,-1-1 0,1 0 0,0 0 0,0 0 0,-1 0 0,1 1 0,0-1 0,0 0 0,0 0 0,-1 1 0,1-1 0,0 0 0,0 0 0,0 1 0,0-1 0,-1 0 0,1 0 0,0 1 0,0-1 0,0 0 0,0 1 0,0-1 0,0 0 0,0 1 0,0-1 0,0 0 0,0 0 0,0 1 0,0-1 0,0 0 0,0 1 0,0-1 0,-2 18 0,4 9 0,1 1 0,1 0 0,11 35 0,30 80 0,-36-117 0,-2-7-682,15 31-1,-9-29-6143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28.22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53 24 24575,'-3'-4'0,"-2"-3"0,-2-1 0,0 4 0,1 9 0,-2 6 0,1 8 0,2 4 0,1-2-8191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28.47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141 138 24575,'0'-15'0,"0"-1"0,-2 1 0,-3-19 0,5 31 0,-1 1 0,1-1 0,-1 0 0,0 0 0,0 0 0,0 1 0,0-1 0,-1 0 0,1 1 0,-1-1 0,1 1 0,-1-1 0,0 1 0,0 0 0,0 0 0,0 0 0,-1 0 0,1 0 0,0 1 0,-1-1 0,1 1 0,-1-1 0,0 1 0,-2-1 0,3 1 0,0 1 0,1 0 0,-1 0 0,0 0 0,1 0 0,-1 0 0,0 0 0,1 0 0,-1 0 0,0 1 0,1-1 0,-1 1 0,0-1 0,1 1 0,-1 0 0,1-1 0,-1 1 0,1 0 0,-2 1 0,0 1 0,0-1 0,1 1 0,-1 0 0,1 0 0,-1 0 0,1 1 0,0-1 0,-1 4 0,-3 7 0,0-1 0,2 2 0,-5 17 0,7-19 34,0 1 1,1-1-1,0 0 0,1 1 0,0-1 0,1 1 0,1-1 0,0 0 0,5 17 1,-4-20-167,0-1 1,1 1 0,0-1-1,0 0 1,1 0 0,0 0 0,0-1-1,1 1 1,0-2 0,1 1 0,0 0-1,14 11 1,4-3-6695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29.08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169 572 24575,'0'-5'0,"0"1"0,-1 0 0,1-1 0,-1 1 0,0 0 0,0 0 0,-1-1 0,1 1 0,-1 0 0,0 0 0,0 1 0,0-1 0,-1 0 0,1 1 0,-1-1 0,0 1 0,0 0 0,0 0 0,-5-4 0,6 6 0,0-1 0,-1 1 0,1 0 0,-1-1 0,1 1 0,-1 0 0,0 1 0,1-1 0,-1 0 0,0 1 0,0-1 0,0 1 0,1 0 0,-1 0 0,0 0 0,0 1 0,0-1 0,1 1 0,-1-1 0,0 1 0,1 0 0,-1 0 0,0 0 0,1 0 0,-1 0 0,1 1 0,0-1 0,-1 1 0,1 0 0,-4 3 0,2 0 0,0-1 0,0 1 0,0 0 0,0 1 0,1-1 0,0 1 0,0-1 0,1 1 0,-1 0 0,1 0 0,0 0 0,1 0 0,-1 7 0,0-3 0,1 0 0,0 0 0,1 0 0,0 0 0,1 0 0,0 0 0,4 16 0,-5-24 0,1 0 0,-1 0 0,1 0 0,-1 0 0,1 0 0,0-1 0,0 1 0,0 0 0,0 0 0,0-1 0,1 1 0,-1-1 0,0 1 0,1-1 0,-1 1 0,1-1 0,-1 0 0,1 0 0,0 0 0,0 0 0,-1 0 0,1 0 0,0 0 0,0 0 0,0-1 0,0 1 0,0-1 0,0 1 0,0-1 0,0 0 0,0 0 0,0 0 0,0 0 0,0 0 0,0 0 0,0-1 0,0 1 0,0-1 0,0 1 0,3-3 0,3 1 0,-1-2 0,0 1 0,0-1 0,0 0 0,0 0 0,-1-1 0,1 0 0,-1 0 0,7-8 0,33-54 0,-46 67 0,1 0 0,-1 0 0,0 0 0,0-1 0,1 1 0,-1 0 0,0 0 0,0 0 0,1 0 0,-1-1 0,0 1 0,1 0 0,-1 0 0,0 0 0,1 0 0,-1 0 0,0 0 0,0 0 0,1 0 0,-1 0 0,0 0 0,1 0 0,-1 0 0,0 0 0,1 0 0,-1 0 0,0 0 0,1 0 0,-1 1 0,0-1 0,0 0 0,1 0 0,-1 0 0,0 0 0,1 1 0,-1-1 0,0 0 0,0 0 0,0 1 0,1-1 0,-1 0 0,0 0 0,0 1 0,0-1 0,0 0 0,1 0 0,-1 1 0,0-1 0,0 0 0,0 1 0,0-1 0,0 0 0,0 1 0,0-1 0,0 1 0,7 25 0,-5-18 0,-1-4 0,0-1 0,0 0 0,0 0 0,1 1 0,-1-1 0,1 0 0,0 0 0,0-1 0,0 1 0,0 0 0,1-1 0,-1 1 0,1-1 0,-1 0 0,1 0 0,0 0 0,0 0 0,0 0 0,0 0 0,0-1 0,0 0 0,0 0 0,0 1 0,1-2 0,-1 1 0,1 0 0,-1-1 0,0 1 0,1-1 0,3 0 0,-2-1 0,0 0 0,-1 0 0,1 0 0,-1 0 0,0 0 0,1-1 0,-1 0 0,0 0 0,0 0 0,0-1 0,0 1 0,0-1 0,-1 0 0,1 0 0,-1 0 0,0 0 0,1-1 0,-2 0 0,1 1 0,0-1 0,-1 0 0,3-5 0,0-5 0,0 0 0,-1 0 0,0 0 0,-2-1 0,1 0 0,-2 1 0,0-1 0,0 0 0,-2 0 0,-2-17 0,-4-19 0,-21-77 0,14 70 0,-3 0 0,-38-87 0,43 127 0,11 18 0,1 0 0,0 0 0,0 0 0,0-1 0,0 1 0,-1 0 0,1 0 0,0 0 0,0 0 0,0 0 0,0 0 0,-1 0 0,1 0 0,0 0 0,0 0 0,0 0 0,-1 1 0,1-1 0,0 0 0,0 0 0,0 0 0,0 0 0,-1 0 0,1 0 0,0 0 0,0 0 0,0 0 0,0 1 0,0-1 0,0 0 0,-1 0 0,1 0 0,0 0 0,0 0 0,0 1 0,0-1 0,0 0 0,0 0 0,0 0 0,0 0 0,0 1 0,0-1 0,0 0 0,0 0 0,0 0 0,0 0 0,0 1 0,0-1 0,-1 6 0,1-1 0,-1 0 0,2 1 0,-1-1 0,2 8 0,13 70 0,3-1 0,4-1 0,4-1 0,3-2 0,49 96 0,-70-159 111,-6-9-275,1-1 0,0 1 0,0 0 0,1-1 0,0 1 0,0-1 0,0 0 0,7 6 0,-3-7-6662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29.37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32 203 24575,'-6'-7'0,"0"-1"0,0 1 0,-7-13 0,13 19 0,0 0 0,0 1 0,0-1 0,0 0 0,0 0 0,0 0 0,0 1 0,0-1 0,0 0 0,0 0 0,1 1 0,-1-1 0,0 0 0,0 1 0,1-1 0,-1 0 0,0 1 0,1-1 0,-1 0 0,1 1 0,-1-1 0,1 1 0,-1-1 0,1 0 0,-1 1 0,1-1 0,0 1 0,-1 0 0,1-1 0,1 0 0,25-14 0,-20 11 0,6-3 0,0 0 0,-1 0 0,0-1 0,0-1 0,-1 0 0,0-1 0,-1 0 0,0 0 0,9-13 0,-18 21 0,0 0 0,0 1 0,0-1 0,0 0 0,0 1 0,1-1 0,-1 1 0,0 0 0,1-1 0,-1 1 0,4-2 0,3 6 0,-2 13 0,12 48 149,46 153-1663,-54-193-5312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29.52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 1 24575,'-3'0'0,"-1"3"0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30.20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1 141 24575,'0'38'0,"7"62"0,-4-85 0,0 0 0,1 0 0,0-1 0,2 0 0,-1 0 0,2 0 0,7 14 0,-11-24 0,3 6 0,0 0 0,0-1 0,1 0 0,12 12 0,-18-20 0,0 0 0,0 0 0,0 0 0,0 0 0,0 0 0,1 0 0,-1 0 0,0 0 0,1 0 0,-1-1 0,0 1 0,1-1 0,-1 1 0,1-1 0,-1 1 0,1-1 0,-1 0 0,1 0 0,-1 0 0,1 0 0,-1 0 0,1 0 0,-1 0 0,1 0 0,-1-1 0,1 1 0,-1 0 0,1-1 0,-1 0 0,0 1 0,1-1 0,-1 0 0,0 1 0,1-1 0,-1 0 0,0 0 0,0 0 0,0 0 0,0 0 0,0 0 0,0-1 0,1 0 0,2-4 0,-1 1 0,0 0 0,0-1 0,-1 0 0,0 0 0,0 0 0,0 0 0,0 0 0,-1 0 0,1-11 0,-1-2 0,-1-1 0,-2-21 0,0 23 0,0 0 0,-1 0 0,-10-29 0,10 38 0,-1 0 0,1 0 0,-2 1 0,1 0 0,-1 0 0,0 0 0,-1 0 0,-12-13 0,17 20 0,-1-1 0,0 1 0,0 0 0,0-1 0,0 1 0,-1 0 0,1 0 0,0 0 0,0 1 0,-1-1 0,1 1 0,0-1 0,-1 1 0,1 0 0,0-1 0,-1 1 0,1 0 0,-1 1 0,-2 0 0,3-1 0,1 0 0,0 1 0,0-1 0,-1 0 0,1 1 0,0 0 0,0-1 0,0 1 0,0 0 0,0-1 0,0 1 0,0 0 0,0 0 0,0 0 0,0 0 0,0 0 0,1 0 0,-1 0 0,0 0 0,1 0 0,-1 0 0,1 1 0,-1-1 0,1 0 0,-1 0 0,1 0 0,0 1 0,0-1 0,0 0 0,0 0 0,0 1 0,0-1 0,0 0 0,0 1 0,0-1 0,1 2 0,-1-2 0,0-1 0,0 1 0,0-1 0,0 0 0,0 1 0,1-1 0,-1 1 0,0-1 0,0 1 0,0-1 0,1 1 0,-1-1 0,0 0 0,0 1 0,1-1 0,-1 0 0,0 1 0,1-1 0,-1 0 0,1 1 0,-1-1 0,0 0 0,1 0 0,-1 1 0,1-1 0,-1 0 0,1 0 0,-1 0 0,1 1 0,16-6 0,12-15 0,-5-8 0,4-4 0,-26 30 0,0 1 0,0-1 0,0 1 0,0-1 0,0 1 0,0 0 0,0-1 0,0 1 0,1 1 0,-1-1 0,1 0 0,-1 0 0,4 0 0,-4 1 0,0 1 0,0-1 0,-1 0 0,1 1 0,0-1 0,0 1 0,-1 0 0,1-1 0,0 1 0,-1 0 0,1 0 0,0 0 0,-1 0 0,1 0 0,-1 0 0,0 1 0,1-1 0,-1 0 0,0 1 0,0-1 0,0 1 0,0 0 0,1 2 0,4 6 0,-2 1 0,7 18 0,-6-14 0,6 14 0,-7-16 0,1 0 0,0 0 0,9 15 0,-14-28 0,0 1 0,0-1 0,1 1 0,-1-1 0,0 1 0,1-1 0,-1 1 0,0-1 0,1 0 0,-1 1 0,1-1 0,-1 1 0,0-1 0,1 0 0,-1 0 0,1 1 0,-1-1 0,1 0 0,-1 0 0,1 1 0,-1-1 0,1 0 0,0 0 0,-1 0 0,1 0 0,-1 0 0,1 0 0,-1 0 0,1 0 0,-1 0 0,1 0 0,0 0 0,-1 0 0,1 0 0,-1-1 0,1 1 0,-1 0 0,1 0 0,-1 0 0,1-1 0,-1 1 0,1 0 0,-1-1 0,1 1 0,-1 0 0,0-1 0,1 1 0,-1-1 0,0 1 0,1-1 0,-1 1 0,0-1 0,1 1 0,-1-1 0,0 1 0,0-1 0,0 1 0,1-1 0,16-40 0,-15 33 0,15-39 0,-12 31 0,0 1 0,0 0 0,2 1 0,0-1 0,0 1 0,17-22 0,-23 34 0,0 1 0,0-1 0,1 1 0,-1-1 0,0 1 0,1-1 0,-1 1 0,1 0 0,0 0 0,-1 0 0,1 0 0,0 0 0,0 0 0,0 1 0,-1-1 0,1 0 0,0 1 0,0-1 0,0 1 0,0 0 0,0 0 0,0 0 0,0 0 0,0 0 0,0 0 0,0 0 0,0 1 0,0-1 0,0 1 0,0-1 0,0 1 0,-1 0 0,1 0 0,0 0 0,0 0 0,-1 0 0,1 0 0,-1 0 0,1 1 0,-1-1 0,1 0 0,1 3 0,5 6 0,1 0 0,-1 1 0,-1 1 0,12 22 0,-17-31 0,31 70-1365,-21-40-5461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31.49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24575,'0'3'0,"3"1"0,4 0 0,4-4 0,1-2-8191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31.6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24575,'0'3'0,"3"1"0,5 0 0,3-1 0,6-4 0,1-2-8191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31.99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36 0 24575,'-3'0'0,"-5"3"0,-3 2 0,3-1 0,3-4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31.1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37 11 24575,'-6'0'0,"-5"0"0,-1-3 0,5-4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31.34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24575,'0'3'0,"0"-2"0,4-2 0,3-2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35.79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7 24575,'0'-3'0,"3"-1"0,4 7 0,2 8 0,1 9 0,3 8 0,1 7 0,3 8 0,0 9 0,2 5 0,-4 2 0,0 0 0,0-4 0,-3-4 0,0-9 0,-2-7 0,-3-11-8191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35.98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161 677 24575,'-35'-69'0,"3"-2"0,3-2 0,-26-97 0,52 157 0,1 1 0,0 0 0,0-1 0,1 0 0,1 1 0,2-21 0,-1 28 0,0-1 0,0 0 0,1 1 0,0-1 0,0 1 0,0 0 0,1 0 0,-1 0 0,1 0 0,1 0 0,-1 0 0,1 1 0,-1-1 0,1 1 0,0 0 0,8-5 0,3-1 0,1 0 0,0 2 0,0 0 0,0 1 0,1 0 0,22-5 0,4 2 0,62-7 0,-83 14-151,0 0-1,0 2 0,0 1 0,0 0 1,0 2-1,0 0 0,0 2 1,33 9-1,-17 3-6674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36.13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69 11 24575,'-7'3'0,"-4"4"0,-4 4 0,-3 0 0,6-1 0,7-3 0,10-6 0,12-3 0,12-1 0,10-3 0,7-4 0,3 0 0,2-1 0,-1 1 0,-9 2-8191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36.31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24575,'0'12'0,"0"1"0,1-1 0,1 1 0,0-1 0,1 0 0,0 1 0,1-2 0,0 1 0,1 0 0,8 15 0,115 200 0,-79-127-1365,-37-79-5461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36.45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 33 24575,'0'-3'0,"0"-4"0,-3-4 0,-1 0-8191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37.03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1 416 24575,'0'5'0,"0"0"0,0 0 0,0 0 0,1 0 0,0 0 0,0-1 0,0 1 0,1 0 0,0 0 0,0-1 0,3 7 0,-3-9 0,0 1 0,0-1 0,0 0 0,1 0 0,-1 0 0,0 0 0,1 0 0,-1 0 0,1-1 0,0 1 0,0-1 0,-1 0 0,1 0 0,0 0 0,0 0 0,0 0 0,0 0 0,0-1 0,5 0 0,-1 1 0,1-1 0,-1 0 0,0 0 0,1-1 0,-1 1 0,1-2 0,-1 1 0,0-1 0,9-4 0,-13 5 0,0-1 0,0 1 0,0-1 0,0 0 0,0 0 0,0 0 0,-1 0 0,1-1 0,-1 1 0,0-1 0,0 1 0,1-1 0,-2 0 0,1 0 0,0 0 0,-1 0 0,1 0 0,-1 0 0,0-1 0,0 1 0,0 0 0,0-4 0,0 0 0,-1-1 0,0 1 0,0-1 0,-1 1 0,0 0 0,0-1 0,-1 1 0,0 0 0,-4-10 0,5 13 0,-1 1 0,0 0 0,0-1 0,0 1 0,0 0 0,0 0 0,-1 0 0,1 0 0,-4-2 0,5 3 0,-1 1 0,0 0 0,1 0 0,-1 0 0,0 0 0,0 0 0,0 1 0,0-1 0,0 1 0,0-1 0,1 1 0,-1-1 0,0 1 0,0 0 0,-1 0 0,1 0 0,-3 1 0,2 0 0,0 0 0,0 0 0,0 0 0,0 0 0,1 1 0,-1 0 0,0-1 0,1 1 0,0 0 0,-1 0 0,1 0 0,0 1 0,0-1 0,0 1 0,0-1 0,0 1 0,1-1 0,-1 1 0,1 0 0,0 0 0,-2 4 0,-2 7 0,1 0 0,0 1 0,-1 15 0,3-12 0,0 0 0,1 0 0,1 0 0,1 0 0,1-1 0,5 24 0,-5-29 0,1 0 0,1-1 0,-1 0 0,2 1 0,0-1 0,0-1 0,1 1 0,1-1 0,-1 0 0,11 11 0,-14-17 0,0-1 0,1 0 0,-1 0 0,1 0 0,-1 0 0,1 0 0,0-1 0,0 0 0,0 0 0,0 0 0,1 0 0,-1-1 0,1 1 0,-1-1 0,0 0 0,1-1 0,0 1 0,-1-1 0,1 0 0,-1 0 0,1 0 0,0-1 0,-1 1 0,1-1 0,-1 0 0,0-1 0,7-2 0,-3 0 0,0 0 0,-1 0 0,0-1 0,0 0 0,0 0 0,-1-1 0,0 0 0,0 0 0,0-1 0,-1 1 0,1-1 0,-2 0 0,1-1 0,3-7 0,5-16 0,0 0 0,-3-1 0,0-1 0,-2 0 0,-2 0 0,5-55 0,-9 38 0,-2 0 0,-2 0 0,-15-90 0,15 128 0,-5-23 0,7 34 0,-1-1 0,1 0 0,-1 0 0,1 0 0,-1 1 0,0-1 0,0 0 0,0 1 0,0-1 0,0 0 0,-1 1 0,1 0 0,-2-3 0,3 4 0,0 0 0,-1 0 0,1 0 0,0 0 0,0 0 0,0 0 0,-1 0 0,1 0 0,0 0 0,0 0 0,0 0 0,0 0 0,-1 0 0,1 0 0,0 0 0,0 0 0,0 0 0,0 0 0,-1 0 0,1 0 0,0 0 0,0 0 0,0 0 0,0 0 0,-1 1 0,1-1 0,0 0 0,0 0 0,0 0 0,0 0 0,0 0 0,-1 0 0,1 1 0,0-1 0,0 0 0,0 0 0,0 0 0,0 0 0,0 1 0,0-1 0,0 0 0,-4 13 0,1 11 0,4-3 0,0-1 0,2 0 0,0 1 0,6 19 0,29 81 0,-23-79 0,0 7-455,3-1 0,43 84 0,-45-107-6371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37.48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149 490 24575,'0'-22'0,"1"-3"0,-6-44 0,5 63 0,-1 0 0,-1 1 0,1-1 0,-1 0 0,0 0 0,0 1 0,-1-1 0,1 1 0,-1 0 0,0 0 0,-1 0 0,-6-8 0,9 12 0,0 0 0,0 0 0,0 0 0,0 0 0,0 0 0,0 0 0,0 0 0,-1 0 0,1 1 0,0-1 0,-1 1 0,1-1 0,0 1 0,-1-1 0,1 1 0,0 0 0,-1-1 0,1 1 0,-1 0 0,1 0 0,-1 0 0,1 0 0,0 0 0,-1 0 0,1 1 0,-1-1 0,1 0 0,0 1 0,-1-1 0,1 1 0,0 0 0,-1-1 0,1 1 0,0 0 0,0 0 0,0 0 0,0 0 0,0 0 0,0 0 0,0 0 0,0 0 0,0 0 0,0 0 0,-1 3 0,-2 2 0,0 2 0,0-1 0,0 0 0,1 1 0,0 0 0,-2 11 0,-4 16 0,2 0 0,-2 42 0,8-69 0,0 1 0,1 0 0,0 0 0,1-1 0,0 1 0,1 0 0,-1-1 0,1 0 0,1 1 0,0-1 0,0 0 0,1 0 0,-1 0 0,11 14 0,-13-21 0,0 1 0,1-1 0,-1 1 0,0-1 0,1 1 0,-1-1 0,1 0 0,0 0 0,-1 1 0,1-1 0,0 0 0,0-1 0,0 1 0,-1 0 0,1-1 0,0 1 0,0-1 0,0 1 0,0-1 0,0 0 0,4 0 0,-3 0 0,0-1 0,0 0 0,-1 0 0,1 0 0,0 0 0,-1-1 0,1 1 0,-1-1 0,1 0 0,-1 1 0,0-1 0,0 0 0,3-4 0,3-3 0,0-1 0,-1-1 0,-1 1 0,0-1 0,10-23 0,-7 7 0,-1-1 0,-1 0 0,-1-1 0,-2 0 0,1-34 0,-4 7 0,-10-95 0,5 110 0,-19-68 0,23 109 0,0 0 0,0 0 0,0 0 0,0 0 0,0 0 0,0 0 0,0 0 0,0 0 0,0 0 0,0 0 0,0 0 0,0 0 0,-1 0 0,1 0 0,0 0 0,0 0 0,0 0 0,0 0 0,0 0 0,0 0 0,0 0 0,0 0 0,0 0 0,0 0 0,0 0 0,-1 0 0,1 0 0,0 0 0,0 0 0,0 0 0,0 0 0,0-1 0,0 1 0,0 0 0,0 0 0,0 0 0,0 0 0,0 0 0,0 0 0,0 0 0,0 0 0,0 0 0,0 0 0,0 0 0,0 0 0,0 0 0,0 0 0,0-1 0,0 1 0,0 0 0,0 0 0,-3 13 0,2 20 0,2 42 171,18 119 0,-11-146-598,3-1 0,1 0 1,29 69-1,-26-81-6399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37.88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78 85 24575,'-1'-6'0,"1"1"0,-1-1 0,-1 0 0,1 1 0,-1-1 0,0 1 0,-4-9 0,5 12 0,0 1 0,0-1 0,1 0 0,-1 0 0,-1 0 0,1 1 0,0-1 0,0 0 0,-1 1 0,1-1 0,-1 1 0,1 0 0,-1-1 0,0 1 0,1 0 0,-1 0 0,0 0 0,0 0 0,0 0 0,0 1 0,0-1 0,0 0 0,-3 0 0,4 2 0,0-1 0,0 0 0,0 0 0,1 1 0,-1-1 0,0 1 0,0-1 0,0 1 0,0-1 0,1 1 0,-1-1 0,0 1 0,1 0 0,-1-1 0,0 1 0,1 0 0,-1 0 0,1-1 0,-1 1 0,1 0 0,0 0 0,-1 0 0,1 0 0,0-1 0,-1 1 0,1 0 0,0 1 0,-4 30 0,4-28 0,-2 62 0,8 91 0,-2-119 0,2 0 0,2 0 0,21 64 0,-27-96 0,0 0 0,1 0 0,0-1 0,0 1 0,0-1 0,1 0 0,4 5 0,-7-9 0,0 0 0,-1 0 0,1 0 0,0-1 0,0 1 0,0 0 0,0 0 0,0-1 0,0 1 0,0-1 0,1 1 0,-1-1 0,0 1 0,0-1 0,0 0 0,0 1 0,1-1 0,-1 0 0,0 0 0,0 0 0,1 0 0,-1 0 0,0 0 0,0 0 0,0 0 0,1-1 0,-1 1 0,0 0 0,0-1 0,0 1 0,0-1 0,1 1 0,-1-1 0,0 0 0,0 0 0,0 1 0,0-1 0,-1 0 0,1 0 0,0 0 0,0 0 0,1-1 0,4-7 0,1 1 0,-2-1 0,1-1 0,-1 1 0,0-1 0,6-19 0,14-67 0,-19 69 0,-1 2 0,-4 16 0,1 0 0,0 1 0,6-16 0,-1 65 0,27 125 342,-28-144-627,0-1 1,2-1-1,1 1 1,0-1-1,21 31 1,-14-30-6542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38.17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26 123 24575,'-4'-5'0,"1"0"0,0 0 0,1 0 0,-1 0 0,1 0 0,0-1 0,0 1 0,1 0 0,-2-9 0,3 14 0,0 0 0,0 0 0,0 0 0,0 0 0,0-1 0,0 1 0,-1 0 0,1 0 0,0 0 0,0 0 0,0 0 0,0 0 0,0 0 0,0 0 0,0 0 0,0 0 0,0 0 0,0 0 0,0-1 0,0 1 0,0 0 0,0 0 0,0 0 0,0 0 0,0 0 0,0 0 0,0 0 0,0 0 0,0 0 0,0 0 0,0 0 0,0-1 0,0 1 0,0 0 0,0 0 0,0 0 0,0 0 0,1 0 0,-1 0 0,0 0 0,0 0 0,0 0 0,0 0 0,0 0 0,0 0 0,0 0 0,0 0 0,0 0 0,0 0 0,0 0 0,0-1 0,0 1 0,1 0 0,-1 0 0,0 0 0,0 0 0,0 0 0,0 0 0,0 0 0,0 0 0,0 0 0,0 0 0,0 0 0,0 0 0,0 0 0,1 1 0,-1-1 0,6 6 0,8 13 0,5 24 0,23 75 0,3 6 0,-45-124 0,0 0 0,0 0 0,0 0 0,0 0 0,0 0 0,0 0 0,0-1 0,0 1 0,0 0 0,0 0 0,0 0 0,0 0 0,0 0 0,1 0 0,-1 0 0,0 0 0,0 0 0,0 0 0,0 0 0,0 0 0,0 0 0,0 0 0,0 0 0,0 0 0,1 0 0,-1 0 0,0 0 0,0 0 0,0 0 0,0 0 0,0 0 0,0 0 0,0 0 0,0 0 0,1 0 0,-1 0 0,0 0 0,0 0 0,0 0 0,0 0 0,0 0 0,0 0 0,0 0 0,0 1 0,0-1 0,0 0 0,0 0 0,0 0 0,1 0 0,-1 0 0,0 0 0,0 0 0,0 0 0,0 0 0,0 0 0,0 1 0,0-1 0,0 0 0,0 0 0,0 0 0,0 0 0,0 0 0,0 0 0,0 0 0,0 0 0,0 1 0,0-1 0,2-13 0,0-19 0,-4-37 147,1-53-13,2 101-546,1 0 1,1 1-1,9-35 1,-5 37-6415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0:01:39.28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0 386 24575,'0'32'0,"9"52"0,-7-68 0,1-1 0,1 1 0,1-1 0,0 0 0,14 26 0,-18-39 0,0 1 0,1-1 0,-1 1 0,1-1 0,-1 0 0,1 0 0,0 1 0,0-1 0,0-1 0,0 1 0,0 0 0,1 0 0,-1-1 0,0 1 0,1-1 0,-1 0 0,1 0 0,0 0 0,-1 0 0,1 0 0,0-1 0,0 1 0,-1-1 0,4 1 0,-3-2 0,1 1 0,-1-1 0,0 0 0,0 0 0,0 0 0,0 0 0,-1-1 0,1 1 0,0-1 0,0 0 0,-1 0 0,1 0 0,-1 0 0,0 0 0,1 0 0,-1 0 0,0-1 0,0 0 0,-1 1 0,4-6 0,2-7 0,0 1 0,-1-1 0,-1 0 0,-1-1 0,0 1 0,0-1 0,-2 0 0,0 1 0,-1-1 0,0 0 0,-2 0 0,0 0 0,0 0 0,-1 0 0,-9-27 0,10 38 0,-1 0 0,-1 0 0,1 0 0,-1 0 0,0 1 0,0-1 0,0 1 0,0 0 0,-8-7 0,9 9 0,0 1 0,0-1 0,0 1 0,0-1 0,0 1 0,0 0 0,0 0 0,0 0 0,-1 0 0,1 0 0,0 0 0,-1 1 0,1-1 0,-1 1 0,1 0 0,-1 0 0,1 0 0,-1 0 0,1 0 0,-1 0 0,1 0 0,0 1 0,-4 0 0,5 0 0,0-1 0,0 0 0,1 1 0,-1-1 0,0 0 0,0 1 0,0-1 0,0 1 0,1 0 0,-1-1 0,0 1 0,1-1 0,-1 1 0,0 0 0,1 0 0,-1-1 0,1 1 0,-1 0 0,1 0 0,-1 0 0,1 0 0,0-1 0,-1 1 0,1 0 0,0 0 0,0 1 0,0 0 0,0 0 0,0 0 0,0 0 0,1 0 0,-1 0 0,1 0 0,0 0 0,-1 0 0,1-1 0,0 1 0,2 3 0,0-1 0,-1 0 0,1 0 0,0-1 0,0 1 0,1-1 0,-1 0 0,1 0 0,-1 0 0,1 0 0,6 3 0,-8-5 0,0-1 0,0 1 0,0-1 0,0 1 0,0-1 0,1 0 0,-1 0 0,0 0 0,0 0 0,0 0 0,0 0 0,0 0 0,0-1 0,1 1 0,-1-1 0,0 0 0,0 1 0,0-1 0,0 0 0,-1 0 0,1 0 0,0-1 0,0 1 0,-1 0 0,1-1 0,2-2 0,3-4 0,-1 0 0,-1 0 0,1 0 0,6-16 0,2-2 0,-13 25 0,-1 1 0,0-1 0,1 1 0,-1-1 0,0 1 0,1 0 0,-1-1 0,1 1 0,-1 0 0,0-1 0,1 1 0,-1 0 0,1 0 0,-1-1 0,1 1 0,-1 0 0,1 0 0,0 0 0,-1 0 0,1 0 0,-1 0 0,1 0 0,-1 0 0,1 0 0,-1 0 0,1 0 0,-1 0 0,1 0 0,-1 0 0,1 0 0,-1 0 0,1 1 0,-1-1 0,1 0 0,-1 0 0,1 1 0,-1-1 0,1 0 0,-1 1 0,1-1 0,-1 0 0,0 1 0,1-1 0,-1 1 0,0-1 0,1 1 0,-1-1 0,0 0 0,1 2 0,20 33 0,-13-20 0,-6-13 0,-1 0 0,1 0 0,0 0 0,-1 0 0,1 0 0,0 0 0,0 0 0,0-1 0,1 1 0,-1-1 0,0 1 0,0-1 0,1 0 0,-1 0 0,1 0 0,-1 0 0,1-1 0,0 1 0,-1-1 0,1 1 0,-1-1 0,1 0 0,0 0 0,-1 0 0,1 0 0,0-1 0,-1 1 0,1-1 0,-1 1 0,1-1 0,-1 0 0,1 0 0,-1 0 0,1 0 0,-1-1 0,0 1 0,0-1 0,0 1 0,1-1 0,-2 0 0,1 0 0,0 0 0,0 0 0,-1 0 0,1 0 0,-1 0 0,1 0 0,-1-1 0,0 1 0,0-1 0,0 1 0,0-1 0,0-3 0,-1 5 0,1 0 0,-1 0 0,0 0 0,0 0 0,1 0 0,-1 0 0,0 0 0,1 1 0,-1-1 0,1 0 0,-1 0 0,1 0 0,0 0 0,-1 1 0,2-2 0,-2 2 0,1 0 0,-1 0 0,0 0 0,1 0 0,-1 0 0,0 0 0,1 0 0,-1 1 0,0-1 0,0 0 0,1 0 0,-1 0 0,0 0 0,0 1 0,1-1 0,-1 0 0,0 0 0,0 0 0,1 1 0,-1-1 0,0 0 0,0 0 0,0 1 0,1-1 0,-1 0 0,0 0 0,0 1 0,0-1 0,0 0 0,0 1 0,11 35 0,-9-27 0,5 15 0,1-1 0,1 1 0,0-1 0,2-1 0,1 0 0,1-1 0,0 0 0,2-1 0,0 0 0,24 22 0,-37-39 0,1 1 0,-1-1 0,0 0 0,0 0 0,0 1 0,2 4 0,-3-5 0,0 0 0,1 0 0,-1 0 0,1-1 0,0 1 0,-1-1 0,5 5 0,-11-31 0,-37-102 0,-18-63 0,51 153 0,2-1 0,1 1 0,-2-52 0,8 79 0,0-1 0,1 1 0,0 0 0,0-1 0,1 1 0,5-13 0,-7 20 0,1 0 0,-1 0 0,1 1 0,0-1 0,-1 0 0,1 1 0,0-1 0,0 1 0,0-1 0,0 1 0,1 0 0,-1-1 0,0 1 0,1 0 0,-1 0 0,0 0 0,1 0 0,0 0 0,-1 0 0,1 0 0,-1 0 0,1 1 0,0-1 0,0 1 0,-1-1 0,1 1 0,0 0 0,0-1 0,-1 1 0,1 0 0,0 0 0,0 1 0,0-1 0,-1 0 0,1 0 0,0 1 0,0-1 0,-1 1 0,1 0 0,0-1 0,1 2 0,4 2 0,0 0 0,0 0 0,-1 1 0,0 0 0,1 0 0,-2 1 0,1-1 0,-1 1 0,6 9 0,0 0 0,-1 1 0,16 32 0,-23-40 0,0 0 0,0 0 0,0 0 0,-1 0 0,0 0 0,-1 1 0,0-1 0,0 1 0,-1-1 0,0 1 0,-2 12 0,1-15 0,0-1 0,0 0 0,-1 0 0,0 0 0,0 0 0,-1 0 0,1 0 0,-1 0 0,0-1 0,0 1 0,-1-1 0,1 0 0,-1 0 0,0 0 0,0-1 0,0 1 0,-1-1 0,1 0 0,-8 4 0,-28 10-1365,-1-4-5461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488F7-1FAC-40D2-BB7E-BA3CE28D8950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2D21D1-52E2-420B-B491-CFF6D7BB79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78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B8D726-D0BC-B240-A677-46F99704B744}" type="slidenum">
              <a:rPr lang="en-US" smtClean="0"/>
              <a:pPr/>
              <a:t>27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roup 522">
            <a:extLst>
              <a:ext uri="{FF2B5EF4-FFF2-40B4-BE49-F238E27FC236}">
                <a16:creationId xmlns:a16="http://schemas.microsoft.com/office/drawing/2014/main" id="{2DB38A0F-0598-4BC1-A4B5-6E4C7D1AE1FD}"/>
              </a:ext>
            </a:extLst>
          </p:cNvPr>
          <p:cNvGrpSpPr/>
          <p:nvPr userDrawn="1"/>
        </p:nvGrpSpPr>
        <p:grpSpPr>
          <a:xfrm>
            <a:off x="354110" y="326571"/>
            <a:ext cx="11480605" cy="6204858"/>
            <a:chOff x="354110" y="326571"/>
            <a:chExt cx="11480605" cy="6204858"/>
          </a:xfrm>
          <a:solidFill>
            <a:schemeClr val="accent1">
              <a:lumMod val="90000"/>
              <a:lumOff val="10000"/>
            </a:schemeClr>
          </a:solidFill>
        </p:grpSpPr>
        <p:sp>
          <p:nvSpPr>
            <p:cNvPr id="524" name="Rectangle 5">
              <a:extLst>
                <a:ext uri="{FF2B5EF4-FFF2-40B4-BE49-F238E27FC236}">
                  <a16:creationId xmlns:a16="http://schemas.microsoft.com/office/drawing/2014/main" id="{D0391FF9-0338-4933-99EA-0BC7224F46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26571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5" name="Rectangle 6">
              <a:extLst>
                <a:ext uri="{FF2B5EF4-FFF2-40B4-BE49-F238E27FC236}">
                  <a16:creationId xmlns:a16="http://schemas.microsoft.com/office/drawing/2014/main" id="{68848005-FF97-4886-AB70-BEAC78E6AF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6" name="Rectangle 7">
              <a:extLst>
                <a:ext uri="{FF2B5EF4-FFF2-40B4-BE49-F238E27FC236}">
                  <a16:creationId xmlns:a16="http://schemas.microsoft.com/office/drawing/2014/main" id="{A371799C-C91D-4388-B84A-3FB8314160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7" name="Rectangle 8">
              <a:extLst>
                <a:ext uri="{FF2B5EF4-FFF2-40B4-BE49-F238E27FC236}">
                  <a16:creationId xmlns:a16="http://schemas.microsoft.com/office/drawing/2014/main" id="{C722B8FD-8C0E-4B48-8849-E0D3A2C9EC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26571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8" name="Rectangle 9">
              <a:extLst>
                <a:ext uri="{FF2B5EF4-FFF2-40B4-BE49-F238E27FC236}">
                  <a16:creationId xmlns:a16="http://schemas.microsoft.com/office/drawing/2014/main" id="{F690EF81-637B-45E9-B2E4-F6466D3CEA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9" name="Rectangle 10">
              <a:extLst>
                <a:ext uri="{FF2B5EF4-FFF2-40B4-BE49-F238E27FC236}">
                  <a16:creationId xmlns:a16="http://schemas.microsoft.com/office/drawing/2014/main" id="{93D434AE-D8E1-4B73-97E9-104904735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0" name="Rectangle 11">
              <a:extLst>
                <a:ext uri="{FF2B5EF4-FFF2-40B4-BE49-F238E27FC236}">
                  <a16:creationId xmlns:a16="http://schemas.microsoft.com/office/drawing/2014/main" id="{38DB79DD-18E2-4E0B-8C6B-B3170D9E63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1" name="Rectangle 12">
              <a:extLst>
                <a:ext uri="{FF2B5EF4-FFF2-40B4-BE49-F238E27FC236}">
                  <a16:creationId xmlns:a16="http://schemas.microsoft.com/office/drawing/2014/main" id="{AA24A7B5-1047-4ED2-8394-1F64840CD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2" name="Rectangle 13">
              <a:extLst>
                <a:ext uri="{FF2B5EF4-FFF2-40B4-BE49-F238E27FC236}">
                  <a16:creationId xmlns:a16="http://schemas.microsoft.com/office/drawing/2014/main" id="{1BF3D7A2-914A-406C-85FE-78F492E205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3" name="Rectangle 14">
              <a:extLst>
                <a:ext uri="{FF2B5EF4-FFF2-40B4-BE49-F238E27FC236}">
                  <a16:creationId xmlns:a16="http://schemas.microsoft.com/office/drawing/2014/main" id="{EFE4A65D-7D8E-481F-9FD2-EC0C857424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4" name="Rectangle 15">
              <a:extLst>
                <a:ext uri="{FF2B5EF4-FFF2-40B4-BE49-F238E27FC236}">
                  <a16:creationId xmlns:a16="http://schemas.microsoft.com/office/drawing/2014/main" id="{6D829585-3C10-4E29-9D87-5A5437E00B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5" name="Rectangle 16">
              <a:extLst>
                <a:ext uri="{FF2B5EF4-FFF2-40B4-BE49-F238E27FC236}">
                  <a16:creationId xmlns:a16="http://schemas.microsoft.com/office/drawing/2014/main" id="{2B70A9B8-A62A-4C92-8175-AAC487F5F9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6" name="Rectangle 17">
              <a:extLst>
                <a:ext uri="{FF2B5EF4-FFF2-40B4-BE49-F238E27FC236}">
                  <a16:creationId xmlns:a16="http://schemas.microsoft.com/office/drawing/2014/main" id="{62925939-9955-4AB6-8B7B-2F98C58A94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7" name="Rectangle 18">
              <a:extLst>
                <a:ext uri="{FF2B5EF4-FFF2-40B4-BE49-F238E27FC236}">
                  <a16:creationId xmlns:a16="http://schemas.microsoft.com/office/drawing/2014/main" id="{658B8514-8D6B-4F5F-AE70-55B9F4C505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8" name="Rectangle 19">
              <a:extLst>
                <a:ext uri="{FF2B5EF4-FFF2-40B4-BE49-F238E27FC236}">
                  <a16:creationId xmlns:a16="http://schemas.microsoft.com/office/drawing/2014/main" id="{D6780382-758A-41C1-83C0-EB51E004EF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9" name="Rectangle 20">
              <a:extLst>
                <a:ext uri="{FF2B5EF4-FFF2-40B4-BE49-F238E27FC236}">
                  <a16:creationId xmlns:a16="http://schemas.microsoft.com/office/drawing/2014/main" id="{9357623D-6D19-46DA-B792-E1A2F32F8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0" name="Rectangle 21">
              <a:extLst>
                <a:ext uri="{FF2B5EF4-FFF2-40B4-BE49-F238E27FC236}">
                  <a16:creationId xmlns:a16="http://schemas.microsoft.com/office/drawing/2014/main" id="{2F00DFB8-11D0-4DF8-A3AD-197C3F3071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1" name="Rectangle 22">
              <a:extLst>
                <a:ext uri="{FF2B5EF4-FFF2-40B4-BE49-F238E27FC236}">
                  <a16:creationId xmlns:a16="http://schemas.microsoft.com/office/drawing/2014/main" id="{57F57754-D964-4CFA-BC83-9AFD46DA56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2" name="Rectangle 23">
              <a:extLst>
                <a:ext uri="{FF2B5EF4-FFF2-40B4-BE49-F238E27FC236}">
                  <a16:creationId xmlns:a16="http://schemas.microsoft.com/office/drawing/2014/main" id="{CAC9FBA4-D9FC-44DC-9CBC-4AA56F87E8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3" name="Rectangle 24">
              <a:extLst>
                <a:ext uri="{FF2B5EF4-FFF2-40B4-BE49-F238E27FC236}">
                  <a16:creationId xmlns:a16="http://schemas.microsoft.com/office/drawing/2014/main" id="{6B5BF42C-E1FB-4B04-8861-8F6834EC8B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4" name="Rectangle 25">
              <a:extLst>
                <a:ext uri="{FF2B5EF4-FFF2-40B4-BE49-F238E27FC236}">
                  <a16:creationId xmlns:a16="http://schemas.microsoft.com/office/drawing/2014/main" id="{BECAB5D5-0B99-4F52-BDEC-9DEE44451E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5" name="Rectangle 26">
              <a:extLst>
                <a:ext uri="{FF2B5EF4-FFF2-40B4-BE49-F238E27FC236}">
                  <a16:creationId xmlns:a16="http://schemas.microsoft.com/office/drawing/2014/main" id="{7F2A058E-DD90-4B9A-BCA3-AAB1E8805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6" name="Rectangle 27">
              <a:extLst>
                <a:ext uri="{FF2B5EF4-FFF2-40B4-BE49-F238E27FC236}">
                  <a16:creationId xmlns:a16="http://schemas.microsoft.com/office/drawing/2014/main" id="{5A511A58-4543-4023-AD40-17185DD31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7" name="Rectangle 28">
              <a:extLst>
                <a:ext uri="{FF2B5EF4-FFF2-40B4-BE49-F238E27FC236}">
                  <a16:creationId xmlns:a16="http://schemas.microsoft.com/office/drawing/2014/main" id="{4FB2F5FA-9E29-4BF4-A565-01F562351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8" name="Rectangle 29">
              <a:extLst>
                <a:ext uri="{FF2B5EF4-FFF2-40B4-BE49-F238E27FC236}">
                  <a16:creationId xmlns:a16="http://schemas.microsoft.com/office/drawing/2014/main" id="{79033138-2B37-4A7A-BB10-95ED1BC4CE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9" name="Rectangle 30">
              <a:extLst>
                <a:ext uri="{FF2B5EF4-FFF2-40B4-BE49-F238E27FC236}">
                  <a16:creationId xmlns:a16="http://schemas.microsoft.com/office/drawing/2014/main" id="{79753DF4-5F75-4419-909E-7C6C912431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0" name="Rectangle 32">
              <a:extLst>
                <a:ext uri="{FF2B5EF4-FFF2-40B4-BE49-F238E27FC236}">
                  <a16:creationId xmlns:a16="http://schemas.microsoft.com/office/drawing/2014/main" id="{855DF40C-B6BB-4565-917B-0D68E9A995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834963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1" name="Rectangle 33">
              <a:extLst>
                <a:ext uri="{FF2B5EF4-FFF2-40B4-BE49-F238E27FC236}">
                  <a16:creationId xmlns:a16="http://schemas.microsoft.com/office/drawing/2014/main" id="{4A966D73-83CF-49BC-B17D-814D08E70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2" name="Rectangle 34">
              <a:extLst>
                <a:ext uri="{FF2B5EF4-FFF2-40B4-BE49-F238E27FC236}">
                  <a16:creationId xmlns:a16="http://schemas.microsoft.com/office/drawing/2014/main" id="{C4D3FEF6-5168-4033-87C1-4DE8C0B10D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3" name="Rectangle 35">
              <a:extLst>
                <a:ext uri="{FF2B5EF4-FFF2-40B4-BE49-F238E27FC236}">
                  <a16:creationId xmlns:a16="http://schemas.microsoft.com/office/drawing/2014/main" id="{8196550C-9075-450D-8381-757B57ACF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4" name="Rectangle 36">
              <a:extLst>
                <a:ext uri="{FF2B5EF4-FFF2-40B4-BE49-F238E27FC236}">
                  <a16:creationId xmlns:a16="http://schemas.microsoft.com/office/drawing/2014/main" id="{9DDF2589-A917-47E1-86F2-E9E9D03113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5" name="Rectangle 37">
              <a:extLst>
                <a:ext uri="{FF2B5EF4-FFF2-40B4-BE49-F238E27FC236}">
                  <a16:creationId xmlns:a16="http://schemas.microsoft.com/office/drawing/2014/main" id="{19AA832E-82CD-495F-9759-311D5CF3C6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6" name="Rectangle 38">
              <a:extLst>
                <a:ext uri="{FF2B5EF4-FFF2-40B4-BE49-F238E27FC236}">
                  <a16:creationId xmlns:a16="http://schemas.microsoft.com/office/drawing/2014/main" id="{E321B9D6-F4D4-4E72-B642-4A20A028DE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7" name="Rectangle 39">
              <a:extLst>
                <a:ext uri="{FF2B5EF4-FFF2-40B4-BE49-F238E27FC236}">
                  <a16:creationId xmlns:a16="http://schemas.microsoft.com/office/drawing/2014/main" id="{67D8E47E-A97F-495B-9D93-E77F5D9918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8" name="Rectangle 40">
              <a:extLst>
                <a:ext uri="{FF2B5EF4-FFF2-40B4-BE49-F238E27FC236}">
                  <a16:creationId xmlns:a16="http://schemas.microsoft.com/office/drawing/2014/main" id="{A3102978-9FB6-414A-87A2-7447231B78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9" name="Rectangle 41">
              <a:extLst>
                <a:ext uri="{FF2B5EF4-FFF2-40B4-BE49-F238E27FC236}">
                  <a16:creationId xmlns:a16="http://schemas.microsoft.com/office/drawing/2014/main" id="{52AB6645-416B-4B1A-BDD5-25D20B3DDF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0" name="Rectangle 42">
              <a:extLst>
                <a:ext uri="{FF2B5EF4-FFF2-40B4-BE49-F238E27FC236}">
                  <a16:creationId xmlns:a16="http://schemas.microsoft.com/office/drawing/2014/main" id="{6FC3BBB2-F5AD-4180-9804-3EA9F90C26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1" name="Rectangle 43">
              <a:extLst>
                <a:ext uri="{FF2B5EF4-FFF2-40B4-BE49-F238E27FC236}">
                  <a16:creationId xmlns:a16="http://schemas.microsoft.com/office/drawing/2014/main" id="{422DB3ED-2BEF-4ED1-BC1B-08CB86C00F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2" name="Rectangle 44">
              <a:extLst>
                <a:ext uri="{FF2B5EF4-FFF2-40B4-BE49-F238E27FC236}">
                  <a16:creationId xmlns:a16="http://schemas.microsoft.com/office/drawing/2014/main" id="{98D97055-E2FD-4FF0-90DB-E94B1920C4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3" name="Rectangle 45">
              <a:extLst>
                <a:ext uri="{FF2B5EF4-FFF2-40B4-BE49-F238E27FC236}">
                  <a16:creationId xmlns:a16="http://schemas.microsoft.com/office/drawing/2014/main" id="{DE4F8DEE-2AD7-48B0-86FE-2FB6CF6E0C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4" name="Rectangle 46">
              <a:extLst>
                <a:ext uri="{FF2B5EF4-FFF2-40B4-BE49-F238E27FC236}">
                  <a16:creationId xmlns:a16="http://schemas.microsoft.com/office/drawing/2014/main" id="{ABD952AD-A59A-4124-AAA4-9E35E9D1D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5" name="Rectangle 47">
              <a:extLst>
                <a:ext uri="{FF2B5EF4-FFF2-40B4-BE49-F238E27FC236}">
                  <a16:creationId xmlns:a16="http://schemas.microsoft.com/office/drawing/2014/main" id="{09F53A53-235E-4905-B7A1-4C2487531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6" name="Rectangle 48">
              <a:extLst>
                <a:ext uri="{FF2B5EF4-FFF2-40B4-BE49-F238E27FC236}">
                  <a16:creationId xmlns:a16="http://schemas.microsoft.com/office/drawing/2014/main" id="{E7B8F62B-F26F-4F16-83DE-DE88E2AC27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7" name="Rectangle 49">
              <a:extLst>
                <a:ext uri="{FF2B5EF4-FFF2-40B4-BE49-F238E27FC236}">
                  <a16:creationId xmlns:a16="http://schemas.microsoft.com/office/drawing/2014/main" id="{5A3F2E03-9197-4D87-AEBD-53681C71A0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8" name="Rectangle 50">
              <a:extLst>
                <a:ext uri="{FF2B5EF4-FFF2-40B4-BE49-F238E27FC236}">
                  <a16:creationId xmlns:a16="http://schemas.microsoft.com/office/drawing/2014/main" id="{AC48136C-038A-4E15-A432-82CDA3580E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9" name="Rectangle 51">
              <a:extLst>
                <a:ext uri="{FF2B5EF4-FFF2-40B4-BE49-F238E27FC236}">
                  <a16:creationId xmlns:a16="http://schemas.microsoft.com/office/drawing/2014/main" id="{A03DB8D5-6A83-4A84-AB18-2030609589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0" name="Rectangle 52">
              <a:extLst>
                <a:ext uri="{FF2B5EF4-FFF2-40B4-BE49-F238E27FC236}">
                  <a16:creationId xmlns:a16="http://schemas.microsoft.com/office/drawing/2014/main" id="{CB4B691A-151E-4AA1-86FD-1DF590C8AD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1" name="Rectangle 53">
              <a:extLst>
                <a:ext uri="{FF2B5EF4-FFF2-40B4-BE49-F238E27FC236}">
                  <a16:creationId xmlns:a16="http://schemas.microsoft.com/office/drawing/2014/main" id="{8DE17CF6-249D-4F7B-83E2-FD452FE77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2" name="Rectangle 54">
              <a:extLst>
                <a:ext uri="{FF2B5EF4-FFF2-40B4-BE49-F238E27FC236}">
                  <a16:creationId xmlns:a16="http://schemas.microsoft.com/office/drawing/2014/main" id="{8AFBC693-95B4-46BF-8458-36EE0C8055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3" name="Rectangle 55">
              <a:extLst>
                <a:ext uri="{FF2B5EF4-FFF2-40B4-BE49-F238E27FC236}">
                  <a16:creationId xmlns:a16="http://schemas.microsoft.com/office/drawing/2014/main" id="{1B7936E4-C86A-4ECF-9DAA-DD45C61C9B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4" name="Rectangle 56">
              <a:extLst>
                <a:ext uri="{FF2B5EF4-FFF2-40B4-BE49-F238E27FC236}">
                  <a16:creationId xmlns:a16="http://schemas.microsoft.com/office/drawing/2014/main" id="{07B705CC-7C23-4703-BFCD-DEBFDF5A7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5" name="Rectangle 57">
              <a:extLst>
                <a:ext uri="{FF2B5EF4-FFF2-40B4-BE49-F238E27FC236}">
                  <a16:creationId xmlns:a16="http://schemas.microsoft.com/office/drawing/2014/main" id="{021EAEDF-4795-47A7-9CDF-29BDE7EB46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6" name="Rectangle 59">
              <a:extLst>
                <a:ext uri="{FF2B5EF4-FFF2-40B4-BE49-F238E27FC236}">
                  <a16:creationId xmlns:a16="http://schemas.microsoft.com/office/drawing/2014/main" id="{C8E25685-5F7D-4F4C-ABCD-4A625A28DA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342187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7" name="Rectangle 60">
              <a:extLst>
                <a:ext uri="{FF2B5EF4-FFF2-40B4-BE49-F238E27FC236}">
                  <a16:creationId xmlns:a16="http://schemas.microsoft.com/office/drawing/2014/main" id="{F86C1915-F185-4F6E-BC9A-70ED68733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8" name="Rectangle 61">
              <a:extLst>
                <a:ext uri="{FF2B5EF4-FFF2-40B4-BE49-F238E27FC236}">
                  <a16:creationId xmlns:a16="http://schemas.microsoft.com/office/drawing/2014/main" id="{0A676732-8A69-4B25-9573-F6F90E1CBE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9" name="Rectangle 62">
              <a:extLst>
                <a:ext uri="{FF2B5EF4-FFF2-40B4-BE49-F238E27FC236}">
                  <a16:creationId xmlns:a16="http://schemas.microsoft.com/office/drawing/2014/main" id="{D4F1F03D-E1AA-4194-B592-BA6FFEF4B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0" name="Rectangle 63">
              <a:extLst>
                <a:ext uri="{FF2B5EF4-FFF2-40B4-BE49-F238E27FC236}">
                  <a16:creationId xmlns:a16="http://schemas.microsoft.com/office/drawing/2014/main" id="{3E19A2DA-16F0-4B64-9855-639F78BF95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1" name="Rectangle 64">
              <a:extLst>
                <a:ext uri="{FF2B5EF4-FFF2-40B4-BE49-F238E27FC236}">
                  <a16:creationId xmlns:a16="http://schemas.microsoft.com/office/drawing/2014/main" id="{21AA4D67-978D-46FA-9138-C5EF347A09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2" name="Rectangle 65">
              <a:extLst>
                <a:ext uri="{FF2B5EF4-FFF2-40B4-BE49-F238E27FC236}">
                  <a16:creationId xmlns:a16="http://schemas.microsoft.com/office/drawing/2014/main" id="{DF7FABC9-0AE5-498D-9DCD-2D0A69DD4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3" name="Rectangle 66">
              <a:extLst>
                <a:ext uri="{FF2B5EF4-FFF2-40B4-BE49-F238E27FC236}">
                  <a16:creationId xmlns:a16="http://schemas.microsoft.com/office/drawing/2014/main" id="{3B4259AB-BB5C-471B-8BFD-2464967E06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4" name="Rectangle 67">
              <a:extLst>
                <a:ext uri="{FF2B5EF4-FFF2-40B4-BE49-F238E27FC236}">
                  <a16:creationId xmlns:a16="http://schemas.microsoft.com/office/drawing/2014/main" id="{4A71AFC4-8245-4F87-8986-BFA7163794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5" name="Rectangle 68">
              <a:extLst>
                <a:ext uri="{FF2B5EF4-FFF2-40B4-BE49-F238E27FC236}">
                  <a16:creationId xmlns:a16="http://schemas.microsoft.com/office/drawing/2014/main" id="{AA4DB81E-6CDA-4C15-A84C-6764CA845A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6" name="Rectangle 69">
              <a:extLst>
                <a:ext uri="{FF2B5EF4-FFF2-40B4-BE49-F238E27FC236}">
                  <a16:creationId xmlns:a16="http://schemas.microsoft.com/office/drawing/2014/main" id="{E6B3071E-6076-4B7A-83B7-92D6A16534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7" name="Rectangle 70">
              <a:extLst>
                <a:ext uri="{FF2B5EF4-FFF2-40B4-BE49-F238E27FC236}">
                  <a16:creationId xmlns:a16="http://schemas.microsoft.com/office/drawing/2014/main" id="{E8543DB1-652E-4988-9780-2A2133D41D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8" name="Rectangle 71">
              <a:extLst>
                <a:ext uri="{FF2B5EF4-FFF2-40B4-BE49-F238E27FC236}">
                  <a16:creationId xmlns:a16="http://schemas.microsoft.com/office/drawing/2014/main" id="{42F0AA6A-4C74-462E-8B1B-F39A0F70F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9" name="Rectangle 72">
              <a:extLst>
                <a:ext uri="{FF2B5EF4-FFF2-40B4-BE49-F238E27FC236}">
                  <a16:creationId xmlns:a16="http://schemas.microsoft.com/office/drawing/2014/main" id="{B33C0D7F-04E1-4844-B90C-3FBE5EEF3A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0" name="Rectangle 73">
              <a:extLst>
                <a:ext uri="{FF2B5EF4-FFF2-40B4-BE49-F238E27FC236}">
                  <a16:creationId xmlns:a16="http://schemas.microsoft.com/office/drawing/2014/main" id="{F49B085D-B4DD-458A-826A-3DA24029B8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1" name="Rectangle 74">
              <a:extLst>
                <a:ext uri="{FF2B5EF4-FFF2-40B4-BE49-F238E27FC236}">
                  <a16:creationId xmlns:a16="http://schemas.microsoft.com/office/drawing/2014/main" id="{A32F9E5F-5111-453D-A333-FB4E1A1867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2" name="Rectangle 75">
              <a:extLst>
                <a:ext uri="{FF2B5EF4-FFF2-40B4-BE49-F238E27FC236}">
                  <a16:creationId xmlns:a16="http://schemas.microsoft.com/office/drawing/2014/main" id="{47E4D8BD-DEA3-4D27-98E4-F4E7016173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3" name="Rectangle 76">
              <a:extLst>
                <a:ext uri="{FF2B5EF4-FFF2-40B4-BE49-F238E27FC236}">
                  <a16:creationId xmlns:a16="http://schemas.microsoft.com/office/drawing/2014/main" id="{BBF03BDD-5E4F-4125-8BBA-793FC2C135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4" name="Rectangle 77">
              <a:extLst>
                <a:ext uri="{FF2B5EF4-FFF2-40B4-BE49-F238E27FC236}">
                  <a16:creationId xmlns:a16="http://schemas.microsoft.com/office/drawing/2014/main" id="{F3B4C098-EB45-4815-8269-996D7522E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5" name="Rectangle 78">
              <a:extLst>
                <a:ext uri="{FF2B5EF4-FFF2-40B4-BE49-F238E27FC236}">
                  <a16:creationId xmlns:a16="http://schemas.microsoft.com/office/drawing/2014/main" id="{B59927F3-4B4B-42A6-8B08-08A49631DE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6" name="Rectangle 79">
              <a:extLst>
                <a:ext uri="{FF2B5EF4-FFF2-40B4-BE49-F238E27FC236}">
                  <a16:creationId xmlns:a16="http://schemas.microsoft.com/office/drawing/2014/main" id="{A3EF2292-28DC-48A4-AF27-649B5C4586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7" name="Rectangle 80">
              <a:extLst>
                <a:ext uri="{FF2B5EF4-FFF2-40B4-BE49-F238E27FC236}">
                  <a16:creationId xmlns:a16="http://schemas.microsoft.com/office/drawing/2014/main" id="{248C3F59-9E32-45A2-A3CC-2CB702255A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8" name="Rectangle 81">
              <a:extLst>
                <a:ext uri="{FF2B5EF4-FFF2-40B4-BE49-F238E27FC236}">
                  <a16:creationId xmlns:a16="http://schemas.microsoft.com/office/drawing/2014/main" id="{8E4ACB8A-43E4-4093-AE56-AA241704B0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9" name="Rectangle 82">
              <a:extLst>
                <a:ext uri="{FF2B5EF4-FFF2-40B4-BE49-F238E27FC236}">
                  <a16:creationId xmlns:a16="http://schemas.microsoft.com/office/drawing/2014/main" id="{D14F99BB-28D1-464F-BB16-2F2623BBC5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0" name="Rectangle 83">
              <a:extLst>
                <a:ext uri="{FF2B5EF4-FFF2-40B4-BE49-F238E27FC236}">
                  <a16:creationId xmlns:a16="http://schemas.microsoft.com/office/drawing/2014/main" id="{A95FA675-3755-4391-B726-68B8FF23A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1" name="Rectangle 84">
              <a:extLst>
                <a:ext uri="{FF2B5EF4-FFF2-40B4-BE49-F238E27FC236}">
                  <a16:creationId xmlns:a16="http://schemas.microsoft.com/office/drawing/2014/main" id="{49925855-02BD-4CA2-9D33-00CA85C3A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2" name="Rectangle 86">
              <a:extLst>
                <a:ext uri="{FF2B5EF4-FFF2-40B4-BE49-F238E27FC236}">
                  <a16:creationId xmlns:a16="http://schemas.microsoft.com/office/drawing/2014/main" id="{29A0B59B-FDB1-4852-BA6C-06E6417E8D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3" name="Rectangle 87">
              <a:extLst>
                <a:ext uri="{FF2B5EF4-FFF2-40B4-BE49-F238E27FC236}">
                  <a16:creationId xmlns:a16="http://schemas.microsoft.com/office/drawing/2014/main" id="{F2291FF5-CA54-458E-8BD1-99B816F40E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4" name="Rectangle 88">
              <a:extLst>
                <a:ext uri="{FF2B5EF4-FFF2-40B4-BE49-F238E27FC236}">
                  <a16:creationId xmlns:a16="http://schemas.microsoft.com/office/drawing/2014/main" id="{97EB7D42-19E8-41E2-B5B0-791AA24B5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5" name="Rectangle 89">
              <a:extLst>
                <a:ext uri="{FF2B5EF4-FFF2-40B4-BE49-F238E27FC236}">
                  <a16:creationId xmlns:a16="http://schemas.microsoft.com/office/drawing/2014/main" id="{F11528A1-D5A5-47C3-A78A-BDF885ECD0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8505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6" name="Rectangle 90">
              <a:extLst>
                <a:ext uri="{FF2B5EF4-FFF2-40B4-BE49-F238E27FC236}">
                  <a16:creationId xmlns:a16="http://schemas.microsoft.com/office/drawing/2014/main" id="{382D90AE-FED6-4FCA-B477-13F5EC154E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7" name="Rectangle 91">
              <a:extLst>
                <a:ext uri="{FF2B5EF4-FFF2-40B4-BE49-F238E27FC236}">
                  <a16:creationId xmlns:a16="http://schemas.microsoft.com/office/drawing/2014/main" id="{32C9B838-AD97-41C2-B167-E2ED06D30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8" name="Rectangle 92">
              <a:extLst>
                <a:ext uri="{FF2B5EF4-FFF2-40B4-BE49-F238E27FC236}">
                  <a16:creationId xmlns:a16="http://schemas.microsoft.com/office/drawing/2014/main" id="{17A1E437-F28C-4912-A416-147E734D2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9" name="Rectangle 105">
              <a:extLst>
                <a:ext uri="{FF2B5EF4-FFF2-40B4-BE49-F238E27FC236}">
                  <a16:creationId xmlns:a16="http://schemas.microsoft.com/office/drawing/2014/main" id="{DEAE7685-4A38-4785-9605-B19161F69E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0" name="Rectangle 106">
              <a:extLst>
                <a:ext uri="{FF2B5EF4-FFF2-40B4-BE49-F238E27FC236}">
                  <a16:creationId xmlns:a16="http://schemas.microsoft.com/office/drawing/2014/main" id="{D8D5236E-C6F3-4C15-B112-50979E39B6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1" name="Rectangle 107">
              <a:extLst>
                <a:ext uri="{FF2B5EF4-FFF2-40B4-BE49-F238E27FC236}">
                  <a16:creationId xmlns:a16="http://schemas.microsoft.com/office/drawing/2014/main" id="{EAC78FE3-C094-437A-B445-4F78378023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2" name="Rectangle 108">
              <a:extLst>
                <a:ext uri="{FF2B5EF4-FFF2-40B4-BE49-F238E27FC236}">
                  <a16:creationId xmlns:a16="http://schemas.microsoft.com/office/drawing/2014/main" id="{E515352F-F56E-4A5E-A366-80D13565A1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3" name="Rectangle 109">
              <a:extLst>
                <a:ext uri="{FF2B5EF4-FFF2-40B4-BE49-F238E27FC236}">
                  <a16:creationId xmlns:a16="http://schemas.microsoft.com/office/drawing/2014/main" id="{082593FC-9A99-4046-9873-3F17F576F5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4" name="Rectangle 110">
              <a:extLst>
                <a:ext uri="{FF2B5EF4-FFF2-40B4-BE49-F238E27FC236}">
                  <a16:creationId xmlns:a16="http://schemas.microsoft.com/office/drawing/2014/main" id="{7BE87C29-956D-4731-9DEF-2472E21D89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5" name="Rectangle 111">
              <a:extLst>
                <a:ext uri="{FF2B5EF4-FFF2-40B4-BE49-F238E27FC236}">
                  <a16:creationId xmlns:a16="http://schemas.microsoft.com/office/drawing/2014/main" id="{A3B07365-8B76-4AFB-ABA7-8DD8B6C91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6" name="Rectangle 113">
              <a:extLst>
                <a:ext uri="{FF2B5EF4-FFF2-40B4-BE49-F238E27FC236}">
                  <a16:creationId xmlns:a16="http://schemas.microsoft.com/office/drawing/2014/main" id="{DC607E7A-BE56-4471-A732-571BF19EBC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7" name="Rectangle 114">
              <a:extLst>
                <a:ext uri="{FF2B5EF4-FFF2-40B4-BE49-F238E27FC236}">
                  <a16:creationId xmlns:a16="http://schemas.microsoft.com/office/drawing/2014/main" id="{AC622CDC-661A-4504-B509-39988A379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8" name="Rectangle 115">
              <a:extLst>
                <a:ext uri="{FF2B5EF4-FFF2-40B4-BE49-F238E27FC236}">
                  <a16:creationId xmlns:a16="http://schemas.microsoft.com/office/drawing/2014/main" id="{62946A9D-9192-4CAD-8F76-974C5FE277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358971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9" name="Rectangle 116">
              <a:extLst>
                <a:ext uri="{FF2B5EF4-FFF2-40B4-BE49-F238E27FC236}">
                  <a16:creationId xmlns:a16="http://schemas.microsoft.com/office/drawing/2014/main" id="{98A87D74-26D6-44DE-B8E3-3F1228E833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117">
              <a:extLst>
                <a:ext uri="{FF2B5EF4-FFF2-40B4-BE49-F238E27FC236}">
                  <a16:creationId xmlns:a16="http://schemas.microsoft.com/office/drawing/2014/main" id="{305F2911-EBBC-4A1F-9F27-F5A4D6683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358971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118">
              <a:extLst>
                <a:ext uri="{FF2B5EF4-FFF2-40B4-BE49-F238E27FC236}">
                  <a16:creationId xmlns:a16="http://schemas.microsoft.com/office/drawing/2014/main" id="{E3017ED1-C3DB-468D-917A-7D055013E8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119">
              <a:extLst>
                <a:ext uri="{FF2B5EF4-FFF2-40B4-BE49-F238E27FC236}">
                  <a16:creationId xmlns:a16="http://schemas.microsoft.com/office/drawing/2014/main" id="{364A9FBD-1DB7-46D2-80AE-1EF6158FE9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132">
              <a:extLst>
                <a:ext uri="{FF2B5EF4-FFF2-40B4-BE49-F238E27FC236}">
                  <a16:creationId xmlns:a16="http://schemas.microsoft.com/office/drawing/2014/main" id="{5B8F5DA7-A3AB-48C2-A0AA-06DFF2510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133">
              <a:extLst>
                <a:ext uri="{FF2B5EF4-FFF2-40B4-BE49-F238E27FC236}">
                  <a16:creationId xmlns:a16="http://schemas.microsoft.com/office/drawing/2014/main" id="{B4EEDB8D-D8C1-42F7-816B-88E1F6AC5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134">
              <a:extLst>
                <a:ext uri="{FF2B5EF4-FFF2-40B4-BE49-F238E27FC236}">
                  <a16:creationId xmlns:a16="http://schemas.microsoft.com/office/drawing/2014/main" id="{E15F1A2D-8731-4042-A5CD-84E3C2F446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135">
              <a:extLst>
                <a:ext uri="{FF2B5EF4-FFF2-40B4-BE49-F238E27FC236}">
                  <a16:creationId xmlns:a16="http://schemas.microsoft.com/office/drawing/2014/main" id="{866AE8F6-A982-4075-88C6-096E183A63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136">
              <a:extLst>
                <a:ext uri="{FF2B5EF4-FFF2-40B4-BE49-F238E27FC236}">
                  <a16:creationId xmlns:a16="http://schemas.microsoft.com/office/drawing/2014/main" id="{4E9E8D66-CB5B-45DA-86A6-5550489713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137">
              <a:extLst>
                <a:ext uri="{FF2B5EF4-FFF2-40B4-BE49-F238E27FC236}">
                  <a16:creationId xmlns:a16="http://schemas.microsoft.com/office/drawing/2014/main" id="{A22DE3BE-D7D7-4570-BD5B-578C0D546A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138">
              <a:extLst>
                <a:ext uri="{FF2B5EF4-FFF2-40B4-BE49-F238E27FC236}">
                  <a16:creationId xmlns:a16="http://schemas.microsoft.com/office/drawing/2014/main" id="{7A6BABE8-DBE8-441A-87BB-BA336C02D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140">
              <a:extLst>
                <a:ext uri="{FF2B5EF4-FFF2-40B4-BE49-F238E27FC236}">
                  <a16:creationId xmlns:a16="http://schemas.microsoft.com/office/drawing/2014/main" id="{E3D2014F-A2E0-433E-904B-8B6961F864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8661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141">
              <a:extLst>
                <a:ext uri="{FF2B5EF4-FFF2-40B4-BE49-F238E27FC236}">
                  <a16:creationId xmlns:a16="http://schemas.microsoft.com/office/drawing/2014/main" id="{69E93948-9F67-4652-940D-D296937F99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8661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142">
              <a:extLst>
                <a:ext uri="{FF2B5EF4-FFF2-40B4-BE49-F238E27FC236}">
                  <a16:creationId xmlns:a16="http://schemas.microsoft.com/office/drawing/2014/main" id="{DF77B519-E891-4382-8E18-46FCB0F8C7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143">
              <a:extLst>
                <a:ext uri="{FF2B5EF4-FFF2-40B4-BE49-F238E27FC236}">
                  <a16:creationId xmlns:a16="http://schemas.microsoft.com/office/drawing/2014/main" id="{D5D17266-EBAA-471D-8E73-01469C4714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144">
              <a:extLst>
                <a:ext uri="{FF2B5EF4-FFF2-40B4-BE49-F238E27FC236}">
                  <a16:creationId xmlns:a16="http://schemas.microsoft.com/office/drawing/2014/main" id="{D44C52C9-4A4D-4A1A-8A29-69726A6A30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145">
              <a:extLst>
                <a:ext uri="{FF2B5EF4-FFF2-40B4-BE49-F238E27FC236}">
                  <a16:creationId xmlns:a16="http://schemas.microsoft.com/office/drawing/2014/main" id="{FA87CB27-8CDF-4677-9DF5-DFB94C701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146">
              <a:extLst>
                <a:ext uri="{FF2B5EF4-FFF2-40B4-BE49-F238E27FC236}">
                  <a16:creationId xmlns:a16="http://schemas.microsoft.com/office/drawing/2014/main" id="{4AADF530-084D-4ABD-9074-C7575F810C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159">
              <a:extLst>
                <a:ext uri="{FF2B5EF4-FFF2-40B4-BE49-F238E27FC236}">
                  <a16:creationId xmlns:a16="http://schemas.microsoft.com/office/drawing/2014/main" id="{C322B879-3988-4E94-A06A-2E2974CE59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160">
              <a:extLst>
                <a:ext uri="{FF2B5EF4-FFF2-40B4-BE49-F238E27FC236}">
                  <a16:creationId xmlns:a16="http://schemas.microsoft.com/office/drawing/2014/main" id="{1FB2D558-1E2B-4728-B37A-424934B7AD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161">
              <a:extLst>
                <a:ext uri="{FF2B5EF4-FFF2-40B4-BE49-F238E27FC236}">
                  <a16:creationId xmlns:a16="http://schemas.microsoft.com/office/drawing/2014/main" id="{0A804D08-6835-454A-A817-80AFAFA27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162">
              <a:extLst>
                <a:ext uri="{FF2B5EF4-FFF2-40B4-BE49-F238E27FC236}">
                  <a16:creationId xmlns:a16="http://schemas.microsoft.com/office/drawing/2014/main" id="{088B375A-8C1A-4982-9F8E-9B47B9FDCA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163">
              <a:extLst>
                <a:ext uri="{FF2B5EF4-FFF2-40B4-BE49-F238E27FC236}">
                  <a16:creationId xmlns:a16="http://schemas.microsoft.com/office/drawing/2014/main" id="{7FDDF96D-95E0-4634-92CA-2BD5749E0D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164">
              <a:extLst>
                <a:ext uri="{FF2B5EF4-FFF2-40B4-BE49-F238E27FC236}">
                  <a16:creationId xmlns:a16="http://schemas.microsoft.com/office/drawing/2014/main" id="{FFAB5B60-AC73-4661-9026-4738F218AA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165">
              <a:extLst>
                <a:ext uri="{FF2B5EF4-FFF2-40B4-BE49-F238E27FC236}">
                  <a16:creationId xmlns:a16="http://schemas.microsoft.com/office/drawing/2014/main" id="{55977D1F-AEBB-4C53-9386-D84525085B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167">
              <a:extLst>
                <a:ext uri="{FF2B5EF4-FFF2-40B4-BE49-F238E27FC236}">
                  <a16:creationId xmlns:a16="http://schemas.microsoft.com/office/drawing/2014/main" id="{1DC84208-E766-4580-A861-C3CFC0E372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5" name="Rectangle 168">
              <a:extLst>
                <a:ext uri="{FF2B5EF4-FFF2-40B4-BE49-F238E27FC236}">
                  <a16:creationId xmlns:a16="http://schemas.microsoft.com/office/drawing/2014/main" id="{2325F7E8-2FD3-4BEC-A7B6-AD4FD4B1F5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6" name="Rectangle 169">
              <a:extLst>
                <a:ext uri="{FF2B5EF4-FFF2-40B4-BE49-F238E27FC236}">
                  <a16:creationId xmlns:a16="http://schemas.microsoft.com/office/drawing/2014/main" id="{E25EE725-3FFE-489B-90BB-54AF710679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7" name="Rectangle 170">
              <a:extLst>
                <a:ext uri="{FF2B5EF4-FFF2-40B4-BE49-F238E27FC236}">
                  <a16:creationId xmlns:a16="http://schemas.microsoft.com/office/drawing/2014/main" id="{5FF69CBE-D1C4-47E2-B021-1A16583B86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8" name="Rectangle 171">
              <a:extLst>
                <a:ext uri="{FF2B5EF4-FFF2-40B4-BE49-F238E27FC236}">
                  <a16:creationId xmlns:a16="http://schemas.microsoft.com/office/drawing/2014/main" id="{2FD7DC93-4697-49F2-9683-A519993F3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9" name="Rectangle 172">
              <a:extLst>
                <a:ext uri="{FF2B5EF4-FFF2-40B4-BE49-F238E27FC236}">
                  <a16:creationId xmlns:a16="http://schemas.microsoft.com/office/drawing/2014/main" id="{F078C2FC-1AFA-4F34-AEB1-722384C0DD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0" name="Rectangle 173">
              <a:extLst>
                <a:ext uri="{FF2B5EF4-FFF2-40B4-BE49-F238E27FC236}">
                  <a16:creationId xmlns:a16="http://schemas.microsoft.com/office/drawing/2014/main" id="{B4CD4DEB-6026-4ACE-9EF8-D5BB38BCD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1" name="Rectangle 186">
              <a:extLst>
                <a:ext uri="{FF2B5EF4-FFF2-40B4-BE49-F238E27FC236}">
                  <a16:creationId xmlns:a16="http://schemas.microsoft.com/office/drawing/2014/main" id="{7BFD734A-1348-4955-827A-416C4FCDC6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2" name="Rectangle 187">
              <a:extLst>
                <a:ext uri="{FF2B5EF4-FFF2-40B4-BE49-F238E27FC236}">
                  <a16:creationId xmlns:a16="http://schemas.microsoft.com/office/drawing/2014/main" id="{639C0A45-AA0E-4799-9B48-D56FD46E76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3" name="Rectangle 188">
              <a:extLst>
                <a:ext uri="{FF2B5EF4-FFF2-40B4-BE49-F238E27FC236}">
                  <a16:creationId xmlns:a16="http://schemas.microsoft.com/office/drawing/2014/main" id="{27B6305A-BDDA-4961-B3ED-4CDE68C9BE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4" name="Rectangle 189">
              <a:extLst>
                <a:ext uri="{FF2B5EF4-FFF2-40B4-BE49-F238E27FC236}">
                  <a16:creationId xmlns:a16="http://schemas.microsoft.com/office/drawing/2014/main" id="{DD6CA54E-582F-4C37-9D3A-BFA3E45D25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5" name="Rectangle 190">
              <a:extLst>
                <a:ext uri="{FF2B5EF4-FFF2-40B4-BE49-F238E27FC236}">
                  <a16:creationId xmlns:a16="http://schemas.microsoft.com/office/drawing/2014/main" id="{14E6965D-E230-4479-A391-3BCD5A2BBB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6" name="Rectangle 191">
              <a:extLst>
                <a:ext uri="{FF2B5EF4-FFF2-40B4-BE49-F238E27FC236}">
                  <a16:creationId xmlns:a16="http://schemas.microsoft.com/office/drawing/2014/main" id="{363FE856-8F60-49E3-9E59-695D571F03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7" name="Rectangle 192">
              <a:extLst>
                <a:ext uri="{FF2B5EF4-FFF2-40B4-BE49-F238E27FC236}">
                  <a16:creationId xmlns:a16="http://schemas.microsoft.com/office/drawing/2014/main" id="{2FB0342C-B7FA-47B4-B1FF-6954791FD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3745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8" name="Rectangle 194">
              <a:extLst>
                <a:ext uri="{FF2B5EF4-FFF2-40B4-BE49-F238E27FC236}">
                  <a16:creationId xmlns:a16="http://schemas.microsoft.com/office/drawing/2014/main" id="{1122B8B2-F8E5-4A2E-A416-E53AAE197A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9" name="Rectangle 195">
              <a:extLst>
                <a:ext uri="{FF2B5EF4-FFF2-40B4-BE49-F238E27FC236}">
                  <a16:creationId xmlns:a16="http://schemas.microsoft.com/office/drawing/2014/main" id="{4B87FC86-0D1F-4F15-9C22-AA0B2E2E1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8829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0" name="Rectangle 196">
              <a:extLst>
                <a:ext uri="{FF2B5EF4-FFF2-40B4-BE49-F238E27FC236}">
                  <a16:creationId xmlns:a16="http://schemas.microsoft.com/office/drawing/2014/main" id="{F8DDBB36-03C4-472F-9030-50E6B3212B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1" name="Rectangle 197">
              <a:extLst>
                <a:ext uri="{FF2B5EF4-FFF2-40B4-BE49-F238E27FC236}">
                  <a16:creationId xmlns:a16="http://schemas.microsoft.com/office/drawing/2014/main" id="{E84F816D-E7F7-4FC6-9198-C7A278EDBF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2" name="Rectangle 198">
              <a:extLst>
                <a:ext uri="{FF2B5EF4-FFF2-40B4-BE49-F238E27FC236}">
                  <a16:creationId xmlns:a16="http://schemas.microsoft.com/office/drawing/2014/main" id="{8C5E4DCC-4206-42A4-BE08-8E415FF60F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3" name="Rectangle 199">
              <a:extLst>
                <a:ext uri="{FF2B5EF4-FFF2-40B4-BE49-F238E27FC236}">
                  <a16:creationId xmlns:a16="http://schemas.microsoft.com/office/drawing/2014/main" id="{3EE8B95F-3C8D-4F9E-84E8-BEA481060C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4" name="Rectangle 200">
              <a:extLst>
                <a:ext uri="{FF2B5EF4-FFF2-40B4-BE49-F238E27FC236}">
                  <a16:creationId xmlns:a16="http://schemas.microsoft.com/office/drawing/2014/main" id="{5E59882C-157C-443F-9111-16EC7661D4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5" name="Rectangle 214">
              <a:extLst>
                <a:ext uri="{FF2B5EF4-FFF2-40B4-BE49-F238E27FC236}">
                  <a16:creationId xmlns:a16="http://schemas.microsoft.com/office/drawing/2014/main" id="{779BE661-91DF-4B4E-8AF9-45D24F4AD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6" name="Rectangle 215">
              <a:extLst>
                <a:ext uri="{FF2B5EF4-FFF2-40B4-BE49-F238E27FC236}">
                  <a16:creationId xmlns:a16="http://schemas.microsoft.com/office/drawing/2014/main" id="{91810401-B6D2-4EA1-B203-697A043236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7" name="Rectangle 216">
              <a:extLst>
                <a:ext uri="{FF2B5EF4-FFF2-40B4-BE49-F238E27FC236}">
                  <a16:creationId xmlns:a16="http://schemas.microsoft.com/office/drawing/2014/main" id="{CC3BED62-8CA0-4375-AB0A-72617711B0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8" name="Rectangle 217">
              <a:extLst>
                <a:ext uri="{FF2B5EF4-FFF2-40B4-BE49-F238E27FC236}">
                  <a16:creationId xmlns:a16="http://schemas.microsoft.com/office/drawing/2014/main" id="{64B31A64-91AE-4DF4-8D81-94752C787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9" name="Rectangle 218">
              <a:extLst>
                <a:ext uri="{FF2B5EF4-FFF2-40B4-BE49-F238E27FC236}">
                  <a16:creationId xmlns:a16="http://schemas.microsoft.com/office/drawing/2014/main" id="{9ECDDCA8-99C7-4E2C-A3DA-6A39A54613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0" name="Rectangle 219">
              <a:extLst>
                <a:ext uri="{FF2B5EF4-FFF2-40B4-BE49-F238E27FC236}">
                  <a16:creationId xmlns:a16="http://schemas.microsoft.com/office/drawing/2014/main" id="{9E610FA0-F583-4C87-9186-97DA3A3F50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8829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1" name="Rectangle 220">
              <a:extLst>
                <a:ext uri="{FF2B5EF4-FFF2-40B4-BE49-F238E27FC236}">
                  <a16:creationId xmlns:a16="http://schemas.microsoft.com/office/drawing/2014/main" id="{C0181C2A-AC28-493E-9832-9D57822828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2" name="Rectangle 222">
              <a:extLst>
                <a:ext uri="{FF2B5EF4-FFF2-40B4-BE49-F238E27FC236}">
                  <a16:creationId xmlns:a16="http://schemas.microsoft.com/office/drawing/2014/main" id="{3A65CCD8-DA6B-47D9-BE08-9831358B7F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3" name="Rectangle 223">
              <a:extLst>
                <a:ext uri="{FF2B5EF4-FFF2-40B4-BE49-F238E27FC236}">
                  <a16:creationId xmlns:a16="http://schemas.microsoft.com/office/drawing/2014/main" id="{432DF8DB-2535-4604-A56C-4F411A13A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4" name="Rectangle 224">
              <a:extLst>
                <a:ext uri="{FF2B5EF4-FFF2-40B4-BE49-F238E27FC236}">
                  <a16:creationId xmlns:a16="http://schemas.microsoft.com/office/drawing/2014/main" id="{B585B91F-5190-4F14-B1D1-F49E48A0D8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5" name="Rectangle 225">
              <a:extLst>
                <a:ext uri="{FF2B5EF4-FFF2-40B4-BE49-F238E27FC236}">
                  <a16:creationId xmlns:a16="http://schemas.microsoft.com/office/drawing/2014/main" id="{49F28844-8AC8-4173-B5BB-9FF425A50C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6" name="Rectangle 226">
              <a:extLst>
                <a:ext uri="{FF2B5EF4-FFF2-40B4-BE49-F238E27FC236}">
                  <a16:creationId xmlns:a16="http://schemas.microsoft.com/office/drawing/2014/main" id="{E750B745-BCDB-4D34-BBB4-107F54941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7" name="Rectangle 227">
              <a:extLst>
                <a:ext uri="{FF2B5EF4-FFF2-40B4-BE49-F238E27FC236}">
                  <a16:creationId xmlns:a16="http://schemas.microsoft.com/office/drawing/2014/main" id="{CB843387-A206-4CDB-845C-87952DF4F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8" name="Rectangle 228">
              <a:extLst>
                <a:ext uri="{FF2B5EF4-FFF2-40B4-BE49-F238E27FC236}">
                  <a16:creationId xmlns:a16="http://schemas.microsoft.com/office/drawing/2014/main" id="{F7012F48-14EA-4A10-B23B-D2DD376FD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9" name="Rectangle 241">
              <a:extLst>
                <a:ext uri="{FF2B5EF4-FFF2-40B4-BE49-F238E27FC236}">
                  <a16:creationId xmlns:a16="http://schemas.microsoft.com/office/drawing/2014/main" id="{9071865C-5264-4C64-86F2-5F136CDB3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0" name="Rectangle 242">
              <a:extLst>
                <a:ext uri="{FF2B5EF4-FFF2-40B4-BE49-F238E27FC236}">
                  <a16:creationId xmlns:a16="http://schemas.microsoft.com/office/drawing/2014/main" id="{5FC89895-3E12-4B31-8AC4-F2C571271B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1" name="Rectangle 243">
              <a:extLst>
                <a:ext uri="{FF2B5EF4-FFF2-40B4-BE49-F238E27FC236}">
                  <a16:creationId xmlns:a16="http://schemas.microsoft.com/office/drawing/2014/main" id="{822714A3-365A-4F69-84FD-C7A6C113C1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2" name="Rectangle 244">
              <a:extLst>
                <a:ext uri="{FF2B5EF4-FFF2-40B4-BE49-F238E27FC236}">
                  <a16:creationId xmlns:a16="http://schemas.microsoft.com/office/drawing/2014/main" id="{E831580F-B4FA-4FC0-94FF-AD9DB2B2F9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3" name="Rectangle 245">
              <a:extLst>
                <a:ext uri="{FF2B5EF4-FFF2-40B4-BE49-F238E27FC236}">
                  <a16:creationId xmlns:a16="http://schemas.microsoft.com/office/drawing/2014/main" id="{6FC45DDA-F270-4338-BB79-E4F603065B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4" name="Rectangle 246">
              <a:extLst>
                <a:ext uri="{FF2B5EF4-FFF2-40B4-BE49-F238E27FC236}">
                  <a16:creationId xmlns:a16="http://schemas.microsoft.com/office/drawing/2014/main" id="{DF6A400A-8A10-49DE-A315-385C4794A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5" name="Rectangle 247">
              <a:extLst>
                <a:ext uri="{FF2B5EF4-FFF2-40B4-BE49-F238E27FC236}">
                  <a16:creationId xmlns:a16="http://schemas.microsoft.com/office/drawing/2014/main" id="{2EA6C4C3-FE6D-4C45-9F6E-327D1D563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6" name="Rectangle 249">
              <a:extLst>
                <a:ext uri="{FF2B5EF4-FFF2-40B4-BE49-F238E27FC236}">
                  <a16:creationId xmlns:a16="http://schemas.microsoft.com/office/drawing/2014/main" id="{9164A3A4-A0CB-4566-AFBE-563D91A10F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7" name="Rectangle 250">
              <a:extLst>
                <a:ext uri="{FF2B5EF4-FFF2-40B4-BE49-F238E27FC236}">
                  <a16:creationId xmlns:a16="http://schemas.microsoft.com/office/drawing/2014/main" id="{FC689E73-96C3-4DFF-ABAC-A63C4BB15C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8" name="Rectangle 251">
              <a:extLst>
                <a:ext uri="{FF2B5EF4-FFF2-40B4-BE49-F238E27FC236}">
                  <a16:creationId xmlns:a16="http://schemas.microsoft.com/office/drawing/2014/main" id="{49DC827D-FB7B-4DC2-A762-F5F17F148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9" name="Rectangle 252">
              <a:extLst>
                <a:ext uri="{FF2B5EF4-FFF2-40B4-BE49-F238E27FC236}">
                  <a16:creationId xmlns:a16="http://schemas.microsoft.com/office/drawing/2014/main" id="{C228A320-DB20-438B-A918-A580ACBFC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0" name="Rectangle 253">
              <a:extLst>
                <a:ext uri="{FF2B5EF4-FFF2-40B4-BE49-F238E27FC236}">
                  <a16:creationId xmlns:a16="http://schemas.microsoft.com/office/drawing/2014/main" id="{9897219B-EBD5-4581-8A2F-89939367A6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1" name="Rectangle 254">
              <a:extLst>
                <a:ext uri="{FF2B5EF4-FFF2-40B4-BE49-F238E27FC236}">
                  <a16:creationId xmlns:a16="http://schemas.microsoft.com/office/drawing/2014/main" id="{B8DDB46C-98EC-4AA3-8DC6-3C19376297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2" name="Rectangle 255">
              <a:extLst>
                <a:ext uri="{FF2B5EF4-FFF2-40B4-BE49-F238E27FC236}">
                  <a16:creationId xmlns:a16="http://schemas.microsoft.com/office/drawing/2014/main" id="{808B3D4B-87CC-405D-9F91-FF03DD240C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3" name="Rectangle 268">
              <a:extLst>
                <a:ext uri="{FF2B5EF4-FFF2-40B4-BE49-F238E27FC236}">
                  <a16:creationId xmlns:a16="http://schemas.microsoft.com/office/drawing/2014/main" id="{368C3B92-A8BF-48DA-A49B-DEEB8B156B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4" name="Rectangle 269">
              <a:extLst>
                <a:ext uri="{FF2B5EF4-FFF2-40B4-BE49-F238E27FC236}">
                  <a16:creationId xmlns:a16="http://schemas.microsoft.com/office/drawing/2014/main" id="{C6AE408F-F0A6-4B28-9BE9-0FACFB243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5" name="Rectangle 270">
              <a:extLst>
                <a:ext uri="{FF2B5EF4-FFF2-40B4-BE49-F238E27FC236}">
                  <a16:creationId xmlns:a16="http://schemas.microsoft.com/office/drawing/2014/main" id="{78937A9C-A111-49DA-A588-1C93AD60FC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6" name="Rectangle 271">
              <a:extLst>
                <a:ext uri="{FF2B5EF4-FFF2-40B4-BE49-F238E27FC236}">
                  <a16:creationId xmlns:a16="http://schemas.microsoft.com/office/drawing/2014/main" id="{89501F7C-3060-4F40-952B-8BEDDCE50C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7" name="Rectangle 272">
              <a:extLst>
                <a:ext uri="{FF2B5EF4-FFF2-40B4-BE49-F238E27FC236}">
                  <a16:creationId xmlns:a16="http://schemas.microsoft.com/office/drawing/2014/main" id="{C12674AC-F8DE-4BF0-B819-9E2A2AF2FE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8985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8" name="Rectangle 273">
              <a:extLst>
                <a:ext uri="{FF2B5EF4-FFF2-40B4-BE49-F238E27FC236}">
                  <a16:creationId xmlns:a16="http://schemas.microsoft.com/office/drawing/2014/main" id="{B7785334-7690-4CF7-9269-7772426EDD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8985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9" name="Rectangle 274">
              <a:extLst>
                <a:ext uri="{FF2B5EF4-FFF2-40B4-BE49-F238E27FC236}">
                  <a16:creationId xmlns:a16="http://schemas.microsoft.com/office/drawing/2014/main" id="{1D74AEA1-716D-444E-9FA0-111672E596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898595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0" name="Rectangle 276">
              <a:extLst>
                <a:ext uri="{FF2B5EF4-FFF2-40B4-BE49-F238E27FC236}">
                  <a16:creationId xmlns:a16="http://schemas.microsoft.com/office/drawing/2014/main" id="{3438C147-B1A7-4B1E-AE39-DA7715FBB4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1" name="Rectangle 277">
              <a:extLst>
                <a:ext uri="{FF2B5EF4-FFF2-40B4-BE49-F238E27FC236}">
                  <a16:creationId xmlns:a16="http://schemas.microsoft.com/office/drawing/2014/main" id="{84AA6B27-1DF9-4C1A-8EB8-285EAD7752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2" name="Rectangle 278">
              <a:extLst>
                <a:ext uri="{FF2B5EF4-FFF2-40B4-BE49-F238E27FC236}">
                  <a16:creationId xmlns:a16="http://schemas.microsoft.com/office/drawing/2014/main" id="{EC4CD7F9-CEBB-45D2-BC0F-696E95FC1E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3" name="Rectangle 279">
              <a:extLst>
                <a:ext uri="{FF2B5EF4-FFF2-40B4-BE49-F238E27FC236}">
                  <a16:creationId xmlns:a16="http://schemas.microsoft.com/office/drawing/2014/main" id="{25CE44E3-3ADD-478D-A105-8FBE0876C3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4" name="Rectangle 280">
              <a:extLst>
                <a:ext uri="{FF2B5EF4-FFF2-40B4-BE49-F238E27FC236}">
                  <a16:creationId xmlns:a16="http://schemas.microsoft.com/office/drawing/2014/main" id="{A8F0BFFE-3D79-4101-821A-4AF5607ECB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5" name="Rectangle 281">
              <a:extLst>
                <a:ext uri="{FF2B5EF4-FFF2-40B4-BE49-F238E27FC236}">
                  <a16:creationId xmlns:a16="http://schemas.microsoft.com/office/drawing/2014/main" id="{84D419AF-8225-41B8-86F5-75B9A63B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6" name="Rectangle 282">
              <a:extLst>
                <a:ext uri="{FF2B5EF4-FFF2-40B4-BE49-F238E27FC236}">
                  <a16:creationId xmlns:a16="http://schemas.microsoft.com/office/drawing/2014/main" id="{4E58BD16-2A71-4755-BC85-16C8F37392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7" name="Rectangle 283">
              <a:extLst>
                <a:ext uri="{FF2B5EF4-FFF2-40B4-BE49-F238E27FC236}">
                  <a16:creationId xmlns:a16="http://schemas.microsoft.com/office/drawing/2014/main" id="{F56B1EBF-9ACC-4EEA-9794-00E325DCA5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8" name="Rectangle 284">
              <a:extLst>
                <a:ext uri="{FF2B5EF4-FFF2-40B4-BE49-F238E27FC236}">
                  <a16:creationId xmlns:a16="http://schemas.microsoft.com/office/drawing/2014/main" id="{CCFE505E-DEE7-4620-81F5-36AFA872F4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9" name="Rectangle 285">
              <a:extLst>
                <a:ext uri="{FF2B5EF4-FFF2-40B4-BE49-F238E27FC236}">
                  <a16:creationId xmlns:a16="http://schemas.microsoft.com/office/drawing/2014/main" id="{30C4E4C1-9D8B-44EC-8D99-2E618636E2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0" name="Rectangle 286">
              <a:extLst>
                <a:ext uri="{FF2B5EF4-FFF2-40B4-BE49-F238E27FC236}">
                  <a16:creationId xmlns:a16="http://schemas.microsoft.com/office/drawing/2014/main" id="{775CBB56-B210-43F2-87E2-DE5A0CA40D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1" name="Rectangle 287">
              <a:extLst>
                <a:ext uri="{FF2B5EF4-FFF2-40B4-BE49-F238E27FC236}">
                  <a16:creationId xmlns:a16="http://schemas.microsoft.com/office/drawing/2014/main" id="{6667B41B-9A3E-4667-A1C7-B7369F0101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2" name="Rectangle 288">
              <a:extLst>
                <a:ext uri="{FF2B5EF4-FFF2-40B4-BE49-F238E27FC236}">
                  <a16:creationId xmlns:a16="http://schemas.microsoft.com/office/drawing/2014/main" id="{796F6F02-6043-46B6-ACB2-F0D85A865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3" name="Rectangle 289">
              <a:extLst>
                <a:ext uri="{FF2B5EF4-FFF2-40B4-BE49-F238E27FC236}">
                  <a16:creationId xmlns:a16="http://schemas.microsoft.com/office/drawing/2014/main" id="{929725D4-ED31-40E2-8AB3-47D0FD5DE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4" name="Rectangle 290">
              <a:extLst>
                <a:ext uri="{FF2B5EF4-FFF2-40B4-BE49-F238E27FC236}">
                  <a16:creationId xmlns:a16="http://schemas.microsoft.com/office/drawing/2014/main" id="{6E0AE0BD-ECE4-468E-A5C9-0DE456154D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5" name="Rectangle 291">
              <a:extLst>
                <a:ext uri="{FF2B5EF4-FFF2-40B4-BE49-F238E27FC236}">
                  <a16:creationId xmlns:a16="http://schemas.microsoft.com/office/drawing/2014/main" id="{4400955C-33E1-4C75-9F63-728D8665A9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6" name="Rectangle 292">
              <a:extLst>
                <a:ext uri="{FF2B5EF4-FFF2-40B4-BE49-F238E27FC236}">
                  <a16:creationId xmlns:a16="http://schemas.microsoft.com/office/drawing/2014/main" id="{D961C0B6-3B1B-4839-857B-114099F3F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7" name="Rectangle 293">
              <a:extLst>
                <a:ext uri="{FF2B5EF4-FFF2-40B4-BE49-F238E27FC236}">
                  <a16:creationId xmlns:a16="http://schemas.microsoft.com/office/drawing/2014/main" id="{DF5F8018-F3F9-4B6A-961C-FDE42B1ACF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8" name="Rectangle 294">
              <a:extLst>
                <a:ext uri="{FF2B5EF4-FFF2-40B4-BE49-F238E27FC236}">
                  <a16:creationId xmlns:a16="http://schemas.microsoft.com/office/drawing/2014/main" id="{F9B0F8D9-7724-4ACF-BA7F-110AA4FF0C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9" name="Rectangle 295">
              <a:extLst>
                <a:ext uri="{FF2B5EF4-FFF2-40B4-BE49-F238E27FC236}">
                  <a16:creationId xmlns:a16="http://schemas.microsoft.com/office/drawing/2014/main" id="{1D3659AF-0565-450F-85E1-3D9707E72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0" name="Rectangle 296">
              <a:extLst>
                <a:ext uri="{FF2B5EF4-FFF2-40B4-BE49-F238E27FC236}">
                  <a16:creationId xmlns:a16="http://schemas.microsoft.com/office/drawing/2014/main" id="{5FE90139-0B55-4644-A3B5-120193B9A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1" name="Rectangle 297">
              <a:extLst>
                <a:ext uri="{FF2B5EF4-FFF2-40B4-BE49-F238E27FC236}">
                  <a16:creationId xmlns:a16="http://schemas.microsoft.com/office/drawing/2014/main" id="{5C52DEE4-F75A-448E-AC22-D4A8424D6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4069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2" name="Rectangle 298">
              <a:extLst>
                <a:ext uri="{FF2B5EF4-FFF2-40B4-BE49-F238E27FC236}">
                  <a16:creationId xmlns:a16="http://schemas.microsoft.com/office/drawing/2014/main" id="{0FAA6019-458E-49C0-82BF-4DA9376EF5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3" name="Rectangle 299">
              <a:extLst>
                <a:ext uri="{FF2B5EF4-FFF2-40B4-BE49-F238E27FC236}">
                  <a16:creationId xmlns:a16="http://schemas.microsoft.com/office/drawing/2014/main" id="{A10BEF18-4D65-4ECD-AD29-9B429488E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406987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4" name="Rectangle 300">
              <a:extLst>
                <a:ext uri="{FF2B5EF4-FFF2-40B4-BE49-F238E27FC236}">
                  <a16:creationId xmlns:a16="http://schemas.microsoft.com/office/drawing/2014/main" id="{B5150899-574E-4361-8BD8-908931E2F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5" name="Rectangle 301">
              <a:extLst>
                <a:ext uri="{FF2B5EF4-FFF2-40B4-BE49-F238E27FC236}">
                  <a16:creationId xmlns:a16="http://schemas.microsoft.com/office/drawing/2014/main" id="{BEA711FE-B1AF-4B37-81CB-C560FA27C3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6" name="Rectangle 303">
              <a:extLst>
                <a:ext uri="{FF2B5EF4-FFF2-40B4-BE49-F238E27FC236}">
                  <a16:creationId xmlns:a16="http://schemas.microsoft.com/office/drawing/2014/main" id="{80E4ED87-41E6-49B3-91BA-686B2B81B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7" name="Rectangle 304">
              <a:extLst>
                <a:ext uri="{FF2B5EF4-FFF2-40B4-BE49-F238E27FC236}">
                  <a16:creationId xmlns:a16="http://schemas.microsoft.com/office/drawing/2014/main" id="{4E9BE40A-EE42-4123-8BA0-FF7F0385F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8" name="Rectangle 305">
              <a:extLst>
                <a:ext uri="{FF2B5EF4-FFF2-40B4-BE49-F238E27FC236}">
                  <a16:creationId xmlns:a16="http://schemas.microsoft.com/office/drawing/2014/main" id="{B611F1C1-8FC2-46A0-9BD2-C302F7B52C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9" name="Rectangle 306">
              <a:extLst>
                <a:ext uri="{FF2B5EF4-FFF2-40B4-BE49-F238E27FC236}">
                  <a16:creationId xmlns:a16="http://schemas.microsoft.com/office/drawing/2014/main" id="{930B6D85-2884-41AB-BDBA-4E324F36B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0" name="Rectangle 307">
              <a:extLst>
                <a:ext uri="{FF2B5EF4-FFF2-40B4-BE49-F238E27FC236}">
                  <a16:creationId xmlns:a16="http://schemas.microsoft.com/office/drawing/2014/main" id="{7F9C1F3D-FD52-424C-9FF6-C48477A498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1" name="Rectangle 308">
              <a:extLst>
                <a:ext uri="{FF2B5EF4-FFF2-40B4-BE49-F238E27FC236}">
                  <a16:creationId xmlns:a16="http://schemas.microsoft.com/office/drawing/2014/main" id="{E7486E9D-3A69-4A97-AA5C-AF76EF8F51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2" name="Rectangle 309">
              <a:extLst>
                <a:ext uri="{FF2B5EF4-FFF2-40B4-BE49-F238E27FC236}">
                  <a16:creationId xmlns:a16="http://schemas.microsoft.com/office/drawing/2014/main" id="{0AA7E796-96DA-498C-93D9-136DDFB2FC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3" name="Rectangle 310">
              <a:extLst>
                <a:ext uri="{FF2B5EF4-FFF2-40B4-BE49-F238E27FC236}">
                  <a16:creationId xmlns:a16="http://schemas.microsoft.com/office/drawing/2014/main" id="{A66B0CB8-31EE-439B-AC73-841AF9BC5F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4" name="Rectangle 311">
              <a:extLst>
                <a:ext uri="{FF2B5EF4-FFF2-40B4-BE49-F238E27FC236}">
                  <a16:creationId xmlns:a16="http://schemas.microsoft.com/office/drawing/2014/main" id="{3369CA06-5E6E-4F9E-A1F5-CDE8295570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5" name="Rectangle 312">
              <a:extLst>
                <a:ext uri="{FF2B5EF4-FFF2-40B4-BE49-F238E27FC236}">
                  <a16:creationId xmlns:a16="http://schemas.microsoft.com/office/drawing/2014/main" id="{E99CE921-0DE8-4AB7-AC5C-1424E0C194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6" name="Rectangle 313">
              <a:extLst>
                <a:ext uri="{FF2B5EF4-FFF2-40B4-BE49-F238E27FC236}">
                  <a16:creationId xmlns:a16="http://schemas.microsoft.com/office/drawing/2014/main" id="{44B0D7FC-1229-4D80-AFFC-1892AC41B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7" name="Rectangle 314">
              <a:extLst>
                <a:ext uri="{FF2B5EF4-FFF2-40B4-BE49-F238E27FC236}">
                  <a16:creationId xmlns:a16="http://schemas.microsoft.com/office/drawing/2014/main" id="{9CC127BC-9564-47FC-B62B-448598DBAB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8" name="Rectangle 315">
              <a:extLst>
                <a:ext uri="{FF2B5EF4-FFF2-40B4-BE49-F238E27FC236}">
                  <a16:creationId xmlns:a16="http://schemas.microsoft.com/office/drawing/2014/main" id="{B9AB1F98-2ED9-4FA8-B563-43ABB5173B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9" name="Rectangle 316">
              <a:extLst>
                <a:ext uri="{FF2B5EF4-FFF2-40B4-BE49-F238E27FC236}">
                  <a16:creationId xmlns:a16="http://schemas.microsoft.com/office/drawing/2014/main" id="{A6DA074F-063A-4813-AE3D-039A5CEC3F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0" name="Rectangle 317">
              <a:extLst>
                <a:ext uri="{FF2B5EF4-FFF2-40B4-BE49-F238E27FC236}">
                  <a16:creationId xmlns:a16="http://schemas.microsoft.com/office/drawing/2014/main" id="{E2D48949-643D-4CD5-94F2-5B81BCC4A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1" name="Rectangle 318">
              <a:extLst>
                <a:ext uri="{FF2B5EF4-FFF2-40B4-BE49-F238E27FC236}">
                  <a16:creationId xmlns:a16="http://schemas.microsoft.com/office/drawing/2014/main" id="{00728DC9-776B-49FA-ABFC-CE0772CDA2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2" name="Rectangle 319">
              <a:extLst>
                <a:ext uri="{FF2B5EF4-FFF2-40B4-BE49-F238E27FC236}">
                  <a16:creationId xmlns:a16="http://schemas.microsoft.com/office/drawing/2014/main" id="{F940E1FC-5AC7-4790-9F31-160A605071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3" name="Rectangle 320">
              <a:extLst>
                <a:ext uri="{FF2B5EF4-FFF2-40B4-BE49-F238E27FC236}">
                  <a16:creationId xmlns:a16="http://schemas.microsoft.com/office/drawing/2014/main" id="{9A9BC016-C68C-4EA0-9BAE-277C05D16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4" name="Rectangle 321">
              <a:extLst>
                <a:ext uri="{FF2B5EF4-FFF2-40B4-BE49-F238E27FC236}">
                  <a16:creationId xmlns:a16="http://schemas.microsoft.com/office/drawing/2014/main" id="{85D72911-CD6D-4223-B9B7-AF8B7667D6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5" name="Rectangle 322">
              <a:extLst>
                <a:ext uri="{FF2B5EF4-FFF2-40B4-BE49-F238E27FC236}">
                  <a16:creationId xmlns:a16="http://schemas.microsoft.com/office/drawing/2014/main" id="{44F55F88-B6F7-42F9-A7A0-92FA356162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6" name="Rectangle 323">
              <a:extLst>
                <a:ext uri="{FF2B5EF4-FFF2-40B4-BE49-F238E27FC236}">
                  <a16:creationId xmlns:a16="http://schemas.microsoft.com/office/drawing/2014/main" id="{1FAEF597-1324-4785-A2F5-812B9B7E3C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7" name="Rectangle 324">
              <a:extLst>
                <a:ext uri="{FF2B5EF4-FFF2-40B4-BE49-F238E27FC236}">
                  <a16:creationId xmlns:a16="http://schemas.microsoft.com/office/drawing/2014/main" id="{547E500B-89FF-4790-A774-7467AA539E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8" name="Rectangle 325">
              <a:extLst>
                <a:ext uri="{FF2B5EF4-FFF2-40B4-BE49-F238E27FC236}">
                  <a16:creationId xmlns:a16="http://schemas.microsoft.com/office/drawing/2014/main" id="{BDE832F9-2CD6-4DA9-8C6D-29D6EF4A68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9" name="Rectangle 326">
              <a:extLst>
                <a:ext uri="{FF2B5EF4-FFF2-40B4-BE49-F238E27FC236}">
                  <a16:creationId xmlns:a16="http://schemas.microsoft.com/office/drawing/2014/main" id="{8F14BE8F-17A2-48D9-99B9-13D9B36CFF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0" name="Rectangle 327">
              <a:extLst>
                <a:ext uri="{FF2B5EF4-FFF2-40B4-BE49-F238E27FC236}">
                  <a16:creationId xmlns:a16="http://schemas.microsoft.com/office/drawing/2014/main" id="{2CA28AB2-A869-47B1-9798-9E8733980A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1" name="Rectangle 328">
              <a:extLst>
                <a:ext uri="{FF2B5EF4-FFF2-40B4-BE49-F238E27FC236}">
                  <a16:creationId xmlns:a16="http://schemas.microsoft.com/office/drawing/2014/main" id="{FA45DCC4-369F-4348-B31A-DDD34207D9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915379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2" name="Rectangle 303">
              <a:extLst>
                <a:ext uri="{FF2B5EF4-FFF2-40B4-BE49-F238E27FC236}">
                  <a16:creationId xmlns:a16="http://schemas.microsoft.com/office/drawing/2014/main" id="{5246F475-6CE9-44EF-B241-5C98A3993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3" name="Rectangle 304">
              <a:extLst>
                <a:ext uri="{FF2B5EF4-FFF2-40B4-BE49-F238E27FC236}">
                  <a16:creationId xmlns:a16="http://schemas.microsoft.com/office/drawing/2014/main" id="{0212C143-6DDE-4AC2-94C2-CCD6202BF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4" name="Rectangle 305">
              <a:extLst>
                <a:ext uri="{FF2B5EF4-FFF2-40B4-BE49-F238E27FC236}">
                  <a16:creationId xmlns:a16="http://schemas.microsoft.com/office/drawing/2014/main" id="{DC9D434B-9E3A-4EBA-8C92-28B96B398B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5" name="Rectangle 306">
              <a:extLst>
                <a:ext uri="{FF2B5EF4-FFF2-40B4-BE49-F238E27FC236}">
                  <a16:creationId xmlns:a16="http://schemas.microsoft.com/office/drawing/2014/main" id="{C336F0B6-E934-4035-96C1-1890FAB7FC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6" name="Rectangle 307">
              <a:extLst>
                <a:ext uri="{FF2B5EF4-FFF2-40B4-BE49-F238E27FC236}">
                  <a16:creationId xmlns:a16="http://schemas.microsoft.com/office/drawing/2014/main" id="{449858E0-3129-497A-A76F-A7B8CCC41D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7" name="Rectangle 308">
              <a:extLst>
                <a:ext uri="{FF2B5EF4-FFF2-40B4-BE49-F238E27FC236}">
                  <a16:creationId xmlns:a16="http://schemas.microsoft.com/office/drawing/2014/main" id="{5E5A0525-E0F7-473B-BF1D-921297C34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8" name="Rectangle 309">
              <a:extLst>
                <a:ext uri="{FF2B5EF4-FFF2-40B4-BE49-F238E27FC236}">
                  <a16:creationId xmlns:a16="http://schemas.microsoft.com/office/drawing/2014/main" id="{40BA3401-B130-4070-8812-6D1E64DFCA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9" name="Rectangle 310">
              <a:extLst>
                <a:ext uri="{FF2B5EF4-FFF2-40B4-BE49-F238E27FC236}">
                  <a16:creationId xmlns:a16="http://schemas.microsoft.com/office/drawing/2014/main" id="{43428A0F-0399-49CB-B65B-308D799020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0" name="Rectangle 311">
              <a:extLst>
                <a:ext uri="{FF2B5EF4-FFF2-40B4-BE49-F238E27FC236}">
                  <a16:creationId xmlns:a16="http://schemas.microsoft.com/office/drawing/2014/main" id="{03BCC0FA-5699-431F-8C8A-B7CFDACB8F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1" name="Rectangle 312">
              <a:extLst>
                <a:ext uri="{FF2B5EF4-FFF2-40B4-BE49-F238E27FC236}">
                  <a16:creationId xmlns:a16="http://schemas.microsoft.com/office/drawing/2014/main" id="{556516AA-1DCD-4F78-A473-1DD49BC9A9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2" name="Rectangle 313">
              <a:extLst>
                <a:ext uri="{FF2B5EF4-FFF2-40B4-BE49-F238E27FC236}">
                  <a16:creationId xmlns:a16="http://schemas.microsoft.com/office/drawing/2014/main" id="{CA00595A-8F2B-4D73-846B-3B7A9C584F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3" name="Rectangle 314">
              <a:extLst>
                <a:ext uri="{FF2B5EF4-FFF2-40B4-BE49-F238E27FC236}">
                  <a16:creationId xmlns:a16="http://schemas.microsoft.com/office/drawing/2014/main" id="{76207ABA-2173-41C4-88F3-C94E5346CD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4" name="Rectangle 315">
              <a:extLst>
                <a:ext uri="{FF2B5EF4-FFF2-40B4-BE49-F238E27FC236}">
                  <a16:creationId xmlns:a16="http://schemas.microsoft.com/office/drawing/2014/main" id="{22D2EBC9-8BFC-4568-9B2E-776424248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5" name="Rectangle 316">
              <a:extLst>
                <a:ext uri="{FF2B5EF4-FFF2-40B4-BE49-F238E27FC236}">
                  <a16:creationId xmlns:a16="http://schemas.microsoft.com/office/drawing/2014/main" id="{BCF3A8ED-BBBB-4991-AF9D-6BECE831C1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6" name="Rectangle 317">
              <a:extLst>
                <a:ext uri="{FF2B5EF4-FFF2-40B4-BE49-F238E27FC236}">
                  <a16:creationId xmlns:a16="http://schemas.microsoft.com/office/drawing/2014/main" id="{2C735C09-F863-40CC-B903-4E8394118D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7" name="Rectangle 318">
              <a:extLst>
                <a:ext uri="{FF2B5EF4-FFF2-40B4-BE49-F238E27FC236}">
                  <a16:creationId xmlns:a16="http://schemas.microsoft.com/office/drawing/2014/main" id="{5B9A0F98-970C-4A0E-A6C7-B55BCE0CED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8" name="Rectangle 319">
              <a:extLst>
                <a:ext uri="{FF2B5EF4-FFF2-40B4-BE49-F238E27FC236}">
                  <a16:creationId xmlns:a16="http://schemas.microsoft.com/office/drawing/2014/main" id="{19BA8D7A-9A73-4E82-8C3D-2920BAD2FB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9" name="Rectangle 320">
              <a:extLst>
                <a:ext uri="{FF2B5EF4-FFF2-40B4-BE49-F238E27FC236}">
                  <a16:creationId xmlns:a16="http://schemas.microsoft.com/office/drawing/2014/main" id="{15718E9B-0168-4026-9DA9-25FB77F48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0" name="Rectangle 321">
              <a:extLst>
                <a:ext uri="{FF2B5EF4-FFF2-40B4-BE49-F238E27FC236}">
                  <a16:creationId xmlns:a16="http://schemas.microsoft.com/office/drawing/2014/main" id="{66E782F6-03F2-4976-9939-4FFC8A6D9B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1" name="Rectangle 322">
              <a:extLst>
                <a:ext uri="{FF2B5EF4-FFF2-40B4-BE49-F238E27FC236}">
                  <a16:creationId xmlns:a16="http://schemas.microsoft.com/office/drawing/2014/main" id="{0EFF48D8-9A72-4410-B099-6490C0479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2" name="Rectangle 323">
              <a:extLst>
                <a:ext uri="{FF2B5EF4-FFF2-40B4-BE49-F238E27FC236}">
                  <a16:creationId xmlns:a16="http://schemas.microsoft.com/office/drawing/2014/main" id="{8C821438-F658-42B0-81BE-28EF12CD7F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22607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3" name="Rectangle 324">
              <a:extLst>
                <a:ext uri="{FF2B5EF4-FFF2-40B4-BE49-F238E27FC236}">
                  <a16:creationId xmlns:a16="http://schemas.microsoft.com/office/drawing/2014/main" id="{280043D3-9357-4611-AA94-C9B58CB0E6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4" name="Rectangle 325">
              <a:extLst>
                <a:ext uri="{FF2B5EF4-FFF2-40B4-BE49-F238E27FC236}">
                  <a16:creationId xmlns:a16="http://schemas.microsoft.com/office/drawing/2014/main" id="{D7287905-0D7C-4A58-ABD6-A6554D1765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5" name="Rectangle 326">
              <a:extLst>
                <a:ext uri="{FF2B5EF4-FFF2-40B4-BE49-F238E27FC236}">
                  <a16:creationId xmlns:a16="http://schemas.microsoft.com/office/drawing/2014/main" id="{1D0E79F1-1AC9-47BF-B7F0-F709B8B44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22607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6" name="Rectangle 327">
              <a:extLst>
                <a:ext uri="{FF2B5EF4-FFF2-40B4-BE49-F238E27FC236}">
                  <a16:creationId xmlns:a16="http://schemas.microsoft.com/office/drawing/2014/main" id="{83AB9594-60A2-4730-A801-A458EEE55E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7" name="Rectangle 328">
              <a:extLst>
                <a:ext uri="{FF2B5EF4-FFF2-40B4-BE49-F238E27FC236}">
                  <a16:creationId xmlns:a16="http://schemas.microsoft.com/office/drawing/2014/main" id="{62B13014-86D5-44D0-A96C-D2A34A6B60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0893" y="2165593"/>
            <a:ext cx="5086633" cy="1943114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lang="en-US" sz="6000" b="1" kern="1200" smtClean="0">
                <a:solidFill>
                  <a:schemeClr val="bg1"/>
                </a:solidFill>
                <a:latin typeface="+mn-lt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30893" y="4593057"/>
            <a:ext cx="5086633" cy="531269"/>
          </a:xfrm>
        </p:spPr>
        <p:txBody>
          <a:bodyPr>
            <a:normAutofit/>
          </a:bodyPr>
          <a:lstStyle>
            <a:lvl1pPr marL="0" indent="0" algn="ctr"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2F3DD772-972B-4AAC-A0E6-89474032E07C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1938989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4DEFF758-3B08-4F1C-869F-4C6B6755CFC3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4382337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15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F84C837-9DCF-4D09-8477-144AEA6C872E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87704B4-D820-4D37-AD30-8A5EB8A7D887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1" name="Rectangle 5">
                <a:extLst>
                  <a:ext uri="{FF2B5EF4-FFF2-40B4-BE49-F238E27FC236}">
                    <a16:creationId xmlns:a16="http://schemas.microsoft.com/office/drawing/2014/main" id="{A5DE7724-0266-4B26-B3E0-F4A53755EF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6">
                <a:extLst>
                  <a:ext uri="{FF2B5EF4-FFF2-40B4-BE49-F238E27FC236}">
                    <a16:creationId xmlns:a16="http://schemas.microsoft.com/office/drawing/2014/main" id="{92B81F68-69F1-412A-BA88-7CA31ABBD4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7">
                <a:extLst>
                  <a:ext uri="{FF2B5EF4-FFF2-40B4-BE49-F238E27FC236}">
                    <a16:creationId xmlns:a16="http://schemas.microsoft.com/office/drawing/2014/main" id="{0DDE4945-C355-486A-AC39-DC1CBDD53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8">
                <a:extLst>
                  <a:ext uri="{FF2B5EF4-FFF2-40B4-BE49-F238E27FC236}">
                    <a16:creationId xmlns:a16="http://schemas.microsoft.com/office/drawing/2014/main" id="{17174557-3DA8-460E-9EA2-59F750420C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9">
                <a:extLst>
                  <a:ext uri="{FF2B5EF4-FFF2-40B4-BE49-F238E27FC236}">
                    <a16:creationId xmlns:a16="http://schemas.microsoft.com/office/drawing/2014/main" id="{911127AB-1DEB-4137-A7FC-F7DE99395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10">
                <a:extLst>
                  <a:ext uri="{FF2B5EF4-FFF2-40B4-BE49-F238E27FC236}">
                    <a16:creationId xmlns:a16="http://schemas.microsoft.com/office/drawing/2014/main" id="{4E17A780-BA9E-4864-B26E-9C35A8E063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7" name="Rectangle 11">
                <a:extLst>
                  <a:ext uri="{FF2B5EF4-FFF2-40B4-BE49-F238E27FC236}">
                    <a16:creationId xmlns:a16="http://schemas.microsoft.com/office/drawing/2014/main" id="{314C61F4-16FA-4712-81C9-E6993CF2E3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12">
                <a:extLst>
                  <a:ext uri="{FF2B5EF4-FFF2-40B4-BE49-F238E27FC236}">
                    <a16:creationId xmlns:a16="http://schemas.microsoft.com/office/drawing/2014/main" id="{9B524249-3869-485B-86A9-F6134949E3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13">
                <a:extLst>
                  <a:ext uri="{FF2B5EF4-FFF2-40B4-BE49-F238E27FC236}">
                    <a16:creationId xmlns:a16="http://schemas.microsoft.com/office/drawing/2014/main" id="{DAAD3B7E-EB92-41AE-846B-19E6FD8D82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14">
                <a:extLst>
                  <a:ext uri="{FF2B5EF4-FFF2-40B4-BE49-F238E27FC236}">
                    <a16:creationId xmlns:a16="http://schemas.microsoft.com/office/drawing/2014/main" id="{7F852861-98F4-44DF-AF49-726C8F948D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15">
                <a:extLst>
                  <a:ext uri="{FF2B5EF4-FFF2-40B4-BE49-F238E27FC236}">
                    <a16:creationId xmlns:a16="http://schemas.microsoft.com/office/drawing/2014/main" id="{0569D434-561F-415D-ADEF-1C97BBF45E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6">
                <a:extLst>
                  <a:ext uri="{FF2B5EF4-FFF2-40B4-BE49-F238E27FC236}">
                    <a16:creationId xmlns:a16="http://schemas.microsoft.com/office/drawing/2014/main" id="{E51E1051-20E9-499B-9F47-D453C9C4AD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7">
                <a:extLst>
                  <a:ext uri="{FF2B5EF4-FFF2-40B4-BE49-F238E27FC236}">
                    <a16:creationId xmlns:a16="http://schemas.microsoft.com/office/drawing/2014/main" id="{0A15F00D-D432-491D-BD07-4D98418B47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8">
                <a:extLst>
                  <a:ext uri="{FF2B5EF4-FFF2-40B4-BE49-F238E27FC236}">
                    <a16:creationId xmlns:a16="http://schemas.microsoft.com/office/drawing/2014/main" id="{E5C71B9E-2FEA-4B4A-9DAF-57371D0345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9">
                <a:extLst>
                  <a:ext uri="{FF2B5EF4-FFF2-40B4-BE49-F238E27FC236}">
                    <a16:creationId xmlns:a16="http://schemas.microsoft.com/office/drawing/2014/main" id="{0837AE5A-71E5-461E-86F8-382E419F4C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20">
                <a:extLst>
                  <a:ext uri="{FF2B5EF4-FFF2-40B4-BE49-F238E27FC236}">
                    <a16:creationId xmlns:a16="http://schemas.microsoft.com/office/drawing/2014/main" id="{226E3A9F-A5DF-4BD9-8BF9-BD63B178B3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21">
                <a:extLst>
                  <a:ext uri="{FF2B5EF4-FFF2-40B4-BE49-F238E27FC236}">
                    <a16:creationId xmlns:a16="http://schemas.microsoft.com/office/drawing/2014/main" id="{0E15EBF9-0C38-49EB-BCE1-F087FE7B15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22">
                <a:extLst>
                  <a:ext uri="{FF2B5EF4-FFF2-40B4-BE49-F238E27FC236}">
                    <a16:creationId xmlns:a16="http://schemas.microsoft.com/office/drawing/2014/main" id="{CC706D37-6C28-4D62-837A-3DCE52AF5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23">
                <a:extLst>
                  <a:ext uri="{FF2B5EF4-FFF2-40B4-BE49-F238E27FC236}">
                    <a16:creationId xmlns:a16="http://schemas.microsoft.com/office/drawing/2014/main" id="{322A967E-C401-4E57-A3E0-032F5B3EE8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24">
                <a:extLst>
                  <a:ext uri="{FF2B5EF4-FFF2-40B4-BE49-F238E27FC236}">
                    <a16:creationId xmlns:a16="http://schemas.microsoft.com/office/drawing/2014/main" id="{4E47C428-6492-4775-B7F6-D97F4C21EE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25">
                <a:extLst>
                  <a:ext uri="{FF2B5EF4-FFF2-40B4-BE49-F238E27FC236}">
                    <a16:creationId xmlns:a16="http://schemas.microsoft.com/office/drawing/2014/main" id="{4FFE08B7-F49D-4351-AE15-CBCE567292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6">
                <a:extLst>
                  <a:ext uri="{FF2B5EF4-FFF2-40B4-BE49-F238E27FC236}">
                    <a16:creationId xmlns:a16="http://schemas.microsoft.com/office/drawing/2014/main" id="{6ACFDA49-281E-4897-9BD4-34DD13A792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7">
                <a:extLst>
                  <a:ext uri="{FF2B5EF4-FFF2-40B4-BE49-F238E27FC236}">
                    <a16:creationId xmlns:a16="http://schemas.microsoft.com/office/drawing/2014/main" id="{575841DC-16E8-4CB3-B2BC-119E646F21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8">
                <a:extLst>
                  <a:ext uri="{FF2B5EF4-FFF2-40B4-BE49-F238E27FC236}">
                    <a16:creationId xmlns:a16="http://schemas.microsoft.com/office/drawing/2014/main" id="{E1ED8453-673F-4AFA-BA06-840415974D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9">
                <a:extLst>
                  <a:ext uri="{FF2B5EF4-FFF2-40B4-BE49-F238E27FC236}">
                    <a16:creationId xmlns:a16="http://schemas.microsoft.com/office/drawing/2014/main" id="{DC901148-F99B-414C-A333-EA3FE0A590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30">
                <a:extLst>
                  <a:ext uri="{FF2B5EF4-FFF2-40B4-BE49-F238E27FC236}">
                    <a16:creationId xmlns:a16="http://schemas.microsoft.com/office/drawing/2014/main" id="{D5A0830B-E1AB-410A-8A04-76CEB6D7EF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440C2EB-8720-4F5C-8F92-8632FE72EE8A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05" name="Rectangle 32">
                <a:extLst>
                  <a:ext uri="{FF2B5EF4-FFF2-40B4-BE49-F238E27FC236}">
                    <a16:creationId xmlns:a16="http://schemas.microsoft.com/office/drawing/2014/main" id="{EF02C6FC-5D3B-435D-860D-5BB6346A13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33">
                <a:extLst>
                  <a:ext uri="{FF2B5EF4-FFF2-40B4-BE49-F238E27FC236}">
                    <a16:creationId xmlns:a16="http://schemas.microsoft.com/office/drawing/2014/main" id="{BC57A1E8-0766-4B17-941D-E18BE4B6C2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34">
                <a:extLst>
                  <a:ext uri="{FF2B5EF4-FFF2-40B4-BE49-F238E27FC236}">
                    <a16:creationId xmlns:a16="http://schemas.microsoft.com/office/drawing/2014/main" id="{21113A2C-E54A-447E-8F53-B5082437AE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35">
                <a:extLst>
                  <a:ext uri="{FF2B5EF4-FFF2-40B4-BE49-F238E27FC236}">
                    <a16:creationId xmlns:a16="http://schemas.microsoft.com/office/drawing/2014/main" id="{6F7DC80F-E11F-4661-A499-8EDA910AA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36">
                <a:extLst>
                  <a:ext uri="{FF2B5EF4-FFF2-40B4-BE49-F238E27FC236}">
                    <a16:creationId xmlns:a16="http://schemas.microsoft.com/office/drawing/2014/main" id="{8CD34363-9B07-446F-99AC-0743548944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37">
                <a:extLst>
                  <a:ext uri="{FF2B5EF4-FFF2-40B4-BE49-F238E27FC236}">
                    <a16:creationId xmlns:a16="http://schemas.microsoft.com/office/drawing/2014/main" id="{77985A41-F2CB-46B1-8553-15C2148C40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1" name="Rectangle 38">
                <a:extLst>
                  <a:ext uri="{FF2B5EF4-FFF2-40B4-BE49-F238E27FC236}">
                    <a16:creationId xmlns:a16="http://schemas.microsoft.com/office/drawing/2014/main" id="{90E6D67E-F055-4BC9-BE22-0DBDC394D9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9">
                <a:extLst>
                  <a:ext uri="{FF2B5EF4-FFF2-40B4-BE49-F238E27FC236}">
                    <a16:creationId xmlns:a16="http://schemas.microsoft.com/office/drawing/2014/main" id="{0228932B-BBDB-40C1-A9A1-395D14495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40">
                <a:extLst>
                  <a:ext uri="{FF2B5EF4-FFF2-40B4-BE49-F238E27FC236}">
                    <a16:creationId xmlns:a16="http://schemas.microsoft.com/office/drawing/2014/main" id="{B5CE198A-88BB-4A73-AC8E-4EBF9A34A8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41">
                <a:extLst>
                  <a:ext uri="{FF2B5EF4-FFF2-40B4-BE49-F238E27FC236}">
                    <a16:creationId xmlns:a16="http://schemas.microsoft.com/office/drawing/2014/main" id="{8B97A0DC-41F9-44D7-B0F6-04A2CDE901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42">
                <a:extLst>
                  <a:ext uri="{FF2B5EF4-FFF2-40B4-BE49-F238E27FC236}">
                    <a16:creationId xmlns:a16="http://schemas.microsoft.com/office/drawing/2014/main" id="{BD4550CC-C766-4008-A027-D4AD0A7C22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43">
                <a:extLst>
                  <a:ext uri="{FF2B5EF4-FFF2-40B4-BE49-F238E27FC236}">
                    <a16:creationId xmlns:a16="http://schemas.microsoft.com/office/drawing/2014/main" id="{5AEFD14B-8AC0-49F9-8636-E561501389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44">
                <a:extLst>
                  <a:ext uri="{FF2B5EF4-FFF2-40B4-BE49-F238E27FC236}">
                    <a16:creationId xmlns:a16="http://schemas.microsoft.com/office/drawing/2014/main" id="{F5728382-2E4A-44CB-B18D-09E3832100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45">
                <a:extLst>
                  <a:ext uri="{FF2B5EF4-FFF2-40B4-BE49-F238E27FC236}">
                    <a16:creationId xmlns:a16="http://schemas.microsoft.com/office/drawing/2014/main" id="{A37A49D1-6574-424E-A93E-54D01DF37E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6">
                <a:extLst>
                  <a:ext uri="{FF2B5EF4-FFF2-40B4-BE49-F238E27FC236}">
                    <a16:creationId xmlns:a16="http://schemas.microsoft.com/office/drawing/2014/main" id="{20D0DBF2-AF64-41DB-8881-E697C0FB2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7">
                <a:extLst>
                  <a:ext uri="{FF2B5EF4-FFF2-40B4-BE49-F238E27FC236}">
                    <a16:creationId xmlns:a16="http://schemas.microsoft.com/office/drawing/2014/main" id="{16993E22-9E00-4371-97E9-BC2FEC2901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8">
                <a:extLst>
                  <a:ext uri="{FF2B5EF4-FFF2-40B4-BE49-F238E27FC236}">
                    <a16:creationId xmlns:a16="http://schemas.microsoft.com/office/drawing/2014/main" id="{3179D9A5-A656-445A-AEB3-41E85991FE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9">
                <a:extLst>
                  <a:ext uri="{FF2B5EF4-FFF2-40B4-BE49-F238E27FC236}">
                    <a16:creationId xmlns:a16="http://schemas.microsoft.com/office/drawing/2014/main" id="{FC5854E8-7F75-4352-B984-69A650316B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50">
                <a:extLst>
                  <a:ext uri="{FF2B5EF4-FFF2-40B4-BE49-F238E27FC236}">
                    <a16:creationId xmlns:a16="http://schemas.microsoft.com/office/drawing/2014/main" id="{AF0E170F-2C99-4781-9DAD-76DB2ECCB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51">
                <a:extLst>
                  <a:ext uri="{FF2B5EF4-FFF2-40B4-BE49-F238E27FC236}">
                    <a16:creationId xmlns:a16="http://schemas.microsoft.com/office/drawing/2014/main" id="{28A11474-FB86-497C-99B9-4844B293C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52">
                <a:extLst>
                  <a:ext uri="{FF2B5EF4-FFF2-40B4-BE49-F238E27FC236}">
                    <a16:creationId xmlns:a16="http://schemas.microsoft.com/office/drawing/2014/main" id="{05C3E46C-5F7E-4619-BF04-C2ADA9C98E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53">
                <a:extLst>
                  <a:ext uri="{FF2B5EF4-FFF2-40B4-BE49-F238E27FC236}">
                    <a16:creationId xmlns:a16="http://schemas.microsoft.com/office/drawing/2014/main" id="{9C1B1068-38BC-4829-B1BD-84365C3B1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54">
                <a:extLst>
                  <a:ext uri="{FF2B5EF4-FFF2-40B4-BE49-F238E27FC236}">
                    <a16:creationId xmlns:a16="http://schemas.microsoft.com/office/drawing/2014/main" id="{86E8EEE5-A3C1-475B-B8D0-270016066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55">
                <a:extLst>
                  <a:ext uri="{FF2B5EF4-FFF2-40B4-BE49-F238E27FC236}">
                    <a16:creationId xmlns:a16="http://schemas.microsoft.com/office/drawing/2014/main" id="{746D302C-49CD-4082-A33B-0C8A909D3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6">
                <a:extLst>
                  <a:ext uri="{FF2B5EF4-FFF2-40B4-BE49-F238E27FC236}">
                    <a16:creationId xmlns:a16="http://schemas.microsoft.com/office/drawing/2014/main" id="{4BBCB6AB-A251-4BF9-9D8C-3C637CBB18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7">
                <a:extLst>
                  <a:ext uri="{FF2B5EF4-FFF2-40B4-BE49-F238E27FC236}">
                    <a16:creationId xmlns:a16="http://schemas.microsoft.com/office/drawing/2014/main" id="{62940D8C-E4DD-44D0-B41A-E71282E21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DB7BC43-BB8B-4C07-9AD5-56CA6D4AF9C1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79" name="Rectangle 59">
                <a:extLst>
                  <a:ext uri="{FF2B5EF4-FFF2-40B4-BE49-F238E27FC236}">
                    <a16:creationId xmlns:a16="http://schemas.microsoft.com/office/drawing/2014/main" id="{13ADCA1F-7FF7-48B7-ADB4-DFA0248FF6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60">
                <a:extLst>
                  <a:ext uri="{FF2B5EF4-FFF2-40B4-BE49-F238E27FC236}">
                    <a16:creationId xmlns:a16="http://schemas.microsoft.com/office/drawing/2014/main" id="{5AD937D1-C68B-4F0D-ADEA-F3D1DE5947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61">
                <a:extLst>
                  <a:ext uri="{FF2B5EF4-FFF2-40B4-BE49-F238E27FC236}">
                    <a16:creationId xmlns:a16="http://schemas.microsoft.com/office/drawing/2014/main" id="{23E5266C-E488-4F40-B9BF-394BA98F35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62">
                <a:extLst>
                  <a:ext uri="{FF2B5EF4-FFF2-40B4-BE49-F238E27FC236}">
                    <a16:creationId xmlns:a16="http://schemas.microsoft.com/office/drawing/2014/main" id="{4F7FCCF1-F609-49F4-B325-65797AA4CB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63">
                <a:extLst>
                  <a:ext uri="{FF2B5EF4-FFF2-40B4-BE49-F238E27FC236}">
                    <a16:creationId xmlns:a16="http://schemas.microsoft.com/office/drawing/2014/main" id="{2E25BA80-BA5B-4875-AC25-EC30179E5F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64">
                <a:extLst>
                  <a:ext uri="{FF2B5EF4-FFF2-40B4-BE49-F238E27FC236}">
                    <a16:creationId xmlns:a16="http://schemas.microsoft.com/office/drawing/2014/main" id="{09628177-D54C-4C14-BD67-B47A10B548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5" name="Rectangle 65">
                <a:extLst>
                  <a:ext uri="{FF2B5EF4-FFF2-40B4-BE49-F238E27FC236}">
                    <a16:creationId xmlns:a16="http://schemas.microsoft.com/office/drawing/2014/main" id="{BD99C527-73CA-4724-A08D-E49D7BA265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6">
                <a:extLst>
                  <a:ext uri="{FF2B5EF4-FFF2-40B4-BE49-F238E27FC236}">
                    <a16:creationId xmlns:a16="http://schemas.microsoft.com/office/drawing/2014/main" id="{9A4D76E3-5CA7-46C2-930A-CF883079E8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7">
                <a:extLst>
                  <a:ext uri="{FF2B5EF4-FFF2-40B4-BE49-F238E27FC236}">
                    <a16:creationId xmlns:a16="http://schemas.microsoft.com/office/drawing/2014/main" id="{1B09DF21-850D-4386-91AE-BE671CF242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8">
                <a:extLst>
                  <a:ext uri="{FF2B5EF4-FFF2-40B4-BE49-F238E27FC236}">
                    <a16:creationId xmlns:a16="http://schemas.microsoft.com/office/drawing/2014/main" id="{6A750E47-CA9C-435F-AEEE-64AF6CF50F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9">
                <a:extLst>
                  <a:ext uri="{FF2B5EF4-FFF2-40B4-BE49-F238E27FC236}">
                    <a16:creationId xmlns:a16="http://schemas.microsoft.com/office/drawing/2014/main" id="{7F2F089C-B349-4F50-9EB2-5363F2E4F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70">
                <a:extLst>
                  <a:ext uri="{FF2B5EF4-FFF2-40B4-BE49-F238E27FC236}">
                    <a16:creationId xmlns:a16="http://schemas.microsoft.com/office/drawing/2014/main" id="{B28AEF5D-9175-4653-BB17-DF5DBF173E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71">
                <a:extLst>
                  <a:ext uri="{FF2B5EF4-FFF2-40B4-BE49-F238E27FC236}">
                    <a16:creationId xmlns:a16="http://schemas.microsoft.com/office/drawing/2014/main" id="{09A5F7BF-091E-4363-BE84-44E8866B5D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72">
                <a:extLst>
                  <a:ext uri="{FF2B5EF4-FFF2-40B4-BE49-F238E27FC236}">
                    <a16:creationId xmlns:a16="http://schemas.microsoft.com/office/drawing/2014/main" id="{A2CCAB8E-B14D-4F5A-9CC9-0C5F45258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73">
                <a:extLst>
                  <a:ext uri="{FF2B5EF4-FFF2-40B4-BE49-F238E27FC236}">
                    <a16:creationId xmlns:a16="http://schemas.microsoft.com/office/drawing/2014/main" id="{922E39AA-A68F-4377-A1FB-723E4B73E9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74">
                <a:extLst>
                  <a:ext uri="{FF2B5EF4-FFF2-40B4-BE49-F238E27FC236}">
                    <a16:creationId xmlns:a16="http://schemas.microsoft.com/office/drawing/2014/main" id="{FD7E9F67-D814-430E-86B6-A7F91CDEC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75">
                <a:extLst>
                  <a:ext uri="{FF2B5EF4-FFF2-40B4-BE49-F238E27FC236}">
                    <a16:creationId xmlns:a16="http://schemas.microsoft.com/office/drawing/2014/main" id="{FBF10FF0-2477-44F4-AD26-A9B7175BBF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6">
                <a:extLst>
                  <a:ext uri="{FF2B5EF4-FFF2-40B4-BE49-F238E27FC236}">
                    <a16:creationId xmlns:a16="http://schemas.microsoft.com/office/drawing/2014/main" id="{A84D6BBF-5B9E-41F6-B5A3-2066E037BA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7">
                <a:extLst>
                  <a:ext uri="{FF2B5EF4-FFF2-40B4-BE49-F238E27FC236}">
                    <a16:creationId xmlns:a16="http://schemas.microsoft.com/office/drawing/2014/main" id="{BD98A702-4AE2-405F-BB4F-7E119FFDC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8">
                <a:extLst>
                  <a:ext uri="{FF2B5EF4-FFF2-40B4-BE49-F238E27FC236}">
                    <a16:creationId xmlns:a16="http://schemas.microsoft.com/office/drawing/2014/main" id="{66B0FD6C-084A-4D89-95E7-D5CAC5EA2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9">
                <a:extLst>
                  <a:ext uri="{FF2B5EF4-FFF2-40B4-BE49-F238E27FC236}">
                    <a16:creationId xmlns:a16="http://schemas.microsoft.com/office/drawing/2014/main" id="{C70441D6-82B8-4CC6-8746-DD03CBEE89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80">
                <a:extLst>
                  <a:ext uri="{FF2B5EF4-FFF2-40B4-BE49-F238E27FC236}">
                    <a16:creationId xmlns:a16="http://schemas.microsoft.com/office/drawing/2014/main" id="{9FC2715B-1BF3-4105-B102-F53753596B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81">
                <a:extLst>
                  <a:ext uri="{FF2B5EF4-FFF2-40B4-BE49-F238E27FC236}">
                    <a16:creationId xmlns:a16="http://schemas.microsoft.com/office/drawing/2014/main" id="{A884CBD3-DC33-4DDA-B61D-48269A49E5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82">
                <a:extLst>
                  <a:ext uri="{FF2B5EF4-FFF2-40B4-BE49-F238E27FC236}">
                    <a16:creationId xmlns:a16="http://schemas.microsoft.com/office/drawing/2014/main" id="{0211EF6E-ADB1-494B-9458-F01F26D9EC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83">
                <a:extLst>
                  <a:ext uri="{FF2B5EF4-FFF2-40B4-BE49-F238E27FC236}">
                    <a16:creationId xmlns:a16="http://schemas.microsoft.com/office/drawing/2014/main" id="{A0953B59-9108-4E9A-8D43-2D1964873D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84">
                <a:extLst>
                  <a:ext uri="{FF2B5EF4-FFF2-40B4-BE49-F238E27FC236}">
                    <a16:creationId xmlns:a16="http://schemas.microsoft.com/office/drawing/2014/main" id="{09D35A91-41F9-4DF2-9E43-8A679A8AE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EB3C98D-2192-438D-A8F2-467C07BB00E4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3" name="Rectangle 5">
                <a:extLst>
                  <a:ext uri="{FF2B5EF4-FFF2-40B4-BE49-F238E27FC236}">
                    <a16:creationId xmlns:a16="http://schemas.microsoft.com/office/drawing/2014/main" id="{F4F5A9CA-F0B3-4B27-88DB-29279CA138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6">
                <a:extLst>
                  <a:ext uri="{FF2B5EF4-FFF2-40B4-BE49-F238E27FC236}">
                    <a16:creationId xmlns:a16="http://schemas.microsoft.com/office/drawing/2014/main" id="{6B00101B-EA50-41D8-AD9E-90E5E30110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7">
                <a:extLst>
                  <a:ext uri="{FF2B5EF4-FFF2-40B4-BE49-F238E27FC236}">
                    <a16:creationId xmlns:a16="http://schemas.microsoft.com/office/drawing/2014/main" id="{5B915499-1768-4511-8756-ED4DBF54EA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8">
                <a:extLst>
                  <a:ext uri="{FF2B5EF4-FFF2-40B4-BE49-F238E27FC236}">
                    <a16:creationId xmlns:a16="http://schemas.microsoft.com/office/drawing/2014/main" id="{A51912B5-2E84-4F86-9590-C8D76F5F68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9">
                <a:extLst>
                  <a:ext uri="{FF2B5EF4-FFF2-40B4-BE49-F238E27FC236}">
                    <a16:creationId xmlns:a16="http://schemas.microsoft.com/office/drawing/2014/main" id="{8F0AB2A0-4FC0-47E9-B72D-78C5C79D42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10">
                <a:extLst>
                  <a:ext uri="{FF2B5EF4-FFF2-40B4-BE49-F238E27FC236}">
                    <a16:creationId xmlns:a16="http://schemas.microsoft.com/office/drawing/2014/main" id="{0288265D-6218-4AC1-8DA4-7C99A21FE3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9" name="Rectangle 11">
                <a:extLst>
                  <a:ext uri="{FF2B5EF4-FFF2-40B4-BE49-F238E27FC236}">
                    <a16:creationId xmlns:a16="http://schemas.microsoft.com/office/drawing/2014/main" id="{F6012ABB-E61A-44C5-B13C-723E2B94D0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12">
                <a:extLst>
                  <a:ext uri="{FF2B5EF4-FFF2-40B4-BE49-F238E27FC236}">
                    <a16:creationId xmlns:a16="http://schemas.microsoft.com/office/drawing/2014/main" id="{BE5ABB41-A5A7-4870-8D57-99A1B03518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13">
                <a:extLst>
                  <a:ext uri="{FF2B5EF4-FFF2-40B4-BE49-F238E27FC236}">
                    <a16:creationId xmlns:a16="http://schemas.microsoft.com/office/drawing/2014/main" id="{71CE02BC-F6C4-4AAA-85EE-CA1DC4C913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14">
                <a:extLst>
                  <a:ext uri="{FF2B5EF4-FFF2-40B4-BE49-F238E27FC236}">
                    <a16:creationId xmlns:a16="http://schemas.microsoft.com/office/drawing/2014/main" id="{B7FCF17E-80E5-4C42-982A-B0F7CB2860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15">
                <a:extLst>
                  <a:ext uri="{FF2B5EF4-FFF2-40B4-BE49-F238E27FC236}">
                    <a16:creationId xmlns:a16="http://schemas.microsoft.com/office/drawing/2014/main" id="{65887776-E441-4EC4-AD20-CF8E477AB6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6">
                <a:extLst>
                  <a:ext uri="{FF2B5EF4-FFF2-40B4-BE49-F238E27FC236}">
                    <a16:creationId xmlns:a16="http://schemas.microsoft.com/office/drawing/2014/main" id="{11D5F8BF-1FDC-441B-91C4-E2448245E0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7">
                <a:extLst>
                  <a:ext uri="{FF2B5EF4-FFF2-40B4-BE49-F238E27FC236}">
                    <a16:creationId xmlns:a16="http://schemas.microsoft.com/office/drawing/2014/main" id="{542342B8-4278-4527-BC1D-7340DBBAD7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8">
                <a:extLst>
                  <a:ext uri="{FF2B5EF4-FFF2-40B4-BE49-F238E27FC236}">
                    <a16:creationId xmlns:a16="http://schemas.microsoft.com/office/drawing/2014/main" id="{BA68B377-C604-4E24-AB51-317F3403A1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9">
                <a:extLst>
                  <a:ext uri="{FF2B5EF4-FFF2-40B4-BE49-F238E27FC236}">
                    <a16:creationId xmlns:a16="http://schemas.microsoft.com/office/drawing/2014/main" id="{826C09D4-4426-4EF1-9ECE-95EF5A1F45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20">
                <a:extLst>
                  <a:ext uri="{FF2B5EF4-FFF2-40B4-BE49-F238E27FC236}">
                    <a16:creationId xmlns:a16="http://schemas.microsoft.com/office/drawing/2014/main" id="{0450D0CD-0889-47F9-B308-AE91FF0E69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21">
                <a:extLst>
                  <a:ext uri="{FF2B5EF4-FFF2-40B4-BE49-F238E27FC236}">
                    <a16:creationId xmlns:a16="http://schemas.microsoft.com/office/drawing/2014/main" id="{D678AB17-E6DC-4FED-B940-2BA86FB46F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22">
                <a:extLst>
                  <a:ext uri="{FF2B5EF4-FFF2-40B4-BE49-F238E27FC236}">
                    <a16:creationId xmlns:a16="http://schemas.microsoft.com/office/drawing/2014/main" id="{8B5BEF55-677A-4EB2-A06C-CC0C269C2F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23">
                <a:extLst>
                  <a:ext uri="{FF2B5EF4-FFF2-40B4-BE49-F238E27FC236}">
                    <a16:creationId xmlns:a16="http://schemas.microsoft.com/office/drawing/2014/main" id="{7A560A20-EDE2-4276-B3A9-A1DB921EB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24">
                <a:extLst>
                  <a:ext uri="{FF2B5EF4-FFF2-40B4-BE49-F238E27FC236}">
                    <a16:creationId xmlns:a16="http://schemas.microsoft.com/office/drawing/2014/main" id="{8BEEAB2A-47D8-4D4E-B157-9D1337AC7B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25">
                <a:extLst>
                  <a:ext uri="{FF2B5EF4-FFF2-40B4-BE49-F238E27FC236}">
                    <a16:creationId xmlns:a16="http://schemas.microsoft.com/office/drawing/2014/main" id="{F9737555-61BD-4619-9BAB-2BC15EDBA3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6">
                <a:extLst>
                  <a:ext uri="{FF2B5EF4-FFF2-40B4-BE49-F238E27FC236}">
                    <a16:creationId xmlns:a16="http://schemas.microsoft.com/office/drawing/2014/main" id="{D8D44D5F-E679-4796-ACA6-4ADB68B94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7">
                <a:extLst>
                  <a:ext uri="{FF2B5EF4-FFF2-40B4-BE49-F238E27FC236}">
                    <a16:creationId xmlns:a16="http://schemas.microsoft.com/office/drawing/2014/main" id="{140EB7C4-6BBE-4D3F-AF7D-B22AA3DD2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8">
                <a:extLst>
                  <a:ext uri="{FF2B5EF4-FFF2-40B4-BE49-F238E27FC236}">
                    <a16:creationId xmlns:a16="http://schemas.microsoft.com/office/drawing/2014/main" id="{C56E1FAA-3AE1-45F3-8397-D07C426434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9">
                <a:extLst>
                  <a:ext uri="{FF2B5EF4-FFF2-40B4-BE49-F238E27FC236}">
                    <a16:creationId xmlns:a16="http://schemas.microsoft.com/office/drawing/2014/main" id="{2F9A90DC-89AE-4C3E-8A65-C52AB581B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30">
                <a:extLst>
                  <a:ext uri="{FF2B5EF4-FFF2-40B4-BE49-F238E27FC236}">
                    <a16:creationId xmlns:a16="http://schemas.microsoft.com/office/drawing/2014/main" id="{600ADA2C-2F1D-47C5-8870-1B9E6C8A3F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1DA9E6-94F5-437E-8B7B-A56561BB4A1A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27" name="Rectangle 32">
                <a:extLst>
                  <a:ext uri="{FF2B5EF4-FFF2-40B4-BE49-F238E27FC236}">
                    <a16:creationId xmlns:a16="http://schemas.microsoft.com/office/drawing/2014/main" id="{8CDFED4E-F4A6-4874-8B65-398D610F1D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33">
                <a:extLst>
                  <a:ext uri="{FF2B5EF4-FFF2-40B4-BE49-F238E27FC236}">
                    <a16:creationId xmlns:a16="http://schemas.microsoft.com/office/drawing/2014/main" id="{8FCE50F7-C3D1-4B83-A0D8-CE83B0777F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34">
                <a:extLst>
                  <a:ext uri="{FF2B5EF4-FFF2-40B4-BE49-F238E27FC236}">
                    <a16:creationId xmlns:a16="http://schemas.microsoft.com/office/drawing/2014/main" id="{422101F3-5770-4041-BA3E-C5275D0FC7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35">
                <a:extLst>
                  <a:ext uri="{FF2B5EF4-FFF2-40B4-BE49-F238E27FC236}">
                    <a16:creationId xmlns:a16="http://schemas.microsoft.com/office/drawing/2014/main" id="{4D8FEC62-30CA-4E87-A592-AA45C61EAA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36">
                <a:extLst>
                  <a:ext uri="{FF2B5EF4-FFF2-40B4-BE49-F238E27FC236}">
                    <a16:creationId xmlns:a16="http://schemas.microsoft.com/office/drawing/2014/main" id="{52E99015-D9DC-40AE-91AD-5D24574CEC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37">
                <a:extLst>
                  <a:ext uri="{FF2B5EF4-FFF2-40B4-BE49-F238E27FC236}">
                    <a16:creationId xmlns:a16="http://schemas.microsoft.com/office/drawing/2014/main" id="{24DFE9E4-5C75-4EF9-AB54-F00FA9D911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3" name="Rectangle 38">
                <a:extLst>
                  <a:ext uri="{FF2B5EF4-FFF2-40B4-BE49-F238E27FC236}">
                    <a16:creationId xmlns:a16="http://schemas.microsoft.com/office/drawing/2014/main" id="{2BBEC44B-F424-4C00-AF4A-8EEEDA8AA0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9">
                <a:extLst>
                  <a:ext uri="{FF2B5EF4-FFF2-40B4-BE49-F238E27FC236}">
                    <a16:creationId xmlns:a16="http://schemas.microsoft.com/office/drawing/2014/main" id="{68F30D9A-CF13-4E29-967E-63B3AF05CF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40">
                <a:extLst>
                  <a:ext uri="{FF2B5EF4-FFF2-40B4-BE49-F238E27FC236}">
                    <a16:creationId xmlns:a16="http://schemas.microsoft.com/office/drawing/2014/main" id="{F7A8E062-ADFC-457E-ADD6-02843928F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41">
                <a:extLst>
                  <a:ext uri="{FF2B5EF4-FFF2-40B4-BE49-F238E27FC236}">
                    <a16:creationId xmlns:a16="http://schemas.microsoft.com/office/drawing/2014/main" id="{E046A9D0-D179-44F9-86D3-9BF139B68B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42">
                <a:extLst>
                  <a:ext uri="{FF2B5EF4-FFF2-40B4-BE49-F238E27FC236}">
                    <a16:creationId xmlns:a16="http://schemas.microsoft.com/office/drawing/2014/main" id="{CC517B0B-1BF2-473B-ABB9-1553D01B1C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43">
                <a:extLst>
                  <a:ext uri="{FF2B5EF4-FFF2-40B4-BE49-F238E27FC236}">
                    <a16:creationId xmlns:a16="http://schemas.microsoft.com/office/drawing/2014/main" id="{5EE71ED6-EA45-4940-B212-163ED3D1C0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44">
                <a:extLst>
                  <a:ext uri="{FF2B5EF4-FFF2-40B4-BE49-F238E27FC236}">
                    <a16:creationId xmlns:a16="http://schemas.microsoft.com/office/drawing/2014/main" id="{664318EC-EADE-4667-92A4-B3E5DB2A11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45">
                <a:extLst>
                  <a:ext uri="{FF2B5EF4-FFF2-40B4-BE49-F238E27FC236}">
                    <a16:creationId xmlns:a16="http://schemas.microsoft.com/office/drawing/2014/main" id="{17B37ABD-81DA-4624-808B-EF4BC0B425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6">
                <a:extLst>
                  <a:ext uri="{FF2B5EF4-FFF2-40B4-BE49-F238E27FC236}">
                    <a16:creationId xmlns:a16="http://schemas.microsoft.com/office/drawing/2014/main" id="{B1F30DC8-DD07-48C5-9D6C-FB85552792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7">
                <a:extLst>
                  <a:ext uri="{FF2B5EF4-FFF2-40B4-BE49-F238E27FC236}">
                    <a16:creationId xmlns:a16="http://schemas.microsoft.com/office/drawing/2014/main" id="{DFCE3AE1-313F-441F-8384-63A6EC165E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8">
                <a:extLst>
                  <a:ext uri="{FF2B5EF4-FFF2-40B4-BE49-F238E27FC236}">
                    <a16:creationId xmlns:a16="http://schemas.microsoft.com/office/drawing/2014/main" id="{2E331B42-AC28-4642-91F9-2F5BBFEC6A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9">
                <a:extLst>
                  <a:ext uri="{FF2B5EF4-FFF2-40B4-BE49-F238E27FC236}">
                    <a16:creationId xmlns:a16="http://schemas.microsoft.com/office/drawing/2014/main" id="{9F4D84A8-36FE-4CE0-8B9F-BAC2BA8A8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50">
                <a:extLst>
                  <a:ext uri="{FF2B5EF4-FFF2-40B4-BE49-F238E27FC236}">
                    <a16:creationId xmlns:a16="http://schemas.microsoft.com/office/drawing/2014/main" id="{41E2C310-8272-48CF-BD5B-A99A2C7B3C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51">
                <a:extLst>
                  <a:ext uri="{FF2B5EF4-FFF2-40B4-BE49-F238E27FC236}">
                    <a16:creationId xmlns:a16="http://schemas.microsoft.com/office/drawing/2014/main" id="{EFD4A3C6-7551-4DD0-AA1A-F932D7061D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52">
                <a:extLst>
                  <a:ext uri="{FF2B5EF4-FFF2-40B4-BE49-F238E27FC236}">
                    <a16:creationId xmlns:a16="http://schemas.microsoft.com/office/drawing/2014/main" id="{01F299DF-D3FF-4439-8EC7-B5A34146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53">
                <a:extLst>
                  <a:ext uri="{FF2B5EF4-FFF2-40B4-BE49-F238E27FC236}">
                    <a16:creationId xmlns:a16="http://schemas.microsoft.com/office/drawing/2014/main" id="{086FB16A-99D0-4DB0-9B38-CF351B5DF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54">
                <a:extLst>
                  <a:ext uri="{FF2B5EF4-FFF2-40B4-BE49-F238E27FC236}">
                    <a16:creationId xmlns:a16="http://schemas.microsoft.com/office/drawing/2014/main" id="{126BCD40-1D3C-4937-A15E-AD2E9671B5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55">
                <a:extLst>
                  <a:ext uri="{FF2B5EF4-FFF2-40B4-BE49-F238E27FC236}">
                    <a16:creationId xmlns:a16="http://schemas.microsoft.com/office/drawing/2014/main" id="{03E4C7B0-DDFC-433A-A8E5-2315FA6EFE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6">
                <a:extLst>
                  <a:ext uri="{FF2B5EF4-FFF2-40B4-BE49-F238E27FC236}">
                    <a16:creationId xmlns:a16="http://schemas.microsoft.com/office/drawing/2014/main" id="{7237BB88-10E9-454D-9D13-48878C421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7">
                <a:extLst>
                  <a:ext uri="{FF2B5EF4-FFF2-40B4-BE49-F238E27FC236}">
                    <a16:creationId xmlns:a16="http://schemas.microsoft.com/office/drawing/2014/main" id="{515F18F4-5E57-4249-AB0A-249437781E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5AB7310-F80F-4091-8BFE-CE8C71666A9B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1" name="Rectangle 59">
                <a:extLst>
                  <a:ext uri="{FF2B5EF4-FFF2-40B4-BE49-F238E27FC236}">
                    <a16:creationId xmlns:a16="http://schemas.microsoft.com/office/drawing/2014/main" id="{9E50B916-ECC1-4F73-8059-F029E65813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60">
                <a:extLst>
                  <a:ext uri="{FF2B5EF4-FFF2-40B4-BE49-F238E27FC236}">
                    <a16:creationId xmlns:a16="http://schemas.microsoft.com/office/drawing/2014/main" id="{A8DD1ADE-2032-47AE-B88E-78E0F1B01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61">
                <a:extLst>
                  <a:ext uri="{FF2B5EF4-FFF2-40B4-BE49-F238E27FC236}">
                    <a16:creationId xmlns:a16="http://schemas.microsoft.com/office/drawing/2014/main" id="{9A6D6E1F-6E00-44C8-ADD2-06A738E758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62">
                <a:extLst>
                  <a:ext uri="{FF2B5EF4-FFF2-40B4-BE49-F238E27FC236}">
                    <a16:creationId xmlns:a16="http://schemas.microsoft.com/office/drawing/2014/main" id="{84FC7274-3463-4889-8E62-B693D50AE9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63">
                <a:extLst>
                  <a:ext uri="{FF2B5EF4-FFF2-40B4-BE49-F238E27FC236}">
                    <a16:creationId xmlns:a16="http://schemas.microsoft.com/office/drawing/2014/main" id="{E4E1A84A-DCAC-483B-BC08-579BF10B10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64">
                <a:extLst>
                  <a:ext uri="{FF2B5EF4-FFF2-40B4-BE49-F238E27FC236}">
                    <a16:creationId xmlns:a16="http://schemas.microsoft.com/office/drawing/2014/main" id="{F14EE80D-C3D2-4E22-93C5-CDD0904213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7" name="Rectangle 65">
                <a:extLst>
                  <a:ext uri="{FF2B5EF4-FFF2-40B4-BE49-F238E27FC236}">
                    <a16:creationId xmlns:a16="http://schemas.microsoft.com/office/drawing/2014/main" id="{FB8FBFAE-E2E1-41A6-987B-CEFBAC1801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6">
                <a:extLst>
                  <a:ext uri="{FF2B5EF4-FFF2-40B4-BE49-F238E27FC236}">
                    <a16:creationId xmlns:a16="http://schemas.microsoft.com/office/drawing/2014/main" id="{138AF1CB-7808-4C24-B76D-AB9F6A4503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7">
                <a:extLst>
                  <a:ext uri="{FF2B5EF4-FFF2-40B4-BE49-F238E27FC236}">
                    <a16:creationId xmlns:a16="http://schemas.microsoft.com/office/drawing/2014/main" id="{F5E88013-D7CE-4120-B4BB-C894EC19C9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8">
                <a:extLst>
                  <a:ext uri="{FF2B5EF4-FFF2-40B4-BE49-F238E27FC236}">
                    <a16:creationId xmlns:a16="http://schemas.microsoft.com/office/drawing/2014/main" id="{B6FC4D89-F7B1-46F5-9502-62F41E89DE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9">
                <a:extLst>
                  <a:ext uri="{FF2B5EF4-FFF2-40B4-BE49-F238E27FC236}">
                    <a16:creationId xmlns:a16="http://schemas.microsoft.com/office/drawing/2014/main" id="{64C81BD0-C449-4A1B-8492-204301960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70">
                <a:extLst>
                  <a:ext uri="{FF2B5EF4-FFF2-40B4-BE49-F238E27FC236}">
                    <a16:creationId xmlns:a16="http://schemas.microsoft.com/office/drawing/2014/main" id="{5F91B7CB-59D7-4965-B754-71C102E43F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71">
                <a:extLst>
                  <a:ext uri="{FF2B5EF4-FFF2-40B4-BE49-F238E27FC236}">
                    <a16:creationId xmlns:a16="http://schemas.microsoft.com/office/drawing/2014/main" id="{677F7EA6-E57D-4E12-A4A5-AAFDCA8AA1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72">
                <a:extLst>
                  <a:ext uri="{FF2B5EF4-FFF2-40B4-BE49-F238E27FC236}">
                    <a16:creationId xmlns:a16="http://schemas.microsoft.com/office/drawing/2014/main" id="{56B270F4-040D-43EF-974A-3598BC6876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73">
                <a:extLst>
                  <a:ext uri="{FF2B5EF4-FFF2-40B4-BE49-F238E27FC236}">
                    <a16:creationId xmlns:a16="http://schemas.microsoft.com/office/drawing/2014/main" id="{EA8C5736-4550-4B46-8B52-247CF04D7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74">
                <a:extLst>
                  <a:ext uri="{FF2B5EF4-FFF2-40B4-BE49-F238E27FC236}">
                    <a16:creationId xmlns:a16="http://schemas.microsoft.com/office/drawing/2014/main" id="{F42B7DAA-E3F5-4B02-B786-473C7605B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75">
                <a:extLst>
                  <a:ext uri="{FF2B5EF4-FFF2-40B4-BE49-F238E27FC236}">
                    <a16:creationId xmlns:a16="http://schemas.microsoft.com/office/drawing/2014/main" id="{D850716E-F966-418B-A415-5B6E0F8A18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6">
                <a:extLst>
                  <a:ext uri="{FF2B5EF4-FFF2-40B4-BE49-F238E27FC236}">
                    <a16:creationId xmlns:a16="http://schemas.microsoft.com/office/drawing/2014/main" id="{B6DAAC97-C425-42B4-9405-AC447E2E0B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7">
                <a:extLst>
                  <a:ext uri="{FF2B5EF4-FFF2-40B4-BE49-F238E27FC236}">
                    <a16:creationId xmlns:a16="http://schemas.microsoft.com/office/drawing/2014/main" id="{42D8FACA-2CB3-400B-9610-94CBA7A3EE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8">
                <a:extLst>
                  <a:ext uri="{FF2B5EF4-FFF2-40B4-BE49-F238E27FC236}">
                    <a16:creationId xmlns:a16="http://schemas.microsoft.com/office/drawing/2014/main" id="{22200CE3-AD18-4A71-BA64-E2F227C44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9">
                <a:extLst>
                  <a:ext uri="{FF2B5EF4-FFF2-40B4-BE49-F238E27FC236}">
                    <a16:creationId xmlns:a16="http://schemas.microsoft.com/office/drawing/2014/main" id="{475F60A0-5B50-42FC-8C11-E137E7C56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80">
                <a:extLst>
                  <a:ext uri="{FF2B5EF4-FFF2-40B4-BE49-F238E27FC236}">
                    <a16:creationId xmlns:a16="http://schemas.microsoft.com/office/drawing/2014/main" id="{CAA2354D-703C-4594-B119-475938CFD4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81">
                <a:extLst>
                  <a:ext uri="{FF2B5EF4-FFF2-40B4-BE49-F238E27FC236}">
                    <a16:creationId xmlns:a16="http://schemas.microsoft.com/office/drawing/2014/main" id="{F8619CF6-1E39-4CF1-AEF0-BE5A67EB6F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82">
                <a:extLst>
                  <a:ext uri="{FF2B5EF4-FFF2-40B4-BE49-F238E27FC236}">
                    <a16:creationId xmlns:a16="http://schemas.microsoft.com/office/drawing/2014/main" id="{354E893E-B006-4B22-BBCB-52A79A5461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83">
                <a:extLst>
                  <a:ext uri="{FF2B5EF4-FFF2-40B4-BE49-F238E27FC236}">
                    <a16:creationId xmlns:a16="http://schemas.microsoft.com/office/drawing/2014/main" id="{0D56028C-9156-43E8-B855-AF135DD7E6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84">
                <a:extLst>
                  <a:ext uri="{FF2B5EF4-FFF2-40B4-BE49-F238E27FC236}">
                    <a16:creationId xmlns:a16="http://schemas.microsoft.com/office/drawing/2014/main" id="{950FA1E9-CD04-4DB1-B523-ABF2C1B6ED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6AA6044-FF9C-4224-BBD4-786BCC486D91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75" name="Rectangle 5">
                <a:extLst>
                  <a:ext uri="{FF2B5EF4-FFF2-40B4-BE49-F238E27FC236}">
                    <a16:creationId xmlns:a16="http://schemas.microsoft.com/office/drawing/2014/main" id="{CEC88F9D-6CCB-4C48-AB60-4743F3C98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6">
                <a:extLst>
                  <a:ext uri="{FF2B5EF4-FFF2-40B4-BE49-F238E27FC236}">
                    <a16:creationId xmlns:a16="http://schemas.microsoft.com/office/drawing/2014/main" id="{BC4930EB-874F-4D2B-94B1-FF1459F4A7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7">
                <a:extLst>
                  <a:ext uri="{FF2B5EF4-FFF2-40B4-BE49-F238E27FC236}">
                    <a16:creationId xmlns:a16="http://schemas.microsoft.com/office/drawing/2014/main" id="{66BB2441-7C95-4A21-B558-2971312D5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8">
                <a:extLst>
                  <a:ext uri="{FF2B5EF4-FFF2-40B4-BE49-F238E27FC236}">
                    <a16:creationId xmlns:a16="http://schemas.microsoft.com/office/drawing/2014/main" id="{B2A1B236-8D43-4B78-90F2-27A974E1FE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9">
                <a:extLst>
                  <a:ext uri="{FF2B5EF4-FFF2-40B4-BE49-F238E27FC236}">
                    <a16:creationId xmlns:a16="http://schemas.microsoft.com/office/drawing/2014/main" id="{E0526BF0-467E-421F-870A-02C866AC0C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10">
                <a:extLst>
                  <a:ext uri="{FF2B5EF4-FFF2-40B4-BE49-F238E27FC236}">
                    <a16:creationId xmlns:a16="http://schemas.microsoft.com/office/drawing/2014/main" id="{79ACA6FA-E263-441B-B650-DEE2A495E1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1" name="Rectangle 11">
                <a:extLst>
                  <a:ext uri="{FF2B5EF4-FFF2-40B4-BE49-F238E27FC236}">
                    <a16:creationId xmlns:a16="http://schemas.microsoft.com/office/drawing/2014/main" id="{DA7F6558-782C-4107-91F4-AF8E5136C7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12">
                <a:extLst>
                  <a:ext uri="{FF2B5EF4-FFF2-40B4-BE49-F238E27FC236}">
                    <a16:creationId xmlns:a16="http://schemas.microsoft.com/office/drawing/2014/main" id="{E575740C-61C5-4D08-9803-25E05FA3F5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13">
                <a:extLst>
                  <a:ext uri="{FF2B5EF4-FFF2-40B4-BE49-F238E27FC236}">
                    <a16:creationId xmlns:a16="http://schemas.microsoft.com/office/drawing/2014/main" id="{D4CCCBBA-5E32-47C6-B40B-3E2155E3F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14">
                <a:extLst>
                  <a:ext uri="{FF2B5EF4-FFF2-40B4-BE49-F238E27FC236}">
                    <a16:creationId xmlns:a16="http://schemas.microsoft.com/office/drawing/2014/main" id="{FC65131F-93B3-419C-B068-14D36AAC3F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15">
                <a:extLst>
                  <a:ext uri="{FF2B5EF4-FFF2-40B4-BE49-F238E27FC236}">
                    <a16:creationId xmlns:a16="http://schemas.microsoft.com/office/drawing/2014/main" id="{469B75D4-B4A8-4C2E-8EBB-E95FAB7C56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6">
                <a:extLst>
                  <a:ext uri="{FF2B5EF4-FFF2-40B4-BE49-F238E27FC236}">
                    <a16:creationId xmlns:a16="http://schemas.microsoft.com/office/drawing/2014/main" id="{6C8F3B5D-1D93-4D85-8639-75B5E46EC6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7">
                <a:extLst>
                  <a:ext uri="{FF2B5EF4-FFF2-40B4-BE49-F238E27FC236}">
                    <a16:creationId xmlns:a16="http://schemas.microsoft.com/office/drawing/2014/main" id="{DCCEB301-1F26-43A3-8B34-DBAFC32B32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8">
                <a:extLst>
                  <a:ext uri="{FF2B5EF4-FFF2-40B4-BE49-F238E27FC236}">
                    <a16:creationId xmlns:a16="http://schemas.microsoft.com/office/drawing/2014/main" id="{DD08B69C-E406-41F3-856E-A8C150CB64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9">
                <a:extLst>
                  <a:ext uri="{FF2B5EF4-FFF2-40B4-BE49-F238E27FC236}">
                    <a16:creationId xmlns:a16="http://schemas.microsoft.com/office/drawing/2014/main" id="{A1A90F4B-6060-4BA1-8AF2-FAFFAA04A8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20">
                <a:extLst>
                  <a:ext uri="{FF2B5EF4-FFF2-40B4-BE49-F238E27FC236}">
                    <a16:creationId xmlns:a16="http://schemas.microsoft.com/office/drawing/2014/main" id="{B1F471FD-A187-4EE2-9D21-E0A637683F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21">
                <a:extLst>
                  <a:ext uri="{FF2B5EF4-FFF2-40B4-BE49-F238E27FC236}">
                    <a16:creationId xmlns:a16="http://schemas.microsoft.com/office/drawing/2014/main" id="{68DAAA74-257B-4E75-A315-6B710A314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22">
                <a:extLst>
                  <a:ext uri="{FF2B5EF4-FFF2-40B4-BE49-F238E27FC236}">
                    <a16:creationId xmlns:a16="http://schemas.microsoft.com/office/drawing/2014/main" id="{63000D52-BDE3-430B-8243-08564FFE96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23">
                <a:extLst>
                  <a:ext uri="{FF2B5EF4-FFF2-40B4-BE49-F238E27FC236}">
                    <a16:creationId xmlns:a16="http://schemas.microsoft.com/office/drawing/2014/main" id="{F6BDC60F-B33E-4AD8-9807-B2C1A4C2C6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24">
                <a:extLst>
                  <a:ext uri="{FF2B5EF4-FFF2-40B4-BE49-F238E27FC236}">
                    <a16:creationId xmlns:a16="http://schemas.microsoft.com/office/drawing/2014/main" id="{F1DB5734-0088-4CC2-9415-998F194165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25">
                <a:extLst>
                  <a:ext uri="{FF2B5EF4-FFF2-40B4-BE49-F238E27FC236}">
                    <a16:creationId xmlns:a16="http://schemas.microsoft.com/office/drawing/2014/main" id="{1C679BCE-F04D-48E0-8E2B-0174E8E975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6">
                <a:extLst>
                  <a:ext uri="{FF2B5EF4-FFF2-40B4-BE49-F238E27FC236}">
                    <a16:creationId xmlns:a16="http://schemas.microsoft.com/office/drawing/2014/main" id="{EA8ABD89-DF79-45A9-9CDB-0E871222D5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7">
                <a:extLst>
                  <a:ext uri="{FF2B5EF4-FFF2-40B4-BE49-F238E27FC236}">
                    <a16:creationId xmlns:a16="http://schemas.microsoft.com/office/drawing/2014/main" id="{C1A57486-D9A6-4CD5-878E-093E44A760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8">
                <a:extLst>
                  <a:ext uri="{FF2B5EF4-FFF2-40B4-BE49-F238E27FC236}">
                    <a16:creationId xmlns:a16="http://schemas.microsoft.com/office/drawing/2014/main" id="{B6582662-B56F-42F6-A821-B5F52FB840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9">
                <a:extLst>
                  <a:ext uri="{FF2B5EF4-FFF2-40B4-BE49-F238E27FC236}">
                    <a16:creationId xmlns:a16="http://schemas.microsoft.com/office/drawing/2014/main" id="{1105049D-68B2-4636-9C28-7B8C2177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30">
                <a:extLst>
                  <a:ext uri="{FF2B5EF4-FFF2-40B4-BE49-F238E27FC236}">
                    <a16:creationId xmlns:a16="http://schemas.microsoft.com/office/drawing/2014/main" id="{E0F75D5D-3B9C-40B7-AF8E-4C4322B6C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0F6A935-DCBA-461C-832C-A343F475413E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49" name="Rectangle 32">
                <a:extLst>
                  <a:ext uri="{FF2B5EF4-FFF2-40B4-BE49-F238E27FC236}">
                    <a16:creationId xmlns:a16="http://schemas.microsoft.com/office/drawing/2014/main" id="{67654A26-DC7F-47CD-8FF8-BC012501CC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33">
                <a:extLst>
                  <a:ext uri="{FF2B5EF4-FFF2-40B4-BE49-F238E27FC236}">
                    <a16:creationId xmlns:a16="http://schemas.microsoft.com/office/drawing/2014/main" id="{9949B927-96E9-4F44-9050-A81CD79D73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34">
                <a:extLst>
                  <a:ext uri="{FF2B5EF4-FFF2-40B4-BE49-F238E27FC236}">
                    <a16:creationId xmlns:a16="http://schemas.microsoft.com/office/drawing/2014/main" id="{3B5D9536-992F-4F39-93BC-BB2533D785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35">
                <a:extLst>
                  <a:ext uri="{FF2B5EF4-FFF2-40B4-BE49-F238E27FC236}">
                    <a16:creationId xmlns:a16="http://schemas.microsoft.com/office/drawing/2014/main" id="{F1FA2A7F-208B-4450-9E7E-F29BB39251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36">
                <a:extLst>
                  <a:ext uri="{FF2B5EF4-FFF2-40B4-BE49-F238E27FC236}">
                    <a16:creationId xmlns:a16="http://schemas.microsoft.com/office/drawing/2014/main" id="{EF607D70-7F21-4A9F-A183-730E45EF31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37">
                <a:extLst>
                  <a:ext uri="{FF2B5EF4-FFF2-40B4-BE49-F238E27FC236}">
                    <a16:creationId xmlns:a16="http://schemas.microsoft.com/office/drawing/2014/main" id="{4ECF017A-32D9-44C4-837F-2C37B7B9FC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5" name="Rectangle 38">
                <a:extLst>
                  <a:ext uri="{FF2B5EF4-FFF2-40B4-BE49-F238E27FC236}">
                    <a16:creationId xmlns:a16="http://schemas.microsoft.com/office/drawing/2014/main" id="{34B3B9C3-9513-414E-B30D-F7CFC02E05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9">
                <a:extLst>
                  <a:ext uri="{FF2B5EF4-FFF2-40B4-BE49-F238E27FC236}">
                    <a16:creationId xmlns:a16="http://schemas.microsoft.com/office/drawing/2014/main" id="{E6A1B5D1-A0C1-47E7-A068-C05A44F3D7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40">
                <a:extLst>
                  <a:ext uri="{FF2B5EF4-FFF2-40B4-BE49-F238E27FC236}">
                    <a16:creationId xmlns:a16="http://schemas.microsoft.com/office/drawing/2014/main" id="{96D2BA52-50C4-45BF-B115-62AE7F01B0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41">
                <a:extLst>
                  <a:ext uri="{FF2B5EF4-FFF2-40B4-BE49-F238E27FC236}">
                    <a16:creationId xmlns:a16="http://schemas.microsoft.com/office/drawing/2014/main" id="{9DCC33D9-FAF4-4D54-A2F1-85D656FB93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42">
                <a:extLst>
                  <a:ext uri="{FF2B5EF4-FFF2-40B4-BE49-F238E27FC236}">
                    <a16:creationId xmlns:a16="http://schemas.microsoft.com/office/drawing/2014/main" id="{8DD0B56F-45FF-4041-A939-24B54541A3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43">
                <a:extLst>
                  <a:ext uri="{FF2B5EF4-FFF2-40B4-BE49-F238E27FC236}">
                    <a16:creationId xmlns:a16="http://schemas.microsoft.com/office/drawing/2014/main" id="{96AB8477-5546-4080-8BC1-02BF0BB8F3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44">
                <a:extLst>
                  <a:ext uri="{FF2B5EF4-FFF2-40B4-BE49-F238E27FC236}">
                    <a16:creationId xmlns:a16="http://schemas.microsoft.com/office/drawing/2014/main" id="{4E453DC0-BE05-4525-866A-335CE37B00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45">
                <a:extLst>
                  <a:ext uri="{FF2B5EF4-FFF2-40B4-BE49-F238E27FC236}">
                    <a16:creationId xmlns:a16="http://schemas.microsoft.com/office/drawing/2014/main" id="{DE66478E-4EC6-4BE6-B27E-C0C0531CC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6">
                <a:extLst>
                  <a:ext uri="{FF2B5EF4-FFF2-40B4-BE49-F238E27FC236}">
                    <a16:creationId xmlns:a16="http://schemas.microsoft.com/office/drawing/2014/main" id="{698E3192-E8A7-4BE3-A213-C67294E393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7">
                <a:extLst>
                  <a:ext uri="{FF2B5EF4-FFF2-40B4-BE49-F238E27FC236}">
                    <a16:creationId xmlns:a16="http://schemas.microsoft.com/office/drawing/2014/main" id="{73311133-150A-4295-BA6B-AE591A758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8">
                <a:extLst>
                  <a:ext uri="{FF2B5EF4-FFF2-40B4-BE49-F238E27FC236}">
                    <a16:creationId xmlns:a16="http://schemas.microsoft.com/office/drawing/2014/main" id="{01A2298C-D71C-4EE8-97EC-882AE8FE27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9">
                <a:extLst>
                  <a:ext uri="{FF2B5EF4-FFF2-40B4-BE49-F238E27FC236}">
                    <a16:creationId xmlns:a16="http://schemas.microsoft.com/office/drawing/2014/main" id="{4A510FF8-75EB-4CBF-8672-72CB0674B9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50">
                <a:extLst>
                  <a:ext uri="{FF2B5EF4-FFF2-40B4-BE49-F238E27FC236}">
                    <a16:creationId xmlns:a16="http://schemas.microsoft.com/office/drawing/2014/main" id="{1A2C9E47-1571-4FD2-8B6B-C7B564E897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51">
                <a:extLst>
                  <a:ext uri="{FF2B5EF4-FFF2-40B4-BE49-F238E27FC236}">
                    <a16:creationId xmlns:a16="http://schemas.microsoft.com/office/drawing/2014/main" id="{86EF56B1-DD4A-4A19-A43F-347855BF84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52">
                <a:extLst>
                  <a:ext uri="{FF2B5EF4-FFF2-40B4-BE49-F238E27FC236}">
                    <a16:creationId xmlns:a16="http://schemas.microsoft.com/office/drawing/2014/main" id="{593C0948-4102-4E67-9CCD-6F94446F70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53">
                <a:extLst>
                  <a:ext uri="{FF2B5EF4-FFF2-40B4-BE49-F238E27FC236}">
                    <a16:creationId xmlns:a16="http://schemas.microsoft.com/office/drawing/2014/main" id="{ACB6589F-762B-4CA7-8D92-92E5FB76FD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54">
                <a:extLst>
                  <a:ext uri="{FF2B5EF4-FFF2-40B4-BE49-F238E27FC236}">
                    <a16:creationId xmlns:a16="http://schemas.microsoft.com/office/drawing/2014/main" id="{9992ACB2-51DA-4341-842A-58050D15CC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55">
                <a:extLst>
                  <a:ext uri="{FF2B5EF4-FFF2-40B4-BE49-F238E27FC236}">
                    <a16:creationId xmlns:a16="http://schemas.microsoft.com/office/drawing/2014/main" id="{D9C60E55-0956-424D-8C75-2976AC3B65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6">
                <a:extLst>
                  <a:ext uri="{FF2B5EF4-FFF2-40B4-BE49-F238E27FC236}">
                    <a16:creationId xmlns:a16="http://schemas.microsoft.com/office/drawing/2014/main" id="{BE0FF237-544C-4EAB-ABB0-731D5FA88D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7">
                <a:extLst>
                  <a:ext uri="{FF2B5EF4-FFF2-40B4-BE49-F238E27FC236}">
                    <a16:creationId xmlns:a16="http://schemas.microsoft.com/office/drawing/2014/main" id="{D1E0212C-F045-489C-9689-7C49F762CC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C90BB14-74DB-4A2D-847B-7D160CCB7907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3" name="Rectangle 59">
                <a:extLst>
                  <a:ext uri="{FF2B5EF4-FFF2-40B4-BE49-F238E27FC236}">
                    <a16:creationId xmlns:a16="http://schemas.microsoft.com/office/drawing/2014/main" id="{99D447A1-2220-4498-AEF5-6E3E1E6E7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60">
                <a:extLst>
                  <a:ext uri="{FF2B5EF4-FFF2-40B4-BE49-F238E27FC236}">
                    <a16:creationId xmlns:a16="http://schemas.microsoft.com/office/drawing/2014/main" id="{7C3A93F4-91DD-433B-968A-852BE617B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61">
                <a:extLst>
                  <a:ext uri="{FF2B5EF4-FFF2-40B4-BE49-F238E27FC236}">
                    <a16:creationId xmlns:a16="http://schemas.microsoft.com/office/drawing/2014/main" id="{1C73CE31-214B-4439-A783-35C6A8ED75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62">
                <a:extLst>
                  <a:ext uri="{FF2B5EF4-FFF2-40B4-BE49-F238E27FC236}">
                    <a16:creationId xmlns:a16="http://schemas.microsoft.com/office/drawing/2014/main" id="{36D68C3F-8E09-4424-AE30-DC0EA8A4B6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63">
                <a:extLst>
                  <a:ext uri="{FF2B5EF4-FFF2-40B4-BE49-F238E27FC236}">
                    <a16:creationId xmlns:a16="http://schemas.microsoft.com/office/drawing/2014/main" id="{D77BDB0F-9FB9-4B1E-8B4A-1E2673E90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64">
                <a:extLst>
                  <a:ext uri="{FF2B5EF4-FFF2-40B4-BE49-F238E27FC236}">
                    <a16:creationId xmlns:a16="http://schemas.microsoft.com/office/drawing/2014/main" id="{11FC8FC1-3854-4435-94FA-7C19C8CF4B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9" name="Rectangle 65">
                <a:extLst>
                  <a:ext uri="{FF2B5EF4-FFF2-40B4-BE49-F238E27FC236}">
                    <a16:creationId xmlns:a16="http://schemas.microsoft.com/office/drawing/2014/main" id="{CD7A3181-77BB-4B10-BAE0-192A2D4C54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6">
                <a:extLst>
                  <a:ext uri="{FF2B5EF4-FFF2-40B4-BE49-F238E27FC236}">
                    <a16:creationId xmlns:a16="http://schemas.microsoft.com/office/drawing/2014/main" id="{34704098-6430-4842-A78C-8EA208FF5C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7">
                <a:extLst>
                  <a:ext uri="{FF2B5EF4-FFF2-40B4-BE49-F238E27FC236}">
                    <a16:creationId xmlns:a16="http://schemas.microsoft.com/office/drawing/2014/main" id="{821A9373-4697-4443-B247-58130E1D40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8">
                <a:extLst>
                  <a:ext uri="{FF2B5EF4-FFF2-40B4-BE49-F238E27FC236}">
                    <a16:creationId xmlns:a16="http://schemas.microsoft.com/office/drawing/2014/main" id="{BE59B0E9-E64A-4252-ABFF-7D0CCECB5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9">
                <a:extLst>
                  <a:ext uri="{FF2B5EF4-FFF2-40B4-BE49-F238E27FC236}">
                    <a16:creationId xmlns:a16="http://schemas.microsoft.com/office/drawing/2014/main" id="{066F8BCA-C3C4-48C8-9103-65FC2FFF62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70">
                <a:extLst>
                  <a:ext uri="{FF2B5EF4-FFF2-40B4-BE49-F238E27FC236}">
                    <a16:creationId xmlns:a16="http://schemas.microsoft.com/office/drawing/2014/main" id="{68B69181-5D7D-4EFF-9724-B2BDD62DB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71">
                <a:extLst>
                  <a:ext uri="{FF2B5EF4-FFF2-40B4-BE49-F238E27FC236}">
                    <a16:creationId xmlns:a16="http://schemas.microsoft.com/office/drawing/2014/main" id="{996BC465-13D7-4B01-81BD-88E7BAA5A9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72">
                <a:extLst>
                  <a:ext uri="{FF2B5EF4-FFF2-40B4-BE49-F238E27FC236}">
                    <a16:creationId xmlns:a16="http://schemas.microsoft.com/office/drawing/2014/main" id="{61C9420C-6853-4164-9D24-98349CD58C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73">
                <a:extLst>
                  <a:ext uri="{FF2B5EF4-FFF2-40B4-BE49-F238E27FC236}">
                    <a16:creationId xmlns:a16="http://schemas.microsoft.com/office/drawing/2014/main" id="{EF04FF35-9797-4571-BCFF-435C37D2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74">
                <a:extLst>
                  <a:ext uri="{FF2B5EF4-FFF2-40B4-BE49-F238E27FC236}">
                    <a16:creationId xmlns:a16="http://schemas.microsoft.com/office/drawing/2014/main" id="{78C68F3A-1768-4D3F-8ABF-D899CEF5DE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75">
                <a:extLst>
                  <a:ext uri="{FF2B5EF4-FFF2-40B4-BE49-F238E27FC236}">
                    <a16:creationId xmlns:a16="http://schemas.microsoft.com/office/drawing/2014/main" id="{A69F85D7-2261-4042-B85B-C3FABE4A08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6">
                <a:extLst>
                  <a:ext uri="{FF2B5EF4-FFF2-40B4-BE49-F238E27FC236}">
                    <a16:creationId xmlns:a16="http://schemas.microsoft.com/office/drawing/2014/main" id="{31444D56-FEBA-4CC9-B179-200833A9B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7">
                <a:extLst>
                  <a:ext uri="{FF2B5EF4-FFF2-40B4-BE49-F238E27FC236}">
                    <a16:creationId xmlns:a16="http://schemas.microsoft.com/office/drawing/2014/main" id="{A7678401-8C3E-4FAF-A888-70B49C91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8">
                <a:extLst>
                  <a:ext uri="{FF2B5EF4-FFF2-40B4-BE49-F238E27FC236}">
                    <a16:creationId xmlns:a16="http://schemas.microsoft.com/office/drawing/2014/main" id="{618CC429-D47D-440E-9695-6E61D60960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9">
                <a:extLst>
                  <a:ext uri="{FF2B5EF4-FFF2-40B4-BE49-F238E27FC236}">
                    <a16:creationId xmlns:a16="http://schemas.microsoft.com/office/drawing/2014/main" id="{F2B544AE-5CC8-4A61-BBDF-82DA13A5F7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80">
                <a:extLst>
                  <a:ext uri="{FF2B5EF4-FFF2-40B4-BE49-F238E27FC236}">
                    <a16:creationId xmlns:a16="http://schemas.microsoft.com/office/drawing/2014/main" id="{46B39C8E-D445-41B8-8B42-2DE170717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81">
                <a:extLst>
                  <a:ext uri="{FF2B5EF4-FFF2-40B4-BE49-F238E27FC236}">
                    <a16:creationId xmlns:a16="http://schemas.microsoft.com/office/drawing/2014/main" id="{38E7AB8E-5E17-460F-8595-4178AF462D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82">
                <a:extLst>
                  <a:ext uri="{FF2B5EF4-FFF2-40B4-BE49-F238E27FC236}">
                    <a16:creationId xmlns:a16="http://schemas.microsoft.com/office/drawing/2014/main" id="{B1EBA00C-8D23-4B8D-996F-763D447186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83">
                <a:extLst>
                  <a:ext uri="{FF2B5EF4-FFF2-40B4-BE49-F238E27FC236}">
                    <a16:creationId xmlns:a16="http://schemas.microsoft.com/office/drawing/2014/main" id="{A74D84D5-1D5F-4261-AC8E-F836107F1A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84">
                <a:extLst>
                  <a:ext uri="{FF2B5EF4-FFF2-40B4-BE49-F238E27FC236}">
                    <a16:creationId xmlns:a16="http://schemas.microsoft.com/office/drawing/2014/main" id="{FAE1892A-CE1C-4062-87F1-490874F36E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802612C-7EF5-4229-B874-804F63CA5157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97" name="Rectangle 5">
                <a:extLst>
                  <a:ext uri="{FF2B5EF4-FFF2-40B4-BE49-F238E27FC236}">
                    <a16:creationId xmlns:a16="http://schemas.microsoft.com/office/drawing/2014/main" id="{79ECF9B6-3DAB-4C5C-B34E-D0A7F38B76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6">
                <a:extLst>
                  <a:ext uri="{FF2B5EF4-FFF2-40B4-BE49-F238E27FC236}">
                    <a16:creationId xmlns:a16="http://schemas.microsoft.com/office/drawing/2014/main" id="{35C9E271-FB6D-4F58-AC40-C72BEAE8A2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7">
                <a:extLst>
                  <a:ext uri="{FF2B5EF4-FFF2-40B4-BE49-F238E27FC236}">
                    <a16:creationId xmlns:a16="http://schemas.microsoft.com/office/drawing/2014/main" id="{6C77D497-A891-4E55-B019-C188318C9B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8">
                <a:extLst>
                  <a:ext uri="{FF2B5EF4-FFF2-40B4-BE49-F238E27FC236}">
                    <a16:creationId xmlns:a16="http://schemas.microsoft.com/office/drawing/2014/main" id="{789A10D5-86A9-4355-A65E-55E0070B0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9">
                <a:extLst>
                  <a:ext uri="{FF2B5EF4-FFF2-40B4-BE49-F238E27FC236}">
                    <a16:creationId xmlns:a16="http://schemas.microsoft.com/office/drawing/2014/main" id="{190FC9CA-1CD6-4748-9D13-6C41111A1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10">
                <a:extLst>
                  <a:ext uri="{FF2B5EF4-FFF2-40B4-BE49-F238E27FC236}">
                    <a16:creationId xmlns:a16="http://schemas.microsoft.com/office/drawing/2014/main" id="{C8822FE6-6227-48F7-AA73-92699ABEA3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3" name="Rectangle 11">
                <a:extLst>
                  <a:ext uri="{FF2B5EF4-FFF2-40B4-BE49-F238E27FC236}">
                    <a16:creationId xmlns:a16="http://schemas.microsoft.com/office/drawing/2014/main" id="{E5E1E87B-24C4-475C-8A8F-5B997B2D07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12">
                <a:extLst>
                  <a:ext uri="{FF2B5EF4-FFF2-40B4-BE49-F238E27FC236}">
                    <a16:creationId xmlns:a16="http://schemas.microsoft.com/office/drawing/2014/main" id="{A10C8796-2AC4-44B9-947C-67EA0E9667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13">
                <a:extLst>
                  <a:ext uri="{FF2B5EF4-FFF2-40B4-BE49-F238E27FC236}">
                    <a16:creationId xmlns:a16="http://schemas.microsoft.com/office/drawing/2014/main" id="{9C3B2967-6FE1-42A9-8AA6-D88F39ED25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14">
                <a:extLst>
                  <a:ext uri="{FF2B5EF4-FFF2-40B4-BE49-F238E27FC236}">
                    <a16:creationId xmlns:a16="http://schemas.microsoft.com/office/drawing/2014/main" id="{D65A60F3-B8CA-4A07-BA50-4382410F7D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15">
                <a:extLst>
                  <a:ext uri="{FF2B5EF4-FFF2-40B4-BE49-F238E27FC236}">
                    <a16:creationId xmlns:a16="http://schemas.microsoft.com/office/drawing/2014/main" id="{CE9D0345-78D9-481A-97CD-9F4F5005DC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6">
                <a:extLst>
                  <a:ext uri="{FF2B5EF4-FFF2-40B4-BE49-F238E27FC236}">
                    <a16:creationId xmlns:a16="http://schemas.microsoft.com/office/drawing/2014/main" id="{335FF664-C997-40CD-A253-17AE029463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7">
                <a:extLst>
                  <a:ext uri="{FF2B5EF4-FFF2-40B4-BE49-F238E27FC236}">
                    <a16:creationId xmlns:a16="http://schemas.microsoft.com/office/drawing/2014/main" id="{9CC2681F-B216-40D9-B5A0-F02DCEABDF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8">
                <a:extLst>
                  <a:ext uri="{FF2B5EF4-FFF2-40B4-BE49-F238E27FC236}">
                    <a16:creationId xmlns:a16="http://schemas.microsoft.com/office/drawing/2014/main" id="{A3004976-7D17-4D1E-8C1B-307A36D4D3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9">
                <a:extLst>
                  <a:ext uri="{FF2B5EF4-FFF2-40B4-BE49-F238E27FC236}">
                    <a16:creationId xmlns:a16="http://schemas.microsoft.com/office/drawing/2014/main" id="{2441E1C0-EA8F-4829-96F9-79E4F9F9B8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20">
                <a:extLst>
                  <a:ext uri="{FF2B5EF4-FFF2-40B4-BE49-F238E27FC236}">
                    <a16:creationId xmlns:a16="http://schemas.microsoft.com/office/drawing/2014/main" id="{44BC57F8-5DE7-403F-B665-F6F2827DB8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21">
                <a:extLst>
                  <a:ext uri="{FF2B5EF4-FFF2-40B4-BE49-F238E27FC236}">
                    <a16:creationId xmlns:a16="http://schemas.microsoft.com/office/drawing/2014/main" id="{B34B239C-EECF-4F26-A48A-B0CC0F65BC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22">
                <a:extLst>
                  <a:ext uri="{FF2B5EF4-FFF2-40B4-BE49-F238E27FC236}">
                    <a16:creationId xmlns:a16="http://schemas.microsoft.com/office/drawing/2014/main" id="{9761DB51-CFA3-48D3-A481-6AAF4370D4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23">
                <a:extLst>
                  <a:ext uri="{FF2B5EF4-FFF2-40B4-BE49-F238E27FC236}">
                    <a16:creationId xmlns:a16="http://schemas.microsoft.com/office/drawing/2014/main" id="{8BF8C0DC-CA13-4B3A-9B31-81AD0D5A3B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24">
                <a:extLst>
                  <a:ext uri="{FF2B5EF4-FFF2-40B4-BE49-F238E27FC236}">
                    <a16:creationId xmlns:a16="http://schemas.microsoft.com/office/drawing/2014/main" id="{3B5D9432-1B5F-4352-8E2D-A4C9BA2788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25">
                <a:extLst>
                  <a:ext uri="{FF2B5EF4-FFF2-40B4-BE49-F238E27FC236}">
                    <a16:creationId xmlns:a16="http://schemas.microsoft.com/office/drawing/2014/main" id="{A72578CA-857C-4FF3-99D2-2409F1404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6">
                <a:extLst>
                  <a:ext uri="{FF2B5EF4-FFF2-40B4-BE49-F238E27FC236}">
                    <a16:creationId xmlns:a16="http://schemas.microsoft.com/office/drawing/2014/main" id="{CAD4F8AF-D5EE-4F50-B004-20393F40DD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7">
                <a:extLst>
                  <a:ext uri="{FF2B5EF4-FFF2-40B4-BE49-F238E27FC236}">
                    <a16:creationId xmlns:a16="http://schemas.microsoft.com/office/drawing/2014/main" id="{8A57F274-20A6-4680-B7C0-AD8EA5A0BB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8">
                <a:extLst>
                  <a:ext uri="{FF2B5EF4-FFF2-40B4-BE49-F238E27FC236}">
                    <a16:creationId xmlns:a16="http://schemas.microsoft.com/office/drawing/2014/main" id="{0F14F482-588A-4EEB-8243-0F8DF0EBF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9">
                <a:extLst>
                  <a:ext uri="{FF2B5EF4-FFF2-40B4-BE49-F238E27FC236}">
                    <a16:creationId xmlns:a16="http://schemas.microsoft.com/office/drawing/2014/main" id="{DBE68752-D099-4312-A230-0F3B7131BC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30">
                <a:extLst>
                  <a:ext uri="{FF2B5EF4-FFF2-40B4-BE49-F238E27FC236}">
                    <a16:creationId xmlns:a16="http://schemas.microsoft.com/office/drawing/2014/main" id="{405BD9F5-ECE9-4C54-B627-8C58DFD735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1BDD497-9AE8-4EFE-A518-EB1944C837FD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1" name="Rectangle 32">
                <a:extLst>
                  <a:ext uri="{FF2B5EF4-FFF2-40B4-BE49-F238E27FC236}">
                    <a16:creationId xmlns:a16="http://schemas.microsoft.com/office/drawing/2014/main" id="{46DE1FDE-4944-42F3-AB62-2DB5477E3F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33">
                <a:extLst>
                  <a:ext uri="{FF2B5EF4-FFF2-40B4-BE49-F238E27FC236}">
                    <a16:creationId xmlns:a16="http://schemas.microsoft.com/office/drawing/2014/main" id="{06FCE84A-9F7C-4DFE-8CA9-5982F096E6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34">
                <a:extLst>
                  <a:ext uri="{FF2B5EF4-FFF2-40B4-BE49-F238E27FC236}">
                    <a16:creationId xmlns:a16="http://schemas.microsoft.com/office/drawing/2014/main" id="{DD56D081-1AAA-49A3-ABDB-5C753E6AB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35">
                <a:extLst>
                  <a:ext uri="{FF2B5EF4-FFF2-40B4-BE49-F238E27FC236}">
                    <a16:creationId xmlns:a16="http://schemas.microsoft.com/office/drawing/2014/main" id="{BD4D92B3-9AE0-48B8-959E-07EA7AB29F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36">
                <a:extLst>
                  <a:ext uri="{FF2B5EF4-FFF2-40B4-BE49-F238E27FC236}">
                    <a16:creationId xmlns:a16="http://schemas.microsoft.com/office/drawing/2014/main" id="{3DD3026A-6FE6-4FA7-90F4-6DE1E8898C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37">
                <a:extLst>
                  <a:ext uri="{FF2B5EF4-FFF2-40B4-BE49-F238E27FC236}">
                    <a16:creationId xmlns:a16="http://schemas.microsoft.com/office/drawing/2014/main" id="{AC970942-28D3-4460-85B7-BD20B0D76A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7" name="Rectangle 38">
                <a:extLst>
                  <a:ext uri="{FF2B5EF4-FFF2-40B4-BE49-F238E27FC236}">
                    <a16:creationId xmlns:a16="http://schemas.microsoft.com/office/drawing/2014/main" id="{03D96458-7899-4A24-B66B-461086FAA1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9">
                <a:extLst>
                  <a:ext uri="{FF2B5EF4-FFF2-40B4-BE49-F238E27FC236}">
                    <a16:creationId xmlns:a16="http://schemas.microsoft.com/office/drawing/2014/main" id="{C8A769BE-C8A3-44B6-A98B-9A0CA8C8C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40">
                <a:extLst>
                  <a:ext uri="{FF2B5EF4-FFF2-40B4-BE49-F238E27FC236}">
                    <a16:creationId xmlns:a16="http://schemas.microsoft.com/office/drawing/2014/main" id="{42866ABD-1FE3-40D1-8819-FC2FC19BC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41">
                <a:extLst>
                  <a:ext uri="{FF2B5EF4-FFF2-40B4-BE49-F238E27FC236}">
                    <a16:creationId xmlns:a16="http://schemas.microsoft.com/office/drawing/2014/main" id="{0DA7C80D-458F-4BCF-9DF9-4EA5C63B6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42">
                <a:extLst>
                  <a:ext uri="{FF2B5EF4-FFF2-40B4-BE49-F238E27FC236}">
                    <a16:creationId xmlns:a16="http://schemas.microsoft.com/office/drawing/2014/main" id="{0BDDAC83-E0E2-46D1-BE39-29D715978A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43">
                <a:extLst>
                  <a:ext uri="{FF2B5EF4-FFF2-40B4-BE49-F238E27FC236}">
                    <a16:creationId xmlns:a16="http://schemas.microsoft.com/office/drawing/2014/main" id="{778B5BE3-4E1C-4C31-8E26-1435B98AAD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44">
                <a:extLst>
                  <a:ext uri="{FF2B5EF4-FFF2-40B4-BE49-F238E27FC236}">
                    <a16:creationId xmlns:a16="http://schemas.microsoft.com/office/drawing/2014/main" id="{12D1914C-8D7D-4C81-BF2A-CC415E7FEF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45">
                <a:extLst>
                  <a:ext uri="{FF2B5EF4-FFF2-40B4-BE49-F238E27FC236}">
                    <a16:creationId xmlns:a16="http://schemas.microsoft.com/office/drawing/2014/main" id="{3F7280B3-7FC7-46CC-B0AA-9279C8F01F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6">
                <a:extLst>
                  <a:ext uri="{FF2B5EF4-FFF2-40B4-BE49-F238E27FC236}">
                    <a16:creationId xmlns:a16="http://schemas.microsoft.com/office/drawing/2014/main" id="{8518DB40-11B0-4C34-8085-E25C7CCE90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7">
                <a:extLst>
                  <a:ext uri="{FF2B5EF4-FFF2-40B4-BE49-F238E27FC236}">
                    <a16:creationId xmlns:a16="http://schemas.microsoft.com/office/drawing/2014/main" id="{A0A4571B-8522-4F7C-A623-D22275A4BA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8">
                <a:extLst>
                  <a:ext uri="{FF2B5EF4-FFF2-40B4-BE49-F238E27FC236}">
                    <a16:creationId xmlns:a16="http://schemas.microsoft.com/office/drawing/2014/main" id="{0058B0EA-93A6-4250-B9BB-2189D860E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9">
                <a:extLst>
                  <a:ext uri="{FF2B5EF4-FFF2-40B4-BE49-F238E27FC236}">
                    <a16:creationId xmlns:a16="http://schemas.microsoft.com/office/drawing/2014/main" id="{AD35427D-2F04-45B3-A5EA-4C931023EC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50">
                <a:extLst>
                  <a:ext uri="{FF2B5EF4-FFF2-40B4-BE49-F238E27FC236}">
                    <a16:creationId xmlns:a16="http://schemas.microsoft.com/office/drawing/2014/main" id="{C9AE1296-0B65-425E-B952-6EA87FD817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51">
                <a:extLst>
                  <a:ext uri="{FF2B5EF4-FFF2-40B4-BE49-F238E27FC236}">
                    <a16:creationId xmlns:a16="http://schemas.microsoft.com/office/drawing/2014/main" id="{7A1EA1D6-A2F2-45C1-B37A-53504239CE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52">
                <a:extLst>
                  <a:ext uri="{FF2B5EF4-FFF2-40B4-BE49-F238E27FC236}">
                    <a16:creationId xmlns:a16="http://schemas.microsoft.com/office/drawing/2014/main" id="{505AF1AD-40CE-4BC2-AC86-033E06E7B6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53">
                <a:extLst>
                  <a:ext uri="{FF2B5EF4-FFF2-40B4-BE49-F238E27FC236}">
                    <a16:creationId xmlns:a16="http://schemas.microsoft.com/office/drawing/2014/main" id="{4E83FA98-5620-4FBC-83BE-A15F94C83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54">
                <a:extLst>
                  <a:ext uri="{FF2B5EF4-FFF2-40B4-BE49-F238E27FC236}">
                    <a16:creationId xmlns:a16="http://schemas.microsoft.com/office/drawing/2014/main" id="{994A88E7-EC98-4704-B017-A2BEA7AB4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55">
                <a:extLst>
                  <a:ext uri="{FF2B5EF4-FFF2-40B4-BE49-F238E27FC236}">
                    <a16:creationId xmlns:a16="http://schemas.microsoft.com/office/drawing/2014/main" id="{44F8541E-6BEB-4522-8934-CDC85C95B8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6">
                <a:extLst>
                  <a:ext uri="{FF2B5EF4-FFF2-40B4-BE49-F238E27FC236}">
                    <a16:creationId xmlns:a16="http://schemas.microsoft.com/office/drawing/2014/main" id="{41BE143F-1045-43B6-9112-9CA42EAB94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7">
                <a:extLst>
                  <a:ext uri="{FF2B5EF4-FFF2-40B4-BE49-F238E27FC236}">
                    <a16:creationId xmlns:a16="http://schemas.microsoft.com/office/drawing/2014/main" id="{15B3273B-882C-4741-AFCB-88C00782C0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2D156E4-2FEE-41D1-B234-92FA676F4D8E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45" name="Rectangle 59">
                <a:extLst>
                  <a:ext uri="{FF2B5EF4-FFF2-40B4-BE49-F238E27FC236}">
                    <a16:creationId xmlns:a16="http://schemas.microsoft.com/office/drawing/2014/main" id="{1282A854-928F-4C4C-AF50-E805B6E24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60">
                <a:extLst>
                  <a:ext uri="{FF2B5EF4-FFF2-40B4-BE49-F238E27FC236}">
                    <a16:creationId xmlns:a16="http://schemas.microsoft.com/office/drawing/2014/main" id="{BF09B981-640A-4B56-97EF-77A7674F2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61">
                <a:extLst>
                  <a:ext uri="{FF2B5EF4-FFF2-40B4-BE49-F238E27FC236}">
                    <a16:creationId xmlns:a16="http://schemas.microsoft.com/office/drawing/2014/main" id="{0E3D84C4-7127-44E3-9D80-DD4C9DF86B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62">
                <a:extLst>
                  <a:ext uri="{FF2B5EF4-FFF2-40B4-BE49-F238E27FC236}">
                    <a16:creationId xmlns:a16="http://schemas.microsoft.com/office/drawing/2014/main" id="{3C0ED1F5-7157-4C03-AF23-63AA54E20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63">
                <a:extLst>
                  <a:ext uri="{FF2B5EF4-FFF2-40B4-BE49-F238E27FC236}">
                    <a16:creationId xmlns:a16="http://schemas.microsoft.com/office/drawing/2014/main" id="{DA4CC94A-11EC-484D-93A8-A6BA55C94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64">
                <a:extLst>
                  <a:ext uri="{FF2B5EF4-FFF2-40B4-BE49-F238E27FC236}">
                    <a16:creationId xmlns:a16="http://schemas.microsoft.com/office/drawing/2014/main" id="{F3F8546E-5077-4146-94A8-9C4CC244E5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1" name="Rectangle 65">
                <a:extLst>
                  <a:ext uri="{FF2B5EF4-FFF2-40B4-BE49-F238E27FC236}">
                    <a16:creationId xmlns:a16="http://schemas.microsoft.com/office/drawing/2014/main" id="{931F67C4-9C1D-4588-A8E6-3E99D64C70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6">
                <a:extLst>
                  <a:ext uri="{FF2B5EF4-FFF2-40B4-BE49-F238E27FC236}">
                    <a16:creationId xmlns:a16="http://schemas.microsoft.com/office/drawing/2014/main" id="{EB21CB79-3CB2-4077-A9B9-C45985197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7">
                <a:extLst>
                  <a:ext uri="{FF2B5EF4-FFF2-40B4-BE49-F238E27FC236}">
                    <a16:creationId xmlns:a16="http://schemas.microsoft.com/office/drawing/2014/main" id="{DD611496-16E5-4416-B1A2-02348ABD39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8">
                <a:extLst>
                  <a:ext uri="{FF2B5EF4-FFF2-40B4-BE49-F238E27FC236}">
                    <a16:creationId xmlns:a16="http://schemas.microsoft.com/office/drawing/2014/main" id="{EF4511E4-6AE1-4AD2-9E94-8DFEBF58B1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9">
                <a:extLst>
                  <a:ext uri="{FF2B5EF4-FFF2-40B4-BE49-F238E27FC236}">
                    <a16:creationId xmlns:a16="http://schemas.microsoft.com/office/drawing/2014/main" id="{5A9F5148-2BFE-49A2-882C-9C270DAC2D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70">
                <a:extLst>
                  <a:ext uri="{FF2B5EF4-FFF2-40B4-BE49-F238E27FC236}">
                    <a16:creationId xmlns:a16="http://schemas.microsoft.com/office/drawing/2014/main" id="{17978533-954B-41FA-ACA1-BB2EAC45FE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71">
                <a:extLst>
                  <a:ext uri="{FF2B5EF4-FFF2-40B4-BE49-F238E27FC236}">
                    <a16:creationId xmlns:a16="http://schemas.microsoft.com/office/drawing/2014/main" id="{9926B974-3B58-43BE-A627-034A472C6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72">
                <a:extLst>
                  <a:ext uri="{FF2B5EF4-FFF2-40B4-BE49-F238E27FC236}">
                    <a16:creationId xmlns:a16="http://schemas.microsoft.com/office/drawing/2014/main" id="{E88CA7B8-FC95-4FE1-9B97-D5EF9F9424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73">
                <a:extLst>
                  <a:ext uri="{FF2B5EF4-FFF2-40B4-BE49-F238E27FC236}">
                    <a16:creationId xmlns:a16="http://schemas.microsoft.com/office/drawing/2014/main" id="{A92934FD-C410-4C84-A5E1-081E7B422A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74">
                <a:extLst>
                  <a:ext uri="{FF2B5EF4-FFF2-40B4-BE49-F238E27FC236}">
                    <a16:creationId xmlns:a16="http://schemas.microsoft.com/office/drawing/2014/main" id="{2DA33973-6FE4-4D86-BBFB-90D4909293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75">
                <a:extLst>
                  <a:ext uri="{FF2B5EF4-FFF2-40B4-BE49-F238E27FC236}">
                    <a16:creationId xmlns:a16="http://schemas.microsoft.com/office/drawing/2014/main" id="{94818BD6-2B6E-47BE-B503-E9E8E6375D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6">
                <a:extLst>
                  <a:ext uri="{FF2B5EF4-FFF2-40B4-BE49-F238E27FC236}">
                    <a16:creationId xmlns:a16="http://schemas.microsoft.com/office/drawing/2014/main" id="{F051DFF7-292C-4CA6-B811-8790171A2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7">
                <a:extLst>
                  <a:ext uri="{FF2B5EF4-FFF2-40B4-BE49-F238E27FC236}">
                    <a16:creationId xmlns:a16="http://schemas.microsoft.com/office/drawing/2014/main" id="{728FA892-539E-4633-A6ED-61FF464A50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8">
                <a:extLst>
                  <a:ext uri="{FF2B5EF4-FFF2-40B4-BE49-F238E27FC236}">
                    <a16:creationId xmlns:a16="http://schemas.microsoft.com/office/drawing/2014/main" id="{FE6AF4DA-E293-4A89-BE4C-DD3E6BDBE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9">
                <a:extLst>
                  <a:ext uri="{FF2B5EF4-FFF2-40B4-BE49-F238E27FC236}">
                    <a16:creationId xmlns:a16="http://schemas.microsoft.com/office/drawing/2014/main" id="{11BA7696-6E60-4A76-8A02-38F11535F1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80">
                <a:extLst>
                  <a:ext uri="{FF2B5EF4-FFF2-40B4-BE49-F238E27FC236}">
                    <a16:creationId xmlns:a16="http://schemas.microsoft.com/office/drawing/2014/main" id="{EBA43DA8-F00F-4803-9505-8D973D07BA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81">
                <a:extLst>
                  <a:ext uri="{FF2B5EF4-FFF2-40B4-BE49-F238E27FC236}">
                    <a16:creationId xmlns:a16="http://schemas.microsoft.com/office/drawing/2014/main" id="{5996994C-303B-47AD-B7A1-EB4C4801F2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82">
                <a:extLst>
                  <a:ext uri="{FF2B5EF4-FFF2-40B4-BE49-F238E27FC236}">
                    <a16:creationId xmlns:a16="http://schemas.microsoft.com/office/drawing/2014/main" id="{AC9DA622-9D85-4CCD-AC5B-C16EC91FDA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83">
                <a:extLst>
                  <a:ext uri="{FF2B5EF4-FFF2-40B4-BE49-F238E27FC236}">
                    <a16:creationId xmlns:a16="http://schemas.microsoft.com/office/drawing/2014/main" id="{74795EEC-C77C-457E-8ED2-A2565D98D6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84">
                <a:extLst>
                  <a:ext uri="{FF2B5EF4-FFF2-40B4-BE49-F238E27FC236}">
                    <a16:creationId xmlns:a16="http://schemas.microsoft.com/office/drawing/2014/main" id="{E7A6C9D7-E009-43E7-83C2-4012ED6CC0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6EC6267-892C-414C-9F90-78AE254ABFE9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19" name="Rectangle 59">
                <a:extLst>
                  <a:ext uri="{FF2B5EF4-FFF2-40B4-BE49-F238E27FC236}">
                    <a16:creationId xmlns:a16="http://schemas.microsoft.com/office/drawing/2014/main" id="{3E75128E-3C74-4C95-89B7-CB30EBD0DA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" name="Rectangle 60">
                <a:extLst>
                  <a:ext uri="{FF2B5EF4-FFF2-40B4-BE49-F238E27FC236}">
                    <a16:creationId xmlns:a16="http://schemas.microsoft.com/office/drawing/2014/main" id="{5123F894-661A-41E9-A3C4-D651537859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" name="Rectangle 61">
                <a:extLst>
                  <a:ext uri="{FF2B5EF4-FFF2-40B4-BE49-F238E27FC236}">
                    <a16:creationId xmlns:a16="http://schemas.microsoft.com/office/drawing/2014/main" id="{6DE83EB5-D56C-4E03-AFAA-ABFCDBF526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" name="Rectangle 62">
                <a:extLst>
                  <a:ext uri="{FF2B5EF4-FFF2-40B4-BE49-F238E27FC236}">
                    <a16:creationId xmlns:a16="http://schemas.microsoft.com/office/drawing/2014/main" id="{A7150839-4B6F-48D6-8DC1-234F92C996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F57DE175-BDB3-46EA-A233-0D1C4BC62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" name="Rectangle 64">
                <a:extLst>
                  <a:ext uri="{FF2B5EF4-FFF2-40B4-BE49-F238E27FC236}">
                    <a16:creationId xmlns:a16="http://schemas.microsoft.com/office/drawing/2014/main" id="{E0DC63F5-28E3-423C-884B-60E11C90C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" name="Rectangle 65">
                <a:extLst>
                  <a:ext uri="{FF2B5EF4-FFF2-40B4-BE49-F238E27FC236}">
                    <a16:creationId xmlns:a16="http://schemas.microsoft.com/office/drawing/2014/main" id="{1B8EDB48-7E1A-4E8D-8DD6-E2E9045E5C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6">
                <a:extLst>
                  <a:ext uri="{FF2B5EF4-FFF2-40B4-BE49-F238E27FC236}">
                    <a16:creationId xmlns:a16="http://schemas.microsoft.com/office/drawing/2014/main" id="{7B2F1A3E-E3C9-4E74-A8BB-5D7489CCC8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7">
                <a:extLst>
                  <a:ext uri="{FF2B5EF4-FFF2-40B4-BE49-F238E27FC236}">
                    <a16:creationId xmlns:a16="http://schemas.microsoft.com/office/drawing/2014/main" id="{986E435A-5565-453A-9521-30F8988F19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8">
                <a:extLst>
                  <a:ext uri="{FF2B5EF4-FFF2-40B4-BE49-F238E27FC236}">
                    <a16:creationId xmlns:a16="http://schemas.microsoft.com/office/drawing/2014/main" id="{1B037B73-2947-4134-8DBF-86815CE18D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9">
                <a:extLst>
                  <a:ext uri="{FF2B5EF4-FFF2-40B4-BE49-F238E27FC236}">
                    <a16:creationId xmlns:a16="http://schemas.microsoft.com/office/drawing/2014/main" id="{59E3FCFD-4BC9-4154-9F9A-FEDADE6AF8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70">
                <a:extLst>
                  <a:ext uri="{FF2B5EF4-FFF2-40B4-BE49-F238E27FC236}">
                    <a16:creationId xmlns:a16="http://schemas.microsoft.com/office/drawing/2014/main" id="{75B4E090-E69E-4E1B-9D47-2E7610643E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71">
                <a:extLst>
                  <a:ext uri="{FF2B5EF4-FFF2-40B4-BE49-F238E27FC236}">
                    <a16:creationId xmlns:a16="http://schemas.microsoft.com/office/drawing/2014/main" id="{3E8EF4EA-870F-4671-9D93-BBDD11E3A6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72">
                <a:extLst>
                  <a:ext uri="{FF2B5EF4-FFF2-40B4-BE49-F238E27FC236}">
                    <a16:creationId xmlns:a16="http://schemas.microsoft.com/office/drawing/2014/main" id="{381F046F-5BF7-4214-B4FB-EEBE29F7CA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73">
                <a:extLst>
                  <a:ext uri="{FF2B5EF4-FFF2-40B4-BE49-F238E27FC236}">
                    <a16:creationId xmlns:a16="http://schemas.microsoft.com/office/drawing/2014/main" id="{836148AC-AF61-43A3-A1B1-BB54CE216A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74">
                <a:extLst>
                  <a:ext uri="{FF2B5EF4-FFF2-40B4-BE49-F238E27FC236}">
                    <a16:creationId xmlns:a16="http://schemas.microsoft.com/office/drawing/2014/main" id="{B1DE9085-D5E0-4B83-BB80-E434D7DDD1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75">
                <a:extLst>
                  <a:ext uri="{FF2B5EF4-FFF2-40B4-BE49-F238E27FC236}">
                    <a16:creationId xmlns:a16="http://schemas.microsoft.com/office/drawing/2014/main" id="{317373CF-A0A3-4A1C-88A0-683C2A8DF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6">
                <a:extLst>
                  <a:ext uri="{FF2B5EF4-FFF2-40B4-BE49-F238E27FC236}">
                    <a16:creationId xmlns:a16="http://schemas.microsoft.com/office/drawing/2014/main" id="{4347A2CA-AF14-4C9E-BBAB-D90DBAA96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7">
                <a:extLst>
                  <a:ext uri="{FF2B5EF4-FFF2-40B4-BE49-F238E27FC236}">
                    <a16:creationId xmlns:a16="http://schemas.microsoft.com/office/drawing/2014/main" id="{B9A6E2C3-57A3-42A9-A83E-18CDCD7C69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8">
                <a:extLst>
                  <a:ext uri="{FF2B5EF4-FFF2-40B4-BE49-F238E27FC236}">
                    <a16:creationId xmlns:a16="http://schemas.microsoft.com/office/drawing/2014/main" id="{66345FAF-D8B3-4589-B236-9592A4B2E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9">
                <a:extLst>
                  <a:ext uri="{FF2B5EF4-FFF2-40B4-BE49-F238E27FC236}">
                    <a16:creationId xmlns:a16="http://schemas.microsoft.com/office/drawing/2014/main" id="{B6D66C40-7B12-4FAE-BA0D-F11071E94A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80">
                <a:extLst>
                  <a:ext uri="{FF2B5EF4-FFF2-40B4-BE49-F238E27FC236}">
                    <a16:creationId xmlns:a16="http://schemas.microsoft.com/office/drawing/2014/main" id="{88E16CD4-DE64-472C-92F2-04F69839E8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81">
                <a:extLst>
                  <a:ext uri="{FF2B5EF4-FFF2-40B4-BE49-F238E27FC236}">
                    <a16:creationId xmlns:a16="http://schemas.microsoft.com/office/drawing/2014/main" id="{D595AF87-0CEC-4595-A702-E82EE7CBEF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82">
                <a:extLst>
                  <a:ext uri="{FF2B5EF4-FFF2-40B4-BE49-F238E27FC236}">
                    <a16:creationId xmlns:a16="http://schemas.microsoft.com/office/drawing/2014/main" id="{61ED73B8-7315-4650-922A-B9670ED5FF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83">
                <a:extLst>
                  <a:ext uri="{FF2B5EF4-FFF2-40B4-BE49-F238E27FC236}">
                    <a16:creationId xmlns:a16="http://schemas.microsoft.com/office/drawing/2014/main" id="{78E5D2BE-A2AA-4686-881A-1AAC20E769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84">
                <a:extLst>
                  <a:ext uri="{FF2B5EF4-FFF2-40B4-BE49-F238E27FC236}">
                    <a16:creationId xmlns:a16="http://schemas.microsoft.com/office/drawing/2014/main" id="{6983C63B-88C2-4A51-9595-E3C3B3B911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357" name="Title 1">
            <a:extLst>
              <a:ext uri="{FF2B5EF4-FFF2-40B4-BE49-F238E27FC236}">
                <a16:creationId xmlns:a16="http://schemas.microsoft.com/office/drawing/2014/main" id="{854A438C-BC9A-4A4F-ABD3-80A84279E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756" y="73844"/>
            <a:ext cx="10969943" cy="711081"/>
          </a:xfrm>
        </p:spPr>
        <p:txBody>
          <a:bodyPr>
            <a:noAutofit/>
          </a:bodyPr>
          <a:lstStyle>
            <a:lvl1pPr algn="l">
              <a:defRPr sz="3600">
                <a:solidFill>
                  <a:schemeClr val="bg1"/>
                </a:soli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0383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8ACDF83-3992-49FB-93C3-FD7BBB55C91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5931" y="607234"/>
            <a:ext cx="6932127" cy="4386230"/>
          </a:xfrm>
          <a:custGeom>
            <a:avLst/>
            <a:gdLst>
              <a:gd name="connsiteX0" fmla="*/ 387523 w 6932127"/>
              <a:gd name="connsiteY0" fmla="*/ 0 h 4386230"/>
              <a:gd name="connsiteX1" fmla="*/ 6544604 w 6932127"/>
              <a:gd name="connsiteY1" fmla="*/ 0 h 4386230"/>
              <a:gd name="connsiteX2" fmla="*/ 6932127 w 6932127"/>
              <a:gd name="connsiteY2" fmla="*/ 387523 h 4386230"/>
              <a:gd name="connsiteX3" fmla="*/ 6932127 w 6932127"/>
              <a:gd name="connsiteY3" fmla="*/ 3998707 h 4386230"/>
              <a:gd name="connsiteX4" fmla="*/ 6544604 w 6932127"/>
              <a:gd name="connsiteY4" fmla="*/ 4386230 h 4386230"/>
              <a:gd name="connsiteX5" fmla="*/ 387523 w 6932127"/>
              <a:gd name="connsiteY5" fmla="*/ 4386230 h 4386230"/>
              <a:gd name="connsiteX6" fmla="*/ 0 w 6932127"/>
              <a:gd name="connsiteY6" fmla="*/ 3998707 h 4386230"/>
              <a:gd name="connsiteX7" fmla="*/ 0 w 6932127"/>
              <a:gd name="connsiteY7" fmla="*/ 387523 h 4386230"/>
              <a:gd name="connsiteX8" fmla="*/ 387523 w 6932127"/>
              <a:gd name="connsiteY8" fmla="*/ 0 h 4386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932127" h="4386230">
                <a:moveTo>
                  <a:pt x="387523" y="0"/>
                </a:moveTo>
                <a:lnTo>
                  <a:pt x="6544604" y="0"/>
                </a:lnTo>
                <a:cubicBezTo>
                  <a:pt x="6758627" y="0"/>
                  <a:pt x="6932127" y="173500"/>
                  <a:pt x="6932127" y="387523"/>
                </a:cubicBezTo>
                <a:lnTo>
                  <a:pt x="6932127" y="3998707"/>
                </a:lnTo>
                <a:cubicBezTo>
                  <a:pt x="6932127" y="4212730"/>
                  <a:pt x="6758627" y="4386230"/>
                  <a:pt x="6544604" y="4386230"/>
                </a:cubicBezTo>
                <a:lnTo>
                  <a:pt x="387523" y="4386230"/>
                </a:lnTo>
                <a:cubicBezTo>
                  <a:pt x="173500" y="4386230"/>
                  <a:pt x="0" y="4212730"/>
                  <a:pt x="0" y="3998707"/>
                </a:cubicBezTo>
                <a:lnTo>
                  <a:pt x="0" y="387523"/>
                </a:lnTo>
                <a:cubicBezTo>
                  <a:pt x="0" y="173500"/>
                  <a:pt x="173500" y="0"/>
                  <a:pt x="387523" y="0"/>
                </a:cubicBezTo>
                <a:close/>
              </a:path>
            </a:pathLst>
          </a:custGeom>
          <a:solidFill>
            <a:schemeClr val="accent3"/>
          </a:solidFill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090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364" name="Picture Placeholder 2">
            <a:extLst>
              <a:ext uri="{FF2B5EF4-FFF2-40B4-BE49-F238E27FC236}">
                <a16:creationId xmlns:a16="http://schemas.microsoft.com/office/drawing/2014/main" id="{251EF59E-16AF-4781-8288-EC19B9762CA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20540" y="-11151"/>
            <a:ext cx="6784876" cy="5685522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  <a:solidFill>
            <a:schemeClr val="accent3"/>
          </a:solidFill>
          <a:effectLst>
            <a:outerShdw blurRad="635000" dist="825500" dir="21540000" algn="l" rotWithShape="0">
              <a:prstClr val="black">
                <a:alpha val="2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3200"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3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  <a:p>
            <a:endParaRPr lang="en-US" dirty="0"/>
          </a:p>
        </p:txBody>
      </p:sp>
      <p:sp>
        <p:nvSpPr>
          <p:cNvPr id="363" name="Picture Placeholder 13">
            <a:extLst>
              <a:ext uri="{FF2B5EF4-FFF2-40B4-BE49-F238E27FC236}">
                <a16:creationId xmlns:a16="http://schemas.microsoft.com/office/drawing/2014/main" id="{AF7BEAA2-6D2C-4224-A195-391044C69E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86125" y="2297680"/>
            <a:ext cx="1728788" cy="172878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5" name="Picture Placeholder 13">
            <a:extLst>
              <a:ext uri="{FF2B5EF4-FFF2-40B4-BE49-F238E27FC236}">
                <a16:creationId xmlns:a16="http://schemas.microsoft.com/office/drawing/2014/main" id="{23BFF80F-B426-466E-B0BF-CF7C190E492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12310" y="1412776"/>
            <a:ext cx="1681778" cy="1681777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6" name="Picture Placeholder 13">
            <a:extLst>
              <a:ext uri="{FF2B5EF4-FFF2-40B4-BE49-F238E27FC236}">
                <a16:creationId xmlns:a16="http://schemas.microsoft.com/office/drawing/2014/main" id="{41BD29D0-2556-4715-91D8-E02770D6F8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22663" y="3342563"/>
            <a:ext cx="1302826" cy="130282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7" name="Picture Placeholder 13">
            <a:extLst>
              <a:ext uri="{FF2B5EF4-FFF2-40B4-BE49-F238E27FC236}">
                <a16:creationId xmlns:a16="http://schemas.microsoft.com/office/drawing/2014/main" id="{4B3928D8-3106-4129-84DA-31AD6A29256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103405" y="3537009"/>
            <a:ext cx="2012950" cy="2012946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80" name="Title 1">
            <a:extLst>
              <a:ext uri="{FF2B5EF4-FFF2-40B4-BE49-F238E27FC236}">
                <a16:creationId xmlns:a16="http://schemas.microsoft.com/office/drawing/2014/main" id="{FEE9D826-2462-4D57-A5DD-57BFA6D51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</p:spPr>
        <p:txBody>
          <a:bodyPr>
            <a:no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92498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ktop Mocku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1" name="Freeform: Shape 380">
            <a:extLst>
              <a:ext uri="{FF2B5EF4-FFF2-40B4-BE49-F238E27FC236}">
                <a16:creationId xmlns:a16="http://schemas.microsoft.com/office/drawing/2014/main" id="{AE984D29-61FE-4C99-9687-A51CC7822CA6}"/>
              </a:ext>
            </a:extLst>
          </p:cNvPr>
          <p:cNvSpPr/>
          <p:nvPr userDrawn="1"/>
        </p:nvSpPr>
        <p:spPr>
          <a:xfrm>
            <a:off x="5662364" y="1569860"/>
            <a:ext cx="6526461" cy="5288141"/>
          </a:xfrm>
          <a:custGeom>
            <a:avLst/>
            <a:gdLst>
              <a:gd name="connsiteX0" fmla="*/ 393743 w 6526461"/>
              <a:gd name="connsiteY0" fmla="*/ 0 h 5288141"/>
              <a:gd name="connsiteX1" fmla="*/ 6526461 w 6526461"/>
              <a:gd name="connsiteY1" fmla="*/ 0 h 5288141"/>
              <a:gd name="connsiteX2" fmla="*/ 6526461 w 6526461"/>
              <a:gd name="connsiteY2" fmla="*/ 5288141 h 5288141"/>
              <a:gd name="connsiteX3" fmla="*/ 0 w 6526461"/>
              <a:gd name="connsiteY3" fmla="*/ 5288141 h 5288141"/>
              <a:gd name="connsiteX4" fmla="*/ 0 w 6526461"/>
              <a:gd name="connsiteY4" fmla="*/ 393743 h 5288141"/>
              <a:gd name="connsiteX5" fmla="*/ 393743 w 6526461"/>
              <a:gd name="connsiteY5" fmla="*/ 0 h 5288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26461" h="5288141">
                <a:moveTo>
                  <a:pt x="393743" y="0"/>
                </a:moveTo>
                <a:lnTo>
                  <a:pt x="6526461" y="0"/>
                </a:lnTo>
                <a:lnTo>
                  <a:pt x="6526461" y="5288141"/>
                </a:lnTo>
                <a:lnTo>
                  <a:pt x="0" y="5288141"/>
                </a:lnTo>
                <a:lnTo>
                  <a:pt x="0" y="393743"/>
                </a:lnTo>
                <a:cubicBezTo>
                  <a:pt x="0" y="176285"/>
                  <a:pt x="176285" y="0"/>
                  <a:pt x="393743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2" name="Picture Placeholder 381">
            <a:extLst>
              <a:ext uri="{FF2B5EF4-FFF2-40B4-BE49-F238E27FC236}">
                <a16:creationId xmlns:a16="http://schemas.microsoft.com/office/drawing/2014/main" id="{8F59953D-8D34-4876-B098-4D1DAD1918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66549" y="2111829"/>
            <a:ext cx="5922276" cy="4746172"/>
          </a:xfrm>
          <a:custGeom>
            <a:avLst/>
            <a:gdLst>
              <a:gd name="connsiteX0" fmla="*/ 0 w 5922276"/>
              <a:gd name="connsiteY0" fmla="*/ 0 h 4746172"/>
              <a:gd name="connsiteX1" fmla="*/ 5922276 w 5922276"/>
              <a:gd name="connsiteY1" fmla="*/ 0 h 4746172"/>
              <a:gd name="connsiteX2" fmla="*/ 5922276 w 5922276"/>
              <a:gd name="connsiteY2" fmla="*/ 4746172 h 4746172"/>
              <a:gd name="connsiteX3" fmla="*/ 0 w 5922276"/>
              <a:gd name="connsiteY3" fmla="*/ 4746172 h 4746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22276" h="4746172">
                <a:moveTo>
                  <a:pt x="0" y="0"/>
                </a:moveTo>
                <a:lnTo>
                  <a:pt x="5922276" y="0"/>
                </a:lnTo>
                <a:lnTo>
                  <a:pt x="5922276" y="4746172"/>
                </a:lnTo>
                <a:lnTo>
                  <a:pt x="0" y="4746172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436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042361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4" name="Rectangle 5">
            <a:extLst>
              <a:ext uri="{FF2B5EF4-FFF2-40B4-BE49-F238E27FC236}">
                <a16:creationId xmlns:a16="http://schemas.microsoft.com/office/drawing/2014/main" id="{1D5D3984-7DC7-4194-AD39-51045112AC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5" name="Rectangle 6">
            <a:extLst>
              <a:ext uri="{FF2B5EF4-FFF2-40B4-BE49-F238E27FC236}">
                <a16:creationId xmlns:a16="http://schemas.microsoft.com/office/drawing/2014/main" id="{C4A1AA13-BC36-4E79-B4E8-CBD99F7B0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6" name="Rectangle 7">
            <a:extLst>
              <a:ext uri="{FF2B5EF4-FFF2-40B4-BE49-F238E27FC236}">
                <a16:creationId xmlns:a16="http://schemas.microsoft.com/office/drawing/2014/main" id="{064FA383-421A-4408-B960-0EEA4EA6D8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7" name="Rectangle 8">
            <a:extLst>
              <a:ext uri="{FF2B5EF4-FFF2-40B4-BE49-F238E27FC236}">
                <a16:creationId xmlns:a16="http://schemas.microsoft.com/office/drawing/2014/main" id="{A749CDFB-EE99-4334-8923-0D518C5B2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8" name="Rectangle 9">
            <a:extLst>
              <a:ext uri="{FF2B5EF4-FFF2-40B4-BE49-F238E27FC236}">
                <a16:creationId xmlns:a16="http://schemas.microsoft.com/office/drawing/2014/main" id="{6E9A5901-7AB9-4355-8A8C-EDEDF74E0D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9" name="Rectangle 10">
            <a:extLst>
              <a:ext uri="{FF2B5EF4-FFF2-40B4-BE49-F238E27FC236}">
                <a16:creationId xmlns:a16="http://schemas.microsoft.com/office/drawing/2014/main" id="{719A89F7-F1DD-434B-B30D-4B32BEFEB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0" name="Rectangle 11">
            <a:extLst>
              <a:ext uri="{FF2B5EF4-FFF2-40B4-BE49-F238E27FC236}">
                <a16:creationId xmlns:a16="http://schemas.microsoft.com/office/drawing/2014/main" id="{E2F34566-8F29-46BF-862B-492CFB9F0B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1" name="Rectangle 12">
            <a:extLst>
              <a:ext uri="{FF2B5EF4-FFF2-40B4-BE49-F238E27FC236}">
                <a16:creationId xmlns:a16="http://schemas.microsoft.com/office/drawing/2014/main" id="{13B17D5B-B8E7-479A-9557-1DE1F3355D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2" name="Rectangle 13">
            <a:extLst>
              <a:ext uri="{FF2B5EF4-FFF2-40B4-BE49-F238E27FC236}">
                <a16:creationId xmlns:a16="http://schemas.microsoft.com/office/drawing/2014/main" id="{648B9A6E-E46B-4E77-8AFC-175F26F718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3" name="Rectangle 14">
            <a:extLst>
              <a:ext uri="{FF2B5EF4-FFF2-40B4-BE49-F238E27FC236}">
                <a16:creationId xmlns:a16="http://schemas.microsoft.com/office/drawing/2014/main" id="{66ED677A-B450-444C-8C05-6164CEFBB2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4" name="Rectangle 15">
            <a:extLst>
              <a:ext uri="{FF2B5EF4-FFF2-40B4-BE49-F238E27FC236}">
                <a16:creationId xmlns:a16="http://schemas.microsoft.com/office/drawing/2014/main" id="{6B37F876-20AD-4B0B-B794-D98057E31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5" name="Rectangle 16">
            <a:extLst>
              <a:ext uri="{FF2B5EF4-FFF2-40B4-BE49-F238E27FC236}">
                <a16:creationId xmlns:a16="http://schemas.microsoft.com/office/drawing/2014/main" id="{9EED317B-A291-4834-AF57-5CB5972CF5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6" name="Rectangle 17">
            <a:extLst>
              <a:ext uri="{FF2B5EF4-FFF2-40B4-BE49-F238E27FC236}">
                <a16:creationId xmlns:a16="http://schemas.microsoft.com/office/drawing/2014/main" id="{6F10DAB5-CF53-4900-8A89-3398C2031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7" name="Rectangle 18">
            <a:extLst>
              <a:ext uri="{FF2B5EF4-FFF2-40B4-BE49-F238E27FC236}">
                <a16:creationId xmlns:a16="http://schemas.microsoft.com/office/drawing/2014/main" id="{F5888EEF-E323-44C5-9096-B1D8A26B3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8" name="Rectangle 19">
            <a:extLst>
              <a:ext uri="{FF2B5EF4-FFF2-40B4-BE49-F238E27FC236}">
                <a16:creationId xmlns:a16="http://schemas.microsoft.com/office/drawing/2014/main" id="{9825D3DA-CFCD-4B62-AA3E-6B6A3F6A4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9" name="Rectangle 20">
            <a:extLst>
              <a:ext uri="{FF2B5EF4-FFF2-40B4-BE49-F238E27FC236}">
                <a16:creationId xmlns:a16="http://schemas.microsoft.com/office/drawing/2014/main" id="{485F1DFD-B6E0-4E81-9E5D-A16F629BFD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0" name="Rectangle 21">
            <a:extLst>
              <a:ext uri="{FF2B5EF4-FFF2-40B4-BE49-F238E27FC236}">
                <a16:creationId xmlns:a16="http://schemas.microsoft.com/office/drawing/2014/main" id="{22C892AF-FE66-492B-8360-9F3902E2D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1" name="Rectangle 22">
            <a:extLst>
              <a:ext uri="{FF2B5EF4-FFF2-40B4-BE49-F238E27FC236}">
                <a16:creationId xmlns:a16="http://schemas.microsoft.com/office/drawing/2014/main" id="{BF8787BC-8DED-4E08-BA9C-0F363C018F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2" name="Rectangle 23">
            <a:extLst>
              <a:ext uri="{FF2B5EF4-FFF2-40B4-BE49-F238E27FC236}">
                <a16:creationId xmlns:a16="http://schemas.microsoft.com/office/drawing/2014/main" id="{ECC6E2E7-5D4C-494A-9957-C74873D73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3" name="Rectangle 24">
            <a:extLst>
              <a:ext uri="{FF2B5EF4-FFF2-40B4-BE49-F238E27FC236}">
                <a16:creationId xmlns:a16="http://schemas.microsoft.com/office/drawing/2014/main" id="{619B2CB8-4BD4-49C4-99C7-1EDC4DE98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4" name="Rectangle 25">
            <a:extLst>
              <a:ext uri="{FF2B5EF4-FFF2-40B4-BE49-F238E27FC236}">
                <a16:creationId xmlns:a16="http://schemas.microsoft.com/office/drawing/2014/main" id="{2BD052E5-B9B7-4DDC-921A-0BA5DC53A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5" name="Rectangle 26">
            <a:extLst>
              <a:ext uri="{FF2B5EF4-FFF2-40B4-BE49-F238E27FC236}">
                <a16:creationId xmlns:a16="http://schemas.microsoft.com/office/drawing/2014/main" id="{854CCDB5-6DB3-4877-AAD4-2D60BD9045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6" name="Rectangle 27">
            <a:extLst>
              <a:ext uri="{FF2B5EF4-FFF2-40B4-BE49-F238E27FC236}">
                <a16:creationId xmlns:a16="http://schemas.microsoft.com/office/drawing/2014/main" id="{E3701413-7CE4-4A3C-88EA-C6C0B42E4A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7" name="Rectangle 28">
            <a:extLst>
              <a:ext uri="{FF2B5EF4-FFF2-40B4-BE49-F238E27FC236}">
                <a16:creationId xmlns:a16="http://schemas.microsoft.com/office/drawing/2014/main" id="{BA36D018-6320-417B-8F9E-55683DDC96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8" name="Rectangle 29">
            <a:extLst>
              <a:ext uri="{FF2B5EF4-FFF2-40B4-BE49-F238E27FC236}">
                <a16:creationId xmlns:a16="http://schemas.microsoft.com/office/drawing/2014/main" id="{2B1F5663-A83E-4D95-BDF4-EBB44F3CC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9" name="Rectangle 30">
            <a:extLst>
              <a:ext uri="{FF2B5EF4-FFF2-40B4-BE49-F238E27FC236}">
                <a16:creationId xmlns:a16="http://schemas.microsoft.com/office/drawing/2014/main" id="{462D901F-2505-492E-B20E-7B4077FF6D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0" name="Rectangle 32">
            <a:extLst>
              <a:ext uri="{FF2B5EF4-FFF2-40B4-BE49-F238E27FC236}">
                <a16:creationId xmlns:a16="http://schemas.microsoft.com/office/drawing/2014/main" id="{FDEA931C-C5A4-4A39-893A-F9D600DAA1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4963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1" name="Rectangle 33">
            <a:extLst>
              <a:ext uri="{FF2B5EF4-FFF2-40B4-BE49-F238E27FC236}">
                <a16:creationId xmlns:a16="http://schemas.microsoft.com/office/drawing/2014/main" id="{53FAB04F-C814-4903-887C-6B8749BF4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2" name="Rectangle 34">
            <a:extLst>
              <a:ext uri="{FF2B5EF4-FFF2-40B4-BE49-F238E27FC236}">
                <a16:creationId xmlns:a16="http://schemas.microsoft.com/office/drawing/2014/main" id="{E80BB6CA-5007-43DC-9106-9AC1FD8F5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3" name="Rectangle 35">
            <a:extLst>
              <a:ext uri="{FF2B5EF4-FFF2-40B4-BE49-F238E27FC236}">
                <a16:creationId xmlns:a16="http://schemas.microsoft.com/office/drawing/2014/main" id="{3E18C2F1-101D-4393-9918-DE77B3379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4" name="Rectangle 36">
            <a:extLst>
              <a:ext uri="{FF2B5EF4-FFF2-40B4-BE49-F238E27FC236}">
                <a16:creationId xmlns:a16="http://schemas.microsoft.com/office/drawing/2014/main" id="{2EA02F2D-5F5D-4284-953F-D92F8BA89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5" name="Rectangle 37">
            <a:extLst>
              <a:ext uri="{FF2B5EF4-FFF2-40B4-BE49-F238E27FC236}">
                <a16:creationId xmlns:a16="http://schemas.microsoft.com/office/drawing/2014/main" id="{B5280DAC-9E73-48E4-A0C0-043ACF981C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6" name="Rectangle 38">
            <a:extLst>
              <a:ext uri="{FF2B5EF4-FFF2-40B4-BE49-F238E27FC236}">
                <a16:creationId xmlns:a16="http://schemas.microsoft.com/office/drawing/2014/main" id="{60B1EDB9-9DC9-475A-BEBF-49644F4E1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7" name="Rectangle 39">
            <a:extLst>
              <a:ext uri="{FF2B5EF4-FFF2-40B4-BE49-F238E27FC236}">
                <a16:creationId xmlns:a16="http://schemas.microsoft.com/office/drawing/2014/main" id="{820A7A5C-FCE4-4A98-ABAF-F0127EC77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8" name="Rectangle 40">
            <a:extLst>
              <a:ext uri="{FF2B5EF4-FFF2-40B4-BE49-F238E27FC236}">
                <a16:creationId xmlns:a16="http://schemas.microsoft.com/office/drawing/2014/main" id="{7A431B81-7C7C-42A1-8E97-0E59A743EA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9" name="Rectangle 41">
            <a:extLst>
              <a:ext uri="{FF2B5EF4-FFF2-40B4-BE49-F238E27FC236}">
                <a16:creationId xmlns:a16="http://schemas.microsoft.com/office/drawing/2014/main" id="{F7C18536-4714-447C-B2CD-5CCE34FE6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0" name="Rectangle 42">
            <a:extLst>
              <a:ext uri="{FF2B5EF4-FFF2-40B4-BE49-F238E27FC236}">
                <a16:creationId xmlns:a16="http://schemas.microsoft.com/office/drawing/2014/main" id="{A5220EB9-CFCA-4E11-B625-CBA6910EDB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1" name="Rectangle 43">
            <a:extLst>
              <a:ext uri="{FF2B5EF4-FFF2-40B4-BE49-F238E27FC236}">
                <a16:creationId xmlns:a16="http://schemas.microsoft.com/office/drawing/2014/main" id="{C9AB4232-42B9-4172-8F6B-0CCF9E84F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2" name="Rectangle 44">
            <a:extLst>
              <a:ext uri="{FF2B5EF4-FFF2-40B4-BE49-F238E27FC236}">
                <a16:creationId xmlns:a16="http://schemas.microsoft.com/office/drawing/2014/main" id="{77D0A2B3-F2AF-45C0-BC1A-629B0AF4C0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3" name="Rectangle 45">
            <a:extLst>
              <a:ext uri="{FF2B5EF4-FFF2-40B4-BE49-F238E27FC236}">
                <a16:creationId xmlns:a16="http://schemas.microsoft.com/office/drawing/2014/main" id="{C2A2BCF5-ACB6-4194-9DE7-BE45865F0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4" name="Rectangle 46">
            <a:extLst>
              <a:ext uri="{FF2B5EF4-FFF2-40B4-BE49-F238E27FC236}">
                <a16:creationId xmlns:a16="http://schemas.microsoft.com/office/drawing/2014/main" id="{E5AE97FB-206B-4E16-BB3C-161246A67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5" name="Rectangle 47">
            <a:extLst>
              <a:ext uri="{FF2B5EF4-FFF2-40B4-BE49-F238E27FC236}">
                <a16:creationId xmlns:a16="http://schemas.microsoft.com/office/drawing/2014/main" id="{E2148554-6A62-41A8-B70A-3265589BB1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6" name="Rectangle 48">
            <a:extLst>
              <a:ext uri="{FF2B5EF4-FFF2-40B4-BE49-F238E27FC236}">
                <a16:creationId xmlns:a16="http://schemas.microsoft.com/office/drawing/2014/main" id="{1F2DBB84-56F7-4574-B1C3-59A49824B8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7" name="Rectangle 49">
            <a:extLst>
              <a:ext uri="{FF2B5EF4-FFF2-40B4-BE49-F238E27FC236}">
                <a16:creationId xmlns:a16="http://schemas.microsoft.com/office/drawing/2014/main" id="{3803743A-8621-4AD5-9BEE-D1FBC8D62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8" name="Rectangle 50">
            <a:extLst>
              <a:ext uri="{FF2B5EF4-FFF2-40B4-BE49-F238E27FC236}">
                <a16:creationId xmlns:a16="http://schemas.microsoft.com/office/drawing/2014/main" id="{2940D20D-CE5D-4F7F-87D5-4081213E1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9" name="Rectangle 51">
            <a:extLst>
              <a:ext uri="{FF2B5EF4-FFF2-40B4-BE49-F238E27FC236}">
                <a16:creationId xmlns:a16="http://schemas.microsoft.com/office/drawing/2014/main" id="{F24365F1-8EF6-4443-AB20-203041B14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0" name="Rectangle 52">
            <a:extLst>
              <a:ext uri="{FF2B5EF4-FFF2-40B4-BE49-F238E27FC236}">
                <a16:creationId xmlns:a16="http://schemas.microsoft.com/office/drawing/2014/main" id="{43BD6223-42F5-4EA4-BED3-40CDDED810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1" name="Rectangle 53">
            <a:extLst>
              <a:ext uri="{FF2B5EF4-FFF2-40B4-BE49-F238E27FC236}">
                <a16:creationId xmlns:a16="http://schemas.microsoft.com/office/drawing/2014/main" id="{C44C46DF-3231-4732-836F-60E5D9F314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2" name="Rectangle 54">
            <a:extLst>
              <a:ext uri="{FF2B5EF4-FFF2-40B4-BE49-F238E27FC236}">
                <a16:creationId xmlns:a16="http://schemas.microsoft.com/office/drawing/2014/main" id="{19478349-0B6B-45A3-A8D0-F9FFADAB4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3" name="Rectangle 55">
            <a:extLst>
              <a:ext uri="{FF2B5EF4-FFF2-40B4-BE49-F238E27FC236}">
                <a16:creationId xmlns:a16="http://schemas.microsoft.com/office/drawing/2014/main" id="{AECC5927-A5DD-4BD3-91EB-7B58FC036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4" name="Rectangle 56">
            <a:extLst>
              <a:ext uri="{FF2B5EF4-FFF2-40B4-BE49-F238E27FC236}">
                <a16:creationId xmlns:a16="http://schemas.microsoft.com/office/drawing/2014/main" id="{2592B56B-0EE5-44E3-8D4E-C331547A46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5" name="Rectangle 57">
            <a:extLst>
              <a:ext uri="{FF2B5EF4-FFF2-40B4-BE49-F238E27FC236}">
                <a16:creationId xmlns:a16="http://schemas.microsoft.com/office/drawing/2014/main" id="{E5B2E8AF-A971-4061-B059-E39A6A858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6" name="Rectangle 59">
            <a:extLst>
              <a:ext uri="{FF2B5EF4-FFF2-40B4-BE49-F238E27FC236}">
                <a16:creationId xmlns:a16="http://schemas.microsoft.com/office/drawing/2014/main" id="{63258960-6D1D-4D67-AFE7-6C7417FA7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42187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7" name="Rectangle 60">
            <a:extLst>
              <a:ext uri="{FF2B5EF4-FFF2-40B4-BE49-F238E27FC236}">
                <a16:creationId xmlns:a16="http://schemas.microsoft.com/office/drawing/2014/main" id="{CF3B53C2-CA07-4D06-8438-0D7F9828AB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8" name="Rectangle 61">
            <a:extLst>
              <a:ext uri="{FF2B5EF4-FFF2-40B4-BE49-F238E27FC236}">
                <a16:creationId xmlns:a16="http://schemas.microsoft.com/office/drawing/2014/main" id="{D0868746-D1A0-47AC-9F34-0192B3B37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9" name="Rectangle 62">
            <a:extLst>
              <a:ext uri="{FF2B5EF4-FFF2-40B4-BE49-F238E27FC236}">
                <a16:creationId xmlns:a16="http://schemas.microsoft.com/office/drawing/2014/main" id="{009DD5A6-ADDF-48C9-BC16-9426AEC40A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0" name="Rectangle 63">
            <a:extLst>
              <a:ext uri="{FF2B5EF4-FFF2-40B4-BE49-F238E27FC236}">
                <a16:creationId xmlns:a16="http://schemas.microsoft.com/office/drawing/2014/main" id="{2285F7C8-078E-440F-95B4-A367E03BE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1" name="Rectangle 64">
            <a:extLst>
              <a:ext uri="{FF2B5EF4-FFF2-40B4-BE49-F238E27FC236}">
                <a16:creationId xmlns:a16="http://schemas.microsoft.com/office/drawing/2014/main" id="{26CCF678-B825-4A9D-AF59-68723A333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2" name="Rectangle 65">
            <a:extLst>
              <a:ext uri="{FF2B5EF4-FFF2-40B4-BE49-F238E27FC236}">
                <a16:creationId xmlns:a16="http://schemas.microsoft.com/office/drawing/2014/main" id="{ECE3A29D-36C2-447D-BAC8-F721C873D2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3" name="Rectangle 66">
            <a:extLst>
              <a:ext uri="{FF2B5EF4-FFF2-40B4-BE49-F238E27FC236}">
                <a16:creationId xmlns:a16="http://schemas.microsoft.com/office/drawing/2014/main" id="{3EAFBB34-6EA0-4152-8AD7-5299E74566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4" name="Rectangle 67">
            <a:extLst>
              <a:ext uri="{FF2B5EF4-FFF2-40B4-BE49-F238E27FC236}">
                <a16:creationId xmlns:a16="http://schemas.microsoft.com/office/drawing/2014/main" id="{2F86D70C-2640-4E78-9AC8-499F31B082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5" name="Rectangle 68">
            <a:extLst>
              <a:ext uri="{FF2B5EF4-FFF2-40B4-BE49-F238E27FC236}">
                <a16:creationId xmlns:a16="http://schemas.microsoft.com/office/drawing/2014/main" id="{A275C0EA-73CC-4699-B3C9-4A37087973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6" name="Rectangle 69">
            <a:extLst>
              <a:ext uri="{FF2B5EF4-FFF2-40B4-BE49-F238E27FC236}">
                <a16:creationId xmlns:a16="http://schemas.microsoft.com/office/drawing/2014/main" id="{F86BBF02-3C76-4314-A0E0-F7356FA340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7" name="Rectangle 70">
            <a:extLst>
              <a:ext uri="{FF2B5EF4-FFF2-40B4-BE49-F238E27FC236}">
                <a16:creationId xmlns:a16="http://schemas.microsoft.com/office/drawing/2014/main" id="{F2323DB0-CBBB-4827-9FCF-88B352492E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8" name="Rectangle 71">
            <a:extLst>
              <a:ext uri="{FF2B5EF4-FFF2-40B4-BE49-F238E27FC236}">
                <a16:creationId xmlns:a16="http://schemas.microsoft.com/office/drawing/2014/main" id="{6C55D080-856F-44CE-A0EC-C7625E2A2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9" name="Rectangle 72">
            <a:extLst>
              <a:ext uri="{FF2B5EF4-FFF2-40B4-BE49-F238E27FC236}">
                <a16:creationId xmlns:a16="http://schemas.microsoft.com/office/drawing/2014/main" id="{8BF6FDB3-DFE2-48BE-8E96-9C26D4FD90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0" name="Rectangle 73">
            <a:extLst>
              <a:ext uri="{FF2B5EF4-FFF2-40B4-BE49-F238E27FC236}">
                <a16:creationId xmlns:a16="http://schemas.microsoft.com/office/drawing/2014/main" id="{D430B815-9711-421A-B4EE-DC1E51BD0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1" name="Rectangle 74">
            <a:extLst>
              <a:ext uri="{FF2B5EF4-FFF2-40B4-BE49-F238E27FC236}">
                <a16:creationId xmlns:a16="http://schemas.microsoft.com/office/drawing/2014/main" id="{B8A5CB15-B1A9-4CE5-AD04-579255B67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2" name="Rectangle 75">
            <a:extLst>
              <a:ext uri="{FF2B5EF4-FFF2-40B4-BE49-F238E27FC236}">
                <a16:creationId xmlns:a16="http://schemas.microsoft.com/office/drawing/2014/main" id="{6F6AC38A-D3A1-44B2-8398-DA17750285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3" name="Rectangle 76">
            <a:extLst>
              <a:ext uri="{FF2B5EF4-FFF2-40B4-BE49-F238E27FC236}">
                <a16:creationId xmlns:a16="http://schemas.microsoft.com/office/drawing/2014/main" id="{6A4C12CD-07BF-46EB-AC44-6B119866CF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4" name="Rectangle 77">
            <a:extLst>
              <a:ext uri="{FF2B5EF4-FFF2-40B4-BE49-F238E27FC236}">
                <a16:creationId xmlns:a16="http://schemas.microsoft.com/office/drawing/2014/main" id="{5C4A1230-B968-451A-B024-8739FD0C1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5" name="Rectangle 78">
            <a:extLst>
              <a:ext uri="{FF2B5EF4-FFF2-40B4-BE49-F238E27FC236}">
                <a16:creationId xmlns:a16="http://schemas.microsoft.com/office/drawing/2014/main" id="{D75AC3CE-9734-481C-9D3F-2AF13116EE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6" name="Rectangle 79">
            <a:extLst>
              <a:ext uri="{FF2B5EF4-FFF2-40B4-BE49-F238E27FC236}">
                <a16:creationId xmlns:a16="http://schemas.microsoft.com/office/drawing/2014/main" id="{69A12AE9-4D1E-4F86-ABCC-DC9AA3068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7" name="Rectangle 80">
            <a:extLst>
              <a:ext uri="{FF2B5EF4-FFF2-40B4-BE49-F238E27FC236}">
                <a16:creationId xmlns:a16="http://schemas.microsoft.com/office/drawing/2014/main" id="{30C6E2D2-A01B-4BF9-9EAF-4F62A9AF7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8" name="Rectangle 81">
            <a:extLst>
              <a:ext uri="{FF2B5EF4-FFF2-40B4-BE49-F238E27FC236}">
                <a16:creationId xmlns:a16="http://schemas.microsoft.com/office/drawing/2014/main" id="{C9F10DE1-A75B-4DA6-AACE-23581D8E6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9" name="Rectangle 82">
            <a:extLst>
              <a:ext uri="{FF2B5EF4-FFF2-40B4-BE49-F238E27FC236}">
                <a16:creationId xmlns:a16="http://schemas.microsoft.com/office/drawing/2014/main" id="{0A775802-DD96-46A9-9F60-3C0D0736E3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0" name="Rectangle 83">
            <a:extLst>
              <a:ext uri="{FF2B5EF4-FFF2-40B4-BE49-F238E27FC236}">
                <a16:creationId xmlns:a16="http://schemas.microsoft.com/office/drawing/2014/main" id="{D665EA6F-14AA-4648-AB60-F7117F986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1" name="Rectangle 84">
            <a:extLst>
              <a:ext uri="{FF2B5EF4-FFF2-40B4-BE49-F238E27FC236}">
                <a16:creationId xmlns:a16="http://schemas.microsoft.com/office/drawing/2014/main" id="{ACB843B8-638E-4047-9D91-8223083C0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2" name="Rectangle 86">
            <a:extLst>
              <a:ext uri="{FF2B5EF4-FFF2-40B4-BE49-F238E27FC236}">
                <a16:creationId xmlns:a16="http://schemas.microsoft.com/office/drawing/2014/main" id="{B7163B2C-02BA-42E9-BFC1-6A12FD59E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3" name="Rectangle 87">
            <a:extLst>
              <a:ext uri="{FF2B5EF4-FFF2-40B4-BE49-F238E27FC236}">
                <a16:creationId xmlns:a16="http://schemas.microsoft.com/office/drawing/2014/main" id="{0B2288ED-33E4-4DE9-A750-24B68416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4" name="Rectangle 88">
            <a:extLst>
              <a:ext uri="{FF2B5EF4-FFF2-40B4-BE49-F238E27FC236}">
                <a16:creationId xmlns:a16="http://schemas.microsoft.com/office/drawing/2014/main" id="{69096790-3EDA-447C-B893-B58EB23115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5" name="Rectangle 89">
            <a:extLst>
              <a:ext uri="{FF2B5EF4-FFF2-40B4-BE49-F238E27FC236}">
                <a16:creationId xmlns:a16="http://schemas.microsoft.com/office/drawing/2014/main" id="{CE854A02-0132-4C04-ADC5-9E062CF231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505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6" name="Rectangle 90">
            <a:extLst>
              <a:ext uri="{FF2B5EF4-FFF2-40B4-BE49-F238E27FC236}">
                <a16:creationId xmlns:a16="http://schemas.microsoft.com/office/drawing/2014/main" id="{E95D99AF-99D5-475B-AE63-90F7E8CC6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7" name="Rectangle 91">
            <a:extLst>
              <a:ext uri="{FF2B5EF4-FFF2-40B4-BE49-F238E27FC236}">
                <a16:creationId xmlns:a16="http://schemas.microsoft.com/office/drawing/2014/main" id="{A34BE509-D4BA-40A3-A4CD-3DF07B9E1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8" name="Rectangle 92">
            <a:extLst>
              <a:ext uri="{FF2B5EF4-FFF2-40B4-BE49-F238E27FC236}">
                <a16:creationId xmlns:a16="http://schemas.microsoft.com/office/drawing/2014/main" id="{A37FB970-0E25-4676-BC34-1A82728AF1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9" name="Rectangle 105">
            <a:extLst>
              <a:ext uri="{FF2B5EF4-FFF2-40B4-BE49-F238E27FC236}">
                <a16:creationId xmlns:a16="http://schemas.microsoft.com/office/drawing/2014/main" id="{970F9FCF-AA68-4E8F-8EA5-AAC4C5810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0" name="Rectangle 106">
            <a:extLst>
              <a:ext uri="{FF2B5EF4-FFF2-40B4-BE49-F238E27FC236}">
                <a16:creationId xmlns:a16="http://schemas.microsoft.com/office/drawing/2014/main" id="{9D296959-779A-4776-ABF7-2FF2A73C81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1" name="Rectangle 107">
            <a:extLst>
              <a:ext uri="{FF2B5EF4-FFF2-40B4-BE49-F238E27FC236}">
                <a16:creationId xmlns:a16="http://schemas.microsoft.com/office/drawing/2014/main" id="{59855A4C-2548-423F-B57F-42922BC9B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2" name="Rectangle 108">
            <a:extLst>
              <a:ext uri="{FF2B5EF4-FFF2-40B4-BE49-F238E27FC236}">
                <a16:creationId xmlns:a16="http://schemas.microsoft.com/office/drawing/2014/main" id="{54509127-BDD5-48E1-BE65-947CAC6B04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3" name="Rectangle 109">
            <a:extLst>
              <a:ext uri="{FF2B5EF4-FFF2-40B4-BE49-F238E27FC236}">
                <a16:creationId xmlns:a16="http://schemas.microsoft.com/office/drawing/2014/main" id="{58C13B87-F971-4720-889B-EE6DE93E6B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4" name="Rectangle 110">
            <a:extLst>
              <a:ext uri="{FF2B5EF4-FFF2-40B4-BE49-F238E27FC236}">
                <a16:creationId xmlns:a16="http://schemas.microsoft.com/office/drawing/2014/main" id="{681AD0E1-0BA7-4208-8DF7-EAB9E75AEC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5" name="Rectangle 111">
            <a:extLst>
              <a:ext uri="{FF2B5EF4-FFF2-40B4-BE49-F238E27FC236}">
                <a16:creationId xmlns:a16="http://schemas.microsoft.com/office/drawing/2014/main" id="{FCBB3D30-B78E-44FC-8174-C95F9A1641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6" name="Rectangle 113">
            <a:extLst>
              <a:ext uri="{FF2B5EF4-FFF2-40B4-BE49-F238E27FC236}">
                <a16:creationId xmlns:a16="http://schemas.microsoft.com/office/drawing/2014/main" id="{699FABD8-D290-42AB-87FC-C9A58ADC7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7" name="Rectangle 114">
            <a:extLst>
              <a:ext uri="{FF2B5EF4-FFF2-40B4-BE49-F238E27FC236}">
                <a16:creationId xmlns:a16="http://schemas.microsoft.com/office/drawing/2014/main" id="{0B4D148D-F129-4DB7-88C2-471CB37E2D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8" name="Rectangle 115">
            <a:extLst>
              <a:ext uri="{FF2B5EF4-FFF2-40B4-BE49-F238E27FC236}">
                <a16:creationId xmlns:a16="http://schemas.microsoft.com/office/drawing/2014/main" id="{6DF2FDEE-C085-4999-B8E9-1B5D1D8FDA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897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9" name="Rectangle 116">
            <a:extLst>
              <a:ext uri="{FF2B5EF4-FFF2-40B4-BE49-F238E27FC236}">
                <a16:creationId xmlns:a16="http://schemas.microsoft.com/office/drawing/2014/main" id="{2F001154-22EC-4762-9895-75CD714E3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0" name="Rectangle 117">
            <a:extLst>
              <a:ext uri="{FF2B5EF4-FFF2-40B4-BE49-F238E27FC236}">
                <a16:creationId xmlns:a16="http://schemas.microsoft.com/office/drawing/2014/main" id="{8CB1148A-8A8E-4217-B7AD-E1D5D2B0D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8971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1" name="Rectangle 118">
            <a:extLst>
              <a:ext uri="{FF2B5EF4-FFF2-40B4-BE49-F238E27FC236}">
                <a16:creationId xmlns:a16="http://schemas.microsoft.com/office/drawing/2014/main" id="{20FE1950-CE5A-4D2F-96A0-94186638CA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2" name="Rectangle 119">
            <a:extLst>
              <a:ext uri="{FF2B5EF4-FFF2-40B4-BE49-F238E27FC236}">
                <a16:creationId xmlns:a16="http://schemas.microsoft.com/office/drawing/2014/main" id="{83A14354-B3F5-4073-AA5C-F099A82F6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3" name="Rectangle 132">
            <a:extLst>
              <a:ext uri="{FF2B5EF4-FFF2-40B4-BE49-F238E27FC236}">
                <a16:creationId xmlns:a16="http://schemas.microsoft.com/office/drawing/2014/main" id="{76AA0892-AC62-4F6F-833D-458C99E02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4" name="Rectangle 133">
            <a:extLst>
              <a:ext uri="{FF2B5EF4-FFF2-40B4-BE49-F238E27FC236}">
                <a16:creationId xmlns:a16="http://schemas.microsoft.com/office/drawing/2014/main" id="{A9C2DB91-40AA-4597-9B38-C5864CB8F9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5" name="Rectangle 134">
            <a:extLst>
              <a:ext uri="{FF2B5EF4-FFF2-40B4-BE49-F238E27FC236}">
                <a16:creationId xmlns:a16="http://schemas.microsoft.com/office/drawing/2014/main" id="{4C7BF4BD-0F20-4B33-94A1-72CA3EDF2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6" name="Rectangle 135">
            <a:extLst>
              <a:ext uri="{FF2B5EF4-FFF2-40B4-BE49-F238E27FC236}">
                <a16:creationId xmlns:a16="http://schemas.microsoft.com/office/drawing/2014/main" id="{06A886E0-5EF6-4EF7-A054-B2E0B10BC9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7" name="Rectangle 136">
            <a:extLst>
              <a:ext uri="{FF2B5EF4-FFF2-40B4-BE49-F238E27FC236}">
                <a16:creationId xmlns:a16="http://schemas.microsoft.com/office/drawing/2014/main" id="{15585719-9169-4D98-80F3-2CB8A58F3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8" name="Rectangle 137">
            <a:extLst>
              <a:ext uri="{FF2B5EF4-FFF2-40B4-BE49-F238E27FC236}">
                <a16:creationId xmlns:a16="http://schemas.microsoft.com/office/drawing/2014/main" id="{1528ECA1-B6B5-4F12-B518-F98298404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9" name="Rectangle 138">
            <a:extLst>
              <a:ext uri="{FF2B5EF4-FFF2-40B4-BE49-F238E27FC236}">
                <a16:creationId xmlns:a16="http://schemas.microsoft.com/office/drawing/2014/main" id="{A5E04FCD-9144-4125-B905-01BA90E876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0" name="Rectangle 140">
            <a:extLst>
              <a:ext uri="{FF2B5EF4-FFF2-40B4-BE49-F238E27FC236}">
                <a16:creationId xmlns:a16="http://schemas.microsoft.com/office/drawing/2014/main" id="{A3A97D31-5EE8-448D-8A5F-2BFCFB9E7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661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1" name="Rectangle 141">
            <a:extLst>
              <a:ext uri="{FF2B5EF4-FFF2-40B4-BE49-F238E27FC236}">
                <a16:creationId xmlns:a16="http://schemas.microsoft.com/office/drawing/2014/main" id="{D5A6A0D9-0DCB-4C02-B821-ECBB42E71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661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2" name="Rectangle 142">
            <a:extLst>
              <a:ext uri="{FF2B5EF4-FFF2-40B4-BE49-F238E27FC236}">
                <a16:creationId xmlns:a16="http://schemas.microsoft.com/office/drawing/2014/main" id="{E4CFE5B5-7797-4C7B-B3D9-787A3D923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3" name="Rectangle 143">
            <a:extLst>
              <a:ext uri="{FF2B5EF4-FFF2-40B4-BE49-F238E27FC236}">
                <a16:creationId xmlns:a16="http://schemas.microsoft.com/office/drawing/2014/main" id="{16868543-F08E-4EF2-A138-A5D60AD4C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4" name="Rectangle 144">
            <a:extLst>
              <a:ext uri="{FF2B5EF4-FFF2-40B4-BE49-F238E27FC236}">
                <a16:creationId xmlns:a16="http://schemas.microsoft.com/office/drawing/2014/main" id="{7AA615AC-F660-426D-A925-78A832B1F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5" name="Rectangle 145">
            <a:extLst>
              <a:ext uri="{FF2B5EF4-FFF2-40B4-BE49-F238E27FC236}">
                <a16:creationId xmlns:a16="http://schemas.microsoft.com/office/drawing/2014/main" id="{DA02DEE7-518D-4550-A98E-419A429F2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6" name="Rectangle 146">
            <a:extLst>
              <a:ext uri="{FF2B5EF4-FFF2-40B4-BE49-F238E27FC236}">
                <a16:creationId xmlns:a16="http://schemas.microsoft.com/office/drawing/2014/main" id="{CF13D66E-ABF4-4967-B8B3-F517D9B3C4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7" name="Rectangle 159">
            <a:extLst>
              <a:ext uri="{FF2B5EF4-FFF2-40B4-BE49-F238E27FC236}">
                <a16:creationId xmlns:a16="http://schemas.microsoft.com/office/drawing/2014/main" id="{7B7E4AC4-5592-4DE6-AD9F-62E8E5E7C3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8" name="Rectangle 160">
            <a:extLst>
              <a:ext uri="{FF2B5EF4-FFF2-40B4-BE49-F238E27FC236}">
                <a16:creationId xmlns:a16="http://schemas.microsoft.com/office/drawing/2014/main" id="{64C2F106-22BF-42DB-B523-838D7919E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9" name="Rectangle 161">
            <a:extLst>
              <a:ext uri="{FF2B5EF4-FFF2-40B4-BE49-F238E27FC236}">
                <a16:creationId xmlns:a16="http://schemas.microsoft.com/office/drawing/2014/main" id="{476760DC-3414-46D3-8ED3-E57574242D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0" name="Rectangle 162">
            <a:extLst>
              <a:ext uri="{FF2B5EF4-FFF2-40B4-BE49-F238E27FC236}">
                <a16:creationId xmlns:a16="http://schemas.microsoft.com/office/drawing/2014/main" id="{35BC5B5E-6559-46F0-8351-DB26B2068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1" name="Rectangle 163">
            <a:extLst>
              <a:ext uri="{FF2B5EF4-FFF2-40B4-BE49-F238E27FC236}">
                <a16:creationId xmlns:a16="http://schemas.microsoft.com/office/drawing/2014/main" id="{524E5712-0FF8-47E1-B2AE-812F34F65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2" name="Rectangle 164">
            <a:extLst>
              <a:ext uri="{FF2B5EF4-FFF2-40B4-BE49-F238E27FC236}">
                <a16:creationId xmlns:a16="http://schemas.microsoft.com/office/drawing/2014/main" id="{617C8CE6-515E-494D-A867-E140F467B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3" name="Rectangle 165">
            <a:extLst>
              <a:ext uri="{FF2B5EF4-FFF2-40B4-BE49-F238E27FC236}">
                <a16:creationId xmlns:a16="http://schemas.microsoft.com/office/drawing/2014/main" id="{D8599EDD-A959-45FB-8FD2-64277464E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4" name="Rectangle 167">
            <a:extLst>
              <a:ext uri="{FF2B5EF4-FFF2-40B4-BE49-F238E27FC236}">
                <a16:creationId xmlns:a16="http://schemas.microsoft.com/office/drawing/2014/main" id="{0603D8C1-859C-43D4-B068-9EB9FBCE20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5" name="Rectangle 168">
            <a:extLst>
              <a:ext uri="{FF2B5EF4-FFF2-40B4-BE49-F238E27FC236}">
                <a16:creationId xmlns:a16="http://schemas.microsoft.com/office/drawing/2014/main" id="{B93977AF-46E4-45C2-8A01-209FA245E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6" name="Rectangle 169">
            <a:extLst>
              <a:ext uri="{FF2B5EF4-FFF2-40B4-BE49-F238E27FC236}">
                <a16:creationId xmlns:a16="http://schemas.microsoft.com/office/drawing/2014/main" id="{50A4256E-5C7A-4A2F-AB2B-C8EFA85293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7" name="Rectangle 170">
            <a:extLst>
              <a:ext uri="{FF2B5EF4-FFF2-40B4-BE49-F238E27FC236}">
                <a16:creationId xmlns:a16="http://schemas.microsoft.com/office/drawing/2014/main" id="{59DD1AC1-2925-4164-9326-E23F394AF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8" name="Rectangle 171">
            <a:extLst>
              <a:ext uri="{FF2B5EF4-FFF2-40B4-BE49-F238E27FC236}">
                <a16:creationId xmlns:a16="http://schemas.microsoft.com/office/drawing/2014/main" id="{D9BD2BBC-9899-4590-8E1D-9C58972E57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9" name="Rectangle 172">
            <a:extLst>
              <a:ext uri="{FF2B5EF4-FFF2-40B4-BE49-F238E27FC236}">
                <a16:creationId xmlns:a16="http://schemas.microsoft.com/office/drawing/2014/main" id="{A93CAC56-6630-4410-BA23-589CFEF93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0" name="Rectangle 173">
            <a:extLst>
              <a:ext uri="{FF2B5EF4-FFF2-40B4-BE49-F238E27FC236}">
                <a16:creationId xmlns:a16="http://schemas.microsoft.com/office/drawing/2014/main" id="{721D7B09-2669-42D7-A71A-2581A0113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1" name="Rectangle 186">
            <a:extLst>
              <a:ext uri="{FF2B5EF4-FFF2-40B4-BE49-F238E27FC236}">
                <a16:creationId xmlns:a16="http://schemas.microsoft.com/office/drawing/2014/main" id="{A024ED31-769A-4A0C-A18B-E09709B47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2" name="Rectangle 187">
            <a:extLst>
              <a:ext uri="{FF2B5EF4-FFF2-40B4-BE49-F238E27FC236}">
                <a16:creationId xmlns:a16="http://schemas.microsoft.com/office/drawing/2014/main" id="{5D25C9B2-51EB-439E-B42C-8439DBE386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3" name="Rectangle 188">
            <a:extLst>
              <a:ext uri="{FF2B5EF4-FFF2-40B4-BE49-F238E27FC236}">
                <a16:creationId xmlns:a16="http://schemas.microsoft.com/office/drawing/2014/main" id="{CB51A720-AF45-41F9-BAA4-2D2D9B1A8F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4" name="Rectangle 189">
            <a:extLst>
              <a:ext uri="{FF2B5EF4-FFF2-40B4-BE49-F238E27FC236}">
                <a16:creationId xmlns:a16="http://schemas.microsoft.com/office/drawing/2014/main" id="{C79495A3-835C-4974-A319-4B7063E8D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5" name="Rectangle 190">
            <a:extLst>
              <a:ext uri="{FF2B5EF4-FFF2-40B4-BE49-F238E27FC236}">
                <a16:creationId xmlns:a16="http://schemas.microsoft.com/office/drawing/2014/main" id="{A635A506-51C2-4991-9EE9-6D4F58B2A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6" name="Rectangle 191">
            <a:extLst>
              <a:ext uri="{FF2B5EF4-FFF2-40B4-BE49-F238E27FC236}">
                <a16:creationId xmlns:a16="http://schemas.microsoft.com/office/drawing/2014/main" id="{08D7A92B-AB5F-4B0A-887C-7D9EBE4B1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7" name="Rectangle 192">
            <a:extLst>
              <a:ext uri="{FF2B5EF4-FFF2-40B4-BE49-F238E27FC236}">
                <a16:creationId xmlns:a16="http://schemas.microsoft.com/office/drawing/2014/main" id="{35958760-CFAF-4281-9A3D-2676F11884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745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8" name="Rectangle 194">
            <a:extLst>
              <a:ext uri="{FF2B5EF4-FFF2-40B4-BE49-F238E27FC236}">
                <a16:creationId xmlns:a16="http://schemas.microsoft.com/office/drawing/2014/main" id="{92029F51-881A-43F7-9AA5-93A2ED11C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9" name="Rectangle 195">
            <a:extLst>
              <a:ext uri="{FF2B5EF4-FFF2-40B4-BE49-F238E27FC236}">
                <a16:creationId xmlns:a16="http://schemas.microsoft.com/office/drawing/2014/main" id="{42A3ED3D-6F9D-4F03-B4CA-936ED0F204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829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0" name="Rectangle 196">
            <a:extLst>
              <a:ext uri="{FF2B5EF4-FFF2-40B4-BE49-F238E27FC236}">
                <a16:creationId xmlns:a16="http://schemas.microsoft.com/office/drawing/2014/main" id="{AC2A2B9C-988E-4A8C-8FAE-5034533F29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1" name="Rectangle 197">
            <a:extLst>
              <a:ext uri="{FF2B5EF4-FFF2-40B4-BE49-F238E27FC236}">
                <a16:creationId xmlns:a16="http://schemas.microsoft.com/office/drawing/2014/main" id="{E2C4B438-1F77-4FA1-8C82-F295DAA97A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2" name="Rectangle 198">
            <a:extLst>
              <a:ext uri="{FF2B5EF4-FFF2-40B4-BE49-F238E27FC236}">
                <a16:creationId xmlns:a16="http://schemas.microsoft.com/office/drawing/2014/main" id="{79DC185F-3902-41A7-806F-A84ACBB11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3" name="Rectangle 199">
            <a:extLst>
              <a:ext uri="{FF2B5EF4-FFF2-40B4-BE49-F238E27FC236}">
                <a16:creationId xmlns:a16="http://schemas.microsoft.com/office/drawing/2014/main" id="{C6E21298-E9AA-4E0A-BD16-901A320D5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4" name="Rectangle 200">
            <a:extLst>
              <a:ext uri="{FF2B5EF4-FFF2-40B4-BE49-F238E27FC236}">
                <a16:creationId xmlns:a16="http://schemas.microsoft.com/office/drawing/2014/main" id="{71546F84-807D-4F8E-A64C-9BFECFED6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5" name="Rectangle 214">
            <a:extLst>
              <a:ext uri="{FF2B5EF4-FFF2-40B4-BE49-F238E27FC236}">
                <a16:creationId xmlns:a16="http://schemas.microsoft.com/office/drawing/2014/main" id="{CFB4EA3C-FFA6-432E-9174-8C7700EBF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6" name="Rectangle 215">
            <a:extLst>
              <a:ext uri="{FF2B5EF4-FFF2-40B4-BE49-F238E27FC236}">
                <a16:creationId xmlns:a16="http://schemas.microsoft.com/office/drawing/2014/main" id="{F8864E38-6F87-4A94-998C-DA1B4D050F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7" name="Rectangle 216">
            <a:extLst>
              <a:ext uri="{FF2B5EF4-FFF2-40B4-BE49-F238E27FC236}">
                <a16:creationId xmlns:a16="http://schemas.microsoft.com/office/drawing/2014/main" id="{CE27A9F8-9958-4033-AB44-66F20B12E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8" name="Rectangle 217">
            <a:extLst>
              <a:ext uri="{FF2B5EF4-FFF2-40B4-BE49-F238E27FC236}">
                <a16:creationId xmlns:a16="http://schemas.microsoft.com/office/drawing/2014/main" id="{4B9DD88C-AAF5-42E9-B1D0-E407BBE25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9" name="Rectangle 218">
            <a:extLst>
              <a:ext uri="{FF2B5EF4-FFF2-40B4-BE49-F238E27FC236}">
                <a16:creationId xmlns:a16="http://schemas.microsoft.com/office/drawing/2014/main" id="{19811468-3F50-46A5-9FCC-E142EB047E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0" name="Rectangle 219">
            <a:extLst>
              <a:ext uri="{FF2B5EF4-FFF2-40B4-BE49-F238E27FC236}">
                <a16:creationId xmlns:a16="http://schemas.microsoft.com/office/drawing/2014/main" id="{8B7D78B3-2097-4A23-9C3F-1125A29126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829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1" name="Rectangle 220">
            <a:extLst>
              <a:ext uri="{FF2B5EF4-FFF2-40B4-BE49-F238E27FC236}">
                <a16:creationId xmlns:a16="http://schemas.microsoft.com/office/drawing/2014/main" id="{DBB4AA29-F514-41F3-B6B4-9610813E1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2" name="Rectangle 222">
            <a:extLst>
              <a:ext uri="{FF2B5EF4-FFF2-40B4-BE49-F238E27FC236}">
                <a16:creationId xmlns:a16="http://schemas.microsoft.com/office/drawing/2014/main" id="{287D0D65-4B00-4631-B5FC-94D7E43E8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3" name="Rectangle 223">
            <a:extLst>
              <a:ext uri="{FF2B5EF4-FFF2-40B4-BE49-F238E27FC236}">
                <a16:creationId xmlns:a16="http://schemas.microsoft.com/office/drawing/2014/main" id="{FBB8768D-6FD5-4CB0-A06E-CF3727089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4" name="Rectangle 224">
            <a:extLst>
              <a:ext uri="{FF2B5EF4-FFF2-40B4-BE49-F238E27FC236}">
                <a16:creationId xmlns:a16="http://schemas.microsoft.com/office/drawing/2014/main" id="{281CA9FD-C68E-46EE-A725-A9F8AA1B8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5" name="Rectangle 225">
            <a:extLst>
              <a:ext uri="{FF2B5EF4-FFF2-40B4-BE49-F238E27FC236}">
                <a16:creationId xmlns:a16="http://schemas.microsoft.com/office/drawing/2014/main" id="{2C929F36-95D0-44EF-A29A-4917FCAA9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6" name="Rectangle 226">
            <a:extLst>
              <a:ext uri="{FF2B5EF4-FFF2-40B4-BE49-F238E27FC236}">
                <a16:creationId xmlns:a16="http://schemas.microsoft.com/office/drawing/2014/main" id="{358BC528-6DA1-42F6-96D0-4B4BA226A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7" name="Rectangle 227">
            <a:extLst>
              <a:ext uri="{FF2B5EF4-FFF2-40B4-BE49-F238E27FC236}">
                <a16:creationId xmlns:a16="http://schemas.microsoft.com/office/drawing/2014/main" id="{70AA7180-339A-4FFD-AF13-4DDD53BCB6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8" name="Rectangle 228">
            <a:extLst>
              <a:ext uri="{FF2B5EF4-FFF2-40B4-BE49-F238E27FC236}">
                <a16:creationId xmlns:a16="http://schemas.microsoft.com/office/drawing/2014/main" id="{29F2CEBB-46BC-4448-9E54-C7750D8C8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9" name="Rectangle 241">
            <a:extLst>
              <a:ext uri="{FF2B5EF4-FFF2-40B4-BE49-F238E27FC236}">
                <a16:creationId xmlns:a16="http://schemas.microsoft.com/office/drawing/2014/main" id="{728033F9-6F38-4655-93DC-83583534C1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0" name="Rectangle 242">
            <a:extLst>
              <a:ext uri="{FF2B5EF4-FFF2-40B4-BE49-F238E27FC236}">
                <a16:creationId xmlns:a16="http://schemas.microsoft.com/office/drawing/2014/main" id="{31C757BD-CB68-4FDF-94B8-7CD58F1FB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1" name="Rectangle 243">
            <a:extLst>
              <a:ext uri="{FF2B5EF4-FFF2-40B4-BE49-F238E27FC236}">
                <a16:creationId xmlns:a16="http://schemas.microsoft.com/office/drawing/2014/main" id="{9B0E4C87-6738-405B-883B-AAE740C4C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2" name="Rectangle 244">
            <a:extLst>
              <a:ext uri="{FF2B5EF4-FFF2-40B4-BE49-F238E27FC236}">
                <a16:creationId xmlns:a16="http://schemas.microsoft.com/office/drawing/2014/main" id="{DA32B563-8524-4670-AB69-252BDC266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3" name="Rectangle 245">
            <a:extLst>
              <a:ext uri="{FF2B5EF4-FFF2-40B4-BE49-F238E27FC236}">
                <a16:creationId xmlns:a16="http://schemas.microsoft.com/office/drawing/2014/main" id="{6EC4888D-ACC8-4037-B218-9E9421F8C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4" name="Rectangle 246">
            <a:extLst>
              <a:ext uri="{FF2B5EF4-FFF2-40B4-BE49-F238E27FC236}">
                <a16:creationId xmlns:a16="http://schemas.microsoft.com/office/drawing/2014/main" id="{E79B4470-BBFB-4BE1-89AB-C7574F8C4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5" name="Rectangle 247">
            <a:extLst>
              <a:ext uri="{FF2B5EF4-FFF2-40B4-BE49-F238E27FC236}">
                <a16:creationId xmlns:a16="http://schemas.microsoft.com/office/drawing/2014/main" id="{2E2BFF5D-548A-437A-838D-19C1F071E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6" name="Rectangle 249">
            <a:extLst>
              <a:ext uri="{FF2B5EF4-FFF2-40B4-BE49-F238E27FC236}">
                <a16:creationId xmlns:a16="http://schemas.microsoft.com/office/drawing/2014/main" id="{FFCA5316-A321-453C-8CE2-53AF936436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7" name="Rectangle 250">
            <a:extLst>
              <a:ext uri="{FF2B5EF4-FFF2-40B4-BE49-F238E27FC236}">
                <a16:creationId xmlns:a16="http://schemas.microsoft.com/office/drawing/2014/main" id="{AA681E6A-C814-482F-A76C-24B20AD9D0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8" name="Rectangle 251">
            <a:extLst>
              <a:ext uri="{FF2B5EF4-FFF2-40B4-BE49-F238E27FC236}">
                <a16:creationId xmlns:a16="http://schemas.microsoft.com/office/drawing/2014/main" id="{301C7270-7CAD-49F2-B66B-B28D94E0EF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9" name="Rectangle 252">
            <a:extLst>
              <a:ext uri="{FF2B5EF4-FFF2-40B4-BE49-F238E27FC236}">
                <a16:creationId xmlns:a16="http://schemas.microsoft.com/office/drawing/2014/main" id="{979CEB10-3E83-4407-BEDC-D49144AA1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0" name="Rectangle 253">
            <a:extLst>
              <a:ext uri="{FF2B5EF4-FFF2-40B4-BE49-F238E27FC236}">
                <a16:creationId xmlns:a16="http://schemas.microsoft.com/office/drawing/2014/main" id="{2F6B505E-6719-4385-8C9E-80108E1D7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1" name="Rectangle 254">
            <a:extLst>
              <a:ext uri="{FF2B5EF4-FFF2-40B4-BE49-F238E27FC236}">
                <a16:creationId xmlns:a16="http://schemas.microsoft.com/office/drawing/2014/main" id="{032E3D58-EF2F-47C1-84FC-FFC2C3C66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2" name="Rectangle 255">
            <a:extLst>
              <a:ext uri="{FF2B5EF4-FFF2-40B4-BE49-F238E27FC236}">
                <a16:creationId xmlns:a16="http://schemas.microsoft.com/office/drawing/2014/main" id="{AE4B524B-159B-4639-80B1-B1298E934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3" name="Rectangle 268">
            <a:extLst>
              <a:ext uri="{FF2B5EF4-FFF2-40B4-BE49-F238E27FC236}">
                <a16:creationId xmlns:a16="http://schemas.microsoft.com/office/drawing/2014/main" id="{F44A1C49-7120-46FC-ADFE-3126D15DC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4" name="Rectangle 269">
            <a:extLst>
              <a:ext uri="{FF2B5EF4-FFF2-40B4-BE49-F238E27FC236}">
                <a16:creationId xmlns:a16="http://schemas.microsoft.com/office/drawing/2014/main" id="{E81048C2-AD36-49EE-9F83-DE219A886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5" name="Rectangle 270">
            <a:extLst>
              <a:ext uri="{FF2B5EF4-FFF2-40B4-BE49-F238E27FC236}">
                <a16:creationId xmlns:a16="http://schemas.microsoft.com/office/drawing/2014/main" id="{1C51B872-4D89-44AD-BEC3-889DD8594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6" name="Rectangle 271">
            <a:extLst>
              <a:ext uri="{FF2B5EF4-FFF2-40B4-BE49-F238E27FC236}">
                <a16:creationId xmlns:a16="http://schemas.microsoft.com/office/drawing/2014/main" id="{9DA5806A-0222-4504-B311-47FFFE9AE4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7" name="Rectangle 272">
            <a:extLst>
              <a:ext uri="{FF2B5EF4-FFF2-40B4-BE49-F238E27FC236}">
                <a16:creationId xmlns:a16="http://schemas.microsoft.com/office/drawing/2014/main" id="{6B98E2B9-61AD-4E8B-8BCB-EB7830DF0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985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8" name="Rectangle 273">
            <a:extLst>
              <a:ext uri="{FF2B5EF4-FFF2-40B4-BE49-F238E27FC236}">
                <a16:creationId xmlns:a16="http://schemas.microsoft.com/office/drawing/2014/main" id="{4B0DA759-2C7B-4700-8A97-72281E91C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985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9" name="Rectangle 274">
            <a:extLst>
              <a:ext uri="{FF2B5EF4-FFF2-40B4-BE49-F238E27FC236}">
                <a16:creationId xmlns:a16="http://schemas.microsoft.com/office/drawing/2014/main" id="{908809DC-2628-4896-B87F-004226030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8985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0" name="Rectangle 276">
            <a:extLst>
              <a:ext uri="{FF2B5EF4-FFF2-40B4-BE49-F238E27FC236}">
                <a16:creationId xmlns:a16="http://schemas.microsoft.com/office/drawing/2014/main" id="{623F1777-4E55-4093-B250-548D46D62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1" name="Rectangle 277">
            <a:extLst>
              <a:ext uri="{FF2B5EF4-FFF2-40B4-BE49-F238E27FC236}">
                <a16:creationId xmlns:a16="http://schemas.microsoft.com/office/drawing/2014/main" id="{2515C3B5-603D-401D-A531-447BA1E7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2" name="Rectangle 278">
            <a:extLst>
              <a:ext uri="{FF2B5EF4-FFF2-40B4-BE49-F238E27FC236}">
                <a16:creationId xmlns:a16="http://schemas.microsoft.com/office/drawing/2014/main" id="{DE5E7D55-A437-437C-A5CD-CE16F8BDC7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3" name="Rectangle 279">
            <a:extLst>
              <a:ext uri="{FF2B5EF4-FFF2-40B4-BE49-F238E27FC236}">
                <a16:creationId xmlns:a16="http://schemas.microsoft.com/office/drawing/2014/main" id="{6867695A-35E0-4E03-955E-5542EBF02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4" name="Rectangle 280">
            <a:extLst>
              <a:ext uri="{FF2B5EF4-FFF2-40B4-BE49-F238E27FC236}">
                <a16:creationId xmlns:a16="http://schemas.microsoft.com/office/drawing/2014/main" id="{4E871617-5158-41C5-BB14-EBADA1396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5" name="Rectangle 281">
            <a:extLst>
              <a:ext uri="{FF2B5EF4-FFF2-40B4-BE49-F238E27FC236}">
                <a16:creationId xmlns:a16="http://schemas.microsoft.com/office/drawing/2014/main" id="{4E2D5191-ECDB-4D1B-A3F5-436A79475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6" name="Rectangle 282">
            <a:extLst>
              <a:ext uri="{FF2B5EF4-FFF2-40B4-BE49-F238E27FC236}">
                <a16:creationId xmlns:a16="http://schemas.microsoft.com/office/drawing/2014/main" id="{71BE142B-C02B-4FD1-A332-6902B7131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7" name="Rectangle 283">
            <a:extLst>
              <a:ext uri="{FF2B5EF4-FFF2-40B4-BE49-F238E27FC236}">
                <a16:creationId xmlns:a16="http://schemas.microsoft.com/office/drawing/2014/main" id="{1C1A90F5-08ED-4AB6-9F35-63A8866025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8" name="Rectangle 284">
            <a:extLst>
              <a:ext uri="{FF2B5EF4-FFF2-40B4-BE49-F238E27FC236}">
                <a16:creationId xmlns:a16="http://schemas.microsoft.com/office/drawing/2014/main" id="{163D79BB-8C1C-4D0D-AFDD-A8EEE07F4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9" name="Rectangle 285">
            <a:extLst>
              <a:ext uri="{FF2B5EF4-FFF2-40B4-BE49-F238E27FC236}">
                <a16:creationId xmlns:a16="http://schemas.microsoft.com/office/drawing/2014/main" id="{1B2DF357-EFD3-403D-A136-E53ACA5182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0" name="Rectangle 286">
            <a:extLst>
              <a:ext uri="{FF2B5EF4-FFF2-40B4-BE49-F238E27FC236}">
                <a16:creationId xmlns:a16="http://schemas.microsoft.com/office/drawing/2014/main" id="{99BE0D0E-EECE-441B-9B0B-10138A8DC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1" name="Rectangle 287">
            <a:extLst>
              <a:ext uri="{FF2B5EF4-FFF2-40B4-BE49-F238E27FC236}">
                <a16:creationId xmlns:a16="http://schemas.microsoft.com/office/drawing/2014/main" id="{5F8922A9-01DD-4E8E-A435-E9368C30A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2" name="Rectangle 288">
            <a:extLst>
              <a:ext uri="{FF2B5EF4-FFF2-40B4-BE49-F238E27FC236}">
                <a16:creationId xmlns:a16="http://schemas.microsoft.com/office/drawing/2014/main" id="{BE148054-6735-4808-92F8-53F3E0FF2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3" name="Rectangle 289">
            <a:extLst>
              <a:ext uri="{FF2B5EF4-FFF2-40B4-BE49-F238E27FC236}">
                <a16:creationId xmlns:a16="http://schemas.microsoft.com/office/drawing/2014/main" id="{83EF7D19-EE81-4C8B-BB74-1EBFE79A1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4" name="Rectangle 290">
            <a:extLst>
              <a:ext uri="{FF2B5EF4-FFF2-40B4-BE49-F238E27FC236}">
                <a16:creationId xmlns:a16="http://schemas.microsoft.com/office/drawing/2014/main" id="{4F511F31-AAA8-4436-8486-592CB8944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5" name="Rectangle 291">
            <a:extLst>
              <a:ext uri="{FF2B5EF4-FFF2-40B4-BE49-F238E27FC236}">
                <a16:creationId xmlns:a16="http://schemas.microsoft.com/office/drawing/2014/main" id="{369EBF34-9826-4B91-A306-5839D20C49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6" name="Rectangle 292">
            <a:extLst>
              <a:ext uri="{FF2B5EF4-FFF2-40B4-BE49-F238E27FC236}">
                <a16:creationId xmlns:a16="http://schemas.microsoft.com/office/drawing/2014/main" id="{859A171A-D946-4682-BEB2-E7822CAF9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7" name="Rectangle 293">
            <a:extLst>
              <a:ext uri="{FF2B5EF4-FFF2-40B4-BE49-F238E27FC236}">
                <a16:creationId xmlns:a16="http://schemas.microsoft.com/office/drawing/2014/main" id="{AF93A40B-14CA-4CA7-9133-C7B48DAC4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8" name="Rectangle 294">
            <a:extLst>
              <a:ext uri="{FF2B5EF4-FFF2-40B4-BE49-F238E27FC236}">
                <a16:creationId xmlns:a16="http://schemas.microsoft.com/office/drawing/2014/main" id="{30BB7367-2D64-40A9-8FC2-6664A0872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9" name="Rectangle 295">
            <a:extLst>
              <a:ext uri="{FF2B5EF4-FFF2-40B4-BE49-F238E27FC236}">
                <a16:creationId xmlns:a16="http://schemas.microsoft.com/office/drawing/2014/main" id="{14A42AB5-CCB0-416F-85D7-152BACA427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0" name="Rectangle 296">
            <a:extLst>
              <a:ext uri="{FF2B5EF4-FFF2-40B4-BE49-F238E27FC236}">
                <a16:creationId xmlns:a16="http://schemas.microsoft.com/office/drawing/2014/main" id="{31700671-BD7D-40A1-81C9-CF9CE4C2A7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1" name="Rectangle 297">
            <a:extLst>
              <a:ext uri="{FF2B5EF4-FFF2-40B4-BE49-F238E27FC236}">
                <a16:creationId xmlns:a16="http://schemas.microsoft.com/office/drawing/2014/main" id="{1C490051-C4F6-4F21-9CBD-DFB84514AD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4069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2" name="Rectangle 298">
            <a:extLst>
              <a:ext uri="{FF2B5EF4-FFF2-40B4-BE49-F238E27FC236}">
                <a16:creationId xmlns:a16="http://schemas.microsoft.com/office/drawing/2014/main" id="{14B47FB0-304B-408C-AA3F-0F5BB6A5A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3" name="Rectangle 299">
            <a:extLst>
              <a:ext uri="{FF2B5EF4-FFF2-40B4-BE49-F238E27FC236}">
                <a16:creationId xmlns:a16="http://schemas.microsoft.com/office/drawing/2014/main" id="{9AE02871-B6BC-490F-A388-280843B2B1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406987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4" name="Rectangle 300">
            <a:extLst>
              <a:ext uri="{FF2B5EF4-FFF2-40B4-BE49-F238E27FC236}">
                <a16:creationId xmlns:a16="http://schemas.microsoft.com/office/drawing/2014/main" id="{BCA5BD2F-9032-4907-8901-2774F8E56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5" name="Rectangle 301">
            <a:extLst>
              <a:ext uri="{FF2B5EF4-FFF2-40B4-BE49-F238E27FC236}">
                <a16:creationId xmlns:a16="http://schemas.microsoft.com/office/drawing/2014/main" id="{36189607-33CC-47D6-88FA-F4CD1D7D1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6" name="Rectangle 303">
            <a:extLst>
              <a:ext uri="{FF2B5EF4-FFF2-40B4-BE49-F238E27FC236}">
                <a16:creationId xmlns:a16="http://schemas.microsoft.com/office/drawing/2014/main" id="{7926FB0B-1EC7-42B6-A9AF-4F352A02D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7" name="Rectangle 304">
            <a:extLst>
              <a:ext uri="{FF2B5EF4-FFF2-40B4-BE49-F238E27FC236}">
                <a16:creationId xmlns:a16="http://schemas.microsoft.com/office/drawing/2014/main" id="{C6CE7582-1C15-40D6-A04B-3AB4A1117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8" name="Rectangle 305">
            <a:extLst>
              <a:ext uri="{FF2B5EF4-FFF2-40B4-BE49-F238E27FC236}">
                <a16:creationId xmlns:a16="http://schemas.microsoft.com/office/drawing/2014/main" id="{1A4C7EDE-CAE5-4A0E-A085-D115521EE1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9" name="Rectangle 306">
            <a:extLst>
              <a:ext uri="{FF2B5EF4-FFF2-40B4-BE49-F238E27FC236}">
                <a16:creationId xmlns:a16="http://schemas.microsoft.com/office/drawing/2014/main" id="{A45537C6-B529-4B21-AD2D-EF53D7A3A6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0" name="Rectangle 307">
            <a:extLst>
              <a:ext uri="{FF2B5EF4-FFF2-40B4-BE49-F238E27FC236}">
                <a16:creationId xmlns:a16="http://schemas.microsoft.com/office/drawing/2014/main" id="{BD7156AF-407F-4067-A722-2F7D5A6CB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1" name="Rectangle 308">
            <a:extLst>
              <a:ext uri="{FF2B5EF4-FFF2-40B4-BE49-F238E27FC236}">
                <a16:creationId xmlns:a16="http://schemas.microsoft.com/office/drawing/2014/main" id="{DB5E4949-C1A1-462A-A907-81360D68C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2" name="Rectangle 309">
            <a:extLst>
              <a:ext uri="{FF2B5EF4-FFF2-40B4-BE49-F238E27FC236}">
                <a16:creationId xmlns:a16="http://schemas.microsoft.com/office/drawing/2014/main" id="{FAD5200A-AC76-4A0D-9277-A1C8E4D697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3" name="Rectangle 310">
            <a:extLst>
              <a:ext uri="{FF2B5EF4-FFF2-40B4-BE49-F238E27FC236}">
                <a16:creationId xmlns:a16="http://schemas.microsoft.com/office/drawing/2014/main" id="{B10E8F52-7FCD-4B17-964A-1A97E2CB0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4" name="Rectangle 311">
            <a:extLst>
              <a:ext uri="{FF2B5EF4-FFF2-40B4-BE49-F238E27FC236}">
                <a16:creationId xmlns:a16="http://schemas.microsoft.com/office/drawing/2014/main" id="{199F53BC-5327-4C34-A560-B7D93F5F9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5" name="Rectangle 312">
            <a:extLst>
              <a:ext uri="{FF2B5EF4-FFF2-40B4-BE49-F238E27FC236}">
                <a16:creationId xmlns:a16="http://schemas.microsoft.com/office/drawing/2014/main" id="{2FC7F96E-2AA5-4430-8933-303E0E2544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6" name="Rectangle 313">
            <a:extLst>
              <a:ext uri="{FF2B5EF4-FFF2-40B4-BE49-F238E27FC236}">
                <a16:creationId xmlns:a16="http://schemas.microsoft.com/office/drawing/2014/main" id="{6F48430D-4266-4379-B0B9-939C11A82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7" name="Rectangle 314">
            <a:extLst>
              <a:ext uri="{FF2B5EF4-FFF2-40B4-BE49-F238E27FC236}">
                <a16:creationId xmlns:a16="http://schemas.microsoft.com/office/drawing/2014/main" id="{E96290E6-15F2-4B8D-BD72-D47344F70D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8" name="Rectangle 315">
            <a:extLst>
              <a:ext uri="{FF2B5EF4-FFF2-40B4-BE49-F238E27FC236}">
                <a16:creationId xmlns:a16="http://schemas.microsoft.com/office/drawing/2014/main" id="{FBC8EBAB-9D6C-48D6-BE00-C2F53C03F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9" name="Rectangle 316">
            <a:extLst>
              <a:ext uri="{FF2B5EF4-FFF2-40B4-BE49-F238E27FC236}">
                <a16:creationId xmlns:a16="http://schemas.microsoft.com/office/drawing/2014/main" id="{2E89C0F2-BC8E-4CA4-A11F-96B5B0E77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0" name="Rectangle 317">
            <a:extLst>
              <a:ext uri="{FF2B5EF4-FFF2-40B4-BE49-F238E27FC236}">
                <a16:creationId xmlns:a16="http://schemas.microsoft.com/office/drawing/2014/main" id="{ABB2F2E5-0B78-4924-8C02-91133456E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1" name="Rectangle 318">
            <a:extLst>
              <a:ext uri="{FF2B5EF4-FFF2-40B4-BE49-F238E27FC236}">
                <a16:creationId xmlns:a16="http://schemas.microsoft.com/office/drawing/2014/main" id="{8A77E39A-3439-42E5-864E-07050A9B94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2" name="Rectangle 319">
            <a:extLst>
              <a:ext uri="{FF2B5EF4-FFF2-40B4-BE49-F238E27FC236}">
                <a16:creationId xmlns:a16="http://schemas.microsoft.com/office/drawing/2014/main" id="{25EAA1C5-3174-4F4B-BFF3-90C5CCB903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3" name="Rectangle 320">
            <a:extLst>
              <a:ext uri="{FF2B5EF4-FFF2-40B4-BE49-F238E27FC236}">
                <a16:creationId xmlns:a16="http://schemas.microsoft.com/office/drawing/2014/main" id="{1F2DB9F1-C65F-4052-A053-3F8F3AF0F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4" name="Rectangle 321">
            <a:extLst>
              <a:ext uri="{FF2B5EF4-FFF2-40B4-BE49-F238E27FC236}">
                <a16:creationId xmlns:a16="http://schemas.microsoft.com/office/drawing/2014/main" id="{AFFB727D-B40C-4F86-915F-7329F0283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5" name="Rectangle 322">
            <a:extLst>
              <a:ext uri="{FF2B5EF4-FFF2-40B4-BE49-F238E27FC236}">
                <a16:creationId xmlns:a16="http://schemas.microsoft.com/office/drawing/2014/main" id="{584872F2-AD23-451B-B00B-D48843FDC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6" name="Rectangle 323">
            <a:extLst>
              <a:ext uri="{FF2B5EF4-FFF2-40B4-BE49-F238E27FC236}">
                <a16:creationId xmlns:a16="http://schemas.microsoft.com/office/drawing/2014/main" id="{59E7ABF1-EA01-439C-89DC-4066F7684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7" name="Rectangle 324">
            <a:extLst>
              <a:ext uri="{FF2B5EF4-FFF2-40B4-BE49-F238E27FC236}">
                <a16:creationId xmlns:a16="http://schemas.microsoft.com/office/drawing/2014/main" id="{F5673CC4-BA29-4135-9BA9-AED7EAA77A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8" name="Rectangle 325">
            <a:extLst>
              <a:ext uri="{FF2B5EF4-FFF2-40B4-BE49-F238E27FC236}">
                <a16:creationId xmlns:a16="http://schemas.microsoft.com/office/drawing/2014/main" id="{06B3D335-F1DF-4E26-A5A1-31E9CD919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9" name="Rectangle 326">
            <a:extLst>
              <a:ext uri="{FF2B5EF4-FFF2-40B4-BE49-F238E27FC236}">
                <a16:creationId xmlns:a16="http://schemas.microsoft.com/office/drawing/2014/main" id="{834239CB-0B66-488B-B963-CD4BC4A66C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0" name="Rectangle 327">
            <a:extLst>
              <a:ext uri="{FF2B5EF4-FFF2-40B4-BE49-F238E27FC236}">
                <a16:creationId xmlns:a16="http://schemas.microsoft.com/office/drawing/2014/main" id="{5DF8D3AD-C701-45DA-A09C-0B72B8B4D0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1" name="Rectangle 328">
            <a:extLst>
              <a:ext uri="{FF2B5EF4-FFF2-40B4-BE49-F238E27FC236}">
                <a16:creationId xmlns:a16="http://schemas.microsoft.com/office/drawing/2014/main" id="{4A5BD061-AFE7-47F7-A037-4635A1719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915379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2" name="Rectangle 303">
            <a:extLst>
              <a:ext uri="{FF2B5EF4-FFF2-40B4-BE49-F238E27FC236}">
                <a16:creationId xmlns:a16="http://schemas.microsoft.com/office/drawing/2014/main" id="{72E47367-DB80-4AEF-B453-F2874E290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3" name="Rectangle 304">
            <a:extLst>
              <a:ext uri="{FF2B5EF4-FFF2-40B4-BE49-F238E27FC236}">
                <a16:creationId xmlns:a16="http://schemas.microsoft.com/office/drawing/2014/main" id="{A5D11ACD-18C7-4BD8-97B9-7564D82EE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4" name="Rectangle 305">
            <a:extLst>
              <a:ext uri="{FF2B5EF4-FFF2-40B4-BE49-F238E27FC236}">
                <a16:creationId xmlns:a16="http://schemas.microsoft.com/office/drawing/2014/main" id="{7304767C-0411-429C-B5FC-DE14E770D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5" name="Rectangle 306">
            <a:extLst>
              <a:ext uri="{FF2B5EF4-FFF2-40B4-BE49-F238E27FC236}">
                <a16:creationId xmlns:a16="http://schemas.microsoft.com/office/drawing/2014/main" id="{D74BCE79-1C15-40ED-A6B2-30D89DC13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6" name="Rectangle 307">
            <a:extLst>
              <a:ext uri="{FF2B5EF4-FFF2-40B4-BE49-F238E27FC236}">
                <a16:creationId xmlns:a16="http://schemas.microsoft.com/office/drawing/2014/main" id="{4966B602-0BC1-433A-A6DC-60644E5D1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7" name="Rectangle 308">
            <a:extLst>
              <a:ext uri="{FF2B5EF4-FFF2-40B4-BE49-F238E27FC236}">
                <a16:creationId xmlns:a16="http://schemas.microsoft.com/office/drawing/2014/main" id="{5FA73E87-F9E1-4922-AB56-257040A0C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8" name="Rectangle 309">
            <a:extLst>
              <a:ext uri="{FF2B5EF4-FFF2-40B4-BE49-F238E27FC236}">
                <a16:creationId xmlns:a16="http://schemas.microsoft.com/office/drawing/2014/main" id="{3523D0D6-BF5C-4992-89BC-D80F4B65DD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9" name="Rectangle 310">
            <a:extLst>
              <a:ext uri="{FF2B5EF4-FFF2-40B4-BE49-F238E27FC236}">
                <a16:creationId xmlns:a16="http://schemas.microsoft.com/office/drawing/2014/main" id="{5D76C7BC-28B0-4D32-B952-79C61B9622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0" name="Rectangle 311">
            <a:extLst>
              <a:ext uri="{FF2B5EF4-FFF2-40B4-BE49-F238E27FC236}">
                <a16:creationId xmlns:a16="http://schemas.microsoft.com/office/drawing/2014/main" id="{02B04400-D266-4DBE-913D-B08E3CF68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1" name="Rectangle 312">
            <a:extLst>
              <a:ext uri="{FF2B5EF4-FFF2-40B4-BE49-F238E27FC236}">
                <a16:creationId xmlns:a16="http://schemas.microsoft.com/office/drawing/2014/main" id="{7B93B4CC-C4D7-437E-A267-7391A7627D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2" name="Rectangle 313">
            <a:extLst>
              <a:ext uri="{FF2B5EF4-FFF2-40B4-BE49-F238E27FC236}">
                <a16:creationId xmlns:a16="http://schemas.microsoft.com/office/drawing/2014/main" id="{4B2581D9-C04D-4A48-A51B-2934BA88C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3" name="Rectangle 314">
            <a:extLst>
              <a:ext uri="{FF2B5EF4-FFF2-40B4-BE49-F238E27FC236}">
                <a16:creationId xmlns:a16="http://schemas.microsoft.com/office/drawing/2014/main" id="{6F9A094D-9E36-418E-BD81-0BED0CA37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4" name="Rectangle 315">
            <a:extLst>
              <a:ext uri="{FF2B5EF4-FFF2-40B4-BE49-F238E27FC236}">
                <a16:creationId xmlns:a16="http://schemas.microsoft.com/office/drawing/2014/main" id="{99CE1A4E-E309-4173-B637-E7FA8780A5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5" name="Rectangle 316">
            <a:extLst>
              <a:ext uri="{FF2B5EF4-FFF2-40B4-BE49-F238E27FC236}">
                <a16:creationId xmlns:a16="http://schemas.microsoft.com/office/drawing/2014/main" id="{35908A89-8ABE-4EA6-AB07-7C6C07508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6" name="Rectangle 317">
            <a:extLst>
              <a:ext uri="{FF2B5EF4-FFF2-40B4-BE49-F238E27FC236}">
                <a16:creationId xmlns:a16="http://schemas.microsoft.com/office/drawing/2014/main" id="{52D7FC56-1108-4D22-9631-D0A08F954F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7" name="Rectangle 318">
            <a:extLst>
              <a:ext uri="{FF2B5EF4-FFF2-40B4-BE49-F238E27FC236}">
                <a16:creationId xmlns:a16="http://schemas.microsoft.com/office/drawing/2014/main" id="{E6B3457F-C39E-40F4-B8B4-741981759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8" name="Rectangle 319">
            <a:extLst>
              <a:ext uri="{FF2B5EF4-FFF2-40B4-BE49-F238E27FC236}">
                <a16:creationId xmlns:a16="http://schemas.microsoft.com/office/drawing/2014/main" id="{08E774A7-E1DE-46A1-A6F9-D13721437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9" name="Rectangle 320">
            <a:extLst>
              <a:ext uri="{FF2B5EF4-FFF2-40B4-BE49-F238E27FC236}">
                <a16:creationId xmlns:a16="http://schemas.microsoft.com/office/drawing/2014/main" id="{7B8BB479-CE5F-4C3D-9C65-414F6B72D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0" name="Rectangle 321">
            <a:extLst>
              <a:ext uri="{FF2B5EF4-FFF2-40B4-BE49-F238E27FC236}">
                <a16:creationId xmlns:a16="http://schemas.microsoft.com/office/drawing/2014/main" id="{2E97BD59-5139-4C10-8550-C855D2D1FE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1" name="Rectangle 322">
            <a:extLst>
              <a:ext uri="{FF2B5EF4-FFF2-40B4-BE49-F238E27FC236}">
                <a16:creationId xmlns:a16="http://schemas.microsoft.com/office/drawing/2014/main" id="{3AA2DF57-9830-4A49-9748-4ADE27F46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2" name="Rectangle 323">
            <a:extLst>
              <a:ext uri="{FF2B5EF4-FFF2-40B4-BE49-F238E27FC236}">
                <a16:creationId xmlns:a16="http://schemas.microsoft.com/office/drawing/2014/main" id="{01A36D7F-15E1-44B8-9B0F-4F2DAABB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6422607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3" name="Rectangle 324">
            <a:extLst>
              <a:ext uri="{FF2B5EF4-FFF2-40B4-BE49-F238E27FC236}">
                <a16:creationId xmlns:a16="http://schemas.microsoft.com/office/drawing/2014/main" id="{716C32D4-81F1-4B63-9A1A-2413624938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4" name="Rectangle 325">
            <a:extLst>
              <a:ext uri="{FF2B5EF4-FFF2-40B4-BE49-F238E27FC236}">
                <a16:creationId xmlns:a16="http://schemas.microsoft.com/office/drawing/2014/main" id="{6341F2A0-638B-4AEC-A1C2-759E1F2E1F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5" name="Rectangle 326">
            <a:extLst>
              <a:ext uri="{FF2B5EF4-FFF2-40B4-BE49-F238E27FC236}">
                <a16:creationId xmlns:a16="http://schemas.microsoft.com/office/drawing/2014/main" id="{AC3BBC0F-0B8D-458F-94A7-D77F591B60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6422607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6" name="Rectangle 327">
            <a:extLst>
              <a:ext uri="{FF2B5EF4-FFF2-40B4-BE49-F238E27FC236}">
                <a16:creationId xmlns:a16="http://schemas.microsoft.com/office/drawing/2014/main" id="{2BCB09AE-15F7-4D67-9547-C60DDCB0C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7" name="Rectangle 328">
            <a:extLst>
              <a:ext uri="{FF2B5EF4-FFF2-40B4-BE49-F238E27FC236}">
                <a16:creationId xmlns:a16="http://schemas.microsoft.com/office/drawing/2014/main" id="{19811182-AAD5-444A-AEBF-DA4474795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8" name="Rectangle 91">
            <a:extLst>
              <a:ext uri="{FF2B5EF4-FFF2-40B4-BE49-F238E27FC236}">
                <a16:creationId xmlns:a16="http://schemas.microsoft.com/office/drawing/2014/main" id="{F5F1C36C-3F5F-453A-8021-577AF8102B7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18627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9" name="Rectangle 92">
            <a:extLst>
              <a:ext uri="{FF2B5EF4-FFF2-40B4-BE49-F238E27FC236}">
                <a16:creationId xmlns:a16="http://schemas.microsoft.com/office/drawing/2014/main" id="{B68E0835-F6A9-4C24-80BC-2C4982644A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18627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0" name="Rectangle 118">
            <a:extLst>
              <a:ext uri="{FF2B5EF4-FFF2-40B4-BE49-F238E27FC236}">
                <a16:creationId xmlns:a16="http://schemas.microsoft.com/office/drawing/2014/main" id="{C7E8024E-9FFB-4AFF-946C-F325043577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3711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1" name="Rectangle 119">
            <a:extLst>
              <a:ext uri="{FF2B5EF4-FFF2-40B4-BE49-F238E27FC236}">
                <a16:creationId xmlns:a16="http://schemas.microsoft.com/office/drawing/2014/main" id="{542FA810-66E0-4E5C-A29B-2F35550C8B0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3711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2" name="Rectangle 145">
            <a:extLst>
              <a:ext uri="{FF2B5EF4-FFF2-40B4-BE49-F238E27FC236}">
                <a16:creationId xmlns:a16="http://schemas.microsoft.com/office/drawing/2014/main" id="{E3ADD3A0-60F3-4CCF-A787-C83FEFD745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8783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3" name="Rectangle 146">
            <a:extLst>
              <a:ext uri="{FF2B5EF4-FFF2-40B4-BE49-F238E27FC236}">
                <a16:creationId xmlns:a16="http://schemas.microsoft.com/office/drawing/2014/main" id="{03B5D2C0-D46F-4CA6-BB0C-7E966C3AB9D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8783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4" name="Rectangle 172">
            <a:extLst>
              <a:ext uri="{FF2B5EF4-FFF2-40B4-BE49-F238E27FC236}">
                <a16:creationId xmlns:a16="http://schemas.microsoft.com/office/drawing/2014/main" id="{A5A79340-EBE4-4E04-AF35-EAB781F1CA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38679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5" name="Rectangle 173">
            <a:extLst>
              <a:ext uri="{FF2B5EF4-FFF2-40B4-BE49-F238E27FC236}">
                <a16:creationId xmlns:a16="http://schemas.microsoft.com/office/drawing/2014/main" id="{A3D2A4FF-3DD1-4D92-A192-6C0C4D36720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38679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6" name="Rectangle 199">
            <a:extLst>
              <a:ext uri="{FF2B5EF4-FFF2-40B4-BE49-F238E27FC236}">
                <a16:creationId xmlns:a16="http://schemas.microsoft.com/office/drawing/2014/main" id="{F8123DF8-9385-4180-994E-0FB3C83AB0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8951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7" name="Rectangle 200">
            <a:extLst>
              <a:ext uri="{FF2B5EF4-FFF2-40B4-BE49-F238E27FC236}">
                <a16:creationId xmlns:a16="http://schemas.microsoft.com/office/drawing/2014/main" id="{35B83622-CCF4-4468-AC64-CB149002826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8951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8" name="Rectangle 227">
            <a:extLst>
              <a:ext uri="{FF2B5EF4-FFF2-40B4-BE49-F238E27FC236}">
                <a16:creationId xmlns:a16="http://schemas.microsoft.com/office/drawing/2014/main" id="{BFBE24A8-7F94-482E-85C3-410179531E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4035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9" name="Rectangle 228">
            <a:extLst>
              <a:ext uri="{FF2B5EF4-FFF2-40B4-BE49-F238E27FC236}">
                <a16:creationId xmlns:a16="http://schemas.microsoft.com/office/drawing/2014/main" id="{7BB41F2F-EDE1-4BB3-B582-2B31560A4B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4035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0" name="Rectangle 254">
            <a:extLst>
              <a:ext uri="{FF2B5EF4-FFF2-40B4-BE49-F238E27FC236}">
                <a16:creationId xmlns:a16="http://schemas.microsoft.com/office/drawing/2014/main" id="{B7B10579-D69C-4FCC-AF11-0E5789DC7B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9107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1" name="Rectangle 255">
            <a:extLst>
              <a:ext uri="{FF2B5EF4-FFF2-40B4-BE49-F238E27FC236}">
                <a16:creationId xmlns:a16="http://schemas.microsoft.com/office/drawing/2014/main" id="{A4A3592F-5BAF-4960-8617-39A5A4418C4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9107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2" name="Rectangle 91">
            <a:extLst>
              <a:ext uri="{FF2B5EF4-FFF2-40B4-BE49-F238E27FC236}">
                <a16:creationId xmlns:a16="http://schemas.microsoft.com/office/drawing/2014/main" id="{D185731F-D098-4E64-B7BB-077680516CB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18548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3" name="Rectangle 92">
            <a:extLst>
              <a:ext uri="{FF2B5EF4-FFF2-40B4-BE49-F238E27FC236}">
                <a16:creationId xmlns:a16="http://schemas.microsoft.com/office/drawing/2014/main" id="{C9CCA8BE-3357-4F70-B832-4B61283439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18548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4" name="Rectangle 118">
            <a:extLst>
              <a:ext uri="{FF2B5EF4-FFF2-40B4-BE49-F238E27FC236}">
                <a16:creationId xmlns:a16="http://schemas.microsoft.com/office/drawing/2014/main" id="{E455E6B1-820F-4874-9998-3F33FDF676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3632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5" name="Rectangle 119">
            <a:extLst>
              <a:ext uri="{FF2B5EF4-FFF2-40B4-BE49-F238E27FC236}">
                <a16:creationId xmlns:a16="http://schemas.microsoft.com/office/drawing/2014/main" id="{A5878F30-11F9-4620-BB7C-A20308D54D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3632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6" name="Rectangle 145">
            <a:extLst>
              <a:ext uri="{FF2B5EF4-FFF2-40B4-BE49-F238E27FC236}">
                <a16:creationId xmlns:a16="http://schemas.microsoft.com/office/drawing/2014/main" id="{282B328E-96DE-404A-8A33-DD08463AA16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8704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7" name="Rectangle 146">
            <a:extLst>
              <a:ext uri="{FF2B5EF4-FFF2-40B4-BE49-F238E27FC236}">
                <a16:creationId xmlns:a16="http://schemas.microsoft.com/office/drawing/2014/main" id="{6B4AC90D-580B-4B11-8435-170433BF37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8704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8" name="Rectangle 172">
            <a:extLst>
              <a:ext uri="{FF2B5EF4-FFF2-40B4-BE49-F238E27FC236}">
                <a16:creationId xmlns:a16="http://schemas.microsoft.com/office/drawing/2014/main" id="{9FF1A1F4-2E5F-4786-B499-D60DC75B21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37886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9" name="Rectangle 173">
            <a:extLst>
              <a:ext uri="{FF2B5EF4-FFF2-40B4-BE49-F238E27FC236}">
                <a16:creationId xmlns:a16="http://schemas.microsoft.com/office/drawing/2014/main" id="{0F1C8560-0B43-4D98-ADB6-195504D71D3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37886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0" name="Rectangle 199">
            <a:extLst>
              <a:ext uri="{FF2B5EF4-FFF2-40B4-BE49-F238E27FC236}">
                <a16:creationId xmlns:a16="http://schemas.microsoft.com/office/drawing/2014/main" id="{A4D091FA-192E-4111-9D0A-1154813D1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8872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1" name="Rectangle 200">
            <a:extLst>
              <a:ext uri="{FF2B5EF4-FFF2-40B4-BE49-F238E27FC236}">
                <a16:creationId xmlns:a16="http://schemas.microsoft.com/office/drawing/2014/main" id="{2456DB9E-FD91-4F1E-8D75-71C5A435799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8872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2" name="Rectangle 227">
            <a:extLst>
              <a:ext uri="{FF2B5EF4-FFF2-40B4-BE49-F238E27FC236}">
                <a16:creationId xmlns:a16="http://schemas.microsoft.com/office/drawing/2014/main" id="{82ADDEB8-4944-41EC-9927-6FCED6B44E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3956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3" name="Rectangle 228">
            <a:extLst>
              <a:ext uri="{FF2B5EF4-FFF2-40B4-BE49-F238E27FC236}">
                <a16:creationId xmlns:a16="http://schemas.microsoft.com/office/drawing/2014/main" id="{3E7F6ABB-32D8-4D9F-8019-5A6F217042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3956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4" name="Rectangle 254">
            <a:extLst>
              <a:ext uri="{FF2B5EF4-FFF2-40B4-BE49-F238E27FC236}">
                <a16:creationId xmlns:a16="http://schemas.microsoft.com/office/drawing/2014/main" id="{FF3C13CA-9CE5-4787-9D9F-6F33F6D7219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9028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5" name="Rectangle 255">
            <a:extLst>
              <a:ext uri="{FF2B5EF4-FFF2-40B4-BE49-F238E27FC236}">
                <a16:creationId xmlns:a16="http://schemas.microsoft.com/office/drawing/2014/main" id="{F45F3084-D5DF-4E2A-9FD2-8FADA756F9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9028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6" name="Rectangle 91">
            <a:extLst>
              <a:ext uri="{FF2B5EF4-FFF2-40B4-BE49-F238E27FC236}">
                <a16:creationId xmlns:a16="http://schemas.microsoft.com/office/drawing/2014/main" id="{C8C188D8-825C-491C-B927-12A86B68F9C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18304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7" name="Rectangle 92">
            <a:extLst>
              <a:ext uri="{FF2B5EF4-FFF2-40B4-BE49-F238E27FC236}">
                <a16:creationId xmlns:a16="http://schemas.microsoft.com/office/drawing/2014/main" id="{F1A1CAD1-7E2F-491A-A2F7-752577008BA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18304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8" name="Rectangle 118">
            <a:extLst>
              <a:ext uri="{FF2B5EF4-FFF2-40B4-BE49-F238E27FC236}">
                <a16:creationId xmlns:a16="http://schemas.microsoft.com/office/drawing/2014/main" id="{C9F7170B-09CB-4F23-B86C-E3C5A5A9526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3388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9" name="Rectangle 119">
            <a:extLst>
              <a:ext uri="{FF2B5EF4-FFF2-40B4-BE49-F238E27FC236}">
                <a16:creationId xmlns:a16="http://schemas.microsoft.com/office/drawing/2014/main" id="{91FF46E2-A356-45DF-9FE0-6D68E8BBB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3388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0" name="Rectangle 145">
            <a:extLst>
              <a:ext uri="{FF2B5EF4-FFF2-40B4-BE49-F238E27FC236}">
                <a16:creationId xmlns:a16="http://schemas.microsoft.com/office/drawing/2014/main" id="{233DF4C6-7DB2-4DEC-965E-4E0FD1AE2F7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8460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1" name="Rectangle 146">
            <a:extLst>
              <a:ext uri="{FF2B5EF4-FFF2-40B4-BE49-F238E27FC236}">
                <a16:creationId xmlns:a16="http://schemas.microsoft.com/office/drawing/2014/main" id="{BA0EBE02-0FF5-4E5F-B07E-C74F70CB3BB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8460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2" name="Rectangle 172">
            <a:extLst>
              <a:ext uri="{FF2B5EF4-FFF2-40B4-BE49-F238E27FC236}">
                <a16:creationId xmlns:a16="http://schemas.microsoft.com/office/drawing/2014/main" id="{C1FFCEB5-7D01-4DF1-AE5C-13AA614FBB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35444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3" name="Rectangle 173">
            <a:extLst>
              <a:ext uri="{FF2B5EF4-FFF2-40B4-BE49-F238E27FC236}">
                <a16:creationId xmlns:a16="http://schemas.microsoft.com/office/drawing/2014/main" id="{4E743A8D-CDF1-43FE-9A64-273018A788F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35444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4" name="Rectangle 199">
            <a:extLst>
              <a:ext uri="{FF2B5EF4-FFF2-40B4-BE49-F238E27FC236}">
                <a16:creationId xmlns:a16="http://schemas.microsoft.com/office/drawing/2014/main" id="{5816494B-7CF7-4661-9520-ECF2157C30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8628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5" name="Rectangle 200">
            <a:extLst>
              <a:ext uri="{FF2B5EF4-FFF2-40B4-BE49-F238E27FC236}">
                <a16:creationId xmlns:a16="http://schemas.microsoft.com/office/drawing/2014/main" id="{D5F4C1D4-E8FC-483F-82E0-C314B4887C0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8628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6" name="Rectangle 227">
            <a:extLst>
              <a:ext uri="{FF2B5EF4-FFF2-40B4-BE49-F238E27FC236}">
                <a16:creationId xmlns:a16="http://schemas.microsoft.com/office/drawing/2014/main" id="{1DE23893-72CE-44E4-9514-E4A35927AD0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3712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7" name="Rectangle 228">
            <a:extLst>
              <a:ext uri="{FF2B5EF4-FFF2-40B4-BE49-F238E27FC236}">
                <a16:creationId xmlns:a16="http://schemas.microsoft.com/office/drawing/2014/main" id="{FDAE80AB-A18F-4777-8A7E-3AF3817C005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3712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8" name="Rectangle 254">
            <a:extLst>
              <a:ext uri="{FF2B5EF4-FFF2-40B4-BE49-F238E27FC236}">
                <a16:creationId xmlns:a16="http://schemas.microsoft.com/office/drawing/2014/main" id="{057CEA97-FB2D-4753-85A3-0C33E822D3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8784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9" name="Rectangle 255">
            <a:extLst>
              <a:ext uri="{FF2B5EF4-FFF2-40B4-BE49-F238E27FC236}">
                <a16:creationId xmlns:a16="http://schemas.microsoft.com/office/drawing/2014/main" id="{79420A4A-5528-4EC0-987F-DF7C0EEB41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8784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0" name="Rectangle 91">
            <a:extLst>
              <a:ext uri="{FF2B5EF4-FFF2-40B4-BE49-F238E27FC236}">
                <a16:creationId xmlns:a16="http://schemas.microsoft.com/office/drawing/2014/main" id="{DBC80B5A-0476-410E-B60C-6450F79B3E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18429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1" name="Rectangle 92">
            <a:extLst>
              <a:ext uri="{FF2B5EF4-FFF2-40B4-BE49-F238E27FC236}">
                <a16:creationId xmlns:a16="http://schemas.microsoft.com/office/drawing/2014/main" id="{65FABB81-DBF4-42B4-8D90-A98EC802144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18429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2" name="Rectangle 118">
            <a:extLst>
              <a:ext uri="{FF2B5EF4-FFF2-40B4-BE49-F238E27FC236}">
                <a16:creationId xmlns:a16="http://schemas.microsoft.com/office/drawing/2014/main" id="{A6202184-9808-4043-9640-D0544AB5D40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3513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3" name="Rectangle 119">
            <a:extLst>
              <a:ext uri="{FF2B5EF4-FFF2-40B4-BE49-F238E27FC236}">
                <a16:creationId xmlns:a16="http://schemas.microsoft.com/office/drawing/2014/main" id="{FEED1DE3-7FCB-412B-AD9F-396C8AFC0B4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3513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4" name="Rectangle 145">
            <a:extLst>
              <a:ext uri="{FF2B5EF4-FFF2-40B4-BE49-F238E27FC236}">
                <a16:creationId xmlns:a16="http://schemas.microsoft.com/office/drawing/2014/main" id="{E3D106F5-B3BA-48C7-BB89-5F7A7B3FD3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8585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5" name="Rectangle 146">
            <a:extLst>
              <a:ext uri="{FF2B5EF4-FFF2-40B4-BE49-F238E27FC236}">
                <a16:creationId xmlns:a16="http://schemas.microsoft.com/office/drawing/2014/main" id="{98A5D359-1B62-4D55-856B-6A4D9015C6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8585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6" name="Rectangle 172">
            <a:extLst>
              <a:ext uri="{FF2B5EF4-FFF2-40B4-BE49-F238E27FC236}">
                <a16:creationId xmlns:a16="http://schemas.microsoft.com/office/drawing/2014/main" id="{8AEB6855-7DCA-4BAB-B081-5EAFB10145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366974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7" name="Rectangle 173">
            <a:extLst>
              <a:ext uri="{FF2B5EF4-FFF2-40B4-BE49-F238E27FC236}">
                <a16:creationId xmlns:a16="http://schemas.microsoft.com/office/drawing/2014/main" id="{18A0DCB0-4E9E-42D7-ABF1-2CB0A069240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366974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8" name="Rectangle 199">
            <a:extLst>
              <a:ext uri="{FF2B5EF4-FFF2-40B4-BE49-F238E27FC236}">
                <a16:creationId xmlns:a16="http://schemas.microsoft.com/office/drawing/2014/main" id="{C94A534B-EDB6-41CC-BFD6-C8E5C64E30C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8753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9" name="Rectangle 200">
            <a:extLst>
              <a:ext uri="{FF2B5EF4-FFF2-40B4-BE49-F238E27FC236}">
                <a16:creationId xmlns:a16="http://schemas.microsoft.com/office/drawing/2014/main" id="{D3305D9B-7E5D-4A06-B20C-705E7AADA0E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8753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0" name="Rectangle 227">
            <a:extLst>
              <a:ext uri="{FF2B5EF4-FFF2-40B4-BE49-F238E27FC236}">
                <a16:creationId xmlns:a16="http://schemas.microsoft.com/office/drawing/2014/main" id="{10DC9989-B0C3-40E8-9A23-4DD46B61F1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3837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1" name="Rectangle 228">
            <a:extLst>
              <a:ext uri="{FF2B5EF4-FFF2-40B4-BE49-F238E27FC236}">
                <a16:creationId xmlns:a16="http://schemas.microsoft.com/office/drawing/2014/main" id="{802DD19F-ACAF-462C-9EF0-03BED7E8C2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3837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2" name="Rectangle 254">
            <a:extLst>
              <a:ext uri="{FF2B5EF4-FFF2-40B4-BE49-F238E27FC236}">
                <a16:creationId xmlns:a16="http://schemas.microsoft.com/office/drawing/2014/main" id="{B675BA60-6E6B-4897-B172-3FEB85B0A6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8909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3" name="Rectangle 255">
            <a:extLst>
              <a:ext uri="{FF2B5EF4-FFF2-40B4-BE49-F238E27FC236}">
                <a16:creationId xmlns:a16="http://schemas.microsoft.com/office/drawing/2014/main" id="{90EC0740-4B58-4786-864F-D6202316E3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8909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4" name="Rectangle 91">
            <a:extLst>
              <a:ext uri="{FF2B5EF4-FFF2-40B4-BE49-F238E27FC236}">
                <a16:creationId xmlns:a16="http://schemas.microsoft.com/office/drawing/2014/main" id="{6F4C6DA5-9C32-43AB-9B2B-D5F64DCD5B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5" name="Rectangle 92">
            <a:extLst>
              <a:ext uri="{FF2B5EF4-FFF2-40B4-BE49-F238E27FC236}">
                <a16:creationId xmlns:a16="http://schemas.microsoft.com/office/drawing/2014/main" id="{2E98FFFB-1367-4885-A347-2B10A92AF7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6" name="Rectangle 118">
            <a:extLst>
              <a:ext uri="{FF2B5EF4-FFF2-40B4-BE49-F238E27FC236}">
                <a16:creationId xmlns:a16="http://schemas.microsoft.com/office/drawing/2014/main" id="{B0EE3A07-2F28-4D28-AD64-4E71640B185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7" name="Rectangle 119">
            <a:extLst>
              <a:ext uri="{FF2B5EF4-FFF2-40B4-BE49-F238E27FC236}">
                <a16:creationId xmlns:a16="http://schemas.microsoft.com/office/drawing/2014/main" id="{CCE2A03B-C80B-42F1-9230-C10251D1238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8" name="Rectangle 145">
            <a:extLst>
              <a:ext uri="{FF2B5EF4-FFF2-40B4-BE49-F238E27FC236}">
                <a16:creationId xmlns:a16="http://schemas.microsoft.com/office/drawing/2014/main" id="{87375277-0EF5-4601-B688-CC287F3E6A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9" name="Rectangle 146">
            <a:extLst>
              <a:ext uri="{FF2B5EF4-FFF2-40B4-BE49-F238E27FC236}">
                <a16:creationId xmlns:a16="http://schemas.microsoft.com/office/drawing/2014/main" id="{19099545-7878-4215-9ADA-69237497B88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0" name="Rectangle 172">
            <a:extLst>
              <a:ext uri="{FF2B5EF4-FFF2-40B4-BE49-F238E27FC236}">
                <a16:creationId xmlns:a16="http://schemas.microsoft.com/office/drawing/2014/main" id="{13AB64CA-71E8-4F3D-8A8F-48ADB8EE76D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1" name="Rectangle 173">
            <a:extLst>
              <a:ext uri="{FF2B5EF4-FFF2-40B4-BE49-F238E27FC236}">
                <a16:creationId xmlns:a16="http://schemas.microsoft.com/office/drawing/2014/main" id="{E6E68EB4-8B4F-4659-85F0-F33EB0681E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2" name="Rectangle 199">
            <a:extLst>
              <a:ext uri="{FF2B5EF4-FFF2-40B4-BE49-F238E27FC236}">
                <a16:creationId xmlns:a16="http://schemas.microsoft.com/office/drawing/2014/main" id="{FD5D2EFE-78D7-47A0-B41B-A6D123F3325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3" name="Rectangle 200">
            <a:extLst>
              <a:ext uri="{FF2B5EF4-FFF2-40B4-BE49-F238E27FC236}">
                <a16:creationId xmlns:a16="http://schemas.microsoft.com/office/drawing/2014/main" id="{43DD1F99-EF92-4FA7-A688-DFB8CA0428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4" name="Rectangle 227">
            <a:extLst>
              <a:ext uri="{FF2B5EF4-FFF2-40B4-BE49-F238E27FC236}">
                <a16:creationId xmlns:a16="http://schemas.microsoft.com/office/drawing/2014/main" id="{61B66908-9A89-4CAA-82BB-1B0CBBA7121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5" name="Rectangle 228">
            <a:extLst>
              <a:ext uri="{FF2B5EF4-FFF2-40B4-BE49-F238E27FC236}">
                <a16:creationId xmlns:a16="http://schemas.microsoft.com/office/drawing/2014/main" id="{A25ADF27-53D5-47C3-A679-6359C6A587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6" name="Rectangle 254">
            <a:extLst>
              <a:ext uri="{FF2B5EF4-FFF2-40B4-BE49-F238E27FC236}">
                <a16:creationId xmlns:a16="http://schemas.microsoft.com/office/drawing/2014/main" id="{3571E780-2740-4415-A8FC-0A7B700326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7" name="Rectangle 255">
            <a:extLst>
              <a:ext uri="{FF2B5EF4-FFF2-40B4-BE49-F238E27FC236}">
                <a16:creationId xmlns:a16="http://schemas.microsoft.com/office/drawing/2014/main" id="{D4DFF327-57BB-4D9E-A2B7-F0DD5B94977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5" name="Rectangle 91">
            <a:extLst>
              <a:ext uri="{FF2B5EF4-FFF2-40B4-BE49-F238E27FC236}">
                <a16:creationId xmlns:a16="http://schemas.microsoft.com/office/drawing/2014/main" id="{8A3B7425-E369-4F53-BA6F-5242DA61BF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6" name="Rectangle 92">
            <a:extLst>
              <a:ext uri="{FF2B5EF4-FFF2-40B4-BE49-F238E27FC236}">
                <a16:creationId xmlns:a16="http://schemas.microsoft.com/office/drawing/2014/main" id="{4E6A839F-6FCF-4E31-8BD0-E16864EEE06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7" name="Rectangle 118">
            <a:extLst>
              <a:ext uri="{FF2B5EF4-FFF2-40B4-BE49-F238E27FC236}">
                <a16:creationId xmlns:a16="http://schemas.microsoft.com/office/drawing/2014/main" id="{E30405E0-3BAF-415C-962D-57EEE5D5906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8" name="Rectangle 119">
            <a:extLst>
              <a:ext uri="{FF2B5EF4-FFF2-40B4-BE49-F238E27FC236}">
                <a16:creationId xmlns:a16="http://schemas.microsoft.com/office/drawing/2014/main" id="{2F0D6E87-BA13-4616-837F-44E6418D2BE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9" name="Rectangle 145">
            <a:extLst>
              <a:ext uri="{FF2B5EF4-FFF2-40B4-BE49-F238E27FC236}">
                <a16:creationId xmlns:a16="http://schemas.microsoft.com/office/drawing/2014/main" id="{6E4DC2C7-60E2-4E39-A040-33E1148C84D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0" name="Rectangle 146">
            <a:extLst>
              <a:ext uri="{FF2B5EF4-FFF2-40B4-BE49-F238E27FC236}">
                <a16:creationId xmlns:a16="http://schemas.microsoft.com/office/drawing/2014/main" id="{966097DC-FD1B-4AB8-9270-D63BF4F1A3C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1" name="Rectangle 172">
            <a:extLst>
              <a:ext uri="{FF2B5EF4-FFF2-40B4-BE49-F238E27FC236}">
                <a16:creationId xmlns:a16="http://schemas.microsoft.com/office/drawing/2014/main" id="{F9963C2C-FE13-4B53-9E0A-33833EBFF4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2" name="Rectangle 173">
            <a:extLst>
              <a:ext uri="{FF2B5EF4-FFF2-40B4-BE49-F238E27FC236}">
                <a16:creationId xmlns:a16="http://schemas.microsoft.com/office/drawing/2014/main" id="{E25FDE01-0116-404D-AED3-856484360C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3" name="Rectangle 199">
            <a:extLst>
              <a:ext uri="{FF2B5EF4-FFF2-40B4-BE49-F238E27FC236}">
                <a16:creationId xmlns:a16="http://schemas.microsoft.com/office/drawing/2014/main" id="{6301786C-8F5C-45F8-9EBB-5C24E924F8F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4" name="Rectangle 200">
            <a:extLst>
              <a:ext uri="{FF2B5EF4-FFF2-40B4-BE49-F238E27FC236}">
                <a16:creationId xmlns:a16="http://schemas.microsoft.com/office/drawing/2014/main" id="{5F732FBA-FE3A-4BD8-BBC1-9C523E6253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5" name="Rectangle 227">
            <a:extLst>
              <a:ext uri="{FF2B5EF4-FFF2-40B4-BE49-F238E27FC236}">
                <a16:creationId xmlns:a16="http://schemas.microsoft.com/office/drawing/2014/main" id="{C637BBAC-97AA-4D18-AA59-2A7536613F5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6" name="Rectangle 228">
            <a:extLst>
              <a:ext uri="{FF2B5EF4-FFF2-40B4-BE49-F238E27FC236}">
                <a16:creationId xmlns:a16="http://schemas.microsoft.com/office/drawing/2014/main" id="{6065E043-00A0-4681-9A2D-6DCA1E6EF99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7" name="Rectangle 254">
            <a:extLst>
              <a:ext uri="{FF2B5EF4-FFF2-40B4-BE49-F238E27FC236}">
                <a16:creationId xmlns:a16="http://schemas.microsoft.com/office/drawing/2014/main" id="{CE169FB0-5491-4F5D-BC9E-C9846ADDC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8" name="Rectangle 255">
            <a:extLst>
              <a:ext uri="{FF2B5EF4-FFF2-40B4-BE49-F238E27FC236}">
                <a16:creationId xmlns:a16="http://schemas.microsoft.com/office/drawing/2014/main" id="{2057D317-5E06-487E-8C29-ACF2FBFDAD7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5285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Rectangle 5">
            <a:extLst>
              <a:ext uri="{FF2B5EF4-FFF2-40B4-BE49-F238E27FC236}">
                <a16:creationId xmlns:a16="http://schemas.microsoft.com/office/drawing/2014/main" id="{85C298FF-97F9-4147-B827-D8E5136C2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8" name="Rectangle 6">
            <a:extLst>
              <a:ext uri="{FF2B5EF4-FFF2-40B4-BE49-F238E27FC236}">
                <a16:creationId xmlns:a16="http://schemas.microsoft.com/office/drawing/2014/main" id="{9408EFDD-1492-4223-8E65-A093D2F1BB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9" name="Rectangle 7">
            <a:extLst>
              <a:ext uri="{FF2B5EF4-FFF2-40B4-BE49-F238E27FC236}">
                <a16:creationId xmlns:a16="http://schemas.microsoft.com/office/drawing/2014/main" id="{F894E7F8-7101-42ED-9EE3-85F58C6EF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0" name="Rectangle 8">
            <a:extLst>
              <a:ext uri="{FF2B5EF4-FFF2-40B4-BE49-F238E27FC236}">
                <a16:creationId xmlns:a16="http://schemas.microsoft.com/office/drawing/2014/main" id="{877C8C7E-1793-4536-97A4-63A3591EF9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1" name="Rectangle 9">
            <a:extLst>
              <a:ext uri="{FF2B5EF4-FFF2-40B4-BE49-F238E27FC236}">
                <a16:creationId xmlns:a16="http://schemas.microsoft.com/office/drawing/2014/main" id="{077D2BC4-41B3-4D98-84CA-A2503EF131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2" name="Rectangle 10">
            <a:extLst>
              <a:ext uri="{FF2B5EF4-FFF2-40B4-BE49-F238E27FC236}">
                <a16:creationId xmlns:a16="http://schemas.microsoft.com/office/drawing/2014/main" id="{DE4270DF-458E-4975-B86F-E605B966C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3" name="Rectangle 11">
            <a:extLst>
              <a:ext uri="{FF2B5EF4-FFF2-40B4-BE49-F238E27FC236}">
                <a16:creationId xmlns:a16="http://schemas.microsoft.com/office/drawing/2014/main" id="{5334B1DA-DE9D-46A4-B1CC-07D8B5B37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4" name="Rectangle 12">
            <a:extLst>
              <a:ext uri="{FF2B5EF4-FFF2-40B4-BE49-F238E27FC236}">
                <a16:creationId xmlns:a16="http://schemas.microsoft.com/office/drawing/2014/main" id="{1CF1EF4A-5FEC-4B62-A622-2DEE7B72C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5" name="Rectangle 13">
            <a:extLst>
              <a:ext uri="{FF2B5EF4-FFF2-40B4-BE49-F238E27FC236}">
                <a16:creationId xmlns:a16="http://schemas.microsoft.com/office/drawing/2014/main" id="{322BDF90-AD9B-4F68-8F1B-8AE6FD1E4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6" name="Rectangle 14">
            <a:extLst>
              <a:ext uri="{FF2B5EF4-FFF2-40B4-BE49-F238E27FC236}">
                <a16:creationId xmlns:a16="http://schemas.microsoft.com/office/drawing/2014/main" id="{93F9BC3E-2349-4557-A942-FF58D3497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7" name="Rectangle 15">
            <a:extLst>
              <a:ext uri="{FF2B5EF4-FFF2-40B4-BE49-F238E27FC236}">
                <a16:creationId xmlns:a16="http://schemas.microsoft.com/office/drawing/2014/main" id="{D4E479F8-DBB7-4E24-82DB-9187E1DA15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8" name="Rectangle 16">
            <a:extLst>
              <a:ext uri="{FF2B5EF4-FFF2-40B4-BE49-F238E27FC236}">
                <a16:creationId xmlns:a16="http://schemas.microsoft.com/office/drawing/2014/main" id="{88729413-47AC-4DEA-A613-0B6158FCB8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9" name="Rectangle 17">
            <a:extLst>
              <a:ext uri="{FF2B5EF4-FFF2-40B4-BE49-F238E27FC236}">
                <a16:creationId xmlns:a16="http://schemas.microsoft.com/office/drawing/2014/main" id="{20F824DD-152A-4F6D-952E-24ADD1A8C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0" name="Rectangle 18">
            <a:extLst>
              <a:ext uri="{FF2B5EF4-FFF2-40B4-BE49-F238E27FC236}">
                <a16:creationId xmlns:a16="http://schemas.microsoft.com/office/drawing/2014/main" id="{951C09E8-C755-4AEB-9C27-AE9621753A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1" name="Rectangle 19">
            <a:extLst>
              <a:ext uri="{FF2B5EF4-FFF2-40B4-BE49-F238E27FC236}">
                <a16:creationId xmlns:a16="http://schemas.microsoft.com/office/drawing/2014/main" id="{32F64432-EE66-40C8-A67A-FA722F75D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2" name="Rectangle 20">
            <a:extLst>
              <a:ext uri="{FF2B5EF4-FFF2-40B4-BE49-F238E27FC236}">
                <a16:creationId xmlns:a16="http://schemas.microsoft.com/office/drawing/2014/main" id="{29005991-F871-4DFB-9517-DCB334B68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3" name="Rectangle 21">
            <a:extLst>
              <a:ext uri="{FF2B5EF4-FFF2-40B4-BE49-F238E27FC236}">
                <a16:creationId xmlns:a16="http://schemas.microsoft.com/office/drawing/2014/main" id="{1C601034-B07F-4FCA-B65F-4BA94F1FE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4" name="Rectangle 22">
            <a:extLst>
              <a:ext uri="{FF2B5EF4-FFF2-40B4-BE49-F238E27FC236}">
                <a16:creationId xmlns:a16="http://schemas.microsoft.com/office/drawing/2014/main" id="{A3C10F51-A92E-4F5D-841E-2495E85BD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5" name="Rectangle 23">
            <a:extLst>
              <a:ext uri="{FF2B5EF4-FFF2-40B4-BE49-F238E27FC236}">
                <a16:creationId xmlns:a16="http://schemas.microsoft.com/office/drawing/2014/main" id="{8656C742-4C71-41EC-9EED-8A0FF35A8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6" name="Rectangle 24">
            <a:extLst>
              <a:ext uri="{FF2B5EF4-FFF2-40B4-BE49-F238E27FC236}">
                <a16:creationId xmlns:a16="http://schemas.microsoft.com/office/drawing/2014/main" id="{DD7837C0-45DC-47B0-8EB6-E1AFA3DF2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7" name="Rectangle 25">
            <a:extLst>
              <a:ext uri="{FF2B5EF4-FFF2-40B4-BE49-F238E27FC236}">
                <a16:creationId xmlns:a16="http://schemas.microsoft.com/office/drawing/2014/main" id="{C6C4A808-47AA-4933-B20F-A80BEEFBDE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8" name="Rectangle 26">
            <a:extLst>
              <a:ext uri="{FF2B5EF4-FFF2-40B4-BE49-F238E27FC236}">
                <a16:creationId xmlns:a16="http://schemas.microsoft.com/office/drawing/2014/main" id="{1916F620-2E67-4716-A335-AA9D0F9A9B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9" name="Rectangle 27">
            <a:extLst>
              <a:ext uri="{FF2B5EF4-FFF2-40B4-BE49-F238E27FC236}">
                <a16:creationId xmlns:a16="http://schemas.microsoft.com/office/drawing/2014/main" id="{54529738-34CA-43C1-9448-C6D7594E39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0" name="Rectangle 28">
            <a:extLst>
              <a:ext uri="{FF2B5EF4-FFF2-40B4-BE49-F238E27FC236}">
                <a16:creationId xmlns:a16="http://schemas.microsoft.com/office/drawing/2014/main" id="{AB2B254B-6166-4F70-A263-5F5630C8A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1" name="Rectangle 29">
            <a:extLst>
              <a:ext uri="{FF2B5EF4-FFF2-40B4-BE49-F238E27FC236}">
                <a16:creationId xmlns:a16="http://schemas.microsoft.com/office/drawing/2014/main" id="{CC179163-7F45-4275-B900-184CA908E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2" name="Rectangle 30">
            <a:extLst>
              <a:ext uri="{FF2B5EF4-FFF2-40B4-BE49-F238E27FC236}">
                <a16:creationId xmlns:a16="http://schemas.microsoft.com/office/drawing/2014/main" id="{A16179B1-495E-40B6-BA3E-4FE45BD06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1" name="Rectangle 32">
            <a:extLst>
              <a:ext uri="{FF2B5EF4-FFF2-40B4-BE49-F238E27FC236}">
                <a16:creationId xmlns:a16="http://schemas.microsoft.com/office/drawing/2014/main" id="{E6CEC545-E6D9-4264-BEA6-119B54AE4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2" name="Rectangle 33">
            <a:extLst>
              <a:ext uri="{FF2B5EF4-FFF2-40B4-BE49-F238E27FC236}">
                <a16:creationId xmlns:a16="http://schemas.microsoft.com/office/drawing/2014/main" id="{60C7E7B9-97E8-4AE1-A9F0-162381B38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3" name="Rectangle 34">
            <a:extLst>
              <a:ext uri="{FF2B5EF4-FFF2-40B4-BE49-F238E27FC236}">
                <a16:creationId xmlns:a16="http://schemas.microsoft.com/office/drawing/2014/main" id="{BC9E105B-3AD3-4AC9-8C4E-3DABA3F82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4" name="Rectangle 35">
            <a:extLst>
              <a:ext uri="{FF2B5EF4-FFF2-40B4-BE49-F238E27FC236}">
                <a16:creationId xmlns:a16="http://schemas.microsoft.com/office/drawing/2014/main" id="{B10232F8-CE74-495F-B906-B4B2237079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5" name="Rectangle 36">
            <a:extLst>
              <a:ext uri="{FF2B5EF4-FFF2-40B4-BE49-F238E27FC236}">
                <a16:creationId xmlns:a16="http://schemas.microsoft.com/office/drawing/2014/main" id="{377EBFB6-EE61-435B-A0EA-67D67D892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6" name="Rectangle 37">
            <a:extLst>
              <a:ext uri="{FF2B5EF4-FFF2-40B4-BE49-F238E27FC236}">
                <a16:creationId xmlns:a16="http://schemas.microsoft.com/office/drawing/2014/main" id="{7837C467-758B-463F-B551-93C783E12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7" name="Rectangle 38">
            <a:extLst>
              <a:ext uri="{FF2B5EF4-FFF2-40B4-BE49-F238E27FC236}">
                <a16:creationId xmlns:a16="http://schemas.microsoft.com/office/drawing/2014/main" id="{C77A01F7-C261-4381-86C3-4C89EE66C7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8" name="Rectangle 39">
            <a:extLst>
              <a:ext uri="{FF2B5EF4-FFF2-40B4-BE49-F238E27FC236}">
                <a16:creationId xmlns:a16="http://schemas.microsoft.com/office/drawing/2014/main" id="{7477D541-DCD7-4A47-BAD6-421CE795D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9" name="Rectangle 40">
            <a:extLst>
              <a:ext uri="{FF2B5EF4-FFF2-40B4-BE49-F238E27FC236}">
                <a16:creationId xmlns:a16="http://schemas.microsoft.com/office/drawing/2014/main" id="{4E64ADB5-6C15-4DFA-A1D8-CCB52869EB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0" name="Rectangle 41">
            <a:extLst>
              <a:ext uri="{FF2B5EF4-FFF2-40B4-BE49-F238E27FC236}">
                <a16:creationId xmlns:a16="http://schemas.microsoft.com/office/drawing/2014/main" id="{AC57F5E1-8997-4B18-B946-EC6DFA386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1" name="Rectangle 42">
            <a:extLst>
              <a:ext uri="{FF2B5EF4-FFF2-40B4-BE49-F238E27FC236}">
                <a16:creationId xmlns:a16="http://schemas.microsoft.com/office/drawing/2014/main" id="{AC1B45CA-8F96-41DA-A93A-FD14080BEB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2" name="Rectangle 43">
            <a:extLst>
              <a:ext uri="{FF2B5EF4-FFF2-40B4-BE49-F238E27FC236}">
                <a16:creationId xmlns:a16="http://schemas.microsoft.com/office/drawing/2014/main" id="{703118E8-5E3B-4DFA-9921-369E22CA03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3" name="Rectangle 44">
            <a:extLst>
              <a:ext uri="{FF2B5EF4-FFF2-40B4-BE49-F238E27FC236}">
                <a16:creationId xmlns:a16="http://schemas.microsoft.com/office/drawing/2014/main" id="{ED301010-E5DC-4676-A476-7C14D84A53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4" name="Rectangle 45">
            <a:extLst>
              <a:ext uri="{FF2B5EF4-FFF2-40B4-BE49-F238E27FC236}">
                <a16:creationId xmlns:a16="http://schemas.microsoft.com/office/drawing/2014/main" id="{37F85CBA-9F8F-490A-A6C5-555D548FD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5" name="Rectangle 46">
            <a:extLst>
              <a:ext uri="{FF2B5EF4-FFF2-40B4-BE49-F238E27FC236}">
                <a16:creationId xmlns:a16="http://schemas.microsoft.com/office/drawing/2014/main" id="{4CDDB648-0406-4415-9B3A-F56F9D7B2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6" name="Rectangle 47">
            <a:extLst>
              <a:ext uri="{FF2B5EF4-FFF2-40B4-BE49-F238E27FC236}">
                <a16:creationId xmlns:a16="http://schemas.microsoft.com/office/drawing/2014/main" id="{9656844F-AFE3-4957-A69F-F4A848FEF6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7" name="Rectangle 48">
            <a:extLst>
              <a:ext uri="{FF2B5EF4-FFF2-40B4-BE49-F238E27FC236}">
                <a16:creationId xmlns:a16="http://schemas.microsoft.com/office/drawing/2014/main" id="{5A3A99BA-4854-4231-B6BB-888D83A01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8" name="Rectangle 49">
            <a:extLst>
              <a:ext uri="{FF2B5EF4-FFF2-40B4-BE49-F238E27FC236}">
                <a16:creationId xmlns:a16="http://schemas.microsoft.com/office/drawing/2014/main" id="{22B51AD2-0C6E-467F-A47F-34DAB5BB7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9" name="Rectangle 50">
            <a:extLst>
              <a:ext uri="{FF2B5EF4-FFF2-40B4-BE49-F238E27FC236}">
                <a16:creationId xmlns:a16="http://schemas.microsoft.com/office/drawing/2014/main" id="{EDE14BA8-EBD0-4206-8FB2-6B9E4AB28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0" name="Rectangle 51">
            <a:extLst>
              <a:ext uri="{FF2B5EF4-FFF2-40B4-BE49-F238E27FC236}">
                <a16:creationId xmlns:a16="http://schemas.microsoft.com/office/drawing/2014/main" id="{F2846FEF-2688-4964-A02B-231009108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1" name="Rectangle 52">
            <a:extLst>
              <a:ext uri="{FF2B5EF4-FFF2-40B4-BE49-F238E27FC236}">
                <a16:creationId xmlns:a16="http://schemas.microsoft.com/office/drawing/2014/main" id="{93E03F91-49D8-43EE-B637-0558AECB0E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2" name="Rectangle 53">
            <a:extLst>
              <a:ext uri="{FF2B5EF4-FFF2-40B4-BE49-F238E27FC236}">
                <a16:creationId xmlns:a16="http://schemas.microsoft.com/office/drawing/2014/main" id="{25EB1B6D-371C-4129-8792-C87711A4D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3283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3" name="Rectangle 54">
            <a:extLst>
              <a:ext uri="{FF2B5EF4-FFF2-40B4-BE49-F238E27FC236}">
                <a16:creationId xmlns:a16="http://schemas.microsoft.com/office/drawing/2014/main" id="{F0762AD7-4B47-41B5-90EC-26D5248FC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4" name="Rectangle 55">
            <a:extLst>
              <a:ext uri="{FF2B5EF4-FFF2-40B4-BE49-F238E27FC236}">
                <a16:creationId xmlns:a16="http://schemas.microsoft.com/office/drawing/2014/main" id="{77F5372A-DF0C-4EB4-8383-88ACAFBC34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5" name="Rectangle 56">
            <a:extLst>
              <a:ext uri="{FF2B5EF4-FFF2-40B4-BE49-F238E27FC236}">
                <a16:creationId xmlns:a16="http://schemas.microsoft.com/office/drawing/2014/main" id="{E1647C36-4FD2-4648-B99F-D1A25055E7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6" name="Rectangle 57">
            <a:extLst>
              <a:ext uri="{FF2B5EF4-FFF2-40B4-BE49-F238E27FC236}">
                <a16:creationId xmlns:a16="http://schemas.microsoft.com/office/drawing/2014/main" id="{ACEC7B34-ADAF-47D3-BF11-ED91BA7A1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5" name="Rectangle 59">
            <a:extLst>
              <a:ext uri="{FF2B5EF4-FFF2-40B4-BE49-F238E27FC236}">
                <a16:creationId xmlns:a16="http://schemas.microsoft.com/office/drawing/2014/main" id="{D5764D4B-1D40-4C27-A916-0AC8D92994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6" name="Rectangle 60">
            <a:extLst>
              <a:ext uri="{FF2B5EF4-FFF2-40B4-BE49-F238E27FC236}">
                <a16:creationId xmlns:a16="http://schemas.microsoft.com/office/drawing/2014/main" id="{8D6FB00B-87D1-4116-9000-867A2BDD99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7" name="Rectangle 61">
            <a:extLst>
              <a:ext uri="{FF2B5EF4-FFF2-40B4-BE49-F238E27FC236}">
                <a16:creationId xmlns:a16="http://schemas.microsoft.com/office/drawing/2014/main" id="{13141309-AB43-4A97-A80F-35655D9BF2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8" name="Rectangle 62">
            <a:extLst>
              <a:ext uri="{FF2B5EF4-FFF2-40B4-BE49-F238E27FC236}">
                <a16:creationId xmlns:a16="http://schemas.microsoft.com/office/drawing/2014/main" id="{C9A0F710-6D9F-43AD-AC28-FF4E52165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9" name="Rectangle 63">
            <a:extLst>
              <a:ext uri="{FF2B5EF4-FFF2-40B4-BE49-F238E27FC236}">
                <a16:creationId xmlns:a16="http://schemas.microsoft.com/office/drawing/2014/main" id="{22D043F3-2F25-42E6-A0CC-C1417E89D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0" name="Rectangle 64">
            <a:extLst>
              <a:ext uri="{FF2B5EF4-FFF2-40B4-BE49-F238E27FC236}">
                <a16:creationId xmlns:a16="http://schemas.microsoft.com/office/drawing/2014/main" id="{128AE702-54D4-4937-85C0-321F9B6D1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1" name="Rectangle 65">
            <a:extLst>
              <a:ext uri="{FF2B5EF4-FFF2-40B4-BE49-F238E27FC236}">
                <a16:creationId xmlns:a16="http://schemas.microsoft.com/office/drawing/2014/main" id="{495CD95D-8E09-4DE3-AD35-D07AE4DACF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2" name="Rectangle 66">
            <a:extLst>
              <a:ext uri="{FF2B5EF4-FFF2-40B4-BE49-F238E27FC236}">
                <a16:creationId xmlns:a16="http://schemas.microsoft.com/office/drawing/2014/main" id="{F9E349F8-478A-454D-B3EF-507AC59758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3" name="Rectangle 67">
            <a:extLst>
              <a:ext uri="{FF2B5EF4-FFF2-40B4-BE49-F238E27FC236}">
                <a16:creationId xmlns:a16="http://schemas.microsoft.com/office/drawing/2014/main" id="{038DA8FC-06DE-457C-A8EE-5A7FEC447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4" name="Rectangle 68">
            <a:extLst>
              <a:ext uri="{FF2B5EF4-FFF2-40B4-BE49-F238E27FC236}">
                <a16:creationId xmlns:a16="http://schemas.microsoft.com/office/drawing/2014/main" id="{37F3C727-E73B-4515-BA7B-40F081102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5" name="Rectangle 69">
            <a:extLst>
              <a:ext uri="{FF2B5EF4-FFF2-40B4-BE49-F238E27FC236}">
                <a16:creationId xmlns:a16="http://schemas.microsoft.com/office/drawing/2014/main" id="{7ACA813C-C067-4264-85A3-D6CC63AFF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6" name="Rectangle 70">
            <a:extLst>
              <a:ext uri="{FF2B5EF4-FFF2-40B4-BE49-F238E27FC236}">
                <a16:creationId xmlns:a16="http://schemas.microsoft.com/office/drawing/2014/main" id="{7F1EFEF0-7477-4565-8B37-7950FACA6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7" name="Rectangle 71">
            <a:extLst>
              <a:ext uri="{FF2B5EF4-FFF2-40B4-BE49-F238E27FC236}">
                <a16:creationId xmlns:a16="http://schemas.microsoft.com/office/drawing/2014/main" id="{F425C54F-BDFC-4555-881A-B6F267624F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8" name="Rectangle 72">
            <a:extLst>
              <a:ext uri="{FF2B5EF4-FFF2-40B4-BE49-F238E27FC236}">
                <a16:creationId xmlns:a16="http://schemas.microsoft.com/office/drawing/2014/main" id="{213AFED9-7175-4A0D-92DC-B39BAE0FD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9" name="Rectangle 73">
            <a:extLst>
              <a:ext uri="{FF2B5EF4-FFF2-40B4-BE49-F238E27FC236}">
                <a16:creationId xmlns:a16="http://schemas.microsoft.com/office/drawing/2014/main" id="{9E4FCFC2-A1ED-453A-B612-E5E0B39C2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0" name="Rectangle 74">
            <a:extLst>
              <a:ext uri="{FF2B5EF4-FFF2-40B4-BE49-F238E27FC236}">
                <a16:creationId xmlns:a16="http://schemas.microsoft.com/office/drawing/2014/main" id="{1C9D742B-9152-4EF7-A612-B519BF62C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1" name="Rectangle 75">
            <a:extLst>
              <a:ext uri="{FF2B5EF4-FFF2-40B4-BE49-F238E27FC236}">
                <a16:creationId xmlns:a16="http://schemas.microsoft.com/office/drawing/2014/main" id="{2149792F-282E-44D6-84AE-7D31FA24B2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2" name="Rectangle 76">
            <a:extLst>
              <a:ext uri="{FF2B5EF4-FFF2-40B4-BE49-F238E27FC236}">
                <a16:creationId xmlns:a16="http://schemas.microsoft.com/office/drawing/2014/main" id="{BEAFEECA-B893-49C1-9039-812C4AF541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3" name="Rectangle 77">
            <a:extLst>
              <a:ext uri="{FF2B5EF4-FFF2-40B4-BE49-F238E27FC236}">
                <a16:creationId xmlns:a16="http://schemas.microsoft.com/office/drawing/2014/main" id="{122E4F71-6D60-47F1-8100-1C8190AADA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4" name="Rectangle 78">
            <a:extLst>
              <a:ext uri="{FF2B5EF4-FFF2-40B4-BE49-F238E27FC236}">
                <a16:creationId xmlns:a16="http://schemas.microsoft.com/office/drawing/2014/main" id="{E9A54785-45A1-4BC8-A85E-CA3EB19FF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5" name="Rectangle 79">
            <a:extLst>
              <a:ext uri="{FF2B5EF4-FFF2-40B4-BE49-F238E27FC236}">
                <a16:creationId xmlns:a16="http://schemas.microsoft.com/office/drawing/2014/main" id="{D765DC5F-87A3-4E46-88C5-F2101A2941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6" name="Rectangle 80">
            <a:extLst>
              <a:ext uri="{FF2B5EF4-FFF2-40B4-BE49-F238E27FC236}">
                <a16:creationId xmlns:a16="http://schemas.microsoft.com/office/drawing/2014/main" id="{644B6B17-5BBC-4A03-8899-52E7DF7FE6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7" name="Rectangle 81">
            <a:extLst>
              <a:ext uri="{FF2B5EF4-FFF2-40B4-BE49-F238E27FC236}">
                <a16:creationId xmlns:a16="http://schemas.microsoft.com/office/drawing/2014/main" id="{987BE756-32EA-455B-8130-C8E83B1B3B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8" name="Rectangle 82">
            <a:extLst>
              <a:ext uri="{FF2B5EF4-FFF2-40B4-BE49-F238E27FC236}">
                <a16:creationId xmlns:a16="http://schemas.microsoft.com/office/drawing/2014/main" id="{5C7821F2-B5EF-4833-B9B9-5AE62E011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9" name="Rectangle 83">
            <a:extLst>
              <a:ext uri="{FF2B5EF4-FFF2-40B4-BE49-F238E27FC236}">
                <a16:creationId xmlns:a16="http://schemas.microsoft.com/office/drawing/2014/main" id="{EDF1C499-3F66-4B42-92C0-855DDB14CD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0" name="Rectangle 84">
            <a:extLst>
              <a:ext uri="{FF2B5EF4-FFF2-40B4-BE49-F238E27FC236}">
                <a16:creationId xmlns:a16="http://schemas.microsoft.com/office/drawing/2014/main" id="{3A95874A-F523-4169-A3FB-782B25C88E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3882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9" name="Rectangle 5">
            <a:extLst>
              <a:ext uri="{FF2B5EF4-FFF2-40B4-BE49-F238E27FC236}">
                <a16:creationId xmlns:a16="http://schemas.microsoft.com/office/drawing/2014/main" id="{6291B61F-460B-41F6-82CC-088066FD85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0" name="Rectangle 6">
            <a:extLst>
              <a:ext uri="{FF2B5EF4-FFF2-40B4-BE49-F238E27FC236}">
                <a16:creationId xmlns:a16="http://schemas.microsoft.com/office/drawing/2014/main" id="{C588270F-A3F7-4DD2-8B81-C30BA6412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1" name="Rectangle 7">
            <a:extLst>
              <a:ext uri="{FF2B5EF4-FFF2-40B4-BE49-F238E27FC236}">
                <a16:creationId xmlns:a16="http://schemas.microsoft.com/office/drawing/2014/main" id="{050F8909-1A69-4BF3-BC80-ECD1B486F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2" name="Rectangle 8">
            <a:extLst>
              <a:ext uri="{FF2B5EF4-FFF2-40B4-BE49-F238E27FC236}">
                <a16:creationId xmlns:a16="http://schemas.microsoft.com/office/drawing/2014/main" id="{995EC835-8CAE-48D8-ADF0-22B6D986B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3" name="Rectangle 9">
            <a:extLst>
              <a:ext uri="{FF2B5EF4-FFF2-40B4-BE49-F238E27FC236}">
                <a16:creationId xmlns:a16="http://schemas.microsoft.com/office/drawing/2014/main" id="{5076577D-01F8-484C-8AEB-1091039A66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4" name="Rectangle 10">
            <a:extLst>
              <a:ext uri="{FF2B5EF4-FFF2-40B4-BE49-F238E27FC236}">
                <a16:creationId xmlns:a16="http://schemas.microsoft.com/office/drawing/2014/main" id="{5FAA1557-63ED-4C2E-89BE-E827B69C47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5" name="Rectangle 11">
            <a:extLst>
              <a:ext uri="{FF2B5EF4-FFF2-40B4-BE49-F238E27FC236}">
                <a16:creationId xmlns:a16="http://schemas.microsoft.com/office/drawing/2014/main" id="{63D8B1EF-AF76-4A72-B4E3-FC4D1B4E7A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6" name="Rectangle 12">
            <a:extLst>
              <a:ext uri="{FF2B5EF4-FFF2-40B4-BE49-F238E27FC236}">
                <a16:creationId xmlns:a16="http://schemas.microsoft.com/office/drawing/2014/main" id="{4DF3DA51-2B69-42BD-A6DE-6F85AA116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7" name="Rectangle 13">
            <a:extLst>
              <a:ext uri="{FF2B5EF4-FFF2-40B4-BE49-F238E27FC236}">
                <a16:creationId xmlns:a16="http://schemas.microsoft.com/office/drawing/2014/main" id="{464ECA3E-44D7-43DE-A35E-EADB2D8D7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8" name="Rectangle 14">
            <a:extLst>
              <a:ext uri="{FF2B5EF4-FFF2-40B4-BE49-F238E27FC236}">
                <a16:creationId xmlns:a16="http://schemas.microsoft.com/office/drawing/2014/main" id="{36E4F914-DFE7-4297-8E42-A27710155F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9" name="Rectangle 15">
            <a:extLst>
              <a:ext uri="{FF2B5EF4-FFF2-40B4-BE49-F238E27FC236}">
                <a16:creationId xmlns:a16="http://schemas.microsoft.com/office/drawing/2014/main" id="{164AA26B-0915-4E61-AFF2-BDA8ED551B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0" name="Rectangle 16">
            <a:extLst>
              <a:ext uri="{FF2B5EF4-FFF2-40B4-BE49-F238E27FC236}">
                <a16:creationId xmlns:a16="http://schemas.microsoft.com/office/drawing/2014/main" id="{D5AB2E4B-626F-4072-87E5-595D35EFA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1" name="Rectangle 17">
            <a:extLst>
              <a:ext uri="{FF2B5EF4-FFF2-40B4-BE49-F238E27FC236}">
                <a16:creationId xmlns:a16="http://schemas.microsoft.com/office/drawing/2014/main" id="{65DAB362-330B-46D1-BCA8-58DF84B02A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2" name="Rectangle 18">
            <a:extLst>
              <a:ext uri="{FF2B5EF4-FFF2-40B4-BE49-F238E27FC236}">
                <a16:creationId xmlns:a16="http://schemas.microsoft.com/office/drawing/2014/main" id="{354D240F-C2AD-45B8-AC36-32AD2EAD65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3" name="Rectangle 19">
            <a:extLst>
              <a:ext uri="{FF2B5EF4-FFF2-40B4-BE49-F238E27FC236}">
                <a16:creationId xmlns:a16="http://schemas.microsoft.com/office/drawing/2014/main" id="{90E2C084-FE42-498D-9DD1-54C9F1833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4" name="Rectangle 20">
            <a:extLst>
              <a:ext uri="{FF2B5EF4-FFF2-40B4-BE49-F238E27FC236}">
                <a16:creationId xmlns:a16="http://schemas.microsoft.com/office/drawing/2014/main" id="{C350DA86-5C2C-4CB7-B1CC-4409FC689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5" name="Rectangle 21">
            <a:extLst>
              <a:ext uri="{FF2B5EF4-FFF2-40B4-BE49-F238E27FC236}">
                <a16:creationId xmlns:a16="http://schemas.microsoft.com/office/drawing/2014/main" id="{3476D016-BE0E-40FB-AE03-36C720631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6" name="Rectangle 22">
            <a:extLst>
              <a:ext uri="{FF2B5EF4-FFF2-40B4-BE49-F238E27FC236}">
                <a16:creationId xmlns:a16="http://schemas.microsoft.com/office/drawing/2014/main" id="{4207A264-69D9-418A-8329-92D261B9B6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7" name="Rectangle 23">
            <a:extLst>
              <a:ext uri="{FF2B5EF4-FFF2-40B4-BE49-F238E27FC236}">
                <a16:creationId xmlns:a16="http://schemas.microsoft.com/office/drawing/2014/main" id="{A6B0A29B-A2CB-436D-9F5A-97AC9E9B3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8" name="Rectangle 24">
            <a:extLst>
              <a:ext uri="{FF2B5EF4-FFF2-40B4-BE49-F238E27FC236}">
                <a16:creationId xmlns:a16="http://schemas.microsoft.com/office/drawing/2014/main" id="{E9855E46-BFAF-42D9-AC3D-C449C9315D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9" name="Rectangle 25">
            <a:extLst>
              <a:ext uri="{FF2B5EF4-FFF2-40B4-BE49-F238E27FC236}">
                <a16:creationId xmlns:a16="http://schemas.microsoft.com/office/drawing/2014/main" id="{8A0832E2-B419-44F2-AA90-20EF15282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0" name="Rectangle 26">
            <a:extLst>
              <a:ext uri="{FF2B5EF4-FFF2-40B4-BE49-F238E27FC236}">
                <a16:creationId xmlns:a16="http://schemas.microsoft.com/office/drawing/2014/main" id="{19E36BF2-3D4E-4C2B-8D4A-DCF9E92FAE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4553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1" name="Rectangle 27">
            <a:extLst>
              <a:ext uri="{FF2B5EF4-FFF2-40B4-BE49-F238E27FC236}">
                <a16:creationId xmlns:a16="http://schemas.microsoft.com/office/drawing/2014/main" id="{038C7A5F-FE20-45D2-9A21-6F27B6DEE7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2" name="Rectangle 28">
            <a:extLst>
              <a:ext uri="{FF2B5EF4-FFF2-40B4-BE49-F238E27FC236}">
                <a16:creationId xmlns:a16="http://schemas.microsoft.com/office/drawing/2014/main" id="{E6296672-5055-43EF-8C50-F99741CCA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45539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3" name="Rectangle 29">
            <a:extLst>
              <a:ext uri="{FF2B5EF4-FFF2-40B4-BE49-F238E27FC236}">
                <a16:creationId xmlns:a16="http://schemas.microsoft.com/office/drawing/2014/main" id="{9F789C90-FBCD-48B5-800E-482955528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4" name="Rectangle 30">
            <a:extLst>
              <a:ext uri="{FF2B5EF4-FFF2-40B4-BE49-F238E27FC236}">
                <a16:creationId xmlns:a16="http://schemas.microsoft.com/office/drawing/2014/main" id="{DDF49BA7-3A02-4020-A1E4-11270C686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3" name="Rectangle 32">
            <a:extLst>
              <a:ext uri="{FF2B5EF4-FFF2-40B4-BE49-F238E27FC236}">
                <a16:creationId xmlns:a16="http://schemas.microsoft.com/office/drawing/2014/main" id="{B4B13D94-DCE1-468B-AF50-848FB46E4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4" name="Rectangle 33">
            <a:extLst>
              <a:ext uri="{FF2B5EF4-FFF2-40B4-BE49-F238E27FC236}">
                <a16:creationId xmlns:a16="http://schemas.microsoft.com/office/drawing/2014/main" id="{D42897BB-EFBB-4C3E-B7D8-39558C9973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5" name="Rectangle 34">
            <a:extLst>
              <a:ext uri="{FF2B5EF4-FFF2-40B4-BE49-F238E27FC236}">
                <a16:creationId xmlns:a16="http://schemas.microsoft.com/office/drawing/2014/main" id="{4FAE9ED1-B75E-4074-8A29-538EBAC75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6" name="Rectangle 35">
            <a:extLst>
              <a:ext uri="{FF2B5EF4-FFF2-40B4-BE49-F238E27FC236}">
                <a16:creationId xmlns:a16="http://schemas.microsoft.com/office/drawing/2014/main" id="{04AF33C2-82DD-4449-B5ED-C6E11A917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7" name="Rectangle 36">
            <a:extLst>
              <a:ext uri="{FF2B5EF4-FFF2-40B4-BE49-F238E27FC236}">
                <a16:creationId xmlns:a16="http://schemas.microsoft.com/office/drawing/2014/main" id="{A402AA2F-3566-4F90-A3D7-2F6ACC059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8" name="Rectangle 37">
            <a:extLst>
              <a:ext uri="{FF2B5EF4-FFF2-40B4-BE49-F238E27FC236}">
                <a16:creationId xmlns:a16="http://schemas.microsoft.com/office/drawing/2014/main" id="{12257C74-8FE2-4A5A-AE7D-4253FD48B2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9" name="Rectangle 38">
            <a:extLst>
              <a:ext uri="{FF2B5EF4-FFF2-40B4-BE49-F238E27FC236}">
                <a16:creationId xmlns:a16="http://schemas.microsoft.com/office/drawing/2014/main" id="{EDCCE78B-73E1-4347-A0AB-893F31DE0D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0" name="Rectangle 39">
            <a:extLst>
              <a:ext uri="{FF2B5EF4-FFF2-40B4-BE49-F238E27FC236}">
                <a16:creationId xmlns:a16="http://schemas.microsoft.com/office/drawing/2014/main" id="{71A20C81-1914-4715-86F6-FC2A3887F2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1" name="Rectangle 40">
            <a:extLst>
              <a:ext uri="{FF2B5EF4-FFF2-40B4-BE49-F238E27FC236}">
                <a16:creationId xmlns:a16="http://schemas.microsoft.com/office/drawing/2014/main" id="{30EB0F8B-2241-4BB6-B10C-10150726F1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2" name="Rectangle 41">
            <a:extLst>
              <a:ext uri="{FF2B5EF4-FFF2-40B4-BE49-F238E27FC236}">
                <a16:creationId xmlns:a16="http://schemas.microsoft.com/office/drawing/2014/main" id="{93DC7C70-8C17-43A4-9F9B-0C24A1A88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3" name="Rectangle 42">
            <a:extLst>
              <a:ext uri="{FF2B5EF4-FFF2-40B4-BE49-F238E27FC236}">
                <a16:creationId xmlns:a16="http://schemas.microsoft.com/office/drawing/2014/main" id="{700DA9A2-C7ED-46FB-B7ED-912E60E91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4" name="Rectangle 43">
            <a:extLst>
              <a:ext uri="{FF2B5EF4-FFF2-40B4-BE49-F238E27FC236}">
                <a16:creationId xmlns:a16="http://schemas.microsoft.com/office/drawing/2014/main" id="{23993B3F-B1E2-4626-915E-30EA0C271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5" name="Rectangle 44">
            <a:extLst>
              <a:ext uri="{FF2B5EF4-FFF2-40B4-BE49-F238E27FC236}">
                <a16:creationId xmlns:a16="http://schemas.microsoft.com/office/drawing/2014/main" id="{70A847F2-326C-4A11-90C5-5A5E3BC006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6" name="Rectangle 45">
            <a:extLst>
              <a:ext uri="{FF2B5EF4-FFF2-40B4-BE49-F238E27FC236}">
                <a16:creationId xmlns:a16="http://schemas.microsoft.com/office/drawing/2014/main" id="{D050CF34-CB80-475B-86F9-30114A7E61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7" name="Rectangle 46">
            <a:extLst>
              <a:ext uri="{FF2B5EF4-FFF2-40B4-BE49-F238E27FC236}">
                <a16:creationId xmlns:a16="http://schemas.microsoft.com/office/drawing/2014/main" id="{72F7682D-8B8B-4827-9F84-5A883F257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8" name="Rectangle 47">
            <a:extLst>
              <a:ext uri="{FF2B5EF4-FFF2-40B4-BE49-F238E27FC236}">
                <a16:creationId xmlns:a16="http://schemas.microsoft.com/office/drawing/2014/main" id="{096B96DB-AD07-4F59-8D81-878896D609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9" name="Rectangle 48">
            <a:extLst>
              <a:ext uri="{FF2B5EF4-FFF2-40B4-BE49-F238E27FC236}">
                <a16:creationId xmlns:a16="http://schemas.microsoft.com/office/drawing/2014/main" id="{8B2388B0-7437-4F3C-B5AF-A99838656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0" name="Rectangle 49">
            <a:extLst>
              <a:ext uri="{FF2B5EF4-FFF2-40B4-BE49-F238E27FC236}">
                <a16:creationId xmlns:a16="http://schemas.microsoft.com/office/drawing/2014/main" id="{FBE62A09-5F6A-4BC0-9413-4B7222385A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1" name="Rectangle 50">
            <a:extLst>
              <a:ext uri="{FF2B5EF4-FFF2-40B4-BE49-F238E27FC236}">
                <a16:creationId xmlns:a16="http://schemas.microsoft.com/office/drawing/2014/main" id="{FD4120A0-F176-4CF5-BD30-0A467CCD6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2" name="Rectangle 51">
            <a:extLst>
              <a:ext uri="{FF2B5EF4-FFF2-40B4-BE49-F238E27FC236}">
                <a16:creationId xmlns:a16="http://schemas.microsoft.com/office/drawing/2014/main" id="{8075DBF6-9812-49E0-8973-F29DF4621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3" name="Rectangle 52">
            <a:extLst>
              <a:ext uri="{FF2B5EF4-FFF2-40B4-BE49-F238E27FC236}">
                <a16:creationId xmlns:a16="http://schemas.microsoft.com/office/drawing/2014/main" id="{55CA37AD-A3E1-4489-9138-C3852B352A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4" name="Rectangle 53">
            <a:extLst>
              <a:ext uri="{FF2B5EF4-FFF2-40B4-BE49-F238E27FC236}">
                <a16:creationId xmlns:a16="http://schemas.microsoft.com/office/drawing/2014/main" id="{C88268CA-A454-432A-BBC6-F3C2F2736E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5" name="Rectangle 54">
            <a:extLst>
              <a:ext uri="{FF2B5EF4-FFF2-40B4-BE49-F238E27FC236}">
                <a16:creationId xmlns:a16="http://schemas.microsoft.com/office/drawing/2014/main" id="{3EA71045-4C26-49CD-944A-9D37A7B686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6" name="Rectangle 55">
            <a:extLst>
              <a:ext uri="{FF2B5EF4-FFF2-40B4-BE49-F238E27FC236}">
                <a16:creationId xmlns:a16="http://schemas.microsoft.com/office/drawing/2014/main" id="{4CA66C44-3E69-4CC0-BE3E-5099678F3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7" name="Rectangle 56">
            <a:extLst>
              <a:ext uri="{FF2B5EF4-FFF2-40B4-BE49-F238E27FC236}">
                <a16:creationId xmlns:a16="http://schemas.microsoft.com/office/drawing/2014/main" id="{DBCD939E-7346-4FE8-9A9E-3196A16340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225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8" name="Rectangle 57">
            <a:extLst>
              <a:ext uri="{FF2B5EF4-FFF2-40B4-BE49-F238E27FC236}">
                <a16:creationId xmlns:a16="http://schemas.microsoft.com/office/drawing/2014/main" id="{2048A8D9-1609-4979-9E04-CE3C74005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2251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7" name="Rectangle 59">
            <a:extLst>
              <a:ext uri="{FF2B5EF4-FFF2-40B4-BE49-F238E27FC236}">
                <a16:creationId xmlns:a16="http://schemas.microsoft.com/office/drawing/2014/main" id="{1CDD4CCD-B616-436B-A3FD-F9E6416D6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8" name="Rectangle 60">
            <a:extLst>
              <a:ext uri="{FF2B5EF4-FFF2-40B4-BE49-F238E27FC236}">
                <a16:creationId xmlns:a16="http://schemas.microsoft.com/office/drawing/2014/main" id="{C714A79D-593F-4D51-9527-0F7D44670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9" name="Rectangle 61">
            <a:extLst>
              <a:ext uri="{FF2B5EF4-FFF2-40B4-BE49-F238E27FC236}">
                <a16:creationId xmlns:a16="http://schemas.microsoft.com/office/drawing/2014/main" id="{E7C7988F-856E-46FD-8950-CCDDDA38C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0" name="Rectangle 62">
            <a:extLst>
              <a:ext uri="{FF2B5EF4-FFF2-40B4-BE49-F238E27FC236}">
                <a16:creationId xmlns:a16="http://schemas.microsoft.com/office/drawing/2014/main" id="{6A604DC1-6DD7-4A5F-939D-B7E3D6B445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1" name="Rectangle 63">
            <a:extLst>
              <a:ext uri="{FF2B5EF4-FFF2-40B4-BE49-F238E27FC236}">
                <a16:creationId xmlns:a16="http://schemas.microsoft.com/office/drawing/2014/main" id="{5E841B6F-400E-43A2-BA9E-713E1210E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2" name="Rectangle 64">
            <a:extLst>
              <a:ext uri="{FF2B5EF4-FFF2-40B4-BE49-F238E27FC236}">
                <a16:creationId xmlns:a16="http://schemas.microsoft.com/office/drawing/2014/main" id="{EB3556E4-BBFF-4497-86CB-E08210D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3" name="Rectangle 65">
            <a:extLst>
              <a:ext uri="{FF2B5EF4-FFF2-40B4-BE49-F238E27FC236}">
                <a16:creationId xmlns:a16="http://schemas.microsoft.com/office/drawing/2014/main" id="{4ED49176-4A95-47F2-9609-F517D91CE5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4" name="Rectangle 66">
            <a:extLst>
              <a:ext uri="{FF2B5EF4-FFF2-40B4-BE49-F238E27FC236}">
                <a16:creationId xmlns:a16="http://schemas.microsoft.com/office/drawing/2014/main" id="{C285A21A-D02C-4E2C-9129-0E4FD1439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5" name="Rectangle 67">
            <a:extLst>
              <a:ext uri="{FF2B5EF4-FFF2-40B4-BE49-F238E27FC236}">
                <a16:creationId xmlns:a16="http://schemas.microsoft.com/office/drawing/2014/main" id="{0FAC70C0-5E77-440D-AA2C-C5F3A3CEC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6" name="Rectangle 68">
            <a:extLst>
              <a:ext uri="{FF2B5EF4-FFF2-40B4-BE49-F238E27FC236}">
                <a16:creationId xmlns:a16="http://schemas.microsoft.com/office/drawing/2014/main" id="{5463B017-838F-413D-8764-821503622A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7" name="Rectangle 69">
            <a:extLst>
              <a:ext uri="{FF2B5EF4-FFF2-40B4-BE49-F238E27FC236}">
                <a16:creationId xmlns:a16="http://schemas.microsoft.com/office/drawing/2014/main" id="{D1A17899-795E-470F-B52B-0EE1A5143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8" name="Rectangle 70">
            <a:extLst>
              <a:ext uri="{FF2B5EF4-FFF2-40B4-BE49-F238E27FC236}">
                <a16:creationId xmlns:a16="http://schemas.microsoft.com/office/drawing/2014/main" id="{BFA98CD7-C296-4FF8-AEA4-137B730DF3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9" name="Rectangle 71">
            <a:extLst>
              <a:ext uri="{FF2B5EF4-FFF2-40B4-BE49-F238E27FC236}">
                <a16:creationId xmlns:a16="http://schemas.microsoft.com/office/drawing/2014/main" id="{9F11BA7F-A440-4A5A-9145-C2CBF5DAF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0" name="Rectangle 72">
            <a:extLst>
              <a:ext uri="{FF2B5EF4-FFF2-40B4-BE49-F238E27FC236}">
                <a16:creationId xmlns:a16="http://schemas.microsoft.com/office/drawing/2014/main" id="{D21FFF55-7EAD-40FA-9864-F5B8971D14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1" name="Rectangle 73">
            <a:extLst>
              <a:ext uri="{FF2B5EF4-FFF2-40B4-BE49-F238E27FC236}">
                <a16:creationId xmlns:a16="http://schemas.microsoft.com/office/drawing/2014/main" id="{30F55C85-4BDF-4A1A-A90A-C676A9117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2" name="Rectangle 74">
            <a:extLst>
              <a:ext uri="{FF2B5EF4-FFF2-40B4-BE49-F238E27FC236}">
                <a16:creationId xmlns:a16="http://schemas.microsoft.com/office/drawing/2014/main" id="{CD376222-CE2E-460E-A86D-CEEFFC77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3" name="Rectangle 75">
            <a:extLst>
              <a:ext uri="{FF2B5EF4-FFF2-40B4-BE49-F238E27FC236}">
                <a16:creationId xmlns:a16="http://schemas.microsoft.com/office/drawing/2014/main" id="{D9F6E244-E70D-4E98-BE65-616D29AD4D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4" name="Rectangle 76">
            <a:extLst>
              <a:ext uri="{FF2B5EF4-FFF2-40B4-BE49-F238E27FC236}">
                <a16:creationId xmlns:a16="http://schemas.microsoft.com/office/drawing/2014/main" id="{E3B75F8F-57C0-4AD6-92A4-826B4281F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5" name="Rectangle 77">
            <a:extLst>
              <a:ext uri="{FF2B5EF4-FFF2-40B4-BE49-F238E27FC236}">
                <a16:creationId xmlns:a16="http://schemas.microsoft.com/office/drawing/2014/main" id="{A535E84C-3ECC-4B95-9FA9-A4AD23F2F2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6" name="Rectangle 78">
            <a:extLst>
              <a:ext uri="{FF2B5EF4-FFF2-40B4-BE49-F238E27FC236}">
                <a16:creationId xmlns:a16="http://schemas.microsoft.com/office/drawing/2014/main" id="{B36D8AB3-727A-44D7-B945-11021E7E5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7" name="Rectangle 79">
            <a:extLst>
              <a:ext uri="{FF2B5EF4-FFF2-40B4-BE49-F238E27FC236}">
                <a16:creationId xmlns:a16="http://schemas.microsoft.com/office/drawing/2014/main" id="{D97F58A0-5D6C-414B-81E1-932E36D87F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8" name="Rectangle 80">
            <a:extLst>
              <a:ext uri="{FF2B5EF4-FFF2-40B4-BE49-F238E27FC236}">
                <a16:creationId xmlns:a16="http://schemas.microsoft.com/office/drawing/2014/main" id="{34645A3A-2DF2-467B-ADEC-66C268007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9" name="Rectangle 81">
            <a:extLst>
              <a:ext uri="{FF2B5EF4-FFF2-40B4-BE49-F238E27FC236}">
                <a16:creationId xmlns:a16="http://schemas.microsoft.com/office/drawing/2014/main" id="{2991A0D8-2D5D-4B08-9704-9BFB93B16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0" name="Rectangle 82">
            <a:extLst>
              <a:ext uri="{FF2B5EF4-FFF2-40B4-BE49-F238E27FC236}">
                <a16:creationId xmlns:a16="http://schemas.microsoft.com/office/drawing/2014/main" id="{7128A5D3-8A8E-4A5B-ACA1-5A01DEAE2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577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1" name="Rectangle 83">
            <a:extLst>
              <a:ext uri="{FF2B5EF4-FFF2-40B4-BE49-F238E27FC236}">
                <a16:creationId xmlns:a16="http://schemas.microsoft.com/office/drawing/2014/main" id="{D017036E-3A97-4D6A-AA9F-AA9B8E3E0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2" name="Rectangle 84">
            <a:extLst>
              <a:ext uri="{FF2B5EF4-FFF2-40B4-BE49-F238E27FC236}">
                <a16:creationId xmlns:a16="http://schemas.microsoft.com/office/drawing/2014/main" id="{5BCCE486-20E6-47E4-96AF-5AFB02173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1" name="Rectangle 5">
            <a:extLst>
              <a:ext uri="{FF2B5EF4-FFF2-40B4-BE49-F238E27FC236}">
                <a16:creationId xmlns:a16="http://schemas.microsoft.com/office/drawing/2014/main" id="{AC28E286-CB3B-41B8-9829-2A09FD0F1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2" name="Rectangle 6">
            <a:extLst>
              <a:ext uri="{FF2B5EF4-FFF2-40B4-BE49-F238E27FC236}">
                <a16:creationId xmlns:a16="http://schemas.microsoft.com/office/drawing/2014/main" id="{A6CBC9BD-AE25-437A-9246-679B5C4DB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6" name="Rectangle 20">
            <a:extLst>
              <a:ext uri="{FF2B5EF4-FFF2-40B4-BE49-F238E27FC236}">
                <a16:creationId xmlns:a16="http://schemas.microsoft.com/office/drawing/2014/main" id="{0EDE0526-CBA2-4A01-9D59-24F0B138B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7" name="Rectangle 21">
            <a:extLst>
              <a:ext uri="{FF2B5EF4-FFF2-40B4-BE49-F238E27FC236}">
                <a16:creationId xmlns:a16="http://schemas.microsoft.com/office/drawing/2014/main" id="{5E66E413-A492-40ED-BCC5-F23480C017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8" name="Rectangle 22">
            <a:extLst>
              <a:ext uri="{FF2B5EF4-FFF2-40B4-BE49-F238E27FC236}">
                <a16:creationId xmlns:a16="http://schemas.microsoft.com/office/drawing/2014/main" id="{6FCFA5F2-AFE6-49D8-BE15-40E90D43F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9" name="Rectangle 23">
            <a:extLst>
              <a:ext uri="{FF2B5EF4-FFF2-40B4-BE49-F238E27FC236}">
                <a16:creationId xmlns:a16="http://schemas.microsoft.com/office/drawing/2014/main" id="{AD7A4E43-F44A-43CF-A9D7-BA4D8B2B2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0" name="Rectangle 24">
            <a:extLst>
              <a:ext uri="{FF2B5EF4-FFF2-40B4-BE49-F238E27FC236}">
                <a16:creationId xmlns:a16="http://schemas.microsoft.com/office/drawing/2014/main" id="{FC2E67AB-58DA-4BCF-81D2-0040BBD962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1" name="Rectangle 25">
            <a:extLst>
              <a:ext uri="{FF2B5EF4-FFF2-40B4-BE49-F238E27FC236}">
                <a16:creationId xmlns:a16="http://schemas.microsoft.com/office/drawing/2014/main" id="{C99A6A98-815A-4877-8FE9-06C0CB7E1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2" name="Rectangle 26">
            <a:extLst>
              <a:ext uri="{FF2B5EF4-FFF2-40B4-BE49-F238E27FC236}">
                <a16:creationId xmlns:a16="http://schemas.microsoft.com/office/drawing/2014/main" id="{C64F5A0E-D9C8-4999-8349-EA4D5F6ACF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3" name="Rectangle 27">
            <a:extLst>
              <a:ext uri="{FF2B5EF4-FFF2-40B4-BE49-F238E27FC236}">
                <a16:creationId xmlns:a16="http://schemas.microsoft.com/office/drawing/2014/main" id="{6935F975-0CC7-414B-9F9C-44875EF3FC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4" name="Rectangle 28">
            <a:extLst>
              <a:ext uri="{FF2B5EF4-FFF2-40B4-BE49-F238E27FC236}">
                <a16:creationId xmlns:a16="http://schemas.microsoft.com/office/drawing/2014/main" id="{21DEE8DA-7AB4-4341-BEF7-E8343A7BDF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5" name="Rectangle 29">
            <a:extLst>
              <a:ext uri="{FF2B5EF4-FFF2-40B4-BE49-F238E27FC236}">
                <a16:creationId xmlns:a16="http://schemas.microsoft.com/office/drawing/2014/main" id="{AF4FCF43-3009-4229-89F8-D62F91C926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6" name="Rectangle 30">
            <a:extLst>
              <a:ext uri="{FF2B5EF4-FFF2-40B4-BE49-F238E27FC236}">
                <a16:creationId xmlns:a16="http://schemas.microsoft.com/office/drawing/2014/main" id="{21EAAE8A-F99B-4A0B-8E7D-566273D5E9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6450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5" name="Rectangle 32">
            <a:extLst>
              <a:ext uri="{FF2B5EF4-FFF2-40B4-BE49-F238E27FC236}">
                <a16:creationId xmlns:a16="http://schemas.microsoft.com/office/drawing/2014/main" id="{FD0840A3-FF5F-4E9F-AAB6-948A5E4EC0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6" name="Rectangle 33">
            <a:extLst>
              <a:ext uri="{FF2B5EF4-FFF2-40B4-BE49-F238E27FC236}">
                <a16:creationId xmlns:a16="http://schemas.microsoft.com/office/drawing/2014/main" id="{F50A1B14-0F67-4FC2-88F7-3BE9E0EB2D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0" name="Rectangle 47">
            <a:extLst>
              <a:ext uri="{FF2B5EF4-FFF2-40B4-BE49-F238E27FC236}">
                <a16:creationId xmlns:a16="http://schemas.microsoft.com/office/drawing/2014/main" id="{C379EE06-9745-42DA-BBC1-A082CA50FB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1" name="Rectangle 48">
            <a:extLst>
              <a:ext uri="{FF2B5EF4-FFF2-40B4-BE49-F238E27FC236}">
                <a16:creationId xmlns:a16="http://schemas.microsoft.com/office/drawing/2014/main" id="{06184212-6301-4320-A25C-8350DB257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2" name="Rectangle 49">
            <a:extLst>
              <a:ext uri="{FF2B5EF4-FFF2-40B4-BE49-F238E27FC236}">
                <a16:creationId xmlns:a16="http://schemas.microsoft.com/office/drawing/2014/main" id="{D81215A9-8DA9-436E-BFD3-672FD476B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3" name="Rectangle 50">
            <a:extLst>
              <a:ext uri="{FF2B5EF4-FFF2-40B4-BE49-F238E27FC236}">
                <a16:creationId xmlns:a16="http://schemas.microsoft.com/office/drawing/2014/main" id="{7F4705F9-3317-4397-B01E-644775B19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4" name="Rectangle 51">
            <a:extLst>
              <a:ext uri="{FF2B5EF4-FFF2-40B4-BE49-F238E27FC236}">
                <a16:creationId xmlns:a16="http://schemas.microsoft.com/office/drawing/2014/main" id="{2857C00E-FADC-42AA-AA16-38A83D5AF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5" name="Rectangle 52">
            <a:extLst>
              <a:ext uri="{FF2B5EF4-FFF2-40B4-BE49-F238E27FC236}">
                <a16:creationId xmlns:a16="http://schemas.microsoft.com/office/drawing/2014/main" id="{74EAC93D-EF3C-4092-B15E-15494A23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6" name="Rectangle 53">
            <a:extLst>
              <a:ext uri="{FF2B5EF4-FFF2-40B4-BE49-F238E27FC236}">
                <a16:creationId xmlns:a16="http://schemas.microsoft.com/office/drawing/2014/main" id="{5D3EEE91-37CE-4F2F-905E-D7AFCC6E4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7" name="Rectangle 54">
            <a:extLst>
              <a:ext uri="{FF2B5EF4-FFF2-40B4-BE49-F238E27FC236}">
                <a16:creationId xmlns:a16="http://schemas.microsoft.com/office/drawing/2014/main" id="{368F77C6-C453-499B-8B47-39BE1A310E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8" name="Rectangle 55">
            <a:extLst>
              <a:ext uri="{FF2B5EF4-FFF2-40B4-BE49-F238E27FC236}">
                <a16:creationId xmlns:a16="http://schemas.microsoft.com/office/drawing/2014/main" id="{4EB7C421-E508-4232-A011-40643DB79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9" name="Rectangle 56">
            <a:extLst>
              <a:ext uri="{FF2B5EF4-FFF2-40B4-BE49-F238E27FC236}">
                <a16:creationId xmlns:a16="http://schemas.microsoft.com/office/drawing/2014/main" id="{B7A7C2F9-930E-4B50-9AA3-47FE15F43A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0" name="Rectangle 57">
            <a:extLst>
              <a:ext uri="{FF2B5EF4-FFF2-40B4-BE49-F238E27FC236}">
                <a16:creationId xmlns:a16="http://schemas.microsoft.com/office/drawing/2014/main" id="{4ADCC0C0-6310-4ED1-A69B-CF3133EB5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9" name="Rectangle 59">
            <a:extLst>
              <a:ext uri="{FF2B5EF4-FFF2-40B4-BE49-F238E27FC236}">
                <a16:creationId xmlns:a16="http://schemas.microsoft.com/office/drawing/2014/main" id="{EFCB7559-FD17-472B-B7A1-3FFC63C8B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0" name="Rectangle 60">
            <a:extLst>
              <a:ext uri="{FF2B5EF4-FFF2-40B4-BE49-F238E27FC236}">
                <a16:creationId xmlns:a16="http://schemas.microsoft.com/office/drawing/2014/main" id="{2DA5B014-05A6-4DC4-A1AF-6B4B382336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4" name="Rectangle 74">
            <a:extLst>
              <a:ext uri="{FF2B5EF4-FFF2-40B4-BE49-F238E27FC236}">
                <a16:creationId xmlns:a16="http://schemas.microsoft.com/office/drawing/2014/main" id="{8E63D1D1-CF92-468A-B012-24216CA08E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5" name="Rectangle 75">
            <a:extLst>
              <a:ext uri="{FF2B5EF4-FFF2-40B4-BE49-F238E27FC236}">
                <a16:creationId xmlns:a16="http://schemas.microsoft.com/office/drawing/2014/main" id="{8FC2CD59-128D-4D06-937E-4505D57D1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6" name="Rectangle 76">
            <a:extLst>
              <a:ext uri="{FF2B5EF4-FFF2-40B4-BE49-F238E27FC236}">
                <a16:creationId xmlns:a16="http://schemas.microsoft.com/office/drawing/2014/main" id="{B9A7B9E1-4CEE-41C8-A799-EE4B9AFCD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7" name="Rectangle 77">
            <a:extLst>
              <a:ext uri="{FF2B5EF4-FFF2-40B4-BE49-F238E27FC236}">
                <a16:creationId xmlns:a16="http://schemas.microsoft.com/office/drawing/2014/main" id="{3C824F84-B682-4EA2-AFC1-D56DF71A0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8" name="Rectangle 78">
            <a:extLst>
              <a:ext uri="{FF2B5EF4-FFF2-40B4-BE49-F238E27FC236}">
                <a16:creationId xmlns:a16="http://schemas.microsoft.com/office/drawing/2014/main" id="{154DDE76-05F9-405C-86DB-477B87DBB8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9" name="Rectangle 79">
            <a:extLst>
              <a:ext uri="{FF2B5EF4-FFF2-40B4-BE49-F238E27FC236}">
                <a16:creationId xmlns:a16="http://schemas.microsoft.com/office/drawing/2014/main" id="{28217A81-8951-475F-9F90-88B99F13D6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0" name="Rectangle 80">
            <a:extLst>
              <a:ext uri="{FF2B5EF4-FFF2-40B4-BE49-F238E27FC236}">
                <a16:creationId xmlns:a16="http://schemas.microsoft.com/office/drawing/2014/main" id="{DD226742-8914-401E-8D78-93F56B2E48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1" name="Rectangle 81">
            <a:extLst>
              <a:ext uri="{FF2B5EF4-FFF2-40B4-BE49-F238E27FC236}">
                <a16:creationId xmlns:a16="http://schemas.microsoft.com/office/drawing/2014/main" id="{B0E1AE86-33D6-4D1D-BC23-EA8A4AF1C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2" name="Rectangle 82">
            <a:extLst>
              <a:ext uri="{FF2B5EF4-FFF2-40B4-BE49-F238E27FC236}">
                <a16:creationId xmlns:a16="http://schemas.microsoft.com/office/drawing/2014/main" id="{CCA69695-3790-4A9F-9CC1-5EBCB1C96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3" name="Rectangle 83">
            <a:extLst>
              <a:ext uri="{FF2B5EF4-FFF2-40B4-BE49-F238E27FC236}">
                <a16:creationId xmlns:a16="http://schemas.microsoft.com/office/drawing/2014/main" id="{E75DD56F-C446-4037-8A60-A6C1A44E8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4" name="Rectangle 84">
            <a:extLst>
              <a:ext uri="{FF2B5EF4-FFF2-40B4-BE49-F238E27FC236}">
                <a16:creationId xmlns:a16="http://schemas.microsoft.com/office/drawing/2014/main" id="{3658AAE9-4C55-47F2-9C83-497627EC2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376763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3" name="Rectangle 5">
            <a:extLst>
              <a:ext uri="{FF2B5EF4-FFF2-40B4-BE49-F238E27FC236}">
                <a16:creationId xmlns:a16="http://schemas.microsoft.com/office/drawing/2014/main" id="{5B16BA60-1923-4CB8-AC58-3FA97E9782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4" name="Rectangle 6">
            <a:extLst>
              <a:ext uri="{FF2B5EF4-FFF2-40B4-BE49-F238E27FC236}">
                <a16:creationId xmlns:a16="http://schemas.microsoft.com/office/drawing/2014/main" id="{5472B612-6D9A-49B7-A1A5-EF7EBDCE08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8" name="Rectangle 20">
            <a:extLst>
              <a:ext uri="{FF2B5EF4-FFF2-40B4-BE49-F238E27FC236}">
                <a16:creationId xmlns:a16="http://schemas.microsoft.com/office/drawing/2014/main" id="{3C593FAE-CE47-48A5-AC85-6174EAC0A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9" name="Rectangle 21">
            <a:extLst>
              <a:ext uri="{FF2B5EF4-FFF2-40B4-BE49-F238E27FC236}">
                <a16:creationId xmlns:a16="http://schemas.microsoft.com/office/drawing/2014/main" id="{E2228A57-948E-4482-9E06-D9E725176D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0" name="Rectangle 22">
            <a:extLst>
              <a:ext uri="{FF2B5EF4-FFF2-40B4-BE49-F238E27FC236}">
                <a16:creationId xmlns:a16="http://schemas.microsoft.com/office/drawing/2014/main" id="{1EF13CFA-22CA-4C10-BE90-D5CC115A8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1" name="Rectangle 23">
            <a:extLst>
              <a:ext uri="{FF2B5EF4-FFF2-40B4-BE49-F238E27FC236}">
                <a16:creationId xmlns:a16="http://schemas.microsoft.com/office/drawing/2014/main" id="{0E8E90A3-1641-4E9B-A194-D5F117F9A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2" name="Rectangle 24">
            <a:extLst>
              <a:ext uri="{FF2B5EF4-FFF2-40B4-BE49-F238E27FC236}">
                <a16:creationId xmlns:a16="http://schemas.microsoft.com/office/drawing/2014/main" id="{A68EDFEF-E0D3-402A-9521-3DF38E4B8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3" name="Rectangle 25">
            <a:extLst>
              <a:ext uri="{FF2B5EF4-FFF2-40B4-BE49-F238E27FC236}">
                <a16:creationId xmlns:a16="http://schemas.microsoft.com/office/drawing/2014/main" id="{CCF9D944-04E9-47A8-9177-AFC8A6780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4" name="Rectangle 26">
            <a:extLst>
              <a:ext uri="{FF2B5EF4-FFF2-40B4-BE49-F238E27FC236}">
                <a16:creationId xmlns:a16="http://schemas.microsoft.com/office/drawing/2014/main" id="{ABDECE26-FC06-416E-A783-A77B3FFA3A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5" name="Rectangle 27">
            <a:extLst>
              <a:ext uri="{FF2B5EF4-FFF2-40B4-BE49-F238E27FC236}">
                <a16:creationId xmlns:a16="http://schemas.microsoft.com/office/drawing/2014/main" id="{1F81018F-D062-471E-8E4D-BF55555F5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6" name="Rectangle 28">
            <a:extLst>
              <a:ext uri="{FF2B5EF4-FFF2-40B4-BE49-F238E27FC236}">
                <a16:creationId xmlns:a16="http://schemas.microsoft.com/office/drawing/2014/main" id="{75BC1DFB-E2E0-44A2-8449-1511B5F4C2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7" name="Rectangle 29">
            <a:extLst>
              <a:ext uri="{FF2B5EF4-FFF2-40B4-BE49-F238E27FC236}">
                <a16:creationId xmlns:a16="http://schemas.microsoft.com/office/drawing/2014/main" id="{FE671700-5C5E-4E82-8FDC-49E44FF739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8" name="Rectangle 30">
            <a:extLst>
              <a:ext uri="{FF2B5EF4-FFF2-40B4-BE49-F238E27FC236}">
                <a16:creationId xmlns:a16="http://schemas.microsoft.com/office/drawing/2014/main" id="{367003AF-BC87-4F81-81EB-3D09A24C99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7" name="Rectangle 32">
            <a:extLst>
              <a:ext uri="{FF2B5EF4-FFF2-40B4-BE49-F238E27FC236}">
                <a16:creationId xmlns:a16="http://schemas.microsoft.com/office/drawing/2014/main" id="{8E8A1AC8-CA63-4F37-A8CF-FF832D8BE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8" name="Rectangle 33">
            <a:extLst>
              <a:ext uri="{FF2B5EF4-FFF2-40B4-BE49-F238E27FC236}">
                <a16:creationId xmlns:a16="http://schemas.microsoft.com/office/drawing/2014/main" id="{628E2734-FDDB-44A3-9AF2-0397842962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2" name="Rectangle 47">
            <a:extLst>
              <a:ext uri="{FF2B5EF4-FFF2-40B4-BE49-F238E27FC236}">
                <a16:creationId xmlns:a16="http://schemas.microsoft.com/office/drawing/2014/main" id="{924E8ED7-0B54-488C-86FD-838BEC6C72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3" name="Rectangle 48">
            <a:extLst>
              <a:ext uri="{FF2B5EF4-FFF2-40B4-BE49-F238E27FC236}">
                <a16:creationId xmlns:a16="http://schemas.microsoft.com/office/drawing/2014/main" id="{5E731C89-5DF4-4419-9A67-52BAEC373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4" name="Rectangle 49">
            <a:extLst>
              <a:ext uri="{FF2B5EF4-FFF2-40B4-BE49-F238E27FC236}">
                <a16:creationId xmlns:a16="http://schemas.microsoft.com/office/drawing/2014/main" id="{D7B0E779-6D3D-4414-91BB-C1BBE6380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5" name="Rectangle 50">
            <a:extLst>
              <a:ext uri="{FF2B5EF4-FFF2-40B4-BE49-F238E27FC236}">
                <a16:creationId xmlns:a16="http://schemas.microsoft.com/office/drawing/2014/main" id="{E846AB63-6AAB-4E86-B4BA-7853BD602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6" name="Rectangle 51">
            <a:extLst>
              <a:ext uri="{FF2B5EF4-FFF2-40B4-BE49-F238E27FC236}">
                <a16:creationId xmlns:a16="http://schemas.microsoft.com/office/drawing/2014/main" id="{D05AC798-949B-4443-ADBB-917EF526FE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7" name="Rectangle 52">
            <a:extLst>
              <a:ext uri="{FF2B5EF4-FFF2-40B4-BE49-F238E27FC236}">
                <a16:creationId xmlns:a16="http://schemas.microsoft.com/office/drawing/2014/main" id="{8B3E2107-60AF-4064-A551-A333E6249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8" name="Rectangle 53">
            <a:extLst>
              <a:ext uri="{FF2B5EF4-FFF2-40B4-BE49-F238E27FC236}">
                <a16:creationId xmlns:a16="http://schemas.microsoft.com/office/drawing/2014/main" id="{055FD3E8-A340-4393-92E1-4FD68288FD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9" name="Rectangle 54">
            <a:extLst>
              <a:ext uri="{FF2B5EF4-FFF2-40B4-BE49-F238E27FC236}">
                <a16:creationId xmlns:a16="http://schemas.microsoft.com/office/drawing/2014/main" id="{C18C5E0E-D82C-4F82-A0E3-6BE9AAF75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0" name="Rectangle 55">
            <a:extLst>
              <a:ext uri="{FF2B5EF4-FFF2-40B4-BE49-F238E27FC236}">
                <a16:creationId xmlns:a16="http://schemas.microsoft.com/office/drawing/2014/main" id="{677F5FC4-34F3-400A-9970-A7EA63DB4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1" name="Rectangle 56">
            <a:extLst>
              <a:ext uri="{FF2B5EF4-FFF2-40B4-BE49-F238E27FC236}">
                <a16:creationId xmlns:a16="http://schemas.microsoft.com/office/drawing/2014/main" id="{2A4794CF-928E-4F8E-A532-7800E5996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2" name="Rectangle 57">
            <a:extLst>
              <a:ext uri="{FF2B5EF4-FFF2-40B4-BE49-F238E27FC236}">
                <a16:creationId xmlns:a16="http://schemas.microsoft.com/office/drawing/2014/main" id="{E4F63079-D99A-4ECA-AE8B-8E93D4295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7DA42D9-3528-406D-A6F9-46DF735F0B1B}"/>
              </a:ext>
            </a:extLst>
          </p:cNvPr>
          <p:cNvGrpSpPr/>
          <p:nvPr userDrawn="1"/>
        </p:nvGrpSpPr>
        <p:grpSpPr>
          <a:xfrm>
            <a:off x="354110" y="6402442"/>
            <a:ext cx="11480604" cy="109990"/>
            <a:chOff x="354110" y="6402442"/>
            <a:chExt cx="11480604" cy="109990"/>
          </a:xfrm>
        </p:grpSpPr>
        <p:sp>
          <p:nvSpPr>
            <p:cNvPr id="25" name="Rectangle 59">
              <a:extLst>
                <a:ext uri="{FF2B5EF4-FFF2-40B4-BE49-F238E27FC236}">
                  <a16:creationId xmlns:a16="http://schemas.microsoft.com/office/drawing/2014/main" id="{9006E5F9-87EA-4BFF-AC26-08D7B4E65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6" name="Rectangle 60">
              <a:extLst>
                <a:ext uri="{FF2B5EF4-FFF2-40B4-BE49-F238E27FC236}">
                  <a16:creationId xmlns:a16="http://schemas.microsoft.com/office/drawing/2014/main" id="{40F26277-619B-41A3-9D5F-A02E6914E1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" name="Rectangle 61">
              <a:extLst>
                <a:ext uri="{FF2B5EF4-FFF2-40B4-BE49-F238E27FC236}">
                  <a16:creationId xmlns:a16="http://schemas.microsoft.com/office/drawing/2014/main" id="{23DB5C85-827B-49AF-BC96-24E7ABDAD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" name="Rectangle 62">
              <a:extLst>
                <a:ext uri="{FF2B5EF4-FFF2-40B4-BE49-F238E27FC236}">
                  <a16:creationId xmlns:a16="http://schemas.microsoft.com/office/drawing/2014/main" id="{847A0A99-2056-4E0E-8A5A-2CBCA33AFF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" name="Rectangle 63">
              <a:extLst>
                <a:ext uri="{FF2B5EF4-FFF2-40B4-BE49-F238E27FC236}">
                  <a16:creationId xmlns:a16="http://schemas.microsoft.com/office/drawing/2014/main" id="{5474EE8D-D88A-47FF-9107-09082030E0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" name="Rectangle 64">
              <a:extLst>
                <a:ext uri="{FF2B5EF4-FFF2-40B4-BE49-F238E27FC236}">
                  <a16:creationId xmlns:a16="http://schemas.microsoft.com/office/drawing/2014/main" id="{0EC4B1DB-FB22-4303-B2D7-5E60C557A8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" name="Rectangle 65">
              <a:extLst>
                <a:ext uri="{FF2B5EF4-FFF2-40B4-BE49-F238E27FC236}">
                  <a16:creationId xmlns:a16="http://schemas.microsoft.com/office/drawing/2014/main" id="{B5127279-9249-47F2-8A42-1F7F68517E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2" name="Rectangle 66">
              <a:extLst>
                <a:ext uri="{FF2B5EF4-FFF2-40B4-BE49-F238E27FC236}">
                  <a16:creationId xmlns:a16="http://schemas.microsoft.com/office/drawing/2014/main" id="{4BE3E747-CD2D-4EA9-8A1C-AFC94F6403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3" name="Rectangle 67">
              <a:extLst>
                <a:ext uri="{FF2B5EF4-FFF2-40B4-BE49-F238E27FC236}">
                  <a16:creationId xmlns:a16="http://schemas.microsoft.com/office/drawing/2014/main" id="{844450CC-44D2-4CFB-9D82-BA80F0CA0E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4" name="Rectangle 68">
              <a:extLst>
                <a:ext uri="{FF2B5EF4-FFF2-40B4-BE49-F238E27FC236}">
                  <a16:creationId xmlns:a16="http://schemas.microsoft.com/office/drawing/2014/main" id="{56C9C6B8-074B-4807-A953-D5D69AEE2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" name="Rectangle 69">
              <a:extLst>
                <a:ext uri="{FF2B5EF4-FFF2-40B4-BE49-F238E27FC236}">
                  <a16:creationId xmlns:a16="http://schemas.microsoft.com/office/drawing/2014/main" id="{55A940DF-BE4B-4046-BF7D-7BBB8316FF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" name="Rectangle 70">
              <a:extLst>
                <a:ext uri="{FF2B5EF4-FFF2-40B4-BE49-F238E27FC236}">
                  <a16:creationId xmlns:a16="http://schemas.microsoft.com/office/drawing/2014/main" id="{79FECFE2-55AB-4195-B4F2-F1831B0901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7" name="Rectangle 71">
              <a:extLst>
                <a:ext uri="{FF2B5EF4-FFF2-40B4-BE49-F238E27FC236}">
                  <a16:creationId xmlns:a16="http://schemas.microsoft.com/office/drawing/2014/main" id="{F78BF45E-3F1B-4CCF-AB55-6AACA1D796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8" name="Rectangle 72">
              <a:extLst>
                <a:ext uri="{FF2B5EF4-FFF2-40B4-BE49-F238E27FC236}">
                  <a16:creationId xmlns:a16="http://schemas.microsoft.com/office/drawing/2014/main" id="{CEAEA0D2-DAF5-42AD-824D-BF0A0786AC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9" name="Rectangle 73">
              <a:extLst>
                <a:ext uri="{FF2B5EF4-FFF2-40B4-BE49-F238E27FC236}">
                  <a16:creationId xmlns:a16="http://schemas.microsoft.com/office/drawing/2014/main" id="{2616B93B-15A3-4A25-B322-A4A334791D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0" name="Rectangle 74">
              <a:extLst>
                <a:ext uri="{FF2B5EF4-FFF2-40B4-BE49-F238E27FC236}">
                  <a16:creationId xmlns:a16="http://schemas.microsoft.com/office/drawing/2014/main" id="{26C24972-CC21-4F79-908A-8F7EEF3C3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1" name="Rectangle 75">
              <a:extLst>
                <a:ext uri="{FF2B5EF4-FFF2-40B4-BE49-F238E27FC236}">
                  <a16:creationId xmlns:a16="http://schemas.microsoft.com/office/drawing/2014/main" id="{FD7C3FD5-0F89-4B6D-AC87-8001A0810C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2" name="Rectangle 76">
              <a:extLst>
                <a:ext uri="{FF2B5EF4-FFF2-40B4-BE49-F238E27FC236}">
                  <a16:creationId xmlns:a16="http://schemas.microsoft.com/office/drawing/2014/main" id="{B03C108E-68F6-4221-BC40-C5E3C19044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3" name="Rectangle 77">
              <a:extLst>
                <a:ext uri="{FF2B5EF4-FFF2-40B4-BE49-F238E27FC236}">
                  <a16:creationId xmlns:a16="http://schemas.microsoft.com/office/drawing/2014/main" id="{AEE8C851-520C-4A98-839F-17DEECB4C1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4" name="Rectangle 78">
              <a:extLst>
                <a:ext uri="{FF2B5EF4-FFF2-40B4-BE49-F238E27FC236}">
                  <a16:creationId xmlns:a16="http://schemas.microsoft.com/office/drawing/2014/main" id="{64CDD37E-8761-499B-B591-D1B68A0C60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5" name="Rectangle 79">
              <a:extLst>
                <a:ext uri="{FF2B5EF4-FFF2-40B4-BE49-F238E27FC236}">
                  <a16:creationId xmlns:a16="http://schemas.microsoft.com/office/drawing/2014/main" id="{CF1D9CFA-A92A-4012-8DBE-A1AFE416C0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6" name="Rectangle 80">
              <a:extLst>
                <a:ext uri="{FF2B5EF4-FFF2-40B4-BE49-F238E27FC236}">
                  <a16:creationId xmlns:a16="http://schemas.microsoft.com/office/drawing/2014/main" id="{5B28FF0B-0B00-4C89-9B32-5FCEE8CF72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7" name="Rectangle 81">
              <a:extLst>
                <a:ext uri="{FF2B5EF4-FFF2-40B4-BE49-F238E27FC236}">
                  <a16:creationId xmlns:a16="http://schemas.microsoft.com/office/drawing/2014/main" id="{3F39461F-D7C3-4741-A3BF-B2B81AC1BD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8" name="Rectangle 82">
              <a:extLst>
                <a:ext uri="{FF2B5EF4-FFF2-40B4-BE49-F238E27FC236}">
                  <a16:creationId xmlns:a16="http://schemas.microsoft.com/office/drawing/2014/main" id="{B209DBFB-FB6A-41D4-B8FD-371C1627C2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9" name="Rectangle 83">
              <a:extLst>
                <a:ext uri="{FF2B5EF4-FFF2-40B4-BE49-F238E27FC236}">
                  <a16:creationId xmlns:a16="http://schemas.microsoft.com/office/drawing/2014/main" id="{9851ABD3-4B24-43E9-8246-B439DE2890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0" name="Rectangle 84">
              <a:extLst>
                <a:ext uri="{FF2B5EF4-FFF2-40B4-BE49-F238E27FC236}">
                  <a16:creationId xmlns:a16="http://schemas.microsoft.com/office/drawing/2014/main" id="{C66181AB-B727-41A6-A789-CF6AAB689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Date Placeholder 1"/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B5B99429-15CB-4646-807F-6B01F4253B13}"/>
              </a:ext>
            </a:extLst>
          </p:cNvPr>
          <p:cNvGrpSpPr/>
          <p:nvPr userDrawn="1"/>
        </p:nvGrpSpPr>
        <p:grpSpPr>
          <a:xfrm>
            <a:off x="354110" y="5904602"/>
            <a:ext cx="11480604" cy="109990"/>
            <a:chOff x="354110" y="6402442"/>
            <a:chExt cx="11480604" cy="109990"/>
          </a:xfrm>
        </p:grpSpPr>
        <p:sp>
          <p:nvSpPr>
            <p:cNvPr id="619" name="Rectangle 59">
              <a:extLst>
                <a:ext uri="{FF2B5EF4-FFF2-40B4-BE49-F238E27FC236}">
                  <a16:creationId xmlns:a16="http://schemas.microsoft.com/office/drawing/2014/main" id="{624494D0-607C-4971-A357-ED99F45D7C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60">
              <a:extLst>
                <a:ext uri="{FF2B5EF4-FFF2-40B4-BE49-F238E27FC236}">
                  <a16:creationId xmlns:a16="http://schemas.microsoft.com/office/drawing/2014/main" id="{22FD15BA-8E62-417D-8392-658E5E86C2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61">
              <a:extLst>
                <a:ext uri="{FF2B5EF4-FFF2-40B4-BE49-F238E27FC236}">
                  <a16:creationId xmlns:a16="http://schemas.microsoft.com/office/drawing/2014/main" id="{C665A07F-2AFB-49CF-8EE0-C81377FC2A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62">
              <a:extLst>
                <a:ext uri="{FF2B5EF4-FFF2-40B4-BE49-F238E27FC236}">
                  <a16:creationId xmlns:a16="http://schemas.microsoft.com/office/drawing/2014/main" id="{74997C49-7ACC-4BCC-BC8D-58EBD77EE7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63">
              <a:extLst>
                <a:ext uri="{FF2B5EF4-FFF2-40B4-BE49-F238E27FC236}">
                  <a16:creationId xmlns:a16="http://schemas.microsoft.com/office/drawing/2014/main" id="{E3CDD2FB-079B-43EA-89D5-5FD9D7644A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64">
              <a:extLst>
                <a:ext uri="{FF2B5EF4-FFF2-40B4-BE49-F238E27FC236}">
                  <a16:creationId xmlns:a16="http://schemas.microsoft.com/office/drawing/2014/main" id="{9C1479D9-3647-44C4-99E1-C660E2C8E3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65">
              <a:extLst>
                <a:ext uri="{FF2B5EF4-FFF2-40B4-BE49-F238E27FC236}">
                  <a16:creationId xmlns:a16="http://schemas.microsoft.com/office/drawing/2014/main" id="{AA8F3E10-CD9D-49C0-B0AE-24ABBF3BDC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66">
              <a:extLst>
                <a:ext uri="{FF2B5EF4-FFF2-40B4-BE49-F238E27FC236}">
                  <a16:creationId xmlns:a16="http://schemas.microsoft.com/office/drawing/2014/main" id="{9C3B6F09-A4DD-4A26-B213-51E232054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67">
              <a:extLst>
                <a:ext uri="{FF2B5EF4-FFF2-40B4-BE49-F238E27FC236}">
                  <a16:creationId xmlns:a16="http://schemas.microsoft.com/office/drawing/2014/main" id="{2BA14941-5A2D-4CDB-9C2E-79C930D22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68">
              <a:extLst>
                <a:ext uri="{FF2B5EF4-FFF2-40B4-BE49-F238E27FC236}">
                  <a16:creationId xmlns:a16="http://schemas.microsoft.com/office/drawing/2014/main" id="{6C5B2E84-85D6-4DD5-88FE-F8495F5E3C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69">
              <a:extLst>
                <a:ext uri="{FF2B5EF4-FFF2-40B4-BE49-F238E27FC236}">
                  <a16:creationId xmlns:a16="http://schemas.microsoft.com/office/drawing/2014/main" id="{1987B595-96EB-427F-8E00-533CBBEB5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70">
              <a:extLst>
                <a:ext uri="{FF2B5EF4-FFF2-40B4-BE49-F238E27FC236}">
                  <a16:creationId xmlns:a16="http://schemas.microsoft.com/office/drawing/2014/main" id="{99D33392-C824-498D-AF8A-7AF58A9F33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71">
              <a:extLst>
                <a:ext uri="{FF2B5EF4-FFF2-40B4-BE49-F238E27FC236}">
                  <a16:creationId xmlns:a16="http://schemas.microsoft.com/office/drawing/2014/main" id="{6D1CAD59-FE6E-48A2-AE71-1BB80553F2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72">
              <a:extLst>
                <a:ext uri="{FF2B5EF4-FFF2-40B4-BE49-F238E27FC236}">
                  <a16:creationId xmlns:a16="http://schemas.microsoft.com/office/drawing/2014/main" id="{BD936CE6-00F6-4CAF-A200-A693710C8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73">
              <a:extLst>
                <a:ext uri="{FF2B5EF4-FFF2-40B4-BE49-F238E27FC236}">
                  <a16:creationId xmlns:a16="http://schemas.microsoft.com/office/drawing/2014/main" id="{10329E52-6B3F-4897-BFBC-A6C4F2D269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74">
              <a:extLst>
                <a:ext uri="{FF2B5EF4-FFF2-40B4-BE49-F238E27FC236}">
                  <a16:creationId xmlns:a16="http://schemas.microsoft.com/office/drawing/2014/main" id="{B9A5FD8E-2005-457D-B36F-5BD162CB6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75">
              <a:extLst>
                <a:ext uri="{FF2B5EF4-FFF2-40B4-BE49-F238E27FC236}">
                  <a16:creationId xmlns:a16="http://schemas.microsoft.com/office/drawing/2014/main" id="{2C1FBF6B-A7C3-4F83-AD53-33D9E848D4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76">
              <a:extLst>
                <a:ext uri="{FF2B5EF4-FFF2-40B4-BE49-F238E27FC236}">
                  <a16:creationId xmlns:a16="http://schemas.microsoft.com/office/drawing/2014/main" id="{964A4B57-1B27-4010-9A9F-F2BCD2530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77">
              <a:extLst>
                <a:ext uri="{FF2B5EF4-FFF2-40B4-BE49-F238E27FC236}">
                  <a16:creationId xmlns:a16="http://schemas.microsoft.com/office/drawing/2014/main" id="{D961087D-A1D8-48DD-8BD9-550D635574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78">
              <a:extLst>
                <a:ext uri="{FF2B5EF4-FFF2-40B4-BE49-F238E27FC236}">
                  <a16:creationId xmlns:a16="http://schemas.microsoft.com/office/drawing/2014/main" id="{64FADA1C-663B-4FF6-8D80-B311B8ABC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79">
              <a:extLst>
                <a:ext uri="{FF2B5EF4-FFF2-40B4-BE49-F238E27FC236}">
                  <a16:creationId xmlns:a16="http://schemas.microsoft.com/office/drawing/2014/main" id="{E96330D1-4BBF-4D0A-B45F-77999C5C7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80">
              <a:extLst>
                <a:ext uri="{FF2B5EF4-FFF2-40B4-BE49-F238E27FC236}">
                  <a16:creationId xmlns:a16="http://schemas.microsoft.com/office/drawing/2014/main" id="{78AFE672-0739-4A26-8B51-D71BAD6A43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81">
              <a:extLst>
                <a:ext uri="{FF2B5EF4-FFF2-40B4-BE49-F238E27FC236}">
                  <a16:creationId xmlns:a16="http://schemas.microsoft.com/office/drawing/2014/main" id="{AA3E4254-137D-4797-BF52-FAB6866F0F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82">
              <a:extLst>
                <a:ext uri="{FF2B5EF4-FFF2-40B4-BE49-F238E27FC236}">
                  <a16:creationId xmlns:a16="http://schemas.microsoft.com/office/drawing/2014/main" id="{81844ED9-0C33-41B9-8D6C-0C959F9E0F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83">
              <a:extLst>
                <a:ext uri="{FF2B5EF4-FFF2-40B4-BE49-F238E27FC236}">
                  <a16:creationId xmlns:a16="http://schemas.microsoft.com/office/drawing/2014/main" id="{69541354-1FEF-4A05-8852-E0866C0241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84">
              <a:extLst>
                <a:ext uri="{FF2B5EF4-FFF2-40B4-BE49-F238E27FC236}">
                  <a16:creationId xmlns:a16="http://schemas.microsoft.com/office/drawing/2014/main" id="{22323587-A6E2-4D2C-9D71-B6D0B4DAF0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1002194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12188825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265" indent="0">
              <a:buNone/>
              <a:defRPr sz="3732"/>
            </a:lvl2pPr>
            <a:lvl3pPr marL="1218529" indent="0">
              <a:buNone/>
              <a:defRPr sz="3198"/>
            </a:lvl3pPr>
            <a:lvl4pPr marL="1827794" indent="0">
              <a:buNone/>
              <a:defRPr sz="2665"/>
            </a:lvl4pPr>
            <a:lvl5pPr marL="2437060" indent="0">
              <a:buNone/>
              <a:defRPr sz="2665"/>
            </a:lvl5pPr>
            <a:lvl6pPr marL="3046324" indent="0">
              <a:buNone/>
              <a:defRPr sz="2665"/>
            </a:lvl6pPr>
            <a:lvl7pPr marL="3655589" indent="0">
              <a:buNone/>
              <a:defRPr sz="2665"/>
            </a:lvl7pPr>
            <a:lvl8pPr marL="4264853" indent="0">
              <a:buNone/>
              <a:defRPr sz="2665"/>
            </a:lvl8pPr>
            <a:lvl9pPr marL="4874118" indent="0">
              <a:buNone/>
              <a:defRPr sz="2665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841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12188825" cy="34290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07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www.anubhavtrainings.com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3DEB2B14-6477-2927-E581-527B2BB61E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0996" y="78420"/>
            <a:ext cx="652887" cy="644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4508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3" r:id="rId3"/>
    <p:sldLayoutId id="2147483666" r:id="rId4"/>
    <p:sldLayoutId id="2147483668" r:id="rId5"/>
    <p:sldLayoutId id="2147483669" r:id="rId6"/>
    <p:sldLayoutId id="2147483667" r:id="rId7"/>
    <p:sldLayoutId id="2147483670" r:id="rId8"/>
    <p:sldLayoutId id="2147483665" r:id="rId9"/>
    <p:sldLayoutId id="2147483671" r:id="rId10"/>
    <p:sldLayoutId id="2147483672" r:id="rId11"/>
  </p:sldLayoutIdLst>
  <p:txStyles>
    <p:titleStyle>
      <a:lvl1pPr algn="l" defTabSz="1218987" rtl="0" eaLnBrk="1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117" Type="http://schemas.openxmlformats.org/officeDocument/2006/relationships/image" Target="../media/image61.png"/><Relationship Id="rId21" Type="http://schemas.openxmlformats.org/officeDocument/2006/relationships/image" Target="../media/image13.png"/><Relationship Id="rId42" Type="http://schemas.openxmlformats.org/officeDocument/2006/relationships/customXml" Target="../ink/ink21.xml"/><Relationship Id="rId47" Type="http://schemas.openxmlformats.org/officeDocument/2006/relationships/image" Target="../media/image26.png"/><Relationship Id="rId63" Type="http://schemas.openxmlformats.org/officeDocument/2006/relationships/image" Target="../media/image34.png"/><Relationship Id="rId68" Type="http://schemas.openxmlformats.org/officeDocument/2006/relationships/customXml" Target="../ink/ink34.xml"/><Relationship Id="rId84" Type="http://schemas.openxmlformats.org/officeDocument/2006/relationships/customXml" Target="../ink/ink42.xml"/><Relationship Id="rId89" Type="http://schemas.openxmlformats.org/officeDocument/2006/relationships/image" Target="../media/image47.png"/><Relationship Id="rId112" Type="http://schemas.openxmlformats.org/officeDocument/2006/relationships/customXml" Target="../ink/ink56.xml"/><Relationship Id="rId16" Type="http://schemas.openxmlformats.org/officeDocument/2006/relationships/customXml" Target="../ink/ink8.xml"/><Relationship Id="rId107" Type="http://schemas.openxmlformats.org/officeDocument/2006/relationships/image" Target="../media/image56.png"/><Relationship Id="rId11" Type="http://schemas.openxmlformats.org/officeDocument/2006/relationships/image" Target="../media/image8.png"/><Relationship Id="rId32" Type="http://schemas.openxmlformats.org/officeDocument/2006/relationships/customXml" Target="../ink/ink16.xml"/><Relationship Id="rId37" Type="http://schemas.openxmlformats.org/officeDocument/2006/relationships/image" Target="../media/image21.png"/><Relationship Id="rId53" Type="http://schemas.openxmlformats.org/officeDocument/2006/relationships/image" Target="../media/image29.png"/><Relationship Id="rId58" Type="http://schemas.openxmlformats.org/officeDocument/2006/relationships/customXml" Target="../ink/ink29.xml"/><Relationship Id="rId74" Type="http://schemas.openxmlformats.org/officeDocument/2006/relationships/customXml" Target="../ink/ink37.xml"/><Relationship Id="rId79" Type="http://schemas.openxmlformats.org/officeDocument/2006/relationships/image" Target="../media/image42.png"/><Relationship Id="rId102" Type="http://schemas.openxmlformats.org/officeDocument/2006/relationships/customXml" Target="../ink/ink51.xml"/><Relationship Id="rId123" Type="http://schemas.openxmlformats.org/officeDocument/2006/relationships/image" Target="../media/image64.png"/><Relationship Id="rId5" Type="http://schemas.openxmlformats.org/officeDocument/2006/relationships/image" Target="../media/image5.png"/><Relationship Id="rId90" Type="http://schemas.openxmlformats.org/officeDocument/2006/relationships/customXml" Target="../ink/ink45.xml"/><Relationship Id="rId95" Type="http://schemas.openxmlformats.org/officeDocument/2006/relationships/image" Target="../media/image50.png"/><Relationship Id="rId22" Type="http://schemas.openxmlformats.org/officeDocument/2006/relationships/customXml" Target="../ink/ink11.xml"/><Relationship Id="rId27" Type="http://schemas.openxmlformats.org/officeDocument/2006/relationships/image" Target="../media/image16.png"/><Relationship Id="rId43" Type="http://schemas.openxmlformats.org/officeDocument/2006/relationships/image" Target="../media/image24.png"/><Relationship Id="rId48" Type="http://schemas.openxmlformats.org/officeDocument/2006/relationships/customXml" Target="../ink/ink24.xml"/><Relationship Id="rId64" Type="http://schemas.openxmlformats.org/officeDocument/2006/relationships/customXml" Target="../ink/ink32.xml"/><Relationship Id="rId69" Type="http://schemas.openxmlformats.org/officeDocument/2006/relationships/image" Target="../media/image37.png"/><Relationship Id="rId113" Type="http://schemas.openxmlformats.org/officeDocument/2006/relationships/image" Target="../media/image59.png"/><Relationship Id="rId118" Type="http://schemas.openxmlformats.org/officeDocument/2006/relationships/customXml" Target="../ink/ink59.xml"/><Relationship Id="rId80" Type="http://schemas.openxmlformats.org/officeDocument/2006/relationships/customXml" Target="../ink/ink40.xml"/><Relationship Id="rId85" Type="http://schemas.openxmlformats.org/officeDocument/2006/relationships/image" Target="../media/image45.png"/><Relationship Id="rId12" Type="http://schemas.openxmlformats.org/officeDocument/2006/relationships/customXml" Target="../ink/ink6.xml"/><Relationship Id="rId17" Type="http://schemas.openxmlformats.org/officeDocument/2006/relationships/image" Target="../media/image11.png"/><Relationship Id="rId33" Type="http://schemas.openxmlformats.org/officeDocument/2006/relationships/image" Target="../media/image19.png"/><Relationship Id="rId38" Type="http://schemas.openxmlformats.org/officeDocument/2006/relationships/customXml" Target="../ink/ink19.xml"/><Relationship Id="rId59" Type="http://schemas.openxmlformats.org/officeDocument/2006/relationships/image" Target="../media/image32.png"/><Relationship Id="rId103" Type="http://schemas.openxmlformats.org/officeDocument/2006/relationships/image" Target="../media/image54.png"/><Relationship Id="rId108" Type="http://schemas.openxmlformats.org/officeDocument/2006/relationships/customXml" Target="../ink/ink54.xml"/><Relationship Id="rId54" Type="http://schemas.openxmlformats.org/officeDocument/2006/relationships/customXml" Target="../ink/ink27.xml"/><Relationship Id="rId70" Type="http://schemas.openxmlformats.org/officeDocument/2006/relationships/customXml" Target="../ink/ink35.xml"/><Relationship Id="rId75" Type="http://schemas.openxmlformats.org/officeDocument/2006/relationships/image" Target="../media/image40.png"/><Relationship Id="rId91" Type="http://schemas.openxmlformats.org/officeDocument/2006/relationships/image" Target="../media/image48.png"/><Relationship Id="rId96" Type="http://schemas.openxmlformats.org/officeDocument/2006/relationships/customXml" Target="../ink/ink4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23" Type="http://schemas.openxmlformats.org/officeDocument/2006/relationships/image" Target="../media/image14.png"/><Relationship Id="rId28" Type="http://schemas.openxmlformats.org/officeDocument/2006/relationships/customXml" Target="../ink/ink14.xml"/><Relationship Id="rId49" Type="http://schemas.openxmlformats.org/officeDocument/2006/relationships/image" Target="../media/image27.png"/><Relationship Id="rId114" Type="http://schemas.openxmlformats.org/officeDocument/2006/relationships/customXml" Target="../ink/ink57.xml"/><Relationship Id="rId119" Type="http://schemas.openxmlformats.org/officeDocument/2006/relationships/image" Target="../media/image62.png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65" Type="http://schemas.openxmlformats.org/officeDocument/2006/relationships/image" Target="../media/image35.png"/><Relationship Id="rId81" Type="http://schemas.openxmlformats.org/officeDocument/2006/relationships/image" Target="../media/image43.png"/><Relationship Id="rId86" Type="http://schemas.openxmlformats.org/officeDocument/2006/relationships/customXml" Target="../ink/ink43.xml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3" Type="http://schemas.openxmlformats.org/officeDocument/2006/relationships/image" Target="../media/image9.png"/><Relationship Id="rId18" Type="http://schemas.openxmlformats.org/officeDocument/2006/relationships/customXml" Target="../ink/ink9.xml"/><Relationship Id="rId39" Type="http://schemas.openxmlformats.org/officeDocument/2006/relationships/image" Target="../media/image22.png"/><Relationship Id="rId109" Type="http://schemas.openxmlformats.org/officeDocument/2006/relationships/image" Target="../media/image57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30.png"/><Relationship Id="rId76" Type="http://schemas.openxmlformats.org/officeDocument/2006/relationships/customXml" Target="../ink/ink38.xml"/><Relationship Id="rId97" Type="http://schemas.openxmlformats.org/officeDocument/2006/relationships/image" Target="../media/image51.png"/><Relationship Id="rId104" Type="http://schemas.openxmlformats.org/officeDocument/2006/relationships/customXml" Target="../ink/ink52.xml"/><Relationship Id="rId120" Type="http://schemas.openxmlformats.org/officeDocument/2006/relationships/customXml" Target="../ink/ink60.xml"/><Relationship Id="rId7" Type="http://schemas.openxmlformats.org/officeDocument/2006/relationships/image" Target="../media/image6.png"/><Relationship Id="rId71" Type="http://schemas.openxmlformats.org/officeDocument/2006/relationships/image" Target="../media/image38.png"/><Relationship Id="rId92" Type="http://schemas.openxmlformats.org/officeDocument/2006/relationships/customXml" Target="../ink/ink46.xml"/><Relationship Id="rId2" Type="http://schemas.openxmlformats.org/officeDocument/2006/relationships/customXml" Target="../ink/ink1.xml"/><Relationship Id="rId29" Type="http://schemas.openxmlformats.org/officeDocument/2006/relationships/image" Target="../media/image17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5.png"/><Relationship Id="rId66" Type="http://schemas.openxmlformats.org/officeDocument/2006/relationships/customXml" Target="../ink/ink33.xml"/><Relationship Id="rId87" Type="http://schemas.openxmlformats.org/officeDocument/2006/relationships/image" Target="../media/image46.png"/><Relationship Id="rId110" Type="http://schemas.openxmlformats.org/officeDocument/2006/relationships/customXml" Target="../ink/ink55.xml"/><Relationship Id="rId115" Type="http://schemas.openxmlformats.org/officeDocument/2006/relationships/image" Target="../media/image60.png"/><Relationship Id="rId61" Type="http://schemas.openxmlformats.org/officeDocument/2006/relationships/image" Target="../media/image33.png"/><Relationship Id="rId82" Type="http://schemas.openxmlformats.org/officeDocument/2006/relationships/customXml" Target="../ink/ink41.xml"/><Relationship Id="rId19" Type="http://schemas.openxmlformats.org/officeDocument/2006/relationships/image" Target="../media/image12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20.png"/><Relationship Id="rId56" Type="http://schemas.openxmlformats.org/officeDocument/2006/relationships/customXml" Target="../ink/ink28.xml"/><Relationship Id="rId77" Type="http://schemas.openxmlformats.org/officeDocument/2006/relationships/image" Target="../media/image41.png"/><Relationship Id="rId100" Type="http://schemas.openxmlformats.org/officeDocument/2006/relationships/customXml" Target="../ink/ink50.xml"/><Relationship Id="rId105" Type="http://schemas.openxmlformats.org/officeDocument/2006/relationships/image" Target="../media/image55.png"/><Relationship Id="rId8" Type="http://schemas.openxmlformats.org/officeDocument/2006/relationships/customXml" Target="../ink/ink4.xml"/><Relationship Id="rId51" Type="http://schemas.openxmlformats.org/officeDocument/2006/relationships/image" Target="../media/image28.png"/><Relationship Id="rId72" Type="http://schemas.openxmlformats.org/officeDocument/2006/relationships/customXml" Target="../ink/ink36.xml"/><Relationship Id="rId93" Type="http://schemas.openxmlformats.org/officeDocument/2006/relationships/image" Target="../media/image49.png"/><Relationship Id="rId98" Type="http://schemas.openxmlformats.org/officeDocument/2006/relationships/customXml" Target="../ink/ink49.xml"/><Relationship Id="rId121" Type="http://schemas.openxmlformats.org/officeDocument/2006/relationships/image" Target="../media/image63.png"/><Relationship Id="rId3" Type="http://schemas.openxmlformats.org/officeDocument/2006/relationships/image" Target="../media/image4.png"/><Relationship Id="rId25" Type="http://schemas.openxmlformats.org/officeDocument/2006/relationships/image" Target="../media/image15.png"/><Relationship Id="rId46" Type="http://schemas.openxmlformats.org/officeDocument/2006/relationships/customXml" Target="../ink/ink23.xml"/><Relationship Id="rId67" Type="http://schemas.openxmlformats.org/officeDocument/2006/relationships/image" Target="../media/image36.png"/><Relationship Id="rId116" Type="http://schemas.openxmlformats.org/officeDocument/2006/relationships/customXml" Target="../ink/ink58.xml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62" Type="http://schemas.openxmlformats.org/officeDocument/2006/relationships/customXml" Target="../ink/ink31.xml"/><Relationship Id="rId83" Type="http://schemas.openxmlformats.org/officeDocument/2006/relationships/image" Target="../media/image44.png"/><Relationship Id="rId88" Type="http://schemas.openxmlformats.org/officeDocument/2006/relationships/customXml" Target="../ink/ink44.xml"/><Relationship Id="rId111" Type="http://schemas.openxmlformats.org/officeDocument/2006/relationships/image" Target="../media/image58.png"/><Relationship Id="rId15" Type="http://schemas.openxmlformats.org/officeDocument/2006/relationships/image" Target="../media/image10.png"/><Relationship Id="rId36" Type="http://schemas.openxmlformats.org/officeDocument/2006/relationships/customXml" Target="../ink/ink18.xml"/><Relationship Id="rId57" Type="http://schemas.openxmlformats.org/officeDocument/2006/relationships/image" Target="../media/image31.png"/><Relationship Id="rId106" Type="http://schemas.openxmlformats.org/officeDocument/2006/relationships/customXml" Target="../ink/ink53.xml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52" Type="http://schemas.openxmlformats.org/officeDocument/2006/relationships/customXml" Target="../ink/ink26.xml"/><Relationship Id="rId73" Type="http://schemas.openxmlformats.org/officeDocument/2006/relationships/image" Target="../media/image39.png"/><Relationship Id="rId78" Type="http://schemas.openxmlformats.org/officeDocument/2006/relationships/customXml" Target="../ink/ink39.xml"/><Relationship Id="rId94" Type="http://schemas.openxmlformats.org/officeDocument/2006/relationships/customXml" Target="../ink/ink47.xml"/><Relationship Id="rId99" Type="http://schemas.openxmlformats.org/officeDocument/2006/relationships/image" Target="../media/image52.png"/><Relationship Id="rId101" Type="http://schemas.openxmlformats.org/officeDocument/2006/relationships/image" Target="../media/image53.png"/><Relationship Id="rId122" Type="http://schemas.openxmlformats.org/officeDocument/2006/relationships/customXml" Target="../ink/ink61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2.png"/><Relationship Id="rId21" Type="http://schemas.openxmlformats.org/officeDocument/2006/relationships/image" Target="../media/image74.png"/><Relationship Id="rId63" Type="http://schemas.openxmlformats.org/officeDocument/2006/relationships/image" Target="../media/image95.png"/><Relationship Id="rId159" Type="http://schemas.openxmlformats.org/officeDocument/2006/relationships/image" Target="../media/image143.png"/><Relationship Id="rId170" Type="http://schemas.openxmlformats.org/officeDocument/2006/relationships/customXml" Target="../ink/ink146.xml"/><Relationship Id="rId191" Type="http://schemas.openxmlformats.org/officeDocument/2006/relationships/image" Target="../media/image159.png"/><Relationship Id="rId205" Type="http://schemas.openxmlformats.org/officeDocument/2006/relationships/image" Target="../media/image166.png"/><Relationship Id="rId226" Type="http://schemas.openxmlformats.org/officeDocument/2006/relationships/customXml" Target="../ink/ink174.xml"/><Relationship Id="rId247" Type="http://schemas.openxmlformats.org/officeDocument/2006/relationships/image" Target="../media/image187.png"/><Relationship Id="rId107" Type="http://schemas.openxmlformats.org/officeDocument/2006/relationships/image" Target="../media/image117.png"/><Relationship Id="rId11" Type="http://schemas.openxmlformats.org/officeDocument/2006/relationships/image" Target="../media/image69.png"/><Relationship Id="rId32" Type="http://schemas.openxmlformats.org/officeDocument/2006/relationships/customXml" Target="../ink/ink77.xml"/><Relationship Id="rId53" Type="http://schemas.openxmlformats.org/officeDocument/2006/relationships/image" Target="../media/image90.png"/><Relationship Id="rId74" Type="http://schemas.openxmlformats.org/officeDocument/2006/relationships/customXml" Target="../ink/ink98.xml"/><Relationship Id="rId128" Type="http://schemas.openxmlformats.org/officeDocument/2006/relationships/customXml" Target="../ink/ink125.xml"/><Relationship Id="rId149" Type="http://schemas.openxmlformats.org/officeDocument/2006/relationships/image" Target="../media/image138.png"/><Relationship Id="rId5" Type="http://schemas.openxmlformats.org/officeDocument/2006/relationships/image" Target="../media/image66.png"/><Relationship Id="rId95" Type="http://schemas.openxmlformats.org/officeDocument/2006/relationships/image" Target="../media/image111.png"/><Relationship Id="rId160" Type="http://schemas.openxmlformats.org/officeDocument/2006/relationships/customXml" Target="../ink/ink141.xml"/><Relationship Id="rId181" Type="http://schemas.openxmlformats.org/officeDocument/2006/relationships/image" Target="../media/image154.png"/><Relationship Id="rId216" Type="http://schemas.openxmlformats.org/officeDocument/2006/relationships/customXml" Target="../ink/ink169.xml"/><Relationship Id="rId237" Type="http://schemas.openxmlformats.org/officeDocument/2006/relationships/image" Target="../media/image182.png"/><Relationship Id="rId258" Type="http://schemas.openxmlformats.org/officeDocument/2006/relationships/customXml" Target="../ink/ink190.xml"/><Relationship Id="rId22" Type="http://schemas.openxmlformats.org/officeDocument/2006/relationships/customXml" Target="../ink/ink72.xml"/><Relationship Id="rId43" Type="http://schemas.openxmlformats.org/officeDocument/2006/relationships/image" Target="../media/image85.png"/><Relationship Id="rId64" Type="http://schemas.openxmlformats.org/officeDocument/2006/relationships/customXml" Target="../ink/ink93.xml"/><Relationship Id="rId118" Type="http://schemas.openxmlformats.org/officeDocument/2006/relationships/customXml" Target="../ink/ink120.xml"/><Relationship Id="rId139" Type="http://schemas.openxmlformats.org/officeDocument/2006/relationships/image" Target="../media/image133.png"/><Relationship Id="rId85" Type="http://schemas.openxmlformats.org/officeDocument/2006/relationships/image" Target="../media/image106.png"/><Relationship Id="rId150" Type="http://schemas.openxmlformats.org/officeDocument/2006/relationships/customXml" Target="../ink/ink136.xml"/><Relationship Id="rId171" Type="http://schemas.openxmlformats.org/officeDocument/2006/relationships/image" Target="../media/image149.png"/><Relationship Id="rId192" Type="http://schemas.openxmlformats.org/officeDocument/2006/relationships/customXml" Target="../ink/ink157.xml"/><Relationship Id="rId206" Type="http://schemas.openxmlformats.org/officeDocument/2006/relationships/customXml" Target="../ink/ink164.xml"/><Relationship Id="rId227" Type="http://schemas.openxmlformats.org/officeDocument/2006/relationships/image" Target="../media/image177.png"/><Relationship Id="rId248" Type="http://schemas.openxmlformats.org/officeDocument/2006/relationships/customXml" Target="../ink/ink185.xml"/><Relationship Id="rId12" Type="http://schemas.openxmlformats.org/officeDocument/2006/relationships/customXml" Target="../ink/ink67.xml"/><Relationship Id="rId33" Type="http://schemas.openxmlformats.org/officeDocument/2006/relationships/image" Target="../media/image80.png"/><Relationship Id="rId108" Type="http://schemas.openxmlformats.org/officeDocument/2006/relationships/customXml" Target="../ink/ink115.xml"/><Relationship Id="rId129" Type="http://schemas.openxmlformats.org/officeDocument/2006/relationships/image" Target="../media/image128.png"/><Relationship Id="rId54" Type="http://schemas.openxmlformats.org/officeDocument/2006/relationships/customXml" Target="../ink/ink88.xml"/><Relationship Id="rId75" Type="http://schemas.openxmlformats.org/officeDocument/2006/relationships/image" Target="../media/image101.png"/><Relationship Id="rId96" Type="http://schemas.openxmlformats.org/officeDocument/2006/relationships/customXml" Target="../ink/ink109.xml"/><Relationship Id="rId140" Type="http://schemas.openxmlformats.org/officeDocument/2006/relationships/customXml" Target="../ink/ink131.xml"/><Relationship Id="rId161" Type="http://schemas.openxmlformats.org/officeDocument/2006/relationships/image" Target="../media/image144.png"/><Relationship Id="rId182" Type="http://schemas.openxmlformats.org/officeDocument/2006/relationships/customXml" Target="../ink/ink152.xml"/><Relationship Id="rId217" Type="http://schemas.openxmlformats.org/officeDocument/2006/relationships/image" Target="../media/image172.png"/><Relationship Id="rId6" Type="http://schemas.openxmlformats.org/officeDocument/2006/relationships/customXml" Target="../ink/ink64.xml"/><Relationship Id="rId238" Type="http://schemas.openxmlformats.org/officeDocument/2006/relationships/customXml" Target="../ink/ink180.xml"/><Relationship Id="rId259" Type="http://schemas.openxmlformats.org/officeDocument/2006/relationships/image" Target="../media/image193.png"/><Relationship Id="rId23" Type="http://schemas.openxmlformats.org/officeDocument/2006/relationships/image" Target="../media/image75.png"/><Relationship Id="rId119" Type="http://schemas.openxmlformats.org/officeDocument/2006/relationships/image" Target="../media/image123.png"/><Relationship Id="rId44" Type="http://schemas.openxmlformats.org/officeDocument/2006/relationships/customXml" Target="../ink/ink83.xml"/><Relationship Id="rId65" Type="http://schemas.openxmlformats.org/officeDocument/2006/relationships/image" Target="../media/image96.png"/><Relationship Id="rId86" Type="http://schemas.openxmlformats.org/officeDocument/2006/relationships/customXml" Target="../ink/ink104.xml"/><Relationship Id="rId130" Type="http://schemas.openxmlformats.org/officeDocument/2006/relationships/customXml" Target="../ink/ink126.xml"/><Relationship Id="rId151" Type="http://schemas.openxmlformats.org/officeDocument/2006/relationships/image" Target="../media/image139.png"/><Relationship Id="rId172" Type="http://schemas.openxmlformats.org/officeDocument/2006/relationships/customXml" Target="../ink/ink147.xml"/><Relationship Id="rId193" Type="http://schemas.openxmlformats.org/officeDocument/2006/relationships/image" Target="../media/image160.png"/><Relationship Id="rId207" Type="http://schemas.openxmlformats.org/officeDocument/2006/relationships/image" Target="../media/image167.png"/><Relationship Id="rId228" Type="http://schemas.openxmlformats.org/officeDocument/2006/relationships/customXml" Target="../ink/ink175.xml"/><Relationship Id="rId249" Type="http://schemas.openxmlformats.org/officeDocument/2006/relationships/image" Target="../media/image188.png"/><Relationship Id="rId13" Type="http://schemas.openxmlformats.org/officeDocument/2006/relationships/image" Target="../media/image70.png"/><Relationship Id="rId109" Type="http://schemas.openxmlformats.org/officeDocument/2006/relationships/image" Target="../media/image118.png"/><Relationship Id="rId260" Type="http://schemas.openxmlformats.org/officeDocument/2006/relationships/customXml" Target="../ink/ink191.xml"/><Relationship Id="rId34" Type="http://schemas.openxmlformats.org/officeDocument/2006/relationships/customXml" Target="../ink/ink78.xml"/><Relationship Id="rId55" Type="http://schemas.openxmlformats.org/officeDocument/2006/relationships/image" Target="../media/image91.png"/><Relationship Id="rId76" Type="http://schemas.openxmlformats.org/officeDocument/2006/relationships/customXml" Target="../ink/ink99.xml"/><Relationship Id="rId97" Type="http://schemas.openxmlformats.org/officeDocument/2006/relationships/image" Target="../media/image112.png"/><Relationship Id="rId120" Type="http://schemas.openxmlformats.org/officeDocument/2006/relationships/customXml" Target="../ink/ink121.xml"/><Relationship Id="rId141" Type="http://schemas.openxmlformats.org/officeDocument/2006/relationships/image" Target="../media/image134.png"/><Relationship Id="rId7" Type="http://schemas.openxmlformats.org/officeDocument/2006/relationships/image" Target="../media/image67.png"/><Relationship Id="rId162" Type="http://schemas.openxmlformats.org/officeDocument/2006/relationships/customXml" Target="../ink/ink142.xml"/><Relationship Id="rId183" Type="http://schemas.openxmlformats.org/officeDocument/2006/relationships/image" Target="../media/image155.png"/><Relationship Id="rId218" Type="http://schemas.openxmlformats.org/officeDocument/2006/relationships/customXml" Target="../ink/ink170.xml"/><Relationship Id="rId239" Type="http://schemas.openxmlformats.org/officeDocument/2006/relationships/image" Target="../media/image183.png"/><Relationship Id="rId250" Type="http://schemas.openxmlformats.org/officeDocument/2006/relationships/customXml" Target="../ink/ink186.xml"/><Relationship Id="rId24" Type="http://schemas.openxmlformats.org/officeDocument/2006/relationships/customXml" Target="../ink/ink73.xml"/><Relationship Id="rId45" Type="http://schemas.openxmlformats.org/officeDocument/2006/relationships/image" Target="../media/image86.png"/><Relationship Id="rId66" Type="http://schemas.openxmlformats.org/officeDocument/2006/relationships/customXml" Target="../ink/ink94.xml"/><Relationship Id="rId87" Type="http://schemas.openxmlformats.org/officeDocument/2006/relationships/image" Target="../media/image107.png"/><Relationship Id="rId110" Type="http://schemas.openxmlformats.org/officeDocument/2006/relationships/customXml" Target="../ink/ink116.xml"/><Relationship Id="rId131" Type="http://schemas.openxmlformats.org/officeDocument/2006/relationships/image" Target="../media/image129.png"/><Relationship Id="rId152" Type="http://schemas.openxmlformats.org/officeDocument/2006/relationships/customXml" Target="../ink/ink137.xml"/><Relationship Id="rId173" Type="http://schemas.openxmlformats.org/officeDocument/2006/relationships/image" Target="../media/image150.png"/><Relationship Id="rId194" Type="http://schemas.openxmlformats.org/officeDocument/2006/relationships/customXml" Target="../ink/ink158.xml"/><Relationship Id="rId208" Type="http://schemas.openxmlformats.org/officeDocument/2006/relationships/customXml" Target="../ink/ink165.xml"/><Relationship Id="rId229" Type="http://schemas.openxmlformats.org/officeDocument/2006/relationships/image" Target="../media/image178.png"/><Relationship Id="rId240" Type="http://schemas.openxmlformats.org/officeDocument/2006/relationships/customXml" Target="../ink/ink181.xml"/><Relationship Id="rId261" Type="http://schemas.openxmlformats.org/officeDocument/2006/relationships/image" Target="../media/image194.png"/><Relationship Id="rId14" Type="http://schemas.openxmlformats.org/officeDocument/2006/relationships/customXml" Target="../ink/ink68.xml"/><Relationship Id="rId35" Type="http://schemas.openxmlformats.org/officeDocument/2006/relationships/image" Target="../media/image81.png"/><Relationship Id="rId56" Type="http://schemas.openxmlformats.org/officeDocument/2006/relationships/customXml" Target="../ink/ink89.xml"/><Relationship Id="rId77" Type="http://schemas.openxmlformats.org/officeDocument/2006/relationships/image" Target="../media/image102.png"/><Relationship Id="rId100" Type="http://schemas.openxmlformats.org/officeDocument/2006/relationships/customXml" Target="../ink/ink111.xml"/><Relationship Id="rId8" Type="http://schemas.openxmlformats.org/officeDocument/2006/relationships/customXml" Target="../ink/ink65.xml"/><Relationship Id="rId98" Type="http://schemas.openxmlformats.org/officeDocument/2006/relationships/customXml" Target="../ink/ink110.xml"/><Relationship Id="rId121" Type="http://schemas.openxmlformats.org/officeDocument/2006/relationships/image" Target="../media/image124.png"/><Relationship Id="rId142" Type="http://schemas.openxmlformats.org/officeDocument/2006/relationships/customXml" Target="../ink/ink132.xml"/><Relationship Id="rId163" Type="http://schemas.openxmlformats.org/officeDocument/2006/relationships/image" Target="../media/image145.png"/><Relationship Id="rId184" Type="http://schemas.openxmlformats.org/officeDocument/2006/relationships/customXml" Target="../ink/ink153.xml"/><Relationship Id="rId219" Type="http://schemas.openxmlformats.org/officeDocument/2006/relationships/image" Target="../media/image173.png"/><Relationship Id="rId230" Type="http://schemas.openxmlformats.org/officeDocument/2006/relationships/customXml" Target="../ink/ink176.xml"/><Relationship Id="rId251" Type="http://schemas.openxmlformats.org/officeDocument/2006/relationships/image" Target="../media/image189.png"/><Relationship Id="rId25" Type="http://schemas.openxmlformats.org/officeDocument/2006/relationships/image" Target="../media/image76.png"/><Relationship Id="rId46" Type="http://schemas.openxmlformats.org/officeDocument/2006/relationships/customXml" Target="../ink/ink84.xml"/><Relationship Id="rId67" Type="http://schemas.openxmlformats.org/officeDocument/2006/relationships/image" Target="../media/image97.png"/><Relationship Id="rId88" Type="http://schemas.openxmlformats.org/officeDocument/2006/relationships/customXml" Target="../ink/ink105.xml"/><Relationship Id="rId111" Type="http://schemas.openxmlformats.org/officeDocument/2006/relationships/image" Target="../media/image119.png"/><Relationship Id="rId132" Type="http://schemas.openxmlformats.org/officeDocument/2006/relationships/customXml" Target="../ink/ink127.xml"/><Relationship Id="rId153" Type="http://schemas.openxmlformats.org/officeDocument/2006/relationships/image" Target="../media/image140.png"/><Relationship Id="rId174" Type="http://schemas.openxmlformats.org/officeDocument/2006/relationships/customXml" Target="../ink/ink148.xml"/><Relationship Id="rId195" Type="http://schemas.openxmlformats.org/officeDocument/2006/relationships/image" Target="../media/image161.png"/><Relationship Id="rId209" Type="http://schemas.openxmlformats.org/officeDocument/2006/relationships/image" Target="../media/image168.png"/><Relationship Id="rId220" Type="http://schemas.openxmlformats.org/officeDocument/2006/relationships/customXml" Target="../ink/ink171.xml"/><Relationship Id="rId241" Type="http://schemas.openxmlformats.org/officeDocument/2006/relationships/image" Target="../media/image184.png"/><Relationship Id="rId15" Type="http://schemas.openxmlformats.org/officeDocument/2006/relationships/image" Target="../media/image71.png"/><Relationship Id="rId36" Type="http://schemas.openxmlformats.org/officeDocument/2006/relationships/customXml" Target="../ink/ink79.xml"/><Relationship Id="rId57" Type="http://schemas.openxmlformats.org/officeDocument/2006/relationships/image" Target="../media/image92.png"/><Relationship Id="rId78" Type="http://schemas.openxmlformats.org/officeDocument/2006/relationships/customXml" Target="../ink/ink100.xml"/><Relationship Id="rId99" Type="http://schemas.openxmlformats.org/officeDocument/2006/relationships/image" Target="../media/image113.png"/><Relationship Id="rId101" Type="http://schemas.openxmlformats.org/officeDocument/2006/relationships/image" Target="../media/image114.png"/><Relationship Id="rId122" Type="http://schemas.openxmlformats.org/officeDocument/2006/relationships/customXml" Target="../ink/ink122.xml"/><Relationship Id="rId143" Type="http://schemas.openxmlformats.org/officeDocument/2006/relationships/image" Target="../media/image135.png"/><Relationship Id="rId164" Type="http://schemas.openxmlformats.org/officeDocument/2006/relationships/customXml" Target="../ink/ink143.xml"/><Relationship Id="rId185" Type="http://schemas.openxmlformats.org/officeDocument/2006/relationships/image" Target="../media/image156.png"/><Relationship Id="rId9" Type="http://schemas.openxmlformats.org/officeDocument/2006/relationships/image" Target="../media/image68.png"/><Relationship Id="rId210" Type="http://schemas.openxmlformats.org/officeDocument/2006/relationships/customXml" Target="../ink/ink166.xml"/><Relationship Id="rId26" Type="http://schemas.openxmlformats.org/officeDocument/2006/relationships/customXml" Target="../ink/ink74.xml"/><Relationship Id="rId231" Type="http://schemas.openxmlformats.org/officeDocument/2006/relationships/image" Target="../media/image179.png"/><Relationship Id="rId252" Type="http://schemas.openxmlformats.org/officeDocument/2006/relationships/customXml" Target="../ink/ink187.xml"/><Relationship Id="rId47" Type="http://schemas.openxmlformats.org/officeDocument/2006/relationships/image" Target="../media/image87.png"/><Relationship Id="rId68" Type="http://schemas.openxmlformats.org/officeDocument/2006/relationships/customXml" Target="../ink/ink95.xml"/><Relationship Id="rId89" Type="http://schemas.openxmlformats.org/officeDocument/2006/relationships/image" Target="../media/image108.png"/><Relationship Id="rId112" Type="http://schemas.openxmlformats.org/officeDocument/2006/relationships/customXml" Target="../ink/ink117.xml"/><Relationship Id="rId133" Type="http://schemas.openxmlformats.org/officeDocument/2006/relationships/image" Target="../media/image130.png"/><Relationship Id="rId154" Type="http://schemas.openxmlformats.org/officeDocument/2006/relationships/customXml" Target="../ink/ink138.xml"/><Relationship Id="rId175" Type="http://schemas.openxmlformats.org/officeDocument/2006/relationships/image" Target="../media/image151.png"/><Relationship Id="rId196" Type="http://schemas.openxmlformats.org/officeDocument/2006/relationships/customXml" Target="../ink/ink159.xml"/><Relationship Id="rId200" Type="http://schemas.openxmlformats.org/officeDocument/2006/relationships/customXml" Target="../ink/ink161.xml"/><Relationship Id="rId16" Type="http://schemas.openxmlformats.org/officeDocument/2006/relationships/customXml" Target="../ink/ink69.xml"/><Relationship Id="rId221" Type="http://schemas.openxmlformats.org/officeDocument/2006/relationships/image" Target="../media/image174.png"/><Relationship Id="rId242" Type="http://schemas.openxmlformats.org/officeDocument/2006/relationships/customXml" Target="../ink/ink182.xml"/><Relationship Id="rId37" Type="http://schemas.openxmlformats.org/officeDocument/2006/relationships/image" Target="../media/image82.png"/><Relationship Id="rId58" Type="http://schemas.openxmlformats.org/officeDocument/2006/relationships/customXml" Target="../ink/ink90.xml"/><Relationship Id="rId79" Type="http://schemas.openxmlformats.org/officeDocument/2006/relationships/image" Target="../media/image103.png"/><Relationship Id="rId102" Type="http://schemas.openxmlformats.org/officeDocument/2006/relationships/customXml" Target="../ink/ink112.xml"/><Relationship Id="rId123" Type="http://schemas.openxmlformats.org/officeDocument/2006/relationships/image" Target="../media/image125.png"/><Relationship Id="rId144" Type="http://schemas.openxmlformats.org/officeDocument/2006/relationships/customXml" Target="../ink/ink133.xml"/><Relationship Id="rId90" Type="http://schemas.openxmlformats.org/officeDocument/2006/relationships/customXml" Target="../ink/ink106.xml"/><Relationship Id="rId165" Type="http://schemas.openxmlformats.org/officeDocument/2006/relationships/image" Target="../media/image146.png"/><Relationship Id="rId186" Type="http://schemas.openxmlformats.org/officeDocument/2006/relationships/customXml" Target="../ink/ink154.xml"/><Relationship Id="rId211" Type="http://schemas.openxmlformats.org/officeDocument/2006/relationships/image" Target="../media/image169.png"/><Relationship Id="rId232" Type="http://schemas.openxmlformats.org/officeDocument/2006/relationships/customXml" Target="../ink/ink177.xml"/><Relationship Id="rId253" Type="http://schemas.openxmlformats.org/officeDocument/2006/relationships/image" Target="../media/image190.png"/><Relationship Id="rId27" Type="http://schemas.openxmlformats.org/officeDocument/2006/relationships/image" Target="../media/image77.png"/><Relationship Id="rId48" Type="http://schemas.openxmlformats.org/officeDocument/2006/relationships/customXml" Target="../ink/ink85.xml"/><Relationship Id="rId69" Type="http://schemas.openxmlformats.org/officeDocument/2006/relationships/image" Target="../media/image98.png"/><Relationship Id="rId113" Type="http://schemas.openxmlformats.org/officeDocument/2006/relationships/image" Target="../media/image120.png"/><Relationship Id="rId134" Type="http://schemas.openxmlformats.org/officeDocument/2006/relationships/customXml" Target="../ink/ink128.xml"/><Relationship Id="rId80" Type="http://schemas.openxmlformats.org/officeDocument/2006/relationships/customXml" Target="../ink/ink101.xml"/><Relationship Id="rId155" Type="http://schemas.openxmlformats.org/officeDocument/2006/relationships/image" Target="../media/image141.png"/><Relationship Id="rId176" Type="http://schemas.openxmlformats.org/officeDocument/2006/relationships/customXml" Target="../ink/ink149.xml"/><Relationship Id="rId197" Type="http://schemas.openxmlformats.org/officeDocument/2006/relationships/image" Target="../media/image162.png"/><Relationship Id="rId201" Type="http://schemas.openxmlformats.org/officeDocument/2006/relationships/image" Target="../media/image164.png"/><Relationship Id="rId222" Type="http://schemas.openxmlformats.org/officeDocument/2006/relationships/customXml" Target="../ink/ink172.xml"/><Relationship Id="rId243" Type="http://schemas.openxmlformats.org/officeDocument/2006/relationships/image" Target="../media/image185.png"/><Relationship Id="rId17" Type="http://schemas.openxmlformats.org/officeDocument/2006/relationships/image" Target="../media/image72.png"/><Relationship Id="rId38" Type="http://schemas.openxmlformats.org/officeDocument/2006/relationships/customXml" Target="../ink/ink80.xml"/><Relationship Id="rId59" Type="http://schemas.openxmlformats.org/officeDocument/2006/relationships/image" Target="../media/image93.png"/><Relationship Id="rId103" Type="http://schemas.openxmlformats.org/officeDocument/2006/relationships/image" Target="../media/image115.png"/><Relationship Id="rId124" Type="http://schemas.openxmlformats.org/officeDocument/2006/relationships/customXml" Target="../ink/ink123.xml"/><Relationship Id="rId70" Type="http://schemas.openxmlformats.org/officeDocument/2006/relationships/customXml" Target="../ink/ink96.xml"/><Relationship Id="rId91" Type="http://schemas.openxmlformats.org/officeDocument/2006/relationships/image" Target="../media/image109.png"/><Relationship Id="rId145" Type="http://schemas.openxmlformats.org/officeDocument/2006/relationships/image" Target="../media/image136.png"/><Relationship Id="rId166" Type="http://schemas.openxmlformats.org/officeDocument/2006/relationships/customXml" Target="../ink/ink144.xml"/><Relationship Id="rId187" Type="http://schemas.openxmlformats.org/officeDocument/2006/relationships/image" Target="../media/image157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67.xml"/><Relationship Id="rId233" Type="http://schemas.openxmlformats.org/officeDocument/2006/relationships/image" Target="../media/image180.png"/><Relationship Id="rId254" Type="http://schemas.openxmlformats.org/officeDocument/2006/relationships/customXml" Target="../ink/ink188.xml"/><Relationship Id="rId28" Type="http://schemas.openxmlformats.org/officeDocument/2006/relationships/customXml" Target="../ink/ink75.xml"/><Relationship Id="rId49" Type="http://schemas.openxmlformats.org/officeDocument/2006/relationships/image" Target="../media/image88.png"/><Relationship Id="rId114" Type="http://schemas.openxmlformats.org/officeDocument/2006/relationships/customXml" Target="../ink/ink118.xml"/><Relationship Id="rId60" Type="http://schemas.openxmlformats.org/officeDocument/2006/relationships/customXml" Target="../ink/ink91.xml"/><Relationship Id="rId81" Type="http://schemas.openxmlformats.org/officeDocument/2006/relationships/image" Target="../media/image104.png"/><Relationship Id="rId135" Type="http://schemas.openxmlformats.org/officeDocument/2006/relationships/image" Target="../media/image131.png"/><Relationship Id="rId156" Type="http://schemas.openxmlformats.org/officeDocument/2006/relationships/customXml" Target="../ink/ink139.xml"/><Relationship Id="rId177" Type="http://schemas.openxmlformats.org/officeDocument/2006/relationships/image" Target="../media/image152.png"/><Relationship Id="rId198" Type="http://schemas.openxmlformats.org/officeDocument/2006/relationships/customXml" Target="../ink/ink160.xml"/><Relationship Id="rId202" Type="http://schemas.openxmlformats.org/officeDocument/2006/relationships/customXml" Target="../ink/ink162.xml"/><Relationship Id="rId223" Type="http://schemas.openxmlformats.org/officeDocument/2006/relationships/image" Target="../media/image175.png"/><Relationship Id="rId244" Type="http://schemas.openxmlformats.org/officeDocument/2006/relationships/customXml" Target="../ink/ink183.xml"/><Relationship Id="rId18" Type="http://schemas.openxmlformats.org/officeDocument/2006/relationships/customXml" Target="../ink/ink70.xml"/><Relationship Id="rId39" Type="http://schemas.openxmlformats.org/officeDocument/2006/relationships/image" Target="../media/image83.png"/><Relationship Id="rId50" Type="http://schemas.openxmlformats.org/officeDocument/2006/relationships/customXml" Target="../ink/ink86.xml"/><Relationship Id="rId104" Type="http://schemas.openxmlformats.org/officeDocument/2006/relationships/customXml" Target="../ink/ink113.xml"/><Relationship Id="rId125" Type="http://schemas.openxmlformats.org/officeDocument/2006/relationships/image" Target="../media/image126.png"/><Relationship Id="rId146" Type="http://schemas.openxmlformats.org/officeDocument/2006/relationships/customXml" Target="../ink/ink134.xml"/><Relationship Id="rId167" Type="http://schemas.openxmlformats.org/officeDocument/2006/relationships/image" Target="../media/image147.png"/><Relationship Id="rId188" Type="http://schemas.openxmlformats.org/officeDocument/2006/relationships/customXml" Target="../ink/ink155.xml"/><Relationship Id="rId71" Type="http://schemas.openxmlformats.org/officeDocument/2006/relationships/image" Target="../media/image99.png"/><Relationship Id="rId92" Type="http://schemas.openxmlformats.org/officeDocument/2006/relationships/customXml" Target="../ink/ink107.xml"/><Relationship Id="rId213" Type="http://schemas.openxmlformats.org/officeDocument/2006/relationships/image" Target="../media/image170.png"/><Relationship Id="rId234" Type="http://schemas.openxmlformats.org/officeDocument/2006/relationships/customXml" Target="../ink/ink178.xml"/><Relationship Id="rId2" Type="http://schemas.openxmlformats.org/officeDocument/2006/relationships/customXml" Target="../ink/ink62.xml"/><Relationship Id="rId29" Type="http://schemas.openxmlformats.org/officeDocument/2006/relationships/image" Target="../media/image78.png"/><Relationship Id="rId255" Type="http://schemas.openxmlformats.org/officeDocument/2006/relationships/image" Target="../media/image191.png"/><Relationship Id="rId40" Type="http://schemas.openxmlformats.org/officeDocument/2006/relationships/customXml" Target="../ink/ink81.xml"/><Relationship Id="rId115" Type="http://schemas.openxmlformats.org/officeDocument/2006/relationships/image" Target="../media/image121.png"/><Relationship Id="rId136" Type="http://schemas.openxmlformats.org/officeDocument/2006/relationships/customXml" Target="../ink/ink129.xml"/><Relationship Id="rId157" Type="http://schemas.openxmlformats.org/officeDocument/2006/relationships/image" Target="../media/image142.png"/><Relationship Id="rId178" Type="http://schemas.openxmlformats.org/officeDocument/2006/relationships/customXml" Target="../ink/ink150.xml"/><Relationship Id="rId61" Type="http://schemas.openxmlformats.org/officeDocument/2006/relationships/image" Target="../media/image94.png"/><Relationship Id="rId82" Type="http://schemas.openxmlformats.org/officeDocument/2006/relationships/customXml" Target="../ink/ink102.xml"/><Relationship Id="rId199" Type="http://schemas.openxmlformats.org/officeDocument/2006/relationships/image" Target="../media/image163.png"/><Relationship Id="rId203" Type="http://schemas.openxmlformats.org/officeDocument/2006/relationships/image" Target="../media/image165.png"/><Relationship Id="rId19" Type="http://schemas.openxmlformats.org/officeDocument/2006/relationships/image" Target="../media/image73.png"/><Relationship Id="rId224" Type="http://schemas.openxmlformats.org/officeDocument/2006/relationships/customXml" Target="../ink/ink173.xml"/><Relationship Id="rId245" Type="http://schemas.openxmlformats.org/officeDocument/2006/relationships/image" Target="../media/image186.png"/><Relationship Id="rId30" Type="http://schemas.openxmlformats.org/officeDocument/2006/relationships/customXml" Target="../ink/ink76.xml"/><Relationship Id="rId105" Type="http://schemas.openxmlformats.org/officeDocument/2006/relationships/image" Target="../media/image116.png"/><Relationship Id="rId126" Type="http://schemas.openxmlformats.org/officeDocument/2006/relationships/customXml" Target="../ink/ink124.xml"/><Relationship Id="rId147" Type="http://schemas.openxmlformats.org/officeDocument/2006/relationships/image" Target="../media/image137.png"/><Relationship Id="rId168" Type="http://schemas.openxmlformats.org/officeDocument/2006/relationships/customXml" Target="../ink/ink145.xml"/><Relationship Id="rId51" Type="http://schemas.openxmlformats.org/officeDocument/2006/relationships/image" Target="../media/image89.png"/><Relationship Id="rId72" Type="http://schemas.openxmlformats.org/officeDocument/2006/relationships/customXml" Target="../ink/ink97.xml"/><Relationship Id="rId93" Type="http://schemas.openxmlformats.org/officeDocument/2006/relationships/image" Target="../media/image110.png"/><Relationship Id="rId189" Type="http://schemas.openxmlformats.org/officeDocument/2006/relationships/image" Target="../media/image158.png"/><Relationship Id="rId3" Type="http://schemas.openxmlformats.org/officeDocument/2006/relationships/image" Target="../media/image65.png"/><Relationship Id="rId214" Type="http://schemas.openxmlformats.org/officeDocument/2006/relationships/customXml" Target="../ink/ink168.xml"/><Relationship Id="rId235" Type="http://schemas.openxmlformats.org/officeDocument/2006/relationships/image" Target="../media/image181.png"/><Relationship Id="rId256" Type="http://schemas.openxmlformats.org/officeDocument/2006/relationships/customXml" Target="../ink/ink189.xml"/><Relationship Id="rId116" Type="http://schemas.openxmlformats.org/officeDocument/2006/relationships/customXml" Target="../ink/ink119.xml"/><Relationship Id="rId137" Type="http://schemas.openxmlformats.org/officeDocument/2006/relationships/image" Target="../media/image132.png"/><Relationship Id="rId158" Type="http://schemas.openxmlformats.org/officeDocument/2006/relationships/customXml" Target="../ink/ink140.xml"/><Relationship Id="rId20" Type="http://schemas.openxmlformats.org/officeDocument/2006/relationships/customXml" Target="../ink/ink71.xml"/><Relationship Id="rId41" Type="http://schemas.openxmlformats.org/officeDocument/2006/relationships/image" Target="../media/image84.png"/><Relationship Id="rId62" Type="http://schemas.openxmlformats.org/officeDocument/2006/relationships/customXml" Target="../ink/ink92.xml"/><Relationship Id="rId83" Type="http://schemas.openxmlformats.org/officeDocument/2006/relationships/image" Target="../media/image105.png"/><Relationship Id="rId179" Type="http://schemas.openxmlformats.org/officeDocument/2006/relationships/image" Target="../media/image153.png"/><Relationship Id="rId190" Type="http://schemas.openxmlformats.org/officeDocument/2006/relationships/customXml" Target="../ink/ink156.xml"/><Relationship Id="rId204" Type="http://schemas.openxmlformats.org/officeDocument/2006/relationships/customXml" Target="../ink/ink163.xml"/><Relationship Id="rId225" Type="http://schemas.openxmlformats.org/officeDocument/2006/relationships/image" Target="../media/image176.png"/><Relationship Id="rId246" Type="http://schemas.openxmlformats.org/officeDocument/2006/relationships/customXml" Target="../ink/ink184.xml"/><Relationship Id="rId106" Type="http://schemas.openxmlformats.org/officeDocument/2006/relationships/customXml" Target="../ink/ink114.xml"/><Relationship Id="rId127" Type="http://schemas.openxmlformats.org/officeDocument/2006/relationships/image" Target="../media/image127.png"/><Relationship Id="rId10" Type="http://schemas.openxmlformats.org/officeDocument/2006/relationships/customXml" Target="../ink/ink66.xml"/><Relationship Id="rId31" Type="http://schemas.openxmlformats.org/officeDocument/2006/relationships/image" Target="../media/image79.png"/><Relationship Id="rId52" Type="http://schemas.openxmlformats.org/officeDocument/2006/relationships/customXml" Target="../ink/ink87.xml"/><Relationship Id="rId73" Type="http://schemas.openxmlformats.org/officeDocument/2006/relationships/image" Target="../media/image100.png"/><Relationship Id="rId94" Type="http://schemas.openxmlformats.org/officeDocument/2006/relationships/customXml" Target="../ink/ink108.xml"/><Relationship Id="rId148" Type="http://schemas.openxmlformats.org/officeDocument/2006/relationships/customXml" Target="../ink/ink135.xml"/><Relationship Id="rId169" Type="http://schemas.openxmlformats.org/officeDocument/2006/relationships/image" Target="../media/image148.png"/><Relationship Id="rId4" Type="http://schemas.openxmlformats.org/officeDocument/2006/relationships/customXml" Target="../ink/ink63.xml"/><Relationship Id="rId180" Type="http://schemas.openxmlformats.org/officeDocument/2006/relationships/customXml" Target="../ink/ink151.xml"/><Relationship Id="rId215" Type="http://schemas.openxmlformats.org/officeDocument/2006/relationships/image" Target="../media/image171.png"/><Relationship Id="rId236" Type="http://schemas.openxmlformats.org/officeDocument/2006/relationships/customXml" Target="../ink/ink179.xml"/><Relationship Id="rId257" Type="http://schemas.openxmlformats.org/officeDocument/2006/relationships/image" Target="../media/image192.png"/><Relationship Id="rId42" Type="http://schemas.openxmlformats.org/officeDocument/2006/relationships/customXml" Target="../ink/ink82.xml"/><Relationship Id="rId84" Type="http://schemas.openxmlformats.org/officeDocument/2006/relationships/customXml" Target="../ink/ink103.xml"/><Relationship Id="rId138" Type="http://schemas.openxmlformats.org/officeDocument/2006/relationships/customXml" Target="../ink/ink13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9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56.png"/><Relationship Id="rId21" Type="http://schemas.openxmlformats.org/officeDocument/2006/relationships/image" Target="../media/image209.png"/><Relationship Id="rId42" Type="http://schemas.openxmlformats.org/officeDocument/2006/relationships/customXml" Target="../ink/ink212.xml"/><Relationship Id="rId63" Type="http://schemas.openxmlformats.org/officeDocument/2006/relationships/image" Target="../media/image229.png"/><Relationship Id="rId84" Type="http://schemas.openxmlformats.org/officeDocument/2006/relationships/customXml" Target="../ink/ink233.xml"/><Relationship Id="rId138" Type="http://schemas.openxmlformats.org/officeDocument/2006/relationships/customXml" Target="../ink/ink260.xml"/><Relationship Id="rId159" Type="http://schemas.openxmlformats.org/officeDocument/2006/relationships/image" Target="../media/image277.png"/><Relationship Id="rId170" Type="http://schemas.openxmlformats.org/officeDocument/2006/relationships/image" Target="../media/image282.png"/><Relationship Id="rId191" Type="http://schemas.openxmlformats.org/officeDocument/2006/relationships/customXml" Target="../ink/ink287.xml"/><Relationship Id="rId205" Type="http://schemas.openxmlformats.org/officeDocument/2006/relationships/customXml" Target="../ink/ink294.xml"/><Relationship Id="rId226" Type="http://schemas.openxmlformats.org/officeDocument/2006/relationships/image" Target="../media/image310.png"/><Relationship Id="rId247" Type="http://schemas.openxmlformats.org/officeDocument/2006/relationships/customXml" Target="../ink/ink315.xml"/><Relationship Id="rId107" Type="http://schemas.openxmlformats.org/officeDocument/2006/relationships/image" Target="../media/image251.png"/><Relationship Id="rId11" Type="http://schemas.openxmlformats.org/officeDocument/2006/relationships/image" Target="../media/image204.png"/><Relationship Id="rId32" Type="http://schemas.openxmlformats.org/officeDocument/2006/relationships/customXml" Target="../ink/ink207.xml"/><Relationship Id="rId53" Type="http://schemas.openxmlformats.org/officeDocument/2006/relationships/image" Target="../media/image225.png"/><Relationship Id="rId74" Type="http://schemas.openxmlformats.org/officeDocument/2006/relationships/customXml" Target="../ink/ink228.xml"/><Relationship Id="rId128" Type="http://schemas.openxmlformats.org/officeDocument/2006/relationships/customXml" Target="../ink/ink255.xml"/><Relationship Id="rId149" Type="http://schemas.openxmlformats.org/officeDocument/2006/relationships/image" Target="../media/image272.png"/><Relationship Id="rId5" Type="http://schemas.openxmlformats.org/officeDocument/2006/relationships/image" Target="../media/image201.png"/><Relationship Id="rId95" Type="http://schemas.openxmlformats.org/officeDocument/2006/relationships/image" Target="../media/image245.png"/><Relationship Id="rId160" Type="http://schemas.openxmlformats.org/officeDocument/2006/relationships/customXml" Target="../ink/ink271.xml"/><Relationship Id="rId181" Type="http://schemas.openxmlformats.org/officeDocument/2006/relationships/customXml" Target="../ink/ink282.xml"/><Relationship Id="rId216" Type="http://schemas.openxmlformats.org/officeDocument/2006/relationships/image" Target="../media/image305.png"/><Relationship Id="rId237" Type="http://schemas.openxmlformats.org/officeDocument/2006/relationships/customXml" Target="../ink/ink310.xml"/><Relationship Id="rId258" Type="http://schemas.openxmlformats.org/officeDocument/2006/relationships/image" Target="../media/image326.png"/><Relationship Id="rId22" Type="http://schemas.openxmlformats.org/officeDocument/2006/relationships/customXml" Target="../ink/ink202.xml"/><Relationship Id="rId43" Type="http://schemas.openxmlformats.org/officeDocument/2006/relationships/image" Target="../media/image220.png"/><Relationship Id="rId64" Type="http://schemas.openxmlformats.org/officeDocument/2006/relationships/customXml" Target="../ink/ink223.xml"/><Relationship Id="rId118" Type="http://schemas.openxmlformats.org/officeDocument/2006/relationships/customXml" Target="../ink/ink250.xml"/><Relationship Id="rId139" Type="http://schemas.openxmlformats.org/officeDocument/2006/relationships/image" Target="../media/image267.png"/><Relationship Id="rId85" Type="http://schemas.openxmlformats.org/officeDocument/2006/relationships/image" Target="../media/image240.png"/><Relationship Id="rId150" Type="http://schemas.openxmlformats.org/officeDocument/2006/relationships/customXml" Target="../ink/ink266.xml"/><Relationship Id="rId171" Type="http://schemas.openxmlformats.org/officeDocument/2006/relationships/customXml" Target="../ink/ink277.xml"/><Relationship Id="rId192" Type="http://schemas.openxmlformats.org/officeDocument/2006/relationships/image" Target="../media/image293.png"/><Relationship Id="rId206" Type="http://schemas.openxmlformats.org/officeDocument/2006/relationships/image" Target="../media/image300.png"/><Relationship Id="rId227" Type="http://schemas.openxmlformats.org/officeDocument/2006/relationships/customXml" Target="../ink/ink305.xml"/><Relationship Id="rId248" Type="http://schemas.openxmlformats.org/officeDocument/2006/relationships/image" Target="../media/image321.png"/><Relationship Id="rId12" Type="http://schemas.openxmlformats.org/officeDocument/2006/relationships/customXml" Target="../ink/ink197.xml"/><Relationship Id="rId33" Type="http://schemas.openxmlformats.org/officeDocument/2006/relationships/image" Target="../media/image215.png"/><Relationship Id="rId108" Type="http://schemas.openxmlformats.org/officeDocument/2006/relationships/customXml" Target="../ink/ink245.xml"/><Relationship Id="rId129" Type="http://schemas.openxmlformats.org/officeDocument/2006/relationships/image" Target="../media/image262.png"/><Relationship Id="rId54" Type="http://schemas.openxmlformats.org/officeDocument/2006/relationships/customXml" Target="../ink/ink218.xml"/><Relationship Id="rId75" Type="http://schemas.openxmlformats.org/officeDocument/2006/relationships/image" Target="../media/image235.png"/><Relationship Id="rId96" Type="http://schemas.openxmlformats.org/officeDocument/2006/relationships/customXml" Target="../ink/ink239.xml"/><Relationship Id="rId140" Type="http://schemas.openxmlformats.org/officeDocument/2006/relationships/customXml" Target="../ink/ink261.xml"/><Relationship Id="rId161" Type="http://schemas.openxmlformats.org/officeDocument/2006/relationships/customXml" Target="../ink/ink272.xml"/><Relationship Id="rId182" Type="http://schemas.openxmlformats.org/officeDocument/2006/relationships/image" Target="../media/image288.png"/><Relationship Id="rId217" Type="http://schemas.openxmlformats.org/officeDocument/2006/relationships/customXml" Target="../ink/ink300.xml"/><Relationship Id="rId6" Type="http://schemas.openxmlformats.org/officeDocument/2006/relationships/customXml" Target="../ink/ink194.xml"/><Relationship Id="rId238" Type="http://schemas.openxmlformats.org/officeDocument/2006/relationships/image" Target="../media/image316.png"/><Relationship Id="rId259" Type="http://schemas.openxmlformats.org/officeDocument/2006/relationships/customXml" Target="../ink/ink321.xml"/><Relationship Id="rId23" Type="http://schemas.openxmlformats.org/officeDocument/2006/relationships/image" Target="../media/image210.png"/><Relationship Id="rId119" Type="http://schemas.openxmlformats.org/officeDocument/2006/relationships/image" Target="../media/image257.png"/><Relationship Id="rId44" Type="http://schemas.openxmlformats.org/officeDocument/2006/relationships/customXml" Target="../ink/ink213.xml"/><Relationship Id="rId65" Type="http://schemas.openxmlformats.org/officeDocument/2006/relationships/image" Target="../media/image230.png"/><Relationship Id="rId86" Type="http://schemas.openxmlformats.org/officeDocument/2006/relationships/customXml" Target="../ink/ink234.xml"/><Relationship Id="rId130" Type="http://schemas.openxmlformats.org/officeDocument/2006/relationships/customXml" Target="../ink/ink256.xml"/><Relationship Id="rId151" Type="http://schemas.openxmlformats.org/officeDocument/2006/relationships/image" Target="../media/image273.png"/><Relationship Id="rId172" Type="http://schemas.openxmlformats.org/officeDocument/2006/relationships/image" Target="../media/image283.png"/><Relationship Id="rId193" Type="http://schemas.openxmlformats.org/officeDocument/2006/relationships/customXml" Target="../ink/ink288.xml"/><Relationship Id="rId207" Type="http://schemas.openxmlformats.org/officeDocument/2006/relationships/customXml" Target="../ink/ink295.xml"/><Relationship Id="rId228" Type="http://schemas.openxmlformats.org/officeDocument/2006/relationships/image" Target="../media/image311.png"/><Relationship Id="rId249" Type="http://schemas.openxmlformats.org/officeDocument/2006/relationships/customXml" Target="../ink/ink316.xml"/><Relationship Id="rId13" Type="http://schemas.openxmlformats.org/officeDocument/2006/relationships/image" Target="../media/image205.png"/><Relationship Id="rId109" Type="http://schemas.openxmlformats.org/officeDocument/2006/relationships/image" Target="../media/image252.png"/><Relationship Id="rId260" Type="http://schemas.openxmlformats.org/officeDocument/2006/relationships/image" Target="../media/image327.png"/><Relationship Id="rId34" Type="http://schemas.openxmlformats.org/officeDocument/2006/relationships/customXml" Target="../ink/ink208.xml"/><Relationship Id="rId55" Type="http://schemas.openxmlformats.org/officeDocument/2006/relationships/image" Target="../media/image226.png"/><Relationship Id="rId76" Type="http://schemas.openxmlformats.org/officeDocument/2006/relationships/customXml" Target="../ink/ink229.xml"/><Relationship Id="rId97" Type="http://schemas.openxmlformats.org/officeDocument/2006/relationships/image" Target="../media/image246.png"/><Relationship Id="rId120" Type="http://schemas.openxmlformats.org/officeDocument/2006/relationships/customXml" Target="../ink/ink251.xml"/><Relationship Id="rId141" Type="http://schemas.openxmlformats.org/officeDocument/2006/relationships/image" Target="../media/image268.png"/><Relationship Id="rId7" Type="http://schemas.openxmlformats.org/officeDocument/2006/relationships/image" Target="../media/image202.png"/><Relationship Id="rId162" Type="http://schemas.openxmlformats.org/officeDocument/2006/relationships/image" Target="../media/image278.png"/><Relationship Id="rId183" Type="http://schemas.openxmlformats.org/officeDocument/2006/relationships/customXml" Target="../ink/ink283.xml"/><Relationship Id="rId218" Type="http://schemas.openxmlformats.org/officeDocument/2006/relationships/image" Target="../media/image306.png"/><Relationship Id="rId239" Type="http://schemas.openxmlformats.org/officeDocument/2006/relationships/customXml" Target="../ink/ink311.xml"/><Relationship Id="rId250" Type="http://schemas.openxmlformats.org/officeDocument/2006/relationships/image" Target="../media/image322.png"/><Relationship Id="rId24" Type="http://schemas.openxmlformats.org/officeDocument/2006/relationships/customXml" Target="../ink/ink203.xml"/><Relationship Id="rId45" Type="http://schemas.openxmlformats.org/officeDocument/2006/relationships/image" Target="../media/image221.png"/><Relationship Id="rId66" Type="http://schemas.openxmlformats.org/officeDocument/2006/relationships/customXml" Target="../ink/ink224.xml"/><Relationship Id="rId87" Type="http://schemas.openxmlformats.org/officeDocument/2006/relationships/image" Target="../media/image241.png"/><Relationship Id="rId110" Type="http://schemas.openxmlformats.org/officeDocument/2006/relationships/customXml" Target="../ink/ink246.xml"/><Relationship Id="rId131" Type="http://schemas.openxmlformats.org/officeDocument/2006/relationships/image" Target="../media/image263.png"/><Relationship Id="rId152" Type="http://schemas.openxmlformats.org/officeDocument/2006/relationships/customXml" Target="../ink/ink267.xml"/><Relationship Id="rId173" Type="http://schemas.openxmlformats.org/officeDocument/2006/relationships/customXml" Target="../ink/ink278.xml"/><Relationship Id="rId194" Type="http://schemas.openxmlformats.org/officeDocument/2006/relationships/image" Target="../media/image294.png"/><Relationship Id="rId208" Type="http://schemas.openxmlformats.org/officeDocument/2006/relationships/image" Target="../media/image301.png"/><Relationship Id="rId229" Type="http://schemas.openxmlformats.org/officeDocument/2006/relationships/customXml" Target="../ink/ink306.xml"/><Relationship Id="rId240" Type="http://schemas.openxmlformats.org/officeDocument/2006/relationships/image" Target="../media/image317.png"/><Relationship Id="rId14" Type="http://schemas.openxmlformats.org/officeDocument/2006/relationships/customXml" Target="../ink/ink198.xml"/><Relationship Id="rId35" Type="http://schemas.openxmlformats.org/officeDocument/2006/relationships/image" Target="../media/image216.png"/><Relationship Id="rId56" Type="http://schemas.openxmlformats.org/officeDocument/2006/relationships/customXml" Target="../ink/ink219.xml"/><Relationship Id="rId77" Type="http://schemas.openxmlformats.org/officeDocument/2006/relationships/image" Target="../media/image236.png"/><Relationship Id="rId100" Type="http://schemas.openxmlformats.org/officeDocument/2006/relationships/customXml" Target="../ink/ink241.xml"/><Relationship Id="rId8" Type="http://schemas.openxmlformats.org/officeDocument/2006/relationships/customXml" Target="../ink/ink195.xml"/><Relationship Id="rId98" Type="http://schemas.openxmlformats.org/officeDocument/2006/relationships/customXml" Target="../ink/ink240.xml"/><Relationship Id="rId121" Type="http://schemas.openxmlformats.org/officeDocument/2006/relationships/image" Target="../media/image258.png"/><Relationship Id="rId142" Type="http://schemas.openxmlformats.org/officeDocument/2006/relationships/customXml" Target="../ink/ink262.xml"/><Relationship Id="rId163" Type="http://schemas.openxmlformats.org/officeDocument/2006/relationships/customXml" Target="../ink/ink273.xml"/><Relationship Id="rId184" Type="http://schemas.openxmlformats.org/officeDocument/2006/relationships/image" Target="../media/image289.png"/><Relationship Id="rId219" Type="http://schemas.openxmlformats.org/officeDocument/2006/relationships/customXml" Target="../ink/ink301.xml"/><Relationship Id="rId230" Type="http://schemas.openxmlformats.org/officeDocument/2006/relationships/image" Target="../media/image312.png"/><Relationship Id="rId251" Type="http://schemas.openxmlformats.org/officeDocument/2006/relationships/customXml" Target="../ink/ink317.xml"/><Relationship Id="rId25" Type="http://schemas.openxmlformats.org/officeDocument/2006/relationships/image" Target="../media/image211.png"/><Relationship Id="rId46" Type="http://schemas.openxmlformats.org/officeDocument/2006/relationships/customXml" Target="../ink/ink214.xml"/><Relationship Id="rId67" Type="http://schemas.openxmlformats.org/officeDocument/2006/relationships/image" Target="../media/image231.png"/><Relationship Id="rId88" Type="http://schemas.openxmlformats.org/officeDocument/2006/relationships/customXml" Target="../ink/ink235.xml"/><Relationship Id="rId111" Type="http://schemas.openxmlformats.org/officeDocument/2006/relationships/image" Target="../media/image253.png"/><Relationship Id="rId132" Type="http://schemas.openxmlformats.org/officeDocument/2006/relationships/customXml" Target="../ink/ink257.xml"/><Relationship Id="rId153" Type="http://schemas.openxmlformats.org/officeDocument/2006/relationships/image" Target="../media/image274.png"/><Relationship Id="rId174" Type="http://schemas.openxmlformats.org/officeDocument/2006/relationships/image" Target="../media/image284.png"/><Relationship Id="rId195" Type="http://schemas.openxmlformats.org/officeDocument/2006/relationships/customXml" Target="../ink/ink289.xml"/><Relationship Id="rId209" Type="http://schemas.openxmlformats.org/officeDocument/2006/relationships/customXml" Target="../ink/ink296.xml"/><Relationship Id="rId220" Type="http://schemas.openxmlformats.org/officeDocument/2006/relationships/image" Target="../media/image307.png"/><Relationship Id="rId241" Type="http://schemas.openxmlformats.org/officeDocument/2006/relationships/customXml" Target="../ink/ink312.xml"/><Relationship Id="rId15" Type="http://schemas.openxmlformats.org/officeDocument/2006/relationships/image" Target="../media/image206.png"/><Relationship Id="rId36" Type="http://schemas.openxmlformats.org/officeDocument/2006/relationships/customXml" Target="../ink/ink209.xml"/><Relationship Id="rId57" Type="http://schemas.openxmlformats.org/officeDocument/2006/relationships/image" Target="../media/image65.png"/><Relationship Id="rId78" Type="http://schemas.openxmlformats.org/officeDocument/2006/relationships/customXml" Target="../ink/ink230.xml"/><Relationship Id="rId99" Type="http://schemas.openxmlformats.org/officeDocument/2006/relationships/image" Target="../media/image247.png"/><Relationship Id="rId101" Type="http://schemas.openxmlformats.org/officeDocument/2006/relationships/image" Target="../media/image248.png"/><Relationship Id="rId122" Type="http://schemas.openxmlformats.org/officeDocument/2006/relationships/customXml" Target="../ink/ink252.xml"/><Relationship Id="rId143" Type="http://schemas.openxmlformats.org/officeDocument/2006/relationships/image" Target="../media/image269.png"/><Relationship Id="rId164" Type="http://schemas.openxmlformats.org/officeDocument/2006/relationships/image" Target="../media/image279.png"/><Relationship Id="rId185" Type="http://schemas.openxmlformats.org/officeDocument/2006/relationships/customXml" Target="../ink/ink284.xml"/><Relationship Id="rId9" Type="http://schemas.openxmlformats.org/officeDocument/2006/relationships/image" Target="../media/image203.png"/><Relationship Id="rId210" Type="http://schemas.openxmlformats.org/officeDocument/2006/relationships/image" Target="../media/image302.png"/><Relationship Id="rId26" Type="http://schemas.openxmlformats.org/officeDocument/2006/relationships/customXml" Target="../ink/ink204.xml"/><Relationship Id="rId231" Type="http://schemas.openxmlformats.org/officeDocument/2006/relationships/customXml" Target="../ink/ink307.xml"/><Relationship Id="rId252" Type="http://schemas.openxmlformats.org/officeDocument/2006/relationships/image" Target="../media/image323.png"/><Relationship Id="rId47" Type="http://schemas.openxmlformats.org/officeDocument/2006/relationships/image" Target="../media/image222.png"/><Relationship Id="rId68" Type="http://schemas.openxmlformats.org/officeDocument/2006/relationships/customXml" Target="../ink/ink225.xml"/><Relationship Id="rId89" Type="http://schemas.openxmlformats.org/officeDocument/2006/relationships/image" Target="../media/image242.png"/><Relationship Id="rId112" Type="http://schemas.openxmlformats.org/officeDocument/2006/relationships/customXml" Target="../ink/ink247.xml"/><Relationship Id="rId133" Type="http://schemas.openxmlformats.org/officeDocument/2006/relationships/image" Target="../media/image264.png"/><Relationship Id="rId154" Type="http://schemas.openxmlformats.org/officeDocument/2006/relationships/customXml" Target="../ink/ink268.xml"/><Relationship Id="rId175" Type="http://schemas.openxmlformats.org/officeDocument/2006/relationships/customXml" Target="../ink/ink279.xml"/><Relationship Id="rId196" Type="http://schemas.openxmlformats.org/officeDocument/2006/relationships/image" Target="../media/image295.png"/><Relationship Id="rId200" Type="http://schemas.openxmlformats.org/officeDocument/2006/relationships/image" Target="../media/image297.png"/><Relationship Id="rId16" Type="http://schemas.openxmlformats.org/officeDocument/2006/relationships/customXml" Target="../ink/ink199.xml"/><Relationship Id="rId221" Type="http://schemas.openxmlformats.org/officeDocument/2006/relationships/customXml" Target="../ink/ink302.xml"/><Relationship Id="rId242" Type="http://schemas.openxmlformats.org/officeDocument/2006/relationships/image" Target="../media/image318.png"/><Relationship Id="rId37" Type="http://schemas.openxmlformats.org/officeDocument/2006/relationships/image" Target="../media/image217.png"/><Relationship Id="rId58" Type="http://schemas.openxmlformats.org/officeDocument/2006/relationships/customXml" Target="../ink/ink220.xml"/><Relationship Id="rId79" Type="http://schemas.openxmlformats.org/officeDocument/2006/relationships/image" Target="../media/image237.png"/><Relationship Id="rId102" Type="http://schemas.openxmlformats.org/officeDocument/2006/relationships/customXml" Target="../ink/ink242.xml"/><Relationship Id="rId123" Type="http://schemas.openxmlformats.org/officeDocument/2006/relationships/image" Target="../media/image259.png"/><Relationship Id="rId144" Type="http://schemas.openxmlformats.org/officeDocument/2006/relationships/customXml" Target="../ink/ink263.xml"/><Relationship Id="rId90" Type="http://schemas.openxmlformats.org/officeDocument/2006/relationships/customXml" Target="../ink/ink236.xml"/><Relationship Id="rId165" Type="http://schemas.openxmlformats.org/officeDocument/2006/relationships/customXml" Target="../ink/ink274.xml"/><Relationship Id="rId186" Type="http://schemas.openxmlformats.org/officeDocument/2006/relationships/image" Target="../media/image290.png"/><Relationship Id="rId211" Type="http://schemas.openxmlformats.org/officeDocument/2006/relationships/customXml" Target="../ink/ink297.xml"/><Relationship Id="rId232" Type="http://schemas.openxmlformats.org/officeDocument/2006/relationships/image" Target="../media/image313.png"/><Relationship Id="rId253" Type="http://schemas.openxmlformats.org/officeDocument/2006/relationships/customXml" Target="../ink/ink318.xml"/><Relationship Id="rId27" Type="http://schemas.openxmlformats.org/officeDocument/2006/relationships/image" Target="../media/image212.png"/><Relationship Id="rId48" Type="http://schemas.openxmlformats.org/officeDocument/2006/relationships/customXml" Target="../ink/ink215.xml"/><Relationship Id="rId69" Type="http://schemas.openxmlformats.org/officeDocument/2006/relationships/image" Target="../media/image232.png"/><Relationship Id="rId113" Type="http://schemas.openxmlformats.org/officeDocument/2006/relationships/image" Target="../media/image254.png"/><Relationship Id="rId134" Type="http://schemas.openxmlformats.org/officeDocument/2006/relationships/customXml" Target="../ink/ink258.xml"/><Relationship Id="rId80" Type="http://schemas.openxmlformats.org/officeDocument/2006/relationships/customXml" Target="../ink/ink231.xml"/><Relationship Id="rId155" Type="http://schemas.openxmlformats.org/officeDocument/2006/relationships/image" Target="../media/image275.png"/><Relationship Id="rId176" Type="http://schemas.openxmlformats.org/officeDocument/2006/relationships/image" Target="../media/image285.png"/><Relationship Id="rId197" Type="http://schemas.openxmlformats.org/officeDocument/2006/relationships/customXml" Target="../ink/ink290.xml"/><Relationship Id="rId201" Type="http://schemas.openxmlformats.org/officeDocument/2006/relationships/customXml" Target="../ink/ink292.xml"/><Relationship Id="rId222" Type="http://schemas.openxmlformats.org/officeDocument/2006/relationships/image" Target="../media/image308.png"/><Relationship Id="rId243" Type="http://schemas.openxmlformats.org/officeDocument/2006/relationships/customXml" Target="../ink/ink313.xml"/><Relationship Id="rId17" Type="http://schemas.openxmlformats.org/officeDocument/2006/relationships/image" Target="../media/image207.png"/><Relationship Id="rId38" Type="http://schemas.openxmlformats.org/officeDocument/2006/relationships/customXml" Target="../ink/ink210.xml"/><Relationship Id="rId59" Type="http://schemas.openxmlformats.org/officeDocument/2006/relationships/image" Target="../media/image227.png"/><Relationship Id="rId103" Type="http://schemas.openxmlformats.org/officeDocument/2006/relationships/image" Target="../media/image249.png"/><Relationship Id="rId124" Type="http://schemas.openxmlformats.org/officeDocument/2006/relationships/customXml" Target="../ink/ink253.xml"/><Relationship Id="rId70" Type="http://schemas.openxmlformats.org/officeDocument/2006/relationships/customXml" Target="../ink/ink226.xml"/><Relationship Id="rId91" Type="http://schemas.openxmlformats.org/officeDocument/2006/relationships/image" Target="../media/image243.png"/><Relationship Id="rId145" Type="http://schemas.openxmlformats.org/officeDocument/2006/relationships/image" Target="../media/image270.png"/><Relationship Id="rId166" Type="http://schemas.openxmlformats.org/officeDocument/2006/relationships/image" Target="../media/image280.png"/><Relationship Id="rId187" Type="http://schemas.openxmlformats.org/officeDocument/2006/relationships/customXml" Target="../ink/ink285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303.png"/><Relationship Id="rId233" Type="http://schemas.openxmlformats.org/officeDocument/2006/relationships/customXml" Target="../ink/ink308.xml"/><Relationship Id="rId254" Type="http://schemas.openxmlformats.org/officeDocument/2006/relationships/image" Target="../media/image324.png"/><Relationship Id="rId28" Type="http://schemas.openxmlformats.org/officeDocument/2006/relationships/customXml" Target="../ink/ink205.xml"/><Relationship Id="rId49" Type="http://schemas.openxmlformats.org/officeDocument/2006/relationships/image" Target="../media/image223.png"/><Relationship Id="rId114" Type="http://schemas.openxmlformats.org/officeDocument/2006/relationships/customXml" Target="../ink/ink248.xml"/><Relationship Id="rId60" Type="http://schemas.openxmlformats.org/officeDocument/2006/relationships/customXml" Target="../ink/ink221.xml"/><Relationship Id="rId81" Type="http://schemas.openxmlformats.org/officeDocument/2006/relationships/image" Target="../media/image238.png"/><Relationship Id="rId135" Type="http://schemas.openxmlformats.org/officeDocument/2006/relationships/image" Target="../media/image265.png"/><Relationship Id="rId156" Type="http://schemas.openxmlformats.org/officeDocument/2006/relationships/customXml" Target="../ink/ink269.xml"/><Relationship Id="rId177" Type="http://schemas.openxmlformats.org/officeDocument/2006/relationships/customXml" Target="../ink/ink280.xml"/><Relationship Id="rId198" Type="http://schemas.openxmlformats.org/officeDocument/2006/relationships/image" Target="../media/image296.png"/><Relationship Id="rId202" Type="http://schemas.openxmlformats.org/officeDocument/2006/relationships/image" Target="../media/image298.png"/><Relationship Id="rId223" Type="http://schemas.openxmlformats.org/officeDocument/2006/relationships/customXml" Target="../ink/ink303.xml"/><Relationship Id="rId244" Type="http://schemas.openxmlformats.org/officeDocument/2006/relationships/image" Target="../media/image319.png"/><Relationship Id="rId18" Type="http://schemas.openxmlformats.org/officeDocument/2006/relationships/customXml" Target="../ink/ink200.xml"/><Relationship Id="rId39" Type="http://schemas.openxmlformats.org/officeDocument/2006/relationships/image" Target="../media/image218.png"/><Relationship Id="rId50" Type="http://schemas.openxmlformats.org/officeDocument/2006/relationships/customXml" Target="../ink/ink216.xml"/><Relationship Id="rId104" Type="http://schemas.openxmlformats.org/officeDocument/2006/relationships/customXml" Target="../ink/ink243.xml"/><Relationship Id="rId125" Type="http://schemas.openxmlformats.org/officeDocument/2006/relationships/image" Target="../media/image260.png"/><Relationship Id="rId146" Type="http://schemas.openxmlformats.org/officeDocument/2006/relationships/customXml" Target="../ink/ink264.xml"/><Relationship Id="rId167" Type="http://schemas.openxmlformats.org/officeDocument/2006/relationships/customXml" Target="../ink/ink275.xml"/><Relationship Id="rId188" Type="http://schemas.openxmlformats.org/officeDocument/2006/relationships/image" Target="../media/image291.png"/><Relationship Id="rId71" Type="http://schemas.openxmlformats.org/officeDocument/2006/relationships/image" Target="../media/image233.png"/><Relationship Id="rId92" Type="http://schemas.openxmlformats.org/officeDocument/2006/relationships/customXml" Target="../ink/ink237.xml"/><Relationship Id="rId213" Type="http://schemas.openxmlformats.org/officeDocument/2006/relationships/customXml" Target="../ink/ink298.xml"/><Relationship Id="rId234" Type="http://schemas.openxmlformats.org/officeDocument/2006/relationships/image" Target="../media/image314.png"/><Relationship Id="rId2" Type="http://schemas.openxmlformats.org/officeDocument/2006/relationships/customXml" Target="../ink/ink192.xml"/><Relationship Id="rId29" Type="http://schemas.openxmlformats.org/officeDocument/2006/relationships/image" Target="../media/image213.png"/><Relationship Id="rId255" Type="http://schemas.openxmlformats.org/officeDocument/2006/relationships/customXml" Target="../ink/ink319.xml"/><Relationship Id="rId40" Type="http://schemas.openxmlformats.org/officeDocument/2006/relationships/customXml" Target="../ink/ink211.xml"/><Relationship Id="rId115" Type="http://schemas.openxmlformats.org/officeDocument/2006/relationships/image" Target="../media/image255.png"/><Relationship Id="rId136" Type="http://schemas.openxmlformats.org/officeDocument/2006/relationships/customXml" Target="../ink/ink259.xml"/><Relationship Id="rId157" Type="http://schemas.openxmlformats.org/officeDocument/2006/relationships/image" Target="../media/image276.png"/><Relationship Id="rId178" Type="http://schemas.openxmlformats.org/officeDocument/2006/relationships/image" Target="../media/image286.png"/><Relationship Id="rId61" Type="http://schemas.openxmlformats.org/officeDocument/2006/relationships/image" Target="../media/image228.png"/><Relationship Id="rId82" Type="http://schemas.openxmlformats.org/officeDocument/2006/relationships/customXml" Target="../ink/ink232.xml"/><Relationship Id="rId199" Type="http://schemas.openxmlformats.org/officeDocument/2006/relationships/customXml" Target="../ink/ink291.xml"/><Relationship Id="rId203" Type="http://schemas.openxmlformats.org/officeDocument/2006/relationships/customXml" Target="../ink/ink293.xml"/><Relationship Id="rId19" Type="http://schemas.openxmlformats.org/officeDocument/2006/relationships/image" Target="../media/image208.png"/><Relationship Id="rId224" Type="http://schemas.openxmlformats.org/officeDocument/2006/relationships/image" Target="../media/image309.png"/><Relationship Id="rId245" Type="http://schemas.openxmlformats.org/officeDocument/2006/relationships/customXml" Target="../ink/ink314.xml"/><Relationship Id="rId30" Type="http://schemas.openxmlformats.org/officeDocument/2006/relationships/customXml" Target="../ink/ink206.xml"/><Relationship Id="rId105" Type="http://schemas.openxmlformats.org/officeDocument/2006/relationships/image" Target="../media/image250.png"/><Relationship Id="rId126" Type="http://schemas.openxmlformats.org/officeDocument/2006/relationships/customXml" Target="../ink/ink254.xml"/><Relationship Id="rId147" Type="http://schemas.openxmlformats.org/officeDocument/2006/relationships/image" Target="../media/image271.png"/><Relationship Id="rId168" Type="http://schemas.openxmlformats.org/officeDocument/2006/relationships/image" Target="../media/image281.png"/><Relationship Id="rId51" Type="http://schemas.openxmlformats.org/officeDocument/2006/relationships/image" Target="../media/image224.png"/><Relationship Id="rId72" Type="http://schemas.openxmlformats.org/officeDocument/2006/relationships/customXml" Target="../ink/ink227.xml"/><Relationship Id="rId93" Type="http://schemas.openxmlformats.org/officeDocument/2006/relationships/image" Target="../media/image244.png"/><Relationship Id="rId189" Type="http://schemas.openxmlformats.org/officeDocument/2006/relationships/customXml" Target="../ink/ink286.xml"/><Relationship Id="rId3" Type="http://schemas.openxmlformats.org/officeDocument/2006/relationships/image" Target="../media/image200.png"/><Relationship Id="rId214" Type="http://schemas.openxmlformats.org/officeDocument/2006/relationships/image" Target="../media/image304.png"/><Relationship Id="rId235" Type="http://schemas.openxmlformats.org/officeDocument/2006/relationships/customXml" Target="../ink/ink309.xml"/><Relationship Id="rId256" Type="http://schemas.openxmlformats.org/officeDocument/2006/relationships/image" Target="../media/image325.png"/><Relationship Id="rId116" Type="http://schemas.openxmlformats.org/officeDocument/2006/relationships/customXml" Target="../ink/ink249.xml"/><Relationship Id="rId137" Type="http://schemas.openxmlformats.org/officeDocument/2006/relationships/image" Target="../media/image266.png"/><Relationship Id="rId158" Type="http://schemas.openxmlformats.org/officeDocument/2006/relationships/customXml" Target="../ink/ink270.xml"/><Relationship Id="rId20" Type="http://schemas.openxmlformats.org/officeDocument/2006/relationships/customXml" Target="../ink/ink201.xml"/><Relationship Id="rId41" Type="http://schemas.openxmlformats.org/officeDocument/2006/relationships/image" Target="../media/image219.png"/><Relationship Id="rId62" Type="http://schemas.openxmlformats.org/officeDocument/2006/relationships/customXml" Target="../ink/ink222.xml"/><Relationship Id="rId83" Type="http://schemas.openxmlformats.org/officeDocument/2006/relationships/image" Target="../media/image239.png"/><Relationship Id="rId179" Type="http://schemas.openxmlformats.org/officeDocument/2006/relationships/customXml" Target="../ink/ink281.xml"/><Relationship Id="rId190" Type="http://schemas.openxmlformats.org/officeDocument/2006/relationships/image" Target="../media/image292.png"/><Relationship Id="rId204" Type="http://schemas.openxmlformats.org/officeDocument/2006/relationships/image" Target="../media/image299.png"/><Relationship Id="rId225" Type="http://schemas.openxmlformats.org/officeDocument/2006/relationships/customXml" Target="../ink/ink304.xml"/><Relationship Id="rId246" Type="http://schemas.openxmlformats.org/officeDocument/2006/relationships/image" Target="../media/image320.png"/><Relationship Id="rId106" Type="http://schemas.openxmlformats.org/officeDocument/2006/relationships/customXml" Target="../ink/ink244.xml"/><Relationship Id="rId127" Type="http://schemas.openxmlformats.org/officeDocument/2006/relationships/image" Target="../media/image261.png"/><Relationship Id="rId10" Type="http://schemas.openxmlformats.org/officeDocument/2006/relationships/customXml" Target="../ink/ink196.xml"/><Relationship Id="rId31" Type="http://schemas.openxmlformats.org/officeDocument/2006/relationships/image" Target="../media/image214.png"/><Relationship Id="rId52" Type="http://schemas.openxmlformats.org/officeDocument/2006/relationships/customXml" Target="../ink/ink217.xml"/><Relationship Id="rId73" Type="http://schemas.openxmlformats.org/officeDocument/2006/relationships/image" Target="../media/image234.png"/><Relationship Id="rId94" Type="http://schemas.openxmlformats.org/officeDocument/2006/relationships/customXml" Target="../ink/ink238.xml"/><Relationship Id="rId148" Type="http://schemas.openxmlformats.org/officeDocument/2006/relationships/customXml" Target="../ink/ink265.xml"/><Relationship Id="rId169" Type="http://schemas.openxmlformats.org/officeDocument/2006/relationships/customXml" Target="../ink/ink276.xml"/><Relationship Id="rId4" Type="http://schemas.openxmlformats.org/officeDocument/2006/relationships/customXml" Target="../ink/ink193.xml"/><Relationship Id="rId180" Type="http://schemas.openxmlformats.org/officeDocument/2006/relationships/image" Target="../media/image287.png"/><Relationship Id="rId215" Type="http://schemas.openxmlformats.org/officeDocument/2006/relationships/customXml" Target="../ink/ink299.xml"/><Relationship Id="rId236" Type="http://schemas.openxmlformats.org/officeDocument/2006/relationships/image" Target="../media/image315.png"/><Relationship Id="rId257" Type="http://schemas.openxmlformats.org/officeDocument/2006/relationships/customXml" Target="../ink/ink32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322.xml"/><Relationship Id="rId2" Type="http://schemas.openxmlformats.org/officeDocument/2006/relationships/hyperlink" Target="https://github.com/soyuztechnologies/SAP_BTP_Training_CLD200/blob/master/Day%203/03%20application/03application/app/purchaseorderapp/annotations.cd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8.png"/><Relationship Id="rId2" Type="http://schemas.openxmlformats.org/officeDocument/2006/relationships/hyperlink" Target="https://github.com/soyuztechnologies/SAP_BTP_Training_CLD200/tree/master/Day%204/capm%20draft%20and%20value%20helps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9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oyuztechnologies/SAP_BTP_Training_CLD200/blob/master/Day%203/03%20application/03application/app/purchaseorderapp/annotations.cds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335.xml"/><Relationship Id="rId21" Type="http://schemas.openxmlformats.org/officeDocument/2006/relationships/image" Target="../media/image2230.png"/><Relationship Id="rId42" Type="http://schemas.openxmlformats.org/officeDocument/2006/relationships/customXml" Target="../ink/ink343.xml"/><Relationship Id="rId47" Type="http://schemas.openxmlformats.org/officeDocument/2006/relationships/image" Target="../media/image2360.png"/><Relationship Id="rId63" Type="http://schemas.openxmlformats.org/officeDocument/2006/relationships/image" Target="../media/image2440.png"/><Relationship Id="rId68" Type="http://schemas.openxmlformats.org/officeDocument/2006/relationships/customXml" Target="../ink/ink356.xml"/><Relationship Id="rId84" Type="http://schemas.openxmlformats.org/officeDocument/2006/relationships/customXml" Target="../ink/ink364.xml"/><Relationship Id="rId89" Type="http://schemas.openxmlformats.org/officeDocument/2006/relationships/image" Target="../media/image2570.png"/><Relationship Id="rId16" Type="http://schemas.openxmlformats.org/officeDocument/2006/relationships/customXml" Target="../ink/ink330.xml"/><Relationship Id="rId107" Type="http://schemas.openxmlformats.org/officeDocument/2006/relationships/image" Target="../media/image2660.png"/><Relationship Id="rId11" Type="http://schemas.openxmlformats.org/officeDocument/2006/relationships/image" Target="../media/image2180.png"/><Relationship Id="rId32" Type="http://schemas.openxmlformats.org/officeDocument/2006/relationships/customXml" Target="../ink/ink338.xml"/><Relationship Id="rId37" Type="http://schemas.openxmlformats.org/officeDocument/2006/relationships/image" Target="../media/image2310.png"/><Relationship Id="rId53" Type="http://schemas.openxmlformats.org/officeDocument/2006/relationships/image" Target="../media/image2390.png"/><Relationship Id="rId58" Type="http://schemas.openxmlformats.org/officeDocument/2006/relationships/customXml" Target="../ink/ink351.xml"/><Relationship Id="rId74" Type="http://schemas.openxmlformats.org/officeDocument/2006/relationships/customXml" Target="../ink/ink359.xml"/><Relationship Id="rId79" Type="http://schemas.openxmlformats.org/officeDocument/2006/relationships/image" Target="../media/image2520.png"/><Relationship Id="rId102" Type="http://schemas.openxmlformats.org/officeDocument/2006/relationships/customXml" Target="../ink/ink373.xml"/><Relationship Id="rId5" Type="http://schemas.openxmlformats.org/officeDocument/2006/relationships/image" Target="../media/image2150.png"/><Relationship Id="rId90" Type="http://schemas.openxmlformats.org/officeDocument/2006/relationships/customXml" Target="../ink/ink367.xml"/><Relationship Id="rId95" Type="http://schemas.openxmlformats.org/officeDocument/2006/relationships/image" Target="../media/image2600.png"/><Relationship Id="rId22" Type="http://schemas.openxmlformats.org/officeDocument/2006/relationships/customXml" Target="../ink/ink333.xml"/><Relationship Id="rId27" Type="http://schemas.openxmlformats.org/officeDocument/2006/relationships/image" Target="../media/image2260.png"/><Relationship Id="rId43" Type="http://schemas.openxmlformats.org/officeDocument/2006/relationships/image" Target="../media/image2340.png"/><Relationship Id="rId48" Type="http://schemas.openxmlformats.org/officeDocument/2006/relationships/customXml" Target="../ink/ink346.xml"/><Relationship Id="rId64" Type="http://schemas.openxmlformats.org/officeDocument/2006/relationships/customXml" Target="../ink/ink354.xml"/><Relationship Id="rId69" Type="http://schemas.openxmlformats.org/officeDocument/2006/relationships/image" Target="../media/image2470.png"/><Relationship Id="rId80" Type="http://schemas.openxmlformats.org/officeDocument/2006/relationships/customXml" Target="../ink/ink362.xml"/><Relationship Id="rId85" Type="http://schemas.openxmlformats.org/officeDocument/2006/relationships/image" Target="../media/image2550.png"/><Relationship Id="rId12" Type="http://schemas.openxmlformats.org/officeDocument/2006/relationships/customXml" Target="../ink/ink328.xml"/><Relationship Id="rId17" Type="http://schemas.openxmlformats.org/officeDocument/2006/relationships/image" Target="../media/image2210.png"/><Relationship Id="rId33" Type="http://schemas.openxmlformats.org/officeDocument/2006/relationships/image" Target="../media/image2290.png"/><Relationship Id="rId38" Type="http://schemas.openxmlformats.org/officeDocument/2006/relationships/customXml" Target="../ink/ink341.xml"/><Relationship Id="rId59" Type="http://schemas.openxmlformats.org/officeDocument/2006/relationships/image" Target="../media/image2420.png"/><Relationship Id="rId103" Type="http://schemas.openxmlformats.org/officeDocument/2006/relationships/image" Target="../media/image2640.png"/><Relationship Id="rId108" Type="http://schemas.openxmlformats.org/officeDocument/2006/relationships/customXml" Target="../ink/ink376.xml"/><Relationship Id="rId54" Type="http://schemas.openxmlformats.org/officeDocument/2006/relationships/customXml" Target="../ink/ink349.xml"/><Relationship Id="rId70" Type="http://schemas.openxmlformats.org/officeDocument/2006/relationships/customXml" Target="../ink/ink357.xml"/><Relationship Id="rId75" Type="http://schemas.openxmlformats.org/officeDocument/2006/relationships/image" Target="../media/image2500.png"/><Relationship Id="rId91" Type="http://schemas.openxmlformats.org/officeDocument/2006/relationships/image" Target="../media/image2580.png"/><Relationship Id="rId96" Type="http://schemas.openxmlformats.org/officeDocument/2006/relationships/customXml" Target="../ink/ink37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25.xml"/><Relationship Id="rId15" Type="http://schemas.openxmlformats.org/officeDocument/2006/relationships/image" Target="../media/image2200.png"/><Relationship Id="rId23" Type="http://schemas.openxmlformats.org/officeDocument/2006/relationships/image" Target="../media/image2240.png"/><Relationship Id="rId28" Type="http://schemas.openxmlformats.org/officeDocument/2006/relationships/customXml" Target="../ink/ink336.xml"/><Relationship Id="rId36" Type="http://schemas.openxmlformats.org/officeDocument/2006/relationships/customXml" Target="../ink/ink340.xml"/><Relationship Id="rId49" Type="http://schemas.openxmlformats.org/officeDocument/2006/relationships/image" Target="../media/image2370.png"/><Relationship Id="rId57" Type="http://schemas.openxmlformats.org/officeDocument/2006/relationships/image" Target="../media/image2410.png"/><Relationship Id="rId106" Type="http://schemas.openxmlformats.org/officeDocument/2006/relationships/customXml" Target="../ink/ink375.xml"/><Relationship Id="rId10" Type="http://schemas.openxmlformats.org/officeDocument/2006/relationships/customXml" Target="../ink/ink327.xml"/><Relationship Id="rId31" Type="http://schemas.openxmlformats.org/officeDocument/2006/relationships/image" Target="../media/image2280.png"/><Relationship Id="rId44" Type="http://schemas.openxmlformats.org/officeDocument/2006/relationships/customXml" Target="../ink/ink344.xml"/><Relationship Id="rId52" Type="http://schemas.openxmlformats.org/officeDocument/2006/relationships/customXml" Target="../ink/ink348.xml"/><Relationship Id="rId60" Type="http://schemas.openxmlformats.org/officeDocument/2006/relationships/customXml" Target="../ink/ink352.xml"/><Relationship Id="rId65" Type="http://schemas.openxmlformats.org/officeDocument/2006/relationships/image" Target="../media/image2450.png"/><Relationship Id="rId73" Type="http://schemas.openxmlformats.org/officeDocument/2006/relationships/image" Target="../media/image2490.png"/><Relationship Id="rId78" Type="http://schemas.openxmlformats.org/officeDocument/2006/relationships/customXml" Target="../ink/ink361.xml"/><Relationship Id="rId81" Type="http://schemas.openxmlformats.org/officeDocument/2006/relationships/image" Target="../media/image2530.png"/><Relationship Id="rId86" Type="http://schemas.openxmlformats.org/officeDocument/2006/relationships/customXml" Target="../ink/ink365.xml"/><Relationship Id="rId94" Type="http://schemas.openxmlformats.org/officeDocument/2006/relationships/customXml" Target="../ink/ink369.xml"/><Relationship Id="rId99" Type="http://schemas.openxmlformats.org/officeDocument/2006/relationships/image" Target="../media/image2620.png"/><Relationship Id="rId101" Type="http://schemas.openxmlformats.org/officeDocument/2006/relationships/image" Target="../media/image2630.png"/><Relationship Id="rId4" Type="http://schemas.openxmlformats.org/officeDocument/2006/relationships/customXml" Target="../ink/ink324.xml"/><Relationship Id="rId9" Type="http://schemas.openxmlformats.org/officeDocument/2006/relationships/image" Target="../media/image2170.png"/><Relationship Id="rId13" Type="http://schemas.openxmlformats.org/officeDocument/2006/relationships/image" Target="../media/image2190.png"/><Relationship Id="rId18" Type="http://schemas.openxmlformats.org/officeDocument/2006/relationships/customXml" Target="../ink/ink331.xml"/><Relationship Id="rId39" Type="http://schemas.openxmlformats.org/officeDocument/2006/relationships/image" Target="../media/image2320.png"/><Relationship Id="rId109" Type="http://schemas.openxmlformats.org/officeDocument/2006/relationships/image" Target="../media/image2670.png"/><Relationship Id="rId34" Type="http://schemas.openxmlformats.org/officeDocument/2006/relationships/customXml" Target="../ink/ink339.xml"/><Relationship Id="rId50" Type="http://schemas.openxmlformats.org/officeDocument/2006/relationships/customXml" Target="../ink/ink347.xml"/><Relationship Id="rId55" Type="http://schemas.openxmlformats.org/officeDocument/2006/relationships/image" Target="../media/image2400.png"/><Relationship Id="rId76" Type="http://schemas.openxmlformats.org/officeDocument/2006/relationships/customXml" Target="../ink/ink360.xml"/><Relationship Id="rId97" Type="http://schemas.openxmlformats.org/officeDocument/2006/relationships/image" Target="../media/image2610.png"/><Relationship Id="rId104" Type="http://schemas.openxmlformats.org/officeDocument/2006/relationships/customXml" Target="../ink/ink374.xml"/><Relationship Id="rId7" Type="http://schemas.openxmlformats.org/officeDocument/2006/relationships/image" Target="../media/image2160.png"/><Relationship Id="rId71" Type="http://schemas.openxmlformats.org/officeDocument/2006/relationships/image" Target="../media/image2480.png"/><Relationship Id="rId92" Type="http://schemas.openxmlformats.org/officeDocument/2006/relationships/customXml" Target="../ink/ink368.xml"/><Relationship Id="rId2" Type="http://schemas.openxmlformats.org/officeDocument/2006/relationships/customXml" Target="../ink/ink323.xml"/><Relationship Id="rId29" Type="http://schemas.openxmlformats.org/officeDocument/2006/relationships/image" Target="../media/image2270.png"/><Relationship Id="rId24" Type="http://schemas.openxmlformats.org/officeDocument/2006/relationships/customXml" Target="../ink/ink334.xml"/><Relationship Id="rId40" Type="http://schemas.openxmlformats.org/officeDocument/2006/relationships/customXml" Target="../ink/ink342.xml"/><Relationship Id="rId45" Type="http://schemas.openxmlformats.org/officeDocument/2006/relationships/image" Target="../media/image2350.png"/><Relationship Id="rId66" Type="http://schemas.openxmlformats.org/officeDocument/2006/relationships/customXml" Target="../ink/ink355.xml"/><Relationship Id="rId87" Type="http://schemas.openxmlformats.org/officeDocument/2006/relationships/image" Target="../media/image2560.png"/><Relationship Id="rId61" Type="http://schemas.openxmlformats.org/officeDocument/2006/relationships/image" Target="../media/image2430.png"/><Relationship Id="rId82" Type="http://schemas.openxmlformats.org/officeDocument/2006/relationships/customXml" Target="../ink/ink363.xml"/><Relationship Id="rId19" Type="http://schemas.openxmlformats.org/officeDocument/2006/relationships/image" Target="../media/image2220.png"/><Relationship Id="rId14" Type="http://schemas.openxmlformats.org/officeDocument/2006/relationships/customXml" Target="../ink/ink329.xml"/><Relationship Id="rId30" Type="http://schemas.openxmlformats.org/officeDocument/2006/relationships/customXml" Target="../ink/ink337.xml"/><Relationship Id="rId35" Type="http://schemas.openxmlformats.org/officeDocument/2006/relationships/image" Target="../media/image2300.png"/><Relationship Id="rId56" Type="http://schemas.openxmlformats.org/officeDocument/2006/relationships/customXml" Target="../ink/ink350.xml"/><Relationship Id="rId77" Type="http://schemas.openxmlformats.org/officeDocument/2006/relationships/image" Target="../media/image2510.png"/><Relationship Id="rId100" Type="http://schemas.openxmlformats.org/officeDocument/2006/relationships/customXml" Target="../ink/ink372.xml"/><Relationship Id="rId105" Type="http://schemas.openxmlformats.org/officeDocument/2006/relationships/image" Target="../media/image2650.png"/><Relationship Id="rId8" Type="http://schemas.openxmlformats.org/officeDocument/2006/relationships/customXml" Target="../ink/ink326.xml"/><Relationship Id="rId51" Type="http://schemas.openxmlformats.org/officeDocument/2006/relationships/image" Target="../media/image2380.png"/><Relationship Id="rId72" Type="http://schemas.openxmlformats.org/officeDocument/2006/relationships/customXml" Target="../ink/ink358.xml"/><Relationship Id="rId93" Type="http://schemas.openxmlformats.org/officeDocument/2006/relationships/image" Target="../media/image2590.png"/><Relationship Id="rId98" Type="http://schemas.openxmlformats.org/officeDocument/2006/relationships/customXml" Target="../ink/ink371.xml"/><Relationship Id="rId3" Type="http://schemas.openxmlformats.org/officeDocument/2006/relationships/image" Target="../media/image650.png"/><Relationship Id="rId25" Type="http://schemas.openxmlformats.org/officeDocument/2006/relationships/image" Target="../media/image2250.png"/><Relationship Id="rId46" Type="http://schemas.openxmlformats.org/officeDocument/2006/relationships/customXml" Target="../ink/ink345.xml"/><Relationship Id="rId67" Type="http://schemas.openxmlformats.org/officeDocument/2006/relationships/image" Target="../media/image2460.png"/><Relationship Id="rId20" Type="http://schemas.openxmlformats.org/officeDocument/2006/relationships/customXml" Target="../ink/ink332.xml"/><Relationship Id="rId41" Type="http://schemas.openxmlformats.org/officeDocument/2006/relationships/image" Target="../media/image2330.png"/><Relationship Id="rId62" Type="http://schemas.openxmlformats.org/officeDocument/2006/relationships/customXml" Target="../ink/ink353.xml"/><Relationship Id="rId83" Type="http://schemas.openxmlformats.org/officeDocument/2006/relationships/image" Target="../media/image2540.png"/><Relationship Id="rId88" Type="http://schemas.openxmlformats.org/officeDocument/2006/relationships/customXml" Target="../ink/ink366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250.png"/><Relationship Id="rId21" Type="http://schemas.openxmlformats.org/officeDocument/2006/relationships/image" Target="../media/image2770.png"/><Relationship Id="rId42" Type="http://schemas.openxmlformats.org/officeDocument/2006/relationships/customXml" Target="../ink/ink397.xml"/><Relationship Id="rId63" Type="http://schemas.openxmlformats.org/officeDocument/2006/relationships/image" Target="../media/image2980.png"/><Relationship Id="rId84" Type="http://schemas.openxmlformats.org/officeDocument/2006/relationships/customXml" Target="../ink/ink418.xml"/><Relationship Id="rId138" Type="http://schemas.openxmlformats.org/officeDocument/2006/relationships/customXml" Target="../ink/ink445.xml"/><Relationship Id="rId159" Type="http://schemas.openxmlformats.org/officeDocument/2006/relationships/image" Target="../media/image3460.png"/><Relationship Id="rId170" Type="http://schemas.openxmlformats.org/officeDocument/2006/relationships/customXml" Target="../ink/ink461.xml"/><Relationship Id="rId191" Type="http://schemas.openxmlformats.org/officeDocument/2006/relationships/image" Target="../media/image3620.png"/><Relationship Id="rId205" Type="http://schemas.openxmlformats.org/officeDocument/2006/relationships/image" Target="../media/image3690.png"/><Relationship Id="rId107" Type="http://schemas.openxmlformats.org/officeDocument/2006/relationships/image" Target="../media/image3200.png"/><Relationship Id="rId11" Type="http://schemas.openxmlformats.org/officeDocument/2006/relationships/image" Target="../media/image2720.png"/><Relationship Id="rId32" Type="http://schemas.openxmlformats.org/officeDocument/2006/relationships/customXml" Target="../ink/ink392.xml"/><Relationship Id="rId53" Type="http://schemas.openxmlformats.org/officeDocument/2006/relationships/image" Target="../media/image2930.png"/><Relationship Id="rId74" Type="http://schemas.openxmlformats.org/officeDocument/2006/relationships/customXml" Target="../ink/ink413.xml"/><Relationship Id="rId128" Type="http://schemas.openxmlformats.org/officeDocument/2006/relationships/customXml" Target="../ink/ink440.xml"/><Relationship Id="rId149" Type="http://schemas.openxmlformats.org/officeDocument/2006/relationships/image" Target="../media/image3410.png"/><Relationship Id="rId5" Type="http://schemas.openxmlformats.org/officeDocument/2006/relationships/image" Target="../media/image2690.png"/><Relationship Id="rId95" Type="http://schemas.openxmlformats.org/officeDocument/2006/relationships/image" Target="../media/image3140.png"/><Relationship Id="rId160" Type="http://schemas.openxmlformats.org/officeDocument/2006/relationships/customXml" Target="../ink/ink456.xml"/><Relationship Id="rId181" Type="http://schemas.openxmlformats.org/officeDocument/2006/relationships/image" Target="../media/image3570.png"/><Relationship Id="rId22" Type="http://schemas.openxmlformats.org/officeDocument/2006/relationships/customXml" Target="../ink/ink387.xml"/><Relationship Id="rId43" Type="http://schemas.openxmlformats.org/officeDocument/2006/relationships/image" Target="../media/image2880.png"/><Relationship Id="rId64" Type="http://schemas.openxmlformats.org/officeDocument/2006/relationships/customXml" Target="../ink/ink408.xml"/><Relationship Id="rId118" Type="http://schemas.openxmlformats.org/officeDocument/2006/relationships/customXml" Target="../ink/ink435.xml"/><Relationship Id="rId139" Type="http://schemas.openxmlformats.org/officeDocument/2006/relationships/image" Target="../media/image3360.png"/><Relationship Id="rId85" Type="http://schemas.openxmlformats.org/officeDocument/2006/relationships/image" Target="../media/image3090.png"/><Relationship Id="rId150" Type="http://schemas.openxmlformats.org/officeDocument/2006/relationships/customXml" Target="../ink/ink451.xml"/><Relationship Id="rId171" Type="http://schemas.openxmlformats.org/officeDocument/2006/relationships/image" Target="../media/image3520.png"/><Relationship Id="rId192" Type="http://schemas.openxmlformats.org/officeDocument/2006/relationships/customXml" Target="../ink/ink472.xml"/><Relationship Id="rId206" Type="http://schemas.openxmlformats.org/officeDocument/2006/relationships/customXml" Target="../ink/ink479.xml"/><Relationship Id="rId12" Type="http://schemas.openxmlformats.org/officeDocument/2006/relationships/customXml" Target="../ink/ink382.xml"/><Relationship Id="rId33" Type="http://schemas.openxmlformats.org/officeDocument/2006/relationships/image" Target="../media/image2830.png"/><Relationship Id="rId108" Type="http://schemas.openxmlformats.org/officeDocument/2006/relationships/customXml" Target="../ink/ink430.xml"/><Relationship Id="rId129" Type="http://schemas.openxmlformats.org/officeDocument/2006/relationships/image" Target="../media/image3310.png"/><Relationship Id="rId54" Type="http://schemas.openxmlformats.org/officeDocument/2006/relationships/customXml" Target="../ink/ink403.xml"/><Relationship Id="rId75" Type="http://schemas.openxmlformats.org/officeDocument/2006/relationships/image" Target="../media/image3040.png"/><Relationship Id="rId96" Type="http://schemas.openxmlformats.org/officeDocument/2006/relationships/customXml" Target="../ink/ink424.xml"/><Relationship Id="rId140" Type="http://schemas.openxmlformats.org/officeDocument/2006/relationships/customXml" Target="../ink/ink446.xml"/><Relationship Id="rId161" Type="http://schemas.openxmlformats.org/officeDocument/2006/relationships/image" Target="../media/image3470.png"/><Relationship Id="rId182" Type="http://schemas.openxmlformats.org/officeDocument/2006/relationships/customXml" Target="../ink/ink467.xml"/><Relationship Id="rId6" Type="http://schemas.openxmlformats.org/officeDocument/2006/relationships/customXml" Target="../ink/ink379.xml"/><Relationship Id="rId23" Type="http://schemas.openxmlformats.org/officeDocument/2006/relationships/image" Target="../media/image2780.png"/><Relationship Id="rId119" Type="http://schemas.openxmlformats.org/officeDocument/2006/relationships/image" Target="../media/image3260.png"/><Relationship Id="rId44" Type="http://schemas.openxmlformats.org/officeDocument/2006/relationships/customXml" Target="../ink/ink398.xml"/><Relationship Id="rId65" Type="http://schemas.openxmlformats.org/officeDocument/2006/relationships/image" Target="../media/image2990.png"/><Relationship Id="rId86" Type="http://schemas.openxmlformats.org/officeDocument/2006/relationships/customXml" Target="../ink/ink419.xml"/><Relationship Id="rId130" Type="http://schemas.openxmlformats.org/officeDocument/2006/relationships/customXml" Target="../ink/ink441.xml"/><Relationship Id="rId151" Type="http://schemas.openxmlformats.org/officeDocument/2006/relationships/image" Target="../media/image3420.png"/><Relationship Id="rId172" Type="http://schemas.openxmlformats.org/officeDocument/2006/relationships/customXml" Target="../ink/ink462.xml"/><Relationship Id="rId193" Type="http://schemas.openxmlformats.org/officeDocument/2006/relationships/image" Target="../media/image3630.png"/><Relationship Id="rId207" Type="http://schemas.openxmlformats.org/officeDocument/2006/relationships/image" Target="../media/image3700.png"/><Relationship Id="rId13" Type="http://schemas.openxmlformats.org/officeDocument/2006/relationships/image" Target="../media/image2730.png"/><Relationship Id="rId109" Type="http://schemas.openxmlformats.org/officeDocument/2006/relationships/image" Target="../media/image3210.png"/><Relationship Id="rId34" Type="http://schemas.openxmlformats.org/officeDocument/2006/relationships/customXml" Target="../ink/ink393.xml"/><Relationship Id="rId55" Type="http://schemas.openxmlformats.org/officeDocument/2006/relationships/image" Target="../media/image2940.png"/><Relationship Id="rId76" Type="http://schemas.openxmlformats.org/officeDocument/2006/relationships/customXml" Target="../ink/ink414.xml"/><Relationship Id="rId97" Type="http://schemas.openxmlformats.org/officeDocument/2006/relationships/image" Target="../media/image3150.png"/><Relationship Id="rId120" Type="http://schemas.openxmlformats.org/officeDocument/2006/relationships/customXml" Target="../ink/ink436.xml"/><Relationship Id="rId141" Type="http://schemas.openxmlformats.org/officeDocument/2006/relationships/image" Target="../media/image3370.png"/><Relationship Id="rId7" Type="http://schemas.openxmlformats.org/officeDocument/2006/relationships/image" Target="../media/image2700.png"/><Relationship Id="rId162" Type="http://schemas.openxmlformats.org/officeDocument/2006/relationships/customXml" Target="../ink/ink457.xml"/><Relationship Id="rId183" Type="http://schemas.openxmlformats.org/officeDocument/2006/relationships/image" Target="../media/image3580.png"/><Relationship Id="rId24" Type="http://schemas.openxmlformats.org/officeDocument/2006/relationships/customXml" Target="../ink/ink388.xml"/><Relationship Id="rId45" Type="http://schemas.openxmlformats.org/officeDocument/2006/relationships/image" Target="../media/image2890.png"/><Relationship Id="rId66" Type="http://schemas.openxmlformats.org/officeDocument/2006/relationships/customXml" Target="../ink/ink409.xml"/><Relationship Id="rId87" Type="http://schemas.openxmlformats.org/officeDocument/2006/relationships/image" Target="../media/image3100.png"/><Relationship Id="rId110" Type="http://schemas.openxmlformats.org/officeDocument/2006/relationships/customXml" Target="../ink/ink431.xml"/><Relationship Id="rId131" Type="http://schemas.openxmlformats.org/officeDocument/2006/relationships/image" Target="../media/image3320.png"/><Relationship Id="rId61" Type="http://schemas.openxmlformats.org/officeDocument/2006/relationships/image" Target="../media/image2970.png"/><Relationship Id="rId82" Type="http://schemas.openxmlformats.org/officeDocument/2006/relationships/customXml" Target="../ink/ink417.xml"/><Relationship Id="rId152" Type="http://schemas.openxmlformats.org/officeDocument/2006/relationships/customXml" Target="../ink/ink452.xml"/><Relationship Id="rId173" Type="http://schemas.openxmlformats.org/officeDocument/2006/relationships/image" Target="../media/image3530.png"/><Relationship Id="rId194" Type="http://schemas.openxmlformats.org/officeDocument/2006/relationships/customXml" Target="../ink/ink473.xml"/><Relationship Id="rId199" Type="http://schemas.openxmlformats.org/officeDocument/2006/relationships/image" Target="../media/image3660.png"/><Relationship Id="rId203" Type="http://schemas.openxmlformats.org/officeDocument/2006/relationships/image" Target="../media/image3680.png"/><Relationship Id="rId208" Type="http://schemas.openxmlformats.org/officeDocument/2006/relationships/customXml" Target="../ink/ink480.xml"/><Relationship Id="rId19" Type="http://schemas.openxmlformats.org/officeDocument/2006/relationships/image" Target="../media/image2760.png"/><Relationship Id="rId14" Type="http://schemas.openxmlformats.org/officeDocument/2006/relationships/customXml" Target="../ink/ink383.xml"/><Relationship Id="rId30" Type="http://schemas.openxmlformats.org/officeDocument/2006/relationships/customXml" Target="../ink/ink391.xml"/><Relationship Id="rId35" Type="http://schemas.openxmlformats.org/officeDocument/2006/relationships/image" Target="../media/image2840.png"/><Relationship Id="rId56" Type="http://schemas.openxmlformats.org/officeDocument/2006/relationships/customXml" Target="../ink/ink404.xml"/><Relationship Id="rId77" Type="http://schemas.openxmlformats.org/officeDocument/2006/relationships/image" Target="../media/image3050.png"/><Relationship Id="rId100" Type="http://schemas.openxmlformats.org/officeDocument/2006/relationships/customXml" Target="../ink/ink426.xml"/><Relationship Id="rId105" Type="http://schemas.openxmlformats.org/officeDocument/2006/relationships/image" Target="../media/image3190.png"/><Relationship Id="rId126" Type="http://schemas.openxmlformats.org/officeDocument/2006/relationships/customXml" Target="../ink/ink439.xml"/><Relationship Id="rId147" Type="http://schemas.openxmlformats.org/officeDocument/2006/relationships/image" Target="../media/image3400.png"/><Relationship Id="rId168" Type="http://schemas.openxmlformats.org/officeDocument/2006/relationships/customXml" Target="../ink/ink460.xml"/><Relationship Id="rId8" Type="http://schemas.openxmlformats.org/officeDocument/2006/relationships/customXml" Target="../ink/ink380.xml"/><Relationship Id="rId51" Type="http://schemas.openxmlformats.org/officeDocument/2006/relationships/image" Target="../media/image2920.png"/><Relationship Id="rId72" Type="http://schemas.openxmlformats.org/officeDocument/2006/relationships/customXml" Target="../ink/ink412.xml"/><Relationship Id="rId93" Type="http://schemas.openxmlformats.org/officeDocument/2006/relationships/image" Target="../media/image3130.png"/><Relationship Id="rId98" Type="http://schemas.openxmlformats.org/officeDocument/2006/relationships/customXml" Target="../ink/ink425.xml"/><Relationship Id="rId121" Type="http://schemas.openxmlformats.org/officeDocument/2006/relationships/image" Target="../media/image3270.png"/><Relationship Id="rId142" Type="http://schemas.openxmlformats.org/officeDocument/2006/relationships/customXml" Target="../ink/ink447.xml"/><Relationship Id="rId163" Type="http://schemas.openxmlformats.org/officeDocument/2006/relationships/image" Target="../media/image3480.png"/><Relationship Id="rId184" Type="http://schemas.openxmlformats.org/officeDocument/2006/relationships/customXml" Target="../ink/ink468.xml"/><Relationship Id="rId189" Type="http://schemas.openxmlformats.org/officeDocument/2006/relationships/image" Target="../media/image3610.png"/><Relationship Id="rId3" Type="http://schemas.openxmlformats.org/officeDocument/2006/relationships/image" Target="../media/image2680.png"/><Relationship Id="rId25" Type="http://schemas.openxmlformats.org/officeDocument/2006/relationships/image" Target="../media/image2790.png"/><Relationship Id="rId46" Type="http://schemas.openxmlformats.org/officeDocument/2006/relationships/customXml" Target="../ink/ink399.xml"/><Relationship Id="rId67" Type="http://schemas.openxmlformats.org/officeDocument/2006/relationships/image" Target="../media/image3000.png"/><Relationship Id="rId116" Type="http://schemas.openxmlformats.org/officeDocument/2006/relationships/customXml" Target="../ink/ink434.xml"/><Relationship Id="rId137" Type="http://schemas.openxmlformats.org/officeDocument/2006/relationships/image" Target="../media/image3350.png"/><Relationship Id="rId158" Type="http://schemas.openxmlformats.org/officeDocument/2006/relationships/customXml" Target="../ink/ink455.xml"/><Relationship Id="rId20" Type="http://schemas.openxmlformats.org/officeDocument/2006/relationships/customXml" Target="../ink/ink386.xml"/><Relationship Id="rId41" Type="http://schemas.openxmlformats.org/officeDocument/2006/relationships/image" Target="../media/image2870.png"/><Relationship Id="rId62" Type="http://schemas.openxmlformats.org/officeDocument/2006/relationships/customXml" Target="../ink/ink407.xml"/><Relationship Id="rId83" Type="http://schemas.openxmlformats.org/officeDocument/2006/relationships/image" Target="../media/image3080.png"/><Relationship Id="rId88" Type="http://schemas.openxmlformats.org/officeDocument/2006/relationships/customXml" Target="../ink/ink420.xml"/><Relationship Id="rId111" Type="http://schemas.openxmlformats.org/officeDocument/2006/relationships/image" Target="../media/image3220.png"/><Relationship Id="rId132" Type="http://schemas.openxmlformats.org/officeDocument/2006/relationships/customXml" Target="../ink/ink442.xml"/><Relationship Id="rId153" Type="http://schemas.openxmlformats.org/officeDocument/2006/relationships/image" Target="../media/image3430.png"/><Relationship Id="rId174" Type="http://schemas.openxmlformats.org/officeDocument/2006/relationships/customXml" Target="../ink/ink463.xml"/><Relationship Id="rId179" Type="http://schemas.openxmlformats.org/officeDocument/2006/relationships/image" Target="../media/image3560.png"/><Relationship Id="rId195" Type="http://schemas.openxmlformats.org/officeDocument/2006/relationships/image" Target="../media/image3640.png"/><Relationship Id="rId209" Type="http://schemas.openxmlformats.org/officeDocument/2006/relationships/image" Target="../media/image3710.png"/><Relationship Id="rId190" Type="http://schemas.openxmlformats.org/officeDocument/2006/relationships/customXml" Target="../ink/ink471.xml"/><Relationship Id="rId204" Type="http://schemas.openxmlformats.org/officeDocument/2006/relationships/customXml" Target="../ink/ink478.xml"/><Relationship Id="rId15" Type="http://schemas.openxmlformats.org/officeDocument/2006/relationships/image" Target="../media/image2740.png"/><Relationship Id="rId36" Type="http://schemas.openxmlformats.org/officeDocument/2006/relationships/customXml" Target="../ink/ink394.xml"/><Relationship Id="rId57" Type="http://schemas.openxmlformats.org/officeDocument/2006/relationships/image" Target="../media/image2950.png"/><Relationship Id="rId106" Type="http://schemas.openxmlformats.org/officeDocument/2006/relationships/customXml" Target="../ink/ink429.xml"/><Relationship Id="rId127" Type="http://schemas.openxmlformats.org/officeDocument/2006/relationships/image" Target="../media/image3300.png"/><Relationship Id="rId10" Type="http://schemas.openxmlformats.org/officeDocument/2006/relationships/customXml" Target="../ink/ink381.xml"/><Relationship Id="rId31" Type="http://schemas.openxmlformats.org/officeDocument/2006/relationships/image" Target="../media/image2820.png"/><Relationship Id="rId52" Type="http://schemas.openxmlformats.org/officeDocument/2006/relationships/customXml" Target="../ink/ink402.xml"/><Relationship Id="rId73" Type="http://schemas.openxmlformats.org/officeDocument/2006/relationships/image" Target="../media/image3030.png"/><Relationship Id="rId78" Type="http://schemas.openxmlformats.org/officeDocument/2006/relationships/customXml" Target="../ink/ink415.xml"/><Relationship Id="rId94" Type="http://schemas.openxmlformats.org/officeDocument/2006/relationships/customXml" Target="../ink/ink423.xml"/><Relationship Id="rId99" Type="http://schemas.openxmlformats.org/officeDocument/2006/relationships/image" Target="../media/image3160.png"/><Relationship Id="rId101" Type="http://schemas.openxmlformats.org/officeDocument/2006/relationships/image" Target="../media/image3170.png"/><Relationship Id="rId122" Type="http://schemas.openxmlformats.org/officeDocument/2006/relationships/customXml" Target="../ink/ink437.xml"/><Relationship Id="rId143" Type="http://schemas.openxmlformats.org/officeDocument/2006/relationships/image" Target="../media/image3380.png"/><Relationship Id="rId148" Type="http://schemas.openxmlformats.org/officeDocument/2006/relationships/customXml" Target="../ink/ink450.xml"/><Relationship Id="rId164" Type="http://schemas.openxmlformats.org/officeDocument/2006/relationships/customXml" Target="../ink/ink458.xml"/><Relationship Id="rId169" Type="http://schemas.openxmlformats.org/officeDocument/2006/relationships/image" Target="../media/image3510.png"/><Relationship Id="rId185" Type="http://schemas.openxmlformats.org/officeDocument/2006/relationships/image" Target="../media/image3590.png"/><Relationship Id="rId4" Type="http://schemas.openxmlformats.org/officeDocument/2006/relationships/customXml" Target="../ink/ink378.xml"/><Relationship Id="rId9" Type="http://schemas.openxmlformats.org/officeDocument/2006/relationships/image" Target="../media/image2710.png"/><Relationship Id="rId180" Type="http://schemas.openxmlformats.org/officeDocument/2006/relationships/customXml" Target="../ink/ink466.xml"/><Relationship Id="rId210" Type="http://schemas.openxmlformats.org/officeDocument/2006/relationships/customXml" Target="../ink/ink481.xml"/><Relationship Id="rId26" Type="http://schemas.openxmlformats.org/officeDocument/2006/relationships/customXml" Target="../ink/ink389.xml"/><Relationship Id="rId47" Type="http://schemas.openxmlformats.org/officeDocument/2006/relationships/image" Target="../media/image2900.png"/><Relationship Id="rId68" Type="http://schemas.openxmlformats.org/officeDocument/2006/relationships/customXml" Target="../ink/ink410.xml"/><Relationship Id="rId89" Type="http://schemas.openxmlformats.org/officeDocument/2006/relationships/image" Target="../media/image3110.png"/><Relationship Id="rId112" Type="http://schemas.openxmlformats.org/officeDocument/2006/relationships/customXml" Target="../ink/ink432.xml"/><Relationship Id="rId133" Type="http://schemas.openxmlformats.org/officeDocument/2006/relationships/image" Target="../media/image3330.png"/><Relationship Id="rId154" Type="http://schemas.openxmlformats.org/officeDocument/2006/relationships/customXml" Target="../ink/ink453.xml"/><Relationship Id="rId175" Type="http://schemas.openxmlformats.org/officeDocument/2006/relationships/image" Target="../media/image3540.png"/><Relationship Id="rId196" Type="http://schemas.openxmlformats.org/officeDocument/2006/relationships/customXml" Target="../ink/ink474.xml"/><Relationship Id="rId200" Type="http://schemas.openxmlformats.org/officeDocument/2006/relationships/customXml" Target="../ink/ink476.xml"/><Relationship Id="rId16" Type="http://schemas.openxmlformats.org/officeDocument/2006/relationships/customXml" Target="../ink/ink384.xml"/><Relationship Id="rId37" Type="http://schemas.openxmlformats.org/officeDocument/2006/relationships/image" Target="../media/image2850.png"/><Relationship Id="rId58" Type="http://schemas.openxmlformats.org/officeDocument/2006/relationships/customXml" Target="../ink/ink405.xml"/><Relationship Id="rId79" Type="http://schemas.openxmlformats.org/officeDocument/2006/relationships/image" Target="../media/image3060.png"/><Relationship Id="rId102" Type="http://schemas.openxmlformats.org/officeDocument/2006/relationships/customXml" Target="../ink/ink427.xml"/><Relationship Id="rId123" Type="http://schemas.openxmlformats.org/officeDocument/2006/relationships/image" Target="../media/image3280.png"/><Relationship Id="rId144" Type="http://schemas.openxmlformats.org/officeDocument/2006/relationships/customXml" Target="../ink/ink448.xml"/><Relationship Id="rId90" Type="http://schemas.openxmlformats.org/officeDocument/2006/relationships/customXml" Target="../ink/ink421.xml"/><Relationship Id="rId165" Type="http://schemas.openxmlformats.org/officeDocument/2006/relationships/image" Target="../media/image3490.png"/><Relationship Id="rId186" Type="http://schemas.openxmlformats.org/officeDocument/2006/relationships/customXml" Target="../ink/ink469.xml"/><Relationship Id="rId211" Type="http://schemas.openxmlformats.org/officeDocument/2006/relationships/image" Target="../media/image3720.png"/><Relationship Id="rId27" Type="http://schemas.openxmlformats.org/officeDocument/2006/relationships/image" Target="../media/image2800.png"/><Relationship Id="rId48" Type="http://schemas.openxmlformats.org/officeDocument/2006/relationships/customXml" Target="../ink/ink400.xml"/><Relationship Id="rId69" Type="http://schemas.openxmlformats.org/officeDocument/2006/relationships/image" Target="../media/image3010.png"/><Relationship Id="rId113" Type="http://schemas.openxmlformats.org/officeDocument/2006/relationships/image" Target="../media/image3230.png"/><Relationship Id="rId134" Type="http://schemas.openxmlformats.org/officeDocument/2006/relationships/customXml" Target="../ink/ink443.xml"/><Relationship Id="rId80" Type="http://schemas.openxmlformats.org/officeDocument/2006/relationships/customXml" Target="../ink/ink416.xml"/><Relationship Id="rId155" Type="http://schemas.openxmlformats.org/officeDocument/2006/relationships/image" Target="../media/image3440.png"/><Relationship Id="rId176" Type="http://schemas.openxmlformats.org/officeDocument/2006/relationships/customXml" Target="../ink/ink464.xml"/><Relationship Id="rId197" Type="http://schemas.openxmlformats.org/officeDocument/2006/relationships/image" Target="../media/image3650.png"/><Relationship Id="rId201" Type="http://schemas.openxmlformats.org/officeDocument/2006/relationships/image" Target="../media/image3670.png"/><Relationship Id="rId17" Type="http://schemas.openxmlformats.org/officeDocument/2006/relationships/image" Target="../media/image2750.png"/><Relationship Id="rId38" Type="http://schemas.openxmlformats.org/officeDocument/2006/relationships/customXml" Target="../ink/ink395.xml"/><Relationship Id="rId59" Type="http://schemas.openxmlformats.org/officeDocument/2006/relationships/image" Target="../media/image2960.png"/><Relationship Id="rId103" Type="http://schemas.openxmlformats.org/officeDocument/2006/relationships/image" Target="../media/image3180.png"/><Relationship Id="rId124" Type="http://schemas.openxmlformats.org/officeDocument/2006/relationships/customXml" Target="../ink/ink438.xml"/><Relationship Id="rId70" Type="http://schemas.openxmlformats.org/officeDocument/2006/relationships/customXml" Target="../ink/ink411.xml"/><Relationship Id="rId91" Type="http://schemas.openxmlformats.org/officeDocument/2006/relationships/image" Target="../media/image3120.png"/><Relationship Id="rId145" Type="http://schemas.openxmlformats.org/officeDocument/2006/relationships/image" Target="../media/image3390.png"/><Relationship Id="rId166" Type="http://schemas.openxmlformats.org/officeDocument/2006/relationships/customXml" Target="../ink/ink459.xml"/><Relationship Id="rId187" Type="http://schemas.openxmlformats.org/officeDocument/2006/relationships/image" Target="../media/image3600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390.xml"/><Relationship Id="rId49" Type="http://schemas.openxmlformats.org/officeDocument/2006/relationships/image" Target="../media/image2910.png"/><Relationship Id="rId114" Type="http://schemas.openxmlformats.org/officeDocument/2006/relationships/customXml" Target="../ink/ink433.xml"/><Relationship Id="rId60" Type="http://schemas.openxmlformats.org/officeDocument/2006/relationships/customXml" Target="../ink/ink406.xml"/><Relationship Id="rId81" Type="http://schemas.openxmlformats.org/officeDocument/2006/relationships/image" Target="../media/image3070.png"/><Relationship Id="rId135" Type="http://schemas.openxmlformats.org/officeDocument/2006/relationships/image" Target="../media/image3340.png"/><Relationship Id="rId156" Type="http://schemas.openxmlformats.org/officeDocument/2006/relationships/customXml" Target="../ink/ink454.xml"/><Relationship Id="rId177" Type="http://schemas.openxmlformats.org/officeDocument/2006/relationships/image" Target="../media/image3550.png"/><Relationship Id="rId198" Type="http://schemas.openxmlformats.org/officeDocument/2006/relationships/customXml" Target="../ink/ink475.xml"/><Relationship Id="rId202" Type="http://schemas.openxmlformats.org/officeDocument/2006/relationships/customXml" Target="../ink/ink477.xml"/><Relationship Id="rId18" Type="http://schemas.openxmlformats.org/officeDocument/2006/relationships/customXml" Target="../ink/ink385.xml"/><Relationship Id="rId39" Type="http://schemas.openxmlformats.org/officeDocument/2006/relationships/image" Target="../media/image2860.png"/><Relationship Id="rId50" Type="http://schemas.openxmlformats.org/officeDocument/2006/relationships/customXml" Target="../ink/ink401.xml"/><Relationship Id="rId104" Type="http://schemas.openxmlformats.org/officeDocument/2006/relationships/customXml" Target="../ink/ink428.xml"/><Relationship Id="rId125" Type="http://schemas.openxmlformats.org/officeDocument/2006/relationships/image" Target="../media/image3290.png"/><Relationship Id="rId146" Type="http://schemas.openxmlformats.org/officeDocument/2006/relationships/customXml" Target="../ink/ink449.xml"/><Relationship Id="rId167" Type="http://schemas.openxmlformats.org/officeDocument/2006/relationships/image" Target="../media/image3500.png"/><Relationship Id="rId188" Type="http://schemas.openxmlformats.org/officeDocument/2006/relationships/customXml" Target="../ink/ink470.xml"/><Relationship Id="rId71" Type="http://schemas.openxmlformats.org/officeDocument/2006/relationships/image" Target="../media/image3020.png"/><Relationship Id="rId92" Type="http://schemas.openxmlformats.org/officeDocument/2006/relationships/customXml" Target="../ink/ink422.xml"/><Relationship Id="rId2" Type="http://schemas.openxmlformats.org/officeDocument/2006/relationships/customXml" Target="../ink/ink377.xml"/><Relationship Id="rId29" Type="http://schemas.openxmlformats.org/officeDocument/2006/relationships/image" Target="../media/image2810.png"/><Relationship Id="rId40" Type="http://schemas.openxmlformats.org/officeDocument/2006/relationships/customXml" Target="../ink/ink396.xml"/><Relationship Id="rId115" Type="http://schemas.openxmlformats.org/officeDocument/2006/relationships/image" Target="../media/image3240.png"/><Relationship Id="rId136" Type="http://schemas.openxmlformats.org/officeDocument/2006/relationships/customXml" Target="../ink/ink444.xml"/><Relationship Id="rId157" Type="http://schemas.openxmlformats.org/officeDocument/2006/relationships/image" Target="../media/image3450.png"/><Relationship Id="rId178" Type="http://schemas.openxmlformats.org/officeDocument/2006/relationships/customXml" Target="../ink/ink46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8.png"/><Relationship Id="rId2" Type="http://schemas.openxmlformats.org/officeDocument/2006/relationships/hyperlink" Target="https://github.com/soyuztechnologies/SAP_BTP_Training_CLD200/tree/master/Day%204/capm%20draft%20and%20value%20helps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41.png"/><Relationship Id="rId21" Type="http://schemas.openxmlformats.org/officeDocument/2006/relationships/customXml" Target="../ink/ink491.xml"/><Relationship Id="rId42" Type="http://schemas.openxmlformats.org/officeDocument/2006/relationships/image" Target="../media/image349.png"/><Relationship Id="rId47" Type="http://schemas.openxmlformats.org/officeDocument/2006/relationships/customXml" Target="../ink/ink504.xml"/><Relationship Id="rId63" Type="http://schemas.openxmlformats.org/officeDocument/2006/relationships/customXml" Target="../ink/ink512.xml"/><Relationship Id="rId68" Type="http://schemas.openxmlformats.org/officeDocument/2006/relationships/image" Target="../media/image362.png"/><Relationship Id="rId7" Type="http://schemas.openxmlformats.org/officeDocument/2006/relationships/customXml" Target="../ink/ink484.xml"/><Relationship Id="rId71" Type="http://schemas.openxmlformats.org/officeDocument/2006/relationships/customXml" Target="../ink/ink516.xml"/><Relationship Id="rId2" Type="http://schemas.openxmlformats.org/officeDocument/2006/relationships/image" Target="../media/image329.png"/><Relationship Id="rId16" Type="http://schemas.openxmlformats.org/officeDocument/2006/relationships/image" Target="../media/image336.png"/><Relationship Id="rId29" Type="http://schemas.openxmlformats.org/officeDocument/2006/relationships/customXml" Target="../ink/ink495.xml"/><Relationship Id="rId11" Type="http://schemas.openxmlformats.org/officeDocument/2006/relationships/customXml" Target="../ink/ink486.xml"/><Relationship Id="rId24" Type="http://schemas.openxmlformats.org/officeDocument/2006/relationships/image" Target="../media/image340.png"/><Relationship Id="rId32" Type="http://schemas.openxmlformats.org/officeDocument/2006/relationships/image" Target="../media/image344.png"/><Relationship Id="rId37" Type="http://schemas.openxmlformats.org/officeDocument/2006/relationships/customXml" Target="../ink/ink499.xml"/><Relationship Id="rId40" Type="http://schemas.openxmlformats.org/officeDocument/2006/relationships/image" Target="../media/image348.png"/><Relationship Id="rId45" Type="http://schemas.openxmlformats.org/officeDocument/2006/relationships/customXml" Target="../ink/ink503.xml"/><Relationship Id="rId53" Type="http://schemas.openxmlformats.org/officeDocument/2006/relationships/customXml" Target="../ink/ink507.xml"/><Relationship Id="rId58" Type="http://schemas.openxmlformats.org/officeDocument/2006/relationships/image" Target="../media/image357.png"/><Relationship Id="rId66" Type="http://schemas.openxmlformats.org/officeDocument/2006/relationships/image" Target="../media/image361.png"/><Relationship Id="rId5" Type="http://schemas.openxmlformats.org/officeDocument/2006/relationships/customXml" Target="../ink/ink483.xml"/><Relationship Id="rId61" Type="http://schemas.openxmlformats.org/officeDocument/2006/relationships/customXml" Target="../ink/ink511.xml"/><Relationship Id="rId19" Type="http://schemas.openxmlformats.org/officeDocument/2006/relationships/customXml" Target="../ink/ink490.xml"/><Relationship Id="rId14" Type="http://schemas.openxmlformats.org/officeDocument/2006/relationships/image" Target="../media/image335.png"/><Relationship Id="rId22" Type="http://schemas.openxmlformats.org/officeDocument/2006/relationships/image" Target="../media/image339.png"/><Relationship Id="rId27" Type="http://schemas.openxmlformats.org/officeDocument/2006/relationships/customXml" Target="../ink/ink494.xml"/><Relationship Id="rId30" Type="http://schemas.openxmlformats.org/officeDocument/2006/relationships/image" Target="../media/image343.png"/><Relationship Id="rId35" Type="http://schemas.openxmlformats.org/officeDocument/2006/relationships/customXml" Target="../ink/ink498.xml"/><Relationship Id="rId43" Type="http://schemas.openxmlformats.org/officeDocument/2006/relationships/customXml" Target="../ink/ink502.xml"/><Relationship Id="rId48" Type="http://schemas.openxmlformats.org/officeDocument/2006/relationships/image" Target="../media/image352.png"/><Relationship Id="rId56" Type="http://schemas.openxmlformats.org/officeDocument/2006/relationships/image" Target="../media/image356.png"/><Relationship Id="rId64" Type="http://schemas.openxmlformats.org/officeDocument/2006/relationships/image" Target="../media/image360.png"/><Relationship Id="rId69" Type="http://schemas.openxmlformats.org/officeDocument/2006/relationships/customXml" Target="../ink/ink515.xml"/><Relationship Id="rId8" Type="http://schemas.openxmlformats.org/officeDocument/2006/relationships/image" Target="../media/image332.png"/><Relationship Id="rId51" Type="http://schemas.openxmlformats.org/officeDocument/2006/relationships/customXml" Target="../ink/ink506.xml"/><Relationship Id="rId72" Type="http://schemas.openxmlformats.org/officeDocument/2006/relationships/image" Target="../media/image364.png"/><Relationship Id="rId3" Type="http://schemas.openxmlformats.org/officeDocument/2006/relationships/customXml" Target="../ink/ink482.xml"/><Relationship Id="rId12" Type="http://schemas.openxmlformats.org/officeDocument/2006/relationships/image" Target="../media/image334.png"/><Relationship Id="rId17" Type="http://schemas.openxmlformats.org/officeDocument/2006/relationships/customXml" Target="../ink/ink489.xml"/><Relationship Id="rId25" Type="http://schemas.openxmlformats.org/officeDocument/2006/relationships/customXml" Target="../ink/ink493.xml"/><Relationship Id="rId33" Type="http://schemas.openxmlformats.org/officeDocument/2006/relationships/customXml" Target="../ink/ink497.xml"/><Relationship Id="rId38" Type="http://schemas.openxmlformats.org/officeDocument/2006/relationships/image" Target="../media/image347.png"/><Relationship Id="rId46" Type="http://schemas.openxmlformats.org/officeDocument/2006/relationships/image" Target="../media/image351.png"/><Relationship Id="rId59" Type="http://schemas.openxmlformats.org/officeDocument/2006/relationships/customXml" Target="../ink/ink510.xml"/><Relationship Id="rId67" Type="http://schemas.openxmlformats.org/officeDocument/2006/relationships/customXml" Target="../ink/ink514.xml"/><Relationship Id="rId20" Type="http://schemas.openxmlformats.org/officeDocument/2006/relationships/image" Target="../media/image338.png"/><Relationship Id="rId41" Type="http://schemas.openxmlformats.org/officeDocument/2006/relationships/customXml" Target="../ink/ink501.xml"/><Relationship Id="rId54" Type="http://schemas.openxmlformats.org/officeDocument/2006/relationships/image" Target="../media/image355.png"/><Relationship Id="rId62" Type="http://schemas.openxmlformats.org/officeDocument/2006/relationships/image" Target="../media/image359.png"/><Relationship Id="rId70" Type="http://schemas.openxmlformats.org/officeDocument/2006/relationships/image" Target="../media/image3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1.png"/><Relationship Id="rId15" Type="http://schemas.openxmlformats.org/officeDocument/2006/relationships/customXml" Target="../ink/ink488.xml"/><Relationship Id="rId23" Type="http://schemas.openxmlformats.org/officeDocument/2006/relationships/customXml" Target="../ink/ink492.xml"/><Relationship Id="rId28" Type="http://schemas.openxmlformats.org/officeDocument/2006/relationships/image" Target="../media/image342.png"/><Relationship Id="rId36" Type="http://schemas.openxmlformats.org/officeDocument/2006/relationships/image" Target="../media/image346.png"/><Relationship Id="rId49" Type="http://schemas.openxmlformats.org/officeDocument/2006/relationships/customXml" Target="../ink/ink505.xml"/><Relationship Id="rId57" Type="http://schemas.openxmlformats.org/officeDocument/2006/relationships/customXml" Target="../ink/ink509.xml"/><Relationship Id="rId10" Type="http://schemas.openxmlformats.org/officeDocument/2006/relationships/image" Target="../media/image333.png"/><Relationship Id="rId31" Type="http://schemas.openxmlformats.org/officeDocument/2006/relationships/customXml" Target="../ink/ink496.xml"/><Relationship Id="rId44" Type="http://schemas.openxmlformats.org/officeDocument/2006/relationships/image" Target="../media/image350.png"/><Relationship Id="rId52" Type="http://schemas.openxmlformats.org/officeDocument/2006/relationships/image" Target="../media/image354.png"/><Relationship Id="rId60" Type="http://schemas.openxmlformats.org/officeDocument/2006/relationships/image" Target="../media/image358.png"/><Relationship Id="rId65" Type="http://schemas.openxmlformats.org/officeDocument/2006/relationships/customXml" Target="../ink/ink513.xml"/><Relationship Id="rId4" Type="http://schemas.openxmlformats.org/officeDocument/2006/relationships/image" Target="../media/image330.png"/><Relationship Id="rId9" Type="http://schemas.openxmlformats.org/officeDocument/2006/relationships/customXml" Target="../ink/ink485.xml"/><Relationship Id="rId13" Type="http://schemas.openxmlformats.org/officeDocument/2006/relationships/customXml" Target="../ink/ink487.xml"/><Relationship Id="rId18" Type="http://schemas.openxmlformats.org/officeDocument/2006/relationships/image" Target="../media/image337.png"/><Relationship Id="rId39" Type="http://schemas.openxmlformats.org/officeDocument/2006/relationships/customXml" Target="../ink/ink500.xml"/><Relationship Id="rId34" Type="http://schemas.openxmlformats.org/officeDocument/2006/relationships/image" Target="../media/image345.png"/><Relationship Id="rId50" Type="http://schemas.openxmlformats.org/officeDocument/2006/relationships/image" Target="../media/image353.png"/><Relationship Id="rId55" Type="http://schemas.openxmlformats.org/officeDocument/2006/relationships/customXml" Target="../ink/ink50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5.jp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66.png"/><Relationship Id="rId4" Type="http://schemas.openxmlformats.org/officeDocument/2006/relationships/hyperlink" Target="http://www.dribbble.com/" TargetMode="Externa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2.jpeg"/><Relationship Id="rId3" Type="http://schemas.openxmlformats.org/officeDocument/2006/relationships/image" Target="../media/image367.jpeg"/><Relationship Id="rId7" Type="http://schemas.openxmlformats.org/officeDocument/2006/relationships/image" Target="../media/image37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70.tiff"/><Relationship Id="rId5" Type="http://schemas.openxmlformats.org/officeDocument/2006/relationships/image" Target="../media/image369.tiff"/><Relationship Id="rId4" Type="http://schemas.openxmlformats.org/officeDocument/2006/relationships/image" Target="../media/image368.tiff"/><Relationship Id="rId9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Title 735">
            <a:extLst>
              <a:ext uri="{FF2B5EF4-FFF2-40B4-BE49-F238E27FC236}">
                <a16:creationId xmlns:a16="http://schemas.microsoft.com/office/drawing/2014/main" id="{CE57EBF5-7CB4-4746-AB9E-3E8717897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30893" y="2601545"/>
            <a:ext cx="5086633" cy="827455"/>
          </a:xfrm>
        </p:spPr>
        <p:txBody>
          <a:bodyPr anchor="ctr"/>
          <a:lstStyle/>
          <a:p>
            <a:r>
              <a:rPr lang="en-US" sz="4800" dirty="0">
                <a:solidFill>
                  <a:schemeClr val="bg1"/>
                </a:solidFill>
                <a:latin typeface="Arial Black" panose="020B0A04020102020204" pitchFamily="34" charset="0"/>
              </a:rPr>
              <a:t>SAP BTP Extension Suite Training</a:t>
            </a:r>
            <a:endParaRPr lang="en-IN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37" name="Subtitle 736">
            <a:extLst>
              <a:ext uri="{FF2B5EF4-FFF2-40B4-BE49-F238E27FC236}">
                <a16:creationId xmlns:a16="http://schemas.microsoft.com/office/drawing/2014/main" id="{700EA347-9CC8-4879-9255-16687B0BED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spc="100" dirty="0">
                <a:latin typeface="Cooper Black" panose="0208090404030B020404" pitchFamily="18" charset="0"/>
              </a:rPr>
              <a:t>www.AnubhavTrainings.com</a:t>
            </a:r>
          </a:p>
        </p:txBody>
      </p:sp>
      <p:sp>
        <p:nvSpPr>
          <p:cNvPr id="4" name="Subtitle 736">
            <a:extLst>
              <a:ext uri="{FF2B5EF4-FFF2-40B4-BE49-F238E27FC236}">
                <a16:creationId xmlns:a16="http://schemas.microsoft.com/office/drawing/2014/main" id="{3F065217-DE63-4532-8B57-61ED049613CD}"/>
              </a:ext>
            </a:extLst>
          </p:cNvPr>
          <p:cNvSpPr txBox="1">
            <a:spLocks/>
          </p:cNvSpPr>
          <p:nvPr/>
        </p:nvSpPr>
        <p:spPr>
          <a:xfrm>
            <a:off x="3296764" y="3933056"/>
            <a:ext cx="5595296" cy="53126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>
            <a:lvl1pPr marL="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2pPr>
            <a:lvl3pPr marL="1218936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3pPr>
            <a:lvl4pPr marL="182840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4pPr>
            <a:lvl5pPr marL="2437872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5pPr>
            <a:lvl6pPr marL="304734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65680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4266275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87574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000" dirty="0">
                <a:solidFill>
                  <a:srgbClr val="00B0F0"/>
                </a:solidFill>
                <a:latin typeface="Amasis MT Pro Black" panose="02040A04050005020304" pitchFamily="18" charset="0"/>
              </a:rPr>
              <a:t>Anubhav Oberoy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565992-7E12-89E4-D7DB-B3B44A1FB17D}"/>
              </a:ext>
            </a:extLst>
          </p:cNvPr>
          <p:cNvSpPr txBox="1"/>
          <p:nvPr/>
        </p:nvSpPr>
        <p:spPr>
          <a:xfrm>
            <a:off x="5230316" y="4968381"/>
            <a:ext cx="3963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Follow excellence with sheer passion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BA527F-59AB-2E34-6331-8D67B5F5CA3E}"/>
              </a:ext>
            </a:extLst>
          </p:cNvPr>
          <p:cNvSpPr/>
          <p:nvPr/>
        </p:nvSpPr>
        <p:spPr>
          <a:xfrm>
            <a:off x="3530893" y="1196752"/>
            <a:ext cx="2059463" cy="648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accent2">
                    <a:lumMod val="50000"/>
                  </a:schemeClr>
                </a:solidFill>
              </a:rPr>
              <a:t>Day 9</a:t>
            </a:r>
          </a:p>
        </p:txBody>
      </p:sp>
    </p:spTree>
    <p:extLst>
      <p:ext uri="{BB962C8B-B14F-4D97-AF65-F5344CB8AC3E}">
        <p14:creationId xmlns:p14="http://schemas.microsoft.com/office/powerpoint/2010/main" val="686416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1587" y="-13391"/>
            <a:ext cx="12185651" cy="758913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87" y="3190483"/>
            <a:ext cx="12185651" cy="250963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87" y="3362982"/>
            <a:ext cx="12185651" cy="212776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840714" y="3436579"/>
            <a:ext cx="4507397" cy="6461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35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3299" spc="150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442020" y="4059852"/>
            <a:ext cx="11304786" cy="12000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23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46940" y="0"/>
            <a:ext cx="1173316" cy="115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191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4CCC398-65A7-46D8-A239-10DEF44C09D8}"/>
              </a:ext>
            </a:extLst>
          </p:cNvPr>
          <p:cNvSpPr/>
          <p:nvPr/>
        </p:nvSpPr>
        <p:spPr>
          <a:xfrm>
            <a:off x="3070076" y="1285707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DD83FDAB-84C0-4E56-A834-5F4759E4D1B1}"/>
              </a:ext>
            </a:extLst>
          </p:cNvPr>
          <p:cNvSpPr/>
          <p:nvPr/>
        </p:nvSpPr>
        <p:spPr>
          <a:xfrm>
            <a:off x="3070076" y="3041429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6" name="Rectangle: Rounded Corners 1125">
            <a:extLst>
              <a:ext uri="{FF2B5EF4-FFF2-40B4-BE49-F238E27FC236}">
                <a16:creationId xmlns:a16="http://schemas.microsoft.com/office/drawing/2014/main" id="{FED1BB6A-A9A9-4E0A-A8CD-EEFB5750C983}"/>
              </a:ext>
            </a:extLst>
          </p:cNvPr>
          <p:cNvSpPr/>
          <p:nvPr/>
        </p:nvSpPr>
        <p:spPr>
          <a:xfrm>
            <a:off x="3070076" y="4797152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1E75565-DE97-493A-B6B7-3FEC1D7EC345}"/>
              </a:ext>
            </a:extLst>
          </p:cNvPr>
          <p:cNvGrpSpPr/>
          <p:nvPr/>
        </p:nvGrpSpPr>
        <p:grpSpPr>
          <a:xfrm>
            <a:off x="3734762" y="1538720"/>
            <a:ext cx="3951680" cy="922336"/>
            <a:chOff x="1395616" y="871285"/>
            <a:chExt cx="3825734" cy="1064137"/>
          </a:xfrm>
        </p:grpSpPr>
        <p:sp>
          <p:nvSpPr>
            <p:cNvPr id="1136" name="TextBox 1135">
              <a:extLst>
                <a:ext uri="{FF2B5EF4-FFF2-40B4-BE49-F238E27FC236}">
                  <a16:creationId xmlns:a16="http://schemas.microsoft.com/office/drawing/2014/main" id="{19597974-6BD9-4F46-93D5-8E798AE68BD9}"/>
                </a:ext>
              </a:extLst>
            </p:cNvPr>
            <p:cNvSpPr txBox="1"/>
            <p:nvPr/>
          </p:nvSpPr>
          <p:spPr>
            <a:xfrm>
              <a:off x="2984420" y="1243564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Generator</a:t>
              </a:r>
            </a:p>
          </p:txBody>
        </p:sp>
        <p:sp>
          <p:nvSpPr>
            <p:cNvPr id="1137" name="TextBox 1136">
              <a:extLst>
                <a:ext uri="{FF2B5EF4-FFF2-40B4-BE49-F238E27FC236}">
                  <a16:creationId xmlns:a16="http://schemas.microsoft.com/office/drawing/2014/main" id="{F9DA7F84-AF3C-4C6B-8FBC-ADC07F02F13B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01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38" name="Group 1137">
            <a:extLst>
              <a:ext uri="{FF2B5EF4-FFF2-40B4-BE49-F238E27FC236}">
                <a16:creationId xmlns:a16="http://schemas.microsoft.com/office/drawing/2014/main" id="{1689CC76-F5C8-4D9A-940D-D0E9511DAD27}"/>
              </a:ext>
            </a:extLst>
          </p:cNvPr>
          <p:cNvGrpSpPr/>
          <p:nvPr/>
        </p:nvGrpSpPr>
        <p:grpSpPr>
          <a:xfrm>
            <a:off x="3734762" y="3294439"/>
            <a:ext cx="3951680" cy="922336"/>
            <a:chOff x="1395616" y="871285"/>
            <a:chExt cx="3825734" cy="1064137"/>
          </a:xfrm>
        </p:grpSpPr>
        <p:sp>
          <p:nvSpPr>
            <p:cNvPr id="1139" name="TextBox 1138">
              <a:extLst>
                <a:ext uri="{FF2B5EF4-FFF2-40B4-BE49-F238E27FC236}">
                  <a16:creationId xmlns:a16="http://schemas.microsoft.com/office/drawing/2014/main" id="{0EC594F9-42AA-48F0-91E3-A523A590A6A2}"/>
                </a:ext>
              </a:extLst>
            </p:cNvPr>
            <p:cNvSpPr txBox="1"/>
            <p:nvPr/>
          </p:nvSpPr>
          <p:spPr>
            <a:xfrm>
              <a:off x="2984420" y="1243564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l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 panose="020B0502040204020203" pitchFamily="34" charset="0"/>
                  <a:ea typeface="Calibri Light" panose="020F0302020204030204" pitchFamily="34" charset="0"/>
                  <a:cs typeface="Segoe UI" panose="020B0502040204020203" pitchFamily="34" charset="0"/>
                </a:rPr>
                <a:t>Fiori App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140" name="TextBox 1139">
              <a:extLst>
                <a:ext uri="{FF2B5EF4-FFF2-40B4-BE49-F238E27FC236}">
                  <a16:creationId xmlns:a16="http://schemas.microsoft.com/office/drawing/2014/main" id="{958156DC-3EA6-4EBE-BADE-2321E29D81DE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02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47" name="Group 1146">
            <a:extLst>
              <a:ext uri="{FF2B5EF4-FFF2-40B4-BE49-F238E27FC236}">
                <a16:creationId xmlns:a16="http://schemas.microsoft.com/office/drawing/2014/main" id="{17C38255-E89D-4911-9EAA-F048C7DFE484}"/>
              </a:ext>
            </a:extLst>
          </p:cNvPr>
          <p:cNvGrpSpPr/>
          <p:nvPr/>
        </p:nvGrpSpPr>
        <p:grpSpPr>
          <a:xfrm>
            <a:off x="3734762" y="5050162"/>
            <a:ext cx="3951680" cy="922336"/>
            <a:chOff x="1395616" y="871285"/>
            <a:chExt cx="3825734" cy="1064137"/>
          </a:xfrm>
        </p:grpSpPr>
        <p:sp>
          <p:nvSpPr>
            <p:cNvPr id="1148" name="TextBox 1147">
              <a:extLst>
                <a:ext uri="{FF2B5EF4-FFF2-40B4-BE49-F238E27FC236}">
                  <a16:creationId xmlns:a16="http://schemas.microsoft.com/office/drawing/2014/main" id="{E50F2C64-4496-4A40-ACCB-C5159AEC70D5}"/>
                </a:ext>
              </a:extLst>
            </p:cNvPr>
            <p:cNvSpPr txBox="1"/>
            <p:nvPr/>
          </p:nvSpPr>
          <p:spPr>
            <a:xfrm>
              <a:off x="2984420" y="1243563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l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Annotations</a:t>
              </a:r>
            </a:p>
          </p:txBody>
        </p:sp>
        <p:sp>
          <p:nvSpPr>
            <p:cNvPr id="1149" name="TextBox 1148">
              <a:extLst>
                <a:ext uri="{FF2B5EF4-FFF2-40B4-BE49-F238E27FC236}">
                  <a16:creationId xmlns:a16="http://schemas.microsoft.com/office/drawing/2014/main" id="{0B9CA9D5-F695-4802-BE21-8B05D2B75909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03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sp>
        <p:nvSpPr>
          <p:cNvPr id="23" name="Title 22">
            <a:extLst>
              <a:ext uri="{FF2B5EF4-FFF2-40B4-BE49-F238E27FC236}">
                <a16:creationId xmlns:a16="http://schemas.microsoft.com/office/drawing/2014/main" id="{C261B0E4-159A-4067-AFE4-41EEF3B38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Cooper Black" panose="0208090404030B020404" pitchFamily="18" charset="0"/>
              </a:rPr>
              <a:t>Agenda – Day 9</a:t>
            </a:r>
            <a:endParaRPr lang="en-IN" dirty="0">
              <a:solidFill>
                <a:schemeClr val="bg1"/>
              </a:solidFill>
              <a:latin typeface="Cooper Black" panose="0208090404030B0204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6199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4F0AE-B5CE-F0B3-92FB-2AD04F6A4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956E4C7-87FB-00B1-D836-9017FB794386}"/>
              </a:ext>
            </a:extLst>
          </p:cNvPr>
          <p:cNvGrpSpPr/>
          <p:nvPr/>
        </p:nvGrpSpPr>
        <p:grpSpPr>
          <a:xfrm>
            <a:off x="3620271" y="2578172"/>
            <a:ext cx="3858120" cy="3873240"/>
            <a:chOff x="3620271" y="2578172"/>
            <a:chExt cx="3858120" cy="387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48915D9-DB05-62EE-7901-11039C1C5B87}"/>
                    </a:ext>
                  </a:extLst>
                </p14:cNvPr>
                <p14:cNvContentPartPr/>
                <p14:nvPr/>
              </p14:nvContentPartPr>
              <p14:xfrm>
                <a:off x="4091511" y="5570132"/>
                <a:ext cx="2678760" cy="8812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48915D9-DB05-62EE-7901-11039C1C5B8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082871" y="5561132"/>
                  <a:ext cx="2696400" cy="89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C7CA47C-99CE-B0D5-32E7-C38F9CE6911B}"/>
                    </a:ext>
                  </a:extLst>
                </p14:cNvPr>
                <p14:cNvContentPartPr/>
                <p14:nvPr/>
              </p14:nvContentPartPr>
              <p14:xfrm>
                <a:off x="4874871" y="5808812"/>
                <a:ext cx="217080" cy="2757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C7CA47C-99CE-B0D5-32E7-C38F9CE6911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866231" y="5799812"/>
                  <a:ext cx="23472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8418D09-3DDE-43E7-5F8A-E6777539416A}"/>
                    </a:ext>
                  </a:extLst>
                </p14:cNvPr>
                <p14:cNvContentPartPr/>
                <p14:nvPr/>
              </p14:nvContentPartPr>
              <p14:xfrm>
                <a:off x="5160711" y="5881532"/>
                <a:ext cx="187200" cy="2304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8418D09-3DDE-43E7-5F8A-E6777539416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151711" y="5872892"/>
                  <a:ext cx="20484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CC859ED-9F1F-0680-E1D7-38E6C9533EF2}"/>
                    </a:ext>
                  </a:extLst>
                </p14:cNvPr>
                <p14:cNvContentPartPr/>
                <p14:nvPr/>
              </p14:nvContentPartPr>
              <p14:xfrm>
                <a:off x="3986391" y="4196372"/>
                <a:ext cx="3187800" cy="8269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CC859ED-9F1F-0680-E1D7-38E6C9533EF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977391" y="4187732"/>
                  <a:ext cx="3205440" cy="84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CC010F1-573B-81D5-A616-FA7E0F735904}"/>
                    </a:ext>
                  </a:extLst>
                </p14:cNvPr>
                <p14:cNvContentPartPr/>
                <p14:nvPr/>
              </p14:nvContentPartPr>
              <p14:xfrm>
                <a:off x="4520271" y="4515332"/>
                <a:ext cx="249480" cy="208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CC010F1-573B-81D5-A616-FA7E0F73590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11271" y="4506692"/>
                  <a:ext cx="2671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89CA3F4-944E-2463-E197-538E2E06E5A4}"/>
                    </a:ext>
                  </a:extLst>
                </p14:cNvPr>
                <p14:cNvContentPartPr/>
                <p14:nvPr/>
              </p14:nvContentPartPr>
              <p14:xfrm>
                <a:off x="4729791" y="4597412"/>
                <a:ext cx="436320" cy="1566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89CA3F4-944E-2463-E197-538E2E06E5A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720791" y="4588412"/>
                  <a:ext cx="4539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003499F-A2D7-100B-B26D-BF26A2A445D3}"/>
                    </a:ext>
                  </a:extLst>
                </p14:cNvPr>
                <p14:cNvContentPartPr/>
                <p14:nvPr/>
              </p14:nvContentPartPr>
              <p14:xfrm>
                <a:off x="5265831" y="4581932"/>
                <a:ext cx="82440" cy="1911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003499F-A2D7-100B-B26D-BF26A2A445D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57191" y="4572932"/>
                  <a:ext cx="1000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1130A69-806C-D99A-6F07-83D85E60E307}"/>
                    </a:ext>
                  </a:extLst>
                </p14:cNvPr>
                <p14:cNvContentPartPr/>
                <p14:nvPr/>
              </p14:nvContentPartPr>
              <p14:xfrm>
                <a:off x="5517831" y="4755812"/>
                <a:ext cx="34920" cy="1749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1130A69-806C-D99A-6F07-83D85E60E30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508831" y="4747172"/>
                  <a:ext cx="525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79EC854-E19C-BED0-6433-687DCEC832BD}"/>
                    </a:ext>
                  </a:extLst>
                </p14:cNvPr>
                <p14:cNvContentPartPr/>
                <p14:nvPr/>
              </p14:nvContentPartPr>
              <p14:xfrm>
                <a:off x="5539071" y="4683092"/>
                <a:ext cx="85680" cy="1393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79EC854-E19C-BED0-6433-687DCEC832B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530071" y="4674452"/>
                  <a:ext cx="1033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827F880-B12E-277A-078A-FEB9FF693172}"/>
                    </a:ext>
                  </a:extLst>
                </p14:cNvPr>
                <p14:cNvContentPartPr/>
                <p14:nvPr/>
              </p14:nvContentPartPr>
              <p14:xfrm>
                <a:off x="5617551" y="4722692"/>
                <a:ext cx="138240" cy="116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827F880-B12E-277A-078A-FEB9FF69317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08911" y="4714052"/>
                  <a:ext cx="1558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02F7BE8-D2B8-7AA0-1A28-9E2D0C34332F}"/>
                    </a:ext>
                  </a:extLst>
                </p14:cNvPr>
                <p14:cNvContentPartPr/>
                <p14:nvPr/>
              </p14:nvContentPartPr>
              <p14:xfrm>
                <a:off x="5788551" y="4729172"/>
                <a:ext cx="118080" cy="106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02F7BE8-D2B8-7AA0-1A28-9E2D0C34332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79911" y="4720532"/>
                  <a:ext cx="1357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73534E9-F8C1-325F-6035-3FD6DFFECA26}"/>
                    </a:ext>
                  </a:extLst>
                </p14:cNvPr>
                <p14:cNvContentPartPr/>
                <p14:nvPr/>
              </p14:nvContentPartPr>
              <p14:xfrm>
                <a:off x="5955231" y="4692452"/>
                <a:ext cx="90720" cy="1310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73534E9-F8C1-325F-6035-3FD6DFFECA2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946231" y="4683452"/>
                  <a:ext cx="1083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ADD2A29-2854-F67F-A45A-C25F42688CC7}"/>
                    </a:ext>
                  </a:extLst>
                </p14:cNvPr>
                <p14:cNvContentPartPr/>
                <p14:nvPr/>
              </p14:nvContentPartPr>
              <p14:xfrm>
                <a:off x="6106071" y="4694252"/>
                <a:ext cx="208440" cy="122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ADD2A29-2854-F67F-A45A-C25F42688CC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097431" y="4685612"/>
                  <a:ext cx="2260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8BFA8C5-DCB1-BAF6-8870-8B8A16AC1A7A}"/>
                    </a:ext>
                  </a:extLst>
                </p14:cNvPr>
                <p14:cNvContentPartPr/>
                <p14:nvPr/>
              </p14:nvContentPartPr>
              <p14:xfrm>
                <a:off x="6391911" y="4698212"/>
                <a:ext cx="46440" cy="1058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8BFA8C5-DCB1-BAF6-8870-8B8A16AC1A7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383271" y="4689212"/>
                  <a:ext cx="640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F2841D5-9027-D9B3-33E2-B820FA77B652}"/>
                    </a:ext>
                  </a:extLst>
                </p14:cNvPr>
                <p14:cNvContentPartPr/>
                <p14:nvPr/>
              </p14:nvContentPartPr>
              <p14:xfrm>
                <a:off x="3620271" y="2578172"/>
                <a:ext cx="3858120" cy="929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F2841D5-9027-D9B3-33E2-B820FA77B65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611631" y="2569172"/>
                  <a:ext cx="3875760" cy="9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F1862D6-AA09-A0F7-B6DC-335AE5C9C962}"/>
                    </a:ext>
                  </a:extLst>
                </p14:cNvPr>
                <p14:cNvContentPartPr/>
                <p14:nvPr/>
              </p14:nvContentPartPr>
              <p14:xfrm>
                <a:off x="4906911" y="2898212"/>
                <a:ext cx="210600" cy="1922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F1862D6-AA09-A0F7-B6DC-335AE5C9C96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98271" y="2889572"/>
                  <a:ext cx="2282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72216D0-E391-0B3C-EB67-246FE3D20A0B}"/>
                    </a:ext>
                  </a:extLst>
                </p14:cNvPr>
                <p14:cNvContentPartPr/>
                <p14:nvPr/>
              </p14:nvContentPartPr>
              <p14:xfrm>
                <a:off x="5249271" y="2942132"/>
                <a:ext cx="360" cy="1335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72216D0-E391-0B3C-EB67-246FE3D20A0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240271" y="2933132"/>
                  <a:ext cx="180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7D6EE18-54A1-2CCE-71CF-37307D06F0EC}"/>
                    </a:ext>
                  </a:extLst>
                </p14:cNvPr>
                <p14:cNvContentPartPr/>
                <p14:nvPr/>
              </p14:nvContentPartPr>
              <p14:xfrm>
                <a:off x="5338911" y="2861492"/>
                <a:ext cx="128160" cy="2534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7D6EE18-54A1-2CCE-71CF-37307D06F0E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329911" y="2852492"/>
                  <a:ext cx="14580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D63F8F9-B502-346D-3D51-29461B58A4D1}"/>
                    </a:ext>
                  </a:extLst>
                </p14:cNvPr>
                <p14:cNvContentPartPr/>
                <p14:nvPr/>
              </p14:nvContentPartPr>
              <p14:xfrm>
                <a:off x="5579751" y="2961572"/>
                <a:ext cx="118440" cy="1188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D63F8F9-B502-346D-3D51-29461B58A4D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71111" y="2952932"/>
                  <a:ext cx="1360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8F7606B-A3EE-B7EE-27F7-C79717CBEE16}"/>
                    </a:ext>
                  </a:extLst>
                </p14:cNvPr>
                <p14:cNvContentPartPr/>
                <p14:nvPr/>
              </p14:nvContentPartPr>
              <p14:xfrm>
                <a:off x="5769111" y="3001532"/>
                <a:ext cx="80280" cy="234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8F7606B-A3EE-B7EE-27F7-C79717CBEE1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760471" y="2992892"/>
                  <a:ext cx="979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6912BF0-770E-B491-01D7-773F69370184}"/>
                    </a:ext>
                  </a:extLst>
                </p14:cNvPr>
                <p14:cNvContentPartPr/>
                <p14:nvPr/>
              </p14:nvContentPartPr>
              <p14:xfrm>
                <a:off x="5906991" y="3005132"/>
                <a:ext cx="99720" cy="235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6912BF0-770E-B491-01D7-773F6937018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898351" y="2996132"/>
                  <a:ext cx="11736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FF3929A-9C9A-E37E-4136-A7840030FCE4}"/>
                    </a:ext>
                  </a:extLst>
                </p14:cNvPr>
                <p14:cNvContentPartPr/>
                <p14:nvPr/>
              </p14:nvContentPartPr>
              <p14:xfrm>
                <a:off x="5406951" y="3588692"/>
                <a:ext cx="53280" cy="617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FF3929A-9C9A-E37E-4136-A7840030FCE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398311" y="3579692"/>
                  <a:ext cx="70920" cy="63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1E95D14-7B3B-B820-4087-36911070F303}"/>
                    </a:ext>
                  </a:extLst>
                </p14:cNvPr>
                <p14:cNvContentPartPr/>
                <p14:nvPr/>
              </p14:nvContentPartPr>
              <p14:xfrm>
                <a:off x="5432871" y="4992692"/>
                <a:ext cx="15120" cy="4921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1E95D14-7B3B-B820-4087-36911070F30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424231" y="4984052"/>
                  <a:ext cx="32760" cy="50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680EC2C-2E83-F15B-C675-B73536619385}"/>
              </a:ext>
            </a:extLst>
          </p:cNvPr>
          <p:cNvGrpSpPr/>
          <p:nvPr/>
        </p:nvGrpSpPr>
        <p:grpSpPr>
          <a:xfrm>
            <a:off x="5484711" y="1170212"/>
            <a:ext cx="287640" cy="495000"/>
            <a:chOff x="5484711" y="1170212"/>
            <a:chExt cx="287640" cy="495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485B0D6-9BEC-3082-E1BB-6269FB352639}"/>
                    </a:ext>
                  </a:extLst>
                </p14:cNvPr>
                <p14:cNvContentPartPr/>
                <p14:nvPr/>
              </p14:nvContentPartPr>
              <p14:xfrm>
                <a:off x="5484711" y="1170212"/>
                <a:ext cx="287640" cy="3045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485B0D6-9BEC-3082-E1BB-6269FB35263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475711" y="1161572"/>
                  <a:ext cx="3052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C98BBBE-108A-1300-33C9-B2BEBC1007FC}"/>
                    </a:ext>
                  </a:extLst>
                </p14:cNvPr>
                <p14:cNvContentPartPr/>
                <p14:nvPr/>
              </p14:nvContentPartPr>
              <p14:xfrm>
                <a:off x="5492271" y="1466852"/>
                <a:ext cx="219960" cy="198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C98BBBE-108A-1300-33C9-B2BEBC1007F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83271" y="1458212"/>
                  <a:ext cx="237600" cy="21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64830D6-A0CA-C36F-F8DC-61206C4DBEDF}"/>
              </a:ext>
            </a:extLst>
          </p:cNvPr>
          <p:cNvGrpSpPr/>
          <p:nvPr/>
        </p:nvGrpSpPr>
        <p:grpSpPr>
          <a:xfrm>
            <a:off x="5500551" y="1854932"/>
            <a:ext cx="136800" cy="480960"/>
            <a:chOff x="5500551" y="1854932"/>
            <a:chExt cx="136800" cy="48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1C43BFD-1C77-2868-C7F8-1FEEC4CC0EBC}"/>
                    </a:ext>
                  </a:extLst>
                </p14:cNvPr>
                <p14:cNvContentPartPr/>
                <p14:nvPr/>
              </p14:nvContentPartPr>
              <p14:xfrm>
                <a:off x="5532231" y="1854932"/>
                <a:ext cx="29160" cy="4204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1C43BFD-1C77-2868-C7F8-1FEEC4CC0EB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523591" y="1845932"/>
                  <a:ext cx="46800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90C268E-A83E-865F-5464-586CE05F992E}"/>
                    </a:ext>
                  </a:extLst>
                </p14:cNvPr>
                <p14:cNvContentPartPr/>
                <p14:nvPr/>
              </p14:nvContentPartPr>
              <p14:xfrm>
                <a:off x="5500551" y="2255972"/>
                <a:ext cx="136800" cy="799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90C268E-A83E-865F-5464-586CE05F992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491911" y="2247332"/>
                  <a:ext cx="154440" cy="9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3055B4FC-D5B6-244E-481C-73F8438999BD}"/>
                  </a:ext>
                </a:extLst>
              </p14:cNvPr>
              <p14:cNvContentPartPr/>
              <p14:nvPr/>
            </p14:nvContentPartPr>
            <p14:xfrm>
              <a:off x="3526311" y="5577332"/>
              <a:ext cx="286920" cy="68472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3055B4FC-D5B6-244E-481C-73F8438999BD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3517311" y="5568692"/>
                <a:ext cx="304560" cy="702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56E160FC-D5DA-6895-0619-288B0DC9461D}"/>
              </a:ext>
            </a:extLst>
          </p:cNvPr>
          <p:cNvGrpSpPr/>
          <p:nvPr/>
        </p:nvGrpSpPr>
        <p:grpSpPr>
          <a:xfrm>
            <a:off x="1873191" y="5845172"/>
            <a:ext cx="1236240" cy="785160"/>
            <a:chOff x="1873191" y="5845172"/>
            <a:chExt cx="1236240" cy="78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BD49B15-A37F-DA50-FB44-9D611F8F3316}"/>
                    </a:ext>
                  </a:extLst>
                </p14:cNvPr>
                <p14:cNvContentPartPr/>
                <p14:nvPr/>
              </p14:nvContentPartPr>
              <p14:xfrm>
                <a:off x="2336871" y="5853812"/>
                <a:ext cx="149760" cy="2181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BD49B15-A37F-DA50-FB44-9D611F8F331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327871" y="5844812"/>
                  <a:ext cx="1674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A165CB8-DA64-0948-05B3-62AD4BA2A63F}"/>
                    </a:ext>
                  </a:extLst>
                </p14:cNvPr>
                <p14:cNvContentPartPr/>
                <p14:nvPr/>
              </p14:nvContentPartPr>
              <p14:xfrm>
                <a:off x="2565111" y="5914652"/>
                <a:ext cx="113760" cy="1825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A165CB8-DA64-0948-05B3-62AD4BA2A63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556471" y="5906012"/>
                  <a:ext cx="1314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67604DE-8FD3-6C06-3C04-90A401C92A8A}"/>
                    </a:ext>
                  </a:extLst>
                </p14:cNvPr>
                <p14:cNvContentPartPr/>
                <p14:nvPr/>
              </p14:nvContentPartPr>
              <p14:xfrm>
                <a:off x="2717031" y="5845172"/>
                <a:ext cx="26280" cy="1400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67604DE-8FD3-6C06-3C04-90A401C92A8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708031" y="5836532"/>
                  <a:ext cx="439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DB6282D-0E11-3125-8405-AAA426EA40A2}"/>
                    </a:ext>
                  </a:extLst>
                </p14:cNvPr>
                <p14:cNvContentPartPr/>
                <p14:nvPr/>
              </p14:nvContentPartPr>
              <p14:xfrm>
                <a:off x="2789031" y="5956052"/>
                <a:ext cx="6840" cy="74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DB6282D-0E11-3125-8405-AAA426EA40A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780391" y="5947412"/>
                  <a:ext cx="244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03E78AD-CC9E-4C3B-2F9A-DC09FA5C1997}"/>
                    </a:ext>
                  </a:extLst>
                </p14:cNvPr>
                <p14:cNvContentPartPr/>
                <p14:nvPr/>
              </p14:nvContentPartPr>
              <p14:xfrm>
                <a:off x="2839431" y="5855252"/>
                <a:ext cx="28800" cy="61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03E78AD-CC9E-4C3B-2F9A-DC09FA5C199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830791" y="5846612"/>
                  <a:ext cx="464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C2A4D64-8E3B-078A-C66D-5E159D2C4232}"/>
                    </a:ext>
                  </a:extLst>
                </p14:cNvPr>
                <p14:cNvContentPartPr/>
                <p14:nvPr/>
              </p14:nvContentPartPr>
              <p14:xfrm>
                <a:off x="2907471" y="5874332"/>
                <a:ext cx="19800" cy="1706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C2A4D64-8E3B-078A-C66D-5E159D2C423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898831" y="5865692"/>
                  <a:ext cx="374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991FECF-6C2B-0968-FBA5-FFDEEABA90C7}"/>
                    </a:ext>
                  </a:extLst>
                </p14:cNvPr>
                <p14:cNvContentPartPr/>
                <p14:nvPr/>
              </p14:nvContentPartPr>
              <p14:xfrm>
                <a:off x="2899191" y="5943812"/>
                <a:ext cx="52920" cy="162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991FECF-6C2B-0968-FBA5-FFDEEABA90C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890551" y="5935172"/>
                  <a:ext cx="705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C4A3A6A-8D77-EDB1-5F31-1E8AD9FAAA56}"/>
                    </a:ext>
                  </a:extLst>
                </p14:cNvPr>
                <p14:cNvContentPartPr/>
                <p14:nvPr/>
              </p14:nvContentPartPr>
              <p14:xfrm>
                <a:off x="2992791" y="5929412"/>
                <a:ext cx="116640" cy="1029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C4A3A6A-8D77-EDB1-5F31-1E8AD9FAAA5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984151" y="5920412"/>
                  <a:ext cx="1342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E40B5EE-9256-8B56-3B26-1B5D08B7694F}"/>
                    </a:ext>
                  </a:extLst>
                </p14:cNvPr>
                <p14:cNvContentPartPr/>
                <p14:nvPr/>
              </p14:nvContentPartPr>
              <p14:xfrm>
                <a:off x="2482311" y="6179252"/>
                <a:ext cx="181800" cy="2541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E40B5EE-9256-8B56-3B26-1B5D08B7694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473311" y="6170612"/>
                  <a:ext cx="19944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BF76661-2CC4-5763-BDF1-0E27B2B4346E}"/>
                    </a:ext>
                  </a:extLst>
                </p14:cNvPr>
                <p14:cNvContentPartPr/>
                <p14:nvPr/>
              </p14:nvContentPartPr>
              <p14:xfrm>
                <a:off x="2367111" y="6334772"/>
                <a:ext cx="91440" cy="1324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BF76661-2CC4-5763-BDF1-0E27B2B4346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358471" y="6325772"/>
                  <a:ext cx="1090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F4E1C38-7280-C391-86BA-AE35C5D62551}"/>
                    </a:ext>
                  </a:extLst>
                </p14:cNvPr>
                <p14:cNvContentPartPr/>
                <p14:nvPr/>
              </p14:nvContentPartPr>
              <p14:xfrm>
                <a:off x="1873191" y="6457532"/>
                <a:ext cx="114120" cy="1728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F4E1C38-7280-C391-86BA-AE35C5D6255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864191" y="6448532"/>
                  <a:ext cx="1317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DC8B568-F9FF-CA5D-F869-45EA92E8CCBC}"/>
                    </a:ext>
                  </a:extLst>
                </p14:cNvPr>
                <p14:cNvContentPartPr/>
                <p14:nvPr/>
              </p14:nvContentPartPr>
              <p14:xfrm>
                <a:off x="2068671" y="6527012"/>
                <a:ext cx="88560" cy="979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DC8B568-F9FF-CA5D-F869-45EA92E8CCB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060031" y="6518012"/>
                  <a:ext cx="1062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6221698-84B8-E2B4-E3B4-93F27740A4A0}"/>
                    </a:ext>
                  </a:extLst>
                </p14:cNvPr>
                <p14:cNvContentPartPr/>
                <p14:nvPr/>
              </p14:nvContentPartPr>
              <p14:xfrm>
                <a:off x="2228871" y="6525932"/>
                <a:ext cx="311040" cy="1036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6221698-84B8-E2B4-E3B4-93F27740A4A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219871" y="6516932"/>
                  <a:ext cx="328680" cy="12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73311073-A9D4-2F71-BB0F-3925AE41373A}"/>
              </a:ext>
            </a:extLst>
          </p:cNvPr>
          <p:cNvGrpSpPr/>
          <p:nvPr/>
        </p:nvGrpSpPr>
        <p:grpSpPr>
          <a:xfrm>
            <a:off x="1796511" y="4217612"/>
            <a:ext cx="2065320" cy="423360"/>
            <a:chOff x="1796511" y="4217612"/>
            <a:chExt cx="2065320" cy="42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F9FC00E-A713-18EF-B831-2154AE1746C3}"/>
                    </a:ext>
                  </a:extLst>
                </p14:cNvPr>
                <p14:cNvContentPartPr/>
                <p14:nvPr/>
              </p14:nvContentPartPr>
              <p14:xfrm>
                <a:off x="3386271" y="4574012"/>
                <a:ext cx="475560" cy="169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F9FC00E-A713-18EF-B831-2154AE1746C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377271" y="4565012"/>
                  <a:ext cx="4932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DB1E4AC-2856-C06C-6358-332A4AA99028}"/>
                    </a:ext>
                  </a:extLst>
                </p14:cNvPr>
                <p14:cNvContentPartPr/>
                <p14:nvPr/>
              </p14:nvContentPartPr>
              <p14:xfrm>
                <a:off x="3380511" y="4514972"/>
                <a:ext cx="92880" cy="1260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DB1E4AC-2856-C06C-6358-332A4AA9902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371871" y="4505972"/>
                  <a:ext cx="1105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9FC68BD-9117-0F18-B995-7FFD08C3DC51}"/>
                    </a:ext>
                  </a:extLst>
                </p14:cNvPr>
                <p14:cNvContentPartPr/>
                <p14:nvPr/>
              </p14:nvContentPartPr>
              <p14:xfrm>
                <a:off x="1796511" y="4417052"/>
                <a:ext cx="161280" cy="2178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9FC68BD-9117-0F18-B995-7FFD08C3DC5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787511" y="4408052"/>
                  <a:ext cx="1789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749A1D7-A70A-34EE-1F1F-29239D12DBE9}"/>
                    </a:ext>
                  </a:extLst>
                </p14:cNvPr>
                <p14:cNvContentPartPr/>
                <p14:nvPr/>
              </p14:nvContentPartPr>
              <p14:xfrm>
                <a:off x="1984431" y="4427492"/>
                <a:ext cx="269640" cy="2127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749A1D7-A70A-34EE-1F1F-29239D12DBE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975431" y="4418492"/>
                  <a:ext cx="2872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B537226-CE09-FF89-4C01-A9C2F3C187C2}"/>
                    </a:ext>
                  </a:extLst>
                </p14:cNvPr>
                <p14:cNvContentPartPr/>
                <p14:nvPr/>
              </p14:nvContentPartPr>
              <p14:xfrm>
                <a:off x="2453511" y="4396172"/>
                <a:ext cx="360" cy="24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B537226-CE09-FF89-4C01-A9C2F3C187C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444871" y="4387532"/>
                  <a:ext cx="180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73A435E-3FAA-14A5-8D6C-5044259083D4}"/>
                    </a:ext>
                  </a:extLst>
                </p14:cNvPr>
                <p14:cNvContentPartPr/>
                <p14:nvPr/>
              </p14:nvContentPartPr>
              <p14:xfrm>
                <a:off x="2447031" y="4416332"/>
                <a:ext cx="87120" cy="37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73A435E-3FAA-14A5-8D6C-5044259083D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38031" y="4407332"/>
                  <a:ext cx="10476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43E5E26-27E4-BAA8-F9FB-7B25797BD9E9}"/>
                    </a:ext>
                  </a:extLst>
                </p14:cNvPr>
                <p14:cNvContentPartPr/>
                <p14:nvPr/>
              </p14:nvContentPartPr>
              <p14:xfrm>
                <a:off x="2643951" y="4282772"/>
                <a:ext cx="187560" cy="2228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43E5E26-27E4-BAA8-F9FB-7B25797BD9E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634951" y="4273772"/>
                  <a:ext cx="2052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3C39A93-C6FA-BB1C-80F3-88F558410C48}"/>
                    </a:ext>
                  </a:extLst>
                </p14:cNvPr>
                <p14:cNvContentPartPr/>
                <p14:nvPr/>
              </p14:nvContentPartPr>
              <p14:xfrm>
                <a:off x="2875431" y="4345772"/>
                <a:ext cx="113760" cy="615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3C39A93-C6FA-BB1C-80F3-88F558410C4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866791" y="4336772"/>
                  <a:ext cx="1314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ED2E65F-1F72-17BA-903E-4164A81C60DE}"/>
                    </a:ext>
                  </a:extLst>
                </p14:cNvPr>
                <p14:cNvContentPartPr/>
                <p14:nvPr/>
              </p14:nvContentPartPr>
              <p14:xfrm>
                <a:off x="2992071" y="4251812"/>
                <a:ext cx="113400" cy="1605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ED2E65F-1F72-17BA-903E-4164A81C60D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983071" y="4242812"/>
                  <a:ext cx="1310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2318910-7B6D-D545-6FCF-9A3B2A0A5FC4}"/>
                    </a:ext>
                  </a:extLst>
                </p14:cNvPr>
                <p14:cNvContentPartPr/>
                <p14:nvPr/>
              </p14:nvContentPartPr>
              <p14:xfrm>
                <a:off x="3115191" y="4304012"/>
                <a:ext cx="83160" cy="1537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2318910-7B6D-D545-6FCF-9A3B2A0A5FC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106191" y="4295012"/>
                  <a:ext cx="1008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38F5034-68DF-E5E9-2ABB-FF0C82D2D08C}"/>
                    </a:ext>
                  </a:extLst>
                </p14:cNvPr>
                <p14:cNvContentPartPr/>
                <p14:nvPr/>
              </p14:nvContentPartPr>
              <p14:xfrm>
                <a:off x="3216711" y="4324172"/>
                <a:ext cx="59040" cy="1684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38F5034-68DF-E5E9-2ABB-FF0C82D2D08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207711" y="4315532"/>
                  <a:ext cx="766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7D4E144-0CDF-2B43-E2B7-88325B794E3E}"/>
                    </a:ext>
                  </a:extLst>
                </p14:cNvPr>
                <p14:cNvContentPartPr/>
                <p14:nvPr/>
              </p14:nvContentPartPr>
              <p14:xfrm>
                <a:off x="3302031" y="4217612"/>
                <a:ext cx="9000" cy="165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7D4E144-0CDF-2B43-E2B7-88325B794E3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293391" y="4208972"/>
                  <a:ext cx="266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414C5F7-8D63-E740-37BA-3FA2D431CC84}"/>
                    </a:ext>
                  </a:extLst>
                </p14:cNvPr>
                <p14:cNvContentPartPr/>
                <p14:nvPr/>
              </p14:nvContentPartPr>
              <p14:xfrm>
                <a:off x="3347751" y="4274852"/>
                <a:ext cx="79200" cy="1573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414C5F7-8D63-E740-37BA-3FA2D431CC8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339111" y="4265852"/>
                  <a:ext cx="96840" cy="17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BFBF9C1-6015-817F-36E2-511BBAB7D98F}"/>
              </a:ext>
            </a:extLst>
          </p:cNvPr>
          <p:cNvGrpSpPr/>
          <p:nvPr/>
        </p:nvGrpSpPr>
        <p:grpSpPr>
          <a:xfrm>
            <a:off x="2644671" y="2823332"/>
            <a:ext cx="572400" cy="423720"/>
            <a:chOff x="2644671" y="2823332"/>
            <a:chExt cx="572400" cy="42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F76A0B9-C171-9170-0950-F4BC338B8D13}"/>
                    </a:ext>
                  </a:extLst>
                </p14:cNvPr>
                <p14:cNvContentPartPr/>
                <p14:nvPr/>
              </p14:nvContentPartPr>
              <p14:xfrm>
                <a:off x="2652591" y="2823332"/>
                <a:ext cx="85320" cy="4237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F76A0B9-C171-9170-0950-F4BC338B8D1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643951" y="2814692"/>
                  <a:ext cx="10296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BDD4988-B14E-C3A8-C2DB-B7079FCD7494}"/>
                    </a:ext>
                  </a:extLst>
                </p14:cNvPr>
                <p14:cNvContentPartPr/>
                <p14:nvPr/>
              </p14:nvContentPartPr>
              <p14:xfrm>
                <a:off x="2644671" y="3053372"/>
                <a:ext cx="49680" cy="255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BDD4988-B14E-C3A8-C2DB-B7079FCD749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635671" y="3044372"/>
                  <a:ext cx="673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E879D2A-1003-D101-FCBA-ADA476BE7D5F}"/>
                    </a:ext>
                  </a:extLst>
                </p14:cNvPr>
                <p14:cNvContentPartPr/>
                <p14:nvPr/>
              </p14:nvContentPartPr>
              <p14:xfrm>
                <a:off x="2815311" y="3027092"/>
                <a:ext cx="14040" cy="1177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E879D2A-1003-D101-FCBA-ADA476BE7D5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806671" y="3018092"/>
                  <a:ext cx="316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28F471B-539C-F497-9C4F-ACDCBEB29BDE}"/>
                    </a:ext>
                  </a:extLst>
                </p14:cNvPr>
                <p14:cNvContentPartPr/>
                <p14:nvPr/>
              </p14:nvContentPartPr>
              <p14:xfrm>
                <a:off x="2877591" y="2945372"/>
                <a:ext cx="4320" cy="82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28F471B-539C-F497-9C4F-ACDCBEB29BD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868591" y="2936732"/>
                  <a:ext cx="219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428E205-25DF-FB83-B7CE-4D0092EDD288}"/>
                    </a:ext>
                  </a:extLst>
                </p14:cNvPr>
                <p14:cNvContentPartPr/>
                <p14:nvPr/>
              </p14:nvContentPartPr>
              <p14:xfrm>
                <a:off x="2902431" y="3035372"/>
                <a:ext cx="198720" cy="1101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428E205-25DF-FB83-B7CE-4D0092EDD28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893791" y="3026372"/>
                  <a:ext cx="2163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73F53A6-DE81-3DCA-43AA-7679C9537177}"/>
                    </a:ext>
                  </a:extLst>
                </p14:cNvPr>
                <p14:cNvContentPartPr/>
                <p14:nvPr/>
              </p14:nvContentPartPr>
              <p14:xfrm>
                <a:off x="3104751" y="3032132"/>
                <a:ext cx="87480" cy="590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73F53A6-DE81-3DCA-43AA-7679C953717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095751" y="3023132"/>
                  <a:ext cx="1051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F900B3A-55BC-CE5B-9672-E3BB2610F9EC}"/>
                    </a:ext>
                  </a:extLst>
                </p14:cNvPr>
                <p14:cNvContentPartPr/>
                <p14:nvPr/>
              </p14:nvContentPartPr>
              <p14:xfrm>
                <a:off x="3203751" y="2928812"/>
                <a:ext cx="13320" cy="450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F900B3A-55BC-CE5B-9672-E3BB2610F9E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194751" y="2919812"/>
                  <a:ext cx="30960" cy="62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56037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91AB0-95AF-C313-7459-26ACDBFA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167ACE9-E114-A8A0-21EB-36B0B733F41F}"/>
                  </a:ext>
                </a:extLst>
              </p14:cNvPr>
              <p14:cNvContentPartPr/>
              <p14:nvPr/>
            </p14:nvContentPartPr>
            <p14:xfrm>
              <a:off x="1835031" y="2414372"/>
              <a:ext cx="1440" cy="3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167ACE9-E114-A8A0-21EB-36B0B733F41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26391" y="2405372"/>
                <a:ext cx="1908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8" name="Group 107">
            <a:extLst>
              <a:ext uri="{FF2B5EF4-FFF2-40B4-BE49-F238E27FC236}">
                <a16:creationId xmlns:a16="http://schemas.microsoft.com/office/drawing/2014/main" id="{FCD418D6-3D17-E98B-F867-35E8455CA4F8}"/>
              </a:ext>
            </a:extLst>
          </p:cNvPr>
          <p:cNvGrpSpPr/>
          <p:nvPr/>
        </p:nvGrpSpPr>
        <p:grpSpPr>
          <a:xfrm>
            <a:off x="8832711" y="2339492"/>
            <a:ext cx="2747160" cy="2142360"/>
            <a:chOff x="8832711" y="2339492"/>
            <a:chExt cx="2747160" cy="214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02DCC8C-D381-0938-D2A7-85AF0A29C66C}"/>
                    </a:ext>
                  </a:extLst>
                </p14:cNvPr>
                <p14:cNvContentPartPr/>
                <p14:nvPr/>
              </p14:nvContentPartPr>
              <p14:xfrm>
                <a:off x="9526791" y="2375852"/>
                <a:ext cx="603360" cy="2862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02DCC8C-D381-0938-D2A7-85AF0A29C66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518151" y="2367212"/>
                  <a:ext cx="62100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15FE149-4885-6D74-F06F-2CC79B02494A}"/>
                    </a:ext>
                  </a:extLst>
                </p14:cNvPr>
                <p14:cNvContentPartPr/>
                <p14:nvPr/>
              </p14:nvContentPartPr>
              <p14:xfrm>
                <a:off x="8832711" y="2847452"/>
                <a:ext cx="2747160" cy="16344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15FE149-4885-6D74-F06F-2CC79B02494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823711" y="2838452"/>
                  <a:ext cx="2764800" cy="16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C368FEE-AB8D-8AA6-D276-47D44770A90D}"/>
                    </a:ext>
                  </a:extLst>
                </p14:cNvPr>
                <p14:cNvContentPartPr/>
                <p14:nvPr/>
              </p14:nvContentPartPr>
              <p14:xfrm>
                <a:off x="9373071" y="3482852"/>
                <a:ext cx="367560" cy="2138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C368FEE-AB8D-8AA6-D276-47D44770A90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364071" y="3473852"/>
                  <a:ext cx="38520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C29B7F5-CD9A-BAEF-E544-0436DFE66464}"/>
                    </a:ext>
                  </a:extLst>
                </p14:cNvPr>
                <p14:cNvContentPartPr/>
                <p14:nvPr/>
              </p14:nvContentPartPr>
              <p14:xfrm>
                <a:off x="10290711" y="3691652"/>
                <a:ext cx="105480" cy="54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C29B7F5-CD9A-BAEF-E544-0436DFE6646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281711" y="3683012"/>
                  <a:ext cx="1231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DCF904D-F1E2-626B-D042-0B9D3125FF7D}"/>
                    </a:ext>
                  </a:extLst>
                </p14:cNvPr>
                <p14:cNvContentPartPr/>
                <p14:nvPr/>
              </p14:nvContentPartPr>
              <p14:xfrm>
                <a:off x="10248951" y="3819812"/>
                <a:ext cx="183240" cy="158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DCF904D-F1E2-626B-D042-0B9D3125FF7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240311" y="3810812"/>
                  <a:ext cx="2008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A5BC7DD-4623-4CC7-EA14-960ED33581A0}"/>
                    </a:ext>
                  </a:extLst>
                </p14:cNvPr>
                <p14:cNvContentPartPr/>
                <p14:nvPr/>
              </p14:nvContentPartPr>
              <p14:xfrm>
                <a:off x="10294671" y="3907652"/>
                <a:ext cx="154440" cy="20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A5BC7DD-4623-4CC7-EA14-960ED33581A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286031" y="3898652"/>
                  <a:ext cx="1720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A4C4B3E-7005-BB0D-8346-7E31D0EA95D4}"/>
                    </a:ext>
                  </a:extLst>
                </p14:cNvPr>
                <p14:cNvContentPartPr/>
                <p14:nvPr/>
              </p14:nvContentPartPr>
              <p14:xfrm>
                <a:off x="10295031" y="4032572"/>
                <a:ext cx="143280" cy="27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A4C4B3E-7005-BB0D-8346-7E31D0EA95D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286031" y="4023572"/>
                  <a:ext cx="1609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B250199-2102-5818-7DEF-5CF7E9455AFC}"/>
                    </a:ext>
                  </a:extLst>
                </p14:cNvPr>
                <p14:cNvContentPartPr/>
                <p14:nvPr/>
              </p14:nvContentPartPr>
              <p14:xfrm>
                <a:off x="10124031" y="3257132"/>
                <a:ext cx="25560" cy="1710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B250199-2102-5818-7DEF-5CF7E9455AF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115391" y="3248492"/>
                  <a:ext cx="432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EB6E96F-9C10-74BD-0753-105FC77B5994}"/>
                    </a:ext>
                  </a:extLst>
                </p14:cNvPr>
                <p14:cNvContentPartPr/>
                <p14:nvPr/>
              </p14:nvContentPartPr>
              <p14:xfrm>
                <a:off x="10102791" y="3345692"/>
                <a:ext cx="70920" cy="28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EB6E96F-9C10-74BD-0753-105FC77B599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094151" y="3336692"/>
                  <a:ext cx="885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6FBAB8C-8B6B-E575-358B-E59C683EA271}"/>
                    </a:ext>
                  </a:extLst>
                </p14:cNvPr>
                <p14:cNvContentPartPr/>
                <p14:nvPr/>
              </p14:nvContentPartPr>
              <p14:xfrm>
                <a:off x="10173351" y="3303212"/>
                <a:ext cx="63000" cy="752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6FBAB8C-8B6B-E575-358B-E59C683EA27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164351" y="3294572"/>
                  <a:ext cx="806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F3950A4-41D2-4E63-1FE4-DE765105AAE9}"/>
                    </a:ext>
                  </a:extLst>
                </p14:cNvPr>
                <p14:cNvContentPartPr/>
                <p14:nvPr/>
              </p14:nvContentPartPr>
              <p14:xfrm>
                <a:off x="10091271" y="3300692"/>
                <a:ext cx="109080" cy="738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F3950A4-41D2-4E63-1FE4-DE765105AAE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082631" y="3291692"/>
                  <a:ext cx="1267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47A5C62-4EAA-50C1-614F-AB007B156955}"/>
                    </a:ext>
                  </a:extLst>
                </p14:cNvPr>
                <p14:cNvContentPartPr/>
                <p14:nvPr/>
              </p14:nvContentPartPr>
              <p14:xfrm>
                <a:off x="9966351" y="3095132"/>
                <a:ext cx="421200" cy="4330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47A5C62-4EAA-50C1-614F-AB007B15695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957351" y="3086132"/>
                  <a:ext cx="43884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386804F-9BE6-5C6F-FC30-BD7524CA6D6B}"/>
                    </a:ext>
                  </a:extLst>
                </p14:cNvPr>
                <p14:cNvContentPartPr/>
                <p14:nvPr/>
              </p14:nvContentPartPr>
              <p14:xfrm>
                <a:off x="9504111" y="3726932"/>
                <a:ext cx="184320" cy="277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386804F-9BE6-5C6F-FC30-BD7524CA6D6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495471" y="3718292"/>
                  <a:ext cx="2019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65D3E94-A49A-DAB1-4540-A1FACF68364D}"/>
                    </a:ext>
                  </a:extLst>
                </p14:cNvPr>
                <p14:cNvContentPartPr/>
                <p14:nvPr/>
              </p14:nvContentPartPr>
              <p14:xfrm>
                <a:off x="9512031" y="3801812"/>
                <a:ext cx="200880" cy="198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65D3E94-A49A-DAB1-4540-A1FACF68364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503391" y="3792812"/>
                  <a:ext cx="2185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4099EAA-7CBD-B6F1-9BB0-C4C054437D7C}"/>
                    </a:ext>
                  </a:extLst>
                </p14:cNvPr>
                <p14:cNvContentPartPr/>
                <p14:nvPr/>
              </p14:nvContentPartPr>
              <p14:xfrm>
                <a:off x="10475391" y="2527052"/>
                <a:ext cx="273960" cy="4503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4099EAA-7CBD-B6F1-9BB0-C4C054437D7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466751" y="2518412"/>
                  <a:ext cx="29160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F61FB08-4E43-0E4C-70B4-F060C4F155D6}"/>
                    </a:ext>
                  </a:extLst>
                </p14:cNvPr>
                <p14:cNvContentPartPr/>
                <p14:nvPr/>
              </p14:nvContentPartPr>
              <p14:xfrm>
                <a:off x="10416711" y="2933852"/>
                <a:ext cx="141480" cy="982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F61FB08-4E43-0E4C-70B4-F060C4F155D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408071" y="2924852"/>
                  <a:ext cx="15912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2498F4A-4166-86FE-94B3-F557BC91F2B7}"/>
                    </a:ext>
                  </a:extLst>
                </p14:cNvPr>
                <p14:cNvContentPartPr/>
                <p14:nvPr/>
              </p14:nvContentPartPr>
              <p14:xfrm>
                <a:off x="11021151" y="2339492"/>
                <a:ext cx="18720" cy="2372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2498F4A-4166-86FE-94B3-F557BC91F2B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012151" y="2330492"/>
                  <a:ext cx="3636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C9D9715-D4DD-41E1-BD6D-46F7D2EDD624}"/>
                    </a:ext>
                  </a:extLst>
                </p14:cNvPr>
                <p14:cNvContentPartPr/>
                <p14:nvPr/>
              </p14:nvContentPartPr>
              <p14:xfrm>
                <a:off x="10879671" y="2362172"/>
                <a:ext cx="67320" cy="2631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C9D9715-D4DD-41E1-BD6D-46F7D2EDD62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871031" y="2353172"/>
                  <a:ext cx="8496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AC63720-5C44-B6D9-91B8-0D8AF9D4A068}"/>
                    </a:ext>
                  </a:extLst>
                </p14:cNvPr>
                <p14:cNvContentPartPr/>
                <p14:nvPr/>
              </p14:nvContentPartPr>
              <p14:xfrm>
                <a:off x="11174871" y="2372972"/>
                <a:ext cx="68760" cy="2682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AC63720-5C44-B6D9-91B8-0D8AF9D4A06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166231" y="2363972"/>
                  <a:ext cx="86400" cy="28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2333E69D-118F-A7CC-8214-EB35DF054B20}"/>
                  </a:ext>
                </a:extLst>
              </p14:cNvPr>
              <p14:cNvContentPartPr/>
              <p14:nvPr/>
            </p14:nvContentPartPr>
            <p14:xfrm>
              <a:off x="7768911" y="1364972"/>
              <a:ext cx="35640" cy="16452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2333E69D-118F-A7CC-8214-EB35DF054B20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759911" y="1356332"/>
                <a:ext cx="53280" cy="18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1712C877-E49F-EBDF-CF4C-2075EFA9B32D}"/>
                  </a:ext>
                </a:extLst>
              </p14:cNvPr>
              <p14:cNvContentPartPr/>
              <p14:nvPr/>
            </p14:nvContentPartPr>
            <p14:xfrm>
              <a:off x="7828311" y="1861412"/>
              <a:ext cx="21960" cy="78912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1712C877-E49F-EBDF-CF4C-2075EFA9B32D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819671" y="1852772"/>
                <a:ext cx="39600" cy="80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C60A173-3F61-5934-DA8A-0B76CB986012}"/>
                  </a:ext>
                </a:extLst>
              </p14:cNvPr>
              <p14:cNvContentPartPr/>
              <p14:nvPr/>
            </p14:nvContentPartPr>
            <p14:xfrm>
              <a:off x="7867911" y="4085132"/>
              <a:ext cx="10800" cy="1159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C60A173-3F61-5934-DA8A-0B76CB986012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7858911" y="4076132"/>
                <a:ext cx="28440" cy="13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1C53179-2A74-D851-6ED1-2BDFB9E3893A}"/>
                  </a:ext>
                </a:extLst>
              </p14:cNvPr>
              <p14:cNvContentPartPr/>
              <p14:nvPr/>
            </p14:nvContentPartPr>
            <p14:xfrm>
              <a:off x="7788351" y="4690292"/>
              <a:ext cx="86040" cy="204012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1C53179-2A74-D851-6ED1-2BDFB9E3893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779711" y="4681652"/>
                <a:ext cx="103680" cy="205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8D739583-B18B-8A68-16BF-7E05C64F276A}"/>
              </a:ext>
            </a:extLst>
          </p:cNvPr>
          <p:cNvGrpSpPr/>
          <p:nvPr/>
        </p:nvGrpSpPr>
        <p:grpSpPr>
          <a:xfrm>
            <a:off x="8583951" y="4572212"/>
            <a:ext cx="1639080" cy="721440"/>
            <a:chOff x="8583951" y="4572212"/>
            <a:chExt cx="1639080" cy="72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04B611D9-29DA-DED3-277D-E57119C44538}"/>
                    </a:ext>
                  </a:extLst>
                </p14:cNvPr>
                <p14:cNvContentPartPr/>
                <p14:nvPr/>
              </p14:nvContentPartPr>
              <p14:xfrm>
                <a:off x="8830191" y="4913852"/>
                <a:ext cx="32400" cy="2415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04B611D9-29DA-DED3-277D-E57119C4453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821551" y="4904852"/>
                  <a:ext cx="5004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9BB1DAF-6DDD-36B1-A72C-88B1FD8AF625}"/>
                    </a:ext>
                  </a:extLst>
                </p14:cNvPr>
                <p14:cNvContentPartPr/>
                <p14:nvPr/>
              </p14:nvContentPartPr>
              <p14:xfrm>
                <a:off x="8640111" y="4572212"/>
                <a:ext cx="562320" cy="5882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9BB1DAF-6DDD-36B1-A72C-88B1FD8AF62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631111" y="4563572"/>
                  <a:ext cx="579960" cy="60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96BE8E4-11B7-C493-C17F-35ADAC27B029}"/>
                    </a:ext>
                  </a:extLst>
                </p14:cNvPr>
                <p14:cNvContentPartPr/>
                <p14:nvPr/>
              </p14:nvContentPartPr>
              <p14:xfrm>
                <a:off x="9227271" y="4946972"/>
                <a:ext cx="105120" cy="1825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96BE8E4-11B7-C493-C17F-35ADAC27B02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218631" y="4937972"/>
                  <a:ext cx="1227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44141BC-F32B-492F-956C-F6702D88BCAE}"/>
                    </a:ext>
                  </a:extLst>
                </p14:cNvPr>
                <p14:cNvContentPartPr/>
                <p14:nvPr/>
              </p14:nvContentPartPr>
              <p14:xfrm>
                <a:off x="9439671" y="4972892"/>
                <a:ext cx="111960" cy="1522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44141BC-F32B-492F-956C-F6702D88BCA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431031" y="4964252"/>
                  <a:ext cx="1296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ACAF4D5-209A-A753-A349-39C66365705C}"/>
                    </a:ext>
                  </a:extLst>
                </p14:cNvPr>
                <p14:cNvContentPartPr/>
                <p14:nvPr/>
              </p14:nvContentPartPr>
              <p14:xfrm>
                <a:off x="9593031" y="4946252"/>
                <a:ext cx="81720" cy="1706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ACAF4D5-209A-A753-A349-39C66365705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584031" y="4937612"/>
                  <a:ext cx="993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9896899-0663-4CDF-42F0-F6685F36E774}"/>
                    </a:ext>
                  </a:extLst>
                </p14:cNvPr>
                <p14:cNvContentPartPr/>
                <p14:nvPr/>
              </p14:nvContentPartPr>
              <p14:xfrm>
                <a:off x="9715071" y="4967492"/>
                <a:ext cx="114120" cy="1908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9896899-0663-4CDF-42F0-F6685F36E77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706431" y="4958492"/>
                  <a:ext cx="1317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0833EA5-D264-B520-15B8-B0FB5616F6F7}"/>
                    </a:ext>
                  </a:extLst>
                </p14:cNvPr>
                <p14:cNvContentPartPr/>
                <p14:nvPr/>
              </p14:nvContentPartPr>
              <p14:xfrm>
                <a:off x="8583951" y="5236052"/>
                <a:ext cx="1639080" cy="576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0833EA5-D264-B520-15B8-B0FB5616F6F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574951" y="5227052"/>
                  <a:ext cx="1656720" cy="7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F6B71913-BA72-24F5-F37F-E505D66EC10F}"/>
              </a:ext>
            </a:extLst>
          </p:cNvPr>
          <p:cNvGrpSpPr/>
          <p:nvPr/>
        </p:nvGrpSpPr>
        <p:grpSpPr>
          <a:xfrm>
            <a:off x="9450471" y="4224092"/>
            <a:ext cx="687960" cy="181080"/>
            <a:chOff x="9450471" y="4224092"/>
            <a:chExt cx="687960" cy="18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43E4C2B-EDA7-55F9-0C4C-2AA901C733A3}"/>
                    </a:ext>
                  </a:extLst>
                </p14:cNvPr>
                <p14:cNvContentPartPr/>
                <p14:nvPr/>
              </p14:nvContentPartPr>
              <p14:xfrm>
                <a:off x="9450471" y="4224092"/>
                <a:ext cx="154440" cy="1778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43E4C2B-EDA7-55F9-0C4C-2AA901C733A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441831" y="4215452"/>
                  <a:ext cx="1720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93ED9B83-73A3-6A23-1F4E-09A8C35433A8}"/>
                    </a:ext>
                  </a:extLst>
                </p14:cNvPr>
                <p14:cNvContentPartPr/>
                <p14:nvPr/>
              </p14:nvContentPartPr>
              <p14:xfrm>
                <a:off x="9623991" y="4244612"/>
                <a:ext cx="51480" cy="1605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93ED9B83-73A3-6A23-1F4E-09A8C35433A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614991" y="4235972"/>
                  <a:ext cx="691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0425A63-05F9-075B-58D4-59AA5C5E84C9}"/>
                    </a:ext>
                  </a:extLst>
                </p14:cNvPr>
                <p14:cNvContentPartPr/>
                <p14:nvPr/>
              </p14:nvContentPartPr>
              <p14:xfrm>
                <a:off x="9676551" y="4265132"/>
                <a:ext cx="308160" cy="1288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0425A63-05F9-075B-58D4-59AA5C5E84C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667911" y="4256492"/>
                  <a:ext cx="3258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4BF32AB1-94A0-456C-0EA5-0B3B63E3B025}"/>
                    </a:ext>
                  </a:extLst>
                </p14:cNvPr>
                <p14:cNvContentPartPr/>
                <p14:nvPr/>
              </p14:nvContentPartPr>
              <p14:xfrm>
                <a:off x="9902271" y="4292852"/>
                <a:ext cx="236160" cy="1051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4BF32AB1-94A0-456C-0EA5-0B3B63E3B02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893631" y="4283852"/>
                  <a:ext cx="253800" cy="12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1B149CEE-2381-E734-6FC1-94CF7D11B5A9}"/>
              </a:ext>
            </a:extLst>
          </p:cNvPr>
          <p:cNvGrpSpPr/>
          <p:nvPr/>
        </p:nvGrpSpPr>
        <p:grpSpPr>
          <a:xfrm>
            <a:off x="533991" y="1134932"/>
            <a:ext cx="6801480" cy="5117400"/>
            <a:chOff x="533991" y="1134932"/>
            <a:chExt cx="6801480" cy="511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2CCFAC3-41B2-92AE-0881-8B85292E40B7}"/>
                    </a:ext>
                  </a:extLst>
                </p14:cNvPr>
                <p14:cNvContentPartPr/>
                <p14:nvPr/>
              </p14:nvContentPartPr>
              <p14:xfrm>
                <a:off x="5400471" y="1134932"/>
                <a:ext cx="19080" cy="802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2CCFAC3-41B2-92AE-0881-8B85292E40B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391831" y="1126292"/>
                  <a:ext cx="367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F7839A4-4214-54D6-A2B6-26DE120881EE}"/>
                    </a:ext>
                  </a:extLst>
                </p14:cNvPr>
                <p14:cNvContentPartPr/>
                <p14:nvPr/>
              </p14:nvContentPartPr>
              <p14:xfrm>
                <a:off x="5381031" y="1644332"/>
                <a:ext cx="9360" cy="270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F7839A4-4214-54D6-A2B6-26DE120881E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372031" y="1635692"/>
                  <a:ext cx="2700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DBADB0D-BB22-0DE4-90C7-4EA521F618C0}"/>
                    </a:ext>
                  </a:extLst>
                </p14:cNvPr>
                <p14:cNvContentPartPr/>
                <p14:nvPr/>
              </p14:nvContentPartPr>
              <p14:xfrm>
                <a:off x="5296071" y="2380892"/>
                <a:ext cx="131400" cy="6958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DBADB0D-BB22-0DE4-90C7-4EA521F618C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287431" y="2372252"/>
                  <a:ext cx="149040" cy="71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CA61845-3092-42DB-9126-CF90C8855A6C}"/>
                    </a:ext>
                  </a:extLst>
                </p14:cNvPr>
                <p14:cNvContentPartPr/>
                <p14:nvPr/>
              </p14:nvContentPartPr>
              <p14:xfrm>
                <a:off x="5037951" y="5558612"/>
                <a:ext cx="86040" cy="6490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CA61845-3092-42DB-9126-CF90C8855A6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028951" y="5549612"/>
                  <a:ext cx="103680" cy="6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AB9D24D-CF49-A277-7E99-E79328D6AE2D}"/>
                    </a:ext>
                  </a:extLst>
                </p14:cNvPr>
                <p14:cNvContentPartPr/>
                <p14:nvPr/>
              </p14:nvContentPartPr>
              <p14:xfrm>
                <a:off x="5342871" y="3566372"/>
                <a:ext cx="51840" cy="12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AB9D24D-CF49-A277-7E99-E79328D6AE2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34231" y="3557732"/>
                  <a:ext cx="694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1B83763-A22B-DE26-154F-AB3C85002615}"/>
                    </a:ext>
                  </a:extLst>
                </p14:cNvPr>
                <p14:cNvContentPartPr/>
                <p14:nvPr/>
              </p14:nvContentPartPr>
              <p14:xfrm>
                <a:off x="5329551" y="3762932"/>
                <a:ext cx="57960" cy="7642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1B83763-A22B-DE26-154F-AB3C8500261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320911" y="3753932"/>
                  <a:ext cx="75600" cy="78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34F0353-164A-3C5D-037D-30DB0CC0F8D3}"/>
                    </a:ext>
                  </a:extLst>
                </p14:cNvPr>
                <p14:cNvContentPartPr/>
                <p14:nvPr/>
              </p14:nvContentPartPr>
              <p14:xfrm>
                <a:off x="5261871" y="4808732"/>
                <a:ext cx="126000" cy="6883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34F0353-164A-3C5D-037D-30DB0CC0F8D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253231" y="4799732"/>
                  <a:ext cx="143640" cy="70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5476649-D817-50F1-DCC7-65BFD22A3845}"/>
                    </a:ext>
                  </a:extLst>
                </p14:cNvPr>
                <p14:cNvContentPartPr/>
                <p14:nvPr/>
              </p14:nvContentPartPr>
              <p14:xfrm>
                <a:off x="5882511" y="3044732"/>
                <a:ext cx="1452960" cy="11286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5476649-D817-50F1-DCC7-65BFD22A384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873871" y="3036092"/>
                  <a:ext cx="1470600" cy="11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9818F0E-6F13-D72F-1B72-9171A87F787C}"/>
                    </a:ext>
                  </a:extLst>
                </p14:cNvPr>
                <p14:cNvContentPartPr/>
                <p14:nvPr/>
              </p14:nvContentPartPr>
              <p14:xfrm>
                <a:off x="6268791" y="3460892"/>
                <a:ext cx="173160" cy="2376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9818F0E-6F13-D72F-1B72-9171A87F787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260151" y="3452252"/>
                  <a:ext cx="19080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DFAB0ED-907B-3B46-175F-9136C09EF26A}"/>
                    </a:ext>
                  </a:extLst>
                </p14:cNvPr>
                <p14:cNvContentPartPr/>
                <p14:nvPr/>
              </p14:nvContentPartPr>
              <p14:xfrm>
                <a:off x="6407391" y="3558092"/>
                <a:ext cx="222840" cy="131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DFAB0ED-907B-3B46-175F-9136C09EF26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398391" y="3549092"/>
                  <a:ext cx="2404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B00AB4F-DB84-3A4F-60A0-5CDA75FC745A}"/>
                    </a:ext>
                  </a:extLst>
                </p14:cNvPr>
                <p14:cNvContentPartPr/>
                <p14:nvPr/>
              </p14:nvContentPartPr>
              <p14:xfrm>
                <a:off x="6670191" y="3538652"/>
                <a:ext cx="135360" cy="1350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B00AB4F-DB84-3A4F-60A0-5CDA75FC745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661191" y="3530012"/>
                  <a:ext cx="1530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E5BEAE5-45D1-31CE-1448-63B048F2011C}"/>
                    </a:ext>
                  </a:extLst>
                </p14:cNvPr>
                <p14:cNvContentPartPr/>
                <p14:nvPr/>
              </p14:nvContentPartPr>
              <p14:xfrm>
                <a:off x="921711" y="1347332"/>
                <a:ext cx="2138400" cy="813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E5BEAE5-45D1-31CE-1448-63B048F2011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12711" y="1338332"/>
                  <a:ext cx="2156040" cy="83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01CB839-6668-1DFB-8EBE-CD0FB79BB484}"/>
                    </a:ext>
                  </a:extLst>
                </p14:cNvPr>
                <p14:cNvContentPartPr/>
                <p14:nvPr/>
              </p14:nvContentPartPr>
              <p14:xfrm>
                <a:off x="970311" y="1353812"/>
                <a:ext cx="2134440" cy="7232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01CB839-6668-1DFB-8EBE-CD0FB79BB48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61671" y="1345172"/>
                  <a:ext cx="2152080" cy="74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2374081-5C01-B031-E090-CB02E10A60D3}"/>
                    </a:ext>
                  </a:extLst>
                </p14:cNvPr>
                <p14:cNvContentPartPr/>
                <p14:nvPr/>
              </p14:nvContentPartPr>
              <p14:xfrm>
                <a:off x="1526511" y="1526252"/>
                <a:ext cx="137160" cy="3600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2374081-5C01-B031-E090-CB02E10A60D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517511" y="1517612"/>
                  <a:ext cx="15480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E08B0C2-D40B-F7A3-28A0-1D276EF005B4}"/>
                    </a:ext>
                  </a:extLst>
                </p14:cNvPr>
                <p14:cNvContentPartPr/>
                <p14:nvPr/>
              </p14:nvContentPartPr>
              <p14:xfrm>
                <a:off x="1453791" y="1694372"/>
                <a:ext cx="104400" cy="360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E08B0C2-D40B-F7A3-28A0-1D276EF005B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444791" y="1685372"/>
                  <a:ext cx="1220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C246765-F552-8AF0-201D-55DD12F2D536}"/>
                    </a:ext>
                  </a:extLst>
                </p14:cNvPr>
                <p14:cNvContentPartPr/>
                <p14:nvPr/>
              </p14:nvContentPartPr>
              <p14:xfrm>
                <a:off x="1736031" y="1595372"/>
                <a:ext cx="14400" cy="2199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C246765-F552-8AF0-201D-55DD12F2D53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727391" y="1586732"/>
                  <a:ext cx="320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DB57534-F563-CF29-D89A-DB72E24B2269}"/>
                    </a:ext>
                  </a:extLst>
                </p14:cNvPr>
                <p14:cNvContentPartPr/>
                <p14:nvPr/>
              </p14:nvContentPartPr>
              <p14:xfrm>
                <a:off x="725871" y="2822252"/>
                <a:ext cx="2189160" cy="862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DB57534-F563-CF29-D89A-DB72E24B226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17231" y="2813612"/>
                  <a:ext cx="2206800" cy="88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C014A47-5F5A-B3B0-30EB-05307DB36185}"/>
                    </a:ext>
                  </a:extLst>
                </p14:cNvPr>
                <p14:cNvContentPartPr/>
                <p14:nvPr/>
              </p14:nvContentPartPr>
              <p14:xfrm>
                <a:off x="1284951" y="2949692"/>
                <a:ext cx="111600" cy="4165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C014A47-5F5A-B3B0-30EB-05307DB3618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276311" y="2941052"/>
                  <a:ext cx="129240" cy="43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8DB8997-93F9-F96E-AEE2-ACC73B1C1C89}"/>
                    </a:ext>
                  </a:extLst>
                </p14:cNvPr>
                <p14:cNvContentPartPr/>
                <p14:nvPr/>
              </p14:nvContentPartPr>
              <p14:xfrm>
                <a:off x="1229871" y="3145172"/>
                <a:ext cx="138960" cy="979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8DB8997-93F9-F96E-AEE2-ACC73B1C1C8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221231" y="3136532"/>
                  <a:ext cx="1566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D8A371C-A956-5287-A6F8-0A2E67DCEEB5}"/>
                    </a:ext>
                  </a:extLst>
                </p14:cNvPr>
                <p14:cNvContentPartPr/>
                <p14:nvPr/>
              </p14:nvContentPartPr>
              <p14:xfrm>
                <a:off x="1519311" y="3067772"/>
                <a:ext cx="250560" cy="2682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D8A371C-A956-5287-A6F8-0A2E67DCEEB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510311" y="3059132"/>
                  <a:ext cx="2682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BA9843B-B4C6-5559-4EBC-E509C60D6AAD}"/>
                    </a:ext>
                  </a:extLst>
                </p14:cNvPr>
                <p14:cNvContentPartPr/>
                <p14:nvPr/>
              </p14:nvContentPartPr>
              <p14:xfrm>
                <a:off x="823071" y="5341532"/>
                <a:ext cx="27000" cy="6829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BA9843B-B4C6-5559-4EBC-E509C60D6AA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14071" y="5332532"/>
                  <a:ext cx="44640" cy="70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F4B0DF7-7BC3-7C67-897A-CDD50D565239}"/>
                    </a:ext>
                  </a:extLst>
                </p14:cNvPr>
                <p14:cNvContentPartPr/>
                <p14:nvPr/>
              </p14:nvContentPartPr>
              <p14:xfrm>
                <a:off x="604911" y="5396972"/>
                <a:ext cx="2670840" cy="8553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F4B0DF7-7BC3-7C67-897A-CDD50D56523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95911" y="5387972"/>
                  <a:ext cx="2688480" cy="87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01CC743-60B1-83FB-EB72-21CE9F4C9561}"/>
                    </a:ext>
                  </a:extLst>
                </p14:cNvPr>
                <p14:cNvContentPartPr/>
                <p14:nvPr/>
              </p14:nvContentPartPr>
              <p14:xfrm>
                <a:off x="1532631" y="5630972"/>
                <a:ext cx="118800" cy="416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01CC743-60B1-83FB-EB72-21CE9F4C956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523631" y="5621972"/>
                  <a:ext cx="136440" cy="43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38C6AE2-42CA-0316-7D4B-5DA35C1F81C5}"/>
                    </a:ext>
                  </a:extLst>
                </p14:cNvPr>
                <p14:cNvContentPartPr/>
                <p14:nvPr/>
              </p14:nvContentPartPr>
              <p14:xfrm>
                <a:off x="1446951" y="5718092"/>
                <a:ext cx="462240" cy="2509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38C6AE2-42CA-0316-7D4B-5DA35C1F81C5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438311" y="5709452"/>
                  <a:ext cx="47988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2413E79-BCC4-0624-0243-65782A509450}"/>
                    </a:ext>
                  </a:extLst>
                </p14:cNvPr>
                <p14:cNvContentPartPr/>
                <p14:nvPr/>
              </p14:nvContentPartPr>
              <p14:xfrm>
                <a:off x="3326511" y="4288172"/>
                <a:ext cx="2534040" cy="15670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2413E79-BCC4-0624-0243-65782A50945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317871" y="4279532"/>
                  <a:ext cx="2551680" cy="158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67892F2-5270-A354-E570-EB97CBE521CD}"/>
                    </a:ext>
                  </a:extLst>
                </p14:cNvPr>
                <p14:cNvContentPartPr/>
                <p14:nvPr/>
              </p14:nvContentPartPr>
              <p14:xfrm>
                <a:off x="3071991" y="3970292"/>
                <a:ext cx="2617920" cy="8650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67892F2-5270-A354-E570-EB97CBE521C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062991" y="3961292"/>
                  <a:ext cx="2635560" cy="88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2C3CA93-E0E1-3347-17A6-A86B6B352A2C}"/>
                    </a:ext>
                  </a:extLst>
                </p14:cNvPr>
                <p14:cNvContentPartPr/>
                <p14:nvPr/>
              </p14:nvContentPartPr>
              <p14:xfrm>
                <a:off x="3137511" y="3620732"/>
                <a:ext cx="2616840" cy="172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2C3CA93-E0E1-3347-17A6-A86B6B352A2C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128871" y="3611732"/>
                  <a:ext cx="263448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3B2D80D-BB5E-124B-4F05-680D755E8CFC}"/>
                    </a:ext>
                  </a:extLst>
                </p14:cNvPr>
                <p14:cNvContentPartPr/>
                <p14:nvPr/>
              </p14:nvContentPartPr>
              <p14:xfrm>
                <a:off x="2844831" y="2092892"/>
                <a:ext cx="2975040" cy="1173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3B2D80D-BB5E-124B-4F05-680D755E8CF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835831" y="2084252"/>
                  <a:ext cx="2992680" cy="11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1EA863C-C3A5-4674-809A-B8A44B7E3A6C}"/>
                    </a:ext>
                  </a:extLst>
                </p14:cNvPr>
                <p14:cNvContentPartPr/>
                <p14:nvPr/>
              </p14:nvContentPartPr>
              <p14:xfrm>
                <a:off x="2213751" y="1919372"/>
                <a:ext cx="10440" cy="1386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1EA863C-C3A5-4674-809A-B8A44B7E3A6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205111" y="1910372"/>
                  <a:ext cx="2808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C6CBE7D-C72B-FB94-3922-7AC5280B7771}"/>
                    </a:ext>
                  </a:extLst>
                </p14:cNvPr>
                <p14:cNvContentPartPr/>
                <p14:nvPr/>
              </p14:nvContentPartPr>
              <p14:xfrm>
                <a:off x="2263431" y="1768532"/>
                <a:ext cx="12960" cy="406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C6CBE7D-C72B-FB94-3922-7AC5280B777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254791" y="1759532"/>
                  <a:ext cx="3060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FDF1F0C-5E3C-103A-D693-5BBDB65EDDEC}"/>
                    </a:ext>
                  </a:extLst>
                </p14:cNvPr>
                <p14:cNvContentPartPr/>
                <p14:nvPr/>
              </p14:nvContentPartPr>
              <p14:xfrm>
                <a:off x="2298351" y="1917932"/>
                <a:ext cx="17640" cy="1764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FDF1F0C-5E3C-103A-D693-5BBDB65EDDE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289351" y="1908932"/>
                  <a:ext cx="352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80F46AE-DDC9-2847-44ED-F6F22C05FA71}"/>
                    </a:ext>
                  </a:extLst>
                </p14:cNvPr>
                <p14:cNvContentPartPr/>
                <p14:nvPr/>
              </p14:nvContentPartPr>
              <p14:xfrm>
                <a:off x="2345511" y="1882652"/>
                <a:ext cx="139320" cy="1962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80F46AE-DDC9-2847-44ED-F6F22C05FA7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336871" y="1874012"/>
                  <a:ext cx="15696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D195CB3-5DB2-9750-570F-9D9A176DFAAD}"/>
                    </a:ext>
                  </a:extLst>
                </p14:cNvPr>
                <p14:cNvContentPartPr/>
                <p14:nvPr/>
              </p14:nvContentPartPr>
              <p14:xfrm>
                <a:off x="2538471" y="1924772"/>
                <a:ext cx="95760" cy="982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D195CB3-5DB2-9750-570F-9D9A176DFAA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529831" y="1916132"/>
                  <a:ext cx="11340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C344FE6-B6A5-487E-47B6-447B40264A56}"/>
                    </a:ext>
                  </a:extLst>
                </p14:cNvPr>
                <p14:cNvContentPartPr/>
                <p14:nvPr/>
              </p14:nvContentPartPr>
              <p14:xfrm>
                <a:off x="2052111" y="3573932"/>
                <a:ext cx="40320" cy="788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C344FE6-B6A5-487E-47B6-447B40264A5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043471" y="3565292"/>
                  <a:ext cx="579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A9FFD8C-679A-1B9E-1F3E-9DE5AB294577}"/>
                    </a:ext>
                  </a:extLst>
                </p14:cNvPr>
                <p14:cNvContentPartPr/>
                <p14:nvPr/>
              </p14:nvContentPartPr>
              <p14:xfrm>
                <a:off x="2053551" y="3489332"/>
                <a:ext cx="5760" cy="435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A9FFD8C-679A-1B9E-1F3E-9DE5AB29457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044911" y="3480332"/>
                  <a:ext cx="2340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6AFDF46-96AE-1474-861E-513FC0EDB32D}"/>
                    </a:ext>
                  </a:extLst>
                </p14:cNvPr>
                <p14:cNvContentPartPr/>
                <p14:nvPr/>
              </p14:nvContentPartPr>
              <p14:xfrm>
                <a:off x="2177031" y="3526772"/>
                <a:ext cx="39240" cy="1425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6AFDF46-96AE-1474-861E-513FC0EDB32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168391" y="3518132"/>
                  <a:ext cx="568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A9E732E-A63B-8BBF-5F0B-C921992763AD}"/>
                    </a:ext>
                  </a:extLst>
                </p14:cNvPr>
                <p14:cNvContentPartPr/>
                <p14:nvPr/>
              </p14:nvContentPartPr>
              <p14:xfrm>
                <a:off x="2264151" y="3459812"/>
                <a:ext cx="105840" cy="1908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A9E732E-A63B-8BBF-5F0B-C921992763A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255511" y="3451172"/>
                  <a:ext cx="1234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360D679-0176-8D24-918A-4E177F3B1039}"/>
                    </a:ext>
                  </a:extLst>
                </p14:cNvPr>
                <p14:cNvContentPartPr/>
                <p14:nvPr/>
              </p14:nvContentPartPr>
              <p14:xfrm>
                <a:off x="2407791" y="3515972"/>
                <a:ext cx="131400" cy="781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360D679-0176-8D24-918A-4E177F3B103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398791" y="3507332"/>
                  <a:ext cx="1490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42FB724-5B34-3FA5-302E-C8CA9E8D1F74}"/>
                    </a:ext>
                  </a:extLst>
                </p14:cNvPr>
                <p14:cNvContentPartPr/>
                <p14:nvPr/>
              </p14:nvContentPartPr>
              <p14:xfrm>
                <a:off x="2380791" y="6005732"/>
                <a:ext cx="38520" cy="1332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42FB724-5B34-3FA5-302E-C8CA9E8D1F74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371791" y="5996732"/>
                  <a:ext cx="561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1FF066C-8D85-6B90-84CF-24635CA506F3}"/>
                    </a:ext>
                  </a:extLst>
                </p14:cNvPr>
                <p14:cNvContentPartPr/>
                <p14:nvPr/>
              </p14:nvContentPartPr>
              <p14:xfrm>
                <a:off x="2400951" y="5906012"/>
                <a:ext cx="9000" cy="345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1FF066C-8D85-6B90-84CF-24635CA506F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392311" y="5897012"/>
                  <a:ext cx="266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C953451-7EFC-36A3-EB2F-A7E306F3F83E}"/>
                    </a:ext>
                  </a:extLst>
                </p14:cNvPr>
                <p14:cNvContentPartPr/>
                <p14:nvPr/>
              </p14:nvContentPartPr>
              <p14:xfrm>
                <a:off x="2506071" y="5946692"/>
                <a:ext cx="54360" cy="1796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C953451-7EFC-36A3-EB2F-A7E306F3F83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497431" y="5938052"/>
                  <a:ext cx="720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42EA147-469D-AC0D-6EE1-59DC38FE50FE}"/>
                    </a:ext>
                  </a:extLst>
                </p14:cNvPr>
                <p14:cNvContentPartPr/>
                <p14:nvPr/>
              </p14:nvContentPartPr>
              <p14:xfrm>
                <a:off x="2589231" y="5934092"/>
                <a:ext cx="97200" cy="1976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42EA147-469D-AC0D-6EE1-59DC38FE50F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580231" y="5925092"/>
                  <a:ext cx="1148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E08058B-B611-931E-7379-8A4558F67F8A}"/>
                    </a:ext>
                  </a:extLst>
                </p14:cNvPr>
                <p14:cNvContentPartPr/>
                <p14:nvPr/>
              </p14:nvContentPartPr>
              <p14:xfrm>
                <a:off x="2775711" y="6007892"/>
                <a:ext cx="135000" cy="932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E08058B-B611-931E-7379-8A4558F67F8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767071" y="5998892"/>
                  <a:ext cx="1526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10FE6D2-DD34-DBDB-03B2-694D3A78ED99}"/>
                    </a:ext>
                  </a:extLst>
                </p14:cNvPr>
                <p14:cNvContentPartPr/>
                <p14:nvPr/>
              </p14:nvContentPartPr>
              <p14:xfrm>
                <a:off x="1868151" y="1974092"/>
                <a:ext cx="115200" cy="496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10FE6D2-DD34-DBDB-03B2-694D3A78ED9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859151" y="1965092"/>
                  <a:ext cx="1328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B3A4CC3-0B63-BE88-5357-904112DFB890}"/>
                    </a:ext>
                  </a:extLst>
                </p14:cNvPr>
                <p14:cNvContentPartPr/>
                <p14:nvPr/>
              </p14:nvContentPartPr>
              <p14:xfrm>
                <a:off x="1870311" y="1944932"/>
                <a:ext cx="44280" cy="1684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B3A4CC3-0B63-BE88-5357-904112DFB89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861671" y="1936292"/>
                  <a:ext cx="619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CABB113-C6E4-5902-FCB8-A6C5AB529E73}"/>
                    </a:ext>
                  </a:extLst>
                </p14:cNvPr>
                <p14:cNvContentPartPr/>
                <p14:nvPr/>
              </p14:nvContentPartPr>
              <p14:xfrm>
                <a:off x="1901991" y="1938812"/>
                <a:ext cx="49320" cy="1112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CABB113-C6E4-5902-FCB8-A6C5AB529E7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893351" y="1929812"/>
                  <a:ext cx="669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BADCD61-8096-F01F-5324-E893D3F27D98}"/>
                    </a:ext>
                  </a:extLst>
                </p14:cNvPr>
                <p14:cNvContentPartPr/>
                <p14:nvPr/>
              </p14:nvContentPartPr>
              <p14:xfrm>
                <a:off x="1868151" y="1928372"/>
                <a:ext cx="111960" cy="1188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BADCD61-8096-F01F-5324-E893D3F27D9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859151" y="1919732"/>
                  <a:ext cx="1296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02C5720-D188-0067-0387-C05F4E7A4E04}"/>
                    </a:ext>
                  </a:extLst>
                </p14:cNvPr>
                <p14:cNvContentPartPr/>
                <p14:nvPr/>
              </p14:nvContentPartPr>
              <p14:xfrm>
                <a:off x="2099991" y="3104852"/>
                <a:ext cx="37440" cy="1616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02C5720-D188-0067-0387-C05F4E7A4E0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090991" y="3096212"/>
                  <a:ext cx="55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1D471FB-3297-397C-E3B4-F436F83A56E7}"/>
                    </a:ext>
                  </a:extLst>
                </p14:cNvPr>
                <p14:cNvContentPartPr/>
                <p14:nvPr/>
              </p14:nvContentPartPr>
              <p14:xfrm>
                <a:off x="2061831" y="3129332"/>
                <a:ext cx="169200" cy="1206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1D471FB-3297-397C-E3B4-F436F83A56E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053191" y="3120332"/>
                  <a:ext cx="1868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61BF9D6-0D7C-AC4E-E317-126BC0EDD5B7}"/>
                    </a:ext>
                  </a:extLst>
                </p14:cNvPr>
                <p14:cNvContentPartPr/>
                <p14:nvPr/>
              </p14:nvContentPartPr>
              <p14:xfrm>
                <a:off x="2071911" y="3144452"/>
                <a:ext cx="106560" cy="817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61BF9D6-0D7C-AC4E-E317-126BC0EDD5B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063271" y="3135452"/>
                  <a:ext cx="1242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5FC03C4-A984-434B-7A63-1A14FEA78E82}"/>
                    </a:ext>
                  </a:extLst>
                </p14:cNvPr>
                <p14:cNvContentPartPr/>
                <p14:nvPr/>
              </p14:nvContentPartPr>
              <p14:xfrm>
                <a:off x="533991" y="4117172"/>
                <a:ext cx="2360880" cy="9450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5FC03C4-A984-434B-7A63-1A14FEA78E8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25351" y="4108532"/>
                  <a:ext cx="2378520" cy="9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B6C1CB4-CDD1-3B34-6D8F-8B05DFE806D7}"/>
                    </a:ext>
                  </a:extLst>
                </p14:cNvPr>
                <p14:cNvContentPartPr/>
                <p14:nvPr/>
              </p14:nvContentPartPr>
              <p14:xfrm>
                <a:off x="1330311" y="4279172"/>
                <a:ext cx="90360" cy="4878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B6C1CB4-CDD1-3B34-6D8F-8B05DFE806D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321671" y="4270172"/>
                  <a:ext cx="10800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F87172C-B6AA-878C-C7BF-912F008F7EA7}"/>
                    </a:ext>
                  </a:extLst>
                </p14:cNvPr>
                <p14:cNvContentPartPr/>
                <p14:nvPr/>
              </p14:nvContentPartPr>
              <p14:xfrm>
                <a:off x="1289271" y="4523612"/>
                <a:ext cx="104040" cy="615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F87172C-B6AA-878C-C7BF-912F008F7EA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280271" y="4514612"/>
                  <a:ext cx="1216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28ED1A1-CA0F-610E-F17F-FE2414FE236B}"/>
                    </a:ext>
                  </a:extLst>
                </p14:cNvPr>
                <p14:cNvContentPartPr/>
                <p14:nvPr/>
              </p14:nvContentPartPr>
              <p14:xfrm>
                <a:off x="1591311" y="4415252"/>
                <a:ext cx="258480" cy="2674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28ED1A1-CA0F-610E-F17F-FE2414FE236B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582671" y="4406252"/>
                  <a:ext cx="27612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51C3C6D-656E-501F-749C-D171CCBA8B03}"/>
                    </a:ext>
                  </a:extLst>
                </p14:cNvPr>
                <p14:cNvContentPartPr/>
                <p14:nvPr/>
              </p14:nvContentPartPr>
              <p14:xfrm>
                <a:off x="2026191" y="4842572"/>
                <a:ext cx="20160" cy="1216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51C3C6D-656E-501F-749C-D171CCBA8B0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017191" y="4833572"/>
                  <a:ext cx="378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091133B-F8E5-ED6D-1488-6AF162FEC3D3}"/>
                    </a:ext>
                  </a:extLst>
                </p14:cNvPr>
                <p14:cNvContentPartPr/>
                <p14:nvPr/>
              </p14:nvContentPartPr>
              <p14:xfrm>
                <a:off x="2042751" y="4724492"/>
                <a:ext cx="3240" cy="320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091133B-F8E5-ED6D-1488-6AF162FEC3D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033751" y="4715492"/>
                  <a:ext cx="208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260EF8A-4133-07D5-9578-AA31A6BBCFF5}"/>
                    </a:ext>
                  </a:extLst>
                </p14:cNvPr>
                <p14:cNvContentPartPr/>
                <p14:nvPr/>
              </p14:nvContentPartPr>
              <p14:xfrm>
                <a:off x="2137791" y="4795412"/>
                <a:ext cx="35280" cy="1285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260EF8A-4133-07D5-9578-AA31A6BBCFF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128791" y="4786772"/>
                  <a:ext cx="529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9C3595F-D826-B15A-5903-26B0D2A615AD}"/>
                    </a:ext>
                  </a:extLst>
                </p14:cNvPr>
                <p14:cNvContentPartPr/>
                <p14:nvPr/>
              </p14:nvContentPartPr>
              <p14:xfrm>
                <a:off x="2243271" y="4788572"/>
                <a:ext cx="86400" cy="1911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9C3595F-D826-B15A-5903-26B0D2A615A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234271" y="4779572"/>
                  <a:ext cx="1040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2B24926-DAAD-30D2-9433-B5F5F9F9C259}"/>
                    </a:ext>
                  </a:extLst>
                </p14:cNvPr>
                <p14:cNvContentPartPr/>
                <p14:nvPr/>
              </p14:nvContentPartPr>
              <p14:xfrm>
                <a:off x="2381151" y="4842572"/>
                <a:ext cx="112680" cy="943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2B24926-DAAD-30D2-9433-B5F5F9F9C25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372511" y="4833932"/>
                  <a:ext cx="1303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F2D4EAF-082C-4F3F-1FE0-969E6A6024D1}"/>
                    </a:ext>
                  </a:extLst>
                </p14:cNvPr>
                <p14:cNvContentPartPr/>
                <p14:nvPr/>
              </p14:nvContentPartPr>
              <p14:xfrm>
                <a:off x="2151111" y="4456292"/>
                <a:ext cx="14040" cy="1630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F2D4EAF-082C-4F3F-1FE0-969E6A6024D1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142111" y="4447292"/>
                  <a:ext cx="316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8A439C1-C1C9-0262-9D67-64C2D8D10C99}"/>
                    </a:ext>
                  </a:extLst>
                </p14:cNvPr>
                <p14:cNvContentPartPr/>
                <p14:nvPr/>
              </p14:nvContentPartPr>
              <p14:xfrm>
                <a:off x="2109711" y="4515692"/>
                <a:ext cx="141840" cy="1288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8A439C1-C1C9-0262-9D67-64C2D8D10C99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100711" y="4506692"/>
                  <a:ext cx="1594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BF48C3E-932B-D541-4F17-F39223BCAAA7}"/>
                    </a:ext>
                  </a:extLst>
                </p14:cNvPr>
                <p14:cNvContentPartPr/>
                <p14:nvPr/>
              </p14:nvContentPartPr>
              <p14:xfrm>
                <a:off x="2071911" y="4495532"/>
                <a:ext cx="140040" cy="1000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BF48C3E-932B-D541-4F17-F39223BCAAA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063271" y="4486892"/>
                  <a:ext cx="1576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6457620-29C9-5C77-B959-B0539F3F75B1}"/>
                    </a:ext>
                  </a:extLst>
                </p14:cNvPr>
                <p14:cNvContentPartPr/>
                <p14:nvPr/>
              </p14:nvContentPartPr>
              <p14:xfrm>
                <a:off x="2347671" y="5599652"/>
                <a:ext cx="14040" cy="1263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6457620-29C9-5C77-B959-B0539F3F75B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339031" y="5591012"/>
                  <a:ext cx="316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D5E7BA0-72DF-3054-B883-4A42048BD9A0}"/>
                    </a:ext>
                  </a:extLst>
                </p14:cNvPr>
                <p14:cNvContentPartPr/>
                <p14:nvPr/>
              </p14:nvContentPartPr>
              <p14:xfrm>
                <a:off x="2295831" y="5683172"/>
                <a:ext cx="90360" cy="860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D5E7BA0-72DF-3054-B883-4A42048BD9A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286831" y="5674172"/>
                  <a:ext cx="1080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59BBBD1-9FC2-3E51-373F-CEA92F28904B}"/>
                    </a:ext>
                  </a:extLst>
                </p14:cNvPr>
                <p14:cNvContentPartPr/>
                <p14:nvPr/>
              </p14:nvContentPartPr>
              <p14:xfrm>
                <a:off x="2357031" y="5627372"/>
                <a:ext cx="77040" cy="345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59BBBD1-9FC2-3E51-373F-CEA92F28904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348391" y="5618372"/>
                  <a:ext cx="9468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8C61D5C-04A1-55DA-57A6-F8DF89AA6C87}"/>
                    </a:ext>
                  </a:extLst>
                </p14:cNvPr>
                <p14:cNvContentPartPr/>
                <p14:nvPr/>
              </p14:nvContentPartPr>
              <p14:xfrm>
                <a:off x="2269191" y="5631332"/>
                <a:ext cx="131400" cy="576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8C61D5C-04A1-55DA-57A6-F8DF89AA6C8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260551" y="5622332"/>
                  <a:ext cx="1490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4229193-8CE2-C242-C85B-23EE2267CB35}"/>
                    </a:ext>
                  </a:extLst>
                </p14:cNvPr>
                <p14:cNvContentPartPr/>
                <p14:nvPr/>
              </p14:nvContentPartPr>
              <p14:xfrm>
                <a:off x="2080551" y="1622012"/>
                <a:ext cx="54000" cy="1494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4229193-8CE2-C242-C85B-23EE2267CB35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071551" y="1613012"/>
                  <a:ext cx="716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D7A2557-8A91-3F8B-9778-BAF4EECAD59E}"/>
                    </a:ext>
                  </a:extLst>
                </p14:cNvPr>
                <p14:cNvContentPartPr/>
                <p14:nvPr/>
              </p14:nvContentPartPr>
              <p14:xfrm>
                <a:off x="2229951" y="1619852"/>
                <a:ext cx="7200" cy="871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D7A2557-8A91-3F8B-9778-BAF4EECAD59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220951" y="1610852"/>
                  <a:ext cx="2484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320CCD1-B825-BAB7-01A6-4A9B49C3FD61}"/>
                    </a:ext>
                  </a:extLst>
                </p14:cNvPr>
                <p14:cNvContentPartPr/>
                <p14:nvPr/>
              </p14:nvContentPartPr>
              <p14:xfrm>
                <a:off x="2288991" y="1584932"/>
                <a:ext cx="64080" cy="1544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320CCD1-B825-BAB7-01A6-4A9B49C3FD6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280351" y="1576292"/>
                  <a:ext cx="817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C5C22AB-0D97-4DB8-FFEA-57E93AB77C09}"/>
                    </a:ext>
                  </a:extLst>
                </p14:cNvPr>
                <p14:cNvContentPartPr/>
                <p14:nvPr/>
              </p14:nvContentPartPr>
              <p14:xfrm>
                <a:off x="2153271" y="2888492"/>
                <a:ext cx="50760" cy="1152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C5C22AB-0D97-4DB8-FFEA-57E93AB77C09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144271" y="2879492"/>
                  <a:ext cx="684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1DC31D0D-8584-6D4F-ACC8-72A4EFC17E76}"/>
                    </a:ext>
                  </a:extLst>
                </p14:cNvPr>
                <p14:cNvContentPartPr/>
                <p14:nvPr/>
              </p14:nvContentPartPr>
              <p14:xfrm>
                <a:off x="2281431" y="2873012"/>
                <a:ext cx="63360" cy="1274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1DC31D0D-8584-6D4F-ACC8-72A4EFC17E76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272431" y="2864012"/>
                  <a:ext cx="810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5872E3B-EAE2-ACE8-3573-0AB39AF4153D}"/>
                    </a:ext>
                  </a:extLst>
                </p14:cNvPr>
                <p14:cNvContentPartPr/>
                <p14:nvPr/>
              </p14:nvContentPartPr>
              <p14:xfrm>
                <a:off x="2392671" y="2882012"/>
                <a:ext cx="98640" cy="1360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5872E3B-EAE2-ACE8-3573-0AB39AF4153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383671" y="2873372"/>
                  <a:ext cx="1162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7F21502-1E5C-D1C7-6AF1-40966BAE2B2D}"/>
                    </a:ext>
                  </a:extLst>
                </p14:cNvPr>
                <p14:cNvContentPartPr/>
                <p14:nvPr/>
              </p14:nvContentPartPr>
              <p14:xfrm>
                <a:off x="2288991" y="4204292"/>
                <a:ext cx="39960" cy="1659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7F21502-1E5C-D1C7-6AF1-40966BAE2B2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280351" y="4195652"/>
                  <a:ext cx="576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47FF895-1FD2-BFA2-23D4-294AF1EBA4DD}"/>
                    </a:ext>
                  </a:extLst>
                </p14:cNvPr>
                <p14:cNvContentPartPr/>
                <p14:nvPr/>
              </p14:nvContentPartPr>
              <p14:xfrm>
                <a:off x="2385471" y="4241372"/>
                <a:ext cx="117720" cy="1047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47FF895-1FD2-BFA2-23D4-294AF1EBA4D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376831" y="4232732"/>
                  <a:ext cx="1353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6C08B37-2A39-0B86-946C-22D3194902FA}"/>
                    </a:ext>
                  </a:extLst>
                </p14:cNvPr>
                <p14:cNvContentPartPr/>
                <p14:nvPr/>
              </p14:nvContentPartPr>
              <p14:xfrm>
                <a:off x="2499591" y="4211492"/>
                <a:ext cx="104760" cy="1447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6C08B37-2A39-0B86-946C-22D3194902F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490591" y="4202852"/>
                  <a:ext cx="1224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61AEF88-7D64-B5E1-0E2C-52D1C4C5BAEB}"/>
                    </a:ext>
                  </a:extLst>
                </p14:cNvPr>
                <p14:cNvContentPartPr/>
                <p14:nvPr/>
              </p14:nvContentPartPr>
              <p14:xfrm>
                <a:off x="2512911" y="5515412"/>
                <a:ext cx="26280" cy="1602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61AEF88-7D64-B5E1-0E2C-52D1C4C5BAE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503911" y="5506412"/>
                  <a:ext cx="439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249E3FE-9FA5-4680-2E56-1A7F0CF180AE}"/>
                    </a:ext>
                  </a:extLst>
                </p14:cNvPr>
                <p14:cNvContentPartPr/>
                <p14:nvPr/>
              </p14:nvContentPartPr>
              <p14:xfrm>
                <a:off x="2583831" y="5532332"/>
                <a:ext cx="68040" cy="1227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249E3FE-9FA5-4680-2E56-1A7F0CF180AE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575191" y="5523332"/>
                  <a:ext cx="856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2458A3E-8BB8-BDDC-3A83-0D458FE50E21}"/>
                    </a:ext>
                  </a:extLst>
                </p14:cNvPr>
                <p14:cNvContentPartPr/>
                <p14:nvPr/>
              </p14:nvContentPartPr>
              <p14:xfrm>
                <a:off x="2714151" y="5542412"/>
                <a:ext cx="44280" cy="1447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2458A3E-8BB8-BDDC-3A83-0D458FE50E2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705511" y="5533412"/>
                  <a:ext cx="619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E01ED4F-F24F-7C6C-76C8-3C843D7E6F19}"/>
                    </a:ext>
                  </a:extLst>
                </p14:cNvPr>
                <p14:cNvContentPartPr/>
                <p14:nvPr/>
              </p14:nvContentPartPr>
              <p14:xfrm>
                <a:off x="873831" y="3815132"/>
                <a:ext cx="143280" cy="2019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E01ED4F-F24F-7C6C-76C8-3C843D7E6F19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64831" y="3806492"/>
                  <a:ext cx="16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4760A9F-86A9-F090-79F3-0D358B1BA842}"/>
                    </a:ext>
                  </a:extLst>
                </p14:cNvPr>
                <p14:cNvContentPartPr/>
                <p14:nvPr/>
              </p14:nvContentPartPr>
              <p14:xfrm>
                <a:off x="1045551" y="3866252"/>
                <a:ext cx="101880" cy="1533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4760A9F-86A9-F090-79F3-0D358B1BA842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36911" y="3857612"/>
                  <a:ext cx="1195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B04E0F9-2482-93AB-BA1C-ADB7F71478AD}"/>
                    </a:ext>
                  </a:extLst>
                </p14:cNvPr>
                <p14:cNvContentPartPr/>
                <p14:nvPr/>
              </p14:nvContentPartPr>
              <p14:xfrm>
                <a:off x="1170831" y="3884972"/>
                <a:ext cx="70200" cy="1501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B04E0F9-2482-93AB-BA1C-ADB7F71478AD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61831" y="3876332"/>
                  <a:ext cx="878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98AFCD9-6DFD-030D-FFB6-F86107CC9FD6}"/>
                    </a:ext>
                  </a:extLst>
                </p14:cNvPr>
                <p14:cNvContentPartPr/>
                <p14:nvPr/>
              </p14:nvContentPartPr>
              <p14:xfrm>
                <a:off x="1300071" y="3906932"/>
                <a:ext cx="47520" cy="1188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98AFCD9-6DFD-030D-FFB6-F86107CC9FD6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291071" y="3897932"/>
                  <a:ext cx="651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38E008E-25E9-C743-1B04-4650EAD7365C}"/>
                    </a:ext>
                  </a:extLst>
                </p14:cNvPr>
                <p14:cNvContentPartPr/>
                <p14:nvPr/>
              </p14:nvContentPartPr>
              <p14:xfrm>
                <a:off x="1441911" y="3816572"/>
                <a:ext cx="286200" cy="2167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38E008E-25E9-C743-1B04-4650EAD7365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432911" y="3807932"/>
                  <a:ext cx="3038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5870BA4-BB04-0763-C2E8-42313E6614CB}"/>
                    </a:ext>
                  </a:extLst>
                </p14:cNvPr>
                <p14:cNvContentPartPr/>
                <p14:nvPr/>
              </p14:nvContentPartPr>
              <p14:xfrm>
                <a:off x="1887231" y="3841052"/>
                <a:ext cx="130680" cy="1702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5870BA4-BB04-0763-C2E8-42313E6614CB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878591" y="3832052"/>
                  <a:ext cx="14832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003FA66-DC5E-8E2B-A816-E0944B06850F}"/>
                    </a:ext>
                  </a:extLst>
                </p14:cNvPr>
                <p14:cNvContentPartPr/>
                <p14:nvPr/>
              </p14:nvContentPartPr>
              <p14:xfrm>
                <a:off x="2071911" y="3822692"/>
                <a:ext cx="74160" cy="2142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003FA66-DC5E-8E2B-A816-E0944B06850F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2063271" y="3814052"/>
                  <a:ext cx="918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234E89D-E3F6-C4E6-914F-070439456039}"/>
                    </a:ext>
                  </a:extLst>
                </p14:cNvPr>
                <p14:cNvContentPartPr/>
                <p14:nvPr/>
              </p14:nvContentPartPr>
              <p14:xfrm>
                <a:off x="2155071" y="3811532"/>
                <a:ext cx="316800" cy="2181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234E89D-E3F6-C4E6-914F-070439456039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2146431" y="3802892"/>
                  <a:ext cx="3344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D9722ED-0FB3-034C-3235-1CDCB39F5D6E}"/>
                    </a:ext>
                  </a:extLst>
                </p14:cNvPr>
                <p14:cNvContentPartPr/>
                <p14:nvPr/>
              </p14:nvContentPartPr>
              <p14:xfrm>
                <a:off x="2460351" y="3926732"/>
                <a:ext cx="166680" cy="1130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D9722ED-0FB3-034C-3235-1CDCB39F5D6E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451351" y="3918092"/>
                  <a:ext cx="1843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90FF2C7-DC8D-247B-9571-426FCA6D4290}"/>
                    </a:ext>
                  </a:extLst>
                </p14:cNvPr>
                <p14:cNvContentPartPr/>
                <p14:nvPr/>
              </p14:nvContentPartPr>
              <p14:xfrm>
                <a:off x="2664111" y="3927452"/>
                <a:ext cx="89640" cy="18468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90FF2C7-DC8D-247B-9571-426FCA6D429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655471" y="3918452"/>
                  <a:ext cx="1072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9019882-BE86-4BD2-7D35-507D919CD5A6}"/>
                    </a:ext>
                  </a:extLst>
                </p14:cNvPr>
                <p14:cNvContentPartPr/>
                <p14:nvPr/>
              </p14:nvContentPartPr>
              <p14:xfrm>
                <a:off x="878151" y="4129412"/>
                <a:ext cx="2192760" cy="118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9019882-BE86-4BD2-7D35-507D919CD5A6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69151" y="4120772"/>
                  <a:ext cx="22104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B8DCB56-6429-EA1C-EF13-BE15EAEC9A10}"/>
                    </a:ext>
                  </a:extLst>
                </p14:cNvPr>
                <p14:cNvContentPartPr/>
                <p14:nvPr/>
              </p14:nvContentPartPr>
              <p14:xfrm>
                <a:off x="2591031" y="3972812"/>
                <a:ext cx="447840" cy="7210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B8DCB56-6429-EA1C-EF13-BE15EAEC9A10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2582031" y="3964172"/>
                  <a:ext cx="465480" cy="73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3249A3C-5B1F-40D3-C541-CC20FC0503CE}"/>
                    </a:ext>
                  </a:extLst>
                </p14:cNvPr>
                <p14:cNvContentPartPr/>
                <p14:nvPr/>
              </p14:nvContentPartPr>
              <p14:xfrm>
                <a:off x="2558991" y="4585532"/>
                <a:ext cx="136800" cy="2055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3249A3C-5B1F-40D3-C541-CC20FC0503CE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2549991" y="4576892"/>
                  <a:ext cx="1544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DFD78C3-D478-218B-C896-DFA7B65E2B60}"/>
                    </a:ext>
                  </a:extLst>
                </p14:cNvPr>
                <p14:cNvContentPartPr/>
                <p14:nvPr/>
              </p14:nvContentPartPr>
              <p14:xfrm>
                <a:off x="2157231" y="4981172"/>
                <a:ext cx="348120" cy="385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DFD78C3-D478-218B-C896-DFA7B65E2B60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148231" y="4972172"/>
                  <a:ext cx="3657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18914B3D-B3AC-846B-C7D6-D34CFE5B0450}"/>
                    </a:ext>
                  </a:extLst>
                </p14:cNvPr>
                <p14:cNvContentPartPr/>
                <p14:nvPr/>
              </p14:nvContentPartPr>
              <p14:xfrm>
                <a:off x="2097831" y="5076572"/>
                <a:ext cx="453600" cy="781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18914B3D-B3AC-846B-C7D6-D34CFE5B0450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088831" y="5067572"/>
                  <a:ext cx="4712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A9C98796-13B6-0DCF-06EC-385B351644D1}"/>
                    </a:ext>
                  </a:extLst>
                </p14:cNvPr>
                <p14:cNvContentPartPr/>
                <p14:nvPr/>
              </p14:nvContentPartPr>
              <p14:xfrm>
                <a:off x="3133191" y="4506692"/>
                <a:ext cx="18360" cy="2970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A9C98796-13B6-0DCF-06EC-385B351644D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3124191" y="4497692"/>
                  <a:ext cx="360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607E32D-463A-1F99-B381-F5F4108BBC69}"/>
                    </a:ext>
                  </a:extLst>
                </p14:cNvPr>
                <p14:cNvContentPartPr/>
                <p14:nvPr/>
              </p14:nvContentPartPr>
              <p14:xfrm>
                <a:off x="3033111" y="4441172"/>
                <a:ext cx="162000" cy="2210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607E32D-463A-1F99-B381-F5F4108BBC6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3024111" y="4432172"/>
                  <a:ext cx="179640" cy="238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10740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756" y="692696"/>
            <a:ext cx="10969943" cy="711081"/>
          </a:xfrm>
        </p:spPr>
        <p:txBody>
          <a:bodyPr/>
          <a:lstStyle/>
          <a:p>
            <a:r>
              <a:rPr lang="en-US" sz="3600" dirty="0">
                <a:latin typeface="Cooper Black" panose="0208090404030B020404" pitchFamily="18" charset="0"/>
              </a:rPr>
              <a:t>SAP Fiori elements boosts SAP Fiori development efficiency</a:t>
            </a:r>
            <a:br>
              <a:rPr lang="en-US" sz="3600" dirty="0">
                <a:latin typeface="Cooper Black" panose="0208090404030B020404" pitchFamily="18" charset="0"/>
              </a:rPr>
            </a:b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5EF6AB-0B4F-0C0E-ADD1-58A4A2E88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53" y="1415190"/>
            <a:ext cx="11558318" cy="5320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808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48" y="188640"/>
            <a:ext cx="10969943" cy="711081"/>
          </a:xfrm>
        </p:spPr>
        <p:txBody>
          <a:bodyPr/>
          <a:lstStyle/>
          <a:p>
            <a:r>
              <a:rPr lang="en-US" sz="2800" dirty="0">
                <a:latin typeface="Cooper Black" panose="0208090404030B020404" pitchFamily="18" charset="0"/>
              </a:rPr>
              <a:t>SAP Fiori elements provides enterprise-ready apps out of the box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6917B0-ED00-185A-4D26-8C3196EB49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709" y="1059591"/>
            <a:ext cx="10201407" cy="5027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651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648" y="188640"/>
            <a:ext cx="10969943" cy="711081"/>
          </a:xfrm>
        </p:spPr>
        <p:txBody>
          <a:bodyPr/>
          <a:lstStyle/>
          <a:p>
            <a:r>
              <a:rPr lang="en-US" sz="3200" dirty="0">
                <a:latin typeface="Cooper Black" panose="0208090404030B020404" pitchFamily="18" charset="0"/>
              </a:rPr>
              <a:t>SAP Fiori elements application architecture provides flexibility</a:t>
            </a:r>
            <a:endParaRPr lang="en-US" sz="3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F17BDA-EA53-ABAB-BE6A-D9F94C5B9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234" y="1223394"/>
            <a:ext cx="10262357" cy="4411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415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756" y="476672"/>
            <a:ext cx="10969943" cy="711081"/>
          </a:xfrm>
        </p:spPr>
        <p:txBody>
          <a:bodyPr/>
          <a:lstStyle/>
          <a:p>
            <a:r>
              <a:rPr lang="en-US" sz="3200" dirty="0">
                <a:latin typeface="Cooper Black" panose="0208090404030B020404" pitchFamily="18" charset="0"/>
              </a:rPr>
              <a:t>SAP Fiori elements prioritizes efficiency over flexibility</a:t>
            </a:r>
            <a:br>
              <a:rPr lang="en-US" sz="3200" dirty="0">
                <a:latin typeface="Cooper Black" panose="0208090404030B020404" pitchFamily="18" charset="0"/>
              </a:rPr>
            </a:br>
            <a:endParaRPr lang="en-US" sz="3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32852-A140-A7FC-63E9-0A4E6DB8F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924" y="1199452"/>
            <a:ext cx="9099643" cy="5242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463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C61E9-6D13-2889-D9F2-B0E864018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 : Fiori App</a:t>
            </a:r>
          </a:p>
        </p:txBody>
      </p:sp>
      <p:pic>
        <p:nvPicPr>
          <p:cNvPr id="3074" name="Picture 2" descr="img.freepik.com/free-vector/app-development-illust...">
            <a:extLst>
              <a:ext uri="{FF2B5EF4-FFF2-40B4-BE49-F238E27FC236}">
                <a16:creationId xmlns:a16="http://schemas.microsoft.com/office/drawing/2014/main" id="{3736F10E-A3DF-EEBD-A236-0BAD43666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3088" y="1443038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6310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FBD17-8CB5-B496-E321-82F57EC65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4BC17F7-47D3-88F9-C379-275A503FE471}"/>
                  </a:ext>
                </a:extLst>
              </p14:cNvPr>
              <p14:cNvContentPartPr/>
              <p14:nvPr/>
            </p14:nvContentPartPr>
            <p14:xfrm>
              <a:off x="3506151" y="-361948"/>
              <a:ext cx="360" cy="3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4BC17F7-47D3-88F9-C379-275A503FE47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97151" y="-370948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92" name="Group 91">
            <a:extLst>
              <a:ext uri="{FF2B5EF4-FFF2-40B4-BE49-F238E27FC236}">
                <a16:creationId xmlns:a16="http://schemas.microsoft.com/office/drawing/2014/main" id="{AF0CED84-B9B3-47B3-759D-FCA200A6F21B}"/>
              </a:ext>
            </a:extLst>
          </p:cNvPr>
          <p:cNvGrpSpPr/>
          <p:nvPr/>
        </p:nvGrpSpPr>
        <p:grpSpPr>
          <a:xfrm>
            <a:off x="6275991" y="4861456"/>
            <a:ext cx="747360" cy="702360"/>
            <a:chOff x="6275991" y="4861456"/>
            <a:chExt cx="747360" cy="70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E1D1BB2-3EA9-56B9-827C-B3D74FF6B685}"/>
                    </a:ext>
                  </a:extLst>
                </p14:cNvPr>
                <p14:cNvContentPartPr/>
                <p14:nvPr/>
              </p14:nvContentPartPr>
              <p14:xfrm>
                <a:off x="6314871" y="5154496"/>
                <a:ext cx="639360" cy="3859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E1D1BB2-3EA9-56B9-827C-B3D74FF6B68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306231" y="5145496"/>
                  <a:ext cx="657000" cy="40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1065824-D716-0989-21AA-EFC2091A289D}"/>
                    </a:ext>
                  </a:extLst>
                </p14:cNvPr>
                <p14:cNvContentPartPr/>
                <p14:nvPr/>
              </p14:nvContentPartPr>
              <p14:xfrm>
                <a:off x="6275991" y="5163136"/>
                <a:ext cx="747360" cy="4006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1065824-D716-0989-21AA-EFC2091A289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267351" y="5154496"/>
                  <a:ext cx="765000" cy="41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A5EBB04-7DBC-4BC3-FB04-E2385BC2F158}"/>
                    </a:ext>
                  </a:extLst>
                </p14:cNvPr>
                <p14:cNvContentPartPr/>
                <p14:nvPr/>
              </p14:nvContentPartPr>
              <p14:xfrm>
                <a:off x="6478671" y="4861456"/>
                <a:ext cx="177120" cy="1976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A5EBB04-7DBC-4BC3-FB04-E2385BC2F15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470031" y="4852816"/>
                  <a:ext cx="1947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6B51BC3-A33F-E7F0-7A23-5D0278984949}"/>
                    </a:ext>
                  </a:extLst>
                </p14:cNvPr>
                <p14:cNvContentPartPr/>
                <p14:nvPr/>
              </p14:nvContentPartPr>
              <p14:xfrm>
                <a:off x="6676671" y="4879096"/>
                <a:ext cx="125640" cy="1710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6B51BC3-A33F-E7F0-7A23-5D027898494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668031" y="4870096"/>
                  <a:ext cx="1432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3321BE1-4B07-435B-6DCA-D078AC5D366F}"/>
                    </a:ext>
                  </a:extLst>
                </p14:cNvPr>
                <p14:cNvContentPartPr/>
                <p14:nvPr/>
              </p14:nvContentPartPr>
              <p14:xfrm>
                <a:off x="6867831" y="4917976"/>
                <a:ext cx="132840" cy="1242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3321BE1-4B07-435B-6DCA-D078AC5D366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859191" y="4908976"/>
                  <a:ext cx="1504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491DF62-C66F-A40E-EF3B-1C94A5387DF8}"/>
                    </a:ext>
                  </a:extLst>
                </p14:cNvPr>
                <p14:cNvContentPartPr/>
                <p14:nvPr/>
              </p14:nvContentPartPr>
              <p14:xfrm>
                <a:off x="6592791" y="5333416"/>
                <a:ext cx="222120" cy="1040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491DF62-C66F-A40E-EF3B-1C94A5387DF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583791" y="5324776"/>
                  <a:ext cx="239760" cy="12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D32FF017-20AE-0E7E-98E7-23AB3BC31C28}"/>
              </a:ext>
            </a:extLst>
          </p:cNvPr>
          <p:cNvGrpSpPr/>
          <p:nvPr/>
        </p:nvGrpSpPr>
        <p:grpSpPr>
          <a:xfrm>
            <a:off x="6713751" y="5894296"/>
            <a:ext cx="1321200" cy="688320"/>
            <a:chOff x="6713751" y="5894296"/>
            <a:chExt cx="1321200" cy="68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26B4562-0825-B3D5-CFD6-0E82E7500CF5}"/>
                    </a:ext>
                  </a:extLst>
                </p14:cNvPr>
                <p14:cNvContentPartPr/>
                <p14:nvPr/>
              </p14:nvContentPartPr>
              <p14:xfrm>
                <a:off x="6713751" y="6137296"/>
                <a:ext cx="965520" cy="4453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26B4562-0825-B3D5-CFD6-0E82E7500CF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705111" y="6128296"/>
                  <a:ext cx="9831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0678D5C-48A2-2760-D1DB-0D96274F1C5A}"/>
                    </a:ext>
                  </a:extLst>
                </p14:cNvPr>
                <p14:cNvContentPartPr/>
                <p14:nvPr/>
              </p14:nvContentPartPr>
              <p14:xfrm>
                <a:off x="7078071" y="5932096"/>
                <a:ext cx="17280" cy="1760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0678D5C-48A2-2760-D1DB-0D96274F1C5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069431" y="5923096"/>
                  <a:ext cx="349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F08EA8C-BC0A-88DE-B060-7840505CC777}"/>
                    </a:ext>
                  </a:extLst>
                </p14:cNvPr>
                <p14:cNvContentPartPr/>
                <p14:nvPr/>
              </p14:nvContentPartPr>
              <p14:xfrm>
                <a:off x="7163751" y="5908336"/>
                <a:ext cx="8280" cy="122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F08EA8C-BC0A-88DE-B060-7840505CC77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154751" y="5899696"/>
                  <a:ext cx="259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71DA0C9-5D67-E43A-5952-1D52AA12ADBC}"/>
                    </a:ext>
                  </a:extLst>
                </p14:cNvPr>
                <p14:cNvContentPartPr/>
                <p14:nvPr/>
              </p14:nvContentPartPr>
              <p14:xfrm>
                <a:off x="7222791" y="5894296"/>
                <a:ext cx="20520" cy="1612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71DA0C9-5D67-E43A-5952-1D52AA12ADB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214151" y="5885296"/>
                  <a:ext cx="381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83C4028-469C-80C0-04E1-2BEB091B7BED}"/>
                    </a:ext>
                  </a:extLst>
                </p14:cNvPr>
                <p14:cNvContentPartPr/>
                <p14:nvPr/>
              </p14:nvContentPartPr>
              <p14:xfrm>
                <a:off x="7206951" y="5939296"/>
                <a:ext cx="190440" cy="1533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83C4028-469C-80C0-04E1-2BEB091B7BE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197951" y="5930296"/>
                  <a:ext cx="2080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29356B0-9EB8-C62B-7858-4AC76713A504}"/>
                    </a:ext>
                  </a:extLst>
                </p14:cNvPr>
                <p14:cNvContentPartPr/>
                <p14:nvPr/>
              </p14:nvContentPartPr>
              <p14:xfrm>
                <a:off x="7439871" y="5970976"/>
                <a:ext cx="183960" cy="1483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29356B0-9EB8-C62B-7858-4AC76713A50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431231" y="5961976"/>
                  <a:ext cx="2016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C126AF6-A337-6B4F-BC39-E28BBE74C704}"/>
                    </a:ext>
                  </a:extLst>
                </p14:cNvPr>
                <p14:cNvContentPartPr/>
                <p14:nvPr/>
              </p14:nvContentPartPr>
              <p14:xfrm>
                <a:off x="7900671" y="6163936"/>
                <a:ext cx="134280" cy="3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C126AF6-A337-6B4F-BC39-E28BBE74C70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891671" y="6154936"/>
                  <a:ext cx="1519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03E2D3A-3C67-8A89-2A7F-F2D5B2EAB01B}"/>
                    </a:ext>
                  </a:extLst>
                </p14:cNvPr>
                <p14:cNvContentPartPr/>
                <p14:nvPr/>
              </p14:nvContentPartPr>
              <p14:xfrm>
                <a:off x="7893831" y="6249256"/>
                <a:ext cx="87480" cy="126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03E2D3A-3C67-8A89-2A7F-F2D5B2EAB01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885191" y="6240256"/>
                  <a:ext cx="1051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24BF3DE-F988-ABDC-BF81-E23D36552977}"/>
                    </a:ext>
                  </a:extLst>
                </p14:cNvPr>
                <p14:cNvContentPartPr/>
                <p14:nvPr/>
              </p14:nvContentPartPr>
              <p14:xfrm>
                <a:off x="7893831" y="6321616"/>
                <a:ext cx="47160" cy="43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24BF3DE-F988-ABDC-BF81-E23D3655297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885191" y="6312616"/>
                  <a:ext cx="6480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31D6574-9531-9CCA-2AE8-1A6E755CF0A2}"/>
                    </a:ext>
                  </a:extLst>
                </p14:cNvPr>
                <p14:cNvContentPartPr/>
                <p14:nvPr/>
              </p14:nvContentPartPr>
              <p14:xfrm>
                <a:off x="7834431" y="6465616"/>
                <a:ext cx="98280" cy="129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31D6574-9531-9CCA-2AE8-1A6E755CF0A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825791" y="6456616"/>
                  <a:ext cx="11592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BC954E3-129C-9A3C-62B8-2D9B271EB86A}"/>
              </a:ext>
            </a:extLst>
          </p:cNvPr>
          <p:cNvGrpSpPr/>
          <p:nvPr/>
        </p:nvGrpSpPr>
        <p:grpSpPr>
          <a:xfrm>
            <a:off x="486831" y="1288816"/>
            <a:ext cx="4364280" cy="4652280"/>
            <a:chOff x="486831" y="1288816"/>
            <a:chExt cx="4364280" cy="465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986AAE5-3C32-5732-6555-9BA3F72FE65E}"/>
                    </a:ext>
                  </a:extLst>
                </p14:cNvPr>
                <p14:cNvContentPartPr/>
                <p14:nvPr/>
              </p14:nvContentPartPr>
              <p14:xfrm>
                <a:off x="486831" y="1288816"/>
                <a:ext cx="3288600" cy="39549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986AAE5-3C32-5732-6555-9BA3F72FE65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78191" y="1279816"/>
                  <a:ext cx="3306240" cy="39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7110BB7-6E25-CD07-7CBB-4FF821BBA30B}"/>
                    </a:ext>
                  </a:extLst>
                </p14:cNvPr>
                <p14:cNvContentPartPr/>
                <p14:nvPr/>
              </p14:nvContentPartPr>
              <p14:xfrm>
                <a:off x="881031" y="1474936"/>
                <a:ext cx="150120" cy="2473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7110BB7-6E25-CD07-7CBB-4FF821BBA30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72031" y="1465936"/>
                  <a:ext cx="1677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0186657-55A1-74AA-5D9A-85F2D9E66982}"/>
                    </a:ext>
                  </a:extLst>
                </p14:cNvPr>
                <p14:cNvContentPartPr/>
                <p14:nvPr/>
              </p14:nvContentPartPr>
              <p14:xfrm>
                <a:off x="1215831" y="1537936"/>
                <a:ext cx="1370880" cy="2480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0186657-55A1-74AA-5D9A-85F2D9E6698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206831" y="1528936"/>
                  <a:ext cx="138852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0564CE9-9D56-B79E-60C5-1CF572E8AD21}"/>
                    </a:ext>
                  </a:extLst>
                </p14:cNvPr>
                <p14:cNvContentPartPr/>
                <p14:nvPr/>
              </p14:nvContentPartPr>
              <p14:xfrm>
                <a:off x="1328871" y="1966696"/>
                <a:ext cx="1521360" cy="2505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0564CE9-9D56-B79E-60C5-1CF572E8AD2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319871" y="1957696"/>
                  <a:ext cx="15390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5643D21-BD56-90F1-9424-15ABD4CF81C8}"/>
                    </a:ext>
                  </a:extLst>
                </p14:cNvPr>
                <p14:cNvContentPartPr/>
                <p14:nvPr/>
              </p14:nvContentPartPr>
              <p14:xfrm>
                <a:off x="2763831" y="1593376"/>
                <a:ext cx="162000" cy="946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5643D21-BD56-90F1-9424-15ABD4CF81C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754831" y="1584736"/>
                  <a:ext cx="1796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4D36FF6-1466-8A8C-FE81-B6ED58674FEE}"/>
                    </a:ext>
                  </a:extLst>
                </p14:cNvPr>
                <p14:cNvContentPartPr/>
                <p14:nvPr/>
              </p14:nvContentPartPr>
              <p14:xfrm>
                <a:off x="2994951" y="1588336"/>
                <a:ext cx="88200" cy="1101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4D36FF6-1466-8A8C-FE81-B6ED58674FE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86311" y="1579336"/>
                  <a:ext cx="10584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5AE329E-395C-FECF-AD65-73962D04E7C2}"/>
                    </a:ext>
                  </a:extLst>
                </p14:cNvPr>
                <p14:cNvContentPartPr/>
                <p14:nvPr/>
              </p14:nvContentPartPr>
              <p14:xfrm>
                <a:off x="3118071" y="1587976"/>
                <a:ext cx="234720" cy="954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5AE329E-395C-FECF-AD65-73962D04E7C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109431" y="1578976"/>
                  <a:ext cx="2523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C583B3C-7612-7957-CB2F-7FF82AB6353C}"/>
                    </a:ext>
                  </a:extLst>
                </p14:cNvPr>
                <p14:cNvContentPartPr/>
                <p14:nvPr/>
              </p14:nvContentPartPr>
              <p14:xfrm>
                <a:off x="3037071" y="2039416"/>
                <a:ext cx="9000" cy="1465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C583B3C-7612-7957-CB2F-7FF82AB6353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028071" y="2030416"/>
                  <a:ext cx="266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8F01411-8C15-2326-CD60-DA884D55CEE5}"/>
                    </a:ext>
                  </a:extLst>
                </p14:cNvPr>
                <p14:cNvContentPartPr/>
                <p14:nvPr/>
              </p14:nvContentPartPr>
              <p14:xfrm>
                <a:off x="3045351" y="2000896"/>
                <a:ext cx="144720" cy="1170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8F01411-8C15-2326-CD60-DA884D55CEE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036711" y="1991896"/>
                  <a:ext cx="16236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42C0505-300A-E053-7686-03DEC0C97D29}"/>
                    </a:ext>
                  </a:extLst>
                </p14:cNvPr>
                <p14:cNvContentPartPr/>
                <p14:nvPr/>
              </p14:nvContentPartPr>
              <p14:xfrm>
                <a:off x="3216711" y="2034376"/>
                <a:ext cx="86760" cy="1213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42C0505-300A-E053-7686-03DEC0C97D2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207711" y="2025736"/>
                  <a:ext cx="1044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7B8F564-0CDC-35A3-1E01-F2E61F627A17}"/>
                    </a:ext>
                  </a:extLst>
                </p14:cNvPr>
                <p14:cNvContentPartPr/>
                <p14:nvPr/>
              </p14:nvContentPartPr>
              <p14:xfrm>
                <a:off x="3401031" y="2085136"/>
                <a:ext cx="2880" cy="39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7B8F564-0CDC-35A3-1E01-F2E61F627A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392031" y="2076496"/>
                  <a:ext cx="205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AE57B04-61E3-5E73-F5E5-0969CFA0E6A7}"/>
                    </a:ext>
                  </a:extLst>
                </p14:cNvPr>
                <p14:cNvContentPartPr/>
                <p14:nvPr/>
              </p14:nvContentPartPr>
              <p14:xfrm>
                <a:off x="828831" y="2545576"/>
                <a:ext cx="2445120" cy="21398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AE57B04-61E3-5E73-F5E5-0969CFA0E6A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20191" y="2536576"/>
                  <a:ext cx="2462760" cy="21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05D2853-3428-3DEA-79E8-3808591F7B93}"/>
                    </a:ext>
                  </a:extLst>
                </p14:cNvPr>
                <p14:cNvContentPartPr/>
                <p14:nvPr/>
              </p14:nvContentPartPr>
              <p14:xfrm>
                <a:off x="1079031" y="2466376"/>
                <a:ext cx="2440800" cy="22906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05D2853-3428-3DEA-79E8-3808591F7B9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70031" y="2457376"/>
                  <a:ext cx="2458440" cy="230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E0D81CF-8291-FAF4-8E5A-9FB64DA30C38}"/>
                    </a:ext>
                  </a:extLst>
                </p14:cNvPr>
                <p14:cNvContentPartPr/>
                <p14:nvPr/>
              </p14:nvContentPartPr>
              <p14:xfrm>
                <a:off x="3148311" y="2363776"/>
                <a:ext cx="105120" cy="11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E0D81CF-8291-FAF4-8E5A-9FB64DA30C3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139671" y="2354776"/>
                  <a:ext cx="1227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CCB1528-404E-A15D-22F9-E6659D22FC37}"/>
                    </a:ext>
                  </a:extLst>
                </p14:cNvPr>
                <p14:cNvContentPartPr/>
                <p14:nvPr/>
              </p14:nvContentPartPr>
              <p14:xfrm>
                <a:off x="3196911" y="2340376"/>
                <a:ext cx="19080" cy="961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CCB1528-404E-A15D-22F9-E6659D22FC3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187911" y="2331376"/>
                  <a:ext cx="367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8BC49EE-8A4A-B749-0D3A-2A57BA22CD9C}"/>
                    </a:ext>
                  </a:extLst>
                </p14:cNvPr>
                <p14:cNvContentPartPr/>
                <p14:nvPr/>
              </p14:nvContentPartPr>
              <p14:xfrm>
                <a:off x="3079911" y="2332096"/>
                <a:ext cx="32760" cy="1252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8BC49EE-8A4A-B749-0D3A-2A57BA22CD9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071271" y="2323456"/>
                  <a:ext cx="504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9478BA1-614E-8E77-0D5D-8C834766B4A2}"/>
                    </a:ext>
                  </a:extLst>
                </p14:cNvPr>
                <p14:cNvContentPartPr/>
                <p14:nvPr/>
              </p14:nvContentPartPr>
              <p14:xfrm>
                <a:off x="3084951" y="2229496"/>
                <a:ext cx="283680" cy="2368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9478BA1-614E-8E77-0D5D-8C834766B4A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075951" y="2220496"/>
                  <a:ext cx="3013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70229BA-A536-B99C-4FA9-3E57F36453AB}"/>
                    </a:ext>
                  </a:extLst>
                </p14:cNvPr>
                <p14:cNvContentPartPr/>
                <p14:nvPr/>
              </p14:nvContentPartPr>
              <p14:xfrm>
                <a:off x="1171911" y="2763736"/>
                <a:ext cx="121680" cy="1882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70229BA-A536-B99C-4FA9-3E57F36453A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63271" y="2755096"/>
                  <a:ext cx="1393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F4E53D7-6A6A-4F65-762C-B00682EC1763}"/>
                    </a:ext>
                  </a:extLst>
                </p14:cNvPr>
                <p14:cNvContentPartPr/>
                <p14:nvPr/>
              </p14:nvContentPartPr>
              <p14:xfrm>
                <a:off x="1573671" y="2762296"/>
                <a:ext cx="127440" cy="1879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F4E53D7-6A6A-4F65-762C-B00682EC176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564671" y="2753296"/>
                  <a:ext cx="14508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627A111-596C-EE70-F706-30161C24465A}"/>
                    </a:ext>
                  </a:extLst>
                </p14:cNvPr>
                <p14:cNvContentPartPr/>
                <p14:nvPr/>
              </p14:nvContentPartPr>
              <p14:xfrm>
                <a:off x="1756191" y="2810896"/>
                <a:ext cx="167040" cy="2487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627A111-596C-EE70-F706-30161C24465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47191" y="2802256"/>
                  <a:ext cx="18468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5A0CB3D-344C-F1E7-1421-CCEAB06217C0}"/>
                    </a:ext>
                  </a:extLst>
                </p14:cNvPr>
                <p14:cNvContentPartPr/>
                <p14:nvPr/>
              </p14:nvContentPartPr>
              <p14:xfrm>
                <a:off x="2139591" y="2752216"/>
                <a:ext cx="253800" cy="2088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5A0CB3D-344C-F1E7-1421-CCEAB06217C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130591" y="2743216"/>
                  <a:ext cx="27144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8C746ED-ACD9-FAEB-C595-06C9F22E18E0}"/>
                    </a:ext>
                  </a:extLst>
                </p14:cNvPr>
                <p14:cNvContentPartPr/>
                <p14:nvPr/>
              </p14:nvContentPartPr>
              <p14:xfrm>
                <a:off x="2355591" y="2832136"/>
                <a:ext cx="45720" cy="1080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8C746ED-ACD9-FAEB-C595-06C9F22E18E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346951" y="2823136"/>
                  <a:ext cx="633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51B3331-2FF3-E060-3CAF-62E0DFEC17D8}"/>
                    </a:ext>
                  </a:extLst>
                </p14:cNvPr>
                <p14:cNvContentPartPr/>
                <p14:nvPr/>
              </p14:nvContentPartPr>
              <p14:xfrm>
                <a:off x="2499591" y="2874616"/>
                <a:ext cx="24840" cy="61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51B3331-2FF3-E060-3CAF-62E0DFEC17D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490591" y="2865976"/>
                  <a:ext cx="424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CDBB536-2DEF-9294-BFCE-0FC3D9B53B35}"/>
                    </a:ext>
                  </a:extLst>
                </p14:cNvPr>
                <p14:cNvContentPartPr/>
                <p14:nvPr/>
              </p14:nvContentPartPr>
              <p14:xfrm>
                <a:off x="1203951" y="3261256"/>
                <a:ext cx="13320" cy="1166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CDBB536-2DEF-9294-BFCE-0FC3D9B53B3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94951" y="3252256"/>
                  <a:ext cx="30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AE3BF5F-41FE-B2FB-FB96-C2AE215F5CEC}"/>
                    </a:ext>
                  </a:extLst>
                </p14:cNvPr>
                <p14:cNvContentPartPr/>
                <p14:nvPr/>
              </p14:nvContentPartPr>
              <p14:xfrm>
                <a:off x="1605711" y="3241816"/>
                <a:ext cx="163800" cy="2192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AE3BF5F-41FE-B2FB-FB96-C2AE215F5CE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596711" y="3233176"/>
                  <a:ext cx="1814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CA8E5D0-E07C-079D-3AB1-445C06A6FE86}"/>
                    </a:ext>
                  </a:extLst>
                </p14:cNvPr>
                <p14:cNvContentPartPr/>
                <p14:nvPr/>
              </p14:nvContentPartPr>
              <p14:xfrm>
                <a:off x="1861671" y="3216976"/>
                <a:ext cx="148680" cy="1980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CA8E5D0-E07C-079D-3AB1-445C06A6FE8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853031" y="3207976"/>
                  <a:ext cx="1663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79F862F-5593-CA3E-62C3-64884461BE03}"/>
                    </a:ext>
                  </a:extLst>
                </p14:cNvPr>
                <p14:cNvContentPartPr/>
                <p14:nvPr/>
              </p14:nvContentPartPr>
              <p14:xfrm>
                <a:off x="1100271" y="3697936"/>
                <a:ext cx="157320" cy="1980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79F862F-5593-CA3E-62C3-64884461BE0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91631" y="3689296"/>
                  <a:ext cx="1749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FF08E5C-9E9A-6636-8386-E25A88F3235C}"/>
                    </a:ext>
                  </a:extLst>
                </p14:cNvPr>
                <p14:cNvContentPartPr/>
                <p14:nvPr/>
              </p14:nvContentPartPr>
              <p14:xfrm>
                <a:off x="1455591" y="3726016"/>
                <a:ext cx="99000" cy="1828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FF08E5C-9E9A-6636-8386-E25A88F3235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446591" y="3717016"/>
                  <a:ext cx="1166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AF3AD7D-CEF4-87D9-B358-36EBD77B3FD9}"/>
                    </a:ext>
                  </a:extLst>
                </p14:cNvPr>
                <p14:cNvContentPartPr/>
                <p14:nvPr/>
              </p14:nvContentPartPr>
              <p14:xfrm>
                <a:off x="1623711" y="3787576"/>
                <a:ext cx="96120" cy="1062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AF3AD7D-CEF4-87D9-B358-36EBD77B3FD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615071" y="3778576"/>
                  <a:ext cx="1137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D765A21-09F3-BB2E-EEFA-6D1A4DD64357}"/>
                    </a:ext>
                  </a:extLst>
                </p14:cNvPr>
                <p14:cNvContentPartPr/>
                <p14:nvPr/>
              </p14:nvContentPartPr>
              <p14:xfrm>
                <a:off x="1815591" y="3702976"/>
                <a:ext cx="7200" cy="1688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D765A21-09F3-BB2E-EEFA-6D1A4DD6435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806591" y="3694336"/>
                  <a:ext cx="248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F75FBD4-84F6-3C01-7593-9567C952423B}"/>
                    </a:ext>
                  </a:extLst>
                </p14:cNvPr>
                <p14:cNvContentPartPr/>
                <p14:nvPr/>
              </p14:nvContentPartPr>
              <p14:xfrm>
                <a:off x="1823511" y="3767776"/>
                <a:ext cx="59760" cy="1252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F75FBD4-84F6-3C01-7593-9567C952423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814871" y="3759136"/>
                  <a:ext cx="774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2983C62-D470-902C-AF40-371787D0EF15}"/>
                    </a:ext>
                  </a:extLst>
                </p14:cNvPr>
                <p14:cNvContentPartPr/>
                <p14:nvPr/>
              </p14:nvContentPartPr>
              <p14:xfrm>
                <a:off x="1978311" y="3747616"/>
                <a:ext cx="78840" cy="1468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2983C62-D470-902C-AF40-371787D0EF1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969311" y="3738976"/>
                  <a:ext cx="964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923206D-05F8-7F78-A133-50D9DFF86CA8}"/>
                    </a:ext>
                  </a:extLst>
                </p14:cNvPr>
                <p14:cNvContentPartPr/>
                <p14:nvPr/>
              </p14:nvContentPartPr>
              <p14:xfrm>
                <a:off x="1058511" y="4170616"/>
                <a:ext cx="157320" cy="1818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923206D-05F8-7F78-A133-50D9DFF86CA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49511" y="4161616"/>
                  <a:ext cx="1749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C15D7C4-0BF0-315E-0099-F4C2BAFC0B26}"/>
                    </a:ext>
                  </a:extLst>
                </p14:cNvPr>
                <p14:cNvContentPartPr/>
                <p14:nvPr/>
              </p14:nvContentPartPr>
              <p14:xfrm>
                <a:off x="1433631" y="4155856"/>
                <a:ext cx="139320" cy="2962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15D7C4-0BF0-315E-0099-F4C2BAFC0B2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424631" y="4146856"/>
                  <a:ext cx="15696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82E1DA5-8CCF-70E3-3652-7A9995A29E16}"/>
                    </a:ext>
                  </a:extLst>
                </p14:cNvPr>
                <p14:cNvContentPartPr/>
                <p14:nvPr/>
              </p14:nvContentPartPr>
              <p14:xfrm>
                <a:off x="1631271" y="4198336"/>
                <a:ext cx="91440" cy="1292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82E1DA5-8CCF-70E3-3652-7A9995A29E1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622271" y="4189336"/>
                  <a:ext cx="1090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C9BF340-B58B-881E-70D5-09D6C677C6F4}"/>
                    </a:ext>
                  </a:extLst>
                </p14:cNvPr>
                <p14:cNvContentPartPr/>
                <p14:nvPr/>
              </p14:nvContentPartPr>
              <p14:xfrm>
                <a:off x="1795431" y="4209856"/>
                <a:ext cx="83160" cy="195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C9BF340-B58B-881E-70D5-09D6C677C6F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786791" y="4201216"/>
                  <a:ext cx="1008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04AD769-6C8F-16AC-B758-EBB8F7148DDF}"/>
                    </a:ext>
                  </a:extLst>
                </p14:cNvPr>
                <p14:cNvContentPartPr/>
                <p14:nvPr/>
              </p14:nvContentPartPr>
              <p14:xfrm>
                <a:off x="1914231" y="4204096"/>
                <a:ext cx="109440" cy="676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04AD769-6C8F-16AC-B758-EBB8F7148DD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905591" y="4195456"/>
                  <a:ext cx="1270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70FD0B2-297C-1932-29F7-4FFFEFBAAA87}"/>
                    </a:ext>
                  </a:extLst>
                </p14:cNvPr>
                <p14:cNvContentPartPr/>
                <p14:nvPr/>
              </p14:nvContentPartPr>
              <p14:xfrm>
                <a:off x="2055711" y="4196176"/>
                <a:ext cx="781920" cy="3268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70FD0B2-297C-1932-29F7-4FFFEFBAAA8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046711" y="4187536"/>
                  <a:ext cx="79956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1CACBAA-9A1E-D83F-918F-BB7DB050D860}"/>
                    </a:ext>
                  </a:extLst>
                </p14:cNvPr>
                <p14:cNvContentPartPr/>
                <p14:nvPr/>
              </p14:nvContentPartPr>
              <p14:xfrm>
                <a:off x="2907471" y="4149376"/>
                <a:ext cx="206280" cy="2296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1CACBAA-9A1E-D83F-918F-BB7DB050D86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898471" y="4140736"/>
                  <a:ext cx="2239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6CC0103-22A5-CD00-9908-6F4E08357197}"/>
                    </a:ext>
                  </a:extLst>
                </p14:cNvPr>
                <p14:cNvContentPartPr/>
                <p14:nvPr/>
              </p14:nvContentPartPr>
              <p14:xfrm>
                <a:off x="3164151" y="4154776"/>
                <a:ext cx="8280" cy="291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6CC0103-22A5-CD00-9908-6F4E0835719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155151" y="4146136"/>
                  <a:ext cx="259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C9C3AAA-66CC-A462-B0BA-92906C3CE57A}"/>
                    </a:ext>
                  </a:extLst>
                </p14:cNvPr>
                <p14:cNvContentPartPr/>
                <p14:nvPr/>
              </p14:nvContentPartPr>
              <p14:xfrm>
                <a:off x="3190431" y="4203376"/>
                <a:ext cx="18000" cy="3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C9C3AAA-66CC-A462-B0BA-92906C3CE57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181791" y="4194736"/>
                  <a:ext cx="356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AC9E494-FFCF-868F-E604-686B954330DE}"/>
                    </a:ext>
                  </a:extLst>
                </p14:cNvPr>
                <p14:cNvContentPartPr/>
                <p14:nvPr/>
              </p14:nvContentPartPr>
              <p14:xfrm>
                <a:off x="3269271" y="4282216"/>
                <a:ext cx="84960" cy="144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AC9E494-FFCF-868F-E604-686B954330D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260271" y="4273576"/>
                  <a:ext cx="1026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0C6CDCE-6C6C-E12D-D79B-C64BFCF8185C}"/>
                    </a:ext>
                  </a:extLst>
                </p14:cNvPr>
                <p14:cNvContentPartPr/>
                <p14:nvPr/>
              </p14:nvContentPartPr>
              <p14:xfrm>
                <a:off x="2798391" y="4948216"/>
                <a:ext cx="133920" cy="1692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0C6CDCE-6C6C-E12D-D79B-C64BFCF8185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789751" y="4939216"/>
                  <a:ext cx="15156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5EF7701-5537-23B0-7514-4374295013DB}"/>
                    </a:ext>
                  </a:extLst>
                </p14:cNvPr>
                <p14:cNvContentPartPr/>
                <p14:nvPr/>
              </p14:nvContentPartPr>
              <p14:xfrm>
                <a:off x="3034191" y="4971616"/>
                <a:ext cx="69480" cy="1594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5EF7701-5537-23B0-7514-4374295013D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025551" y="4962616"/>
                  <a:ext cx="871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FCC8E9F-F3A2-44E5-9180-71F87269D804}"/>
                    </a:ext>
                  </a:extLst>
                </p14:cNvPr>
                <p14:cNvContentPartPr/>
                <p14:nvPr/>
              </p14:nvContentPartPr>
              <p14:xfrm>
                <a:off x="2570511" y="4799896"/>
                <a:ext cx="868680" cy="5126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FCC8E9F-F3A2-44E5-9180-71F87269D80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561511" y="4791256"/>
                  <a:ext cx="886320" cy="53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BD2E2CD-18D3-1990-5C8D-A19BA9081667}"/>
                    </a:ext>
                  </a:extLst>
                </p14:cNvPr>
                <p14:cNvContentPartPr/>
                <p14:nvPr/>
              </p14:nvContentPartPr>
              <p14:xfrm>
                <a:off x="2948871" y="5284816"/>
                <a:ext cx="1856520" cy="6390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BD2E2CD-18D3-1990-5C8D-A19BA908166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940231" y="5275816"/>
                  <a:ext cx="1874160" cy="65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42EEB4B-D55D-62A6-9B2E-FC7A19C53624}"/>
                    </a:ext>
                  </a:extLst>
                </p14:cNvPr>
                <p14:cNvContentPartPr/>
                <p14:nvPr/>
              </p14:nvContentPartPr>
              <p14:xfrm>
                <a:off x="4709991" y="5732656"/>
                <a:ext cx="141120" cy="2084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42EEB4B-D55D-62A6-9B2E-FC7A19C5362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700991" y="5724016"/>
                  <a:ext cx="1587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13759AE-758C-B2E7-1BF2-1772E63252ED}"/>
                    </a:ext>
                  </a:extLst>
                </p14:cNvPr>
                <p14:cNvContentPartPr/>
                <p14:nvPr/>
              </p14:nvContentPartPr>
              <p14:xfrm>
                <a:off x="3387711" y="1392496"/>
                <a:ext cx="237600" cy="7887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13759AE-758C-B2E7-1BF2-1772E63252E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379071" y="1383856"/>
                  <a:ext cx="255240" cy="80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ED17A69-D31C-6800-1FE1-FFB33C4922AD}"/>
                    </a:ext>
                  </a:extLst>
                </p14:cNvPr>
                <p14:cNvContentPartPr/>
                <p14:nvPr/>
              </p14:nvContentPartPr>
              <p14:xfrm>
                <a:off x="3683631" y="1602376"/>
                <a:ext cx="138240" cy="2088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ED17A69-D31C-6800-1FE1-FFB33C4922A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674631" y="1593376"/>
                  <a:ext cx="1558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225C839-CA72-9E8B-1B51-49897F297A62}"/>
                    </a:ext>
                  </a:extLst>
                </p14:cNvPr>
                <p14:cNvContentPartPr/>
                <p14:nvPr/>
              </p14:nvContentPartPr>
              <p14:xfrm>
                <a:off x="3868311" y="1693456"/>
                <a:ext cx="119160" cy="145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225C839-CA72-9E8B-1B51-49897F297A6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859671" y="1684816"/>
                  <a:ext cx="1368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51C0D7A-4FB2-A612-12A1-21BE8F6B7F3D}"/>
                    </a:ext>
                  </a:extLst>
                </p14:cNvPr>
                <p14:cNvContentPartPr/>
                <p14:nvPr/>
              </p14:nvContentPartPr>
              <p14:xfrm>
                <a:off x="3986031" y="1561336"/>
                <a:ext cx="33840" cy="1954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51C0D7A-4FB2-A612-12A1-21BE8F6B7F3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77391" y="1552696"/>
                  <a:ext cx="514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3E85225-D468-3E5D-1D5F-CE7411E9B7FD}"/>
                    </a:ext>
                  </a:extLst>
                </p14:cNvPr>
                <p14:cNvContentPartPr/>
                <p14:nvPr/>
              </p14:nvContentPartPr>
              <p14:xfrm>
                <a:off x="4093311" y="1634056"/>
                <a:ext cx="239040" cy="1544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3E85225-D468-3E5D-1D5F-CE7411E9B7F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084671" y="1625056"/>
                  <a:ext cx="2566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BF272A0-2C6D-91F6-DCED-0BE700EF793C}"/>
                    </a:ext>
                  </a:extLst>
                </p14:cNvPr>
                <p14:cNvContentPartPr/>
                <p14:nvPr/>
              </p14:nvContentPartPr>
              <p14:xfrm>
                <a:off x="3221391" y="2854096"/>
                <a:ext cx="238680" cy="12452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BF272A0-2C6D-91F6-DCED-0BE700EF793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212391" y="2845096"/>
                  <a:ext cx="256320" cy="12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C71B7AC-F2D1-001F-3499-636300E9F939}"/>
                    </a:ext>
                  </a:extLst>
                </p14:cNvPr>
                <p14:cNvContentPartPr/>
                <p14:nvPr/>
              </p14:nvContentPartPr>
              <p14:xfrm>
                <a:off x="3702711" y="3502096"/>
                <a:ext cx="20880" cy="1328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C71B7AC-F2D1-001F-3499-636300E9F93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693711" y="3493096"/>
                  <a:ext cx="385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C5187C9-471E-A994-AE02-D23919A3886B}"/>
                    </a:ext>
                  </a:extLst>
                </p14:cNvPr>
                <p14:cNvContentPartPr/>
                <p14:nvPr/>
              </p14:nvContentPartPr>
              <p14:xfrm>
                <a:off x="3743031" y="3331096"/>
                <a:ext cx="9000" cy="237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C5187C9-471E-A994-AE02-D23919A3886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734031" y="3322456"/>
                  <a:ext cx="266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7378904-44FC-D51A-DB13-D84FA3499B81}"/>
                    </a:ext>
                  </a:extLst>
                </p14:cNvPr>
                <p14:cNvContentPartPr/>
                <p14:nvPr/>
              </p14:nvContentPartPr>
              <p14:xfrm>
                <a:off x="3834831" y="3427216"/>
                <a:ext cx="40680" cy="1908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7378904-44FC-D51A-DB13-D84FA3499B8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826191" y="3418216"/>
                  <a:ext cx="5832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F7CBC68-E419-C38D-DC60-7381351C09D5}"/>
                    </a:ext>
                  </a:extLst>
                </p14:cNvPr>
                <p14:cNvContentPartPr/>
                <p14:nvPr/>
              </p14:nvContentPartPr>
              <p14:xfrm>
                <a:off x="3830151" y="3462856"/>
                <a:ext cx="499680" cy="1296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F7CBC68-E419-C38D-DC60-7381351C09D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821151" y="3454216"/>
                  <a:ext cx="5173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C70F04D-F973-A6F6-D967-B544508D3616}"/>
                    </a:ext>
                  </a:extLst>
                </p14:cNvPr>
                <p14:cNvContentPartPr/>
                <p14:nvPr/>
              </p14:nvContentPartPr>
              <p14:xfrm>
                <a:off x="1297551" y="4038496"/>
                <a:ext cx="859320" cy="403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C70F04D-F973-A6F6-D967-B544508D361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288911" y="4029856"/>
                  <a:ext cx="8769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0071F7C-BD14-2DF2-2790-B279343A68F8}"/>
                    </a:ext>
                  </a:extLst>
                </p14:cNvPr>
                <p14:cNvContentPartPr/>
                <p14:nvPr/>
              </p14:nvContentPartPr>
              <p14:xfrm>
                <a:off x="1646391" y="4485976"/>
                <a:ext cx="739080" cy="79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0071F7C-BD14-2DF2-2790-B279343A68F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637391" y="4477336"/>
                  <a:ext cx="75672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51534E3-A5B8-3506-4680-91ED15E4B830}"/>
                    </a:ext>
                  </a:extLst>
                </p14:cNvPr>
                <p14:cNvContentPartPr/>
                <p14:nvPr/>
              </p14:nvContentPartPr>
              <p14:xfrm>
                <a:off x="2578431" y="2877496"/>
                <a:ext cx="201960" cy="964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51534E3-A5B8-3506-4680-91ED15E4B83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569791" y="2868856"/>
                  <a:ext cx="21960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D41161B-BC4C-8C25-8EA9-AEF304AA350B}"/>
                    </a:ext>
                  </a:extLst>
                </p14:cNvPr>
                <p14:cNvContentPartPr/>
                <p14:nvPr/>
              </p14:nvContentPartPr>
              <p14:xfrm>
                <a:off x="2435511" y="3243616"/>
                <a:ext cx="294120" cy="1274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D41161B-BC4C-8C25-8EA9-AEF304AA350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426871" y="3234616"/>
                  <a:ext cx="3117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3AD5803-FEF8-C06A-194D-EAAA6853672A}"/>
                    </a:ext>
                  </a:extLst>
                </p14:cNvPr>
                <p14:cNvContentPartPr/>
                <p14:nvPr/>
              </p14:nvContentPartPr>
              <p14:xfrm>
                <a:off x="2394111" y="3828256"/>
                <a:ext cx="2880" cy="14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3AD5803-FEF8-C06A-194D-EAAA6853672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385471" y="3819616"/>
                  <a:ext cx="205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CBA786A-923B-344C-EDF4-319D0C674641}"/>
                    </a:ext>
                  </a:extLst>
                </p14:cNvPr>
                <p14:cNvContentPartPr/>
                <p14:nvPr/>
              </p14:nvContentPartPr>
              <p14:xfrm>
                <a:off x="2243271" y="4381216"/>
                <a:ext cx="360" cy="3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CBA786A-923B-344C-EDF4-319D0C67464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234271" y="437221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676586C-E1BD-1E71-7873-28A06F4BA1BD}"/>
              </a:ext>
            </a:extLst>
          </p:cNvPr>
          <p:cNvGrpSpPr/>
          <p:nvPr/>
        </p:nvGrpSpPr>
        <p:grpSpPr>
          <a:xfrm>
            <a:off x="3977751" y="4412176"/>
            <a:ext cx="803880" cy="282600"/>
            <a:chOff x="3977751" y="4412176"/>
            <a:chExt cx="803880" cy="28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52B458E-D80B-3132-3B09-861C5515B795}"/>
                    </a:ext>
                  </a:extLst>
                </p14:cNvPr>
                <p14:cNvContentPartPr/>
                <p14:nvPr/>
              </p14:nvContentPartPr>
              <p14:xfrm>
                <a:off x="4111671" y="4412176"/>
                <a:ext cx="475200" cy="1609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52B458E-D80B-3132-3B09-861C5515B795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4102671" y="4403536"/>
                  <a:ext cx="4928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D4689E7-CE25-754F-FC3B-43504B6A1249}"/>
                    </a:ext>
                  </a:extLst>
                </p14:cNvPr>
                <p14:cNvContentPartPr/>
                <p14:nvPr/>
              </p14:nvContentPartPr>
              <p14:xfrm>
                <a:off x="3977751" y="4657336"/>
                <a:ext cx="803880" cy="374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D4689E7-CE25-754F-FC3B-43504B6A124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3969111" y="4648696"/>
                  <a:ext cx="821520" cy="5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C7D391BB-EB62-4161-AD6E-4C5C3A6E89EE}"/>
              </a:ext>
            </a:extLst>
          </p:cNvPr>
          <p:cNvGrpSpPr/>
          <p:nvPr/>
        </p:nvGrpSpPr>
        <p:grpSpPr>
          <a:xfrm>
            <a:off x="5459151" y="1861576"/>
            <a:ext cx="4324680" cy="2328840"/>
            <a:chOff x="5459151" y="1861576"/>
            <a:chExt cx="4324680" cy="232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E53A0E8-7E7B-112F-3A45-7F1A06B50FD4}"/>
                    </a:ext>
                  </a:extLst>
                </p14:cNvPr>
                <p14:cNvContentPartPr/>
                <p14:nvPr/>
              </p14:nvContentPartPr>
              <p14:xfrm>
                <a:off x="8221791" y="2710096"/>
                <a:ext cx="1271880" cy="471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E53A0E8-7E7B-112F-3A45-7F1A06B50FD4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213151" y="2701456"/>
                  <a:ext cx="12895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678E102-A013-DC6B-4333-0B224259327F}"/>
                    </a:ext>
                  </a:extLst>
                </p14:cNvPr>
                <p14:cNvContentPartPr/>
                <p14:nvPr/>
              </p14:nvContentPartPr>
              <p14:xfrm>
                <a:off x="8330511" y="2353696"/>
                <a:ext cx="45360" cy="1749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678E102-A013-DC6B-4333-0B224259327F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321871" y="2345056"/>
                  <a:ext cx="630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B06F256-640E-D9B3-659E-0B16CC8B4230}"/>
                    </a:ext>
                  </a:extLst>
                </p14:cNvPr>
                <p14:cNvContentPartPr/>
                <p14:nvPr/>
              </p14:nvContentPartPr>
              <p14:xfrm>
                <a:off x="8366151" y="2261536"/>
                <a:ext cx="358560" cy="3290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B06F256-640E-D9B3-659E-0B16CC8B423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357151" y="2252896"/>
                  <a:ext cx="37620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9B87CBD-395B-37C3-0787-3A814B757480}"/>
                    </a:ext>
                  </a:extLst>
                </p14:cNvPr>
                <p14:cNvContentPartPr/>
                <p14:nvPr/>
              </p14:nvContentPartPr>
              <p14:xfrm>
                <a:off x="8787351" y="2394736"/>
                <a:ext cx="141120" cy="1508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9B87CBD-395B-37C3-0787-3A814B757480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778711" y="2386096"/>
                  <a:ext cx="1587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E263AD2-C1AA-E2E8-50F6-AE0D94254C45}"/>
                    </a:ext>
                  </a:extLst>
                </p14:cNvPr>
                <p14:cNvContentPartPr/>
                <p14:nvPr/>
              </p14:nvContentPartPr>
              <p14:xfrm>
                <a:off x="9026751" y="2276296"/>
                <a:ext cx="416160" cy="2818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E263AD2-C1AA-E2E8-50F6-AE0D94254C45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018111" y="2267296"/>
                  <a:ext cx="43380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AD87695-4561-FA56-B39F-3BFD58205B99}"/>
                    </a:ext>
                  </a:extLst>
                </p14:cNvPr>
                <p14:cNvContentPartPr/>
                <p14:nvPr/>
              </p14:nvContentPartPr>
              <p14:xfrm>
                <a:off x="8920191" y="2244256"/>
                <a:ext cx="63360" cy="3081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AD87695-4561-FA56-B39F-3BFD58205B9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911551" y="2235256"/>
                  <a:ext cx="8100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AC38648-455A-C0C2-2044-E2B338F2A2B0}"/>
                    </a:ext>
                  </a:extLst>
                </p14:cNvPr>
                <p14:cNvContentPartPr/>
                <p14:nvPr/>
              </p14:nvContentPartPr>
              <p14:xfrm>
                <a:off x="8907231" y="2355496"/>
                <a:ext cx="173520" cy="392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AC38648-455A-C0C2-2044-E2B338F2A2B0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898231" y="2346856"/>
                  <a:ext cx="19116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F691E18-0795-446A-8D8C-52DD3CFFA757}"/>
                    </a:ext>
                  </a:extLst>
                </p14:cNvPr>
                <p14:cNvContentPartPr/>
                <p14:nvPr/>
              </p14:nvContentPartPr>
              <p14:xfrm>
                <a:off x="6058551" y="1920616"/>
                <a:ext cx="19080" cy="2757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F691E18-0795-446A-8D8C-52DD3CFFA757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049551" y="1911616"/>
                  <a:ext cx="3672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26F84BF-1179-E92C-0131-C75D3AE6864D}"/>
                    </a:ext>
                  </a:extLst>
                </p14:cNvPr>
                <p14:cNvContentPartPr/>
                <p14:nvPr/>
              </p14:nvContentPartPr>
              <p14:xfrm>
                <a:off x="6051711" y="1988296"/>
                <a:ext cx="192960" cy="1998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26F84BF-1179-E92C-0131-C75D3AE6864D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043071" y="1979656"/>
                  <a:ext cx="2106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D5E14FD-88B6-333E-B5C5-94AEC5C98205}"/>
                    </a:ext>
                  </a:extLst>
                </p14:cNvPr>
                <p14:cNvContentPartPr/>
                <p14:nvPr/>
              </p14:nvContentPartPr>
              <p14:xfrm>
                <a:off x="6367791" y="1981096"/>
                <a:ext cx="26640" cy="1753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D5E14FD-88B6-333E-B5C5-94AEC5C9820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358791" y="1972096"/>
                  <a:ext cx="442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F3632CE-4B74-04F4-F32C-56CAB03BC900}"/>
                    </a:ext>
                  </a:extLst>
                </p14:cNvPr>
                <p14:cNvContentPartPr/>
                <p14:nvPr/>
              </p14:nvContentPartPr>
              <p14:xfrm>
                <a:off x="6288951" y="1895776"/>
                <a:ext cx="173520" cy="2361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F3632CE-4B74-04F4-F32C-56CAB03BC900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6280311" y="1887136"/>
                  <a:ext cx="1911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9A8F8B99-7029-04C4-1A27-43D92AAF4E15}"/>
                    </a:ext>
                  </a:extLst>
                </p14:cNvPr>
                <p14:cNvContentPartPr/>
                <p14:nvPr/>
              </p14:nvContentPartPr>
              <p14:xfrm>
                <a:off x="6532311" y="1863016"/>
                <a:ext cx="154080" cy="2952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9A8F8B99-7029-04C4-1A27-43D92AAF4E15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6523311" y="1854016"/>
                  <a:ext cx="17172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F31A516-0E87-0E59-C9ED-E32AFA3C47F1}"/>
                    </a:ext>
                  </a:extLst>
                </p14:cNvPr>
                <p14:cNvContentPartPr/>
                <p14:nvPr/>
              </p14:nvContentPartPr>
              <p14:xfrm>
                <a:off x="6408111" y="2415256"/>
                <a:ext cx="110160" cy="259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F31A516-0E87-0E59-C9ED-E32AFA3C47F1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6399471" y="2406256"/>
                  <a:ext cx="1278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E02EE4C-950A-4261-87CF-A90397B6A28B}"/>
                    </a:ext>
                  </a:extLst>
                </p14:cNvPr>
                <p14:cNvContentPartPr/>
                <p14:nvPr/>
              </p14:nvContentPartPr>
              <p14:xfrm>
                <a:off x="6459951" y="2373136"/>
                <a:ext cx="22680" cy="1868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E02EE4C-950A-4261-87CF-A90397B6A28B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6450951" y="2364136"/>
                  <a:ext cx="403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A97028CA-5488-2B29-47FB-D482B6FD5606}"/>
                    </a:ext>
                  </a:extLst>
                </p14:cNvPr>
                <p14:cNvContentPartPr/>
                <p14:nvPr/>
              </p14:nvContentPartPr>
              <p14:xfrm>
                <a:off x="6643551" y="2755816"/>
                <a:ext cx="27360" cy="1695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A97028CA-5488-2B29-47FB-D482B6FD5606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634911" y="2747176"/>
                  <a:ext cx="450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70885E0-B3C5-195C-A50B-75CFC0AC2D18}"/>
                    </a:ext>
                  </a:extLst>
                </p14:cNvPr>
                <p14:cNvContentPartPr/>
                <p14:nvPr/>
              </p14:nvContentPartPr>
              <p14:xfrm>
                <a:off x="6571551" y="2918536"/>
                <a:ext cx="156960" cy="154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70885E0-B3C5-195C-A50B-75CFC0AC2D18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562911" y="2909896"/>
                  <a:ext cx="1746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A1006FD-EDA4-CC84-4EE3-B3AF05C42145}"/>
                    </a:ext>
                  </a:extLst>
                </p14:cNvPr>
                <p14:cNvContentPartPr/>
                <p14:nvPr/>
              </p14:nvContentPartPr>
              <p14:xfrm>
                <a:off x="6596031" y="2716216"/>
                <a:ext cx="129960" cy="403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A1006FD-EDA4-CC84-4EE3-B3AF05C42145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6587031" y="2707576"/>
                  <a:ext cx="1476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395BB09-7AF1-8297-65E4-4BAF45A41034}"/>
                    </a:ext>
                  </a:extLst>
                </p14:cNvPr>
                <p14:cNvContentPartPr/>
                <p14:nvPr/>
              </p14:nvContentPartPr>
              <p14:xfrm>
                <a:off x="6795471" y="2734936"/>
                <a:ext cx="34200" cy="1454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395BB09-7AF1-8297-65E4-4BAF45A41034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6786831" y="2725936"/>
                  <a:ext cx="518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D106840-CAF2-759A-9798-C9F5A1B95A6C}"/>
                    </a:ext>
                  </a:extLst>
                </p14:cNvPr>
                <p14:cNvContentPartPr/>
                <p14:nvPr/>
              </p14:nvContentPartPr>
              <p14:xfrm>
                <a:off x="6788631" y="2737816"/>
                <a:ext cx="192240" cy="1468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D106840-CAF2-759A-9798-C9F5A1B95A6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6779631" y="2729176"/>
                  <a:ext cx="2098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3B9C0E5-C99A-A264-5ADA-CCD29F4E7491}"/>
                    </a:ext>
                  </a:extLst>
                </p14:cNvPr>
                <p14:cNvContentPartPr/>
                <p14:nvPr/>
              </p14:nvContentPartPr>
              <p14:xfrm>
                <a:off x="7065111" y="2734576"/>
                <a:ext cx="225720" cy="1314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3B9C0E5-C99A-A264-5ADA-CCD29F4E7491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7056111" y="2725936"/>
                  <a:ext cx="2433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F94CE307-0E08-3628-0FF0-3B78CB0BD7A4}"/>
                    </a:ext>
                  </a:extLst>
                </p14:cNvPr>
                <p14:cNvContentPartPr/>
                <p14:nvPr/>
              </p14:nvContentPartPr>
              <p14:xfrm>
                <a:off x="7385151" y="1920256"/>
                <a:ext cx="495720" cy="11127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F94CE307-0E08-3628-0FF0-3B78CB0BD7A4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7376511" y="1911256"/>
                  <a:ext cx="513360" cy="11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3C394C6-A447-094B-8F76-49E22971EFEA}"/>
                    </a:ext>
                  </a:extLst>
                </p14:cNvPr>
                <p14:cNvContentPartPr/>
                <p14:nvPr/>
              </p14:nvContentPartPr>
              <p14:xfrm>
                <a:off x="5700351" y="1861576"/>
                <a:ext cx="622080" cy="12596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3C394C6-A447-094B-8F76-49E22971EFE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5691351" y="1852576"/>
                  <a:ext cx="639720" cy="127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BC0E0FC-3F5C-BAD5-269D-2714A024CC02}"/>
                    </a:ext>
                  </a:extLst>
                </p14:cNvPr>
                <p14:cNvContentPartPr/>
                <p14:nvPr/>
              </p14:nvContentPartPr>
              <p14:xfrm>
                <a:off x="5682351" y="3254416"/>
                <a:ext cx="266760" cy="3366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BC0E0FC-3F5C-BAD5-269D-2714A024CC02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5673711" y="3245776"/>
                  <a:ext cx="28440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B0E9555-60B0-6DBA-E8B8-AE5A2F1A2412}"/>
                    </a:ext>
                  </a:extLst>
                </p14:cNvPr>
                <p14:cNvContentPartPr/>
                <p14:nvPr/>
              </p14:nvContentPartPr>
              <p14:xfrm>
                <a:off x="6004551" y="3402376"/>
                <a:ext cx="95040" cy="1659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B0E9555-60B0-6DBA-E8B8-AE5A2F1A2412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5995911" y="3393736"/>
                  <a:ext cx="1126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D966144-5EB1-5D2B-CF0D-C224C89D6782}"/>
                    </a:ext>
                  </a:extLst>
                </p14:cNvPr>
                <p14:cNvContentPartPr/>
                <p14:nvPr/>
              </p14:nvContentPartPr>
              <p14:xfrm>
                <a:off x="6139551" y="3409216"/>
                <a:ext cx="117000" cy="1904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D966144-5EB1-5D2B-CF0D-C224C89D6782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6130551" y="3400216"/>
                  <a:ext cx="1346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32445C9-B827-376B-2847-2588E0157C98}"/>
                    </a:ext>
                  </a:extLst>
                </p14:cNvPr>
                <p14:cNvContentPartPr/>
                <p14:nvPr/>
              </p14:nvContentPartPr>
              <p14:xfrm>
                <a:off x="6342231" y="3349456"/>
                <a:ext cx="163800" cy="32652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32445C9-B827-376B-2847-2588E0157C9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6333591" y="3340816"/>
                  <a:ext cx="18144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017C81C-73C2-0E23-0722-929FB0F6E879}"/>
                    </a:ext>
                  </a:extLst>
                </p14:cNvPr>
                <p14:cNvContentPartPr/>
                <p14:nvPr/>
              </p14:nvContentPartPr>
              <p14:xfrm>
                <a:off x="6111111" y="3855976"/>
                <a:ext cx="23760" cy="1576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017C81C-73C2-0E23-0722-929FB0F6E879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6102471" y="3847336"/>
                  <a:ext cx="414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8BFCF3F-9959-E305-E430-1FBE2C1ABACB}"/>
                    </a:ext>
                  </a:extLst>
                </p14:cNvPr>
                <p14:cNvContentPartPr/>
                <p14:nvPr/>
              </p14:nvContentPartPr>
              <p14:xfrm>
                <a:off x="6062151" y="4071256"/>
                <a:ext cx="156240" cy="1404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8BFCF3F-9959-E305-E430-1FBE2C1ABACB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053511" y="4062616"/>
                  <a:ext cx="1738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7ACC582-62DA-2214-2B43-CECB069544CC}"/>
                    </a:ext>
                  </a:extLst>
                </p14:cNvPr>
                <p14:cNvContentPartPr/>
                <p14:nvPr/>
              </p14:nvContentPartPr>
              <p14:xfrm>
                <a:off x="6030111" y="3780376"/>
                <a:ext cx="119880" cy="1602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7ACC582-62DA-2214-2B43-CECB069544C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021471" y="3771736"/>
                  <a:ext cx="1375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FDEF8E6-FD01-2404-0B63-873257B0E328}"/>
                    </a:ext>
                  </a:extLst>
                </p14:cNvPr>
                <p14:cNvContentPartPr/>
                <p14:nvPr/>
              </p14:nvContentPartPr>
              <p14:xfrm>
                <a:off x="6226311" y="3934816"/>
                <a:ext cx="163080" cy="993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FDEF8E6-FD01-2404-0B63-873257B0E328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217671" y="3925816"/>
                  <a:ext cx="18072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90D5F415-FF8C-D6B3-4162-DCCC459127BF}"/>
                    </a:ext>
                  </a:extLst>
                </p14:cNvPr>
                <p14:cNvContentPartPr/>
                <p14:nvPr/>
              </p14:nvContentPartPr>
              <p14:xfrm>
                <a:off x="6442311" y="3876856"/>
                <a:ext cx="77760" cy="1764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90D5F415-FF8C-D6B3-4162-DCCC459127BF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433671" y="3868216"/>
                  <a:ext cx="954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85D38F2D-5F72-E17F-150A-F878004738DD}"/>
                    </a:ext>
                  </a:extLst>
                </p14:cNvPr>
                <p14:cNvContentPartPr/>
                <p14:nvPr/>
              </p14:nvContentPartPr>
              <p14:xfrm>
                <a:off x="6591711" y="3885136"/>
                <a:ext cx="109800" cy="1548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85D38F2D-5F72-E17F-150A-F878004738DD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582711" y="3876496"/>
                  <a:ext cx="1274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A05A30D-7F39-6729-3D6A-E4724B5B3A87}"/>
                    </a:ext>
                  </a:extLst>
                </p14:cNvPr>
                <p14:cNvContentPartPr/>
                <p14:nvPr/>
              </p14:nvContentPartPr>
              <p14:xfrm>
                <a:off x="6714471" y="3847336"/>
                <a:ext cx="137520" cy="17892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A05A30D-7F39-6729-3D6A-E4724B5B3A8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6705831" y="3838336"/>
                  <a:ext cx="1551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9D536F-1722-6AFA-49B9-D494A0BD1AF1}"/>
                    </a:ext>
                  </a:extLst>
                </p14:cNvPr>
                <p14:cNvContentPartPr/>
                <p14:nvPr/>
              </p14:nvContentPartPr>
              <p14:xfrm>
                <a:off x="6874311" y="3783256"/>
                <a:ext cx="27000" cy="2419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9D536F-1722-6AFA-49B9-D494A0BD1AF1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6865311" y="3774616"/>
                  <a:ext cx="4464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DB12327-7D46-EEF3-707F-F8B116E5061D}"/>
                    </a:ext>
                  </a:extLst>
                </p14:cNvPr>
                <p14:cNvContentPartPr/>
                <p14:nvPr/>
              </p14:nvContentPartPr>
              <p14:xfrm>
                <a:off x="6889791" y="3906016"/>
                <a:ext cx="104040" cy="414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DB12327-7D46-EEF3-707F-F8B116E5061D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6881151" y="3897376"/>
                  <a:ext cx="1216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46003876-311C-E282-D46A-71F9505756E0}"/>
                    </a:ext>
                  </a:extLst>
                </p14:cNvPr>
                <p14:cNvContentPartPr/>
                <p14:nvPr/>
              </p14:nvContentPartPr>
              <p14:xfrm>
                <a:off x="5459151" y="3348376"/>
                <a:ext cx="255600" cy="6919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46003876-311C-E282-D46A-71F9505756E0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5450151" y="3339376"/>
                  <a:ext cx="273240" cy="70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2B241FC-3DBD-139E-4790-376878B6A720}"/>
                    </a:ext>
                  </a:extLst>
                </p14:cNvPr>
                <p14:cNvContentPartPr/>
                <p14:nvPr/>
              </p14:nvContentPartPr>
              <p14:xfrm>
                <a:off x="7062951" y="3380416"/>
                <a:ext cx="208440" cy="7261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2B241FC-3DBD-139E-4790-376878B6A72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7054311" y="3371416"/>
                  <a:ext cx="226080" cy="74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95F401A-E15B-9D26-BE87-50AC5D357E10}"/>
                    </a:ext>
                  </a:extLst>
                </p14:cNvPr>
                <p14:cNvContentPartPr/>
                <p14:nvPr/>
              </p14:nvContentPartPr>
              <p14:xfrm>
                <a:off x="7516551" y="2950576"/>
                <a:ext cx="2226960" cy="123984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95F401A-E15B-9D26-BE87-50AC5D357E10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507551" y="2941936"/>
                  <a:ext cx="2244600" cy="12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EFCCC796-C2FC-6721-9D17-3E14ECE842F0}"/>
                    </a:ext>
                  </a:extLst>
                </p14:cNvPr>
                <p14:cNvContentPartPr/>
                <p14:nvPr/>
              </p14:nvContentPartPr>
              <p14:xfrm>
                <a:off x="9630831" y="4133176"/>
                <a:ext cx="153000" cy="5004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EFCCC796-C2FC-6721-9D17-3E14ECE842F0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9621831" y="4124176"/>
                  <a:ext cx="170640" cy="6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366AF1F5-2ECB-0D78-3E6B-C926E2CCBFD9}"/>
              </a:ext>
            </a:extLst>
          </p:cNvPr>
          <p:cNvGrpSpPr/>
          <p:nvPr/>
        </p:nvGrpSpPr>
        <p:grpSpPr>
          <a:xfrm>
            <a:off x="8762151" y="4419376"/>
            <a:ext cx="1582560" cy="927720"/>
            <a:chOff x="8762151" y="4419376"/>
            <a:chExt cx="1582560" cy="927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E4CCFCD8-FC57-2326-2EB9-87AA72E3D844}"/>
                    </a:ext>
                  </a:extLst>
                </p14:cNvPr>
                <p14:cNvContentPartPr/>
                <p14:nvPr/>
              </p14:nvContentPartPr>
              <p14:xfrm>
                <a:off x="9706071" y="4419376"/>
                <a:ext cx="597960" cy="3607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E4CCFCD8-FC57-2326-2EB9-87AA72E3D844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9697431" y="4410376"/>
                  <a:ext cx="61560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EF0D958-0403-C118-6A1D-6DF2820E3E9C}"/>
                    </a:ext>
                  </a:extLst>
                </p14:cNvPr>
                <p14:cNvContentPartPr/>
                <p14:nvPr/>
              </p14:nvContentPartPr>
              <p14:xfrm>
                <a:off x="10183071" y="4795576"/>
                <a:ext cx="161640" cy="687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EF0D958-0403-C118-6A1D-6DF2820E3E9C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174071" y="4786576"/>
                  <a:ext cx="1792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FEBBC573-788D-41CD-CB68-695DEACF479D}"/>
                    </a:ext>
                  </a:extLst>
                </p14:cNvPr>
                <p14:cNvContentPartPr/>
                <p14:nvPr/>
              </p14:nvContentPartPr>
              <p14:xfrm>
                <a:off x="9790671" y="4880176"/>
                <a:ext cx="90360" cy="1569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FEBBC573-788D-41CD-CB68-695DEACF479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781671" y="4871536"/>
                  <a:ext cx="1080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1EB00C9-78ED-AA9E-C6D6-774FE1829536}"/>
                    </a:ext>
                  </a:extLst>
                </p14:cNvPr>
                <p14:cNvContentPartPr/>
                <p14:nvPr/>
              </p14:nvContentPartPr>
              <p14:xfrm>
                <a:off x="9905511" y="4913656"/>
                <a:ext cx="341280" cy="990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1EB00C9-78ED-AA9E-C6D6-774FE1829536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896871" y="4905016"/>
                  <a:ext cx="3589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14F5D504-4147-2647-D0F4-BE17AA7F6FA1}"/>
                    </a:ext>
                  </a:extLst>
                </p14:cNvPr>
                <p14:cNvContentPartPr/>
                <p14:nvPr/>
              </p14:nvContentPartPr>
              <p14:xfrm>
                <a:off x="9924231" y="5282296"/>
                <a:ext cx="2880" cy="14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14F5D504-4147-2647-D0F4-BE17AA7F6FA1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915231" y="5273296"/>
                  <a:ext cx="205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A364517-4127-6AAF-525C-5F680814C7BA}"/>
                    </a:ext>
                  </a:extLst>
                </p14:cNvPr>
                <p14:cNvContentPartPr/>
                <p14:nvPr/>
              </p14:nvContentPartPr>
              <p14:xfrm>
                <a:off x="8762151" y="5206696"/>
                <a:ext cx="1289880" cy="1018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A364517-4127-6AAF-525C-5F680814C7B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8753151" y="5197696"/>
                  <a:ext cx="13075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C097CE3-489C-42E9-7C0B-00D1CF23D6D2}"/>
                    </a:ext>
                  </a:extLst>
                </p14:cNvPr>
                <p14:cNvContentPartPr/>
                <p14:nvPr/>
              </p14:nvContentPartPr>
              <p14:xfrm>
                <a:off x="8830191" y="5128576"/>
                <a:ext cx="103320" cy="2185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C097CE3-489C-42E9-7C0B-00D1CF23D6D2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821191" y="5119936"/>
                  <a:ext cx="120960" cy="23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96EEBD6A-49BB-0763-A523-1FAE1B2C9E92}"/>
              </a:ext>
            </a:extLst>
          </p:cNvPr>
          <p:cNvGrpSpPr/>
          <p:nvPr/>
        </p:nvGrpSpPr>
        <p:grpSpPr>
          <a:xfrm>
            <a:off x="10750791" y="5157016"/>
            <a:ext cx="752040" cy="176760"/>
            <a:chOff x="10750791" y="5157016"/>
            <a:chExt cx="752040" cy="17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FA770CA0-0375-FE48-0134-473E9482CB6F}"/>
                    </a:ext>
                  </a:extLst>
                </p14:cNvPr>
                <p14:cNvContentPartPr/>
                <p14:nvPr/>
              </p14:nvContentPartPr>
              <p14:xfrm>
                <a:off x="10750791" y="5190496"/>
                <a:ext cx="727560" cy="601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FA770CA0-0375-FE48-0134-473E9482CB6F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741791" y="5181496"/>
                  <a:ext cx="7452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74E5AC27-EC84-AA71-7944-5103F2B1A64F}"/>
                    </a:ext>
                  </a:extLst>
                </p14:cNvPr>
                <p14:cNvContentPartPr/>
                <p14:nvPr/>
              </p14:nvContentPartPr>
              <p14:xfrm>
                <a:off x="11404911" y="5157016"/>
                <a:ext cx="97920" cy="17676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74E5AC27-EC84-AA71-7944-5103F2B1A64F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1396271" y="5148376"/>
                  <a:ext cx="115560" cy="194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45606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7A1E3-1061-9152-3664-B5853A32B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Annotations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6DECE2-D25A-FF88-8E92-CC3FD5BA41F0}"/>
              </a:ext>
            </a:extLst>
          </p:cNvPr>
          <p:cNvSpPr txBox="1"/>
          <p:nvPr/>
        </p:nvSpPr>
        <p:spPr>
          <a:xfrm>
            <a:off x="189756" y="1124744"/>
            <a:ext cx="118813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bg1"/>
                </a:solidFill>
              </a:rPr>
              <a:t>@UI.SelectionField – selection fields</a:t>
            </a:r>
          </a:p>
          <a:p>
            <a:r>
              <a:rPr lang="en-IN" b="1" dirty="0">
                <a:solidFill>
                  <a:schemeClr val="bg1"/>
                </a:solidFill>
              </a:rPr>
              <a:t>@UI.HeaderInfo – for title of the table</a:t>
            </a:r>
          </a:p>
          <a:p>
            <a:r>
              <a:rPr lang="en-IN" b="1" dirty="0">
                <a:solidFill>
                  <a:schemeClr val="bg1"/>
                </a:solidFill>
              </a:rPr>
              <a:t>@UI.LineItem – Create columns of the table</a:t>
            </a:r>
          </a:p>
        </p:txBody>
      </p:sp>
    </p:spTree>
    <p:extLst>
      <p:ext uri="{BB962C8B-B14F-4D97-AF65-F5344CB8AC3E}">
        <p14:creationId xmlns:p14="http://schemas.microsoft.com/office/powerpoint/2010/main" val="25490674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2D3F8-E96A-BCF6-6C4E-71E6C1EEC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Fiori App using Annotation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E0B560-9F3A-D55C-EABC-504B17B6E1E9}"/>
              </a:ext>
            </a:extLst>
          </p:cNvPr>
          <p:cNvSpPr/>
          <p:nvPr/>
        </p:nvSpPr>
        <p:spPr>
          <a:xfrm>
            <a:off x="189756" y="980728"/>
            <a:ext cx="11449272" cy="2664296"/>
          </a:xfrm>
          <a:prstGeom prst="rect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Exercise:</a:t>
            </a:r>
          </a:p>
          <a:p>
            <a:r>
              <a:rPr lang="en-US" dirty="0">
                <a:hlinkClick r:id="rId2"/>
              </a:rPr>
              <a:t>https://github.com/soyuztechnologies/SAP_BTP_Training_CLD200/blob/master/Day%203/03%20application/03application/app/purchaseorderapp/annotations.cds</a:t>
            </a:r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D4F5402-6ADE-F04D-BFAF-D26033B48735}"/>
                  </a:ext>
                </a:extLst>
              </p14:cNvPr>
              <p14:cNvContentPartPr/>
              <p14:nvPr/>
            </p14:nvContentPartPr>
            <p14:xfrm>
              <a:off x="1216914" y="3184870"/>
              <a:ext cx="360" cy="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D4F5402-6ADE-F04D-BFAF-D26033B4873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98914" y="3167230"/>
                <a:ext cx="36000" cy="3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6049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latin typeface="Cooper Black" panose="0208090404030B020404" pitchFamily="18" charset="0"/>
              </a:rPr>
              <a:t>Association </a:t>
            </a:r>
            <a:r>
              <a:rPr lang="en-US" sz="3600" dirty="0" err="1">
                <a:latin typeface="Cooper Black" panose="0208090404030B020404" pitchFamily="18" charset="0"/>
              </a:rPr>
              <a:t>v.s</a:t>
            </a:r>
            <a:r>
              <a:rPr lang="en-US" sz="3600" dirty="0">
                <a:latin typeface="Cooper Black" panose="0208090404030B020404" pitchFamily="18" charset="0"/>
              </a:rPr>
              <a:t> Composition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40341-E5D0-6634-D158-3D49004F9177}"/>
              </a:ext>
            </a:extLst>
          </p:cNvPr>
          <p:cNvSpPr txBox="1"/>
          <p:nvPr/>
        </p:nvSpPr>
        <p:spPr>
          <a:xfrm>
            <a:off x="189756" y="836712"/>
            <a:ext cx="118093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Association – a relationship between entities which is a lose coupling. Both objects should exist together. However, they can work independently. Airplane and passenger.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Composition – a relationship between entities which is a tight coupling. Both objects must exist together. They cannot function independently. Airplane and wings.</a:t>
            </a:r>
            <a:endParaRPr kumimoji="0" lang="en-IN" sz="20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5EA127-8BA3-3866-06A2-657078E4F9B9}"/>
              </a:ext>
            </a:extLst>
          </p:cNvPr>
          <p:cNvSpPr/>
          <p:nvPr/>
        </p:nvSpPr>
        <p:spPr>
          <a:xfrm>
            <a:off x="2349995" y="2841765"/>
            <a:ext cx="2088232" cy="1296144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Purchase Order Header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606A91-926C-9620-42A5-2FF1B06C6B7A}"/>
              </a:ext>
            </a:extLst>
          </p:cNvPr>
          <p:cNvSpPr/>
          <p:nvPr/>
        </p:nvSpPr>
        <p:spPr>
          <a:xfrm>
            <a:off x="6958507" y="4137909"/>
            <a:ext cx="2088232" cy="1296144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Purchase order Items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756A476F-1392-FE1B-D5C2-178C25A73673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438227" y="3489837"/>
            <a:ext cx="2520280" cy="1296144"/>
          </a:xfrm>
          <a:prstGeom prst="bentConnector3">
            <a:avLst/>
          </a:prstGeom>
          <a:noFill/>
          <a:ln w="9525" cap="flat" cmpd="sng" algn="ctr">
            <a:solidFill>
              <a:schemeClr val="bg1"/>
            </a:solidFill>
            <a:prstDash val="solid"/>
          </a:ln>
          <a:effectLst/>
        </p:spPr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81A3FFC-973A-1674-A1DA-DD702CB922C3}"/>
              </a:ext>
            </a:extLst>
          </p:cNvPr>
          <p:cNvSpPr txBox="1"/>
          <p:nvPr/>
        </p:nvSpPr>
        <p:spPr>
          <a:xfrm>
            <a:off x="5086299" y="3129797"/>
            <a:ext cx="208823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composition</a:t>
            </a:r>
          </a:p>
        </p:txBody>
      </p:sp>
    </p:spTree>
    <p:extLst>
      <p:ext uri="{BB962C8B-B14F-4D97-AF65-F5344CB8AC3E}">
        <p14:creationId xmlns:p14="http://schemas.microsoft.com/office/powerpoint/2010/main" val="4246493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</a:t>
            </a:r>
            <a:r>
              <a:rPr lang="en-US"/>
              <a:t>: Create &amp; F4 </a:t>
            </a:r>
            <a:r>
              <a:rPr lang="en-US" dirty="0"/>
              <a:t>Enablement for app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B14C9-6879-188A-7949-1530B690566F}"/>
              </a:ext>
            </a:extLst>
          </p:cNvPr>
          <p:cNvSpPr txBox="1"/>
          <p:nvPr/>
        </p:nvSpPr>
        <p:spPr>
          <a:xfrm>
            <a:off x="189756" y="980728"/>
            <a:ext cx="11737304" cy="120032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Solution: </a:t>
            </a:r>
            <a:r>
              <a:rPr lang="en-US" dirty="0">
                <a:solidFill>
                  <a:schemeClr val="bg1"/>
                </a:solidFill>
                <a:hlinkClick r:id="rId2"/>
              </a:rPr>
              <a:t>https://github.com/soyuztechnologies/SAP_BTP_Training_CLD200/tree/master/Day%204/capm%20draft%20and%20value%20helps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074" name="Picture 2" descr="Page 9 | Generating App Images - Free Download on Freepik">
            <a:extLst>
              <a:ext uri="{FF2B5EF4-FFF2-40B4-BE49-F238E27FC236}">
                <a16:creationId xmlns:a16="http://schemas.microsoft.com/office/drawing/2014/main" id="{C92DDBBF-543D-104B-3058-FFBBAFC41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4483" y="2708920"/>
            <a:ext cx="3820487" cy="3820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7040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C61E9-6D13-2889-D9F2-B0E864018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 : Fiori App</a:t>
            </a:r>
          </a:p>
        </p:txBody>
      </p:sp>
      <p:pic>
        <p:nvPicPr>
          <p:cNvPr id="3074" name="Picture 2" descr="img.freepik.com/free-vector/app-development-illust...">
            <a:extLst>
              <a:ext uri="{FF2B5EF4-FFF2-40B4-BE49-F238E27FC236}">
                <a16:creationId xmlns:a16="http://schemas.microsoft.com/office/drawing/2014/main" id="{3736F10E-A3DF-EEBD-A236-0BAD43666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3088" y="1443038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0496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2D3F8-E96A-BCF6-6C4E-71E6C1EEC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Fiori App using Annotation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E0B560-9F3A-D55C-EABC-504B17B6E1E9}"/>
              </a:ext>
            </a:extLst>
          </p:cNvPr>
          <p:cNvSpPr/>
          <p:nvPr/>
        </p:nvSpPr>
        <p:spPr>
          <a:xfrm>
            <a:off x="189756" y="980728"/>
            <a:ext cx="11449272" cy="2664296"/>
          </a:xfrm>
          <a:prstGeom prst="rect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Exercise:</a:t>
            </a:r>
          </a:p>
          <a:p>
            <a:r>
              <a:rPr lang="en-US" dirty="0">
                <a:hlinkClick r:id="rId2"/>
              </a:rPr>
              <a:t>https://github.com/soyuztechnologies/SAP_BTP_Training_CLD200/blob/master/Day%203/03%20application/03application/app/purchaseorderapp/annotations.cds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1982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latin typeface="Cooper Black" panose="0208090404030B020404" pitchFamily="18" charset="0"/>
              </a:rPr>
              <a:t>Association </a:t>
            </a:r>
            <a:r>
              <a:rPr lang="en-US" sz="3600" dirty="0" err="1">
                <a:latin typeface="Cooper Black" panose="0208090404030B020404" pitchFamily="18" charset="0"/>
              </a:rPr>
              <a:t>v.s</a:t>
            </a:r>
            <a:r>
              <a:rPr lang="en-US" sz="3600" dirty="0">
                <a:latin typeface="Cooper Black" panose="0208090404030B020404" pitchFamily="18" charset="0"/>
              </a:rPr>
              <a:t> Composition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40341-E5D0-6634-D158-3D49004F9177}"/>
              </a:ext>
            </a:extLst>
          </p:cNvPr>
          <p:cNvSpPr txBox="1"/>
          <p:nvPr/>
        </p:nvSpPr>
        <p:spPr>
          <a:xfrm>
            <a:off x="189756" y="836712"/>
            <a:ext cx="118093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Association – a relationship between entities which is a lose coupling. Both objects should exist together. However, they can work independently. Airplane and passenger.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Composition – a relationship between entities which is a tight coupling. Both objects must exist together. They cannot function independently. Airplane and wings.</a:t>
            </a:r>
            <a:endParaRPr kumimoji="0" lang="en-IN" sz="20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5EA127-8BA3-3866-06A2-657078E4F9B9}"/>
              </a:ext>
            </a:extLst>
          </p:cNvPr>
          <p:cNvSpPr/>
          <p:nvPr/>
        </p:nvSpPr>
        <p:spPr>
          <a:xfrm>
            <a:off x="2349995" y="2841765"/>
            <a:ext cx="2088232" cy="1296144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Purchase Order Header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606A91-926C-9620-42A5-2FF1B06C6B7A}"/>
              </a:ext>
            </a:extLst>
          </p:cNvPr>
          <p:cNvSpPr/>
          <p:nvPr/>
        </p:nvSpPr>
        <p:spPr>
          <a:xfrm>
            <a:off x="6958507" y="4137909"/>
            <a:ext cx="2088232" cy="1296144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Purchase order Items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756A476F-1392-FE1B-D5C2-178C25A73673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438227" y="3489837"/>
            <a:ext cx="2520280" cy="1296144"/>
          </a:xfrm>
          <a:prstGeom prst="bentConnector3">
            <a:avLst/>
          </a:prstGeom>
          <a:noFill/>
          <a:ln w="9525" cap="flat" cmpd="sng" algn="ctr">
            <a:solidFill>
              <a:schemeClr val="bg1"/>
            </a:solidFill>
            <a:prstDash val="solid"/>
          </a:ln>
          <a:effectLst/>
        </p:spPr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81A3FFC-973A-1674-A1DA-DD702CB922C3}"/>
              </a:ext>
            </a:extLst>
          </p:cNvPr>
          <p:cNvSpPr txBox="1"/>
          <p:nvPr/>
        </p:nvSpPr>
        <p:spPr>
          <a:xfrm>
            <a:off x="5086299" y="3129797"/>
            <a:ext cx="208823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composition</a:t>
            </a:r>
          </a:p>
        </p:txBody>
      </p:sp>
    </p:spTree>
    <p:extLst>
      <p:ext uri="{BB962C8B-B14F-4D97-AF65-F5344CB8AC3E}">
        <p14:creationId xmlns:p14="http://schemas.microsoft.com/office/powerpoint/2010/main" val="3157343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3394C-02D6-961A-12AE-A53DB19CF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D5851135-43BA-C846-CB6F-075204CE917E}"/>
              </a:ext>
            </a:extLst>
          </p:cNvPr>
          <p:cNvGrpSpPr/>
          <p:nvPr/>
        </p:nvGrpSpPr>
        <p:grpSpPr>
          <a:xfrm>
            <a:off x="1736217" y="1006154"/>
            <a:ext cx="9057960" cy="5128200"/>
            <a:chOff x="1736217" y="1006154"/>
            <a:chExt cx="9057960" cy="512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07F0CE0-F4ED-D072-CE42-CB7889E52D1C}"/>
                    </a:ext>
                  </a:extLst>
                </p14:cNvPr>
                <p14:cNvContentPartPr/>
                <p14:nvPr/>
              </p14:nvContentPartPr>
              <p14:xfrm>
                <a:off x="2982177" y="2442194"/>
                <a:ext cx="360" cy="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07F0CE0-F4ED-D072-CE42-CB7889E52D1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964537" y="2424194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C1A0507-F1C7-5DE5-1CEC-7EEBDD6B0D1B}"/>
                    </a:ext>
                  </a:extLst>
                </p14:cNvPr>
                <p14:cNvContentPartPr/>
                <p14:nvPr/>
              </p14:nvContentPartPr>
              <p14:xfrm>
                <a:off x="3679137" y="4619474"/>
                <a:ext cx="2416320" cy="5245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C1A0507-F1C7-5DE5-1CEC-7EEBDD6B0D1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661497" y="4601474"/>
                  <a:ext cx="2451960" cy="56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4378E29-6949-F690-23A2-C68AD00B1962}"/>
                    </a:ext>
                  </a:extLst>
                </p14:cNvPr>
                <p14:cNvContentPartPr/>
                <p14:nvPr/>
              </p14:nvContentPartPr>
              <p14:xfrm>
                <a:off x="3618657" y="4907834"/>
                <a:ext cx="2653200" cy="1226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4378E29-6949-F690-23A2-C68AD00B196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601017" y="4890194"/>
                  <a:ext cx="2688840" cy="12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F355A6A-1954-2DA6-DED9-FACA6AC5DC9D}"/>
                    </a:ext>
                  </a:extLst>
                </p14:cNvPr>
                <p14:cNvContentPartPr/>
                <p14:nvPr/>
              </p14:nvContentPartPr>
              <p14:xfrm>
                <a:off x="6346017" y="5123114"/>
                <a:ext cx="252360" cy="3916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F355A6A-1954-2DA6-DED9-FACA6AC5DC9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328017" y="5105474"/>
                  <a:ext cx="28800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4718342-8311-B9E7-38E9-B0D33CBAFC7E}"/>
                    </a:ext>
                  </a:extLst>
                </p14:cNvPr>
                <p14:cNvContentPartPr/>
                <p14:nvPr/>
              </p14:nvContentPartPr>
              <p14:xfrm>
                <a:off x="6637617" y="5172434"/>
                <a:ext cx="233640" cy="487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4718342-8311-B9E7-38E9-B0D33CBAFC7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619977" y="5154434"/>
                  <a:ext cx="269280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0948C8E-15EC-9FE8-1D1D-0236ACA335B4}"/>
                    </a:ext>
                  </a:extLst>
                </p14:cNvPr>
                <p14:cNvContentPartPr/>
                <p14:nvPr/>
              </p14:nvContentPartPr>
              <p14:xfrm>
                <a:off x="6934977" y="5098274"/>
                <a:ext cx="37440" cy="360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0948C8E-15EC-9FE8-1D1D-0236ACA335B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916977" y="5080634"/>
                  <a:ext cx="7308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D6993E0-9979-6494-216B-0BC820B7689E}"/>
                    </a:ext>
                  </a:extLst>
                </p14:cNvPr>
                <p14:cNvContentPartPr/>
                <p14:nvPr/>
              </p14:nvContentPartPr>
              <p14:xfrm>
                <a:off x="7071777" y="5070914"/>
                <a:ext cx="63720" cy="3186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D6993E0-9979-6494-216B-0BC820B7689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054137" y="5053274"/>
                  <a:ext cx="9936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BB7C4C2-5C1D-2217-33E2-FF26477A1D56}"/>
                    </a:ext>
                  </a:extLst>
                </p14:cNvPr>
                <p14:cNvContentPartPr/>
                <p14:nvPr/>
              </p14:nvContentPartPr>
              <p14:xfrm>
                <a:off x="7197417" y="5104394"/>
                <a:ext cx="11520" cy="236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BB7C4C2-5C1D-2217-33E2-FF26477A1D5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179417" y="5086754"/>
                  <a:ext cx="4716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58A5E1F-C440-5B5F-245D-328B8C868E45}"/>
                    </a:ext>
                  </a:extLst>
                </p14:cNvPr>
                <p14:cNvContentPartPr/>
                <p14:nvPr/>
              </p14:nvContentPartPr>
              <p14:xfrm>
                <a:off x="7174377" y="5113034"/>
                <a:ext cx="265680" cy="254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58A5E1F-C440-5B5F-245D-328B8C868E4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156737" y="5095394"/>
                  <a:ext cx="30132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2560147-6C89-A1E8-4565-DA3F666714ED}"/>
                    </a:ext>
                  </a:extLst>
                </p14:cNvPr>
                <p14:cNvContentPartPr/>
                <p14:nvPr/>
              </p14:nvContentPartPr>
              <p14:xfrm>
                <a:off x="5213097" y="1006154"/>
                <a:ext cx="2132640" cy="940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2560147-6C89-A1E8-4565-DA3F666714E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95097" y="988514"/>
                  <a:ext cx="2168280" cy="9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9F6DA24-3304-4A47-817C-0295F8281F56}"/>
                    </a:ext>
                  </a:extLst>
                </p14:cNvPr>
                <p14:cNvContentPartPr/>
                <p14:nvPr/>
              </p14:nvContentPartPr>
              <p14:xfrm>
                <a:off x="5690817" y="1256354"/>
                <a:ext cx="183600" cy="378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9F6DA24-3304-4A47-817C-0295F8281F5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672817" y="1238714"/>
                  <a:ext cx="219240" cy="41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536FFC9-BBB7-2811-1E87-F7DEB91DEBA3}"/>
                    </a:ext>
                  </a:extLst>
                </p14:cNvPr>
                <p14:cNvContentPartPr/>
                <p14:nvPr/>
              </p14:nvContentPartPr>
              <p14:xfrm>
                <a:off x="5912217" y="1205234"/>
                <a:ext cx="666720" cy="333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536FFC9-BBB7-2811-1E87-F7DEB91DEBA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894217" y="1187594"/>
                  <a:ext cx="70236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14B56DC-5C80-2A35-27C5-37977EB545D4}"/>
                    </a:ext>
                  </a:extLst>
                </p14:cNvPr>
                <p14:cNvContentPartPr/>
                <p14:nvPr/>
              </p14:nvContentPartPr>
              <p14:xfrm>
                <a:off x="6620337" y="1172114"/>
                <a:ext cx="271440" cy="334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14B56DC-5C80-2A35-27C5-37977EB545D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602697" y="1154474"/>
                  <a:ext cx="30708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79D1A7E-370A-FFDE-D421-8819D1A21B7F}"/>
                    </a:ext>
                  </a:extLst>
                </p14:cNvPr>
                <p14:cNvContentPartPr/>
                <p14:nvPr/>
              </p14:nvContentPartPr>
              <p14:xfrm>
                <a:off x="5147577" y="1890314"/>
                <a:ext cx="1287000" cy="2905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79D1A7E-370A-FFDE-D421-8819D1A21B7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129577" y="1872674"/>
                  <a:ext cx="1322640" cy="29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BBF6C20-8782-3598-0161-4363D7B1BD59}"/>
                    </a:ext>
                  </a:extLst>
                </p14:cNvPr>
                <p14:cNvContentPartPr/>
                <p14:nvPr/>
              </p14:nvContentPartPr>
              <p14:xfrm>
                <a:off x="5003217" y="4612274"/>
                <a:ext cx="272880" cy="146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BBF6C20-8782-3598-0161-4363D7B1BD5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985577" y="4594634"/>
                  <a:ext cx="30852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49F6C55-7EB8-371A-3E9F-38EAC1FD2950}"/>
                    </a:ext>
                  </a:extLst>
                </p14:cNvPr>
                <p14:cNvContentPartPr/>
                <p14:nvPr/>
              </p14:nvContentPartPr>
              <p14:xfrm>
                <a:off x="5510457" y="3735674"/>
                <a:ext cx="524160" cy="423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49F6C55-7EB8-371A-3E9F-38EAC1FD295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92817" y="3718034"/>
                  <a:ext cx="559800" cy="45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84D4AA8-F9C0-52C8-1E1E-42B29344CF42}"/>
                    </a:ext>
                  </a:extLst>
                </p14:cNvPr>
                <p14:cNvContentPartPr/>
                <p14:nvPr/>
              </p14:nvContentPartPr>
              <p14:xfrm>
                <a:off x="6097257" y="3739634"/>
                <a:ext cx="20520" cy="255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84D4AA8-F9C0-52C8-1E1E-42B29344CF4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079617" y="3721994"/>
                  <a:ext cx="561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BE94C02-15CD-8E66-962B-E112DDD39233}"/>
                    </a:ext>
                  </a:extLst>
                </p14:cNvPr>
                <p14:cNvContentPartPr/>
                <p14:nvPr/>
              </p14:nvContentPartPr>
              <p14:xfrm>
                <a:off x="6199497" y="3797594"/>
                <a:ext cx="420480" cy="434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BE94C02-15CD-8E66-962B-E112DDD3923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181857" y="3779594"/>
                  <a:ext cx="456120" cy="46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0109D50-1080-6802-877F-58EF2ADC340F}"/>
                    </a:ext>
                  </a:extLst>
                </p14:cNvPr>
                <p14:cNvContentPartPr/>
                <p14:nvPr/>
              </p14:nvContentPartPr>
              <p14:xfrm>
                <a:off x="4586337" y="5361794"/>
                <a:ext cx="549000" cy="499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0109D50-1080-6802-877F-58EF2ADC340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568697" y="5343794"/>
                  <a:ext cx="584640" cy="53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DBAFCC4-B7AB-71F8-B90B-0170D81293B9}"/>
                    </a:ext>
                  </a:extLst>
                </p14:cNvPr>
                <p14:cNvContentPartPr/>
                <p14:nvPr/>
              </p14:nvContentPartPr>
              <p14:xfrm>
                <a:off x="5185017" y="5417954"/>
                <a:ext cx="458280" cy="460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DBAFCC4-B7AB-71F8-B90B-0170D81293B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167017" y="5399954"/>
                  <a:ext cx="493920" cy="49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337C53D-4A13-4832-DAD7-6BE77C4D4203}"/>
                    </a:ext>
                  </a:extLst>
                </p14:cNvPr>
                <p14:cNvContentPartPr/>
                <p14:nvPr/>
              </p14:nvContentPartPr>
              <p14:xfrm>
                <a:off x="5689377" y="5484554"/>
                <a:ext cx="353520" cy="4302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337C53D-4A13-4832-DAD7-6BE77C4D420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671377" y="5466914"/>
                  <a:ext cx="38916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68F0DBE-0D11-E86B-4EAD-25160C1AF1C7}"/>
                    </a:ext>
                  </a:extLst>
                </p14:cNvPr>
                <p14:cNvContentPartPr/>
                <p14:nvPr/>
              </p14:nvContentPartPr>
              <p14:xfrm>
                <a:off x="2269017" y="1253834"/>
                <a:ext cx="217440" cy="2325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68F0DBE-0D11-E86B-4EAD-25160C1AF1C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251017" y="1236194"/>
                  <a:ext cx="2530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F198CF3-FF92-AC97-189A-6D200DF4AC97}"/>
                    </a:ext>
                  </a:extLst>
                </p14:cNvPr>
                <p14:cNvContentPartPr/>
                <p14:nvPr/>
              </p14:nvContentPartPr>
              <p14:xfrm>
                <a:off x="2491857" y="1272554"/>
                <a:ext cx="173880" cy="2062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F198CF3-FF92-AC97-189A-6D200DF4AC9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473857" y="1254914"/>
                  <a:ext cx="2095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F73B7CB-39CB-B848-B1E2-C77AC678BBB9}"/>
                    </a:ext>
                  </a:extLst>
                </p14:cNvPr>
                <p14:cNvContentPartPr/>
                <p14:nvPr/>
              </p14:nvContentPartPr>
              <p14:xfrm>
                <a:off x="2687337" y="1258514"/>
                <a:ext cx="137880" cy="192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F73B7CB-39CB-B848-B1E2-C77AC678BBB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669697" y="1240514"/>
                  <a:ext cx="17352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2C76F50-3F8C-4825-517C-0418DD51BAFA}"/>
                    </a:ext>
                  </a:extLst>
                </p14:cNvPr>
                <p14:cNvContentPartPr/>
                <p14:nvPr/>
              </p14:nvContentPartPr>
              <p14:xfrm>
                <a:off x="2521377" y="1541114"/>
                <a:ext cx="264600" cy="334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2C76F50-3F8C-4825-517C-0418DD51BAF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503377" y="1523114"/>
                  <a:ext cx="30024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38970D6-6252-8868-76F1-D93DE452597F}"/>
                    </a:ext>
                  </a:extLst>
                </p14:cNvPr>
                <p14:cNvContentPartPr/>
                <p14:nvPr/>
              </p14:nvContentPartPr>
              <p14:xfrm>
                <a:off x="2829897" y="1609514"/>
                <a:ext cx="239760" cy="4161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38970D6-6252-8868-76F1-D93DE452597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812257" y="1591874"/>
                  <a:ext cx="27540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58F9C6E-C5D6-46A8-7E45-EB52BAD17C18}"/>
                    </a:ext>
                  </a:extLst>
                </p14:cNvPr>
                <p14:cNvContentPartPr/>
                <p14:nvPr/>
              </p14:nvContentPartPr>
              <p14:xfrm>
                <a:off x="3072177" y="1693394"/>
                <a:ext cx="64800" cy="2278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58F9C6E-C5D6-46A8-7E45-EB52BAD17C1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054177" y="1675754"/>
                  <a:ext cx="1004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8A70EA1-67D5-04A8-250E-F70136995A4F}"/>
                    </a:ext>
                  </a:extLst>
                </p14:cNvPr>
                <p14:cNvContentPartPr/>
                <p14:nvPr/>
              </p14:nvContentPartPr>
              <p14:xfrm>
                <a:off x="3170817" y="1730114"/>
                <a:ext cx="6480" cy="178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8A70EA1-67D5-04A8-250E-F70136995A4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152817" y="1712114"/>
                  <a:ext cx="421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D5E511E-B960-EBB0-046C-79FCEDD63918}"/>
                    </a:ext>
                  </a:extLst>
                </p14:cNvPr>
                <p14:cNvContentPartPr/>
                <p14:nvPr/>
              </p14:nvContentPartPr>
              <p14:xfrm>
                <a:off x="3211137" y="1761794"/>
                <a:ext cx="113040" cy="1278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D5E511E-B960-EBB0-046C-79FCEDD6391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193497" y="1744154"/>
                  <a:ext cx="1486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728BB72-F33E-93E9-F331-10C31D5BEF4E}"/>
                    </a:ext>
                  </a:extLst>
                </p14:cNvPr>
                <p14:cNvContentPartPr/>
                <p14:nvPr/>
              </p14:nvContentPartPr>
              <p14:xfrm>
                <a:off x="3364497" y="1709954"/>
                <a:ext cx="123480" cy="178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728BB72-F33E-93E9-F331-10C31D5BEF4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346857" y="1692314"/>
                  <a:ext cx="1591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514CBCE-180E-8884-3C3C-851217C054D1}"/>
                    </a:ext>
                  </a:extLst>
                </p14:cNvPr>
                <p14:cNvContentPartPr/>
                <p14:nvPr/>
              </p14:nvContentPartPr>
              <p14:xfrm>
                <a:off x="3146697" y="2080034"/>
                <a:ext cx="44280" cy="1544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514CBCE-180E-8884-3C3C-851217C054D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128697" y="2062034"/>
                  <a:ext cx="7992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1290D15-7CFD-D203-BD42-BC4D6D6EA803}"/>
                    </a:ext>
                  </a:extLst>
                </p14:cNvPr>
                <p14:cNvContentPartPr/>
                <p14:nvPr/>
              </p14:nvContentPartPr>
              <p14:xfrm>
                <a:off x="3224817" y="2335994"/>
                <a:ext cx="121680" cy="232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1290D15-7CFD-D203-BD42-BC4D6D6EA80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206817" y="2317994"/>
                  <a:ext cx="15732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105BDEB-3940-21B4-67E2-0D0F95EB694D}"/>
                    </a:ext>
                  </a:extLst>
                </p14:cNvPr>
                <p14:cNvContentPartPr/>
                <p14:nvPr/>
              </p14:nvContentPartPr>
              <p14:xfrm>
                <a:off x="3407337" y="2683034"/>
                <a:ext cx="316440" cy="374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105BDEB-3940-21B4-67E2-0D0F95EB694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389697" y="2665034"/>
                  <a:ext cx="35208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F876B6F-B9AA-4A50-C0D6-51B2D488BA5B}"/>
                    </a:ext>
                  </a:extLst>
                </p14:cNvPr>
                <p14:cNvContentPartPr/>
                <p14:nvPr/>
              </p14:nvContentPartPr>
              <p14:xfrm>
                <a:off x="3771657" y="3149234"/>
                <a:ext cx="492120" cy="683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F876B6F-B9AA-4A50-C0D6-51B2D488BA5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754017" y="3131234"/>
                  <a:ext cx="527760" cy="71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C04C660-BE2B-861E-E1EC-7F5EEDD865B5}"/>
                    </a:ext>
                  </a:extLst>
                </p14:cNvPr>
                <p14:cNvContentPartPr/>
                <p14:nvPr/>
              </p14:nvContentPartPr>
              <p14:xfrm>
                <a:off x="4405257" y="4115114"/>
                <a:ext cx="226800" cy="326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C04C660-BE2B-861E-E1EC-7F5EEDD865B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387257" y="4097474"/>
                  <a:ext cx="26244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34B3B39-A144-6916-CCA9-1C394B61899B}"/>
                    </a:ext>
                  </a:extLst>
                </p14:cNvPr>
                <p14:cNvContentPartPr/>
                <p14:nvPr/>
              </p14:nvContentPartPr>
              <p14:xfrm>
                <a:off x="4666617" y="4682834"/>
                <a:ext cx="143280" cy="565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34B3B39-A144-6916-CCA9-1C394B61899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648617" y="4665194"/>
                  <a:ext cx="178920" cy="60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4FE7172-6D0E-9263-2C46-12CE6056EDED}"/>
                    </a:ext>
                  </a:extLst>
                </p14:cNvPr>
                <p14:cNvContentPartPr/>
                <p14:nvPr/>
              </p14:nvContentPartPr>
              <p14:xfrm>
                <a:off x="4697217" y="5227874"/>
                <a:ext cx="152280" cy="806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4FE7172-6D0E-9263-2C46-12CE6056EDE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679217" y="5209874"/>
                  <a:ext cx="1879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B145758-E4EF-E3A6-58D3-706B183B4E27}"/>
                    </a:ext>
                  </a:extLst>
                </p14:cNvPr>
                <p14:cNvContentPartPr/>
                <p14:nvPr/>
              </p14:nvContentPartPr>
              <p14:xfrm>
                <a:off x="4816377" y="4835834"/>
                <a:ext cx="492120" cy="533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B145758-E4EF-E3A6-58D3-706B183B4E2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798737" y="4817834"/>
                  <a:ext cx="527760" cy="56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308FB15-C13C-6625-BC6F-7CB3594B879C}"/>
                    </a:ext>
                  </a:extLst>
                </p14:cNvPr>
                <p14:cNvContentPartPr/>
                <p14:nvPr/>
              </p14:nvContentPartPr>
              <p14:xfrm>
                <a:off x="5206257" y="5375474"/>
                <a:ext cx="178920" cy="48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308FB15-C13C-6625-BC6F-7CB3594B879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188617" y="5357834"/>
                  <a:ext cx="2145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B2CAF68-0267-B9F7-363C-43BBAD66FE10}"/>
                    </a:ext>
                  </a:extLst>
                </p14:cNvPr>
                <p14:cNvContentPartPr/>
                <p14:nvPr/>
              </p14:nvContentPartPr>
              <p14:xfrm>
                <a:off x="4855257" y="4828634"/>
                <a:ext cx="948600" cy="554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B2CAF68-0267-B9F7-363C-43BBAD66FE1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837617" y="4810994"/>
                  <a:ext cx="984240" cy="59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1F5B9B2-95D2-7FA1-D058-FDDE7A414C58}"/>
                    </a:ext>
                  </a:extLst>
                </p14:cNvPr>
                <p14:cNvContentPartPr/>
                <p14:nvPr/>
              </p14:nvContentPartPr>
              <p14:xfrm>
                <a:off x="5759577" y="5384834"/>
                <a:ext cx="100080" cy="63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1F5B9B2-95D2-7FA1-D058-FDDE7A414C5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741937" y="5367194"/>
                  <a:ext cx="1357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0769BBE-0D95-26CB-3EDD-FAE6CF6F07A9}"/>
                    </a:ext>
                  </a:extLst>
                </p14:cNvPr>
                <p14:cNvContentPartPr/>
                <p14:nvPr/>
              </p14:nvContentPartPr>
              <p14:xfrm>
                <a:off x="9007137" y="2815154"/>
                <a:ext cx="115920" cy="310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0769BBE-0D95-26CB-3EDD-FAE6CF6F07A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989137" y="2797154"/>
                  <a:ext cx="15156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B6F55D0-6E9A-97B1-6496-3930BA12BC21}"/>
                    </a:ext>
                  </a:extLst>
                </p14:cNvPr>
                <p14:cNvContentPartPr/>
                <p14:nvPr/>
              </p14:nvContentPartPr>
              <p14:xfrm>
                <a:off x="8953497" y="2768714"/>
                <a:ext cx="1840680" cy="5144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B6F55D0-6E9A-97B1-6496-3930BA12BC2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935497" y="2750714"/>
                  <a:ext cx="1876320" cy="55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1B0C01C-1F1A-B074-2430-0D1076FEF839}"/>
                    </a:ext>
                  </a:extLst>
                </p14:cNvPr>
                <p14:cNvContentPartPr/>
                <p14:nvPr/>
              </p14:nvContentPartPr>
              <p14:xfrm>
                <a:off x="3728817" y="2197754"/>
                <a:ext cx="5338080" cy="9864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1B0C01C-1F1A-B074-2430-0D1076FEF83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710817" y="2180114"/>
                  <a:ext cx="5373720" cy="10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5280FA8-CC1F-3711-8705-54287EC49B38}"/>
                    </a:ext>
                  </a:extLst>
                </p14:cNvPr>
                <p14:cNvContentPartPr/>
                <p14:nvPr/>
              </p14:nvContentPartPr>
              <p14:xfrm>
                <a:off x="3557097" y="2058074"/>
                <a:ext cx="272880" cy="308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5280FA8-CC1F-3711-8705-54287EC49B3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539457" y="2040074"/>
                  <a:ext cx="30852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D76924C-CA78-C477-1B0F-A21840773E68}"/>
                    </a:ext>
                  </a:extLst>
                </p14:cNvPr>
                <p14:cNvContentPartPr/>
                <p14:nvPr/>
              </p14:nvContentPartPr>
              <p14:xfrm>
                <a:off x="4264497" y="2279114"/>
                <a:ext cx="350640" cy="590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D76924C-CA78-C477-1B0F-A21840773E6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246497" y="2261474"/>
                  <a:ext cx="386280" cy="62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45F9D71-3813-BC87-52E7-43DEE81FD5D4}"/>
                    </a:ext>
                  </a:extLst>
                </p14:cNvPr>
                <p14:cNvContentPartPr/>
                <p14:nvPr/>
              </p14:nvContentPartPr>
              <p14:xfrm>
                <a:off x="4048137" y="2379554"/>
                <a:ext cx="540720" cy="4874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45F9D71-3813-BC87-52E7-43DEE81FD5D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030137" y="2361554"/>
                  <a:ext cx="576360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08345C9-59B5-FDA4-9382-D8EF1DDF14E8}"/>
                    </a:ext>
                  </a:extLst>
                </p14:cNvPr>
                <p14:cNvContentPartPr/>
                <p14:nvPr/>
              </p14:nvContentPartPr>
              <p14:xfrm>
                <a:off x="1986777" y="2049074"/>
                <a:ext cx="27720" cy="315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08345C9-59B5-FDA4-9382-D8EF1DDF14E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969137" y="2031434"/>
                  <a:ext cx="6336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1C34713-4FEE-7C07-AF42-94DF0C930BFA}"/>
                    </a:ext>
                  </a:extLst>
                </p14:cNvPr>
                <p14:cNvContentPartPr/>
                <p14:nvPr/>
              </p14:nvContentPartPr>
              <p14:xfrm>
                <a:off x="1845657" y="1927034"/>
                <a:ext cx="241920" cy="4028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1C34713-4FEE-7C07-AF42-94DF0C930BF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828017" y="1909394"/>
                  <a:ext cx="277560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DD3E6D9-6758-685E-6D00-776F05CD5927}"/>
                    </a:ext>
                  </a:extLst>
                </p14:cNvPr>
                <p14:cNvContentPartPr/>
                <p14:nvPr/>
              </p14:nvContentPartPr>
              <p14:xfrm>
                <a:off x="2088297" y="2056274"/>
                <a:ext cx="263160" cy="278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DD3E6D9-6758-685E-6D00-776F05CD592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070297" y="2038274"/>
                  <a:ext cx="29880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4203885-54C9-B975-40C0-9040BD9E2586}"/>
                    </a:ext>
                  </a:extLst>
                </p14:cNvPr>
                <p14:cNvContentPartPr/>
                <p14:nvPr/>
              </p14:nvContentPartPr>
              <p14:xfrm>
                <a:off x="2220057" y="2167514"/>
                <a:ext cx="216360" cy="1126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4203885-54C9-B975-40C0-9040BD9E258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202417" y="2149874"/>
                  <a:ext cx="2520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07884A4-C061-84CC-E395-0D24560B55B2}"/>
                    </a:ext>
                  </a:extLst>
                </p14:cNvPr>
                <p14:cNvContentPartPr/>
                <p14:nvPr/>
              </p14:nvContentPartPr>
              <p14:xfrm>
                <a:off x="2382057" y="2064554"/>
                <a:ext cx="34200" cy="63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07884A4-C061-84CC-E395-0D24560B55B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364057" y="2046554"/>
                  <a:ext cx="69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246AD79-DEA9-F20E-1055-3449F7090BFA}"/>
                    </a:ext>
                  </a:extLst>
                </p14:cNvPr>
                <p14:cNvContentPartPr/>
                <p14:nvPr/>
              </p14:nvContentPartPr>
              <p14:xfrm>
                <a:off x="2464857" y="1915514"/>
                <a:ext cx="270000" cy="415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246AD79-DEA9-F20E-1055-3449F7090BF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446857" y="1897874"/>
                  <a:ext cx="30564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41E1005-CFDA-C58F-1323-FF19A72341F8}"/>
                    </a:ext>
                  </a:extLst>
                </p14:cNvPr>
                <p14:cNvContentPartPr/>
                <p14:nvPr/>
              </p14:nvContentPartPr>
              <p14:xfrm>
                <a:off x="1736217" y="2463074"/>
                <a:ext cx="1428480" cy="1029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41E1005-CFDA-C58F-1323-FF19A72341F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718217" y="2445074"/>
                  <a:ext cx="1464120" cy="138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821068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9DD29-DCD4-6465-0DD6-A4261A35D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8974D1A5-C8FC-E942-69D5-7859B8CDA6B2}"/>
                  </a:ext>
                </a:extLst>
              </p14:cNvPr>
              <p14:cNvContentPartPr/>
              <p14:nvPr/>
            </p14:nvContentPartPr>
            <p14:xfrm>
              <a:off x="2822697" y="2332034"/>
              <a:ext cx="360" cy="14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8974D1A5-C8FC-E942-69D5-7859B8CDA6B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04697" y="2314034"/>
                <a:ext cx="36000" cy="37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9" name="Group 128">
            <a:extLst>
              <a:ext uri="{FF2B5EF4-FFF2-40B4-BE49-F238E27FC236}">
                <a16:creationId xmlns:a16="http://schemas.microsoft.com/office/drawing/2014/main" id="{C73C5149-E483-174D-5CB8-F22D929DEFFA}"/>
              </a:ext>
            </a:extLst>
          </p:cNvPr>
          <p:cNvGrpSpPr/>
          <p:nvPr/>
        </p:nvGrpSpPr>
        <p:grpSpPr>
          <a:xfrm>
            <a:off x="551817" y="1342394"/>
            <a:ext cx="10847160" cy="4749120"/>
            <a:chOff x="551817" y="1342394"/>
            <a:chExt cx="10847160" cy="47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A5B265C-9F15-6BFB-6435-1EBC824F6134}"/>
                    </a:ext>
                  </a:extLst>
                </p14:cNvPr>
                <p14:cNvContentPartPr/>
                <p14:nvPr/>
              </p14:nvContentPartPr>
              <p14:xfrm>
                <a:off x="1378737" y="2486114"/>
                <a:ext cx="591840" cy="1245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A5B265C-9F15-6BFB-6435-1EBC824F613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60737" y="2468474"/>
                  <a:ext cx="6274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711670C-E9A9-60D5-5240-85BB01D1D793}"/>
                    </a:ext>
                  </a:extLst>
                </p14:cNvPr>
                <p14:cNvContentPartPr/>
                <p14:nvPr/>
              </p14:nvContentPartPr>
              <p14:xfrm>
                <a:off x="1899297" y="2114234"/>
                <a:ext cx="554040" cy="412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711670C-E9A9-60D5-5240-85BB01D1D79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81657" y="2096594"/>
                  <a:ext cx="589680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6181666-DF37-CA5D-A174-C42F2D1B8FA9}"/>
                    </a:ext>
                  </a:extLst>
                </p14:cNvPr>
                <p14:cNvContentPartPr/>
                <p14:nvPr/>
              </p14:nvContentPartPr>
              <p14:xfrm>
                <a:off x="2471697" y="2416634"/>
                <a:ext cx="666360" cy="406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6181666-DF37-CA5D-A174-C42F2D1B8FA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454057" y="2398634"/>
                  <a:ext cx="7020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A988039-D23E-A9A6-E83C-2EE9D8026ABC}"/>
                    </a:ext>
                  </a:extLst>
                </p14:cNvPr>
                <p14:cNvContentPartPr/>
                <p14:nvPr/>
              </p14:nvContentPartPr>
              <p14:xfrm>
                <a:off x="2986497" y="2134754"/>
                <a:ext cx="685440" cy="390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A988039-D23E-A9A6-E83C-2EE9D8026AB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968857" y="2117114"/>
                  <a:ext cx="72108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0CB5F59-5357-4C3A-7EDB-7190BB04A415}"/>
                    </a:ext>
                  </a:extLst>
                </p14:cNvPr>
                <p14:cNvContentPartPr/>
                <p14:nvPr/>
              </p14:nvContentPartPr>
              <p14:xfrm>
                <a:off x="1310697" y="1342394"/>
                <a:ext cx="3507120" cy="1204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0CB5F59-5357-4C3A-7EDB-7190BB04A41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92697" y="1324754"/>
                  <a:ext cx="3542760" cy="12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F8E991F-0AE5-8479-2583-F1F834B1D249}"/>
                    </a:ext>
                  </a:extLst>
                </p14:cNvPr>
                <p14:cNvContentPartPr/>
                <p14:nvPr/>
              </p14:nvContentPartPr>
              <p14:xfrm>
                <a:off x="2075697" y="2299994"/>
                <a:ext cx="339480" cy="338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F8E991F-0AE5-8479-2583-F1F834B1D24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058057" y="2282354"/>
                  <a:ext cx="37512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13676DA-2DC6-08FC-B1AF-CB136541067B}"/>
                    </a:ext>
                  </a:extLst>
                </p14:cNvPr>
                <p14:cNvContentPartPr/>
                <p14:nvPr/>
              </p14:nvContentPartPr>
              <p14:xfrm>
                <a:off x="3080457" y="2260034"/>
                <a:ext cx="437400" cy="388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13676DA-2DC6-08FC-B1AF-CB136541067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062457" y="2242034"/>
                  <a:ext cx="473040" cy="42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CB102C1-2620-BACD-84BE-70EE49DC18D5}"/>
                    </a:ext>
                  </a:extLst>
                </p14:cNvPr>
                <p14:cNvContentPartPr/>
                <p14:nvPr/>
              </p14:nvContentPartPr>
              <p14:xfrm>
                <a:off x="1310337" y="3082274"/>
                <a:ext cx="1018800" cy="1082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CB102C1-2620-BACD-84BE-70EE49DC18D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292697" y="3064274"/>
                  <a:ext cx="1054440" cy="11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38FEABB-C000-F44B-63C7-3746C1D87AEA}"/>
                    </a:ext>
                  </a:extLst>
                </p14:cNvPr>
                <p14:cNvContentPartPr/>
                <p14:nvPr/>
              </p14:nvContentPartPr>
              <p14:xfrm>
                <a:off x="1657017" y="3921434"/>
                <a:ext cx="102960" cy="92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38FEABB-C000-F44B-63C7-3746C1D87AE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639377" y="3903434"/>
                  <a:ext cx="138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E75D372-D870-F47A-C40F-16FEE7131316}"/>
                    </a:ext>
                  </a:extLst>
                </p14:cNvPr>
                <p14:cNvContentPartPr/>
                <p14:nvPr/>
              </p14:nvContentPartPr>
              <p14:xfrm>
                <a:off x="1426257" y="2948714"/>
                <a:ext cx="144000" cy="188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E75D372-D870-F47A-C40F-16FEE713131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408257" y="2930714"/>
                  <a:ext cx="1796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88E6E5F-B2F8-E530-E854-C5CA0B0C5507}"/>
                    </a:ext>
                  </a:extLst>
                </p14:cNvPr>
                <p14:cNvContentPartPr/>
                <p14:nvPr/>
              </p14:nvContentPartPr>
              <p14:xfrm>
                <a:off x="1642977" y="2923874"/>
                <a:ext cx="112320" cy="165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88E6E5F-B2F8-E530-E854-C5CA0B0C550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625337" y="2906234"/>
                  <a:ext cx="1479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258CB57-C851-1ED1-1E32-B381E644FAA9}"/>
                    </a:ext>
                  </a:extLst>
                </p14:cNvPr>
                <p14:cNvContentPartPr/>
                <p14:nvPr/>
              </p14:nvContentPartPr>
              <p14:xfrm>
                <a:off x="1791297" y="2911994"/>
                <a:ext cx="79560" cy="166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258CB57-C851-1ED1-1E32-B381E644FAA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773657" y="2893994"/>
                  <a:ext cx="1152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623774C-2D4B-2A75-0689-1A4B44E9A323}"/>
                    </a:ext>
                  </a:extLst>
                </p14:cNvPr>
                <p14:cNvContentPartPr/>
                <p14:nvPr/>
              </p14:nvContentPartPr>
              <p14:xfrm>
                <a:off x="1792737" y="2887874"/>
                <a:ext cx="133200" cy="142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623774C-2D4B-2A75-0689-1A4B44E9A32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775097" y="2870234"/>
                  <a:ext cx="1688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7A76580-E95D-CB9C-179D-A6B4C31C77A8}"/>
                    </a:ext>
                  </a:extLst>
                </p14:cNvPr>
                <p14:cNvContentPartPr/>
                <p14:nvPr/>
              </p14:nvContentPartPr>
              <p14:xfrm>
                <a:off x="1961217" y="2883194"/>
                <a:ext cx="83160" cy="1303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7A76580-E95D-CB9C-179D-A6B4C31C77A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43577" y="2865554"/>
                  <a:ext cx="1188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CB57FD9-05F3-3563-6291-2867E2516B7C}"/>
                    </a:ext>
                  </a:extLst>
                </p14:cNvPr>
                <p14:cNvContentPartPr/>
                <p14:nvPr/>
              </p14:nvContentPartPr>
              <p14:xfrm>
                <a:off x="1759617" y="3335714"/>
                <a:ext cx="173520" cy="925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CB57FD9-05F3-3563-6291-2867E2516B7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741617" y="3318074"/>
                  <a:ext cx="2091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76CC225-0288-2ABF-90F3-E1315929B15E}"/>
                    </a:ext>
                  </a:extLst>
                </p14:cNvPr>
                <p14:cNvContentPartPr/>
                <p14:nvPr/>
              </p14:nvContentPartPr>
              <p14:xfrm>
                <a:off x="1762857" y="3430034"/>
                <a:ext cx="191160" cy="167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76CC225-0288-2ABF-90F3-E1315929B15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744857" y="3412034"/>
                  <a:ext cx="2268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DB5AE20-2CF6-791A-A6B0-C3C1BDCF78A9}"/>
                    </a:ext>
                  </a:extLst>
                </p14:cNvPr>
                <p14:cNvContentPartPr/>
                <p14:nvPr/>
              </p14:nvContentPartPr>
              <p14:xfrm>
                <a:off x="1748097" y="3637394"/>
                <a:ext cx="167400" cy="511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DB5AE20-2CF6-791A-A6B0-C3C1BDCF78A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730097" y="3619394"/>
                  <a:ext cx="2030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2D5924B-9E1C-BB0C-0929-1F2AE06D675E}"/>
                    </a:ext>
                  </a:extLst>
                </p14:cNvPr>
                <p14:cNvContentPartPr/>
                <p14:nvPr/>
              </p14:nvContentPartPr>
              <p14:xfrm>
                <a:off x="2651697" y="3533714"/>
                <a:ext cx="356760" cy="810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2D5924B-9E1C-BB0C-0929-1F2AE06D675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634057" y="3516074"/>
                  <a:ext cx="3924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F184DF6-DBF2-15BF-7179-A0568DC5EBBD}"/>
                    </a:ext>
                  </a:extLst>
                </p14:cNvPr>
                <p14:cNvContentPartPr/>
                <p14:nvPr/>
              </p14:nvContentPartPr>
              <p14:xfrm>
                <a:off x="2636577" y="3556034"/>
                <a:ext cx="390600" cy="832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F184DF6-DBF2-15BF-7179-A0568DC5EBB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618577" y="3538034"/>
                  <a:ext cx="426240" cy="86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79054DF-D924-CD43-AE5C-A924A34F1794}"/>
                    </a:ext>
                  </a:extLst>
                </p14:cNvPr>
                <p14:cNvContentPartPr/>
                <p14:nvPr/>
              </p14:nvContentPartPr>
              <p14:xfrm>
                <a:off x="1581057" y="3185954"/>
                <a:ext cx="632160" cy="625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79054DF-D924-CD43-AE5C-A924A34F179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563057" y="3167954"/>
                  <a:ext cx="667800" cy="66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BD2CAEB-1960-5DDE-3A39-24A88ABB0216}"/>
                    </a:ext>
                  </a:extLst>
                </p14:cNvPr>
                <p14:cNvContentPartPr/>
                <p14:nvPr/>
              </p14:nvContentPartPr>
              <p14:xfrm>
                <a:off x="4524777" y="2788154"/>
                <a:ext cx="2799720" cy="127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BD2CAEB-1960-5DDE-3A39-24A88ABB021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506777" y="2770514"/>
                  <a:ext cx="28353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227563D-BE60-6FC6-8F8F-595B335409E4}"/>
                    </a:ext>
                  </a:extLst>
                </p14:cNvPr>
                <p14:cNvContentPartPr/>
                <p14:nvPr/>
              </p14:nvContentPartPr>
              <p14:xfrm>
                <a:off x="7054857" y="2626874"/>
                <a:ext cx="351360" cy="352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227563D-BE60-6FC6-8F8F-595B335409E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036857" y="2609234"/>
                  <a:ext cx="38700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641C917-14A9-E88C-EEF3-869C09B476A4}"/>
                    </a:ext>
                  </a:extLst>
                </p14:cNvPr>
                <p14:cNvContentPartPr/>
                <p14:nvPr/>
              </p14:nvContentPartPr>
              <p14:xfrm>
                <a:off x="8044137" y="2252474"/>
                <a:ext cx="1792800" cy="8672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641C917-14A9-E88C-EEF3-869C09B476A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026497" y="2234834"/>
                  <a:ext cx="1828440" cy="90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EF15570-CF8E-3183-8326-5D985FB15272}"/>
                    </a:ext>
                  </a:extLst>
                </p14:cNvPr>
                <p14:cNvContentPartPr/>
                <p14:nvPr/>
              </p14:nvContentPartPr>
              <p14:xfrm>
                <a:off x="8076177" y="3083354"/>
                <a:ext cx="1056240" cy="4867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EF15570-CF8E-3183-8326-5D985FB1527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058177" y="3065714"/>
                  <a:ext cx="1091880" cy="52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B7EC078-8B48-10B0-C363-5FC814F75293}"/>
                    </a:ext>
                  </a:extLst>
                </p14:cNvPr>
                <p14:cNvContentPartPr/>
                <p14:nvPr/>
              </p14:nvContentPartPr>
              <p14:xfrm>
                <a:off x="7508817" y="3783194"/>
                <a:ext cx="2257560" cy="408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B7EC078-8B48-10B0-C363-5FC814F7529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490817" y="3765194"/>
                  <a:ext cx="2293200" cy="44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23E05D0-AB6B-E492-704C-C2CF617C3E0F}"/>
                    </a:ext>
                  </a:extLst>
                </p14:cNvPr>
                <p14:cNvContentPartPr/>
                <p14:nvPr/>
              </p14:nvContentPartPr>
              <p14:xfrm>
                <a:off x="8552817" y="2586194"/>
                <a:ext cx="142920" cy="222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23E05D0-AB6B-E492-704C-C2CF617C3E0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534817" y="2568554"/>
                  <a:ext cx="1785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EF66CB0-697F-0F34-2B71-B9FB9EB18005}"/>
                    </a:ext>
                  </a:extLst>
                </p14:cNvPr>
                <p14:cNvContentPartPr/>
                <p14:nvPr/>
              </p14:nvContentPartPr>
              <p14:xfrm>
                <a:off x="8797257" y="2554154"/>
                <a:ext cx="189720" cy="1868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EF66CB0-697F-0F34-2B71-B9FB9EB1800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779617" y="2536514"/>
                  <a:ext cx="2253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E1E164B-6B20-DC9D-BACA-DC3D641D4CB4}"/>
                    </a:ext>
                  </a:extLst>
                </p14:cNvPr>
                <p14:cNvContentPartPr/>
                <p14:nvPr/>
              </p14:nvContentPartPr>
              <p14:xfrm>
                <a:off x="9032337" y="2521394"/>
                <a:ext cx="96120" cy="223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E1E164B-6B20-DC9D-BACA-DC3D641D4CB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014337" y="2503394"/>
                  <a:ext cx="13176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0B55352-937A-DA05-550E-9104D6AECB78}"/>
                    </a:ext>
                  </a:extLst>
                </p14:cNvPr>
                <p14:cNvContentPartPr/>
                <p14:nvPr/>
              </p14:nvContentPartPr>
              <p14:xfrm>
                <a:off x="9045297" y="2510954"/>
                <a:ext cx="178200" cy="1702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0B55352-937A-DA05-550E-9104D6AECB7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027657" y="2492954"/>
                  <a:ext cx="2138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776F7A8-E114-F844-E71A-62B3B646C8C3}"/>
                    </a:ext>
                  </a:extLst>
                </p14:cNvPr>
                <p14:cNvContentPartPr/>
                <p14:nvPr/>
              </p14:nvContentPartPr>
              <p14:xfrm>
                <a:off x="9273537" y="2526434"/>
                <a:ext cx="79920" cy="179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776F7A8-E114-F844-E71A-62B3B646C8C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255537" y="2508794"/>
                  <a:ext cx="1155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0B9FB4B-DA99-89C9-7A08-4D3F8C3BAF1E}"/>
                    </a:ext>
                  </a:extLst>
                </p14:cNvPr>
                <p14:cNvContentPartPr/>
                <p14:nvPr/>
              </p14:nvContentPartPr>
              <p14:xfrm>
                <a:off x="10001817" y="2537954"/>
                <a:ext cx="9000" cy="243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0B9FB4B-DA99-89C9-7A08-4D3F8C3BAF1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983817" y="2520314"/>
                  <a:ext cx="4464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575E7FD-0222-2217-C3B0-EEF355509AAB}"/>
                    </a:ext>
                  </a:extLst>
                </p14:cNvPr>
                <p14:cNvContentPartPr/>
                <p14:nvPr/>
              </p14:nvContentPartPr>
              <p14:xfrm>
                <a:off x="9885177" y="2478554"/>
                <a:ext cx="272880" cy="330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575E7FD-0222-2217-C3B0-EEF355509AA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867177" y="2460554"/>
                  <a:ext cx="30852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A9CC15D-936E-F7A9-55F2-19D5C08ECF1B}"/>
                    </a:ext>
                  </a:extLst>
                </p14:cNvPr>
                <p14:cNvContentPartPr/>
                <p14:nvPr/>
              </p14:nvContentPartPr>
              <p14:xfrm>
                <a:off x="10222137" y="2550194"/>
                <a:ext cx="114840" cy="1692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A9CC15D-936E-F7A9-55F2-19D5C08ECF1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204497" y="2532554"/>
                  <a:ext cx="1504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9C13264-8A55-7A3A-074E-652A6B92E872}"/>
                    </a:ext>
                  </a:extLst>
                </p14:cNvPr>
                <p14:cNvContentPartPr/>
                <p14:nvPr/>
              </p14:nvContentPartPr>
              <p14:xfrm>
                <a:off x="10348857" y="2536514"/>
                <a:ext cx="134280" cy="2012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9C13264-8A55-7A3A-074E-652A6B92E87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330857" y="2518874"/>
                  <a:ext cx="1699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D9E3F88-15C6-88F5-A333-748725E16B11}"/>
                    </a:ext>
                  </a:extLst>
                </p14:cNvPr>
                <p14:cNvContentPartPr/>
                <p14:nvPr/>
              </p14:nvContentPartPr>
              <p14:xfrm>
                <a:off x="10515177" y="2427434"/>
                <a:ext cx="166680" cy="4302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D9E3F88-15C6-88F5-A333-748725E16B1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497177" y="2409794"/>
                  <a:ext cx="20232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B27E5E1-1110-DF07-ED23-DCAB3CB5776F}"/>
                    </a:ext>
                  </a:extLst>
                </p14:cNvPr>
                <p14:cNvContentPartPr/>
                <p14:nvPr/>
              </p14:nvContentPartPr>
              <p14:xfrm>
                <a:off x="10758177" y="2482154"/>
                <a:ext cx="55800" cy="258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B27E5E1-1110-DF07-ED23-DCAB3CB5776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740177" y="2464514"/>
                  <a:ext cx="9144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4C960E9-7E17-A1C0-CACB-B5209FDBFBA3}"/>
                    </a:ext>
                  </a:extLst>
                </p14:cNvPr>
                <p14:cNvContentPartPr/>
                <p14:nvPr/>
              </p14:nvContentPartPr>
              <p14:xfrm>
                <a:off x="10768617" y="2552714"/>
                <a:ext cx="151200" cy="17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4C960E9-7E17-A1C0-CACB-B5209FDBFBA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750617" y="2534714"/>
                  <a:ext cx="1868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268EDD1-E0CD-EA38-728C-C5AA421548D7}"/>
                    </a:ext>
                  </a:extLst>
                </p14:cNvPr>
                <p14:cNvContentPartPr/>
                <p14:nvPr/>
              </p14:nvContentPartPr>
              <p14:xfrm>
                <a:off x="10619577" y="2989754"/>
                <a:ext cx="707400" cy="629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268EDD1-E0CD-EA38-728C-C5AA421548D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601577" y="2972114"/>
                  <a:ext cx="743040" cy="66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06C0236-56C5-375A-9439-38E6FD78EA64}"/>
                    </a:ext>
                  </a:extLst>
                </p14:cNvPr>
                <p14:cNvContentPartPr/>
                <p14:nvPr/>
              </p14:nvContentPartPr>
              <p14:xfrm>
                <a:off x="10664217" y="2936834"/>
                <a:ext cx="734760" cy="660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06C0236-56C5-375A-9439-38E6FD78EA6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646577" y="2918834"/>
                  <a:ext cx="770400" cy="69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63379DE-2960-8861-3EFD-6067384EC1A2}"/>
                    </a:ext>
                  </a:extLst>
                </p14:cNvPr>
                <p14:cNvContentPartPr/>
                <p14:nvPr/>
              </p14:nvContentPartPr>
              <p14:xfrm>
                <a:off x="10838817" y="3085874"/>
                <a:ext cx="188280" cy="7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63379DE-2960-8861-3EFD-6067384EC1A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821177" y="3068234"/>
                  <a:ext cx="22392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0F928A0-2846-8F1F-BAA3-7784CD67B143}"/>
                    </a:ext>
                  </a:extLst>
                </p14:cNvPr>
                <p14:cNvContentPartPr/>
                <p14:nvPr/>
              </p14:nvContentPartPr>
              <p14:xfrm>
                <a:off x="10867257" y="3162914"/>
                <a:ext cx="152280" cy="5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0F928A0-2846-8F1F-BAA3-7784CD67B14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849257" y="3144914"/>
                  <a:ext cx="1879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28E6843-21F9-E658-A0D6-C53B60C21AEB}"/>
                    </a:ext>
                  </a:extLst>
                </p14:cNvPr>
                <p14:cNvContentPartPr/>
                <p14:nvPr/>
              </p14:nvContentPartPr>
              <p14:xfrm>
                <a:off x="10884537" y="3212594"/>
                <a:ext cx="187560" cy="1036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28E6843-21F9-E658-A0D6-C53B60C21AE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866897" y="3194594"/>
                  <a:ext cx="2232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8CF55A9-DF21-6BDA-D5F3-FF1168CD0A1D}"/>
                    </a:ext>
                  </a:extLst>
                </p14:cNvPr>
                <p14:cNvContentPartPr/>
                <p14:nvPr/>
              </p14:nvContentPartPr>
              <p14:xfrm>
                <a:off x="9792297" y="3610754"/>
                <a:ext cx="819360" cy="4690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8CF55A9-DF21-6BDA-D5F3-FF1168CD0A1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774657" y="3593114"/>
                  <a:ext cx="855000" cy="50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E2C736D-0F2E-9CE0-A3C2-08AF79C583AA}"/>
                    </a:ext>
                  </a:extLst>
                </p14:cNvPr>
                <p14:cNvContentPartPr/>
                <p14:nvPr/>
              </p14:nvContentPartPr>
              <p14:xfrm>
                <a:off x="10504737" y="3569714"/>
                <a:ext cx="159840" cy="190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E2C736D-0F2E-9CE0-A3C2-08AF79C583A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486737" y="3552074"/>
                  <a:ext cx="1954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B0619BA-5384-4513-25E8-6C465633DAAE}"/>
                    </a:ext>
                  </a:extLst>
                </p14:cNvPr>
                <p14:cNvContentPartPr/>
                <p14:nvPr/>
              </p14:nvContentPartPr>
              <p14:xfrm>
                <a:off x="10480257" y="3563594"/>
                <a:ext cx="576000" cy="7642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B0619BA-5384-4513-25E8-6C465633DAA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462617" y="3545594"/>
                  <a:ext cx="611640" cy="79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B3A4062-7E45-5193-AD60-2442ABB48427}"/>
                    </a:ext>
                  </a:extLst>
                </p14:cNvPr>
                <p14:cNvContentPartPr/>
                <p14:nvPr/>
              </p14:nvContentPartPr>
              <p14:xfrm>
                <a:off x="10436337" y="4133834"/>
                <a:ext cx="106200" cy="209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B3A4062-7E45-5193-AD60-2442ABB4842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418697" y="4116194"/>
                  <a:ext cx="1418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C4B37B3-5247-980C-D3D3-7DA286C7E0D6}"/>
                    </a:ext>
                  </a:extLst>
                </p14:cNvPr>
                <p14:cNvContentPartPr/>
                <p14:nvPr/>
              </p14:nvContentPartPr>
              <p14:xfrm>
                <a:off x="9985977" y="4291154"/>
                <a:ext cx="292320" cy="2584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C4B37B3-5247-980C-D3D3-7DA286C7E0D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968337" y="4273154"/>
                  <a:ext cx="3279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4CC48EE-4EFC-4C31-A62B-2F5A70D359D7}"/>
                    </a:ext>
                  </a:extLst>
                </p14:cNvPr>
                <p14:cNvContentPartPr/>
                <p14:nvPr/>
              </p14:nvContentPartPr>
              <p14:xfrm>
                <a:off x="9478377" y="4558634"/>
                <a:ext cx="520920" cy="221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4CC48EE-4EFC-4C31-A62B-2F5A70D359D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460377" y="4540634"/>
                  <a:ext cx="5565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FD70284-789C-75A5-E51F-CDE76591E902}"/>
                    </a:ext>
                  </a:extLst>
                </p14:cNvPr>
                <p14:cNvContentPartPr/>
                <p14:nvPr/>
              </p14:nvContentPartPr>
              <p14:xfrm>
                <a:off x="9450657" y="4663394"/>
                <a:ext cx="124920" cy="161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FD70284-789C-75A5-E51F-CDE76591E90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432657" y="4645394"/>
                  <a:ext cx="1605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DD6DE67-C38E-520F-A2ED-E44EEB98021B}"/>
                    </a:ext>
                  </a:extLst>
                </p14:cNvPr>
                <p14:cNvContentPartPr/>
                <p14:nvPr/>
              </p14:nvContentPartPr>
              <p14:xfrm>
                <a:off x="8761617" y="4749074"/>
                <a:ext cx="252360" cy="153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DD6DE67-C38E-520F-A2ED-E44EEB98021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743617" y="4731074"/>
                  <a:ext cx="2880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FD14D62-4F38-2124-92B6-1E7793CF79F5}"/>
                    </a:ext>
                  </a:extLst>
                </p14:cNvPr>
                <p14:cNvContentPartPr/>
                <p14:nvPr/>
              </p14:nvContentPartPr>
              <p14:xfrm>
                <a:off x="8682777" y="4560434"/>
                <a:ext cx="611640" cy="435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FD14D62-4F38-2124-92B6-1E7793CF79F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665137" y="4542794"/>
                  <a:ext cx="647280" cy="4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A5A6850-5887-5317-011D-1D13B27BA675}"/>
                    </a:ext>
                  </a:extLst>
                </p14:cNvPr>
                <p14:cNvContentPartPr/>
                <p14:nvPr/>
              </p14:nvContentPartPr>
              <p14:xfrm>
                <a:off x="3322017" y="4221314"/>
                <a:ext cx="544680" cy="12646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A5A6850-5887-5317-011D-1D13B27BA67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304377" y="4203314"/>
                  <a:ext cx="580320" cy="13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E8D0E18-C926-9590-5773-0D85C6E8A8D9}"/>
                    </a:ext>
                  </a:extLst>
                </p14:cNvPr>
                <p14:cNvContentPartPr/>
                <p14:nvPr/>
              </p14:nvContentPartPr>
              <p14:xfrm>
                <a:off x="3927897" y="4734674"/>
                <a:ext cx="558720" cy="1152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E8D0E18-C926-9590-5773-0D85C6E8A8D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909897" y="4717034"/>
                  <a:ext cx="5943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DDD72B1-1D14-9B3E-CD6D-8EEAFD2EC909}"/>
                    </a:ext>
                  </a:extLst>
                </p14:cNvPr>
                <p14:cNvContentPartPr/>
                <p14:nvPr/>
              </p14:nvContentPartPr>
              <p14:xfrm>
                <a:off x="551817" y="4649714"/>
                <a:ext cx="1166760" cy="9324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DDD72B1-1D14-9B3E-CD6D-8EEAFD2EC90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33817" y="4631714"/>
                  <a:ext cx="1202400" cy="9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7F43B69-4969-FD32-5FDF-D813888015BC}"/>
                    </a:ext>
                  </a:extLst>
                </p14:cNvPr>
                <p14:cNvContentPartPr/>
                <p14:nvPr/>
              </p14:nvContentPartPr>
              <p14:xfrm>
                <a:off x="850977" y="4520834"/>
                <a:ext cx="1248120" cy="8582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7F43B69-4969-FD32-5FDF-D813888015B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32977" y="4503194"/>
                  <a:ext cx="1283760" cy="89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AEDA8DE-EBB7-9770-3A9B-62E83EC82CBC}"/>
                    </a:ext>
                  </a:extLst>
                </p14:cNvPr>
                <p14:cNvContentPartPr/>
                <p14:nvPr/>
              </p14:nvContentPartPr>
              <p14:xfrm>
                <a:off x="1197297" y="5352794"/>
                <a:ext cx="113760" cy="1008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AEDA8DE-EBB7-9770-3A9B-62E83EC82CB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79657" y="5334794"/>
                  <a:ext cx="1494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213B284-44FA-5D2C-13C1-FE6568DA7E55}"/>
                    </a:ext>
                  </a:extLst>
                </p14:cNvPr>
                <p14:cNvContentPartPr/>
                <p14:nvPr/>
              </p14:nvContentPartPr>
              <p14:xfrm>
                <a:off x="2373417" y="4553954"/>
                <a:ext cx="683640" cy="8726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213B284-44FA-5D2C-13C1-FE6568DA7E5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355777" y="4535954"/>
                  <a:ext cx="719280" cy="90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5F03FDE-C699-675A-C3C4-770468D23DDE}"/>
                    </a:ext>
                  </a:extLst>
                </p14:cNvPr>
                <p14:cNvContentPartPr/>
                <p14:nvPr/>
              </p14:nvContentPartPr>
              <p14:xfrm>
                <a:off x="2711457" y="5228954"/>
                <a:ext cx="96480" cy="1231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5F03FDE-C699-675A-C3C4-770468D23DD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693457" y="5210954"/>
                  <a:ext cx="1321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D9725F0-0A3E-87FE-77C9-44EA72D8F556}"/>
                    </a:ext>
                  </a:extLst>
                </p14:cNvPr>
                <p14:cNvContentPartPr/>
                <p14:nvPr/>
              </p14:nvContentPartPr>
              <p14:xfrm>
                <a:off x="1620297" y="5368634"/>
                <a:ext cx="429480" cy="82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D9725F0-0A3E-87FE-77C9-44EA72D8F55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602297" y="5350994"/>
                  <a:ext cx="4651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20625E9-F784-C854-80CE-8997F4C4085F}"/>
                    </a:ext>
                  </a:extLst>
                </p14:cNvPr>
                <p14:cNvContentPartPr/>
                <p14:nvPr/>
              </p14:nvContentPartPr>
              <p14:xfrm>
                <a:off x="2663217" y="4708394"/>
                <a:ext cx="108720" cy="396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20625E9-F784-C854-80CE-8997F4C4085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645577" y="4690754"/>
                  <a:ext cx="1443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72F8585-3904-7CFF-17FD-28317B042AF4}"/>
                    </a:ext>
                  </a:extLst>
                </p14:cNvPr>
                <p14:cNvContentPartPr/>
                <p14:nvPr/>
              </p14:nvContentPartPr>
              <p14:xfrm>
                <a:off x="2708217" y="4812074"/>
                <a:ext cx="125640" cy="234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72F8585-3904-7CFF-17FD-28317B042AF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690577" y="4794074"/>
                  <a:ext cx="1612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D57FF2B-BC76-5179-FC3F-F6A256ED3CF7}"/>
                    </a:ext>
                  </a:extLst>
                </p14:cNvPr>
                <p14:cNvContentPartPr/>
                <p14:nvPr/>
              </p14:nvContentPartPr>
              <p14:xfrm>
                <a:off x="2691297" y="4900634"/>
                <a:ext cx="122400" cy="280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D57FF2B-BC76-5179-FC3F-F6A256ED3CF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673297" y="4882994"/>
                  <a:ext cx="1580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8963CD2-FA71-F70A-F81C-F7C84717F40A}"/>
                    </a:ext>
                  </a:extLst>
                </p14:cNvPr>
                <p14:cNvContentPartPr/>
                <p14:nvPr/>
              </p14:nvContentPartPr>
              <p14:xfrm>
                <a:off x="1108017" y="4756634"/>
                <a:ext cx="87840" cy="302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8963CD2-FA71-F70A-F81C-F7C84717F40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90017" y="4738994"/>
                  <a:ext cx="1234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34D2BE5-34B9-70B1-298A-1072D0550AA9}"/>
                    </a:ext>
                  </a:extLst>
                </p14:cNvPr>
                <p14:cNvContentPartPr/>
                <p14:nvPr/>
              </p14:nvContentPartPr>
              <p14:xfrm>
                <a:off x="1089297" y="4861394"/>
                <a:ext cx="145800" cy="1159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34D2BE5-34B9-70B1-298A-1072D0550AA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71657" y="4843754"/>
                  <a:ext cx="1814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A4ED8EA-9DD3-FAA0-DF3D-E9789152D955}"/>
                    </a:ext>
                  </a:extLst>
                </p14:cNvPr>
                <p14:cNvContentPartPr/>
                <p14:nvPr/>
              </p14:nvContentPartPr>
              <p14:xfrm>
                <a:off x="1091457" y="5069114"/>
                <a:ext cx="173520" cy="124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A4ED8EA-9DD3-FAA0-DF3D-E9789152D95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73817" y="5051114"/>
                  <a:ext cx="2091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B24AB54-E067-8481-227E-2C958A2F4634}"/>
                    </a:ext>
                  </a:extLst>
                </p14:cNvPr>
                <p14:cNvContentPartPr/>
                <p14:nvPr/>
              </p14:nvContentPartPr>
              <p14:xfrm>
                <a:off x="1448217" y="4758434"/>
                <a:ext cx="68400" cy="234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B24AB54-E067-8481-227E-2C958A2F463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430217" y="4740434"/>
                  <a:ext cx="10404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C47094F-0B0F-D1C9-56DF-E6ADD952447A}"/>
                    </a:ext>
                  </a:extLst>
                </p14:cNvPr>
                <p14:cNvContentPartPr/>
                <p14:nvPr/>
              </p14:nvContentPartPr>
              <p14:xfrm>
                <a:off x="1428057" y="4877594"/>
                <a:ext cx="175680" cy="1472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C47094F-0B0F-D1C9-56DF-E6ADD952447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410057" y="4859954"/>
                  <a:ext cx="21132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052DE07-2734-CD38-5D29-253CF5A61924}"/>
                    </a:ext>
                  </a:extLst>
                </p14:cNvPr>
                <p14:cNvContentPartPr/>
                <p14:nvPr/>
              </p14:nvContentPartPr>
              <p14:xfrm>
                <a:off x="1531737" y="5246234"/>
                <a:ext cx="4855320" cy="716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052DE07-2734-CD38-5D29-253CF5A6192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513737" y="5228594"/>
                  <a:ext cx="4890960" cy="7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1243818-3C34-36D7-6CC0-318D60FF2C5B}"/>
                    </a:ext>
                  </a:extLst>
                </p14:cNvPr>
                <p14:cNvContentPartPr/>
                <p14:nvPr/>
              </p14:nvContentPartPr>
              <p14:xfrm>
                <a:off x="6158457" y="5127074"/>
                <a:ext cx="200880" cy="3106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1243818-3C34-36D7-6CC0-318D60FF2C5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140817" y="5109434"/>
                  <a:ext cx="23652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C481E65-FFC5-635C-6C16-2F4F89116A38}"/>
                    </a:ext>
                  </a:extLst>
                </p14:cNvPr>
                <p14:cNvContentPartPr/>
                <p14:nvPr/>
              </p14:nvContentPartPr>
              <p14:xfrm>
                <a:off x="6446097" y="4858154"/>
                <a:ext cx="1377360" cy="8305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C481E65-FFC5-635C-6C16-2F4F89116A3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428097" y="4840154"/>
                  <a:ext cx="1413000" cy="86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00428AC-DF81-5685-0498-D665016D0543}"/>
                    </a:ext>
                  </a:extLst>
                </p14:cNvPr>
                <p14:cNvContentPartPr/>
                <p14:nvPr/>
              </p14:nvContentPartPr>
              <p14:xfrm>
                <a:off x="6499737" y="5709554"/>
                <a:ext cx="781200" cy="3819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00428AC-DF81-5685-0498-D665016D054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482097" y="5691554"/>
                  <a:ext cx="816840" cy="4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DAA462E-69E5-F774-684E-30683F2EDC6B}"/>
                    </a:ext>
                  </a:extLst>
                </p14:cNvPr>
                <p14:cNvContentPartPr/>
                <p14:nvPr/>
              </p14:nvContentPartPr>
              <p14:xfrm>
                <a:off x="6817257" y="5108714"/>
                <a:ext cx="164160" cy="46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DAA462E-69E5-F774-684E-30683F2EDC6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799617" y="5090714"/>
                  <a:ext cx="1998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07448C0-8C1E-2300-C180-BBEF6F1168F7}"/>
                    </a:ext>
                  </a:extLst>
                </p14:cNvPr>
                <p14:cNvContentPartPr/>
                <p14:nvPr/>
              </p14:nvContentPartPr>
              <p14:xfrm>
                <a:off x="6801777" y="5278634"/>
                <a:ext cx="151920" cy="140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07448C0-8C1E-2300-C180-BBEF6F1168F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784137" y="5260994"/>
                  <a:ext cx="1875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8EF17CC-266A-B89F-D7D7-D12F9DC60FC3}"/>
                    </a:ext>
                  </a:extLst>
                </p14:cNvPr>
                <p14:cNvContentPartPr/>
                <p14:nvPr/>
              </p14:nvContentPartPr>
              <p14:xfrm>
                <a:off x="6803577" y="5333714"/>
                <a:ext cx="182880" cy="188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8EF17CC-266A-B89F-D7D7-D12F9DC60FC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785577" y="5316074"/>
                  <a:ext cx="2185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1FA3656E-C59D-8C01-A452-4EF87557FF0C}"/>
                    </a:ext>
                  </a:extLst>
                </p14:cNvPr>
                <p14:cNvContentPartPr/>
                <p14:nvPr/>
              </p14:nvContentPartPr>
              <p14:xfrm>
                <a:off x="4495257" y="3726314"/>
                <a:ext cx="769320" cy="2181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1FA3656E-C59D-8C01-A452-4EF87557FF0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477257" y="3708314"/>
                  <a:ext cx="8049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35C1EFF-CC64-790E-0AE2-92E87B346E4F}"/>
                    </a:ext>
                  </a:extLst>
                </p14:cNvPr>
                <p14:cNvContentPartPr/>
                <p14:nvPr/>
              </p14:nvContentPartPr>
              <p14:xfrm>
                <a:off x="4575537" y="3801554"/>
                <a:ext cx="741600" cy="600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35C1EFF-CC64-790E-0AE2-92E87B346E4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557537" y="3783554"/>
                  <a:ext cx="777240" cy="63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BB7DCE8-3209-C4E7-084A-7845EE457F9F}"/>
                    </a:ext>
                  </a:extLst>
                </p14:cNvPr>
                <p14:cNvContentPartPr/>
                <p14:nvPr/>
              </p14:nvContentPartPr>
              <p14:xfrm>
                <a:off x="5209137" y="3864554"/>
                <a:ext cx="38160" cy="2980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BB7DCE8-3209-C4E7-084A-7845EE457F9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191497" y="3846914"/>
                  <a:ext cx="7380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8CF6CD2-582C-4C4E-3072-7E40C2C66685}"/>
                    </a:ext>
                  </a:extLst>
                </p14:cNvPr>
                <p14:cNvContentPartPr/>
                <p14:nvPr/>
              </p14:nvContentPartPr>
              <p14:xfrm>
                <a:off x="4517217" y="3375314"/>
                <a:ext cx="91440" cy="1908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8CF6CD2-582C-4C4E-3072-7E40C2C6668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499577" y="3357674"/>
                  <a:ext cx="1270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D2DA49B-50CE-285A-7F1C-A445FE05DF84}"/>
                    </a:ext>
                  </a:extLst>
                </p14:cNvPr>
                <p14:cNvContentPartPr/>
                <p14:nvPr/>
              </p14:nvContentPartPr>
              <p14:xfrm>
                <a:off x="4489497" y="3441194"/>
                <a:ext cx="276480" cy="133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D2DA49B-50CE-285A-7F1C-A445FE05DF8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471497" y="3423194"/>
                  <a:ext cx="3121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A28B719-1FB4-036D-485D-1E4F0FCAB234}"/>
                    </a:ext>
                  </a:extLst>
                </p14:cNvPr>
                <p14:cNvContentPartPr/>
                <p14:nvPr/>
              </p14:nvContentPartPr>
              <p14:xfrm>
                <a:off x="4802697" y="3429314"/>
                <a:ext cx="258480" cy="1152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A28B719-1FB4-036D-485D-1E4F0FCAB23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784697" y="3411674"/>
                  <a:ext cx="2941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5353623-67E5-C88E-1202-BEFEA5EF910F}"/>
                    </a:ext>
                  </a:extLst>
                </p14:cNvPr>
                <p14:cNvContentPartPr/>
                <p14:nvPr/>
              </p14:nvContentPartPr>
              <p14:xfrm>
                <a:off x="5102577" y="3369914"/>
                <a:ext cx="111240" cy="2300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5353623-67E5-C88E-1202-BEFEA5EF910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084577" y="3352274"/>
                  <a:ext cx="14688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3A39B6E-8B84-F619-30AC-0C4BC0D2495A}"/>
                    </a:ext>
                  </a:extLst>
                </p14:cNvPr>
                <p14:cNvContentPartPr/>
                <p14:nvPr/>
              </p14:nvContentPartPr>
              <p14:xfrm>
                <a:off x="4790097" y="3994154"/>
                <a:ext cx="155880" cy="28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3A39B6E-8B84-F619-30AC-0C4BC0D2495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72097" y="3976514"/>
                  <a:ext cx="1915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8555B18-52A1-5802-D53E-24528B92296F}"/>
                    </a:ext>
                  </a:extLst>
                </p14:cNvPr>
                <p14:cNvContentPartPr/>
                <p14:nvPr/>
              </p14:nvContentPartPr>
              <p14:xfrm>
                <a:off x="4835097" y="4065794"/>
                <a:ext cx="145800" cy="910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8555B18-52A1-5802-D53E-24528B92296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817097" y="4048154"/>
                  <a:ext cx="18144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E1DD107-77CD-4032-8ACC-763DA5B45544}"/>
                    </a:ext>
                  </a:extLst>
                </p14:cNvPr>
                <p14:cNvContentPartPr/>
                <p14:nvPr/>
              </p14:nvContentPartPr>
              <p14:xfrm>
                <a:off x="4852017" y="4210154"/>
                <a:ext cx="150480" cy="248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E1DD107-77CD-4032-8ACC-763DA5B4554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834377" y="4192514"/>
                  <a:ext cx="1861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9CE384D-73E7-40C5-133D-EB82A0B2A919}"/>
                    </a:ext>
                  </a:extLst>
                </p14:cNvPr>
                <p14:cNvContentPartPr/>
                <p14:nvPr/>
              </p14:nvContentPartPr>
              <p14:xfrm>
                <a:off x="5542857" y="3161114"/>
                <a:ext cx="154440" cy="2041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9CE384D-73E7-40C5-133D-EB82A0B2A91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524857" y="3143114"/>
                  <a:ext cx="1900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27E163D-05DD-C585-2D3E-E0E7B2937BB1}"/>
                    </a:ext>
                  </a:extLst>
                </p14:cNvPr>
                <p14:cNvContentPartPr/>
                <p14:nvPr/>
              </p14:nvContentPartPr>
              <p14:xfrm>
                <a:off x="5714937" y="3193154"/>
                <a:ext cx="114480" cy="1245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27E163D-05DD-C585-2D3E-E0E7B2937BB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697297" y="3175514"/>
                  <a:ext cx="150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C58D5EA-D430-18AE-13BB-4E778D90CCC5}"/>
                    </a:ext>
                  </a:extLst>
                </p14:cNvPr>
                <p14:cNvContentPartPr/>
                <p14:nvPr/>
              </p14:nvContentPartPr>
              <p14:xfrm>
                <a:off x="5845257" y="3131954"/>
                <a:ext cx="207720" cy="153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C58D5EA-D430-18AE-13BB-4E778D90CCC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827617" y="3113954"/>
                  <a:ext cx="2433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F5C7AB03-CEFB-05D3-E8FC-0F08585DF4B0}"/>
                    </a:ext>
                  </a:extLst>
                </p14:cNvPr>
                <p14:cNvContentPartPr/>
                <p14:nvPr/>
              </p14:nvContentPartPr>
              <p14:xfrm>
                <a:off x="5182137" y="4000274"/>
                <a:ext cx="552600" cy="104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F5C7AB03-CEFB-05D3-E8FC-0F08585DF4B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164497" y="3982274"/>
                  <a:ext cx="5882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51B2A1D9-077B-A613-045D-D33F36C3F998}"/>
                    </a:ext>
                  </a:extLst>
                </p14:cNvPr>
                <p14:cNvContentPartPr/>
                <p14:nvPr/>
              </p14:nvContentPartPr>
              <p14:xfrm>
                <a:off x="5635737" y="3918554"/>
                <a:ext cx="110160" cy="1407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51B2A1D9-077B-A613-045D-D33F36C3F99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617737" y="3900914"/>
                  <a:ext cx="1458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5940253-7274-8605-B866-9747D73F7657}"/>
                    </a:ext>
                  </a:extLst>
                </p14:cNvPr>
                <p14:cNvContentPartPr/>
                <p14:nvPr/>
              </p14:nvContentPartPr>
              <p14:xfrm>
                <a:off x="5929497" y="3889034"/>
                <a:ext cx="118080" cy="1346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5940253-7274-8605-B866-9747D73F765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911857" y="3871394"/>
                  <a:ext cx="1537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A91C645-E4E1-F088-A2BE-5A06A006ECD0}"/>
                    </a:ext>
                  </a:extLst>
                </p14:cNvPr>
                <p14:cNvContentPartPr/>
                <p14:nvPr/>
              </p14:nvContentPartPr>
              <p14:xfrm>
                <a:off x="5776137" y="3766994"/>
                <a:ext cx="390600" cy="360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A91C645-E4E1-F088-A2BE-5A06A006ECD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758137" y="3748994"/>
                  <a:ext cx="42624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8F76D4C-CF40-0C52-99EA-FD08DF5D20BA}"/>
                    </a:ext>
                  </a:extLst>
                </p14:cNvPr>
                <p14:cNvContentPartPr/>
                <p14:nvPr/>
              </p14:nvContentPartPr>
              <p14:xfrm>
                <a:off x="6220017" y="3874994"/>
                <a:ext cx="388440" cy="734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8F76D4C-CF40-0C52-99EA-FD08DF5D20BA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202017" y="3856994"/>
                  <a:ext cx="4240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0D8087C-52C9-B572-6C86-21B7DC5B8F01}"/>
                    </a:ext>
                  </a:extLst>
                </p14:cNvPr>
                <p14:cNvContentPartPr/>
                <p14:nvPr/>
              </p14:nvContentPartPr>
              <p14:xfrm>
                <a:off x="6492537" y="3827474"/>
                <a:ext cx="119880" cy="1512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0D8087C-52C9-B572-6C86-21B7DC5B8F01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474897" y="3809834"/>
                  <a:ext cx="1555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1610DF4-1496-1BE8-D363-1416E1E1A839}"/>
                    </a:ext>
                  </a:extLst>
                </p14:cNvPr>
                <p14:cNvContentPartPr/>
                <p14:nvPr/>
              </p14:nvContentPartPr>
              <p14:xfrm>
                <a:off x="6660297" y="3575474"/>
                <a:ext cx="447120" cy="6919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1610DF4-1496-1BE8-D363-1416E1E1A83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642657" y="3557474"/>
                  <a:ext cx="482760" cy="72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210AEF1-C345-8E81-5C79-D15C3F7FB248}"/>
                    </a:ext>
                  </a:extLst>
                </p14:cNvPr>
                <p14:cNvContentPartPr/>
                <p14:nvPr/>
              </p14:nvContentPartPr>
              <p14:xfrm>
                <a:off x="6560937" y="3465674"/>
                <a:ext cx="1020960" cy="8002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210AEF1-C345-8E81-5C79-D15C3F7FB24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542937" y="3448034"/>
                  <a:ext cx="1056600" cy="83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2B6ABF4-0133-1021-7726-7BA8E3610CFD}"/>
                    </a:ext>
                  </a:extLst>
                </p14:cNvPr>
                <p14:cNvContentPartPr/>
                <p14:nvPr/>
              </p14:nvContentPartPr>
              <p14:xfrm>
                <a:off x="6654177" y="3525434"/>
                <a:ext cx="832680" cy="2354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2B6ABF4-0133-1021-7726-7BA8E3610CF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636537" y="3507434"/>
                  <a:ext cx="8683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3723448-6AF0-D1A0-2B16-CDD918295737}"/>
                    </a:ext>
                  </a:extLst>
                </p14:cNvPr>
                <p14:cNvContentPartPr/>
                <p14:nvPr/>
              </p14:nvContentPartPr>
              <p14:xfrm>
                <a:off x="6823377" y="3191714"/>
                <a:ext cx="16200" cy="2242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3723448-6AF0-D1A0-2B16-CDD918295737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805377" y="3173714"/>
                  <a:ext cx="5184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580720A-8A94-1D04-6D3A-75653CE7DC51}"/>
                    </a:ext>
                  </a:extLst>
                </p14:cNvPr>
                <p14:cNvContentPartPr/>
                <p14:nvPr/>
              </p14:nvContentPartPr>
              <p14:xfrm>
                <a:off x="6753177" y="3135194"/>
                <a:ext cx="162360" cy="133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580720A-8A94-1D04-6D3A-75653CE7DC5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735177" y="3117554"/>
                  <a:ext cx="1980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C93240-A567-CBCB-EDED-38F6A6590069}"/>
                    </a:ext>
                  </a:extLst>
                </p14:cNvPr>
                <p14:cNvContentPartPr/>
                <p14:nvPr/>
              </p14:nvContentPartPr>
              <p14:xfrm>
                <a:off x="6950817" y="3205754"/>
                <a:ext cx="94680" cy="1735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C93240-A567-CBCB-EDED-38F6A659006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932817" y="3187754"/>
                  <a:ext cx="1303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915E179-7B1F-8C86-2401-09FA613EB2EC}"/>
                    </a:ext>
                  </a:extLst>
                </p14:cNvPr>
                <p14:cNvContentPartPr/>
                <p14:nvPr/>
              </p14:nvContentPartPr>
              <p14:xfrm>
                <a:off x="7104177" y="3218354"/>
                <a:ext cx="102240" cy="1324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915E179-7B1F-8C86-2401-09FA613EB2E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086177" y="3200354"/>
                  <a:ext cx="1378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F0B0DCCB-4781-1CBA-E4AA-D384AF9407FF}"/>
                    </a:ext>
                  </a:extLst>
                </p14:cNvPr>
                <p14:cNvContentPartPr/>
                <p14:nvPr/>
              </p14:nvContentPartPr>
              <p14:xfrm>
                <a:off x="7292097" y="3109994"/>
                <a:ext cx="75960" cy="3801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F0B0DCCB-4781-1CBA-E4AA-D384AF9407FF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274457" y="3092354"/>
                  <a:ext cx="111600" cy="41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E6E8904-12F7-9C97-DCD0-DDB162698EDE}"/>
                    </a:ext>
                  </a:extLst>
                </p14:cNvPr>
                <p14:cNvContentPartPr/>
                <p14:nvPr/>
              </p14:nvContentPartPr>
              <p14:xfrm>
                <a:off x="6627897" y="3444794"/>
                <a:ext cx="807480" cy="64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E6E8904-12F7-9C97-DCD0-DDB162698ED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609897" y="3427154"/>
                  <a:ext cx="843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CD51E90-1A8E-4FE2-F828-D3B3821C424E}"/>
                    </a:ext>
                  </a:extLst>
                </p14:cNvPr>
                <p14:cNvContentPartPr/>
                <p14:nvPr/>
              </p14:nvContentPartPr>
              <p14:xfrm>
                <a:off x="3874977" y="3157874"/>
                <a:ext cx="434880" cy="18288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CD51E90-1A8E-4FE2-F828-D3B3821C424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857337" y="3140234"/>
                  <a:ext cx="470520" cy="18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1177AA36-74AA-96B6-498E-5A49EE3A6836}"/>
                    </a:ext>
                  </a:extLst>
                </p14:cNvPr>
                <p14:cNvContentPartPr/>
                <p14:nvPr/>
              </p14:nvContentPartPr>
              <p14:xfrm>
                <a:off x="6987537" y="3064994"/>
                <a:ext cx="537840" cy="14162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1177AA36-74AA-96B6-498E-5A49EE3A683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969537" y="3047354"/>
                  <a:ext cx="573480" cy="1451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664985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</a:t>
            </a:r>
            <a:r>
              <a:rPr lang="en-US"/>
              <a:t>: Create &amp; F4 </a:t>
            </a:r>
            <a:r>
              <a:rPr lang="en-US" dirty="0"/>
              <a:t>Enablement for app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B14C9-6879-188A-7949-1530B690566F}"/>
              </a:ext>
            </a:extLst>
          </p:cNvPr>
          <p:cNvSpPr txBox="1"/>
          <p:nvPr/>
        </p:nvSpPr>
        <p:spPr>
          <a:xfrm>
            <a:off x="189756" y="980728"/>
            <a:ext cx="11737304" cy="120032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Solution: </a:t>
            </a:r>
            <a:r>
              <a:rPr lang="en-US" dirty="0">
                <a:solidFill>
                  <a:schemeClr val="bg1"/>
                </a:solidFill>
                <a:hlinkClick r:id="rId2"/>
              </a:rPr>
              <a:t>https://github.com/soyuztechnologies/SAP_BTP_Training_CLD200/tree/master/Day%204/capm%20draft%20and%20value%20helps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074" name="Picture 2" descr="Page 9 | Generating App Images - Free Download on Freepik">
            <a:extLst>
              <a:ext uri="{FF2B5EF4-FFF2-40B4-BE49-F238E27FC236}">
                <a16:creationId xmlns:a16="http://schemas.microsoft.com/office/drawing/2014/main" id="{C92DDBBF-543D-104B-3058-FFBBAFC41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4483" y="2708920"/>
            <a:ext cx="3820487" cy="3820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116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9FFB1-B477-7234-7772-C52F2881B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Fiori elements – How to Develop an Object Page - SAP Community">
            <a:extLst>
              <a:ext uri="{FF2B5EF4-FFF2-40B4-BE49-F238E27FC236}">
                <a16:creationId xmlns:a16="http://schemas.microsoft.com/office/drawing/2014/main" id="{D3150824-0441-69FC-F181-54E6CCF405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908720"/>
            <a:ext cx="10702925" cy="5718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C7468B2-AD4A-CE73-8D1F-99A38FB89E1E}"/>
                  </a:ext>
                </a:extLst>
              </p14:cNvPr>
              <p14:cNvContentPartPr/>
              <p14:nvPr/>
            </p14:nvContentPartPr>
            <p14:xfrm>
              <a:off x="1861671" y="2578532"/>
              <a:ext cx="47160" cy="2790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C7468B2-AD4A-CE73-8D1F-99A38FB89E1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53031" y="2569892"/>
                <a:ext cx="64800" cy="29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72F35E8-0B60-630D-63B1-13BC8E0B81BA}"/>
                  </a:ext>
                </a:extLst>
              </p14:cNvPr>
              <p14:cNvContentPartPr/>
              <p14:nvPr/>
            </p14:nvContentPartPr>
            <p14:xfrm>
              <a:off x="4355031" y="2537132"/>
              <a:ext cx="352800" cy="3524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72F35E8-0B60-630D-63B1-13BC8E0B81B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346031" y="2528492"/>
                <a:ext cx="370440" cy="37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12900404-9D5D-8B5A-9722-3B3E67432A80}"/>
              </a:ext>
            </a:extLst>
          </p:cNvPr>
          <p:cNvGrpSpPr/>
          <p:nvPr/>
        </p:nvGrpSpPr>
        <p:grpSpPr>
          <a:xfrm>
            <a:off x="6386151" y="3459812"/>
            <a:ext cx="134640" cy="640440"/>
            <a:chOff x="6386151" y="3459812"/>
            <a:chExt cx="134640" cy="64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23685EA-3F5D-20CA-5148-814CF36A5394}"/>
                    </a:ext>
                  </a:extLst>
                </p14:cNvPr>
                <p14:cNvContentPartPr/>
                <p14:nvPr/>
              </p14:nvContentPartPr>
              <p14:xfrm>
                <a:off x="6446631" y="3459812"/>
                <a:ext cx="47520" cy="640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23685EA-3F5D-20CA-5148-814CF36A539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437991" y="3451172"/>
                  <a:ext cx="65160" cy="65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3F0D797-97AB-63D3-DBF1-B74DD607ADD0}"/>
                    </a:ext>
                  </a:extLst>
                </p14:cNvPr>
                <p14:cNvContentPartPr/>
                <p14:nvPr/>
              </p14:nvContentPartPr>
              <p14:xfrm>
                <a:off x="6386151" y="3526052"/>
                <a:ext cx="8280" cy="439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3F0D797-97AB-63D3-DBF1-B74DD607ADD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377511" y="3517052"/>
                  <a:ext cx="2592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4FE1D72-3072-D84B-232B-0F636AA6E666}"/>
                    </a:ext>
                  </a:extLst>
                </p14:cNvPr>
                <p14:cNvContentPartPr/>
                <p14:nvPr/>
              </p14:nvContentPartPr>
              <p14:xfrm>
                <a:off x="6394071" y="3459812"/>
                <a:ext cx="126720" cy="543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4FE1D72-3072-D84B-232B-0F636AA6E66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385431" y="3451172"/>
                  <a:ext cx="14436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52C3C8E-9E7F-6782-4F91-0DBD5C67CAC6}"/>
              </a:ext>
            </a:extLst>
          </p:cNvPr>
          <p:cNvGrpSpPr/>
          <p:nvPr/>
        </p:nvGrpSpPr>
        <p:grpSpPr>
          <a:xfrm>
            <a:off x="1143471" y="2782292"/>
            <a:ext cx="1570320" cy="555480"/>
            <a:chOff x="1143471" y="2782292"/>
            <a:chExt cx="1570320" cy="55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B082C1E-C7DA-BE75-08AC-A1D61528FB91}"/>
                    </a:ext>
                  </a:extLst>
                </p14:cNvPr>
                <p14:cNvContentPartPr/>
                <p14:nvPr/>
              </p14:nvContentPartPr>
              <p14:xfrm>
                <a:off x="1143471" y="3020972"/>
                <a:ext cx="43560" cy="3168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B082C1E-C7DA-BE75-08AC-A1D61528FB9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134831" y="3011972"/>
                  <a:ext cx="6120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7D31D84-87B3-6FA4-3CDF-3EE8DBCAB170}"/>
                    </a:ext>
                  </a:extLst>
                </p14:cNvPr>
                <p14:cNvContentPartPr/>
                <p14:nvPr/>
              </p14:nvContentPartPr>
              <p14:xfrm>
                <a:off x="1277031" y="2983892"/>
                <a:ext cx="126720" cy="3178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7D31D84-87B3-6FA4-3CDF-3EE8DBCAB17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68031" y="2974892"/>
                  <a:ext cx="14436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1288E7F-F7C6-3730-B2B9-B177E5FB0633}"/>
                    </a:ext>
                  </a:extLst>
                </p14:cNvPr>
                <p14:cNvContentPartPr/>
                <p14:nvPr/>
              </p14:nvContentPartPr>
              <p14:xfrm>
                <a:off x="1453791" y="3048692"/>
                <a:ext cx="74160" cy="1699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1288E7F-F7C6-3730-B2B9-B177E5FB063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444791" y="3039692"/>
                  <a:ext cx="918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7069ABA-4B40-4B7D-8A79-48F750FE04F8}"/>
                    </a:ext>
                  </a:extLst>
                </p14:cNvPr>
                <p14:cNvContentPartPr/>
                <p14:nvPr/>
              </p14:nvContentPartPr>
              <p14:xfrm>
                <a:off x="1554951" y="3040052"/>
                <a:ext cx="137520" cy="1695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7069ABA-4B40-4B7D-8A79-48F750FE04F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546311" y="3031412"/>
                  <a:ext cx="155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E6AC82B-82FD-5E64-2081-AD8A96A48D29}"/>
                    </a:ext>
                  </a:extLst>
                </p14:cNvPr>
                <p14:cNvContentPartPr/>
                <p14:nvPr/>
              </p14:nvContentPartPr>
              <p14:xfrm>
                <a:off x="1690671" y="2955812"/>
                <a:ext cx="55800" cy="2314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E6AC82B-82FD-5E64-2081-AD8A96A48D2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681671" y="2946812"/>
                  <a:ext cx="734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DD9684B-B0AB-4B25-CAB3-391EB2CD5A27}"/>
                    </a:ext>
                  </a:extLst>
                </p14:cNvPr>
                <p14:cNvContentPartPr/>
                <p14:nvPr/>
              </p14:nvContentPartPr>
              <p14:xfrm>
                <a:off x="1670871" y="3040772"/>
                <a:ext cx="192600" cy="1238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DD9684B-B0AB-4B25-CAB3-391EB2CD5A2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661871" y="3032132"/>
                  <a:ext cx="2102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DE7941D-85F1-27AA-6045-B5A2075B1D68}"/>
                    </a:ext>
                  </a:extLst>
                </p14:cNvPr>
                <p14:cNvContentPartPr/>
                <p14:nvPr/>
              </p14:nvContentPartPr>
              <p14:xfrm>
                <a:off x="1798311" y="2933492"/>
                <a:ext cx="17640" cy="532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DE7941D-85F1-27AA-6045-B5A2075B1D6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789311" y="2924492"/>
                  <a:ext cx="352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64ECBE2-8B17-1BC3-CE06-F926A22D96B3}"/>
                    </a:ext>
                  </a:extLst>
                </p14:cNvPr>
                <p14:cNvContentPartPr/>
                <p14:nvPr/>
              </p14:nvContentPartPr>
              <p14:xfrm>
                <a:off x="1890111" y="2891012"/>
                <a:ext cx="100080" cy="4424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64ECBE2-8B17-1BC3-CE06-F926A22D96B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881471" y="2882012"/>
                  <a:ext cx="11772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DDD784F-1F5E-159F-C688-E33B7AA098C6}"/>
                    </a:ext>
                  </a:extLst>
                </p14:cNvPr>
                <p14:cNvContentPartPr/>
                <p14:nvPr/>
              </p14:nvContentPartPr>
              <p14:xfrm>
                <a:off x="1900911" y="3024212"/>
                <a:ext cx="185040" cy="1558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DDD784F-1F5E-159F-C688-E33B7AA098C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891911" y="3015572"/>
                  <a:ext cx="2026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F0D0A40-D61C-AD82-E3D4-5E5016166AB7}"/>
                    </a:ext>
                  </a:extLst>
                </p14:cNvPr>
                <p14:cNvContentPartPr/>
                <p14:nvPr/>
              </p14:nvContentPartPr>
              <p14:xfrm>
                <a:off x="2053191" y="2919092"/>
                <a:ext cx="19080" cy="291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F0D0A40-D61C-AD82-E3D4-5E5016166AB7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044551" y="2910452"/>
                  <a:ext cx="367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EC28257-B58C-0C4E-CED4-8469FF857718}"/>
                    </a:ext>
                  </a:extLst>
                </p14:cNvPr>
                <p14:cNvContentPartPr/>
                <p14:nvPr/>
              </p14:nvContentPartPr>
              <p14:xfrm>
                <a:off x="2126631" y="2983172"/>
                <a:ext cx="50760" cy="1458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EC28257-B58C-0C4E-CED4-8469FF85771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117991" y="2974532"/>
                  <a:ext cx="684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12B16C9-839A-6E7C-9D8A-3C00B97EB80D}"/>
                    </a:ext>
                  </a:extLst>
                </p14:cNvPr>
                <p14:cNvContentPartPr/>
                <p14:nvPr/>
              </p14:nvContentPartPr>
              <p14:xfrm>
                <a:off x="2241471" y="2794172"/>
                <a:ext cx="184680" cy="2588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12B16C9-839A-6E7C-9D8A-3C00B97EB80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232471" y="2785172"/>
                  <a:ext cx="2023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6A027A0-9B17-BF40-650F-6E63C0896DEA}"/>
                    </a:ext>
                  </a:extLst>
                </p14:cNvPr>
                <p14:cNvContentPartPr/>
                <p14:nvPr/>
              </p14:nvContentPartPr>
              <p14:xfrm>
                <a:off x="2382951" y="2887412"/>
                <a:ext cx="105480" cy="1173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6A027A0-9B17-BF40-650F-6E63C0896DE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374311" y="2878772"/>
                  <a:ext cx="1231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159DA82-FCCF-A7FB-5902-02239A73B2E4}"/>
                    </a:ext>
                  </a:extLst>
                </p14:cNvPr>
                <p14:cNvContentPartPr/>
                <p14:nvPr/>
              </p14:nvContentPartPr>
              <p14:xfrm>
                <a:off x="2457471" y="2782292"/>
                <a:ext cx="2880" cy="1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159DA82-FCCF-A7FB-5902-02239A73B2E4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448831" y="2773652"/>
                  <a:ext cx="205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8315F94-4D7E-59B3-B5BE-5ED346E7464A}"/>
                    </a:ext>
                  </a:extLst>
                </p14:cNvPr>
                <p14:cNvContentPartPr/>
                <p14:nvPr/>
              </p14:nvContentPartPr>
              <p14:xfrm>
                <a:off x="2506071" y="2790932"/>
                <a:ext cx="207720" cy="1746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8315F94-4D7E-59B3-B5BE-5ED346E7464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497431" y="2782292"/>
                  <a:ext cx="225360" cy="192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B2CE6954-4082-B04C-3328-9B7026EBC698}"/>
                  </a:ext>
                </a:extLst>
              </p14:cNvPr>
              <p14:cNvContentPartPr/>
              <p14:nvPr/>
            </p14:nvContentPartPr>
            <p14:xfrm>
              <a:off x="5512431" y="2815412"/>
              <a:ext cx="12240" cy="432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B2CE6954-4082-B04C-3328-9B7026EBC698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5503791" y="2806772"/>
                <a:ext cx="29880" cy="2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CE79EFA7-C2B4-96A9-76F3-5EF31A986418}"/>
                  </a:ext>
                </a:extLst>
              </p14:cNvPr>
              <p14:cNvContentPartPr/>
              <p14:nvPr/>
            </p14:nvContentPartPr>
            <p14:xfrm>
              <a:off x="5742471" y="2815412"/>
              <a:ext cx="20880" cy="540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CE79EFA7-C2B4-96A9-76F3-5EF31A986418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5733831" y="2806772"/>
                <a:ext cx="38520" cy="2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7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02923FF7-3135-8CE2-2A40-4C78430FCF41}"/>
                  </a:ext>
                </a:extLst>
              </p14:cNvPr>
              <p14:cNvContentPartPr/>
              <p14:nvPr/>
            </p14:nvContentPartPr>
            <p14:xfrm>
              <a:off x="6223431" y="2769332"/>
              <a:ext cx="12960" cy="432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02923FF7-3135-8CE2-2A40-4C78430FCF41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6214791" y="2760332"/>
                <a:ext cx="30600" cy="2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9C19ECA6-B189-83AF-A3B1-0DBC3368FE47}"/>
              </a:ext>
            </a:extLst>
          </p:cNvPr>
          <p:cNvGrpSpPr/>
          <p:nvPr/>
        </p:nvGrpSpPr>
        <p:grpSpPr>
          <a:xfrm>
            <a:off x="4099431" y="2835212"/>
            <a:ext cx="1226520" cy="460800"/>
            <a:chOff x="4099431" y="2835212"/>
            <a:chExt cx="1226520" cy="46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DAF9FD9-7582-77B2-B29F-A648C33642BD}"/>
                    </a:ext>
                  </a:extLst>
                </p14:cNvPr>
                <p14:cNvContentPartPr/>
                <p14:nvPr/>
              </p14:nvContentPartPr>
              <p14:xfrm>
                <a:off x="5130831" y="2857532"/>
                <a:ext cx="13680" cy="39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DAF9FD9-7582-77B2-B29F-A648C33642B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122191" y="2848892"/>
                  <a:ext cx="313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EBFB669-5D0D-9EC0-D6B7-D1D7DEDC3976}"/>
                    </a:ext>
                  </a:extLst>
                </p14:cNvPr>
                <p14:cNvContentPartPr/>
                <p14:nvPr/>
              </p14:nvContentPartPr>
              <p14:xfrm>
                <a:off x="5321631" y="2835212"/>
                <a:ext cx="4320" cy="18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EBFB669-5D0D-9EC0-D6B7-D1D7DEDC3976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312631" y="2826572"/>
                  <a:ext cx="2196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92D374F-C935-260D-BED7-B51E82083BD9}"/>
                    </a:ext>
                  </a:extLst>
                </p14:cNvPr>
                <p14:cNvContentPartPr/>
                <p14:nvPr/>
              </p14:nvContentPartPr>
              <p14:xfrm>
                <a:off x="4124271" y="3089012"/>
                <a:ext cx="70560" cy="2070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92D374F-C935-260D-BED7-B51E82083BD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115631" y="3080012"/>
                  <a:ext cx="882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EA9087D-6726-EE38-DE10-B18340FA419C}"/>
                    </a:ext>
                  </a:extLst>
                </p14:cNvPr>
                <p14:cNvContentPartPr/>
                <p14:nvPr/>
              </p14:nvContentPartPr>
              <p14:xfrm>
                <a:off x="4099431" y="2907212"/>
                <a:ext cx="218520" cy="2437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EA9087D-6726-EE38-DE10-B18340FA419C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090431" y="2898572"/>
                  <a:ext cx="2361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B7DF6F3-46AA-30BF-69C2-8AD4B6892E7D}"/>
                    </a:ext>
                  </a:extLst>
                </p14:cNvPr>
                <p14:cNvContentPartPr/>
                <p14:nvPr/>
              </p14:nvContentPartPr>
              <p14:xfrm>
                <a:off x="4159191" y="3081452"/>
                <a:ext cx="118080" cy="219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B7DF6F3-46AA-30BF-69C2-8AD4B6892E7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150551" y="3072812"/>
                  <a:ext cx="1357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2D7D5C2-9505-7501-4929-08F9294D5904}"/>
                    </a:ext>
                  </a:extLst>
                </p14:cNvPr>
                <p14:cNvContentPartPr/>
                <p14:nvPr/>
              </p14:nvContentPartPr>
              <p14:xfrm>
                <a:off x="4301751" y="3104852"/>
                <a:ext cx="81720" cy="1796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2D7D5C2-9505-7501-4929-08F9294D590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293111" y="3096212"/>
                  <a:ext cx="993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59936DE-08F1-B480-9E1F-F89CDBCC33B4}"/>
                    </a:ext>
                  </a:extLst>
                </p14:cNvPr>
                <p14:cNvContentPartPr/>
                <p14:nvPr/>
              </p14:nvContentPartPr>
              <p14:xfrm>
                <a:off x="4332351" y="3046892"/>
                <a:ext cx="2880" cy="122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59936DE-08F1-B480-9E1F-F89CDBCC33B4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323711" y="3038252"/>
                  <a:ext cx="205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AAA5EE2-8C91-E42E-7FD9-BEF31F51D7C0}"/>
                    </a:ext>
                  </a:extLst>
                </p14:cNvPr>
                <p14:cNvContentPartPr/>
                <p14:nvPr/>
              </p14:nvContentPartPr>
              <p14:xfrm>
                <a:off x="4413711" y="3020972"/>
                <a:ext cx="197280" cy="2692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AAA5EE2-8C91-E42E-7FD9-BEF31F51D7C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4405071" y="3012332"/>
                  <a:ext cx="21492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8481B40-1FB5-2335-C7AB-4057E3796C96}"/>
                    </a:ext>
                  </a:extLst>
                </p14:cNvPr>
                <p14:cNvContentPartPr/>
                <p14:nvPr/>
              </p14:nvContentPartPr>
              <p14:xfrm>
                <a:off x="4630431" y="2987492"/>
                <a:ext cx="98280" cy="241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8481B40-1FB5-2335-C7AB-4057E3796C9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4621431" y="2978492"/>
                  <a:ext cx="11592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33DE8CA-8276-A1F3-38F2-8696505A097D}"/>
                    </a:ext>
                  </a:extLst>
                </p14:cNvPr>
                <p14:cNvContentPartPr/>
                <p14:nvPr/>
              </p14:nvContentPartPr>
              <p14:xfrm>
                <a:off x="4780911" y="2975612"/>
                <a:ext cx="125280" cy="2314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33DE8CA-8276-A1F3-38F2-8696505A097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4772271" y="2966612"/>
                  <a:ext cx="1429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46ABFC9-844E-1C36-8596-E9439489A632}"/>
                    </a:ext>
                  </a:extLst>
                </p14:cNvPr>
                <p14:cNvContentPartPr/>
                <p14:nvPr/>
              </p14:nvContentPartPr>
              <p14:xfrm>
                <a:off x="4911591" y="3028172"/>
                <a:ext cx="57600" cy="1339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46ABFC9-844E-1C36-8596-E9439489A63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902591" y="3019532"/>
                  <a:ext cx="752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3BC40A2-69A6-4834-10C4-92C10CDD8F67}"/>
                    </a:ext>
                  </a:extLst>
                </p14:cNvPr>
                <p14:cNvContentPartPr/>
                <p14:nvPr/>
              </p14:nvContentPartPr>
              <p14:xfrm>
                <a:off x="4986471" y="2900012"/>
                <a:ext cx="245520" cy="2376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3BC40A2-69A6-4834-10C4-92C10CDD8F6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977471" y="2891012"/>
                  <a:ext cx="263160" cy="255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386668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9FFB1-B477-7234-7772-C52F2881B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0768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9FFB1-B477-7234-7772-C52F2881B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8530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85" r="10185"/>
          <a:stretch>
            <a:fillRect/>
          </a:stretch>
        </p:blipFill>
        <p:spPr/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6065406" y="980728"/>
            <a:ext cx="5298342" cy="2776268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6641014" y="1389517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000" b="1" i="0" dirty="0">
                <a:solidFill>
                  <a:schemeClr val="accent3"/>
                </a:solidFill>
                <a:effectLst/>
              </a:rPr>
              <a:t>What We</a:t>
            </a:r>
            <a:r>
              <a:rPr lang="en-IN" sz="4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4000" b="1" i="0" dirty="0">
                <a:solidFill>
                  <a:schemeClr val="accent2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  <a:endParaRPr lang="en-IN" sz="4000" b="1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6641014" y="2147518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4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6664269" y="3161139"/>
            <a:ext cx="617354" cy="109990"/>
            <a:chOff x="6006451" y="5603130"/>
            <a:chExt cx="617354" cy="109990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9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77156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1260763" y="3440863"/>
            <a:ext cx="5583381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6000" b="1" i="0" dirty="0">
                <a:solidFill>
                  <a:schemeClr val="bg1"/>
                </a:solidFill>
                <a:effectLst/>
              </a:rPr>
              <a:t>Thank</a:t>
            </a:r>
            <a:r>
              <a:rPr lang="en-IN" sz="6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6000" b="1" dirty="0">
                <a:solidFill>
                  <a:schemeClr val="accent2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You</a:t>
            </a:r>
            <a:endParaRPr lang="en-IN" sz="6000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1260763" y="4581128"/>
            <a:ext cx="5583381" cy="8309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5400" b="1" kern="0" dirty="0">
                <a:solidFill>
                  <a:schemeClr val="accent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End of Day 4</a:t>
            </a:r>
            <a:endParaRPr lang="en-US" sz="5400" b="1" dirty="0">
              <a:solidFill>
                <a:schemeClr val="accent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CB110C8-9FFD-4804-BDCA-1C9EB581BD4D}"/>
              </a:ext>
            </a:extLst>
          </p:cNvPr>
          <p:cNvCxnSpPr>
            <a:cxnSpLocks/>
          </p:cNvCxnSpPr>
          <p:nvPr/>
        </p:nvCxnSpPr>
        <p:spPr>
          <a:xfrm flipV="1">
            <a:off x="1300694" y="-21772"/>
            <a:ext cx="0" cy="3284984"/>
          </a:xfrm>
          <a:prstGeom prst="line">
            <a:avLst/>
          </a:prstGeom>
          <a:ln w="63500" cap="rnd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1260763" y="5662865"/>
            <a:ext cx="1311594" cy="371301"/>
            <a:chOff x="1162522" y="5662865"/>
            <a:chExt cx="1311594" cy="371301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</p:grpSp>
      <p:pic>
        <p:nvPicPr>
          <p:cNvPr id="16" name="Picture 2" descr="E:\cloud\drive\websites\slidemodel\logo\sebastian\slidemodel-logo-trans.png">
            <a:extLst>
              <a:ext uri="{FF2B5EF4-FFF2-40B4-BE49-F238E27FC236}">
                <a16:creationId xmlns:a16="http://schemas.microsoft.com/office/drawing/2014/main" id="{59E8070B-51C3-4A5F-B241-A7744B4F6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8418" y="6398156"/>
            <a:ext cx="1432658" cy="271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1300694" y="2272374"/>
            <a:ext cx="5297771" cy="986340"/>
          </a:xfrm>
          <a:prstGeom prst="rect">
            <a:avLst/>
          </a:prstGeom>
          <a:ln>
            <a:solidFill>
              <a:schemeClr val="accent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842044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3029488" y="2339447"/>
            <a:ext cx="9159332" cy="4517660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892"/>
            <a:ext cx="12188825" cy="4876667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86" y="892"/>
            <a:ext cx="12185652" cy="487666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175" y="-9395"/>
            <a:ext cx="12184064" cy="4886954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350568" y="5992010"/>
            <a:ext cx="3553364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3943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913943">
              <a:defRPr/>
            </a:pPr>
            <a:r>
              <a:rPr lang="en-US" sz="179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8178219" y="2926031"/>
            <a:ext cx="3229442" cy="2769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IN" sz="1200" spc="50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1200" spc="50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1221676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250+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825143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50,000+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4495429" y="3111497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25000+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83127" y="2279841"/>
            <a:ext cx="640059" cy="6400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05530" y="2272765"/>
            <a:ext cx="671928" cy="671928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32520" y="692233"/>
            <a:ext cx="6570959" cy="11384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2799" b="1" dirty="0" err="1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FutureReady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350569" y="4998498"/>
            <a:ext cx="3900557" cy="89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126">
              <a:defRPr/>
            </a:pPr>
            <a:r>
              <a:rPr lang="en-US" sz="1999" b="1" spc="100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914126">
              <a:defRPr/>
            </a:pPr>
            <a:r>
              <a:rPr lang="en-US" sz="16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1451" y="2194693"/>
            <a:ext cx="851865" cy="851865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6517598" y="3369121"/>
            <a:ext cx="5611184" cy="3380860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4492569" y="5574754"/>
            <a:ext cx="2196235" cy="5473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4399734" y="5490332"/>
            <a:ext cx="2196235" cy="54735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4802969" y="5590298"/>
            <a:ext cx="1466686" cy="36923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126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79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2236" y="444130"/>
            <a:ext cx="2323495" cy="2294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657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4CCC398-65A7-46D8-A239-10DEF44C09D8}"/>
              </a:ext>
            </a:extLst>
          </p:cNvPr>
          <p:cNvSpPr/>
          <p:nvPr/>
        </p:nvSpPr>
        <p:spPr>
          <a:xfrm>
            <a:off x="581024" y="1338826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DD83FDAB-84C0-4E56-A834-5F4759E4D1B1}"/>
              </a:ext>
            </a:extLst>
          </p:cNvPr>
          <p:cNvSpPr/>
          <p:nvPr/>
        </p:nvSpPr>
        <p:spPr>
          <a:xfrm>
            <a:off x="581024" y="3094548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6" name="Rectangle: Rounded Corners 1125">
            <a:extLst>
              <a:ext uri="{FF2B5EF4-FFF2-40B4-BE49-F238E27FC236}">
                <a16:creationId xmlns:a16="http://schemas.microsoft.com/office/drawing/2014/main" id="{FED1BB6A-A9A9-4E0A-A8CD-EEFB5750C983}"/>
              </a:ext>
            </a:extLst>
          </p:cNvPr>
          <p:cNvSpPr/>
          <p:nvPr/>
        </p:nvSpPr>
        <p:spPr>
          <a:xfrm>
            <a:off x="581024" y="4850271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33" name="Rectangle: Rounded Corners 1132">
            <a:extLst>
              <a:ext uri="{FF2B5EF4-FFF2-40B4-BE49-F238E27FC236}">
                <a16:creationId xmlns:a16="http://schemas.microsoft.com/office/drawing/2014/main" id="{47299741-729A-4FA6-A73E-373218C0B948}"/>
              </a:ext>
            </a:extLst>
          </p:cNvPr>
          <p:cNvSpPr/>
          <p:nvPr/>
        </p:nvSpPr>
        <p:spPr>
          <a:xfrm>
            <a:off x="6326749" y="1338826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34" name="Rectangle: Rounded Corners 1133">
            <a:extLst>
              <a:ext uri="{FF2B5EF4-FFF2-40B4-BE49-F238E27FC236}">
                <a16:creationId xmlns:a16="http://schemas.microsoft.com/office/drawing/2014/main" id="{E8655933-ABB5-4D15-AE7F-B0D014A5A5FB}"/>
              </a:ext>
            </a:extLst>
          </p:cNvPr>
          <p:cNvSpPr/>
          <p:nvPr/>
        </p:nvSpPr>
        <p:spPr>
          <a:xfrm>
            <a:off x="6326749" y="3094548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35" name="Rectangle: Rounded Corners 1134">
            <a:extLst>
              <a:ext uri="{FF2B5EF4-FFF2-40B4-BE49-F238E27FC236}">
                <a16:creationId xmlns:a16="http://schemas.microsoft.com/office/drawing/2014/main" id="{7ADD6B3E-784D-4B47-A705-C73AEB0275B4}"/>
              </a:ext>
            </a:extLst>
          </p:cNvPr>
          <p:cNvSpPr/>
          <p:nvPr/>
        </p:nvSpPr>
        <p:spPr>
          <a:xfrm>
            <a:off x="6326749" y="4850271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1E75565-DE97-493A-B6B7-3FEC1D7EC345}"/>
              </a:ext>
            </a:extLst>
          </p:cNvPr>
          <p:cNvGrpSpPr/>
          <p:nvPr/>
        </p:nvGrpSpPr>
        <p:grpSpPr>
          <a:xfrm>
            <a:off x="1245710" y="1591839"/>
            <a:ext cx="3951680" cy="922336"/>
            <a:chOff x="1395616" y="871285"/>
            <a:chExt cx="3825734" cy="1064137"/>
          </a:xfrm>
        </p:grpSpPr>
        <p:sp>
          <p:nvSpPr>
            <p:cNvPr id="1136" name="TextBox 1135">
              <a:extLst>
                <a:ext uri="{FF2B5EF4-FFF2-40B4-BE49-F238E27FC236}">
                  <a16:creationId xmlns:a16="http://schemas.microsoft.com/office/drawing/2014/main" id="{19597974-6BD9-4F46-93D5-8E798AE68BD9}"/>
                </a:ext>
              </a:extLst>
            </p:cNvPr>
            <p:cNvSpPr txBox="1"/>
            <p:nvPr/>
          </p:nvSpPr>
          <p:spPr>
            <a:xfrm>
              <a:off x="2984420" y="1083772"/>
              <a:ext cx="2236930" cy="63917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Introduction to HANA Cloud</a:t>
              </a:r>
            </a:p>
          </p:txBody>
        </p:sp>
        <p:sp>
          <p:nvSpPr>
            <p:cNvPr id="1137" name="TextBox 1136">
              <a:extLst>
                <a:ext uri="{FF2B5EF4-FFF2-40B4-BE49-F238E27FC236}">
                  <a16:creationId xmlns:a16="http://schemas.microsoft.com/office/drawing/2014/main" id="{F9DA7F84-AF3C-4C6B-8FBC-ADC07F02F13B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01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38" name="Group 1137">
            <a:extLst>
              <a:ext uri="{FF2B5EF4-FFF2-40B4-BE49-F238E27FC236}">
                <a16:creationId xmlns:a16="http://schemas.microsoft.com/office/drawing/2014/main" id="{1689CC76-F5C8-4D9A-940D-D0E9511DAD27}"/>
              </a:ext>
            </a:extLst>
          </p:cNvPr>
          <p:cNvGrpSpPr/>
          <p:nvPr/>
        </p:nvGrpSpPr>
        <p:grpSpPr>
          <a:xfrm>
            <a:off x="1245710" y="3347558"/>
            <a:ext cx="3951680" cy="922336"/>
            <a:chOff x="1395616" y="871285"/>
            <a:chExt cx="3825734" cy="1064137"/>
          </a:xfrm>
        </p:grpSpPr>
        <p:sp>
          <p:nvSpPr>
            <p:cNvPr id="1139" name="TextBox 1138">
              <a:extLst>
                <a:ext uri="{FF2B5EF4-FFF2-40B4-BE49-F238E27FC236}">
                  <a16:creationId xmlns:a16="http://schemas.microsoft.com/office/drawing/2014/main" id="{0EC594F9-42AA-48F0-91E3-A523A590A6A2}"/>
                </a:ext>
              </a:extLst>
            </p:cNvPr>
            <p:cNvSpPr txBox="1"/>
            <p:nvPr/>
          </p:nvSpPr>
          <p:spPr>
            <a:xfrm>
              <a:off x="2984420" y="1083772"/>
              <a:ext cx="2236930" cy="63917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Connecting to HANA Cloud Instance</a:t>
              </a:r>
            </a:p>
          </p:txBody>
        </p:sp>
        <p:sp>
          <p:nvSpPr>
            <p:cNvPr id="1140" name="TextBox 1139">
              <a:extLst>
                <a:ext uri="{FF2B5EF4-FFF2-40B4-BE49-F238E27FC236}">
                  <a16:creationId xmlns:a16="http://schemas.microsoft.com/office/drawing/2014/main" id="{958156DC-3EA6-4EBE-BADE-2321E29D81DE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02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41" name="Group 1140">
            <a:extLst>
              <a:ext uri="{FF2B5EF4-FFF2-40B4-BE49-F238E27FC236}">
                <a16:creationId xmlns:a16="http://schemas.microsoft.com/office/drawing/2014/main" id="{010C7D28-B781-409B-AFDB-2EB8DCBAB471}"/>
              </a:ext>
            </a:extLst>
          </p:cNvPr>
          <p:cNvGrpSpPr/>
          <p:nvPr/>
        </p:nvGrpSpPr>
        <p:grpSpPr>
          <a:xfrm>
            <a:off x="6991434" y="1591839"/>
            <a:ext cx="4359562" cy="922336"/>
            <a:chOff x="1395616" y="871285"/>
            <a:chExt cx="3825734" cy="1064137"/>
          </a:xfrm>
        </p:grpSpPr>
        <p:sp>
          <p:nvSpPr>
            <p:cNvPr id="1142" name="TextBox 1141">
              <a:extLst>
                <a:ext uri="{FF2B5EF4-FFF2-40B4-BE49-F238E27FC236}">
                  <a16:creationId xmlns:a16="http://schemas.microsoft.com/office/drawing/2014/main" id="{3F09AA1F-FEA7-4D17-88ED-2CD603C4E9A6}"/>
                </a:ext>
              </a:extLst>
            </p:cNvPr>
            <p:cNvSpPr txBox="1"/>
            <p:nvPr/>
          </p:nvSpPr>
          <p:spPr>
            <a:xfrm>
              <a:off x="2984420" y="1243564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Identity Provider</a:t>
              </a:r>
            </a:p>
          </p:txBody>
        </p:sp>
        <p:sp>
          <p:nvSpPr>
            <p:cNvPr id="1143" name="TextBox 1142">
              <a:extLst>
                <a:ext uri="{FF2B5EF4-FFF2-40B4-BE49-F238E27FC236}">
                  <a16:creationId xmlns:a16="http://schemas.microsoft.com/office/drawing/2014/main" id="{C88A509D-C2AF-4500-8C21-D7071BE4DE69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04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44" name="Group 1143">
            <a:extLst>
              <a:ext uri="{FF2B5EF4-FFF2-40B4-BE49-F238E27FC236}">
                <a16:creationId xmlns:a16="http://schemas.microsoft.com/office/drawing/2014/main" id="{8A3A5AE5-D342-4BA3-9A55-5165158B260D}"/>
              </a:ext>
            </a:extLst>
          </p:cNvPr>
          <p:cNvGrpSpPr/>
          <p:nvPr/>
        </p:nvGrpSpPr>
        <p:grpSpPr>
          <a:xfrm>
            <a:off x="6991434" y="3347558"/>
            <a:ext cx="4431570" cy="922336"/>
            <a:chOff x="1395616" y="871285"/>
            <a:chExt cx="3825734" cy="1064137"/>
          </a:xfrm>
        </p:grpSpPr>
        <p:sp>
          <p:nvSpPr>
            <p:cNvPr id="1145" name="TextBox 1144">
              <a:extLst>
                <a:ext uri="{FF2B5EF4-FFF2-40B4-BE49-F238E27FC236}">
                  <a16:creationId xmlns:a16="http://schemas.microsoft.com/office/drawing/2014/main" id="{D50FB645-94BC-4B73-BC01-70A868E236E0}"/>
                </a:ext>
              </a:extLst>
            </p:cNvPr>
            <p:cNvSpPr txBox="1"/>
            <p:nvPr/>
          </p:nvSpPr>
          <p:spPr>
            <a:xfrm>
              <a:off x="2984420" y="1083770"/>
              <a:ext cx="2236930" cy="63917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rgbClr val="FFFFFF"/>
                  </a:solidFill>
                  <a:effectLst/>
                  <a:latin typeface="Segoe UI" panose="020B0502040204020203" pitchFamily="34" charset="0"/>
                  <a:ea typeface="Calibri Light" panose="020F0302020204030204" pitchFamily="34" charset="0"/>
                  <a:cs typeface="Segoe UI" panose="020B0502040204020203" pitchFamily="34" charset="0"/>
                </a:rPr>
                <a:t>JWT Token and Application Router</a:t>
              </a:r>
              <a:endParaRPr lang="en-US" sz="1800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146" name="TextBox 1145">
              <a:extLst>
                <a:ext uri="{FF2B5EF4-FFF2-40B4-BE49-F238E27FC236}">
                  <a16:creationId xmlns:a16="http://schemas.microsoft.com/office/drawing/2014/main" id="{D6E845BF-0649-4FED-BF91-2541D1DCB0D6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05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47" name="Group 1146">
            <a:extLst>
              <a:ext uri="{FF2B5EF4-FFF2-40B4-BE49-F238E27FC236}">
                <a16:creationId xmlns:a16="http://schemas.microsoft.com/office/drawing/2014/main" id="{17C38255-E89D-4911-9EAA-F048C7DFE484}"/>
              </a:ext>
            </a:extLst>
          </p:cNvPr>
          <p:cNvGrpSpPr/>
          <p:nvPr/>
        </p:nvGrpSpPr>
        <p:grpSpPr>
          <a:xfrm>
            <a:off x="1245710" y="5103281"/>
            <a:ext cx="3951680" cy="922336"/>
            <a:chOff x="1395616" y="871285"/>
            <a:chExt cx="3825734" cy="1064137"/>
          </a:xfrm>
        </p:grpSpPr>
        <p:sp>
          <p:nvSpPr>
            <p:cNvPr id="1148" name="TextBox 1147">
              <a:extLst>
                <a:ext uri="{FF2B5EF4-FFF2-40B4-BE49-F238E27FC236}">
                  <a16:creationId xmlns:a16="http://schemas.microsoft.com/office/drawing/2014/main" id="{E50F2C64-4496-4A40-ACCB-C5159AEC70D5}"/>
                </a:ext>
              </a:extLst>
            </p:cNvPr>
            <p:cNvSpPr txBox="1"/>
            <p:nvPr/>
          </p:nvSpPr>
          <p:spPr>
            <a:xfrm>
              <a:off x="2984420" y="1083771"/>
              <a:ext cx="2236930" cy="63917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Authentication v/s Authorization</a:t>
              </a:r>
            </a:p>
          </p:txBody>
        </p:sp>
        <p:sp>
          <p:nvSpPr>
            <p:cNvPr id="1149" name="TextBox 1148">
              <a:extLst>
                <a:ext uri="{FF2B5EF4-FFF2-40B4-BE49-F238E27FC236}">
                  <a16:creationId xmlns:a16="http://schemas.microsoft.com/office/drawing/2014/main" id="{0B9CA9D5-F695-4802-BE21-8B05D2B75909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03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50" name="Group 1149">
            <a:extLst>
              <a:ext uri="{FF2B5EF4-FFF2-40B4-BE49-F238E27FC236}">
                <a16:creationId xmlns:a16="http://schemas.microsoft.com/office/drawing/2014/main" id="{64D36160-176A-49B7-AEAE-FF1ECF022B7A}"/>
              </a:ext>
            </a:extLst>
          </p:cNvPr>
          <p:cNvGrpSpPr/>
          <p:nvPr/>
        </p:nvGrpSpPr>
        <p:grpSpPr>
          <a:xfrm>
            <a:off x="6991434" y="5103281"/>
            <a:ext cx="4431570" cy="922336"/>
            <a:chOff x="1395616" y="871285"/>
            <a:chExt cx="4290329" cy="1064137"/>
          </a:xfrm>
        </p:grpSpPr>
        <p:sp>
          <p:nvSpPr>
            <p:cNvPr id="1151" name="TextBox 1150">
              <a:extLst>
                <a:ext uri="{FF2B5EF4-FFF2-40B4-BE49-F238E27FC236}">
                  <a16:creationId xmlns:a16="http://schemas.microsoft.com/office/drawing/2014/main" id="{571E5D2F-CB43-41BD-B4D3-A2160034C400}"/>
                </a:ext>
              </a:extLst>
            </p:cNvPr>
            <p:cNvSpPr txBox="1"/>
            <p:nvPr/>
          </p:nvSpPr>
          <p:spPr>
            <a:xfrm>
              <a:off x="2984420" y="1243560"/>
              <a:ext cx="2701525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kern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Deploy App to CF</a:t>
              </a:r>
              <a:endParaRPr lang="en-US" sz="1800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152" name="TextBox 1151">
              <a:extLst>
                <a:ext uri="{FF2B5EF4-FFF2-40B4-BE49-F238E27FC236}">
                  <a16:creationId xmlns:a16="http://schemas.microsoft.com/office/drawing/2014/main" id="{F2024D8F-80E0-4CDB-8B10-C1B5BD93DE8B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06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sp>
        <p:nvSpPr>
          <p:cNvPr id="23" name="Title 22">
            <a:extLst>
              <a:ext uri="{FF2B5EF4-FFF2-40B4-BE49-F238E27FC236}">
                <a16:creationId xmlns:a16="http://schemas.microsoft.com/office/drawing/2014/main" id="{C261B0E4-159A-4067-AFE4-41EEF3B38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Cooper Black" panose="0208090404030B020404" pitchFamily="18" charset="0"/>
              </a:rPr>
              <a:t>Agenda – Day 4</a:t>
            </a:r>
            <a:endParaRPr lang="en-IN" dirty="0">
              <a:solidFill>
                <a:schemeClr val="bg1"/>
              </a:solidFill>
              <a:latin typeface="Cooper Black" panose="0208090404030B0204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3005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61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51C2B"/>
      </a:accent1>
      <a:accent2>
        <a:srgbClr val="CAC4F7"/>
      </a:accent2>
      <a:accent3>
        <a:srgbClr val="1C21E4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7659</TotalTime>
  <Words>551</Words>
  <Application>Microsoft Office PowerPoint</Application>
  <PresentationFormat>Custom</PresentationFormat>
  <Paragraphs>80</Paragraphs>
  <Slides>28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Amasis MT Pro Black</vt:lpstr>
      <vt:lpstr>Arial</vt:lpstr>
      <vt:lpstr>Arial Black</vt:lpstr>
      <vt:lpstr>Calibri</vt:lpstr>
      <vt:lpstr>Cooper Black</vt:lpstr>
      <vt:lpstr>Segoe UI</vt:lpstr>
      <vt:lpstr>Segoe UI Light</vt:lpstr>
      <vt:lpstr>Office Theme</vt:lpstr>
      <vt:lpstr>SAP BTP Extension Suite Training</vt:lpstr>
      <vt:lpstr>PowerPoint Presentation</vt:lpstr>
      <vt:lpstr>Agenda – Day 9</vt:lpstr>
      <vt:lpstr>PowerPoint Presentation</vt:lpstr>
      <vt:lpstr>PowerPoint Presentation</vt:lpstr>
      <vt:lpstr>SAP Fiori elements boosts SAP Fiori development efficiency </vt:lpstr>
      <vt:lpstr>SAP Fiori elements provides enterprise-ready apps out of the box</vt:lpstr>
      <vt:lpstr>SAP Fiori elements application architecture provides flexibility</vt:lpstr>
      <vt:lpstr>SAP Fiori elements prioritizes efficiency over flexibility </vt:lpstr>
      <vt:lpstr>Hands on : Fiori App</vt:lpstr>
      <vt:lpstr>PowerPoint Presentation</vt:lpstr>
      <vt:lpstr>Annotations</vt:lpstr>
      <vt:lpstr>Create Fiori App using Annotation</vt:lpstr>
      <vt:lpstr>Association v.s Composition</vt:lpstr>
      <vt:lpstr>Hands on: Create &amp; F4 Enablement for app</vt:lpstr>
      <vt:lpstr>Hands on : Fiori App</vt:lpstr>
      <vt:lpstr>Create Fiori App using Annotation</vt:lpstr>
      <vt:lpstr>Association v.s Composition</vt:lpstr>
      <vt:lpstr>PowerPoint Presentation</vt:lpstr>
      <vt:lpstr>PowerPoint Presentation</vt:lpstr>
      <vt:lpstr>Hands on: Create &amp; F4 Enablement for app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Agenda – Day 4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Julian</dc:creator>
  <cp:lastModifiedBy>Anubhav Oberoy</cp:lastModifiedBy>
  <cp:revision>272</cp:revision>
  <dcterms:created xsi:type="dcterms:W3CDTF">2013-09-12T13:05:01Z</dcterms:created>
  <dcterms:modified xsi:type="dcterms:W3CDTF">2026-02-23T10:37:14Z</dcterms:modified>
</cp:coreProperties>
</file>
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1" r:id="rId2"/>
  </p:sldMasterIdLst>
  <p:notesMasterIdLst>
    <p:notesMasterId r:id="rId23"/>
  </p:notesMasterIdLst>
  <p:sldIdLst>
    <p:sldId id="276" r:id="rId3"/>
    <p:sldId id="4122" r:id="rId4"/>
    <p:sldId id="277" r:id="rId5"/>
    <p:sldId id="4775" r:id="rId6"/>
    <p:sldId id="4792" r:id="rId7"/>
    <p:sldId id="4797" r:id="rId8"/>
    <p:sldId id="4796" r:id="rId9"/>
    <p:sldId id="4795" r:id="rId10"/>
    <p:sldId id="4794" r:id="rId11"/>
    <p:sldId id="4826" r:id="rId12"/>
    <p:sldId id="4793" r:id="rId13"/>
    <p:sldId id="4801" r:id="rId14"/>
    <p:sldId id="4800" r:id="rId15"/>
    <p:sldId id="4825" r:id="rId16"/>
    <p:sldId id="4798" r:id="rId17"/>
    <p:sldId id="4803" r:id="rId18"/>
    <p:sldId id="4824" r:id="rId19"/>
    <p:sldId id="282" r:id="rId20"/>
    <p:sldId id="280" r:id="rId21"/>
    <p:sldId id="4711" r:id="rId2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40" autoAdjust="0"/>
    <p:restoredTop sz="95033" autoAdjust="0"/>
  </p:normalViewPr>
  <p:slideViewPr>
    <p:cSldViewPr>
      <p:cViewPr varScale="1">
        <p:scale>
          <a:sx n="110" d="100"/>
          <a:sy n="110" d="100"/>
        </p:scale>
        <p:origin x="320" y="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46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1119 24575,'-1'0'0,"0"0"0,-1 0 0,1 0 0,0 0 0,-1-1 0,1 1 0,0 0 0,0 0 0,-1-1 0,1 1 0,0-1 0,0 1 0,0-1 0,0 0 0,0 1 0,0-1 0,0 0 0,0 0 0,0 0 0,0 0 0,0 0 0,0 0 0,-1-1 0,1-1 0,0 1 0,0-1 0,0 0 0,1 1 0,-1-1 0,1 0 0,-1 1 0,1-1 0,0 0 0,0-4 0,2-8 0,0 1 0,1 0 0,7-20 0,-8 26 0,27-74 0,-29 82 0,0-1 0,0 1 0,0 0 0,0-1 0,0 1 0,0 0 0,0 0 0,1-1 0,-1 1 0,0 0 0,0-1 0,0 1 0,0 0 0,0 0 0,1-1 0,-1 1 0,0 0 0,0 0 0,0 0 0,1-1 0,-1 1 0,0 0 0,0 0 0,1 0 0,-1 0 0,0-1 0,0 1 0,1 0 0,-1 0 0,0 0 0,0 0 0,1 0 0,-1 0 0,0 0 0,1 0 0,-1 0 0,0 0 0,1 0 0,-1 0 0,0 0 0,1 0 0,7 14 0,0 22 0,-8-36 0,9 73 0,-8-66 0,-1-1 0,0 0 0,-1 0 0,1 1 0,-1-1 0,-1 0 0,1 0 0,-1 0 0,-3 9 0,5-15 0,0 1 0,0-1 0,0 0 0,-1 0 0,1 1 0,0-1 0,0 0 0,0 0 0,0 1 0,0-1 0,0 0 0,0 0 0,0 0 0,0 1 0,-1-1 0,1 0 0,0 0 0,0 0 0,0 0 0,0 1 0,-1-1 0,1 0 0,0 0 0,0 0 0,0 0 0,-1 0 0,1 0 0,0 0 0,0 1 0,-1-1 0,1 0 0,0 0 0,0 0 0,-1 0 0,1 0 0,0 0 0,0 0 0,-1 0 0,1 0 0,0 0 0,0 0 0,0 0 0,-1-1 0,1 1 0,0 0 0,-1 0 0,-4-13 0,0-22 0,23-237 0,-11 210 0,-5 44 0,34-254 0,-28 230 0,2 0 0,1 1 0,3 1 0,26-55 0,-33 81 0,1 0 0,0 1 0,1 0 0,0 1 0,2 0 0,-1 0 0,1 1 0,1 0 0,15-11 0,-21 18 0,-1 1 0,1-1 0,-1 1 0,1 1 0,0-1 0,0 1 0,0 0 0,1 0 0,-1 0 0,0 1 0,1 0 0,-1 1 0,1-1 0,-1 1 0,1 0 0,-1 1 0,1 0 0,-1 0 0,0 0 0,1 1 0,-1 0 0,0 0 0,0 0 0,9 6 0,-9-5 0,0 1 0,0 0 0,0 0 0,-1 1 0,0-1 0,0 1 0,0 0 0,-1 1 0,1-1 0,-1 1 0,0 0 0,3 6 0,-3-3 0,-1 1 0,1-1 0,-2 0 0,1 1 0,-1 0 0,-1-1 0,2 19 0,-4-8 0,0-1 0,-1 0 0,-1 1 0,0-1 0,-2 0 0,0-1 0,-1 1 0,-11 21 0,3-12 0,-2-1 0,-1-1 0,-1 0 0,-2-1 0,0-1 0,-2-1 0,0-1 0,-1-1 0,-2-1 0,0-1 0,-38 23 0,60-41 0,-3 3 0,1-1 0,-1 0 0,0 0 0,-1 0 0,-6 1 0,50-22 0,-9 9 0,0 1 0,0 2 0,1 0 0,0 2 0,51 0 0,-64 4 0,-1 1 0,1 0 0,-1 1 0,1 1 0,-1 0 0,0 1 0,0 1 0,0 0 0,-1 2 0,0-1 0,0 1 0,19 14 0,-29-18 0,1 1 0,-1 0 0,1 0 0,-1 0 0,0 1 0,-1-1 0,1 1 0,-1 0 0,0 0 0,0 1 0,0-1 0,-1 0 0,0 1 0,0 0 0,0-1 0,-1 1 0,0 0 0,0 0 0,0 0 0,-1 0 0,0 0 0,0 0 0,-1 0 0,1 0 0,-1-1 0,0 1 0,-1 0 0,0 0 0,0-1 0,0 1 0,0-1 0,-1 1 0,0-1 0,0 0 0,0 0 0,-5 5 0,-4 4 0,0-1 0,-1-1 0,0 0 0,-1-1 0,0 0 0,0-1 0,-2-1 0,1 0 0,-1-1 0,-29 11 0,21-11 0,0-1 0,0-1 0,0-1 0,-1-1 0,1-1 0,-1-2 0,-28 0 0,42-2-170,1 0-1,-1-1 0,1 0 1,0-1-1,-1 1 0,1-2 1,-11-5-1,-11-9-6655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47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78 307 24575,'16'-3'0,"-15"2"0,0 0 0,1 1 0,-1 0 0,1-1 0,-1 1 0,1 0 0,-1 0 0,1-1 0,-1 1 0,1 0 0,1 1 0,-3-1 0,0 0 0,1 0 0,-1 0 0,0 1 0,0-1 0,0 0 0,1 0 0,-1 1 0,0-1 0,0 0 0,0 0 0,0 1 0,0-1 0,0 0 0,0 0 0,0 1 0,0-1 0,1 0 0,-1 0 0,0 1 0,0-1 0,0 0 0,0 1 0,-1-1 0,1 0 0,0 0 0,0 1 0,0-1 0,0 0 0,0 0 0,0 1 0,0-1 0,0 0 0,-1 0 0,1 1 0,0-1 0,0 0 0,-8 12 0,8-10 0,-7 9 0,0 1 0,1-1 0,1 2 0,0-1 0,1 0 0,0 1 0,-2 16 0,5-22 0,0 0 0,1 0 0,-1-1 0,2 1 0,-1 0 0,1 0 0,1 7 0,-1-10 0,0-1 0,1 1 0,-1-1 0,1 0 0,-1 1 0,1-1 0,0 0 0,0 0 0,0 0 0,1 0 0,-1 0 0,1-1 0,5 5 0,-5-5 0,-1 0 0,1-1 0,-1 1 0,1-1 0,0 0 0,0 0 0,0 0 0,0 0 0,0 0 0,0 0 0,0-1 0,0 0 0,0 1 0,0-1 0,0 0 0,6-1 0,-4-1 0,0 1 0,1-1 0,-1 0 0,0 0 0,0 0 0,0-1 0,0 1 0,8-8 0,-5 4 0,-1-1 0,1 1 0,-1-2 0,-1 1 0,0-1 0,0 0 0,0 0 0,-1-1 0,0 1 0,4-12 0,-7 14 0,0 0 0,-1 0 0,1 0 0,-1 0 0,-1 0 0,1 0 0,-1 0 0,0 0 0,0 0 0,-1 0 0,0 0 0,0 0 0,0 0 0,-1 0 0,0 0 0,0 1 0,0-1 0,-1 1 0,0-1 0,0 1 0,0 0 0,-1 0 0,-5-6 0,4 6 0,0 0 0,-1 0 0,0 0 0,0 1 0,-1-1 0,1 2 0,-1-1 0,0 1 0,0 0 0,0 0 0,0 1 0,0 0 0,-1 0 0,1 0 0,-1 1 0,1 1 0,-1-1 0,-10 2 0,9-1 0,0 2 0,0-1 0,1 1 0,-1 0 0,-12 6 0,18-7 0,0 0 0,1 0 0,-1 0 0,1 1 0,-1-1 0,1 1 0,0-1 0,-1 1 0,1 0 0,0 0 0,0 0 0,0 0 0,1 0 0,-1 1 0,0-1 0,1 1 0,-1-1 0,1 1 0,0-1 0,0 1 0,-1 3 0,2-5 0,0 1 0,0-1 0,0 0 0,0 1 0,0-1 0,0 0 0,0 1 0,0-1 0,0 0 0,1 0 0,-1 1 0,1-1 0,-1 0 0,1 0 0,-1 1 0,1-1 0,0 0 0,0 0 0,-1 0 0,1 0 0,0 0 0,1 1 0,1 0 0,-1-1 0,1 1 0,-1-1 0,1 1 0,0-1 0,0 0 0,0 0 0,0 0 0,4 1 0,4 0 0,0-1 0,1 0 0,0-1 0,12-1 0,12-3 0,0-2 0,-1-1 0,0-1 0,53-22 0,-27 5 0,91-53 0,-108 53 0,0-3 0,62-51 0,-102 75 0,1-1 0,0 1 0,-1-1 0,7-10 0,-11 15 0,1-1 0,-1 0 0,1 1 0,-1-1 0,0 0 0,0 0 0,1 1 0,-1-1 0,0 0 0,0 0 0,0 0 0,0 1 0,0-1 0,0 0 0,0 0 0,0 0 0,0 1 0,0-1 0,-1-1 0,1 1 0,-1 1 0,1-1 0,-1 0 0,0 0 0,1 1 0,-1-1 0,0 1 0,0-1 0,0 1 0,1-1 0,-1 1 0,0-1 0,0 1 0,0 0 0,0-1 0,0 1 0,0 0 0,0 0 0,0 0 0,-1 0 0,-8-1 0,0 1 0,0 0 0,-1 1 0,1 0 0,0 1 0,1 0 0,-1 1 0,-15 5 0,-75 37 0,94-42 0,-16 8 0,-29 19 0,45-26 0,0 0 0,1 0 0,0 1 0,0 0 0,0 0 0,0 0 0,1 0 0,0 1 0,-6 10 0,9-14 0,0-1 0,0 1 0,1-1 0,-1 1 0,1 0 0,-1-1 0,1 1 0,0 0 0,0-1 0,0 1 0,0 0 0,0 0 0,0-1 0,0 1 0,0 0 0,1-1 0,-1 1 0,1 0 0,-1-1 0,2 4 0,0-3 0,0 1 0,0-1 0,0 1 0,0-1 0,0 0 0,1 0 0,-1 0 0,1 0 0,-1 0 0,6 2 0,5 2 0,0-1 0,1-1 0,26 7 0,-38-11 0,138 23 0,-86-16 0,85 22 0,-132-27 0,-1 0 0,0 1 0,1-1 0,-1 1 0,8 5 0,-13-7 0,0 0 0,0-1 0,0 1 0,-1 0 0,1-1 0,0 1 0,0 0 0,-1 0 0,1-1 0,0 1 0,-1 0 0,1 0 0,-1 0 0,1 0 0,-1 0 0,1 0 0,-1 0 0,0 0 0,0 0 0,1 0 0,-1 0 0,0 1 0,0-1 0,0 0 0,0 0 0,0 0 0,0 0 0,-1 0 0,1 0 0,0 0 0,0 0 0,-1 0 0,1 0 0,-1 0 0,1 0 0,-1 0 0,1 0 0,-1 0 0,0 0 0,-1 1 0,-3 4 0,0-1 0,-1 1 0,0-1 0,-1-1 0,1 1 0,-1-1 0,1 0 0,-11 4 0,-64 23 0,67-26 0,-23 7 0,-59 12 0,82-21 0,0-1 0,0-1 0,-1 0 0,1-1 0,-1 0 0,1-1 0,-20-4 0,6-7-1365,10-1-5461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48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242 393 24575,'1'-1'0,"1"-1"0,0 0 0,-1 1 0,1-1 0,0 0 0,-1 0 0,1 0 0,-1 0 0,2-4 0,-3 5 0,0 0 0,0-1 0,0 1 0,0-1 0,0 1 0,0 0 0,0-1 0,0 1 0,-1 0 0,1-1 0,0 1 0,-1 0 0,1-1 0,-1 1 0,0 0 0,1 0 0,-3-3 0,-1-2 0,0 0 0,0 0 0,-1 0 0,0 1 0,0-1 0,0 1 0,-1 0 0,0 1 0,0-1 0,0 1 0,-8-4 0,11 7 0,1 0 0,-1 0 0,0 0 0,0 0 0,0 0 0,0 0 0,0 1 0,0-1 0,0 1 0,0 0 0,0 0 0,0 0 0,0 1 0,0-1 0,0 1 0,1-1 0,-1 1 0,0 0 0,0 0 0,0 0 0,0 1 0,1-1 0,-1 1 0,1-1 0,-1 1 0,1 0 0,0 0 0,-1 0 0,-2 4 0,-7 10 0,1 1 0,0 0 0,1 1 0,1 0 0,1 0 0,0 1 0,2 0 0,0 1 0,1-1 0,-2 23 0,6-36 0,0 0 0,1-1 0,-1 1 0,2 0 0,-1-1 0,0 1 0,1-1 0,3 12 0,-3-15 0,0 0 0,0 0 0,0 0 0,0 0 0,0 0 0,0 0 0,1-1 0,-1 1 0,0 0 0,1-1 0,0 1 0,-1-1 0,1 1 0,0-1 0,0 0 0,0 0 0,0 0 0,0 0 0,0 0 0,0 0 0,0-1 0,0 1 0,0-1 0,0 1 0,5-1 0,3 0 0,1 0 0,0-1 0,-1 0 0,1 0 0,-1-2 0,0 1 0,0-1 0,0-1 0,0 0 0,15-8 0,0-2 0,0-1 0,38-31 0,-52 37 0,0 0 0,-1-1 0,0-1 0,-1 1 0,0-2 0,0 1 0,-1-1 0,-1-1 0,0 1 0,-1-1 0,0 0 0,-1-1 0,0 1 0,-1-1 0,-1 0 0,0 0 0,-1 0 0,-1-1 0,0 1 0,0 0 0,-2-1 0,0 1 0,-3-16 0,1 10 0,-1 0 0,0 0 0,-2 1 0,0 0 0,-2 0 0,-18-35 0,11 37 0,15 17 0,0 0 0,-1 0 0,1-1 0,0 1 0,-1 0 0,1 0 0,-1 0 0,1 0 0,0-1 0,-1 1 0,1 0 0,-1 0 0,1 0 0,-1 0 0,1 0 0,0 0 0,-1 0 0,1 0 0,-1 0 0,1 1 0,0-1 0,-1 0 0,1 0 0,-1 0 0,0 1 0,0 0 0,0 0 0,0 1 0,0-1 0,0 1 0,1-1 0,-1 1 0,0 0 0,1-1 0,-1 1 0,1 0 0,-1-1 0,1 1 0,0 0 0,0-1 0,0 1 0,0 0 0,0 0 0,1 2 0,3 33 0,2-1 0,1 1 0,13 35 0,-3-5 0,-10-42 0,3 19 0,2-1 0,25 61 0,-36-102 0,-1-1 0,1 1 0,0 0 0,0-1 0,0 1 0,0-1 0,0 1 0,0-1 0,0 1 0,0-1 0,1 0 0,-1 1 0,0-1 0,1 0 0,-1 0 0,3 1 0,-3-2 0,0 0 0,0 0 0,1-1 0,-1 1 0,0 0 0,0 0 0,0-1 0,0 1 0,0-1 0,0 1 0,0-1 0,0 1 0,-1-1 0,1 0 0,0 1 0,0-1 0,0 0 0,-1 0 0,1 0 0,0 1 0,-1-1 0,1 0 0,0 0 0,-1 0 0,1 0 0,-1 0 0,0 0 0,1-1 0,11-25 0,0-1 0,10-40 0,-16 45 0,1 1 0,1 0 0,1 1 0,1 0 0,16-25 0,-24 43 0,0 0 0,0 1 0,0-1 0,0 1 0,1-1 0,-1 1 0,1 0 0,-1 0 0,1 0 0,0 0 0,0 0 0,0 1 0,0-1 0,0 1 0,0 0 0,0 0 0,1 0 0,-1 0 0,6 0 0,-5 1 0,0 0 0,0 1 0,0 0 0,-1 0 0,1 0 0,0 0 0,0 0 0,-1 1 0,1-1 0,-1 1 0,1 0 0,-1 0 0,0 1 0,0-1 0,1 1 0,2 3 0,13 15-195,-1 1 0,-2 1 0,0 0 0,-2 1 0,0 1 0,14 36 0,-11-23-6631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48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1 716 24575,'10'-1'0,"0"-1"0,-1 0 0,1 0 0,9-4 0,12-4 0,3202-627-9011,-2717 583 10432,-479 53-2022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3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23623,'0'5509'0,"9351"-5509"0,-9351-5509 0,-9351 5509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5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24575,'13'63'0,"2"160"-682,-20 309-1,2-489-6143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6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173 632 24575,'-29'-41'0,"-4"-8"0,-31-60 0,56 94 0,1 0 0,1 0 0,0-1 0,1 0 0,1-1 0,1 1 0,0-1 0,-1-28 0,4 37 0,0-1 0,1 1 0,1-1 0,-1 1 0,1 0 0,1-1 0,-1 1 0,2 0 0,-1 0 0,1 1 0,0-1 0,6-7 0,-2 5 0,0 0 0,0 1 0,1 0 0,0 0 0,1 1 0,0 1 0,18-12 0,-8 9 0,0 0 0,1 1 0,0 1 0,0 1 0,0 1 0,1 1 0,0 0 0,44-1 0,-46 5 0,1 2 0,-1 1 0,0 0 0,0 1 0,-1 1 0,1 1 0,-1 1 0,0 1 0,0 0 0,-1 1 0,35 22 0,-42-23 0,-1 1 0,0 0 0,0 0 0,0 1 0,-1 0 0,-1 1 0,0 0 0,0 1 0,-1-1 0,0 2 0,0-1 0,-2 1 0,1-1 0,-2 2 0,1-1 0,-2 0 0,1 1 0,-2 0 0,2 19 0,-3-17 0,-2 0 0,0 0 0,0 0 0,-2 0 0,0-1 0,0 1 0,-1-1 0,-1 0 0,-1 0 0,0 0 0,0-1 0,-1 0 0,-1 0 0,-1 0 0,1-1 0,-2-1 0,0 1 0,-16 13 0,10-10 0,-2-1 0,0 0 0,-1-1 0,0-2 0,0 1 0,-1-2 0,-1-1 0,0-1 0,0 0 0,-1-2 0,-35 7 0,44-12-341,1 0 0,-1 0-1,-20-2 1,9-3-6485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6.4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0 147 24575,'0'-2'0,"1"0"0,-1 0 0,1 0 0,-1 0 0,1 0 0,0 0 0,0 0 0,0 0 0,0 1 0,0-1 0,0 0 0,0 1 0,1-1 0,-1 1 0,1-1 0,-1 1 0,3-2 0,0 0 0,1-1 0,0 1 0,0 0 0,9-4 0,-9 5 0,1 0 0,-1 1 0,0-1 0,1 1 0,-1 0 0,1 0 0,-1 1 0,1 0 0,-1 0 0,1 0 0,-1 0 0,1 1 0,-1 0 0,1 0 0,-1 1 0,7 2 0,-5-1 0,0 1 0,-1 0 0,1 0 0,-1 0 0,1 1 0,-2 0 0,1 1 0,0-1 0,-1 1 0,7 10 0,-4-4 0,0 1 0,-1-1 0,0 1 0,-2 1 0,1-1 0,-1 1 0,-1 0 0,-1 0 0,0 0 0,-1 1 0,0-1 0,-1 16 0,-1-21 0,-1-1 0,0 0 0,-1 0 0,1 0 0,-2 0 0,1-1 0,-1 1 0,0 0 0,-1-1 0,-4 7 0,7-11 0,-1-1 0,1 0 0,-1 1 0,0-1 0,0 0 0,0 0 0,0 0 0,0 0 0,-1-1 0,1 1 0,0 0 0,-1-1 0,1 0 0,-1 0 0,0 1 0,1-2 0,-1 1 0,0 0 0,0 0 0,0-1 0,1 0 0,-1 1 0,0-1 0,0 0 0,0 0 0,0-1 0,0 1 0,1-1 0,-1 1 0,0-1 0,-4-2 0,3 2 0,0-1 0,0 0 0,1 0 0,-1 0 0,1 0 0,-1-1 0,1 1 0,0-1 0,0 0 0,0 0 0,0 0 0,1 0 0,-1-1 0,-2-4 0,2 2 0,0-1 0,0 1 0,1 0 0,0-1 0,1 0 0,-1 1 0,1-1 0,0-8 0,1-1 0,0-1 0,1 1 0,1-1 0,1 1 0,0 0 0,9-25 0,-5 19 69,2 0-1,0 1 0,2 0 0,20-31 1,-27 46-164,1-1 0,-1 2 0,1-1 0,1 0 1,-1 1-1,1 0 0,0 0 0,0 0 0,0 1 0,0 0 1,1 0-1,0 1 0,0 0 0,0 0 0,0 0 1,0 1-1,14-2 0,4 3-6731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6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44 24575,'0'-2'0,"0"0"0,0-1 0,-1 1 0,1-1 0,-1 1 0,1 0 0,-1 0 0,0-1 0,0 1 0,0 0 0,0 0 0,0 0 0,-1 0 0,1 0 0,-3-3 0,3 4 0,0 1 0,1-1 0,-1 1 0,1-1 0,-1 1 0,0 0 0,1-1 0,-1 1 0,0 0 0,1-1 0,-1 1 0,0 0 0,0 0 0,1 0 0,-1 0 0,0 0 0,0 0 0,1 0 0,-1 0 0,0 0 0,0 0 0,-1 1 0,1-1 0,0 1 0,-1 0 0,1-1 0,0 1 0,0 0 0,0 0 0,-1 0 0,1 0 0,0 0 0,0 0 0,0 1 0,1-1 0,-3 2 0,-1 6 0,-1-1 0,1 1 0,1 0 0,0 0 0,0 1 0,1-1 0,0 1 0,-1 13 0,-1 83 0,5-78 0,-1-18 0,-1 8 0,6 36 0,-5-50 0,1 1 0,0-1 0,0 0 0,0 0 0,0 0 0,1-1 0,0 1 0,0 0 0,0 0 0,0-1 0,0 1 0,1-1 0,-1 0 0,6 5 0,-7-7 0,0 0 0,1 0 0,-1 0 0,0 0 0,1-1 0,-1 1 0,1 0 0,-1-1 0,1 1 0,-1-1 0,1 1 0,0-1 0,-1 0 0,1 1 0,-1-1 0,1 0 0,0 0 0,-1 0 0,1-1 0,0 1 0,-1 0 0,3-1 0,-1 0 0,0-1 0,0 1 0,0-1 0,-1 0 0,1 0 0,0 0 0,-1 0 0,1-1 0,-1 1 0,3-4 0,4-5 0,-2-1 0,1 0 0,-1 0 0,5-15 0,0 0 0,-2 0 0,9-38 0,-17 55 0,0-1 0,0 1 0,-1-1 0,0 1 0,-1-1 0,0 1 0,-1-1 0,0 1 0,-4-20 0,4 28 0,0 0 0,1-1 0,-1 1 0,0 0 0,0 0 0,0 0 0,0 0 0,0 0 0,-1 0 0,1 1 0,-1-1 0,1 0 0,-1 1 0,1-1 0,-1 1 0,0-1 0,0 1 0,0 0 0,0 0 0,0 0 0,0 0 0,0 0 0,0 0 0,0 0 0,0 1 0,-5-1 0,4 1 0,-1 0 0,1 0 0,0 1 0,-1 0 0,1-1 0,0 1 0,-1 0 0,1 1 0,0-1 0,0 1 0,0-1 0,0 1 0,0 0 0,0 0 0,1 0 0,-1 0 0,-2 4 0,-12 13-1365,2-1-5461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7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1 128 24575,'9'-34'0,"-8"30"0,0 0 0,0 0 0,0 0 0,0 0 0,0 1 0,1-1 0,3-7 0,-4 11 0,-1 0 0,0-1 0,1 1 0,-1 0 0,0-1 0,0 1 0,1 0 0,-1 0 0,1-1 0,-1 1 0,0 0 0,1 0 0,-1 0 0,1 0 0,-1 0 0,0-1 0,1 1 0,-1 0 0,1 0 0,-1 0 0,1 0 0,-1 0 0,0 0 0,1 0 0,-1 0 0,1 0 0,-1 1 0,1-1 0,-1 0 0,0 0 0,1 0 0,-1 0 0,0 1 0,1-1 0,-1 0 0,1 0 0,-1 1 0,0-1 0,1 0 0,-1 0 0,0 1 0,0-1 0,1 0 0,-1 1 0,0-1 0,0 1 0,0-1 0,1 1 0,12 23 0,-12-22 0,12 29 0,16 56 0,2 11 0,-25-85 0,-1-1 0,1 0 0,1 0 0,0 0 0,12 13 0,-17-23 0,-1 0 0,1 0 0,0 0 0,-1-1 0,1 1 0,0-1 0,0 1 0,0-1 0,0 0 0,0 1 0,1-1 0,-1 0 0,0-1 0,0 1 0,1 0 0,-1-1 0,1 1 0,-1-1 0,0 0 0,1 1 0,3-2 0,-3 1 0,-1-1 0,1 0 0,0 0 0,0 0 0,-1 0 0,1 0 0,-1-1 0,1 1 0,-1-1 0,1 0 0,-1 1 0,0-1 0,0 0 0,0 0 0,0-1 0,0 1 0,2-5 0,6-10 0,-1 0 0,0 0 0,-2-1 0,0 0 0,7-34 0,-4 6 0,4-57 0,-12 81 0,-1 7 0,0 0 0,5-18 0,-3 28 128,0 11 60,1 16-809,-3-16-439,3 15-5766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7.3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44 24575,'0'-2'0,"0"-5"0,3-2 0,1-4 0,-1 4 0,0 6 0,2 9 0,0 8 0,-1 9 0,-1 4 0,-1 7 0,-1 3 0,-1 3 0,1 0 0,-2-1 0,1-4 0,0-6 0,0-7-8191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7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1 158 24575,'0'-11'0,"0"-12"0,0-7 0,2-2 0,2 2 0,-1 10 0,0 9 0,-1 11 0,-1 10 0,0 12 0,2 7 0,1-1-8191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7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127 601 24575,'4'0'0,"1"-1"0,-1 0 0,1-1 0,-1 1 0,1-1 0,-1 1 0,0-1 0,0-1 0,0 1 0,0 0 0,0-1 0,-1 0 0,1 0 0,-1 0 0,0 0 0,0-1 0,4-4 0,0-1 0,0-1 0,-1 1 0,0-1 0,0 0 0,7-20 0,-11 23 0,0 0 0,0 0 0,-1 0 0,1 0 0,-1-13 0,-1 19 0,0 0 0,0-1 0,0 1 0,0 0 0,0 0 0,0-1 0,0 1 0,-1 0 0,1 0 0,0 0 0,-1 0 0,1-1 0,-1 1 0,1 0 0,-1 0 0,0 0 0,1 0 0,-1 0 0,0 0 0,0 0 0,0 1 0,0-1 0,0 0 0,0 0 0,0 1 0,0-1 0,0 0 0,0 1 0,0-1 0,0 1 0,0-1 0,0 1 0,-1 0 0,1 0 0,0-1 0,0 1 0,0 0 0,-1 0 0,1 0 0,0 0 0,-3 1 0,-3 0 0,0 1 0,0 0 0,0 0 0,1 1 0,-1 0 0,1 0 0,-1 1 0,1 0 0,0 0 0,0 0 0,0 1 0,1-1 0,0 2 0,0-1 0,-6 8 0,-4 6 0,0 2 0,2-1 0,-13 27 0,15-28 0,2 1 0,-12 37 0,19-52 0,0 0 0,1 1 0,0-1 0,0 1 0,1-1 0,-1 1 0,1-1 0,0 1 0,1-1 0,-1 1 0,1-1 0,0 0 0,1 1 0,-1-1 0,1 0 0,4 9 0,-4-11 0,-1-1 0,1 1 0,0-1 0,0 0 0,0 0 0,0 0 0,1 0 0,-1 0 0,0 0 0,1 0 0,-1-1 0,1 1 0,0-1 0,0 0 0,-1 0 0,5 1 0,-2-1 0,0 0 0,-1-1 0,1 1 0,0-1 0,0 0 0,0 0 0,0-1 0,0 0 0,6-1 0,-1-1 0,1-1 0,-1 0 0,0 0 0,0-1 0,0 0 0,-1-1 0,1 0 0,9-9 0,-6 3 0,-1-1 0,-1 0 0,0-1 0,-1 0 0,-1-1 0,0 0 0,-1 0 0,0-1 0,8-28 0,-3 4 0,-3 0 0,11-80 0,-15 58 0,-2 0 0,-2-1 0,-10-84 0,3 118 0,2 24 0,0 14 0,1 21 0,0 56 0,16 135 0,-7-168 0,2 0 0,3-1 0,32 90 0,-22-93-1365,-1-11-5461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8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83 239 24575,'1'-1'0,"0"0"0,0 0 0,0 0 0,0 0 0,0 0 0,-1-1 0,1 1 0,0 0 0,-1-1 0,1 1 0,-1 0 0,0-1 0,1 1 0,-1-1 0,0 1 0,0 0 0,0-1 0,0 1 0,0-1 0,0 1 0,0 0 0,-1-1 0,1-1 0,-1 4 0,0 0 0,1 0 0,-1 0 0,1-1 0,-1 1 0,1 0 0,-1 1 0,1-1 0,0 0 0,0 0 0,-1 0 0,1 0 0,0 0 0,0 1 0,0 0 0,0-1 0,0 1 0,0-1 0,0 1 0,0 0 0,0-1 0,1 1 0,-1-1 0,0 1 0,1-1 0,-1 1 0,1-1 0,0 1 0,-1-1 0,1 0 0,0 1 0,0-1 0,0 0 0,0 0 0,0 0 0,0 0 0,0 1 0,1-1 0,-1-1 0,0 1 0,1 0 0,-1 0 0,0 0 0,1-1 0,-1 1 0,1-1 0,-1 1 0,1-1 0,-1 0 0,1 1 0,-1-1 0,1 0 0,0 0 0,-1 0 0,3 0 0,-1-1 0,1 1 0,-1-1 0,0 1 0,1-1 0,-1 0 0,0 0 0,0-1 0,0 1 0,0-1 0,0 1 0,0-1 0,0 0 0,0 0 0,-1 0 0,1-1 0,-1 1 0,1-1 0,1-3 0,1-2 0,-1-1 0,0 0 0,0 0 0,-1 0 0,0-1 0,-1 1 0,0-1 0,-1 1 0,0-1 0,0 0 0,-1 1 0,0-1 0,-1 0 0,0 0 0,-1 1 0,1-1 0,-2 1 0,0-1 0,-6-14 0,8 22 0,0 1 0,1-1 0,-2 1 0,1-1 0,0 0 0,0 1 0,0 0 0,-1-1 0,1 1 0,0 0 0,-1 0 0,1-1 0,-1 1 0,0 0 0,1 1 0,-1-1 0,0 0 0,0 0 0,1 1 0,-1-1 0,0 1 0,0-1 0,0 1 0,0 0 0,0 0 0,1 0 0,-1 0 0,0 0 0,0 0 0,0 1 0,0-1 0,0 1 0,0-1 0,1 1 0,-1-1 0,0 1 0,0 0 0,1 0 0,-1 0 0,-1 2 0,-5 2 0,1 0 0,0 1 0,0 0 0,1 1 0,-1 0 0,-9 14 0,6-6 0,1 0 0,1 1 0,0 0 0,1 0 0,1 1 0,1-1 0,-6 28 0,9-36 0,1 0 0,0-1 0,0 1 0,1 0 0,0 0 0,0 0 0,1 0 0,0 0 0,0 0 0,1-1 0,0 1 0,0 0 0,1-1 0,0 0 0,0 0 0,1 1 0,0-2 0,0 1 0,6 6 0,-6-9-62,0 0 0,0-1 0,1 1 0,0-1 0,0 0 0,0-1 0,0 1 0,0-1 0,0 0 0,1 0 0,-1-1 0,1 1-1,-1-1 1,1 0 0,-1-1 0,1 0 0,0 1 0,-1-2 0,1 1 0,0-1 0,6-1 0,20-5-6764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5:58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4 112 24575,'-3'-60'0,"62"136"0,27 40 0,-76-100 0,0 0 0,-2 1 0,0 0 0,-1 0 0,9 30 0,-15-43 0,-1 1 0,1 0 0,0-1 0,-1 1 0,0 0 0,0-1 0,-1 1 0,1 0 0,-1-1 0,0 1 0,0 0 0,0-1 0,-1 1 0,0-1 0,-3 7 0,4-9 0,-1 0 0,1 0 0,-1 0 0,1-1 0,-1 1 0,0 0 0,0-1 0,0 1 0,0-1 0,0 1 0,0-1 0,0 0 0,0 0 0,-1 0 0,1 0 0,0 0 0,-1-1 0,1 1 0,0-1 0,-1 1 0,1-1 0,-1 0 0,1 0 0,-1 0 0,1 0 0,-1-1 0,1 1 0,0-1 0,-1 1 0,1-1 0,-3-1 0,1 1 0,0-1 0,0 0 0,0-1 0,1 1 0,-1 0 0,1-1 0,-1 0 0,1 0 0,0 0 0,0 0 0,0-1 0,0 1 0,1-1 0,-1 0 0,1 1 0,0-1 0,0 0 0,1 0 0,-1 0 0,1-1 0,0 1 0,0 0 0,-1-9 0,1 1 0,0 0 0,0 0 0,1 0 0,1 0 0,0 0 0,1 0 0,6-21 0,-2 16 0,0 0 0,2 0 0,0 0 0,1 1 0,0 0 0,2 1 0,-1 0 0,2 0 0,23-22 0,-25 28 0,1 0 0,-1 0 0,1 1 0,1 1 0,-1 0 0,1 0 0,1 1 0,-1 1 0,1 0 0,0 1 0,0 0 0,1 1 0,24-3 0,-32 6 25,0 0-1,0 0 0,0 0 1,-1 1-1,1 0 1,0 0-1,0 1 0,-1-1 1,1 1-1,0 0 0,-1 1 1,0-1-1,8 6 1,-10-5-97,0-1 1,-1 0 0,1 0 0,-1 1 0,1 0 0,-1-1 0,0 1 0,0 0 0,0 0-1,-1 0 1,1 0 0,-1 1 0,0-1 0,1 0 0,-2 0 0,1 1 0,0-1 0,-1 1 0,1-1-1,-1 1 1,0-1 0,0 1 0,-1 5 0,-5 20-6755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1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143 230 24575,'-1'-5'0,"0"0"0,-1 1 0,0-1 0,0 0 0,0 1 0,0 0 0,-1-1 0,0 1 0,0 0 0,0 0 0,0 1 0,0-1 0,-7-5 0,9 9 0,1 0 0,0 0 0,0 0 0,0 0 0,-1 0 0,1 0 0,0 0 0,0 0 0,0 0 0,-1 0 0,1 0 0,0 0 0,0 0 0,0 0 0,-1 0 0,1 0 0,0 0 0,0 0 0,0 0 0,-1 0 0,1 1 0,0-1 0,0 0 0,0 0 0,-1 0 0,1 0 0,0 0 0,0 0 0,0 1 0,0-1 0,0 0 0,-1 0 0,1 0 0,0 1 0,0-1 0,0 0 0,0 0 0,0 0 0,0 0 0,0 1 0,0-1 0,0 0 0,0 0 0,0 1 0,0-1 0,0 0 0,-2 13 0,2-11 0,-40 448 0,32-389 0,6-37 0,-1 1 0,-1-1 0,-14 44 0,13-61 0,0-11 0,0-16 0,2-17 0,3 0 0,1-1 0,1 1 0,11-52 0,-10 71 0,41-209 0,-34 189 0,2 0 0,2 1 0,33-65 0,-41 91 0,1 1 0,0 0 0,0 1 0,1-1 0,0 1 0,0 1 0,1-1 0,0 2 0,14-10 0,-18 14 0,0 0 0,0 1 0,0-1 0,0 1 0,0 0 0,0 1 0,1-1 0,-1 1 0,1 0 0,-1 0 0,1 1 0,-1 0 0,1 0 0,-1 0 0,1 1 0,-1-1 0,1 1 0,-1 1 0,0-1 0,1 1 0,-1 0 0,7 3 0,-6-2 0,0 1 0,0 0 0,0 0 0,0 0 0,-1 1 0,1 0 0,-1 0 0,-1 0 0,1 1 0,-1 0 0,0 0 0,0 0 0,0 0 0,-1 0 0,0 1 0,0-1 0,-1 1 0,0 0 0,0 0 0,0 0 0,0 7 0,-1-2 0,-1-1 0,0 1 0,0-1 0,-1 1 0,0-1 0,-1 0 0,-1 1 0,0-1 0,0 0 0,-1 0 0,0-1 0,-9 16 0,-2-4 0,0-1 0,-1 0 0,-1-1 0,-1-1 0,-1-1 0,0 0 0,-1-2 0,-1 0 0,-42 23 0,60-37 0,-13 9 0,16-11 0,-1 0 0,1 0 0,0 0 0,0 0 0,0 1 0,0-1 0,-1 0 0,1 0 0,0 0 0,0 0 0,0 1 0,0-1 0,0 0 0,0 0 0,-1 0 0,1 1 0,0-1 0,0 0 0,0 0 0,0 1 0,0-1 0,0 0 0,0 0 0,0 0 0,0 1 0,0-1 0,0 0 0,0 0 0,0 1 0,0-1 0,0 0 0,1 0 0,-1 0 0,0 1 0,0-1 0,0 0 0,0 0 0,0 0 0,0 1 0,0-1 0,1 0 0,-1 0 0,0 0 0,0 0 0,0 0 0,1 1 0,-1-1 0,0 0 0,0 0 0,0 0 0,1 0 0,-1 0 0,0 0 0,0 0 0,0 0 0,1 0 0,-1 0 0,0 0 0,0 0 0,1 0 0,-1 0 0,0 0 0,0 0 0,0 0 0,1 0 0,-1 0 0,0 0 0,0 0 0,1 0 0,64 8 0,-34-6 0,55 14 0,-76-14 0,0 2 0,-1-1 0,1 1 0,-1 0 0,0 1 0,-1 0 0,1 0 0,-1 1 0,14 12 0,-19-15 0,-1-1 0,0 0 0,1 1 0,-1 0 0,0 0 0,0-1 0,0 1 0,-1 0 0,1 1 0,-1-1 0,1 0 0,-1 0 0,0 1 0,0-1 0,-1 0 0,1 1 0,-1-1 0,0 1 0,0-1 0,0 1 0,0-1 0,0 0 0,-1 1 0,1-1 0,-1 1 0,0-1 0,0 0 0,0 1 0,-1-1 0,1 0 0,-1 0 0,0 0 0,0 0 0,0 0 0,-4 4 0,-3 3 0,0-1 0,-1 0 0,0 0 0,0-1 0,-1-1 0,0 1 0,0-2 0,-17 8 0,13-7-124,-1-1 0,1-1 0,-1 0 0,0-1 0,-1-1 0,1 0-1,-1-2 1,1 0 0,-1 0 0,-17-3 0,0-3-6702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2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24575,'10'-6'0,"1"1"0,0 1 0,0 0 0,17-4 0,-26 8 0,0-1 0,0 1 0,1-1 0,-1 1 0,0 0 0,0 0 0,1 0 0,-1 0 0,0 0 0,0 0 0,0 1 0,1-1 0,-1 1 0,0-1 0,0 1 0,0 0 0,0 0 0,0 0 0,0 0 0,0 0 0,0 1 0,-1-1 0,1 1 0,0-1 0,-1 1 0,1-1 0,-1 1 0,1 0 0,-1 0 0,2 2 0,2 10 0,0 0 0,-1 0 0,0 0 0,-1 1 0,2 23 0,-2 77 0,-3-84 0,0-22 0,-4 87 0,3-86 0,0 0 0,-1 0 0,0-1 0,-1 1 0,0 0 0,0-1 0,-7 12 0,10-20 0,-1 0 0,1 0 0,-1 0 0,1 0 0,-1 0 0,0 0 0,0 0 0,1 0 0,-1 0 0,0 0 0,0-1 0,0 1 0,0 0 0,0 0 0,0-1 0,0 1 0,0-1 0,0 1 0,0-1 0,0 1 0,-1-1 0,1 0 0,0 0 0,0 0 0,0-1 0,0 1 0,0 0 0,1-1 0,-1 1 0,0-1 0,0 1 0,0-1 0,1 1 0,-1-1 0,0 1 0,1-1 0,-1 0 0,0 1 0,1-1 0,-1 0 0,1 1 0,-1-2 0,-3-5 0,1 0 0,0 0 0,0-1 0,-2-12 0,-2-16-341,2 0 0,1 0-1,3-62 1,1 88-6485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2.5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71 24575,'-5'0'0,"-8"0"0,-4 0 0,-2-2 0,5-2 0,10-2 0,12-1 0,12-1 0,11 1 0,12 0 0,6 0 0,5 1 0,3 1 0,-4-1 0,-10 1-8191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3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24575,'1'15'0,"0"1"0,8 29 0,1 1 0,-1 44 0,-4 1 0,-10 148 0,-8-109 0,56-400 0,-25 181 0,35-102 0,-47 173 0,28-72 0,-31 82 0,1 0 0,1 1 0,-1-1 0,1 1 0,0 0 0,1 1 0,-1-1 0,12-9 0,-15 15 0,-1 0 0,0 0 0,1 0 0,-1 0 0,1 0 0,0 0 0,-1 1 0,1-1 0,-1 0 0,1 1 0,0-1 0,0 1 0,-1 0 0,1 0 0,0-1 0,0 1 0,-1 0 0,1 0 0,0 1 0,0-1 0,1 1 0,0 0 0,-1 0 0,0 0 0,0 0 0,0 0 0,0 1 0,0-1 0,-1 1 0,1 0 0,0-1 0,-1 1 0,1 0 0,-1 0 0,3 4 0,0 3 0,0 0 0,0 0 0,0 1 0,-1 0 0,-1 0 0,2 11 0,-2-6 0,-1 0 0,0-1 0,-1 1 0,0 0 0,-2 0 0,0 0 0,0-1 0,-1 1 0,-1-1 0,-1 0 0,0 0 0,-9 17 0,10-23 0,0 0 0,-1 0 0,0-1 0,-1 1 0,0-1 0,0-1 0,0 1 0,-1-1 0,0 0 0,0-1 0,-1 0 0,1 0 0,-1 0 0,0-1 0,-1 0 0,1-1 0,-1 0 0,1 0 0,-1-1 0,0 0 0,-11 1 0,15-2-170,0-1-1,0 0 0,0 0 1,0-1-1,-1 0 0,1 1 1,-9-4-1,-4-4-6655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3.9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267 242 24575,'1'-17'0,"1"0"0,0 0 0,8-24 0,-7 29 0,1-1 0,-2 0 0,0-1 0,-1 1 0,0 0 0,-1-21 0,0 32 0,0 0 0,-1 1 0,1-1 0,0 0 0,-1 0 0,1 1 0,-1-1 0,1 0 0,-1 1 0,0-1 0,0 0 0,0 1 0,0-1 0,0 1 0,0 0 0,0-1 0,-1 1 0,1 0 0,0 0 0,-3-2 0,2 2 0,0 0 0,0 1 0,0-1 0,0 1 0,1 0 0,-1 0 0,0 0 0,0 0 0,0 0 0,0 0 0,0 0 0,0 0 0,0 1 0,1-1 0,-1 1 0,-2 0 0,-4 3 0,1 0 0,-1 0 0,1 0 0,0 1 0,0 0 0,1 0 0,-9 9 0,6-5 0,1 1 0,0-1 0,1 2 0,0-1 0,1 1 0,0 0 0,0 0 0,1 1 0,1 0 0,0 0 0,1 0 0,0 0 0,0 1 0,2-1 0,-1 1 0,2-1 0,0 1 0,0-1 0,1 1 0,0-1 0,1 1 0,1-1 0,0 0 0,1 0 0,8 20 0,4-3 0,34 49 0,-5-9 0,-44-67 0,0 0 0,1 0 0,-1 0 0,0 1 0,-1-1 0,1 0 0,0 0 0,-1 0 0,1 1 0,-1-1 0,1 0 0,-1 1 0,0-1 0,0 0 0,0 1 0,-1-1 0,1 0 0,0 1 0,-2 2 0,1-2 0,-1-1 0,1 1 0,-1 0 0,0-1 0,0 0 0,0 1 0,0-1 0,0 0 0,0 0 0,-1 0 0,1 0 0,-1 0 0,-2 1 0,-6 2 0,0 0 0,0-1 0,0 0 0,0 0 0,-1-2 0,-18 4 0,21-5 0,1 0 0,-1-1 0,1 0 0,-1 0 0,1-1 0,-1 0 0,-9-2 0,16 2 0,0 1 0,0-1 0,1 0 0,-1 1 0,1-1 0,-1 0 0,0 0 0,1 0 0,0 0 0,-1 0 0,1 0 0,0-1 0,-1 1 0,1 0 0,0-1 0,0 1 0,0-1 0,0 1 0,0-1 0,0 0 0,1 1 0,-1-1 0,1 0 0,-1 1 0,1-1 0,-1 0 0,1 0 0,0 1 0,0-1 0,0 0 0,0 0 0,0 0 0,0 1 0,1-1 0,-1 0 0,0 0 0,1 1 0,0-1 0,-1 0 0,2-2 0,5-13 0,0 0 0,1 1 0,1 0 0,1 0 0,0 1 0,22-25 0,1 4 0,50-42 0,-46 46 0,49-31 0,-66 50 0,0 1 0,1 1 0,1 1 0,34-12 0,-53 21 0,-1 0 0,1 1 0,0-1 0,-1 0 0,1 1 0,-1 0 0,1-1 0,0 1 0,-1 0 0,1 0 0,0 1 0,-1-1 0,1 1 0,0-1 0,2 2 0,-4-1 0,1 0 0,-1 0 0,1 1 0,-1-1 0,0 0 0,0 1 0,0-1 0,1 1 0,-2 0 0,1-1 0,0 1 0,0 0 0,0-1 0,-1 1 0,1 0 0,-1 0 0,1 0 0,-1-1 0,0 1 0,0 0 0,0 0 0,0 3 0,-1 65 0,-2 0 0,-4 0 0,-16 71 0,-25 64 0,45-193 0,49-214 0,8-29 0,-52 223 0,1 1 0,0-1 0,0 1 0,0 0 0,1 0 0,0 1 0,0-1 0,1 1 0,0 0 0,0 0 0,0 0 0,13-9 0,-13 12 0,0-1 0,0 1 0,0 0 0,0 1 0,1-1 0,0 1 0,-1 0 0,1 0 0,0 1 0,0 0 0,0 0 0,0 0 0,0 1 0,0 0 0,0 0 0,0 0 0,8 2 0,-7 0 0,0 0 0,-1 1 0,1-1 0,-1 1 0,1 1 0,-1-1 0,0 1 0,0 0 0,0 1 0,-1-1 0,1 1 0,-1 0 0,0 0 0,-1 1 0,1-1 0,-1 1 0,6 12 0,2 4 0,-2 1 0,0 1 0,11 41 0,-13-37-341,-2 0 0,-1 0-1,2 50 1,-7-34-6485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4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0 189 24575,'0'-6'0,"0"-7"0,0-4 0,6-4 0,6-2 0,11 0 0,11-1 0,12 4 0,11 2 0,6 4 0,-6 4-8191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26.8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23939,'0'6291'0,"10575"-6291"0,-10575-6291 0,-10575 6291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0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622 301 24575,'6'-56'0,"0"12"0,-4 17 0,2-50 0,-4 71 0,0-1 0,-1 1 0,1-1 0,-2 0 0,1 1 0,-1-1 0,0 1 0,-5-10 0,6 14 0,0 0 0,0 0 0,0 0 0,-1 0 0,1 1 0,0-1 0,-1 0 0,0 1 0,1 0 0,-1-1 0,0 1 0,0 0 0,1 0 0,-1 0 0,0 0 0,0 0 0,0 0 0,-4 0 0,3 0 0,-1 1 0,1 0 0,-1 0 0,1 0 0,-1 0 0,1 0 0,-1 1 0,1 0 0,0 0 0,-6 2 0,-3 2 0,1 0 0,0 1 0,0 1 0,1 0 0,-15 12 0,-5 9 0,0 2 0,2 0 0,-48 68 0,-53 117 0,95-149 0,-50 140 0,70-161 0,2 1 0,1 0 0,3 1 0,-3 58 0,10-87 0,1 0 0,1 1 0,1-1 0,1 0 0,0 0 0,1 0 0,7 18 0,-7-26 0,0 0 0,1 0 0,0 0 0,1 0 0,0-1 0,0 0 0,1 0 0,0-1 0,1 0 0,0 0 0,0-1 0,17 12 0,-8-9 0,0-2 0,0 0 0,0-1 0,1 0 0,0-2 0,0 0 0,1-1 0,-1-1 0,1 0 0,24-1 0,-2-2 0,-1-2 0,0-1 0,71-17 0,-69 10 0,0-2 0,-1-2 0,0-1 0,-1-3 0,-1-1 0,37-24 0,-54 28 0,0-1 0,-1-1 0,-1-1 0,26-29 0,-34 32 0,0 0 0,-1 0 0,-1-1 0,-1-1 0,0 1 0,13-37 0,-19 42 0,1-1 0,-2 0 0,1 0 0,-2-1 0,0 1 0,0 0 0,-2-17 0,1 24 0,0 1 0,-1 0 0,0 0 0,0 0 0,0 0 0,0 0 0,0 0 0,-1 0 0,0 1 0,0-1 0,0 0 0,0 1 0,0-1 0,-1 1 0,1 0 0,-1 0 0,0 0 0,0 0 0,0 0 0,-1 1 0,1-1 0,-1 1 0,1 0 0,-1 0 0,-4-1 0,5 2 0,1 0 0,-1 0 0,0 1 0,0-1 0,0 1 0,0-1 0,-1 1 0,1 0 0,0 1 0,0-1 0,0 0 0,0 1 0,0 0 0,0 0 0,1-1 0,-5 3 0,1 0 0,2 0 0,-1 0 0,0 1 0,1-1 0,-1 1 0,1 0 0,0 0 0,-4 6 0,-2 3 0,2 0 0,0 0 0,0 1 0,2 0 0,-9 24 0,5-8 0,2 0 0,-7 54 0,13-72 0,1 0 0,1 0 0,0 0 0,0-1 0,1 1 0,1 0 0,0-1 0,0 1 0,2-1 0,5 16 0,-8-23 0,1-1 0,0 0 0,0 0 0,-1 0 0,2 0 0,-1-1 0,0 1 0,0-1 0,1 1 0,0-1 0,-1 0 0,1 0 0,0 0 0,0 0 0,0 0 0,0-1 0,0 1 0,1-1 0,-1 0 0,0 0 0,1 0 0,-1 0 0,1-1 0,-1 1 0,1-1 0,-1 0 0,1 0 0,-1 0 0,1-1 0,-1 1 0,0-1 0,1 0 0,3-1 0,3-2 0,0 1 0,1-2 0,-2 0 0,1 0 0,0 0 0,-1-2 0,0 1 0,-1-1 0,11-10 0,-8 5 0,0-1 0,-1 0 0,0 0 0,-2-1 0,1 0 0,-2-1 0,0 0 0,8-22 0,-12 28 0,-1 0 0,1 0 0,-1 0 0,-1 0 0,0 0 0,0 0 0,-1 0 0,0 0 0,0 0 0,-1 0 0,0-1 0,-1 1 0,0 0 0,-1 1 0,0-1 0,-6-13 0,5 17 0,0-1 0,0 1 0,-1 1 0,1-1 0,-1 1 0,-1-1 0,1 2 0,0-1 0,-1 0 0,0 1 0,0 0 0,0 0 0,0 1 0,0 0 0,-1 0 0,1 0 0,-1 1 0,1 0 0,-1 0 0,1 1 0,-1 0 0,0 0 0,1 0 0,-8 2 0,80-26 0,98-29 0,-147 49 0,-1 1 0,1 1 0,0 0 0,0 1 0,0 1 0,0 0 0,33 6 0,-45-5 0,-1 1 0,1-1 0,0 1 0,-1-1 0,1 1 0,-1 1 0,0-1 0,1 0 0,-1 1 0,0 0 0,-1 0 0,1 1 0,0-1 0,4 6 0,-4-3 0,-1-1 0,1 1 0,-1 0 0,0 1 0,-1-1 0,1 0 0,-1 1 0,-1 0 0,2 8 0,0 10 0,-2-1 0,-1 0 0,-1 1 0,-7 41 0,4-39 0,-10 33 0,11-50 0,0 0 0,-1 0 0,0 0 0,-1 0 0,0-1 0,-8 11 0,13-19 0,-1 0 0,1-1 0,0 1 0,-1-1 0,1 1 0,0 0 0,-1-1 0,1 1 0,-1-1 0,1 1 0,-1-1 0,1 0 0,-1 1 0,1-1 0,-1 1 0,0-1 0,1 0 0,-1 1 0,1-1 0,-1 0 0,0 0 0,1 0 0,-1 1 0,0-1 0,1 0 0,-2 0 0,2-1 0,-1 1 0,1-1 0,-1 0 0,1 0 0,0 1 0,-1-1 0,1 0 0,0 0 0,0 1 0,-1-1 0,1 0 0,0 0 0,0 0 0,0 1 0,0-1 0,0 0 0,0-1 0,5-41 0,6 2 0,1 0 0,2 0 0,2 1 0,2 1 0,1 0 0,2 2 0,36-50 0,-54 83 0,1-1 0,-1 1 0,1 0 0,0 0 0,0 0 0,1 1 0,5-5 0,-8 7 0,-1 1 0,0-1 0,0 1 0,1-1 0,-1 1 0,0-1 0,1 1 0,-1 0 0,0 0 0,1 0 0,-1-1 0,0 1 0,1 1 0,-1-1 0,1 0 0,-1 0 0,0 0 0,1 1 0,-1-1 0,0 1 0,1-1 0,-1 1 0,0-1 0,0 1 0,0 0 0,1-1 0,-1 1 0,0 0 0,0 0 0,0 0 0,0 0 0,0 0 0,1 2 0,2 4 0,1 0 0,-1 0 0,0 0 0,-1 1 0,0-1 0,0 1 0,0 0 0,1 9 0,9 71 0,-10-60 0,4 53 0,7 45 0,-14-124 0,1 0 0,-1 1 0,1-1 0,-1 0 0,1 0 0,0 0 0,0 0 0,0 0 0,0 0 0,0 0 0,1 0 0,-1 0 0,1 0 0,-1 0 0,1-1 0,0 1 0,-1-1 0,4 3 0,-3-4 0,0 1 0,0 0 0,0-1 0,0 0 0,0 1 0,0-1 0,0 0 0,0 0 0,0 0 0,0 0 0,0 0 0,0-1 0,0 1 0,0 0 0,0-1 0,0 0 0,0 1 0,0-1 0,0 0 0,3-2 0,10-6 0,0-1 0,-1-1 0,0 0 0,0 0 0,-2-2 0,14-15 0,64-89 0,-76 97 0,34-47 0,-4-1 0,39-82 0,-75 129 0,-8 14 0,-6 11 0,-2 4 0,0 0 0,1 0 0,0 1 0,1 1 0,0-1 0,0 1 0,1 0 0,0 0 0,1 0 0,0 1 0,1-1 0,0 1 0,0 0 0,1 0 0,1 0 0,0 0 0,1 21 0,1-9 0,2 0 0,1 0 0,1-1 0,0 0 0,2 0 0,1 0 0,17 35 0,-16-40 0,-3-7 0,-1 0 0,0 1 0,-1 0 0,5 15 0,-9-24 0,1 0 0,-1 0 0,1 0 0,-1 0 0,0 0 0,0 0 0,0-1 0,0 1 0,0 0 0,0 0 0,-1 0 0,1 0 0,-1 0 0,1 0 0,-1 0 0,0-1 0,1 1 0,-1 0 0,0-1 0,0 1 0,0 0 0,-1-1 0,1 1 0,0-1 0,0 0 0,-1 1 0,1-1 0,-1 0 0,1 0 0,-1 0 0,0 0 0,-2 1 0,-5 1-80,1 0 0,-1-1-1,0-1 1,0 1 0,0-1-1,0-1 1,1 0 0,-1 0-1,0-1 1,0 0 0,0 0 0,0-1-1,1 0 1,-1-1 0,1 0-1,-9-4 1,-12-8-6746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0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1 108 24575,'4'-2'0,"0"1"0,0-1 0,0 1 0,0-1 0,0 1 0,0 0 0,0 1 0,1-1 0,6 1 0,-10 0 0,1 0 0,-1 0 0,1 0 0,-1 1 0,0-1 0,1 0 0,-1 1 0,0-1 0,1 1 0,-1 0 0,0-1 0,0 1 0,1 0 0,-1 0 0,0 0 0,0 0 0,0 0 0,0 0 0,0 0 0,0 0 0,0 0 0,-1 1 0,1-1 0,0 0 0,-1 0 0,1 1 0,-1-1 0,1 1 0,-1-1 0,1 0 0,-1 3 0,10 99 0,-3-14 0,-6-81 0,5 31 0,14 54 0,-17-83 0,0 1 0,1-1 0,1 0 0,-1 0 0,1-1 0,1 1 0,0-1 0,0 0 0,1-1 0,9 9 0,-15-15 0,1-1 0,-1 1 0,1-1 0,0 1 0,-1-1 0,1 0 0,0 0 0,0 0 0,0 0 0,0 0 0,0-1 0,0 1 0,0-1 0,0 1 0,0-1 0,0 0 0,0 1 0,1-1 0,-1 0 0,3-1 0,-2 0 0,0 0 0,0 0 0,-1 0 0,1 0 0,0-1 0,-1 1 0,1-1 0,-1 0 0,0 0 0,1 0 0,-1 0 0,0 0 0,2-2 0,4-8 0,0 0 0,0-1 0,-1 0 0,9-24 0,4-21 0,-3-2 0,-2 0 0,12-116 0,-25 162 0,0 5 0,-1 1 0,0 0 0,0-1 0,-1 1 0,0-1 0,-1 1 0,0-1 0,0 1 0,-4-11 0,5 18 6,0 1-1,0-1 1,0 0-1,0 1 1,0-1-1,-1 0 1,1 1-1,0-1 1,-1 1-1,1-1 1,0 0-1,-1 1 1,1-1-1,-1 1 1,1-1-1,-1 1 1,1-1-1,-1 1 1,1 0-1,-1-1 1,1 1-1,-1 0 1,0-1-1,1 1 1,-1 0-1,1 0 1,-1 0-1,0-1 1,1 1-1,-2 0 1,1 1 5,-1-1 1,1 1-1,0-1 0,0 1 1,0 0-1,0-1 1,0 1-1,0 0 0,0 0 1,0 0-1,0 0 0,1 0 1,-1 0-1,-1 2 1,-19 39-1719,12-18-5119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1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0 188 24575,'64'-72'0,"-22"23"0,-41 48 0,0 0 0,-1-1 0,1 1 0,0 0 0,0 0 0,0 0 0,1 1 0,-1-1 0,0 0 0,0 0 0,0 0 0,1 1 0,-1-1 0,0 1 0,1-1 0,-1 1 0,0 0 0,1-1 0,-1 1 0,0 0 0,1 0 0,-1 0 0,3 0 0,-3 1 0,1-1 0,0 1 0,-1 0 0,0 0 0,1 0 0,-1 0 0,1 0 0,-1 0 0,0 1 0,0-1 0,0 0 0,0 0 0,0 1 0,0-1 0,0 1 0,1 1 0,3 8 0,-1 0 0,0 1 0,-1-1 0,3 15 0,-1 0 0,-1 1 0,-1 0 0,-2 0 0,0 0 0,-2 0 0,-1 0 0,-1-1 0,-7 33 0,9-57 0,0 1 0,0-1 0,1 1 0,-1-1 0,-1 0 0,1 1 0,0-1 0,0 0 0,-1 0 0,0 0 0,-3 4 0,5-6 0,0 0 0,0 0 0,-1 0 0,1 0 0,0 0 0,0 1 0,-1-1 0,1 0 0,0 0 0,-1 0 0,1 0 0,0 0 0,0 0 0,-1 0 0,1 0 0,0 0 0,0 0 0,-1 0 0,1 0 0,0 0 0,-1 0 0,1 0 0,0 0 0,0 0 0,-1-1 0,1 1 0,0 0 0,0 0 0,0 0 0,-1 0 0,1-1 0,0 1 0,0 0 0,0 0 0,-1-1 0,-5-19 0,5 5 0,1 0 0,0 0 0,2 0 0,-1 0 0,2 0 0,0 0 0,1 1 0,0-1 0,7-15 0,-3 11 0,1 1 0,0 1 0,1 0 0,1 0 0,1 1 0,20-22 0,-28 33 0,1 1 0,0 0 0,-1 0 0,1 0 0,1 1 0,-1-1 0,0 1 0,1 1 0,0-1 0,11-3 0,-15 6 0,1-1 0,0 1 0,0-1 0,-1 1 0,1 0 0,0 0 0,0 1 0,-1-1 0,1 0 0,0 1 0,0 0 0,-1-1 0,1 1 0,0 0 0,-1 0 0,1 1 0,-1-1 0,0 1 0,1-1 0,-1 1 0,0 0 0,0-1 0,0 1 0,0 0 0,0 0 0,2 3 0,0 2 0,1 1 0,-1-1 0,0 1 0,-1-1 0,0 1 0,0 0 0,2 11 0,8 62 0,-8-44 0,-5-35 0,1 1 0,-1-1 0,1 0 0,0 1 0,-1-1 0,1 1 0,0-1 0,2 3 0,-2-5 0,-1 1 0,0-1 0,1 0 0,-1 1 0,0-1 0,1 0 0,-1 0 0,0 1 0,1-1 0,-1 0 0,1 0 0,-1 0 0,1 1 0,-1-1 0,1 0 0,-1 0 0,0 0 0,1 0 0,-1 0 0,1 0 0,-1 0 0,1 0 0,-1 0 0,1 0 0,-1 0 0,1 0 0,-1-1 0,0 1 0,1 0 0,-1 0 0,1 0 0,-1-1 0,1 1 0,-1 0 0,0 0 0,1-1 0,-1 1 0,0 0 0,1-1 0,-1 1 0,0 0 0,1-1 0,-1 1 0,0-1 0,0 1 0,0 0 0,1-2 0,44-61 0,-31 41 0,30-36 0,-38 51 0,0 1 0,0 1 0,1-1 0,0 1 0,0 0 0,0 0 0,0 1 0,1 0 0,12-4 0,-17 7 0,1 0 0,-1 0 0,0 0 0,0 1 0,1-1 0,-1 1 0,0 0 0,1 0 0,-1 1 0,0-1 0,1 1 0,-1-1 0,0 1 0,0 0 0,0 0 0,1 0 0,-1 1 0,0-1 0,-1 1 0,1 0 0,0 0 0,0 0 0,-1 0 0,1 0 0,-1 0 0,0 1 0,0-1 0,1 1 0,-2 0 0,4 5 0,5 8 0,-2 1 0,0 0 0,-1 0 0,6 24 0,-7-23 0,-2-7 0,0 0 0,0 1 0,1-1 0,1-1 0,9 16 0,-13-24 0,0 1 0,0-1 0,1 1 0,-1-1 0,0 0 0,1 0 0,-1 0 0,1 0 0,0-1 0,0 1 0,0-1 0,-1 1 0,1-1 0,0 0 0,1 0 0,-1-1 0,0 1 0,0 0 0,0-1 0,0 0 0,1 0 0,-1 0 0,0 0 0,0 0 0,5-2 0,0 0 0,0-1 0,-1 0 0,1 0 0,-1-1 0,1 1 0,-1-2 0,-1 1 0,1-1 0,0 0 0,-1-1 0,0 1 0,-1-1 0,1 0 0,-1-1 0,0 0 0,7-13 0,-1 2 0,-1-2 0,-1 1 0,-1-2 0,-1 1 0,6-27 0,-13 45 0,13-67 0,-12 64 0,-1-1 0,0 1 0,0-1 0,0 0 0,0 1 0,-1-1 0,0 1 0,0-1 0,-5-10 0,6 15 0,0 1 0,0-1 0,0 0 0,-1 1 0,1-1 0,-1 0 0,1 1 0,0-1 0,-1 1 0,1-1 0,-1 1 0,1-1 0,-1 1 0,1-1 0,-1 1 0,0-1 0,1 1 0,-1 0 0,0-1 0,1 1 0,-1 0 0,0 0 0,1-1 0,-1 1 0,0 0 0,0 0 0,0 0 0,0 0 0,-1 1 0,1-1 0,0 0 0,0 1 0,0-1 0,0 1 0,0 0 0,0-1 0,0 1 0,0 0 0,1-1 0,-1 1 0,-1 2 0,-3 2 0,1 0 0,0 1 0,1 0 0,-5 9 0,-2 7 0,2 1 0,0 0 0,2 0 0,0 1 0,-2 29 0,6-39 0,1 1 0,0-1 0,2 1 0,-1-1 0,2 1 0,0-1 0,1 0 0,0 0 0,10 27 0,-9-34-44,-1 0 0,1 0 0,0-1 0,1 1 0,-1-1 0,1 0 0,1 0 0,-1-1 0,1 1 0,0-1 0,0 0 0,0-1 0,1 0 0,0 0 0,-1 0 0,2-1 0,-1 0 0,0 0-1,1-1 1,-1 1 0,1-2 0,-1 1 0,1-1 0,0 0 0,0-1 0,0 0 0,-1 0 0,1-1 0,0 0 0,10-2 0,19-7-6782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1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29 317 24575,'5'-20'0,"-1"0"0,-1-1 0,-1 1 0,-1-42 0,0 27 0,-1 26 0,1-21 0,-1 29 0,0 0 0,0-1 0,0 1 0,0-1 0,0 1 0,-1 0 0,1-1 0,-1 1 0,1 0 0,-1-1 0,1 1 0,-1 0 0,1 0 0,-3-3 0,3 6 0,-1-1 0,1 0 0,-1 1 0,1-1 0,-1 1 0,1-1 0,0 0 0,0 1 0,0-1 0,0 1 0,0-1 0,0 3 0,8 49 0,27 99 0,4 24 0,-38-170 0,-1 0 0,1 0 0,-1 0 0,0 0 0,-1 0 0,0 0 0,-1 7 0,2-12 0,-1 0 0,1 0 0,0 0 0,-1 1 0,1-1 0,-1 0 0,1 0 0,-1 0 0,0 0 0,1 0 0,-1 0 0,0 0 0,0 0 0,0 0 0,0-1 0,0 1 0,0 0 0,0 0 0,0-1 0,0 1 0,0-1 0,0 1 0,0-1 0,0 1 0,0-1 0,0 0 0,-1 1 0,1-1 0,0 0 0,0 0 0,0 0 0,-1 0 0,1 0 0,0 0 0,0 0 0,-1-1 0,1 1 0,0 0 0,0-1 0,0 1 0,-2-2 0,-1 0 0,0 0 0,0 0 0,0-1 0,0 1 0,1-1 0,-1 0 0,1 0 0,0-1 0,0 1 0,0-1 0,0 1 0,1-1 0,-1 0 0,1 0 0,0 0 0,0 0 0,-1-7 0,-2-2 0,2 0 0,-1 0 0,2-1 0,-2-22 0,4 17 0,0 0 0,2-1 0,0 1 0,2 0 0,0 0 0,1 0 0,0 0 0,2 1 0,0 0 0,1 0 0,1 1 0,1 0 0,0 0 0,1 1 0,1 1 0,1 0 0,0 1 0,0 0 0,26-19 0,-33 28 0,0 1 0,1 0 0,0 1 0,0 0 0,0 0 0,0 0 0,0 1 0,0 0 0,1 0 0,-1 1 0,1 0 0,14 0 0,-17 1 0,0 1 0,0-1 0,0 1 0,-1 0 0,1 1 0,0-1 0,-1 1 0,1 0 0,-1 0 0,1 1 0,-1-1 0,0 1 0,0 0 0,0 0 0,-1 0 0,1 1 0,-1-1 0,0 1 0,0 0 0,5 8 0,7 17-1365,-5-2-5461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2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1 491 24575,'2'-23'0,"1"0"0,1 0 0,1 1 0,1-1 0,12-29 0,1-5 0,-12 42 0,-5 22 0,-3 33 0,1-31 0,-2 52 0,-1 27 0,4 0 0,17 127 0,-44-300 0,15 14 0,4-1 0,2 1 0,8-130 0,-2 180 0,1-14 0,7-41 0,-8 67 0,1 0 0,0 1 0,1-1 0,0 1 0,0 0 0,0-1 0,2 1 0,-1 1 0,1-1 0,5-7 0,-7 12 0,1 0 0,-1 0 0,1 1 0,0-1 0,-1 1 0,1-1 0,0 1 0,0 1 0,1-1 0,-1 0 0,0 1 0,1 0 0,-1 0 0,0 0 0,1 1 0,-1 0 0,1-1 0,-1 1 0,1 1 0,-1-1 0,1 1 0,-1 0 0,1 0 0,5 2 0,3 1 0,0 1 0,0 0 0,0 1 0,-1 0 0,0 1 0,19 14 0,-23-15 0,1 1 0,-1 1 0,0-1 0,-1 2 0,0-1 0,0 1 0,-1 0 0,0 0 0,0 0 0,-1 1 0,5 14 0,-8-18 0,0-1 0,-1 1 0,0 0 0,0 0 0,0 0 0,-1 0 0,0 0 0,0 0 0,0 0 0,-1 0 0,0 0 0,0 0 0,-1 0 0,1 0 0,-1-1 0,0 1 0,-1 0 0,0-1 0,0 0 0,0 0 0,0 0 0,-4 5 0,-3 1 0,1-1 0,-1-1 0,0 0 0,-1 0 0,0-1 0,-1 0 0,1 0 0,-1-2 0,-1 1 0,1-2 0,-1 0 0,0 0 0,-20 4 0,33-9 0,12-1 0,0 1 0,-1 0 0,20 3 0,-17 1 0,0 0 0,0 2 0,-1-1 0,0 2 0,0 0 0,0 0 0,-1 1 0,0 1 0,-1 0 0,17 17 0,-23-21 0,0 1 0,0 0 0,0 0 0,-1 1 0,0 0 0,0-1 0,-1 1 0,0 0 0,4 12 0,-6-13 0,0-1 0,-1 0 0,1 0 0,-1 1 0,0-1 0,0 0 0,-1 0 0,1 1 0,-1-1 0,0 0 0,-1 0 0,1 0 0,-1 0 0,0 0 0,-3 5 0,-1-2 0,1 0 0,-1 0 0,0-1 0,-1 0 0,0 0 0,0-1 0,0 1 0,-1-2 0,0 1 0,0-1 0,0 0 0,-1-1 0,1 0 0,-1 0 0,-15 3 0,9-2 0,-1-1 0,0-1 0,-1 0 0,1-2 0,0 0 0,0 0 0,-1-2 0,-21-2 0,31 2-85,0-1 0,0 1-1,1-1 1,-1 0 0,1-1-1,0 1 1,-1-1 0,1-1-1,0 1 1,1-1 0,-1 0-1,1 0 1,0-1 0,0 1-1,-8-11 1,-5-13-6741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2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1 257 24575,'52'1'0,"-30"1"0,1-2 0,-1 0 0,35-6 0,-27-3 0,0-1 0,-1-2 0,0-1 0,-1-1 0,32-21 0,-52 30 0,0 0 0,-1-1 0,1 0 0,-1-1 0,0 0 0,-1 0 0,1 0 0,6-11 0,-12 16 0,1 0 0,-1 0 0,0 0 0,0 0 0,0 0 0,0-1 0,0 1 0,0 0 0,0-1 0,-1 1 0,1 0 0,-1-1 0,0 1 0,0-1 0,0 1 0,0-1 0,0 1 0,0-1 0,-1 1 0,1-1 0,-1 1 0,1 0 0,-1-1 0,0 1 0,0 0 0,0 0 0,-1-1 0,1 1 0,0 0 0,-1 0 0,1 0 0,-1 1 0,0-1 0,1 0 0,-1 1 0,-4-4 0,4 4 0,1 0 0,0 0 0,-1 1 0,1-1 0,-1 0 0,0 0 0,1 1 0,-1-1 0,1 1 0,-1-1 0,0 1 0,1 0 0,-1 0 0,0 0 0,1 0 0,-1 0 0,0 0 0,1 0 0,-1 0 0,0 1 0,-2 0 0,1 0 0,0 1 0,0-1 0,1 1 0,-1 0 0,1 0 0,-1 0 0,1 0 0,0 0 0,0 1 0,-4 4 0,-1 5 0,1-1 0,0 1 0,0 0 0,-5 19 0,-4 20 114,2 0 0,-10 97 0,10 106-1821,13-193-5119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3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15 324 24575,'8'-21'0,"-7"18"0,-1 0 0,1 1 0,0-1 0,0 0 0,0 1 0,1-1 0,-1 1 0,1-1 0,-1 1 0,1-1 0,0 1 0,0 0 0,4-4 0,-6 6 0,0 0 0,1 0 0,-1 0 0,0 0 0,1 0 0,-1 0 0,1 0 0,-1 0 0,0 0 0,1 0 0,-1 0 0,1 0 0,-1 0 0,0 0 0,1 0 0,-1 0 0,0 0 0,1 1 0,-1-1 0,1 0 0,-1 0 0,0 0 0,1 1 0,-1-1 0,0 0 0,0 0 0,1 1 0,-1-1 0,0 0 0,0 1 0,1-1 0,-1 0 0,0 1 0,0-1 0,0 0 0,1 1 0,-1-1 0,0 0 0,0 1 0,0 0 0,6 19 0,-5-18 0,6 37 0,-2-1 0,-2 2 0,-2 62 0,-2-56 0,1-38 0,1 26 0,-1 0 0,-3 0 0,-11 65 0,13-96 0,0-1 0,1 0 0,-1 1 0,0-1 0,0 0 0,0 1 0,-1-1 0,1 0 0,0 0 0,-3 2 0,4-4 0,0 0 0,-1 1 0,1-1 0,0 0 0,0 0 0,-1 0 0,1 0 0,0 1 0,0-1 0,-1 0 0,1 0 0,0 0 0,-1 0 0,1 0 0,0 0 0,0 0 0,-1 0 0,1 0 0,0 0 0,-1 0 0,1 0 0,0 0 0,0 0 0,-1 0 0,1 0 0,0-1 0,-1 1 0,1 0 0,-1 0 0,-8-15 0,2-7 0,0-1 0,2 0 0,0-1 0,-2-43 0,7-97 0,3 111 0,19-103 0,-18 137 0,1 0 0,1 0 0,0 0 0,2 0 0,0 1 0,1 1 0,1-1 0,17-23 0,-22 35 0,0 1 0,0 0 0,1 0 0,-1 0 0,1 0 0,0 1 0,0 0 0,1 0 0,-1 1 0,14-6 0,-16 8 0,0 0 0,-1 0 0,1 1 0,-1-1 0,1 1 0,0-1 0,0 1 0,-1 0 0,1 1 0,0-1 0,-1 1 0,1-1 0,0 1 0,-1 0 0,1 1 0,-1-1 0,1 1 0,-1-1 0,0 1 0,0 0 0,1 0 0,-1 0 0,3 4 0,0-1 0,-1 1 0,0 0 0,0 0 0,0 0 0,-1 1 0,0 0 0,0-1 0,-1 1 0,0 1 0,0-1 0,3 13 0,-4-9 0,0 0 0,-1 0 0,0 0 0,-1 0 0,0 0 0,-1 1 0,-3 17 0,0-12 0,-1-1 0,0 1 0,-1-1 0,0 0 0,-2-1 0,0 1 0,0-2 0,-2 1 0,0-1 0,-19 21 0,20-26-195,0 0 0,-1 0 0,-1-1 0,1 0 0,-1-1 0,-18 9 0,6-7-6631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3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112 427 24575,'-4'-1'0,"1"0"0,0 0 0,0 0 0,-1 0 0,1 0 0,0-1 0,0 1 0,0-1 0,0 0 0,1 0 0,-1 0 0,-3-4 0,-11-6 0,17 12 0,0 0 0,-1 0 0,1-1 0,-1 1 0,1 0 0,-1 0 0,1 0 0,-1 0 0,1-1 0,-1 1 0,1 0 0,-1 0 0,1 0 0,-1 0 0,1 0 0,-1 0 0,1 0 0,-1 0 0,1 1 0,-1-1 0,1 0 0,-1 0 0,1 0 0,0 0 0,-1 1 0,1-1 0,-1 0 0,0 1 0,-8 14 0,0 23 0,-11 195 0,35-327 0,31-105 0,-31 147 0,2 0 0,3 1 0,44-82 0,-62 130 0,34-51 0,-33 50 0,0 0 0,0 0 0,1 1 0,-1-1 0,1 1 0,0 0 0,0 0 0,0 0 0,0 1 0,8-4 0,-11 6 0,1-1 0,-1 1 0,0 0 0,1-1 0,-1 1 0,0 0 0,1 0 0,-1 0 0,1 0 0,-1 0 0,0 0 0,1 1 0,-1-1 0,0 0 0,1 1 0,-1-1 0,0 1 0,0-1 0,1 1 0,-1 0 0,1 0 0,1 1 0,-1 1 0,1-1 0,-1 0 0,0 1 0,0-1 0,0 1 0,0 0 0,2 5 0,1 5 0,0 0 0,0 1 0,2 16 0,-6-28 0,10 58-227,-2 1-1,-2 0 1,-4 0-1,-2 1 1,-8 72-1,0-75-6598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4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46 475 24575,'-9'-20'0,"1"0"0,1 0 0,1-1 0,0 0 0,-3-30 0,9 49 0,0 1 0,0-1 0,0 1 0,0-1 0,0 0 0,0 1 0,0-1 0,0 1 0,1-1 0,-1 1 0,1-1 0,-1 1 0,1-1 0,-1 1 0,1-1 0,0 1 0,0-1 0,0 1 0,0 0 0,0 0 0,0 0 0,0-1 0,0 1 0,0 0 0,1 0 0,-1 0 0,0 1 0,1-1 0,-1 0 0,1 0 0,-1 1 0,1-1 0,-1 1 0,1-1 0,-1 1 0,1 0 0,-1-1 0,1 1 0,2 0 0,9 0 0,0 0 0,0 0 0,-1 2 0,16 2 0,-2 0 0,193 6 0,-197-11 0,0-1 0,0 0 0,0-2 0,-1 0 0,1-2 0,-1 0 0,38-18 0,-49 18 0,0 0 0,-1-1 0,0 0 0,0 0 0,-1-1 0,0 0 0,0-1 0,-1 0 0,0 0 0,0-1 0,-1 1 0,-1-1 0,0-1 0,0 1 0,-1-1 0,0 0 0,0 0 0,-2 0 0,1 0 0,-1 0 0,-1-1 0,0-14 0,-1 25 0,0 0 0,0 0 0,0 0 0,0 0 0,0 0 0,0 0 0,0 0 0,0 0 0,0 0 0,-1 0 0,1 0 0,0 0 0,-1 0 0,1 0 0,-1 0 0,0-1 0,0 2 0,1 0 0,0-1 0,-1 1 0,1 0 0,0 0 0,-1 0 0,1 0 0,-1 0 0,1 0 0,0 0 0,-1 0 0,1 0 0,0 1 0,-1-1 0,1 0 0,-1 0 0,1 0 0,0 0 0,-1 0 0,1 1 0,0-1 0,0 0 0,-1 0 0,1 1 0,0-1 0,-1 0 0,1 0 0,0 1 0,0-1 0,-4 5 0,0-1 0,1 1 0,0 0 0,-5 9 0,-88 232-100,72-177-1165,0-3-5561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4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19 24575,'1'-1'0,"-1"1"0,1-1 0,-1 1 0,1-1 0,-1 1 0,1-1 0,-1 1 0,0-1 0,1 0 0,-1 1 0,0-1 0,0 0 0,1 1 0,-1-1 0,0 0 0,0 1 0,0-1 0,0 0 0,0 1 0,0-1 0,0-1 0,0 2 0,0 0 0,-1-1 0,1 1 0,0 0 0,-1 0 0,1-1 0,0 1 0,-1 0 0,1 0 0,0 0 0,-1 0 0,1-1 0,0 1 0,-1 0 0,1 0 0,-1 0 0,1 0 0,0 0 0,-1 0 0,1 0 0,-1 0 0,1 0 0,0 0 0,-1 0 0,1 0 0,-1 0 0,1 0 0,0 1 0,-1-1 0,1 0 0,-1 0 0,1 0 0,0 1 0,-1-1 0,1 0 0,0 0 0,0 1 0,-1-1 0,-22 12 0,1 1 0,1 1 0,-24 21 0,36-28 0,1 1 0,0-1 0,0 2 0,1-1 0,0 1 0,0 0 0,1 1 0,0-1 0,-8 21 0,13-25 0,-1 0 0,1 0 0,1 1 0,-1-1 0,1 0 0,0 1 0,0-1 0,0 0 0,1 1 0,0-1 0,0 0 0,0 0 0,1 1 0,-1-1 0,1 0 0,0-1 0,1 1 0,-1 0 0,1 0 0,0-1 0,0 0 0,1 0 0,-1 0 0,7 6 0,2 1 0,0-2 0,0 1 0,0-1 0,1-1 0,0-1 0,1 1 0,21 6 0,-13-6-227,-1-2-1,1-1 1,0 0-1,1-2 1,37 1-1,-11-4-6598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6.3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19 24575,'0'-18'0,"0"19"0,0 33 0,-4 185 0,-36 238 0,20-338-1365,12-78-5461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6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1 977 24575,'0'-116'0,"6"0"0,4 0 0,40-179 0,-40 257 0,1 0 0,26-59 0,-31 85 0,0 0 0,1 0 0,0 0 0,1 0 0,0 1 0,1 1 0,0 0 0,1 0 0,0 0 0,22-15 0,-27 22 0,1-1 0,0 1 0,0 1 0,0-1 0,0 1 0,0 0 0,1 0 0,-1 1 0,1 0 0,-1 0 0,1 0 0,0 1 0,-1 0 0,10 2 0,-6-1 0,-1 2 0,0-1 0,0 1 0,0 1 0,-1-1 0,1 1 0,-1 1 0,0 0 0,9 7 0,2 3 0,-1 2 0,-1-1 0,-1 2 0,0 0 0,-2 1 0,0 1 0,13 24 0,-13-18 0,-1-1 0,-2 2 0,0 0 0,-2 0 0,-1 1 0,-1 0 0,-2 0 0,0 1 0,-2-1 0,-2 1 0,-1 35 0,-2-39 0,-1-1 0,-1 0 0,-1 0 0,-1 0 0,-2 0 0,0-1 0,-1 0 0,-1-1 0,-2 0 0,0-1 0,-1 0 0,-1-1 0,-25 28 0,14-22-170,-1-1-1,-1-2 0,-1-1 1,-1-1-1,-2-1 0,1-1 1,-53 22-1,24-17-6655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6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30 345 24575,'-1'6'0,"1"0"0,-1 1 0,0-1 0,-1 0 0,0 0 0,0 0 0,-3 7 0,-5 16 0,10-28 0,0 0 0,-1 0 0,1 0 0,0-1 0,0 1 0,0 0 0,0 0 0,0 0 0,1 0 0,-1 0 0,0 0 0,0 0 0,1-1 0,-1 1 0,0 0 0,1 0 0,-1 0 0,1 0 0,-1-1 0,1 1 0,-1 0 0,1-1 0,0 1 0,-1 0 0,1-1 0,0 1 0,-1-1 0,1 1 0,0-1 0,0 1 0,0-1 0,-1 1 0,1-1 0,0 0 0,0 0 0,0 1 0,0-1 0,0 0 0,1 0 0,5 1 0,1 0 0,-1 0 0,12-1 0,-18 0 0,16-1 0,-1-1 0,1 0 0,0-2 0,-1 0 0,1 0 0,-1-2 0,-1 0 0,1-1 0,-1 0 0,0-1 0,0-1 0,19-16 0,-22 16 0,0-1 0,-1 0 0,0-1 0,-1 0 0,-1-1 0,1 0 0,-2-1 0,0 0 0,0 0 0,-1 0 0,-1-1 0,0 0 0,-1-1 0,3-16 0,-6 23 0,-1 0 0,0 0 0,-1 0 0,0 0 0,0 0 0,-1 0 0,0 0 0,0 0 0,-1 0 0,0 0 0,0 0 0,-6-12 0,6 16 0,0 0 0,0 0 0,-1 1 0,1-1 0,-1 1 0,0 0 0,0 0 0,0 0 0,0 0 0,0 0 0,-1 1 0,1-1 0,-1 1 0,0 0 0,1 0 0,-1 0 0,0 1 0,0 0 0,0-1 0,-1 1 0,1 0 0,0 1 0,0-1 0,-1 1 0,-6 0 0,3 1 0,-1 1 0,0-1 0,0 1 0,1 1 0,0 0 0,-1 0 0,1 1 0,0 0 0,1 0 0,-1 0 0,1 1 0,-1 1 0,-10 10 0,1 0 0,1 1 0,0 1 0,-26 39 0,27-32 0,0 0 0,2 1 0,1 0 0,-15 47 0,22-57 0,1 0 0,1 1 0,0-1 0,1 0 0,1 1 0,1 0 0,0-1 0,1 1 0,5 26 0,-5-37-76,1 1 1,0-1-1,0 0 0,1 0 0,0 0 0,0 0 0,0 0 0,0-1 1,1 1-1,0-1 0,0 0 0,1 0 0,0 0 0,-1-1 1,1 0-1,1 0 0,9 6 0,18 6-6750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7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303 173 24575,'7'-32'0,"-1"8"0,-5 16 0,0 0 0,-1 0 0,1 0 0,-1 0 0,-1 0 0,-2-16 0,2 21 0,0 1 0,0 0 0,0-1 0,0 1 0,0 0 0,0-1 0,-1 1 0,1 0 0,-1 0 0,0 0 0,1 0 0,-1 1 0,0-1 0,0 0 0,0 1 0,0-1 0,-1 1 0,1 0 0,0 0 0,0-1 0,-1 2 0,1-1 0,-1 0 0,1 0 0,-6 0 0,1 0 0,-1 1 0,0 0 0,0 1 0,0-1 0,0 1 0,0 1 0,0-1 0,1 1 0,-1 1 0,1 0 0,-1 0 0,1 0 0,0 1 0,0 0 0,-7 6 0,4-4 0,1 1 0,1 0 0,-1 0 0,1 1 0,1 1 0,-1-1 0,1 1 0,1 0 0,0 1 0,-6 11 0,9-14 0,0 0 0,0 0 0,1 0 0,1 1 0,-1-1 0,1 0 0,0 1 0,1-1 0,-1 1 0,2-1 0,-1 0 0,1 1 0,0-1 0,1 0 0,-1 1 0,1-1 0,1 0 0,-1 0 0,1 0 0,1-1 0,-1 1 0,1-1 0,7 9 0,8 9 0,2-2 0,1 0 0,0-1 0,37 26 0,3 4 0,-57-47 0,-1 0 0,1 1 0,-1 0 0,0 0 0,0 0 0,0 0 0,5 11 0,-9-15 0,1 1 0,-1-1 0,1 1 0,-1-1 0,0 1 0,0 0 0,1-1 0,-1 1 0,0-1 0,0 1 0,-1 0 0,1-1 0,0 1 0,0-1 0,-1 1 0,1-1 0,-1 1 0,1-1 0,-1 1 0,0-1 0,0 0 0,1 1 0,-1-1 0,0 0 0,0 0 0,0 1 0,0-1 0,-1 0 0,1 0 0,0 0 0,0 0 0,-1 0 0,1-1 0,-1 1 0,1 0 0,-3 0 0,-6 4 0,0-2 0,0 1 0,0-1 0,-1-1 0,1 0 0,-1 0 0,-20 0 0,13-2 0,0-1 0,0-1 0,-34-7 0,10-3-1365,7-2-5461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7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24575,'3'0'0,"0"-3"0,3 2 0,1 4 0,-2 7 0,-1 7 0,-1 9 0,1 8 0,1 9 0,-2 9 0,0 3 0,-1 3 0,-2 1 0,1-5 0,-1-7 0,0-7 0,0-11-8191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8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1 116 24575,'2'-11'0,"2"-9"0,-1-6 0,0-2 0,-4 6 0,-1 13 0,-1 14 0,1 10 0,0 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8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35 24575,'1'-1'0,"1"1"0,0 0 0,0-1 0,-1 1 0,1-1 0,0 1 0,-1-1 0,1 0 0,-1 0 0,1 0 0,0 0 0,-1 0 0,0 0 0,1 0 0,-1 0 0,0 0 0,0-1 0,1 1 0,-1-1 0,0 1 0,-1-1 0,1 1 0,0-1 0,1-2 0,-2 3 0,0 1 0,0 0 0,0 0 0,0 0 0,0 0 0,0-1 0,0 1 0,0 0 0,0 0 0,0 0 0,0 0 0,0-1 0,0 1 0,0 0 0,0 0 0,0 0 0,0-1 0,0 1 0,0 0 0,0 0 0,0 0 0,0 0 0,0-1 0,0 1 0,0 0 0,0 0 0,0 0 0,-1 0 0,1 0 0,0 0 0,0-1 0,0 1 0,0 0 0,0 0 0,-1 0 0,1 0 0,0 0 0,0 0 0,0 0 0,0 0 0,-1 0 0,1 0 0,0 0 0,0-1 0,0 1 0,0 0 0,-1 0 0,1 0 0,0 0 0,0 0 0,0 1 0,-1-1 0,1 0 0,0 0 0,0 0 0,0 0 0,0 0 0,-1 0 0,1 0 0,0 0 0,0 0 0,0 1 0,-13 5 0,-2 8 0,1 0 0,0 0 0,0 1 0,-15 25 0,-40 72 0,67-109 0,-14 25 0,1 2 0,-17 45 0,29-67 0,1-1 0,0 0 0,0 1 0,1-1 0,0 1 0,0-1 0,0 1 0,1 0 0,1-1 0,-1 1 0,1 0 0,0-1 0,1 1 0,0-1 0,0 1 0,6 11 0,-5-14-72,0-1 1,0 0-1,1 0 0,-1 0 0,1 0 0,0 0 0,1-1 0,-1 0 1,0 0-1,1 0 0,0 0 0,0-1 0,0 0 0,0 0 0,0 0 1,0-1-1,0 0 0,8 2 0,27 3-6754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38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255 173 24575,'0'-5'0,"0"1"0,0-1 0,0 1 0,-1 0 0,0-1 0,0 1 0,0 0 0,0 0 0,-1 0 0,0 0 0,1 0 0,-2 0 0,1 0 0,0 1 0,-1-1 0,-4-5 0,4 7 0,0-1 0,-1 1 0,1 0 0,0 0 0,-1 0 0,0 0 0,1 1 0,-1-1 0,0 1 0,1 0 0,-1 0 0,0 0 0,0 1 0,0 0 0,0-1 0,0 1 0,0 0 0,-6 2 0,2-1 0,1 1 0,0 0 0,0 1 0,0-1 0,0 1 0,1 1 0,-1-1 0,1 1 0,0 1 0,0-1 0,0 1 0,1 0 0,-1 0 0,1 0 0,0 1 0,1 0 0,-1 0 0,1 0 0,1 0 0,-1 1 0,-2 7 0,2-5 0,0 0 0,0 0 0,1 0 0,1 0 0,-1 1 0,2-1 0,-1 1 0,1 0 0,1-1 0,0 1 0,0 0 0,1 0 0,0-1 0,0 1 0,5 15 0,-3-19 0,-1-1 0,1 1 0,0 0 0,0-1 0,0 1 0,1-1 0,0 0 0,0 0 0,0 0 0,1-1 0,0 0 0,0 1 0,0-2 0,8 6 0,-6-5 0,0-1 0,1 0 0,-1-1 0,1 0 0,-1 0 0,1 0 0,-1-1 0,1 0 0,0-1 0,13 0 0,-7-1 0,0-1 0,0-1 0,-1 0 0,1-1 0,-1 0 0,0-1 0,0 0 0,-1-1 0,0-1 0,0 0 0,0 0 0,-1-1 0,11-10 0,-12 8 0,0 0 0,-1-1 0,-1-1 0,1 1 0,-2-1 0,0-1 0,0 1 0,-1-1 0,0 0 0,-2-1 0,6-22 0,-8 28 0,-1 0 0,0-1 0,0 1 0,-1 0 0,0-1 0,-1 1 0,0 0 0,0-1 0,-3-10 0,2 13 0,-1 1 0,1-1 0,-1 0 0,0 1 0,0-1 0,-1 1 0,1 0 0,-1 0 0,0 1 0,-1-1 0,1 1 0,-1 0 0,-8-6 0,7 6 29,-1 0-1,0 0 1,0 1-1,0 0 0,-1 0 1,1 1-1,-1 0 1,1 0-1,-1 1 1,0 0-1,-9 0 1,0 1-371,0 1 1,1 1 0,-1 0-1,-18 6 1,-14 5-6485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56.5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23920,'274'2561'0,"10002"-2561"0,-10550-2561 0,-10002 2561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01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23778,'0'1834'0,"9130"-1834"0,-9130-1834 0,-9130 1834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03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210 122 24575,'0'-4'0,"1"0"0,0 0 0,0 0 0,0 0 0,1 0 0,-1 1 0,5-8 0,5-13 0,-10 19 0,0 0 0,0 0 0,0 0 0,-1 0 0,1 0 0,-2-8 0,1 12 0,0 0 0,0 0 0,0 0 0,0 1 0,-1-1 0,1 0 0,0 0 0,-1 0 0,1 1 0,0-1 0,-1 0 0,1 0 0,-1 1 0,1-1 0,-1 1 0,1-1 0,-1 0 0,0 1 0,0-1 0,0 0 0,0 1 0,0 0 0,0 0 0,0 0 0,0-1 0,0 1 0,0 0 0,0 1 0,0-1 0,0 0 0,0 0 0,0 0 0,0 1 0,0-1 0,0 0 0,0 1 0,0-1 0,0 1 0,0-1 0,-1 2 0,-6 3 0,0 1 0,1 0 0,-1 1 0,1 0 0,1 0 0,-1 0 0,-7 13 0,-35 61 0,44-71 0,-14 25 0,-25 63 0,38-83 0,1 1 0,1-1 0,1 1 0,0-1 0,1 1 0,0 0 0,2 19 0,0-31 0,0 0 0,0-1 0,1 1 0,0 0 0,0-1 0,0 1 0,0-1 0,0 1 0,1-1 0,-1 1 0,1-1 0,0 0 0,0 0 0,0 0 0,0 0 0,1 0 0,-1 0 0,1-1 0,0 1 0,6 3 0,-5-4 0,0 0 0,0 0 0,0-1 0,0 0 0,1 1 0,-1-2 0,0 1 0,1 0 0,-1-1 0,0 0 0,1 0 0,-1 0 0,1 0 0,-1-1 0,0 0 0,1 0 0,4-2 0,2-1 0,0 0 0,0-1 0,0 0 0,0-1 0,-1 0 0,0-1 0,0 0 0,-1-1 0,11-11 0,5-8 0,36-51 0,-12 14 0,-82 159 0,31-89-105,1 0 0,0 0 0,0 1 0,1-1 0,0 0 0,0 1 0,0-1 0,1 0 0,0 1 0,0-1 0,1 0 0,3 11 0,7 5-6721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04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97 24575,'-1'-6'0,"1"0"0,-1-1 0,0 1 0,0 0 0,-1 0 0,-4-11 0,4 14 0,1-1 0,-1 1 0,1 0 0,-1 1 0,0-1 0,0 0 0,0 0 0,0 1 0,0-1 0,-1 1 0,1 0 0,-1 0 0,0 0 0,-3-2 0,5 3 0,-1 1 0,0 0 0,1-1 0,-1 1 0,0 0 0,0 0 0,1 0 0,-1 0 0,0 0 0,0 1 0,1-1 0,-1 0 0,0 1 0,1-1 0,-1 1 0,1 0 0,-1 0 0,1-1 0,-1 1 0,1 0 0,-1 0 0,1 0 0,0 0 0,-1 1 0,1-1 0,0 0 0,0 1 0,-2 1 0,-4 6 0,1 0 0,-1 1 0,-4 10 0,10-18 0,-19 37 0,1 1 0,2 0 0,-14 51 0,25-68 0,0-1 0,2 2 0,1-1 0,1 0 0,0 1 0,2-1 0,4 39 0,-2-53 31,-1 1 0,2-1 0,-1 0 0,1-1 0,1 1 0,-1 0 0,1-1 0,1 0 1,0 0-1,10 13 0,-11-16-138,1 0 0,0-1 1,0 1-1,0-1 0,1-1 1,-1 1-1,1-1 0,0 0 1,0 0-1,0-1 0,0 1 1,0-1-1,1-1 0,-1 1 1,12 0-1,25 0-6719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04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0 24575,'-11'3'0,"-18"1"0,-11 5 0,-7 1 0,-2 1 0,8 2 0,16 2 0,21-2 0,22-4 0,21-2 0,19-4 0,-2-1-8191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5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94 559 24575,'-6'-2'0,"0"-1"0,0 1 0,0-1 0,1 0 0,-1 0 0,1-1 0,-1 0 0,1 0 0,-5-5 0,7 6 0,0 1 0,0-1 0,1 0 0,-1 0 0,1 1 0,0-1 0,0-1 0,0 1 0,1 0 0,-1 0 0,1-1 0,-1 1 0,1-1 0,0 1 0,0-1 0,1 0 0,-1 1 0,1-7 0,0 4 0,1 1 0,0 0 0,1-1 0,-1 1 0,1 0 0,0 0 0,0 0 0,0 0 0,1 0 0,0 0 0,4-5 0,5-5 0,1 1 0,1 0 0,0 1 0,0 1 0,1 0 0,20-11 0,14-6-107,1 3 0,2 2 0,0 3 0,61-17 0,225-40-428,-154 48 286,1 9-1,0 8 1,1 8-1,0 8 1,0 9 0,-1 7-1,313 75 1,-389-65 114,-1 5 1,-2 4-1,-2 5 1,109 62-1,-155-71 52,-1 2 0,-3 3 0,-1 1-1,-1 4 1,-3 1 0,-2 2 0,-2 3-1,48 66 1,-54-57 139,63 127-1,-82-141 337,-1 2 0,-3 0 0,16 78 0,-27-96-5775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5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0 170 24575,'39'-40'0,"32"-31"0,-61 62 0,1 0 0,1 1 0,0 0 0,25-12 0,-36 19 0,0 1 0,0-1 0,0 1 0,0 0 0,0-1 0,0 1 0,0 0 0,0-1 0,0 1 0,0 0 0,0 0 0,0 0 0,0 0 0,0 0 0,0 0 0,0 0 0,0 0 0,0 1 0,0-1 0,0 0 0,0 0 0,0 1 0,0-1 0,-1 1 0,1-1 0,0 1 0,0-1 0,0 1 0,0 0 0,-1-1 0,1 1 0,0 0 0,0 0 0,-1-1 0,1 1 0,-1 0 0,1 0 0,-1 0 0,1 0 0,-1 0 0,1 0 0,-1 0 0,0 0 0,0 0 0,1 0 0,-1 0 0,0 0 0,0 1 0,1 8 0,0 0 0,-1 1 0,0-1 0,-1 11 0,0-5 0,0 70 0,2-44 0,-1 0 0,-3-1 0,-14 77 0,16-114 14,0 0 1,0 0-1,-1 0 0,0-1 0,0 1 1,0 0-1,0-1 0,0 1 0,-1-1 0,0 0 1,1 0-1,-1 0 0,0 0 0,-1-1 1,1 1-1,0-1 0,-1 1 0,1-1 0,-1 0 1,0-1-1,0 1 0,0-1 0,-4 2 1,-7 0-357,-1 0 1,1-1 0,-1-1-1,-26-1 1,14 0-6485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6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1681 215 24575,'1'-1'0,"2"-2"0,1-1 0,-1 1 0,0-1 0,0 0 0,0 0 0,3-6 0,-5 9 0,-1 0 0,0 1 0,0-1 0,1 0 0,-1 1 0,0-1 0,0 0 0,0 1 0,0-1 0,0 1 0,0-1 0,0 0 0,0 1 0,0-1 0,-1 0 0,1 1 0,0-1 0,0 0 0,0 1 0,-1-1 0,1 1 0,-1-2 0,0 1 0,0 0 0,0 0 0,0 0 0,-1 1 0,1-1 0,0 0 0,-1 0 0,1 1 0,-1-1 0,1 1 0,-1-1 0,1 1 0,-3-1 0,-11-1 0,0 0 0,0 1 0,0 1 0,-1 0 0,1 1 0,0 0 0,-22 6 0,-105 35 0,128-37 0,-96 36-215,-162 85-1,-86 89-216,257-145 432,-106 95 0,166-128 0,1 3 0,2 1 0,2 2 0,-58 88 0,81-108 0,0 1 0,2 1 0,0 0 0,2 0 0,1 1 0,0 0 0,-3 31 0,9-37 0,0 0 0,1 0 0,1 0 0,2 1 0,-1-1 0,2 0 0,1-1 0,0 1 0,2 0 0,9 23 0,-1-13 11,2-1-1,0-1 0,2 0 0,1-1 1,1-1-1,1 0 0,2-2 0,28 24 0,2-3-163,1-3 0,116 66-1,-54-47-483,2-5 0,3-5 0,155 42 0,396 59-1928,-289-94 1821,392 8 1,-451-60 343,514-54-1,-642 22 96,259-67 0,-363 68 199,-2-5 1,-1-3 0,-2-4 0,158-93 0,-205 105 220,-2-2-1,-1-2 1,-1-1-1,-2-2 1,-1-2-1,-1 0 1,26-40-1,-43 53-58,-1-1-1,-1-1 0,-1 0 1,-1-1-1,-1 0 0,-2 0 1,0-1-1,-1 0 1,-2-1-1,0 1 0,-2-1 1,-1 0-1,-1 0 1,-2-28-1,-2 25-36,-2 0 1,-1 1 0,-1 0-1,-1 0 1,-21-47-1,12 39 54,-2 0 1,-2 2-1,-41-53 0,15 31 79,-3 3 1,-2 2-1,-3 3 0,-76-54 1,13 23-103,-4 4 1,-3 6-1,-244-96 1,135 83-658,-333-73 1,305 101 643,-324-23 0,389 64-350,0 9 1,-264 28-1,337-8 284,-207 54-1,258-49 90,2 3 0,0 4 1,2 2-1,-69 42 0,41-10 231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7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0 303 24575,'1'-5'0,"0"-1"0,0 1 0,0-1 0,1 1 0,0-1 0,0 1 0,0 0 0,0 0 0,1 0 0,5-7 0,2-3 0,24-26 0,-26 32 0,1 1 0,0-1 0,1 2 0,0-1 0,0 1 0,0 1 0,19-9 0,-26 13 0,1 1 0,0-1 0,-1 1 0,1 0 0,0 0 0,0 0 0,0 1 0,0-1 0,0 1 0,0 0 0,0 0 0,0 0 0,0 1 0,0 0 0,-1-1 0,1 1 0,0 0 0,0 1 0,0-1 0,-1 1 0,1 0 0,-1 0 0,1 0 0,-1 0 0,0 0 0,0 1 0,4 3 0,-1 1 0,-1 1 0,0-1 0,0 1 0,-1 0 0,1 0 0,-2 0 0,1 0 0,-1 1 0,-1 0 0,1-1 0,1 17 0,0 11 0,-2 58 0,-2-72 0,0-22 0,-3 128 0,2-107 0,-2 1 0,0-1 0,-12 38 0,12-54 0,1-5 0,-2-15 0,2-23 0,4-11 0,2 1 0,2-1 0,3 1 0,1 1 0,3 0 0,1 0 0,3 2 0,28-58 0,-38 90 0,1 0 0,0 1 0,1 0 0,0 0 0,17-16 0,-23 25 0,0 0 0,0 1 0,0 0 0,0-1 0,0 1 0,1 1 0,0-1 0,-1 0 0,1 1 0,0 0 0,5-2 0,-6 3 0,-1 0 0,1 0 0,0 0 0,-1 0 0,1 1 0,-1-1 0,1 1 0,-1-1 0,1 1 0,-1 0 0,0 0 0,1 0 0,-1 0 0,0 1 0,0-1 0,0 1 0,1-1 0,-2 1 0,4 2 0,0 2 0,0 1 0,0-1 0,-1 1 0,1-1 0,-2 1 0,1 0 0,-1 1 0,0-1 0,0 0 0,1 12 0,3 12 0,3 39 0,-7-45 0,0 4 0,4 24 0,-7-52 0,0-1 0,0 0 0,0 1 0,0-1 0,0 1 0,0-1 0,1 1 0,-1-1 0,0 0 0,0 1 0,0-1 0,1 1 0,-1-1 0,0 0 0,0 1 0,1-1 0,-1 0 0,0 1 0,1-1 0,-1 0 0,0 1 0,1-1 0,-1 0 0,0 0 0,1 1 0,-1-1 0,1 0 0,-1 0 0,1 0 0,0 0 0,11-7 0,13-28 0,-20 28 0,15-23 0,1 2 0,1 0 0,1 2 0,53-47 0,-73 71 0,0 0 0,-1 0 0,1 0 0,0 1 0,0-1 0,0 1 0,0 0 0,0 0 0,0 0 0,0 0 0,1 0 0,-1 0 0,0 1 0,0 0 0,1 0 0,-1 0 0,0 0 0,7 1 0,-7 0 0,0 1 0,0-1 0,1 1 0,-1-1 0,0 1 0,-1 0 0,1 0 0,0 0 0,-1 1 0,1-1 0,-1 1 0,0-1 0,1 1 0,-1 0 0,-1 0 0,1 0 0,0 0 0,1 3 0,6 19 46,0-1 0,-2 2 0,-1-1-1,-1 1 1,3 32 0,11 56-1686,-10-82-5186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7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28 24575,'0'-21'0,"0"15"0,0 14 0,-1 54 0,0-16 0,7 70 0,-6-110 0,1-1 0,0 1 0,0-1 0,1 0 0,0 0 0,0 1 0,0-1 0,0 0 0,1-1 0,0 1 0,5 7 0,-7-11 0,1 1 0,0-1 0,0 1 0,0-1 0,0 1 0,0-1 0,0 0 0,0 0 0,1 0 0,-1 0 0,0-1 0,0 1 0,1-1 0,-1 1 0,1-1 0,-1 0 0,0 0 0,1 0 0,-1 0 0,1 0 0,-1 0 0,0-1 0,1 1 0,-1-1 0,0 0 0,0 1 0,1-1 0,2-2 0,5-3 0,0 1 0,0-1 0,-1-1 0,0 0 0,0 0 0,-1 0 0,0-1 0,0-1 0,-1 1 0,12-19 0,-12 15 0,1 0 0,-2-1 0,0 1 0,0-2 0,-1 1 0,-1-1 0,0 1 0,2-18 0,-6 8 0,0 22 0,0 1 0,0 0 0,-1-1 0,1 1 0,0 0 0,0-1 0,0 1 0,0 0 0,0-1 0,0 1 0,0 0 0,0 0 0,-1-1 0,1 1 0,0 0 0,0 0 0,0-1 0,-1 1 0,1 0 0,0 0 0,0 0 0,-1-1 0,1 1 0,0 0 0,0 0 0,-1 0 0,1 0 0,0-1 0,-1 1 0,1 0 0,0 0 0,0 0 0,-1 0 0,1 0 0,0 0 0,-1 0 0,1 0 0,0 0 0,-1 0 0,1 0 0,0 0 0,-1 0 0,1 0 0,0 0 0,0 1 0,-1-1 0,1 0 0,0 0 0,-1 0 0,1 0 0,0 1 0,0-1 0,-1 0 0,1 0 0,0 0 0,0 1 0,0-1 0,-1 0 0,1 0 0,0 1 0,0-1 0,0 0 0,0 0 0,0 1 0,-1 0 0,-5 6 0,0 2 0,0-1 0,1 0 0,0 1 0,1 0 0,-5 14 0,-18 63 0,23-74 0,-21 87 171,-12 108 0,3 102-1878,29-243-5119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7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446 99 24575,'0'-2'0,"-1"0"0,1-1 0,-1 1 0,0 0 0,0 0 0,0-1 0,0 1 0,0 0 0,0 0 0,0 0 0,-1 0 0,-2-2 0,-20-21 0,18 20 0,0 0 0,-1 1 0,0-1 0,0 2 0,0-1 0,0 1 0,-1 0 0,1 0 0,-1 1 0,0 0 0,1 1 0,-1-1 0,0 1 0,0 1 0,0 0 0,0 0 0,0 0 0,-8 2 0,4 0 0,0 1 0,0-1 0,1 2 0,-1 0 0,1 0 0,0 1 0,0 0 0,1 1 0,-1 0 0,1 1 0,-12 9 0,11-4 22,0-1-1,1 1 0,1 0 1,0 1-1,0 0 0,1 1 1,1 0-1,0 0 0,1 1 1,1-1-1,0 1 0,1 0 1,0 1-1,1-1 0,-1 27 1,4-31-57,0 0 1,1 0 0,0 0 0,0 0 0,1 0 0,1 0 0,0 0 0,0 0-1,10 19 1,-9-23-63,1 1-1,0-1 1,0 0-1,0 0 1,1-1-1,0 1 1,1-1-1,-1-1 1,1 1-1,0-1 1,0 0-1,1-1 0,13 7 1,21 5-6729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8.7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286 311 24575,'18'-17'0,"-1"-2"0,18-25 0,-30 38 0,-1 0 0,-1 0 0,1-1 0,-1 1 0,0-1 0,-1 1 0,1-1 0,-1 0 0,-1 0 0,1 0 0,-1 0 0,0-12 0,-1 16 0,0 1 0,-1-1 0,1 1 0,-1-1 0,1 1 0,-1-1 0,0 1 0,0 0 0,0-1 0,0 1 0,0 0 0,-1 0 0,1-1 0,-1 1 0,1 0 0,-1 0 0,0 1 0,-2-3 0,0 1 0,1 1 0,-1 0 0,0-1 0,-1 2 0,1-1 0,0 0 0,0 1 0,-1 0 0,-6-2 0,-3 2 0,0 0 0,0 1 0,0 0 0,0 1 0,-25 4 0,29-2 0,-1 0 0,1 1 0,0 0 0,0 0 0,1 1 0,-1 0 0,1 1 0,0 0 0,0 0 0,1 1 0,0 0 0,0 1 0,0 0 0,1 0 0,-11 17 0,10-13 0,1 1 0,0 0 0,1 0 0,0 0 0,1 1 0,1-1 0,0 1 0,1 0 0,0 1 0,2-1 0,-2 22 0,3-29 0,1-1 0,-1 0 0,1 0 0,0 0 0,0 0 0,1 0 0,0 0 0,0 0 0,0 0 0,1-1 0,0 1 0,0-1 0,0 0 0,1 0 0,0 0 0,0 0 0,7 6 0,-7-7 0,1-1 0,-1 0 0,1 0 0,0 0 0,0-1 0,0 1 0,1-1 0,-1-1 0,0 1 0,1-1 0,-1 0 0,1 0 0,0 0 0,-1-1 0,1 0 0,0 0 0,-1 0 0,1-1 0,7-1 0,-2-1 0,0-1 0,0 0 0,-1 0 0,1-1 0,-1-1 0,0 0 0,0 0 0,-1 0 0,0-2 0,0 1 0,-1-1 0,0 0 0,0-1 0,-1 0 0,0 0 0,9-16 0,-7 10 0,0-1 0,-2 0 0,0 0 0,0 0 0,-2-1 0,0 0 0,-1-1 0,-1 1 0,0-1 0,0-18 0,-3 32 0,0 1 0,-1 0 0,1-1 0,-1 1 0,1 0 0,-1 0 0,0-1 0,0 1 0,-1 0 0,1 0 0,-3-4 0,4 7 0,-1-1 0,1 1 0,-1-1 0,1 0 0,-1 1 0,1-1 0,-1 1 0,1 0 0,-1-1 0,0 1 0,1-1 0,-1 1 0,1 0 0,-1 0 0,0-1 0,0 1 0,1 0 0,-1 0 0,0 0 0,1 0 0,-2 0 0,0 0 0,1 0 0,0 1 0,0-1 0,-1 1 0,1-1 0,0 1 0,0-1 0,-1 1 0,1 0 0,0 0 0,0 0 0,0 0 0,0 0 0,0 0 0,0 0 0,0 1 0,-5 6 0,0 0 0,1 1 0,0 0 0,0 0 0,1 0 0,0 0 0,1 1 0,0 0 0,1-1 0,-3 16 0,4-17 0,0 0 0,1-1 0,0 1 0,0 0 0,1 0 0,-1-1 0,2 1 0,-1 0 0,1-1 0,0 1 0,1-1 0,0 0 0,0 0 0,5 9 0,-6-14 0,0 1 0,0-1 0,1 1 0,-1-1 0,1 0 0,-1 0 0,1 0 0,0 0 0,-1-1 0,1 1 0,0-1 0,0 1 0,0-1 0,0 0 0,1 0 0,-1 0 0,0-1 0,0 1 0,1-1 0,-1 0 0,0 0 0,0 0 0,1 0 0,-1 0 0,0-1 0,0 0 0,5-1 0,5-2 0,0 0 0,-1-1 0,1 0 0,-1-1 0,15-11 0,-1-1 0,-1 0 0,-1-2 0,-1-1 0,-1-1 0,-1-1 0,29-39 0,-63 91 0,1 2 0,1 0 0,-7 33 0,7-18 0,2 0 0,2 0 0,2 1 0,1 61 0,5-76 0,1 0 0,2 0 0,1 0 0,1-1 0,2 0 0,1 0 0,15 35 0,-23-64 0,18 34 0,-18-35 0,0 1 0,-1-1 0,1 0 0,0 1 0,0-1 0,1 0 0,-1 0 0,0 0 0,0 1 0,0-1 0,1-1 0,-1 1 0,0 0 0,1 0 0,-1 0 0,1-1 0,-1 1 0,1-1 0,-1 1 0,3-1 0,-3 0 0,0 0 0,0-1 0,0 1 0,0-1 0,0 1 0,0-1 0,0 1 0,0-1 0,0 0 0,-1 0 0,1 1 0,0-1 0,0 0 0,-1 0 0,1 0 0,-1 0 0,1 0 0,-1 0 0,1 0 0,-1 0 0,1 0 0,-1 0 0,0 0 0,0 0 0,1 0 0,-1 0 0,0-2 0,3-34 0,-3 34 0,-2-76 0,-17-113 0,7 87 0,4 30 0,-1 7 0,3 0 0,7-133 0,0 191 0,0 0 0,1 0 0,0 0 0,1 0 0,0 1 0,7-14 0,-9 21 0,-1 0 0,1 0 0,1 0 0,-1 0 0,0 0 0,0 1 0,1-1 0,-1 0 0,1 1 0,-1-1 0,1 1 0,0 0 0,0 0 0,-1-1 0,1 1 0,0 0 0,0 0 0,0 1 0,0-1 0,0 0 0,0 1 0,0-1 0,1 1 0,-1 0 0,0 0 0,0-1 0,0 2 0,0-1 0,1 0 0,-1 0 0,0 1 0,0-1 0,0 1 0,0-1 0,4 3 0,2 1 0,0 0 0,0 1 0,0 0 0,-1 1 0,1 0 0,-1 0 0,-1 0 0,1 1 0,-1 0 0,0 0 0,-1 1 0,0 0 0,0-1 0,-1 2 0,0-1 0,0 0 0,3 11 0,-3-6 0,0-1 0,-1 1 0,-1 0 0,0 0 0,0 0 0,-1 0 0,-1 0 0,0 0 0,-1 0 0,0 0 0,-6 21 0,2-19-105,-1 0 0,-1 0 0,0 0 0,-1-1 0,0 0 0,-1-1 0,-1 0 0,0-1 0,-1 1 0,0-2 0,-1 0 0,-20 15 0,3-5-6721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9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193 371 24575,'21'-8'0,"-1"0"0,0-1 0,34-22 0,-46 26 0,0 0 0,0-1 0,-1 0 0,0-1 0,0 1 0,-1-1 0,1-1 0,-2 1 0,1-1 0,-1 0 0,5-10 0,-8 14 0,-1 1 0,0 0 0,0-1 0,0 1 0,0-1 0,-1 1 0,1-1 0,-1 1 0,0-1 0,0 1 0,0-1 0,0 0 0,-1 1 0,1-1 0,-1 1 0,0 0 0,-3-7 0,2 6 0,0 0 0,-1 1 0,0-1 0,1 0 0,-2 1 0,1 0 0,0-1 0,0 1 0,-1 1 0,0-1 0,0 0 0,-5-2 0,1 1 0,-1 0 0,0 1 0,0 0 0,0 0 0,0 1 0,0 0 0,0 0 0,-1 1 0,1 1 0,-1 0 0,1 0 0,-17 2 0,14 2 0,0 0 0,0 1 0,1 0 0,-1 0 0,2 1 0,-1 1 0,0 0 0,1 0 0,1 1 0,-1 0 0,1 1 0,1 0 0,-1 0 0,2 1 0,-1 0 0,-11 22 0,14-23 0,0 1 0,1 0 0,0 0 0,1 1 0,0-1 0,0 0 0,1 1 0,-1 21 0,3-24 0,1-1 0,-1 1 0,1 0 0,0-1 0,1 1 0,0-1 0,0 0 0,1 1 0,0-1 0,0 0 0,1 0 0,-1-1 0,7 9 0,-6-10 0,0-1 0,0 1 0,0-1 0,0 0 0,1 0 0,0 0 0,-1-1 0,2 1 0,-1-1 0,0 0 0,1-1 0,-1 1 0,1-1 0,-1 0 0,1-1 0,0 1 0,0-1 0,0-1 0,0 1 0,0-1 0,10 0 0,-8-1 0,1 0 0,-1-1 0,0 0 0,0 0 0,0-1 0,-1 0 0,1 0 0,-1-1 0,1 0 0,-1 0 0,0-1 0,-1 1 0,1-2 0,-1 1 0,7-8 0,-3 1 0,-1 0 0,0-1 0,-1 0 0,0 0 0,-1-1 0,-1 0 0,7-21 0,-2-1 0,11-67 0,-24 147 0,7 61 0,-3-91 0,0 1 0,1-1 0,1 1 0,0-1 0,0 0 0,11 18 0,-13-28 0,0 0 0,0 0 0,1-1 0,-1 1 0,1-1 0,0 1 0,0-1 0,1 0 0,-1-1 0,1 1 0,4 3 0,-5-5 0,0 0 0,0 0 0,0 0 0,0 0 0,0 0 0,0-1 0,0 0 0,0 1 0,0-1 0,0 0 0,0 0 0,0-1 0,0 1 0,0-1 0,0 1 0,0-1 0,-1 0 0,5-2 0,1 0 0,-1-1 0,0-1 0,0 1 0,0-1 0,0-1 0,-1 1 0,0-1 0,0 0 0,-1 0 0,9-13 0,-2 1 0,-1 0 0,-1-1 0,9-21 0,-8 16 0,-2-1 0,-1 0 0,-1-1 0,-1 0 0,-1 0 0,3-43 0,-11 57 0,-3 18 0,-4 21 0,-10 63 0,3 1 0,-7 158 0,23-235 0,0-8 0,1 0 0,-1 0 0,1 0 0,0-1 0,0 1 0,1 0 0,0 0 0,0-1 0,3 9 0,-4-14 0,1-1 0,-1 1 0,1-1 0,-1 1 0,1-1 0,-1 1 0,1-1 0,-1 0 0,0 1 0,1-1 0,-1 0 0,0 0 0,0 1 0,1-1 0,-1 0 0,0 0 0,0 1 0,0-1 0,0 0 0,0-1 0,14-196 0,-11 127 0,3 1 0,15-75 0,-18 133 0,0 0 0,1 1 0,0-1 0,0 1 0,2 0 0,-1 0 0,13-18 0,-16 27 0,0-1 0,0 0 0,1 1 0,-1 0 0,0 0 0,1-1 0,0 1 0,-1 1 0,1-1 0,0 0 0,0 1 0,0-1 0,0 1 0,0 0 0,0 0 0,0 0 0,0 0 0,1 1 0,-1-1 0,0 1 0,0 0 0,1 0 0,-1 0 0,0 0 0,0 1 0,1-1 0,-1 1 0,0 0 0,0 0 0,0 0 0,0 0 0,6 4 0,-4-3 0,0 1 0,-1 0 0,1 1 0,-1-1 0,1 1 0,-1 0 0,0 0 0,0 0 0,-1 1 0,1-1 0,-1 1 0,0 0 0,0 0 0,-1 0 0,0 0 0,0 0 0,0 1 0,0-1 0,-1 1 0,0-1 0,0 1 0,0 0 0,-1-1 0,1 1 0,-2 0 0,1-1 0,-1 7 0,-1-1 0,0 0 0,0-1 0,-1 1 0,-1 0 0,0-1 0,0 0 0,-1 0 0,0 0 0,-1-1 0,0 0 0,0 0 0,-1 0 0,-9 9 0,8-11-195,0 0 0,0 0 0,-1-1 0,0 0 0,0-1 0,-18 8 0,7-6-6631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09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0 100 24575,'7'0'0,"-1"0"0,0 1 0,1 0 0,-1 0 0,0 0 0,0 0 0,1 1 0,-1 0 0,0 1 0,-1-1 0,8 5 0,-10-5 0,1 1 0,-1 0 0,1 0 0,-1 0 0,0 0 0,0 1 0,0-1 0,-1 1 0,1 0 0,-1 0 0,0 0 0,0 0 0,0 0 0,-1 0 0,0 1 0,2 6 0,0 5 0,-1-1 0,-1 1 0,0 1 0,-1-1 0,-4 31 0,-23 81 0,10-54 0,15-68 0,1-8 0,0-19 0,0-39 0,2 56 0,5-182 0,-2 142 0,2 0 0,14-51 0,-19 90 0,1-1 0,-1 1 0,2-1 0,-1 1 0,0 0 0,1 0 0,0 0 0,5-6 0,-7 10 0,0 0 0,0 0 0,1-1 0,-1 1 0,0 0 0,1 0 0,-1 0 0,1 1 0,-1-1 0,1 0 0,0 0 0,-1 1 0,1-1 0,0 1 0,-1 0 0,1-1 0,0 1 0,0 0 0,-1 0 0,1 0 0,0 0 0,0 0 0,-1 0 0,1 1 0,0-1 0,0 1 0,-1-1 0,1 1 0,0 0 0,2 1 0,5 4 0,1 0 0,-1 1 0,-1 0 0,1 0 0,-1 1 0,0 0 0,-1 0 0,0 1 0,-1 0 0,1 1 0,-2-1 0,1 1 0,-1 0 0,-1 0 0,0 1 0,3 13 0,-6-21 9,0 1 1,-1-1-1,0 1 0,0-1 0,0 1 0,0 0 1,0-1-1,-1 1 0,1-1 0,-1 1 0,0-1 0,0 0 1,-1 1-1,1-1 0,-1 0 0,1 0 0,-4 4 1,2-3 7,-1 1 1,0-1-1,-1 0 1,1 0-1,-1 0 1,0-1-1,0 0 1,0 1 0,-8 2-1,-8 3-325,-1-2 0,0-1 0,-1 0 0,-24 2 0,43-7 142,-70 10-6660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1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3642 25 24575,'0'-1'0,"0"0"0,0 0 0,0 0 0,0 0 0,0 0 0,-1 0 0,1 0 0,0 0 0,-1 0 0,1 0 0,-1 0 0,1 0 0,-1 0 0,1 0 0,-1 0 0,0 0 0,0 1 0,1-1 0,-1 0 0,0 0 0,0 1 0,0-1 0,0 1 0,0-1 0,1 1 0,-1-1 0,0 1 0,0-1 0,-1 1 0,1 0 0,0 0 0,0-1 0,0 1 0,0 0 0,0 0 0,0 0 0,0 0 0,0 0 0,0 0 0,0 1 0,0-1 0,-2 1 0,-6 0 0,-1 1 0,1 1 0,-15 5 0,24-8 0,-57 24 0,1 3 0,-59 37 0,-101 77 0,-537 433-2176,46 58-552,52 36 2429,73 62-913,379-413 1017,155-230 418,-66 163 0,110-239-98,-10 26 591,-11 47-1,23-75-503,0 0 0,1 0 0,0 1 0,0-1 0,1 1 0,0-1 0,0 1 0,1-1 0,1 1 0,3 15 0,-3-21-122,0 0 1,0-1-1,0 1 0,1 0 0,-1-1 0,1 1 0,0-1 0,0 0 0,0 1 1,1-2-1,-1 1 0,1 0 0,-1-1 0,1 1 0,0-1 0,0 0 0,0 0 1,0-1-1,0 1 0,0-1 0,1 0 0,-1 0 0,0-1 0,1 1 0,5-1 1,6 1-330,0-1 0,0-1 0,-1-1 0,1 0 1,26-8-1,-14 2-6587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2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1281 48 24575,'-1'-1'0,"1"-1"0,0 0 0,-1 1 0,1-1 0,-1 1 0,1-1 0,-1 1 0,0-1 0,0 1 0,0 0 0,0-1 0,0 1 0,0 0 0,0 0 0,0-1 0,0 1 0,0 0 0,-1 0 0,1 0 0,0 1 0,-1-1 0,1 0 0,-1 0 0,1 1 0,-1-1 0,-1 0 0,-6-2 0,0 1 0,0 0 0,-11-1 0,-11 0 0,0 1 0,0 2 0,0 1 0,-49 8 0,-121 38 0,88-12 0,1 6 0,2 4 0,-140 80 0,217-107 0,-59 47 0,83-59 0,1 1 0,0 1 0,0 0 0,1 0 0,0 0 0,1 1 0,-1 0 0,2 0 0,-1 1 0,1-1 0,-5 16 0,9-21 0,0 0 0,1 0 0,-1 0 0,1 0 0,0 0 0,0 0 0,0 0 0,0 0 0,1 0 0,0 0 0,-1 0 0,2 0 0,-1 0 0,0 0 0,1-1 0,-1 1 0,1 0 0,0-1 0,1 0 0,-1 1 0,0-1 0,1 0 0,0 0 0,0 0 0,0-1 0,6 5 0,4 3 0,0-2 0,1 0 0,0-1 0,0 0 0,27 8 0,8-1-75,0-1 1,1-3-1,57 5 0,157-2-480,-66-12 448,208-27 0,-269 9 121,0-7 1,180-55-1,-149 18-14,-140 48 0,0-1 0,-1-1 0,41-32 0,-59 40 0,0 0 0,-1-1 0,0 0 0,0 0 0,-1-1 0,11-17 0,-15 22 0,-1 0 0,0 0 0,0-1 0,-1 1 0,1 0 0,-1-1 0,0 1 0,0-1 0,0 0 0,-1 1 0,0-1 0,0 0 0,0 1 0,0-1 0,-1 0 0,0 1 0,0-1 0,-2-7 0,0 6 21,0-1 1,-1 1-1,0 0 0,0 0 1,0 0-1,0 0 0,-1 0 1,0 1-1,-1 0 0,1 0 1,-1 1-1,0-1 1,-8-4-1,-5-1 118,-1 0 0,0 1-1,-28-8 1,-4 2-137,-2 2 0,0 3 0,0 2-1,-62-2 1,-223 18-695,-70 50-530,304-35-4890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2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416 1 24575,'-7'0'0,"-1"0"0,1 1 0,0 0 0,0 0 0,0 1 0,0 0 0,0 0 0,0 1 0,0 0 0,1 0 0,-1 1 0,1-1 0,0 1 0,0 1 0,0-1 0,1 1 0,-1 0 0,1 0 0,0 1 0,1 0 0,-1-1 0,1 1 0,-6 13 0,-2 7 0,1 0 0,1 2 0,1-1 0,-9 47 0,-32 187 0,-7 32 0,25-168 0,9-34 0,-16 117 0,38-202 0,0 1 0,1-1 0,0 1 0,0 0 0,0-1 0,1 1 0,0-1 0,2 7 0,-2-11 0,0 1 0,0-1 0,0 0 0,0 0 0,0 0 0,1 0 0,-1 0 0,1-1 0,-1 1 0,1 0 0,0-1 0,0 1 0,0-1 0,0 1 0,0-1 0,0 0 0,0 0 0,0 0 0,0 0 0,0 0 0,1 0 0,-1-1 0,0 1 0,1-1 0,2 1 0,18 0 0,0-1 0,0 0 0,34-7 0,0 2 0,382-3-250,2 28-208,-29 0 233,-348-18 225,534-1 0,-590-1 0,29-1 0,0-2 0,72-16 0,-106 18 67,1 0 0,-1 0 1,0 0-1,1-1 0,-1 1 1,0-1-1,1 0 0,-1 0 1,0 0-1,-1 0 0,6-5 1,-7 6-114,-1 0 0,1-1 0,0 1 0,0 0 0,0-1 0,-1 1 0,1-1 0,-1 0 1,1 1-1,-1-1 0,0 1 0,0-1 0,1 0 0,-1 1 0,0-1 0,0 1 0,-1-1 0,1 0 0,0 1 0,-1-1 0,1 1 1,0-1-1,-1 1 0,0-1 0,1 1 0,-2-3 0,-10-16-6780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2.9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87 24575,'4'-11'0,"0"0"0,1 0 0,1 0 0,0 1 0,0 0 0,8-10 0,-14 20 0,0 0 0,0 0 0,0 0 0,0 0 0,0-1 0,1 1 0,-1 0 0,0 0 0,0 0 0,0 0 0,0 0 0,0 0 0,0 0 0,0-1 0,0 1 0,0 0 0,0 0 0,0 0 0,0 0 0,1 0 0,-1 0 0,0 0 0,0 0 0,0 0 0,0 0 0,0 0 0,0 0 0,0 0 0,1-1 0,-1 1 0,0 0 0,0 0 0,0 0 0,0 0 0,0 0 0,0 0 0,1 0 0,-1 0 0,0 0 0,0 1 0,0-1 0,0 0 0,0 0 0,0 0 0,1 0 0,-1 0 0,0 0 0,0 0 0,0 0 0,0 0 0,0 0 0,0 9 0,-5 15 0,5-23 0,-144 603 0,131-537 13,-88 426-2052,71-373-4126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2168 169 24575,'6'-13'0,"0"1"0,-2-1 0,6-18 0,-9 26 0,0 1 0,0-1 0,-1 0 0,1 1 0,-1-1 0,0 0 0,0 1 0,-1-1 0,1 0 0,-1 1 0,0-1 0,0 1 0,-3-7 0,3 9 0,-1 0 0,0 0 0,1 0 0,-1 0 0,0 0 0,0 0 0,0 0 0,0 1 0,-1-1 0,1 1 0,0 0 0,-1-1 0,1 1 0,-1 0 0,1 0 0,-1 1 0,0-1 0,1 1 0,-1-1 0,0 1 0,1 0 0,-1 0 0,0 0 0,-4 1 0,-8 0 0,0 1 0,0 1 0,-16 4 0,-48 17-142,-92 41-1,-74 47-456,143-64 342,-194 90-26,-758 346-799,949-438-4603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4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27 134 24575,'-1'-6'0,"0"1"0,0-1 0,0 1 0,-1-1 0,0 1 0,-4-9 0,-4-14 0,9 25 0,0-1 0,1 0 0,-1 1 0,1-1 0,0 0 0,0 1 0,0-1 0,1 1 0,-1-1 0,3-6 0,-3 10 0,0-1 0,1 0 0,-1 0 0,0 1 0,1-1 0,-1 0 0,1 0 0,-1 1 0,1-1 0,-1 0 0,1 1 0,0-1 0,-1 1 0,1-1 0,0 1 0,-1-1 0,1 1 0,0 0 0,0-1 0,0 1 0,1-1 0,-1 1 0,0 0 0,1 0 0,-1 0 0,0 1 0,1-1 0,-1 0 0,0 0 0,1 1 0,-1-1 0,0 1 0,0-1 0,1 1 0,-1-1 0,0 1 0,2 1 0,9 8 0,0 1 0,-1 0 0,-1 0 0,0 1 0,0 0 0,-1 1 0,8 14 0,1 1 0,33 54 262,-33-51-668,1-1-1,2 0 0,27 30 0,-34-47-6419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4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428 148 24575,'0'-8'0,"0"-11"0,0-8 0,0-2 0,0 1 0,-3 6 0,-3 9 0,-7 12 0,-6 15 0,-8 15 0,-8 14 0,-9 14 0,-4 7 0,-4 8 0,0 1 0,3 0 0,4-5 0,10-13-8191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4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164 112 24575,'27'-17'0,"24"-17"0,-47 31 0,0 0 0,0 0 0,0-1 0,-1 0 0,1 0 0,-1 0 0,0 0 0,4-8 0,-7 12 0,1-1 0,-1 1 0,0-1 0,0 1 0,0 0 0,1-1 0,-1 1 0,0-1 0,0 1 0,0-1 0,0 1 0,0-1 0,0 1 0,0-1 0,0 1 0,0-1 0,0 1 0,0-1 0,0 1 0,0-1 0,0 1 0,0 0 0,0-1 0,-1 1 0,1-1 0,0 1 0,0-1 0,-1 1 0,1 0 0,0-1 0,0 1 0,-1-1 0,0 1 0,0-1 0,0 0 0,-1 1 0,1-1 0,-1 1 0,1 0 0,-1-1 0,1 1 0,-1 0 0,1 0 0,-1 0 0,-1 0 0,-41 8 0,43-8 0,-17 5 0,1 0 0,-1 2 0,2 0 0,-1 0 0,-25 17 0,36-20 0,-1 0 0,1 1 0,0-1 0,1 1 0,-1 1 0,1-1 0,0 1 0,0 0 0,1 0 0,0 0 0,0 0 0,0 1 0,1 0 0,0 0 0,0 0 0,-3 10 0,6-12 0,-1 0 0,1 0 0,0-1 0,0 1 0,0 0 0,0 0 0,1 0 0,0 0 0,0 0 0,1-1 0,-1 1 0,1 0 0,0-1 0,0 1 0,0-1 0,1 0 0,-1 0 0,1 0 0,7 7 0,3 2 0,2 0 0,-1-2 0,1 1 0,17 8 0,-14-9 0,30 25 0,-47-35 10,0 0-1,0 0 1,0 0-1,0 0 1,0 0-1,0 0 1,0 0-1,-1 0 1,1 0-1,0 1 1,-1-1-1,1 0 0,-1 0 1,0 1-1,1-1 1,-1 0-1,0 2 1,0-2-1,0 0 0,0 0 0,0 0 0,0-1 0,-1 1 0,1 0 0,0 0 0,-1 0 0,1 0 0,-1 0 0,1-1 0,-1 1 0,1 0 0,-1 0 0,0-1 0,1 1 0,-1-1 0,-1 2 0,-2 0-223,0 1 1,0-1 0,-1 0-1,1 0 1,-1 0 0,1-1-1,-8 2 1,-15 3-6613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6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24575,'14'-4'0,"46"-14"0,-55 16 0,1 1 0,-1 1 0,1-1 0,-1 1 0,1 0 0,-1 0 0,1 0 0,8 2 0,-12-1 0,0 0 0,0 0 0,0 0 0,0 0 0,0 0 0,0 1 0,-1-1 0,1 0 0,0 1 0,-1-1 0,1 1 0,-1 0 0,1-1 0,-1 1 0,0 0 0,0 0 0,0 0 0,0 0 0,0 0 0,0 0 0,-1 0 0,1 0 0,-1 1 0,1-1 0,-1 4 0,2 7 0,-2 0 0,0 1 0,-2 16 0,0-9 0,1 7 0,-1-4 0,2 30 0,0-48 0,0-1 0,1 1 0,0-1 0,0 0 0,1 0 0,-1 1 0,1-1 0,0 0 0,1 0 0,-1 0 0,5 6 0,-5-10 0,-1 1 0,1 0 0,0-1 0,0 1 0,0-1 0,0 1 0,1-1 0,-1 0 0,0 0 0,0 0 0,1 0 0,-1 0 0,1-1 0,-1 1 0,1-1 0,-1 0 0,1 1 0,-1-1 0,1 0 0,-1 0 0,1-1 0,-1 1 0,1-1 0,-1 1 0,0-1 0,1 0 0,-1 1 0,1-1 0,-1-1 0,2 0 0,7-4 0,0 1 0,-1-2 0,0 0 0,18-15 0,-11 6 0,-2-1 0,0 0 0,0-1 0,22-38 0,-19 23 0,-1-1 0,15-43 0,-30 69 0,-7 19 0,-7 22 0,10-26 0,1 0 0,0 0 0,0-1 0,0 1 0,1 0 0,0 0 0,0 0 0,1 0 0,2 13 0,-2-17 0,1 0 0,-1 1 0,1-1 0,-1 0 0,1 0 0,0 0 0,0-1 0,0 1 0,1 0 0,-1-1 0,0 0 0,1 1 0,0-1 0,0 0 0,-1 0 0,1 0 0,0-1 0,0 1 0,1-1 0,-1 0 0,0 0 0,4 1 0,3 1 0,1-1 0,-1 0 0,1-1 0,-1 0 0,1 0 0,-1-1 0,1-1 0,0 0 0,-1 0 0,1-1 0,-1-1 0,0 1 0,0-2 0,0 1 0,0-1 0,0-1 0,-1 0 0,0 0 0,0-1 0,0 0 0,-1-1 0,0 0 0,0 0 0,0 0 0,-1-1 0,0 0 0,6-12 0,-11 18 0,-1 0 0,0 0 0,0 0 0,0 0 0,0 0 0,0 0 0,0 0 0,-1-1 0,1 1 0,-1 0 0,1 0 0,-1-1 0,0 1 0,0 0 0,0-1 0,0 1 0,-1 0 0,1-1 0,-1 1 0,1 0 0,-1 0 0,0-1 0,0 1 0,0 0 0,0 0 0,0 0 0,0 0 0,-3-3 0,2 3 0,0 0 0,0 1 0,0-1 0,-1 1 0,1-1 0,0 1 0,-1 0 0,1 0 0,-1 0 0,1 0 0,-1 1 0,1-1 0,-1 1 0,0-1 0,1 1 0,-1 0 0,0 0 0,1 0 0,-1 0 0,0 0 0,1 1 0,-1 0 0,0-1 0,-4 3 0,-1 1 0,-1 0 0,1 1 0,0 0 0,0 1 0,1 0 0,-1 0 0,1 0 0,1 1 0,-1 0 0,1 1 0,0-1 0,1 1 0,0 0 0,0 1 0,1-1 0,0 1 0,-5 15 0,8-23 0,1 0 0,0 0 0,-1 0 0,1 0 0,0 1 0,0-1 0,0 0 0,0 0 0,0 0 0,0 0 0,0 0 0,0 0 0,0 0 0,0 0 0,1 0 0,-1 0 0,0 0 0,1 0 0,-1 0 0,1 0 0,-1 0 0,1 0 0,-1 0 0,1 0 0,0 0 0,0-1 0,0 2 0,1-1 0,0 0 0,0 0 0,0-1 0,0 1 0,0-1 0,0 1 0,0-1 0,0 0 0,0 1 0,0-1 0,0 0 0,0 0 0,3-1 0,6-1 0,0 0 0,0-1 0,-1 0 0,12-5 0,-11 3 0,-7 3 0,1 0 0,-1 0 0,0 1 0,1-1 0,-1 1 0,1 0 0,7 0 0,-10 1 0,-1 0 0,0 0 0,1 1 0,-1-1 0,0 1 0,1-1 0,-1 1 0,0 0 0,1-1 0,-1 1 0,0 0 0,0 0 0,0 0 0,0 0 0,0 0 0,0 0 0,0 0 0,0 0 0,0 0 0,-1 0 0,1 1 0,0-1 0,-1 0 0,1 0 0,-1 1 0,1-1 0,-1 1 0,0-1 0,1 0 0,-1 3 0,3 23 0,-3-19 0,1-1 0,0 1 0,0 0 0,3 8 0,-4-15 0,1 0 0,-1 0 0,0 1 0,1-1 0,-1 0 0,1 0 0,0 0 0,-1 0 0,1 0 0,0 0 0,0 0 0,0 0 0,-1-1 0,1 1 0,0 0 0,0 0 0,0-1 0,0 1 0,1 0 0,-1-1 0,0 1 0,0-1 0,0 0 0,0 1 0,0-1 0,1 0 0,-1 0 0,0 1 0,0-1 0,1 0 0,0 0 0,8-2 0,0 0 0,0 0 0,0-1 0,0 0 0,0-1 0,16-8 0,-2-2 0,29-19 0,-30 14 0,41-40 0,-3 2 0,-60 56 0,0 0 0,1 0 0,-1 0 0,0-1 0,0 1 0,1 0 0,-1-1 0,0 1 0,0 0 0,-1-1 0,1 1 0,0-1 0,0 0 0,-1 1 0,1-1 0,-1 1 0,1-1 0,-1 0 0,0 1 0,0-1 0,1 0 0,-1 0 0,0 1 0,-1-1 0,1-3 0,-1 4 0,0 0 0,0 0 0,1-1 0,-1 1 0,0 0 0,0 0 0,0 0 0,0 0 0,-1 0 0,1 0 0,0 0 0,0 1 0,0-1 0,-1 0 0,1 1 0,0-1 0,-1 1 0,1-1 0,-1 1 0,1 0 0,-1-1 0,1 1 0,-1 0 0,1 0 0,0 0 0,-1 0 0,1 0 0,-1 0 0,1 1 0,-2 0 0,-4 0 0,1 1 0,0 0 0,0 0 0,0 0 0,0 1 0,1 0 0,-1 0 0,1 1 0,-1 0 0,1 0 0,0 0 0,1 0 0,-9 10 0,8-9 0,0 1 0,1 0 0,-1 1 0,1-1 0,1 1 0,-1 0 0,1 0 0,0 0 0,1 0 0,0 0 0,-2 12 0,3-17 0,1 0 0,0 0 0,0 0 0,0 0 0,0-1 0,0 1 0,1 0 0,-1 0 0,0 0 0,1-1 0,-1 1 0,1 0 0,0-1 0,0 1 0,0 0 0,-1-1 0,2 1 0,-1-1 0,0 1 0,0-1 0,0 0 0,1 1 0,-1-1 0,0 0 0,1 0 0,-1 0 0,1 0 0,-1 0 0,1 0 0,0-1 0,-1 1 0,1 0 0,0-1 0,0 1 0,0-1 0,-1 0 0,1 1 0,0-1 0,0 0 0,3-1 0,2 2 0,1-2 0,0 1 0,0-1 0,-1-1 0,1 1 0,0-1 0,-1 0 0,10-5 0,9-8 0,-19 11 0,0 0 0,0 0 0,0 1 0,10-3 0,-15 5 0,0 1 0,0-1 0,0 1 0,1 0 0,-1 0 0,0 0 0,0 0 0,1 0 0,-1 0 0,0 0 0,0 1 0,1-1 0,-1 1 0,0 0 0,0 0 0,0 0 0,0 0 0,0 0 0,2 2 0,34 31-68,-28-24-1229,4 4-5529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6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2482 34 24575,'-4'-4'0,"-1"1"0,1 0 0,-1 0 0,0 0 0,0 0 0,0 1 0,0-1 0,0 1 0,0 1 0,-1-1 0,1 1 0,-1 0 0,1 0 0,-8 0 0,-10 0 0,0 2 0,-27 3 0,18-1 0,-577 71-921,429-48 781,-83 12-899,-855 116-623,1017-141-2767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7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269 133 24575,'23'-20'0,"-15"13"0,1-1 0,-1 1 0,7-11 0,-13 16 0,0 0 0,-1 0 0,1 0 0,-1-1 0,0 1 0,0 0 0,0-1 0,0 1 0,0-1 0,0 1 0,-1-1 0,1 0 0,-1 1 0,0-1 0,0 0 0,0 1 0,0-6 0,0 7 0,-1 0 0,1 0 0,0 0 0,-1 0 0,1 0 0,-1 0 0,1 0 0,-1 0 0,1 0 0,-1 0 0,0 0 0,1 1 0,-1-1 0,0 0 0,0 0 0,0 1 0,1-1 0,-1 0 0,0 1 0,0-1 0,-2 0 0,0 0 0,0 0 0,0 1 0,0-1 0,0 0 0,0 1 0,0 0 0,-5 0 0,-2 1 0,0 0 0,0 1 0,-16 4 0,8 1 0,1 0 0,0 0 0,1 2 0,0 0 0,0 1 0,1 0 0,0 2 0,1-1 0,0 2 0,1 0 0,1 0 0,0 2 0,0-1 0,-10 20 0,19-30 0,1 1 0,0 0 0,0-1 0,0 1 0,1 0 0,-1 0 0,1 0 0,0 0 0,1 0 0,-1 1 0,1-1 0,0 0 0,1 8 0,0-9 0,0-1 0,0 0 0,1 1 0,-1-1 0,1 0 0,-1 1 0,1-1 0,0 0 0,1 0 0,-1-1 0,0 1 0,1 0 0,-1-1 0,1 1 0,0-1 0,0 0 0,0 0 0,0 0 0,0 0 0,4 1 0,8 3 0,0-1 0,0 0 0,0-2 0,1 1 0,-1-2 0,1 0 0,0-1 0,0 0 0,23-3 0,4-2 0,0-2 0,52-15 0,-28 3-1365,-9 0-5461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7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84 24575,'0'-3'0,"0"1"0,0-1 0,0 0 0,-1 1 0,1-1 0,-1 0 0,1 1 0,-1-1 0,0 1 0,0-1 0,0 1 0,-1 0 0,1-1 0,0 1 0,-1 0 0,0 0 0,1 0 0,-1 0 0,0 0 0,0 0 0,0 1 0,-3-3 0,3 4 0,1-1 0,-1 0 0,0 1 0,0-1 0,0 1 0,0-1 0,0 1 0,0 0 0,0 0 0,0 0 0,0 0 0,0 0 0,0 1 0,0-1 0,0 0 0,0 1 0,0 0 0,1-1 0,-1 1 0,0 0 0,0 0 0,1 0 0,-1 0 0,0 0 0,1 1 0,-1-1 0,1 0 0,-1 1 0,1-1 0,-2 3 0,-4 6 0,1 0 0,0 1 0,1 0 0,0-1 0,0 2 0,2-1 0,-1 1 0,-3 19 0,5-20 0,1-10 0,1-1 0,0 1 0,0-1 0,-1 1 0,1-1 0,0 1 0,0 0 0,0-1 0,0 1 0,0-1 0,0 1 0,0 0 0,0-1 0,0 1 0,0-1 0,0 1 0,0 0 0,0-1 0,0 1 0,0-1 0,1 1 0,-1 0 0,0-1 0,0 1 0,1-1 0,-1 1 0,0-1 0,1 1 0,-1-1 0,1 1 0,-1-1 0,1 0 0,-1 1 0,1-1 0,-1 0 0,1 1 0,-1-1 0,1 0 0,-1 1 0,1-1 0,-1 0 0,1 0 0,0 0 0,-1 0 0,1 1 0,-1-1 0,1 0 0,0 0 0,-1 0 0,1 0 0,-1 0 0,1-1 0,0 1 0,-1 0 0,1 0 0,0-1 0,4 0 0,-1 0 0,0 0 0,0-1 0,0 0 0,0 0 0,6-3 0,1-4 0,0 0 0,0 0 0,0-1 0,-2 0 0,14-17 0,-20 23 0,0 0 0,0 0 0,-1-1 0,1 1 0,-1-1 0,0 1 0,0-1 0,-1 0 0,1 0 0,-1 1 0,0-1 0,-1 0 0,1 0 0,-1 0 0,0-1 0,0 1 0,0 0 0,-2-8 0,-2 6 0,1 7 0,4 0 0,-1 1 0,0-1 0,0 1 0,0-1 0,0 1 0,1-1 0,-1 1 0,0-1 0,0 0 0,1 1 0,-1-1 0,0 1 0,1-1 0,-1 0 0,0 1 0,1-1 0,-1 0 0,1 1 0,-1-1 0,0 0 0,1 1 0,-1-1 0,1 0 0,-1 0 0,1 0 0,0 1 0,8 1 0,0 1 0,0-1 0,0 0 0,0-1 0,1 0 0,-1-1 0,0 0 0,14-2 0,-14 1 0,0 1 0,-1-1 0,1 2 0,0-1 0,0 1 0,0 0 0,-1 1 0,1 0 0,13 5 0,-16-4 0,-1 0 0,1-1 0,0 0 0,0 0 0,0-1 0,0 0 0,1 0 0,-1 0 0,10 0 0,-5-2 0,0-1 0,0 0 0,0 0 0,15-6 0,-8 2 0,48-13 0,-55 19-1365,-3 1-5461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18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2747 362 24575,'2'0'0,"-1"-1"0,0 1 0,0 0 0,0 0 0,0 0 0,0-1 0,0 1 0,0-1 0,-1 1 0,1-1 0,0 1 0,0-1 0,0 1 0,0-1 0,0 0 0,-1 1 0,1-1 0,0 0 0,-1 0 0,1 0 0,-1 0 0,1 1 0,-1-1 0,1 0 0,-1 0 0,1 0 0,-1-1 0,1 0 0,-1 1 0,1-1 0,-1 1 0,0-1 0,1 0 0,-1 1 0,0-1 0,0 1 0,0-1 0,-1 0 0,1 1 0,0-1 0,0 1 0,-1-1 0,1 0 0,-1 1 0,0-2 0,-3-2 0,0 0 0,0 0 0,0 1 0,0 0 0,-1 0 0,0 0 0,0 0 0,0 1 0,-10-6 0,-57-23 0,59 27 0,-75-26-186,-140-32 0,-98 3-506,-2 17-252,-1 14 1,-586 25-1,863 7 866,-119 9-21,130-7 203,-78 19 0,116-24-20,1 1-1,-1 0 1,1 0-1,-1 0 1,1 0-1,0 0 1,-1 0-1,1 1 1,0-1-1,-3 3 1,5-4-68,0 1-1,0-1 1,-1 0 0,1 0-1,0 1 1,0-1 0,0 0-1,0 0 1,0 1 0,0-1-1,-1 0 1,1 1 0,0-1-1,0 0 1,0 0 0,0 1-1,0-1 1,0 0 0,0 1 0,0-1-1,1 0 1,-1 0 0,0 1-1,0-1 1,0 0 0,0 1-1,0-1 1,0 0 0,0 0-1,1 1 1,13 7-130,10 0-5504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58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428 109 24575,'11'0'0,"0"-1"0,0 0 0,1 0 0,20-6 0,-30 6 0,0 1 0,1-1 0,-1 0 0,0 0 0,0 0 0,1 0 0,-1 0 0,0 0 0,0 0 0,0-1 0,0 1 0,0-1 0,-1 0 0,1 1 0,0-1 0,-1 0 0,1 0 0,-1 0 0,0 0 0,0 0 0,0 0 0,0-1 0,0 1 0,0 0 0,0-1 0,-1 1 0,1 0 0,-1-1 0,1-3 0,-2 4 0,1 0 0,-1 0 0,1 1 0,-1-1 0,1 0 0,-1 0 0,0 1 0,0-1 0,0 0 0,0 1 0,0-1 0,0 1 0,-1-1 0,1 1 0,0-1 0,-1 1 0,1 0 0,-1 0 0,0 0 0,1 0 0,-1 0 0,0 0 0,1 0 0,-1 1 0,0-1 0,0 0 0,0 1 0,-2-1 0,-7-1 0,1 0 0,-1 1 0,-18 0 0,-7 1 0,0 2 0,1 2 0,-1 1 0,-37 11 0,52-11 0,-1 2 0,1 1 0,1 0 0,0 1 0,0 2 0,1 0 0,-33 24 0,49-32 0,-1 0 0,1 0 0,0 1 0,0-1 0,0 1 0,0-1 0,1 1 0,-1 0 0,1 0 0,0 0 0,0 0 0,0 1 0,1-1 0,-3 9 0,4-9 0,0-1 0,0 1 0,0 0 0,1 0 0,-1-1 0,1 1 0,-1-1 0,1 1 0,1 0 0,-1-1 0,0 0 0,1 1 0,0-1 0,-1 0 0,1 0 0,1 0 0,-1 0 0,5 5 0,2 1 0,1-2 0,0 1 0,0-1 0,0 0 0,1-1 0,0-1 0,0 1 0,1-2 0,0 1 0,21 3 0,30 14 0,-63-22 0,1 0 0,0 0 0,-1 0 0,1 1 0,-1-1 0,1 0 0,-1 1 0,1-1 0,-1 0 0,1 1 0,-1-1 0,1 0 0,-1 1 0,0-1 0,1 1 0,-1-1 0,0 1 0,1-1 0,-1 1 0,0-1 0,1 1 0,-1-1 0,0 1 0,0 0 0,0-1 0,0 1 0,1 0 0,-2 0 0,1 1 0,0-1 0,0 0 0,-1 0 0,1 0 0,-1 0 0,1 1 0,-1-1 0,0 0 0,1 0 0,-1 0 0,0 0 0,-1 1 0,-5 5 0,-1 0 0,-15 11 0,11-9 0,3-1 0,-1 1 0,1 0 0,1 0 0,-1 1 0,2 1 0,-1-1 0,-7 15 0,14-22 0,-1 0 0,1 0 0,0 0 0,0 0 0,0 0 0,0 0 0,0 1 0,0-1 0,1 0 0,0 0 0,0 0 0,0 1 0,0-1 0,0 0 0,0 0 0,1 1 0,0-1 0,-1 0 0,1 0 0,0 0 0,1 0 0,-1 0 0,1 0 0,-1 0 0,1-1 0,0 1 0,0 0 0,0-1 0,0 1 0,0-1 0,1 0 0,-1 0 0,1 0 0,2 2 0,6 2 0,0 0 0,0-1 0,0 0 0,1-1 0,-1 0 0,1-1 0,0-1 0,0 1 0,0-2 0,1 0 0,23-1 0,-9-1 0,1-2 0,-1-1 0,-1-1 0,36-11 0,-47 11 0,1 0 0,-1-1 0,0-1 0,0-1 0,-1 0 0,23-17 0,-32 21 0,0 0 0,0-1 0,0 0 0,0 0 0,-1 0 0,0-1 0,0 1 0,-1-1 0,1 0 0,-1 0 0,0 0 0,-1 0 0,0-1 0,0 1 0,0-1 0,-1 1 0,0-1 0,1-13 0,-4-1 0,0 0 0,-1 0 0,-2 0 0,0 0 0,-9-23 0,5 19 0,2-1 0,-7-40 0,14 62 0,0 1 0,-1 0 0,1-1 0,1 1 0,-1-1 0,0 1 0,1 0 0,0-1 0,-1 1 0,1 0 0,1 0 0,-1-1 0,0 1 0,3-3 0,-4 5 0,1 1 0,0-1 0,-1 0 0,1 0 0,0 1 0,0-1 0,-1 0 0,1 1 0,0-1 0,0 1 0,0-1 0,0 1 0,0 0 0,0-1 0,0 1 0,0 0 0,0 0 0,0-1 0,1 1 0,0 0 0,0 1 0,0-1 0,0 0 0,0 1 0,0-1 0,0 1 0,0 0 0,-1 0 0,1-1 0,0 1 0,0 0 0,-1 1 0,3 1 0,3 2 0,-1 2 0,0-1 0,-1 1 0,1-1 0,-1 2 0,0-1 0,-1 0 0,0 1 0,0 0 0,-1 0 0,0 0 0,3 13 0,0 3 0,-1 0 0,-2 1 0,2 29 0,-4-31 0,-2 0 0,0 1 0,-1-1 0,-1 0 0,-2 0 0,0 0 0,-1-1 0,-11 24 0,29-73 0,86-178 0,-78 167 0,2 2 0,1 0 0,41-47 0,-60 79 0,0 0 0,1 0 0,-1 0 0,1 0 0,7-5 0,-11 9 0,0-1 0,-1 1 0,1-1 0,0 1 0,0 0 0,0-1 0,0 1 0,0 0 0,0-1 0,0 1 0,0 0 0,0 0 0,0 0 0,0 0 0,0 0 0,-1 0 0,1 0 0,0 0 0,0 0 0,0 1 0,0-1 0,0 0 0,0 0 0,0 1 0,0-1 0,0 1 0,0-1 0,-1 1 0,1-1 0,0 1 0,0 0 0,-1-1 0,1 1 0,0 0 0,-1-1 0,1 1 0,-1 0 0,1 0 0,-1 0 0,1 0 0,0 1 0,1 4 0,0 0 0,0 1 0,0-1 0,-1 1 0,0 0 0,0 0 0,0 7 0,-3 53 0,1-35 0,-2 12 0,2-21 0,0 0 0,3 27 0,4-58 0,3-10 0,7-18 0,36-76 0,-44 97 0,1 1 0,0 0 0,0 1 0,2 0 0,15-15 0,-24 26 0,1-1 0,-1 1 0,0 0 0,1 0 0,-1 1 0,1-1 0,0 1 0,0-1 0,0 1 0,0 0 0,0 0 0,0 0 0,0 0 0,0 1 0,0-1 0,0 1 0,0 0 0,3 0 0,-3 0 0,-1 1 0,1 0 0,-1 0 0,0 0 0,1 0 0,-1 0 0,0 0 0,0 0 0,0 1 0,0 0 0,0-1 0,0 1 0,0 0 0,0 0 0,-1 0 0,1 0 0,-1 0 0,0 0 0,1 0 0,-1 0 0,0 1 0,1 3 0,6 19 49,-2-1-1,0 1 1,-2 0-1,0 0 1,-2 1 0,-1 25-1,-1-24-389,2 0 0,0 0 0,2 0 0,14 52 0,-10-58-6485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58.4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65 24575,'6'-14'0,"5"-13"0,-10 26 0,-1 0 0,0 0 0,1 1 0,-1-1 0,0 0 0,0 0 0,0 0 0,0 0 0,0 0 0,0 0 0,0 0 0,0 0 0,0 0 0,0 0 0,0 0 0,0 0 0,-1 0 0,1 0 0,0 0 0,-2-1 0,2 1 0,-1 1 0,0 0 0,0-1 0,0 1 0,0 0 0,0 0 0,0 0 0,0-1 0,0 1 0,0 0 0,0 0 0,0 0 0,0 1 0,0-1 0,0 0 0,0 0 0,0 0 0,0 1 0,0-1 0,0 0 0,1 1 0,-1-1 0,0 1 0,0-1 0,-1 2 0,-26 17 0,25-17 0,-22 17 0,0 1 0,2 1 0,0 1 0,1 1 0,2 1 0,0 1 0,-27 46 0,43-64 0,1 1 0,-1 0 0,2 0 0,-1 0 0,1 0 0,0 0 0,1 1 0,-1-1 0,1 11 0,1-15 0,1 0 0,-1 0 0,1 0 0,-1 0 0,1 0 0,0 0 0,1 0 0,-1-1 0,1 1 0,0 0 0,0-1 0,0 1 0,0-1 0,0 1 0,1-1 0,-1 0 0,1 0 0,0 0 0,0-1 0,0 1 0,5 2 0,0 0 38,0-1 0,1 0 0,0 0 0,0-1 0,0 0 0,0-1 0,1 0 0,17 2 0,-4-3-607,0 0 0,33-4 0,-1-4-6257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6:58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64 24575,'-5'-5'0,"0"1"0,-1 0 0,1 0 0,-1 0 0,0 1 0,0 0 0,-10-4 0,-48-12 0,29 9 0,39 10 0,-1 0 0,1 0 0,-1 0 0,1 0 0,-1 0 0,1 1 0,-1-1 0,1 1 0,-1 0 0,0 0 0,5 3 0,-5-3 0,-1 2 0,0-1 0,1 0 0,-1 0 0,0 1 0,0-1 0,-1 1 0,1 0 0,0 0 0,-1-1 0,0 1 0,0 0 0,1 0 0,-2 0 0,1 0 0,0 0 0,-1 1 0,1-1 0,-1 0 0,0 0 0,0 0 0,0 0 0,0 1 0,-1-1 0,1 0 0,-3 5 0,-1 8 0,-1-1 0,0 1 0,-14 25 0,16-35 0,-5 10 0,4-9 0,0 0 0,0 0 0,1 0 0,1 1 0,-1-1 0,-1 8 0,4-13 0,0-1 0,0 1 0,0-1 0,0 1 0,0-1 0,0 1 0,1-1 0,-1 1 0,0-1 0,1 1 0,-1-1 0,1 1 0,-1-1 0,1 0 0,0 1 0,0-1 0,0 0 0,0 0 0,-1 1 0,2-1 0,-1 0 0,0 0 0,0 0 0,0 0 0,0 0 0,1-1 0,-1 1 0,0 0 0,1-1 0,-1 1 0,0-1 0,1 1 0,-1-1 0,1 1 0,-1-1 0,1 0 0,1 0 0,17 3 0,-1 0 0,0-2 0,34-2 0,63-10 0,-67 5 0,161-21-1365,-114 13-5461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0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11269 0 24575,'-5'3'0,"1"0"0,-1-1 0,0 0 0,0 0 0,0 0 0,0 0 0,0-1 0,0 0 0,0 0 0,-9 0 0,-4 2 0,-39 6 0,-63 1 0,33-3 0,-573 35-258,-3-25-174,213-7 300,-1684 101-1304,557-21 1507,1497-86-76,-1544 44-653,1132-40 2006,-37 0 154,-47-28-1502,263 7 0,-129-13 0,5-38 0,415 59 0,6 1 0,0 0 0,0 1 0,0 1 0,-1 0 0,1 1 0,-1 1 0,-31 4 0,-14 4 0,-1-3 0,-112-6 0,69 0 0,47 1 0,-76 9 0,-24 14 0,155-23-1365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0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511 149 24575,'20'-45'0,"-14"30"0,1 0 0,0 1 0,1 0 0,16-22 0,-24 35 0,1 1 0,-1-1 0,1 0 0,0 1 0,-1-1 0,1 0 0,0 1 0,-1-1 0,1 1 0,0-1 0,0 1 0,-1-1 0,1 1 0,0 0 0,1-1 0,-2 1 0,1 0 0,-1 0 0,0 0 0,0 0 0,1 1 0,-1-1 0,0 0 0,0 0 0,1 0 0,-1 0 0,0 1 0,0-1 0,0 0 0,1 0 0,-1 0 0,0 1 0,0-1 0,0 0 0,0 0 0,0 1 0,1-1 0,-1 0 0,0 0 0,0 1 0,0-1 0,0 0 0,0 0 0,0 1 0,0-1 0,0 0 0,0 1 0,0 2 0,0 0 0,0 1 0,-1-1 0,1 0 0,-1 0 0,1 1 0,-3 3 0,-6 15 0,-1-1 0,-2 0 0,0-1 0,-1-1 0,-28 33 0,-89 81 0,-39 10 0,134-117 0,-1-2 0,-2-1 0,-41 18 0,68-37 0,14-7 0,17-8 0,3 3 31,0 2 0,0 0 0,1 1 0,0 1 0,-1 1 0,1 2 0,0 0 0,0 2 1,0 0-1,30 6 0,-20-1-275,-1 2 0,0 2 0,-1 0 0,0 2 1,-1 2-1,48 28 0,-24-7-6582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1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383 192 24575,'4'-4'0,"-1"-1"0,0 1 0,0-1 0,0 1 0,0-1 0,-1 0 0,0 0 0,0 0 0,0-1 0,0 1 0,-1 0 0,0-1 0,0 1 0,-1-1 0,1 1 0,-1-6 0,0 7 0,0 0 0,-1 0 0,1 0 0,-1 0 0,0 1 0,0-1 0,0 0 0,0 0 0,0 1 0,-1-1 0,0 1 0,0-1 0,0 1 0,0 0 0,0 0 0,-1 0 0,1 0 0,-1 0 0,0 0 0,0 1 0,0-1 0,-6-3 0,-1 2 0,1 1 0,-1 0 0,0 0 0,0 1 0,0 0 0,0 1 0,0 0 0,0 1 0,0 0 0,0 0 0,-1 1 0,-18 4 0,6 0 0,1 2 0,0 0 0,0 1 0,-33 18 0,49-23 0,-1 1 0,1 0 0,0 0 0,0 1 0,0-1 0,0 1 0,1 1 0,0-1 0,-8 11 0,12-13 0,-1 0 0,1 0 0,-1 0 0,1 0 0,0 0 0,0 0 0,0 0 0,1 0 0,-1 1 0,1-1 0,0 0 0,0 0 0,0 1 0,0-1 0,0 0 0,1 0 0,-1 0 0,1 1 0,0-1 0,0 0 0,0 0 0,0 0 0,1 0 0,2 4 0,2 2 0,0-1 0,1 0 0,-1 0 0,2 0 0,-1-1 0,1 0 0,0-1 0,18 12 0,8 1 0,38 15 0,-42-20 0,36 12 0,-47-20 0,-1 1 0,0 0 0,-1 2 0,25 15 0,-40-24 0,-1 1 0,0 0 0,1 0 0,-1 0 0,0 0 0,0 0 0,0 1 0,0-1 0,0 0 0,0 0 0,0 1 0,0-1 0,0 0 0,-1 1 0,1-1 0,0 1 0,-1-1 0,1 1 0,-1-1 0,0 1 0,0 0 0,1-1 0,-1 1 0,0-1 0,0 1 0,0 0 0,-1-1 0,1 1 0,0-1 0,-1 1 0,1-1 0,-1 1 0,1-1 0,-1 1 0,0-1 0,1 1 0,-1-1 0,0 0 0,0 1 0,0-1 0,0 0 0,0 0 0,0 0 0,-1 0 0,-1 2 0,-5 3 0,0 1 0,-1-1 0,1 0 0,-1-1 0,-15 7 0,-6 1 0,0-2 0,-1-1 0,0-1 0,-1-2 0,-34 4 0,61-11-136,0 1-1,-1-1 1,1 0-1,0 0 1,0 0-1,-1-1 1,1 0-1,0 0 0,-7-3 1,-6-5-6690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2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52 24575,'26'-5'0,"-22"4"0,-1 0 0,1 1 0,-1-1 0,1 0 0,0 1 0,-1 0 0,5 0 0,-7 1 0,0-1 0,1 0 0,-1 1 0,0-1 0,0 1 0,0-1 0,0 1 0,0 0 0,0-1 0,0 1 0,0 0 0,0 0 0,-1-1 0,1 1 0,0 0 0,0 0 0,-1 0 0,1 0 0,-1 0 0,1 0 0,-1 0 0,1 1 0,-1-1 0,1 0 0,-1 0 0,0 2 0,3 11 0,-1 0 0,1 16 0,-3-22 0,0 0 0,1 0 0,0 0 0,0-1 0,1 1 0,0 0 0,0-1 0,1 1 0,0-1 0,0 0 0,6 10 0,-6-13 0,0 0 0,0 0 0,1-1 0,-1 1 0,1-1 0,0 1 0,0-1 0,0 0 0,0 0 0,0-1 0,1 0 0,-1 1 0,1-1 0,0-1 0,0 1 0,-1-1 0,8 2 0,-5-3 0,0 0 0,0 0 0,0 0 0,0-1 0,0 0 0,0 0 0,0 0 0,-1-1 0,1-1 0,-1 1 0,11-6 0,-7 3 0,-1 0 0,0-1 0,0 0 0,-1-1 0,0 0 0,0 0 0,0 0 0,-1-1 0,0-1 0,-1 1 0,0-1 0,0 0 0,-1 0 0,0-1 0,0 1 0,4-16 0,-8 22 13,0-1 0,-1 1-1,1-1 1,-1 1-1,1-1 1,-1 1 0,-1-1-1,1 1 1,0-1 0,-1 1-1,0-1 1,1 1 0,-1 0-1,-1-1 1,1 1 0,0 0-1,-1 0 1,0 0-1,1 0 1,-1 0 0,-1 0-1,1 0 1,0 1 0,-1-1-1,1 1 1,-4-3 0,2 2-120,-1 0 0,0 0 1,0 1-1,-1-1 0,1 1 1,0 1-1,-1-1 0,1 1 1,-1-1-1,0 2 0,1-1 1,-1 1-1,0-1 0,1 2 1,-8 0-1,-9 2-6719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2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72 24575,'-1'-19'0,"1"13"0,-1 1 0,1 0 0,0 0 0,0-1 0,1 1 0,0 0 0,2-10 0,1 15 0,2 8 0,3 10 0,5 24 0,-2 1 0,9 59 0,2 92 0,-21-166 0,1-11 0,-1 1 0,-1-1 0,-1 0 0,-1 0 0,0 1 0,-5 24 0,6-42 0,0 0 0,0 0 0,0 0 0,0 1 0,0-1 0,0 0 0,0 0 0,0 0 0,0 0 0,0 0 0,0 1 0,0-1 0,0 0 0,0 0 0,0 0 0,0 0 0,0 0 0,0 0 0,0 1 0,0-1 0,0 0 0,0 0 0,-1 0 0,1 0 0,0 0 0,0 0 0,0 0 0,0 1 0,0-1 0,0 0 0,0 0 0,0 0 0,0 0 0,-1 0 0,1 0 0,0 0 0,0 0 0,0 0 0,0 0 0,0 0 0,0 0 0,-1 0 0,1 0 0,0 0 0,0 0 0,0 0 0,0 0 0,0 0 0,-1 0 0,1 0 0,0 0 0,0 0 0,0 0 0,0 0 0,-4-10 0,1-16 0,4 10 0,1-1 0,0 1 0,2-1 0,-1 1 0,2 0 0,0 0 0,1 1 0,1 0 0,16-29 0,-16 32 0,1 1 0,0 0 0,0 0 0,1 0 0,1 1 0,0 1 0,0 0 0,1 0 0,0 1 0,0 0 0,1 1 0,18-9 0,-23 14 0,1 0 0,-1 0 0,1 0 0,0 1 0,0 0 0,0 1 0,-1 0 0,1 0 0,0 1 0,0-1 0,0 2 0,-1-1 0,1 1 0,0 0 0,-1 1 0,0 0 0,1 0 0,-1 1 0,-1-1 0,1 2 0,9 6 0,-11-7 0,0-1 0,-1 1 0,1 1 0,-1-1 0,0 1 0,0-1 0,-1 1 0,0 0 0,1 1 0,-1-1 0,-1 0 0,1 1 0,-1 0 0,0 0 0,-1-1 0,1 1 0,-1 0 0,0 0 0,0 0 0,-1 0 0,0 1 0,0-1 0,0 0 0,-1 0 0,0 0 0,0 0 0,-1 0 0,-2 6 0,2-6 23,-1 0 0,0-1 0,0 1-1,0-1 1,-1 0 0,0 0 0,0 0-1,0 0 1,0-1 0,-1 1 0,0-1-1,0 0 1,0-1 0,-7 4 0,3-2-237,-1 0 1,1-2 0,-1 1-1,0-1 1,0 0 0,-1-1-1,-17 1 1,2-1-6613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2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49 24575,'3'-1'0,"1"1"0,0-1 0,-1 1 0,1-1 0,0 0 0,-1 0 0,5-2 0,-7 2 0,1 0 0,-1 1 0,1-1 0,-1 0 0,0 0 0,0 1 0,1-1 0,-1 0 0,0 0 0,0 0 0,0-1 0,0 1 0,0 0 0,0 0 0,0 0 0,-1-1 0,1 1 0,0-1 0,0-1 0,-1 2 0,0 0 0,0 1 0,-1-1 0,1 0 0,0 0 0,0 1 0,-1-1 0,1 0 0,0 0 0,-1 1 0,1-1 0,0 0 0,-1 1 0,1-1 0,-1 1 0,1-1 0,-1 1 0,0-1 0,1 1 0,-1-1 0,0 1 0,1-1 0,-1 1 0,0-1 0,1 1 0,-1 0 0,0 0 0,0-1 0,1 1 0,-1 0 0,0 0 0,0 0 0,0 0 0,1 0 0,-1 0 0,-1 0 0,-31 1 0,14 3 0,1 0 0,-33 13 0,47-15 0,0-1 0,0 1 0,0 0 0,0 0 0,1 0 0,-1 1 0,0-1 0,1 1 0,0 0 0,-1 0 0,1 0 0,1 1 0,-1-1 0,0 1 0,1-1 0,0 1 0,-1 0 0,-1 5 0,4-6 0,0-1 0,0 1 0,0 0 0,0-1 0,0 1 0,0 0 0,1-1 0,-1 1 0,1 0 0,0-1 0,0 1 0,0-1 0,0 1 0,0-1 0,1 0 0,-1 0 0,0 1 0,1-1 0,0 0 0,0 0 0,0 0 0,0-1 0,2 3 0,7 5 0,0-1 0,25 14 0,53 21 0,-63-32 0,0 1 0,45 30 0,-69-41 0,0 0 0,-1 0 0,1 0 0,0 0 0,-1 1 0,1-1 0,-1 1 0,0-1 0,1 1 0,-1 0 0,0 0 0,0-1 0,0 1 0,0 0 0,0 0 0,-1 0 0,1 0 0,0 4 0,-1-5 0,0 1 0,-1-1 0,1 1 0,-1-1 0,1 1 0,-1-1 0,0 1 0,1-1 0,-1 0 0,0 1 0,0-1 0,0 0 0,0 0 0,0 0 0,-1 0 0,1 0 0,0 0 0,0 0 0,-1 0 0,1 0 0,0 0 0,-1-1 0,1 1 0,-1-1 0,-1 1 0,-19 7-1365,1-3-5461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4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24575,'8'1'0,"-1"0"0,1 0 0,-1 0 0,0 1 0,0 0 0,0 1 0,0-1 0,0 1 0,0 1 0,0-1 0,9 8 0,-14-9 0,0-1 0,0 0 0,0 1 0,0-1 0,0 1 0,-1-1 0,1 1 0,-1 0 0,1 0 0,-1 0 0,0 0 0,0 0 0,0 0 0,0 0 0,0 0 0,0 0 0,0 1 0,-1-1 0,1 0 0,-1 1 0,0-1 0,0 0 0,0 1 0,0-1 0,0 0 0,0 1 0,0-1 0,-1 0 0,1 0 0,-1 1 0,0-1 0,0 0 0,1 0 0,-2 0 0,1 0 0,0 0 0,0 0 0,0 0 0,-1 0 0,-1 2 0,2-3 0,0 0 0,0 0 0,0 1 0,0-1 0,-1 0 0,1 0 0,0 0 0,0-1 0,-1 1 0,1 0 0,0 0 0,-1-1 0,1 1 0,-3 0 0,3-1 0,0 0 0,0 0 0,0 0 0,0 0 0,0-1 0,0 1 0,0 0 0,0 0 0,0-1 0,0 1 0,1-1 0,-1 1 0,0-1 0,0 1 0,0-1 0,0 1 0,1-1 0,-1 0 0,0 1 0,1-1 0,-1 0 0,0-1 0,8 38 0,-6-32 0,-1 0 0,1 0 0,-1 0 0,0-1 0,0 1 0,0 0 0,0 0 0,-1 0 0,-1 5 0,2-7 0,-1 0 0,0 0 0,0 0 0,0 0 0,1 0 0,-2 0 0,1 0 0,0 0 0,0-1 0,-1 1 0,1 0 0,-1-1 0,1 1 0,-1-1 0,1 0 0,-1 1 0,0-1 0,-3 1 0,5-1 0,-1-1 0,0 0 0,1 1 0,-1-1 0,0 0 0,1 0 0,-1 0 0,0 0 0,1 0 0,-1 0 0,0 0 0,1 0 0,-1 0 0,0 0 0,1 0 0,-1 0 0,0 0 0,1 0 0,-1-1 0,0 1 0,1 0 0,-1-1 0,1 1 0,-1 0 0,0-1 0,1 1 0,-1-1 0,1 1 0,-1 0 0,1-1 0,-1 0 0,1 1 0,0-1 0,-1 1 0,1-1 0,0 1 0,-1-1 0,1 0 0,0 1 0,0-1 0,-1 0 0,1 1 0,0-1 0,0 0 0,0 1 0,0-1 0,0 0 0,0 1 0,0-2 0,0-2 0,0-1 0,0 1 0,0-1 0,0 1 0,1-1 0,1-5 0,5-10 0,2 1 0,0 0 0,1 1 0,0 0 0,2 1 0,0 0 0,1 1 0,16-16 0,-28 31 0,-1 0 0,1 0 0,-1 1 0,1-1 0,0 0 0,0 1 0,-1-1 0,1 1 0,0-1 0,0 1 0,0-1 0,0 1 0,-1-1 0,1 1 0,0 0 0,0 0 0,0-1 0,0 1 0,0 0 0,1 0 0,-1 0 0,-1 1 0,0-1 0,1 1 0,-1-1 0,0 1 0,0-1 0,0 1 0,1-1 0,-1 1 0,0-1 0,0 1 0,0-1 0,0 1 0,0-1 0,0 1 0,0-1 0,0 1 0,0-1 0,0 1 0,0-1 0,-1 1 0,1-1 0,0 1 0,0-1 0,0 1 0,-1-1 0,1 1 0,0-1 0,0 1 0,-1-1 0,1 0 0,0 1 0,-1-1 0,1 1 0,-1-1 0,-12 14 0,12-14 0,6-5 0,-12 13 0,1-1 0,1 1 0,-1 1 0,1-1 0,1 1 0,-1-1 0,1 1 0,1 1 0,-3 9 0,4-10 0,-1 0 0,2 0 0,-1 1 0,1-1 0,1 1 0,0-1 0,0 1 0,1-1 0,0 1 0,0-1 0,1 1 0,4 10 0,-4-15 0,0 1 0,1-1 0,-1 0 0,1 0 0,0 0 0,1-1 0,-1 1 0,1-1 0,0 0 0,0 0 0,0 0 0,1 0 0,-1-1 0,1 1 0,0-1 0,0-1 0,0 1 0,0-1 0,1 1 0,-1-2 0,9 3 0,-5-2 0,0-1 0,1 0 0,-1-1 0,1 0 0,-1-1 0,1 0 0,-1 0 0,1-1 0,-1 0 0,0 0 0,0-1 0,0-1 0,0 1 0,-1-1 0,15-10 0,-18 12 0,-1-1 0,1-1 0,-1 1 0,1-1 0,-1 1 0,-1-1 0,1 0 0,0-1 0,-1 1 0,0-1 0,0 1 0,0-1 0,-1 0 0,1 0 0,-1 0 0,0 0 0,-1 0 0,1-1 0,-1 1 0,0-1 0,-1 1 0,1-1 0,-1 1 0,0-1 0,0 1 0,-1-1 0,0 1 0,-1-8 0,-1 6 0,0 0 0,0 0 0,-1 0 0,0 1 0,0-1 0,-1 1 0,1 0 0,-1 0 0,-12-10 0,-14-19 0,31 35 0,0-1 0,-1 1 0,1 0 0,0 0 0,-1-1 0,1 1 0,0-1 0,-1 1 0,1 0 0,0-1 0,0 1 0,0-1 0,-1 1 0,1-1 0,0 1 0,0 0 0,0-1 0,0 1 0,0-1 0,0 1 0,0-1 0,0 1 0,0-1 0,0 1 0,0-1 0,0 1 0,0 0 0,0-1 0,1 0 0,12-1 0,18 10 0,-14-1 0,-1 0 0,-1 1 0,1 0 0,-1 1 0,-1 1 0,23 19 0,-31-23 0,-1-1 0,0 1 0,0 0 0,-1 0 0,1 0 0,-2 0 0,8 15 0,-10-17 0,1 1 0,-1-1 0,0 1 0,0 0 0,0 0 0,-1 0 0,0 0 0,0-1 0,0 1 0,0 0 0,-1 0 0,0 0 0,-1 6 0,1-9 0,1-1 0,-1 0 0,0 1 0,1-1 0,-1 0 0,0 1 0,0-1 0,0 0 0,0 0 0,0 0 0,0 0 0,0 0 0,0 0 0,0 0 0,0 0 0,-1 0 0,1-1 0,0 1 0,-3 1 0,3-2 0,1 0 0,-1 0 0,0 0 0,0 0 0,1 0 0,-1 0 0,0 0 0,1 0 0,-1 0 0,0-1 0,1 1 0,-1 0 0,0 0 0,1-1 0,-1 1 0,1 0 0,-1-1 0,1 1 0,-1 0 0,0-1 0,1 1 0,-1-1 0,1 1 0,0-1 0,-1 1 0,1-1 0,-1 0 0,1 1 0,0-1 0,-1 1 0,1-1 0,0 0 0,0 1 0,0-1 0,-1 0 0,1 1 0,0-1 0,0 0 0,0 1 0,0-1 0,0 0 0,0 1 0,0-1 0,0 0 0,1 0 0,-1-6 0,1 0 0,0 0 0,0 0 0,1 1 0,0-1 0,0 0 0,0 1 0,1 0 0,0-1 0,0 1 0,5-6 0,6-9 0,27-31 0,-28 38 0,-1 0 0,2 2 0,0-1 0,0 2 0,1 0 0,1 1 0,0 0 0,27-12 0,-35 19 0,0 1 0,0-1 0,0 1 0,0 1 0,0-1 0,0 1 0,0 1 0,1-1 0,11 2 0,-14 0 0,0 1 0,0-1 0,0 1 0,0 0 0,-1 0 0,1 0 0,-1 1 0,1 0 0,-1 0 0,0 1 0,0-1 0,0 1 0,8 9 0,-5-4 0,-1 0 0,-1 0 0,0 0 0,0 1 0,-1 0 0,0 1 0,0-1 0,4 19 0,-4-13 0,-2 0 0,0 0 0,-1 0 0,0 0 0,-1 25 0,-4-25-1365,0-5-5461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4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24575,'0'-2'0,"0"-5"0,0 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5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 24575,'0'0'0,"0"0"0,0-1 0,0 1 0,0 0 0,0-1 0,1 1 0,-1 0 0,0-1 0,0 1 0,0 0 0,0 0 0,1-1 0,-1 1 0,0 0 0,0-1 0,0 1 0,1 0 0,-1 0 0,0-1 0,0 1 0,1 0 0,-1 0 0,0 0 0,1 0 0,-1-1 0,0 1 0,1 0 0,-1 0 0,0 0 0,1 0 0,-1 0 0,0 0 0,1 0 0,-1 0 0,0 0 0,1 0 0,-1 0 0,0 0 0,1 0 0,-1 0 0,0 0 0,1 0 0,-1 1 0,0-1 0,1 0 0,-1 0 0,0 0 0,1 0 0,-1 1 0,0-1 0,1 0 0,17 11 0,-10-4 0,-1 1 0,0-1 0,0 2 0,-1-1 0,0 1 0,-1 0 0,0 0 0,0 0 0,6 19 0,0 4 0,11 58 0,-17-68 0,-1 0 0,-1 1 0,-1-1 0,-1 1 0,-4 42 0,-1-51 0,4-14 0,0 0 0,0 0 0,0 0 0,0 0 0,0 0 0,0 0 0,0 0 0,0 0 0,0 0 0,0 0 0,0 0 0,0 1 0,-1-1 0,1 0 0,0 0 0,0 0 0,0 0 0,0 0 0,0 0 0,0 0 0,0 0 0,0 0 0,0 0 0,-1 0 0,1 0 0,0 0 0,0 0 0,0 0 0,0 0 0,0 0 0,0 0 0,0 0 0,0 0 0,-1 0 0,1 0 0,0 0 0,0 0 0,0 0 0,0 0 0,0 0 0,0 0 0,0 0 0,0-1 0,0 1 0,0 0 0,0 0 0,-1 0 0,1 0 0,0 0 0,0 0 0,-1-2 0,1 0 0,-1 0 0,0 1 0,1-1 0,-1 0 0,1 0 0,0 0 0,-1 0 0,1-3 0,1-10 0,0-1 0,0 1 0,2-1 0,0 1 0,8-25 0,2 3 0,20-38 0,-24 58 0,0-1 0,1 2 0,24-31 0,-30 42 0,0 0 0,0 1 0,1-1 0,-1 1 0,1 0 0,0 1 0,0-1 0,1 1 0,-1 0 0,1 0 0,-1 0 0,1 1 0,0 0 0,0 0 0,0 1 0,9-2 0,-11 3 0,0 1 0,0-1 0,0 1 0,0 0 0,0 0 0,0 0 0,0 1 0,0-1 0,-1 1 0,1 0 0,0 0 0,-1 0 0,0 1 0,0-1 0,1 1 0,-1 0 0,-1 0 0,1 0 0,0 0 0,-1 0 0,4 7 0,4 6 0,-2-1 0,0 1 0,9 27 0,-15-38 0,15 49 0,-17-51 0,1-1 0,0 1 0,-1 0 0,0 0 0,0 0 0,0-1 0,0 1 0,0 0 0,0 0 0,-1 0 0,1-1 0,-1 1 0,0 0 0,0-1 0,0 1 0,-2 4 0,2-6 0,1 0 0,-1 0 0,0-1 0,0 1 0,0 0 0,0 0 0,0-1 0,0 1 0,0-1 0,0 1 0,-1-1 0,1 1 0,0-1 0,0 0 0,0 1 0,0-1 0,-1 0 0,1 0 0,0 0 0,0 0 0,0 0 0,-1 0 0,1 0 0,0 0 0,0-1 0,0 1 0,-1 0 0,1-1 0,0 1 0,0-1 0,0 1 0,0-1 0,0 1 0,0-1 0,0 0 0,0 0 0,0 0 0,0 1 0,0-1 0,1 0 0,-2-1 0,0-1 0,-1 1 0,1-1 0,0 0 0,0 1 0,0-1 0,0 0 0,0 0 0,1-1 0,-1 1 0,1 0 0,0 0 0,0-1 0,-1-5 0,2 8 0,0-1 0,0 0 0,0 1 0,0-1 0,0 0 0,1 1 0,-1-1 0,0 1 0,1-1 0,-1 1 0,1-1 0,0 1 0,0-1 0,-1 1 0,1-1 0,0 1 0,0 0 0,0 0 0,0-1 0,0 1 0,1 0 0,0-1 0,0 1 0,1 0 0,-1 0 0,0 0 0,0 0 0,1 1 0,-1-1 0,1 1 0,-1 0 0,0-1 0,1 1 0,-1 0 0,1 0 0,2 1 0,4 1 0,1 0 0,-1 0 0,0 1 0,0 0 0,0 1 0,11 5 0,-15-6 0,1 0 0,0 0 0,0 0 0,0-1 0,0 0 0,0-1 0,0 1 0,0-1 0,1 0 0,-1-1 0,1 1 0,-1-1 0,0-1 0,11-1 0,-10 0 0,0 0 0,0 0 0,0-1 0,0 0 0,0-1 0,0 0 0,-1 0 0,0 0 0,0-1 0,0 1 0,0-1 0,5-7 0,-3 3 0,0-1 0,0 0 0,-1 0 0,0 0 0,-1-1 0,6-13 0,-11 21 0,1-1 0,-1 1 0,1-1 0,-1 0 0,0 1 0,0-1 0,-1 0 0,1 1 0,-1-1 0,0 0 0,0 0 0,0 0 0,0 1 0,-1-1 0,0 0 0,1 1 0,-1-1 0,-1 0 0,1 1 0,0-1 0,-1 1 0,0-1 0,0 1 0,-3-4 0,3 5 0,1 0 0,-1 0 0,-1 0 0,1 0 0,0 1 0,0-1 0,-1 1 0,1-1 0,0 1 0,-1 0 0,1 0 0,-1 0 0,0 0 0,1 1 0,-1-1 0,0 1 0,-4-1 0,3 1 0,-1 1 0,1-1 0,0 1 0,-1 0 0,1 0 0,0 1 0,0-1 0,0 1 0,0 0 0,-5 3 0,1 0 0,1 0 0,0 1 0,0 0 0,1 0 0,-1 0 0,1 1 0,0 0 0,1 0 0,0 0 0,-5 11 0,7-11 13,0 0 1,1 0-1,0 1 0,0-1 0,0 1 0,1-1 0,0 1 0,1 0 0,0-1 1,0 1-1,1 0 0,1 7 0,0-4 6,0-1 0,1 0 0,1 0 0,0 0 0,0 0 0,1-1 0,0 1 0,9 12 0,-8-14-54,0-1 1,1 0 0,-1 0 0,1 0 0,1 0 0,0-1 0,-1-1 0,2 1-1,10 4 1,-13-7-63,0 0-1,0-1 1,1 1-1,0-2 1,-1 1-1,1-1 1,0 0-1,0 0 1,-1-1-1,1 0 1,0 0-1,0-1 0,11-2 1,7-4-6729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6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55 341 24575,'-8'-7'0,"1"-1"0,-1 0 0,2 0 0,-8-11 0,12 15 0,0 1 0,1-1 0,-1 0 0,1 0 0,0 0 0,0 0 0,1 1 0,-1-1 0,1 0 0,-1 0 0,1 0 0,1-1 0,-1 1 0,1-5 0,1 1 0,1 0 0,-1 0 0,1 1 0,1 0 0,-1-1 0,1 1 0,1 1 0,-1-1 0,1 0 0,0 1 0,0 0 0,1 0 0,0 1 0,0 0 0,0 0 0,1 0 0,12-7 0,-4 4 0,1 0 0,-1 2 0,1-1 0,0 2 0,1 0 0,-1 1 0,25-3 0,-29 6 0,-1 0 0,1 1 0,-1 0 0,1 1 0,0 0 0,-1 1 0,0 0 0,1 1 0,-1 0 0,0 1 0,0 0 0,-1 1 0,15 8 0,-14-6 0,-1 1 0,0 0 0,0 1 0,-1-1 0,0 2 0,0-1 0,-1 1 0,-1 1 0,0-1 0,0 1 0,-1 1 0,5 11 0,-3-3 0,-1-1 0,-1 1 0,-1 0 0,-1 1 0,-1-1 0,0 1 0,-2-1 0,0 1 0,-1 0 0,-1 0 0,-1-1 0,-1 1 0,-1-1 0,-11 35 0,13-51 0,1-1 0,-1 1 0,0 0 0,0-1 0,0 0 0,0 0 0,-1 1 0,1-1 0,-1-1 0,-4 5 0,6-7 0,1 1 0,-1-1 0,0 1 0,1-1 0,-1 0 0,0 1 0,1-1 0,-1 0 0,0 0 0,0 1 0,1-1 0,-1 0 0,0 0 0,0 0 0,1 0 0,-1 0 0,0 0 0,0 0 0,0 0 0,1-1 0,-1 1 0,-1 0 0,1-1 0,0 0 0,0 0 0,-1 0 0,1 0 0,0 0 0,0 0 0,0-1 0,0 1 0,0 0 0,0 0 0,1-1 0,-1 1 0,0-1 0,1 1 0,-1-3 0,-2-6 0,0-1 0,1 0 0,0 1 0,1-1 0,0 0 0,1 0 0,1 0 0,-1 0 0,4-16 0,3-8 0,18-52 0,-15 58 0,1 0 0,1 1 0,1 0 0,2 0 0,1 2 0,22-29 0,-28 43 0,0 1 0,1 0 0,0 0 0,1 1 0,0 1 0,15-10 0,-18 14 0,1 0 0,-1 1 0,1 0 0,1 0 0,-1 1 0,0 0 0,1 1 0,-1 0 0,18-1 0,-20 3 0,-1 0 0,1 1 0,-1 0 0,1 0 0,-1 0 0,0 1 0,1 0 0,-1 0 0,0 1 0,0 0 0,-1 1 0,1-1 0,-1 1 0,7 5 0,-5-2 0,0 0 0,0 1 0,-1 0 0,0 0 0,0 0 0,-1 1 0,0 0 0,-1 1 0,5 10 0,-3-4 0,-1 0 0,-1 1 0,0 0 0,-1 0 0,-1 1 0,0-1 0,-1 1 0,-1-1 0,-1 1 0,-1-1 0,-4 31 0,0-32 0,5-16 0,0 0 0,0 0 0,0 0 0,0 0 0,0 0 0,0 0 0,0 0 0,0 0 0,0 0 0,0 0 0,0 0 0,0 1 0,0-1 0,0 0 0,0 0 0,0 0 0,0 0 0,0 0 0,0 0 0,0 0 0,0 0 0,0 0 0,0 0 0,0 0 0,0 0 0,0 0 0,0 0 0,0 0 0,-1 0 0,1 1 0,0-1 0,0 0 0,0 0 0,0 0 0,0 0 0,0 0 0,0 0 0,0 0 0,0 0 0,0 0 0,0 0 0,0 0 0,-1 0 0,1 0 0,0 0 0,0 0 0,0 0 0,0 0 0,0 0 0,0 0 0,0 0 0,0 0 0,0-1 0,0 1 0,0 0 0,0 0 0,0 0 0,0 0 0,-1 0 0,1 0 0,0 0 0,0 0 0,0 0 0,0 0 0,0 0 0,0 0 0,0 0 0,0-3 0,0 1 0,-1-1 0,1 1 0,1 0 0,-1-1 0,0 1 0,0-1 0,1 1 0,0-3 0,10-26 0,2 0 0,1 0 0,1 1 0,1 1 0,2 1 0,40-51 0,-46 65 0,0 1 0,0 0 0,16-12 0,-25 22 0,0 0 0,0 1 0,1-1 0,-1 1 0,0 0 0,1 0 0,0 0 0,-1 1 0,1-1 0,0 1 0,0 0 0,0 0 0,0 0 0,0 1 0,0-1 0,0 1 0,0 0 0,0 0 0,0 1 0,5 0 0,-7 0 0,1 0 0,-1 1 0,0-1 0,0 1 0,1 0 0,-1 0 0,0 0 0,-1 0 0,1 0 0,0 0 0,0 0 0,-1 0 0,1 1 0,-1-1 0,0 1 0,0-1 0,0 1 0,0-1 0,0 1 0,0 5 0,3 8 0,-2 0 0,1 22 0,-2-21 0,3 33 0,8 68 0,-10-107 0,0 0 0,1-1 0,0 1 0,1-1 0,0 1 0,1-1 0,0 0 0,7 10 0,-10-17 0,0-1 0,0 0 0,0 1 0,0-1 0,0 0 0,0 0 0,0 0 0,1 0 0,-1-1 0,1 1 0,0-1 0,-1 1 0,1-1 0,0 0 0,0 0 0,-1 0 0,1 0 0,3 0 0,-2-1 0,0 0 0,0-1 0,0 1 0,0-1 0,0 1 0,0-1 0,0 0 0,0-1 0,0 1 0,-1-1 0,8-3 0,1-3 0,0-1 0,0 0 0,-1-1 0,0-1 0,0 1 0,9-14 0,19-31 0,-2-1 0,43-89 0,-56 100 0,-22 43 0,-2 7 0,-3 19 0,-8 32 0,11-56 0,-9 43 0,-5 50 0,13-82 0,0 1 0,1 0 0,1-1 0,-1 1 0,2 0 0,0-1 0,0 1 0,1-1 0,7 19 0,-9-28 0,0 0 0,0 0 0,-1 0 0,1 0 0,1-1 0,-1 1 0,0 0 0,0-1 0,0 1 0,1-1 0,-1 1 0,1-1 0,-1 0 0,1 1 0,0-1 0,0 0 0,-1 0 0,1 0 0,0 0 0,0-1 0,0 1 0,0 0 0,0-1 0,0 1 0,0-1 0,0 0 0,0 0 0,0 0 0,0 0 0,0 0 0,0 0 0,0 0 0,0-1 0,0 1 0,0-1 0,0 1 0,0-1 0,0 0 0,3-1 0,2-3 0,0 1 0,1-1 0,-1 0 0,-1-1 0,1 0 0,-1 0 0,0 0 0,6-9 0,14-25 0,-1-1 0,29-64 0,-41 77 0,-4 15 0,-7 17 0,-7 27 0,-109 646-1365,110-647-5461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7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141 169 24575,'18'-9'0,"31"-22"0,-43 27 0,-1-1 0,1 0 0,-1 0 0,1 0 0,-1 0 0,-1-1 0,1 0 0,4-8 0,-8 13 0,-1 0 0,1-1 0,0 1 0,-1 0 0,1 0 0,-1-1 0,1 1 0,-1 0 0,0-1 0,0 1 0,0-1 0,1 1 0,-1 0 0,0-1 0,-1 1 0,1 0 0,0-1 0,0 1 0,0 0 0,-1-1 0,1 1 0,-1 0 0,1-1 0,-2 0 0,1 0 0,-1 1 0,1-1 0,-1 1 0,1 0 0,-1 0 0,0 0 0,1 0 0,-1 0 0,0 0 0,0 0 0,0 1 0,1-1 0,-1 1 0,-4-1 0,-1 0 0,0 0 0,1 1 0,-1 0 0,0 0 0,1 1 0,-1 0 0,0 0 0,1 1 0,-8 2 0,5 0 0,0 2 0,1-1 0,0 1 0,0 0 0,0 1 0,1-1 0,0 2 0,0-1 0,1 1 0,0 0 0,0 0 0,1 1 0,-7 15 0,2-4 0,2 0 0,1 1 0,0 0 0,1 0 0,-3 27 0,8-38 0,0 1 0,0 0 0,1 0 0,0 0 0,1 0 0,0-1 0,1 1 0,0 0 0,1-1 0,3 12 0,-3-16 0,0 0 0,0-1 0,0 1 0,1 0 0,0-1 0,0 0 0,0 0 0,0 0 0,1-1 0,0 1 0,0-1 0,0 0 0,1 0 0,-1-1 0,1 0 0,0 0 0,11 4 0,-5-3 0,-1-1 0,1 0 0,0-1 0,0 0 0,0-1 0,0 0 0,0-1 0,18-2 0,-11-1 0,-1-1 0,1 0 0,-1-1 0,32-14 0,-6-4 0,0-1 0,-2-2 0,48-38 0,-32 18 0,-2-2 0,71-80 0,-123 123 0,1 0 0,-1 0 0,0-1 0,-1 0 0,6-9 0,-9 14 0,0 1 0,0-1 0,1 0 0,-1 1 0,0-1 0,0 1 0,0-1 0,0 0 0,0 1 0,0-1 0,0 0 0,0 1 0,0-1 0,0 0 0,0 1 0,0-1 0,0 0 0,0 1 0,-1-1 0,1 0 0,0 1 0,0-1 0,-1 1 0,0-2 0,0 2 0,0-1 0,0 0 0,0 1 0,-1-1 0,1 1 0,0 0 0,-1-1 0,1 1 0,0 0 0,-1 0 0,1 0 0,0 0 0,-1 0 0,1 0 0,0 0 0,-1 0 0,-1 1 0,-6 1 0,0 0 0,0 1 0,0 0 0,0 0 0,1 1 0,-1 0 0,1 1 0,0-1 0,0 2 0,1-1 0,-11 10 0,13-10 0,0-1 0,1 1 0,-1 0 0,1 0 0,0 1 0,1-1 0,-1 1 0,1 0 0,0 0 0,0 0 0,1 1 0,0-1 0,0 0 0,0 1 0,1 0 0,-1 11 0,2-14 0,1 0 0,-1 0 0,1 0 0,0 0 0,0 0 0,0 0 0,0 0 0,1 0 0,0 0 0,0 0 0,0-1 0,0 1 0,0-1 0,1 0 0,-1 1 0,1-1 0,0 0 0,0-1 0,0 1 0,1 0 0,-1-1 0,1 0 0,-1 0 0,6 2 0,-5-2 0,0 0 0,1 0 0,-1-1 0,0 0 0,1 0 0,0 0 0,-1 0 0,1-1 0,-1 0 0,1 0 0,-1 0 0,1-1 0,0 1 0,-1-1 0,1 0 0,-1 0 0,0-1 0,1 1 0,-1-1 0,0 0 0,7-4 0,1-4 0,0 0 0,-1-1 0,17-19 0,-16 17 0,-12 13 0,0 0 0,0 0 0,0 0 0,0-1 0,0 1 0,0 0 0,0 0 0,0 0 0,0 0 0,1 0 0,-1 0 0,0 0 0,0 0 0,0 0 0,0 0 0,0 0 0,0 0 0,0 0 0,0 0 0,1 0 0,-1 0 0,0 0 0,0 0 0,0 0 0,0 0 0,0 0 0,0 0 0,0 0 0,0 0 0,1 0 0,-1 0 0,0 0 0,0 0 0,0 0 0,0 0 0,0 0 0,0 0 0,0 0 0,0 0 0,1 0 0,-1 0 0,0 0 0,0 0 0,0 0 0,0 0 0,0 0 0,0 1 0,0-1 0,0 0 0,0 0 0,0 0 0,0 0 0,0 0 0,0 0 0,0 0 0,0 0 0,1 1 0,-1-1 0,2 11 0,-2 15 0,0-26 0,0 4 0,0 0 0,0 0 0,0 0 0,1 0 0,-1 1 0,1-1 0,0 0 0,0 0 0,1-1 0,-1 1 0,1 0 0,0 0 0,0-1 0,0 1 0,0-1 0,1 1 0,-1-1 0,1 0 0,4 4 0,-3-4 0,1 0 0,-1-1 0,1 1 0,-1-1 0,1 0 0,0 0 0,0 0 0,0 0 0,0-1 0,0 0 0,0 0 0,1-1 0,-1 1 0,0-1 0,6-1 0,-4 1 0,0-1 0,0 0 0,-1-1 0,1 1 0,0-1 0,-1-1 0,0 1 0,1-1 0,-1 0 0,0-1 0,0 1 0,-1-1 0,1-1 0,-1 1 0,0-1 0,0 1 0,8-11 0,-1-2 0,-1 0 0,0-1 0,-1-1 0,12-30 0,-22 48 0,0 0 0,1 0 0,-1 0 0,0 0 0,1 0 0,-1 0 0,1 0 0,-1 0 0,1 0 0,-1 0 0,1 0 0,0 1 0,-1-1 0,1 0 0,0 0 0,0 1 0,0-1 0,1 0 0,-2 1 0,1 0 0,-1 1 0,0-1 0,1 0 0,-1 1 0,1-1 0,-1 0 0,0 1 0,1-1 0,-1 1 0,0-1 0,0 0 0,1 1 0,-1-1 0,0 1 0,0-1 0,1 1 0,-1-1 0,0 1 0,0-1 0,0 1 0,0-1 0,0 1 0,0 0 0,3 42 0,-4 183 0,2-259 0,1-1 0,1 1 0,2 0 0,1 1 0,13-40 0,-13 54 0,1 0 0,0 0 0,2 1 0,0 0 0,1 0 0,0 1 0,2 0 0,0 1 0,0 1 0,21-19 0,-29 30 0,-1 0 0,1 1 0,-1-1 0,1 1 0,0 0 0,-1 0 0,1 0 0,0 1 0,1-1 0,5 0 0,-8 1 0,-1 1 0,1 0 0,-1 0 0,1 0 0,-1 0 0,1 1 0,-1-1 0,0 0 0,1 0 0,-1 1 0,1-1 0,-1 1 0,0 0 0,1-1 0,-1 1 0,0 0 0,0 0 0,1 0 0,-1 0 0,0 0 0,0 0 0,0 0 0,0 0 0,0 0 0,0 0 0,-1 0 0,1 1 0,0-1 0,-1 0 0,1 1 0,0-1 0,-1 1 0,1 1 0,0 4 0,0 0 0,0 0 0,0 0 0,-1 0 0,0 0 0,0 0 0,-1 0 0,0 0 0,0 0 0,-5 12 0,0 1 0,-1-1 0,-14 26 0,10-25 114,0 0 0,-26 32 0,30-44-304,1-1 0,-1 1 1,-1-1-1,1-1 0,-1 0 1,0 0-1,-1 0 1,-15 7-1,7-6-6636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9.1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0 120 24575,'9'-1'0,"0"2"0,0-1 0,0 1 0,-1 0 0,12 3 0,-17-3 0,0 1 0,0-1 0,0 1 0,0-1 0,0 1 0,-1 0 0,1 0 0,-1 0 0,1 0 0,-1 1 0,0-1 0,0 1 0,0-1 0,0 1 0,0 0 0,0 0 0,1 5 0,2 4 0,-1 2 0,0-1 0,-1 0 0,-1 1 0,0-1 0,-1 1 0,-1 0 0,-1 17 0,2 28 0,-1-59 0,0 0 0,0 1 0,0-1 0,0 0 0,0 0 0,0 0 0,0 0 0,0 0 0,0 1 0,0-1 0,0 0 0,0 0 0,0 0 0,0 0 0,0 1 0,0-1 0,0 0 0,0 0 0,0 0 0,0 0 0,0 0 0,0 1 0,1-1 0,-1 0 0,0 0 0,0 0 0,0 0 0,0 0 0,0 0 0,0 0 0,0 1 0,0-1 0,1 0 0,-1 0 0,0 0 0,0 0 0,0 0 0,0 0 0,0 0 0,1 0 0,-1 0 0,0 0 0,0 0 0,0 0 0,6-6 0,5-16 0,-10 20 0,64-117 0,-42 79 0,31-69 0,-53 107 0,-1 1 0,1 0 0,-1 0 0,1 0 0,-1 0 0,0 0 0,1 0 0,-1-1 0,0 1 0,0 0 0,0 0 0,0 0 0,0-1 0,0 1 0,0 0 0,0 0 0,0 0 0,-1-1 0,1 1 0,0 0 0,-1 0 0,1 0 0,-1 0 0,-1-2 0,1 2 0,0 0 0,0 1 0,-1-1 0,1 0 0,0 1 0,-1-1 0,1 1 0,-1-1 0,1 1 0,0-1 0,-1 1 0,1 0 0,-1 0 0,1 0 0,-1 0 0,-2 0 0,-6 2 0,0-1 0,0 2 0,0-1 0,-15 7 0,16-6 0,0 2 0,-1-1 0,1 1 0,1 0 0,-1 1 0,1 0 0,0 0 0,0 1 0,1 0 0,0 0 0,0 1 0,1 0 0,0 0 0,0 1 0,1 0 0,0-1 0,0 2 0,1-1 0,0 1 0,1-1 0,0 1 0,-2 15 0,4-21 0,1-1 0,0 0 0,0 0 0,0 0 0,1 0 0,-1 0 0,1 0 0,-1 0 0,1 0 0,0 0 0,0 0 0,1 0 0,-1 0 0,0 0 0,1 0 0,0-1 0,-1 1 0,1-1 0,0 1 0,1-1 0,-1 0 0,0 0 0,1 0 0,-1 0 0,1 0 0,-1-1 0,1 1 0,0-1 0,4 2 0,-2-1 0,-1 0 0,1-1 0,0 0 0,1 0 0,-1 0 0,0-1 0,0 0 0,0 0 0,0 0 0,0 0 0,1-1 0,-1 0 0,0 0 0,0 0 0,0-1 0,0 0 0,5-2 0,1-3 0,0 0 0,-1 0 0,0-1 0,0 0 0,-1-1 0,0 0 0,0 0 0,-1-1 0,0-1 0,9-16 0,3-9 0,28-72 0,-40 94 0,-8 14 0,1 0 0,-1 1 0,0-1 0,1 0 0,-1 0 0,0 0 0,0 1 0,1-1 0,-1 0 0,0 0 0,0 0 0,0 1 0,0-1 0,1 0 0,-1 1 0,0-1 0,0 0 0,0 0 0,0 1 0,0-1 0,0 0 0,0 1 0,1-1 0,-1 0 0,0 1 0,0-1 0,0 0 0,-1 1 0,3 39 0,-2-30 0,1-4 0,0 0 0,0-1 0,0 1 0,0-1 0,1 1 0,0-1 0,0 0 0,0 0 0,1 0 0,0 0 0,0 0 0,0 0 0,0-1 0,1 1 0,0-1 0,7 7 0,-9-10 0,1 1 0,-1 0 0,1-1 0,0 1 0,-1-1 0,1 0 0,0 0 0,-1 0 0,1 0 0,0-1 0,0 1 0,0-1 0,0 0 0,0 1 0,0-1 0,0-1 0,0 1 0,0 0 0,0-1 0,-1 1 0,1-1 0,0 0 0,0 0 0,0 0 0,-1 0 0,1-1 0,0 1 0,-1-1 0,0 1 0,1-1 0,-1 0 0,0 0 0,3-3 0,42-53 0,-47 58 0,0-1 0,0 1 0,0 0 0,0-1 0,1 1 0,-1 0 0,0-1 0,0 1 0,1 0 0,-1 0 0,0-1 0,0 1 0,1 0 0,-1 0 0,0 0 0,1-1 0,-1 1 0,0 0 0,1 0 0,-1 0 0,0 0 0,1 0 0,-1 0 0,0-1 0,1 1 0,-1 0 0,0 0 0,1 0 0,-1 0 0,1 0 0,-1 1 0,0-1 0,1 0 0,-1 0 0,0 0 0,1 0 0,-1 0 0,0 0 0,1 0 0,-1 1 0,0-1 0,1 1 0,5 18 0,-4 29 0,-2-48 0,-9 155 0,1 69 0,8-218 0,0 1 0,0 0 0,1-1 0,0 1 0,1-1 0,2 10 0,-4-16 0,0-1 0,0 1 0,1 0 0,-1 0 0,0-1 0,0 1 0,0 0 0,0 0 0,0 0 0,0-1 0,1 1 0,-1 0 0,0 0 0,0-1 0,0 1 0,1 0 0,-1 0 0,0 0 0,0 0 0,0 0 0,1-1 0,-1 1 0,0 0 0,0 0 0,1 0 0,-1 0 0,0 0 0,1 0 0,-1 0 0,0 0 0,0 0 0,1 0 0,-1 0 0,0 0 0,0 0 0,1 0 0,-1 0 0,0 0 0,0 0 0,1 0 0,-1 0 0,0 0 0,0 1 0,1-1 0,-1 0 0,0 0 0,0 0 0,1 0 0,-1 0 0,0 1 0,0-1 0,0 0 0,0 0 0,1 1 0,-1-1 0,0 0 0,0 0 0,0 0 0,0 1 0,0-1 0,0 0 0,0 0 0,0 1 0,1-1 0,-1 0 0,0 1 0,0-1 0,6-22 0,-1-32 0,-2-58 0,5-43 0,13 27 0,-17 112 0,0 0 0,1 0 0,1 1 0,1-1 0,14-24 0,-20 38 0,0 0 0,1-1 0,-1 1 0,1 0 0,0 0 0,0 0 0,0 0 0,0 0 0,0 1 0,0-1 0,0 0 0,1 1 0,-1 0 0,0 0 0,1-1 0,-1 1 0,1 1 0,0-1 0,-1 0 0,1 1 0,0-1 0,-1 1 0,1 0 0,4 0 0,-4 0 0,0 1 0,0 0 0,0 0 0,0 0 0,-1 1 0,1-1 0,0 1 0,0-1 0,-1 1 0,1 0 0,-1 0 0,0 0 0,1 0 0,-1 1 0,0-1 0,0 0 0,-1 1 0,1 0 0,0-1 0,2 6 0,0 2 0,0 0 0,-1 1 0,0-1 0,-1 1 0,1-1 0,-2 1 0,0 0 0,0 0 0,-1-1 0,0 1 0,-1 0 0,0 0 0,-1 0 0,0-1 0,-1 1 0,0-1 0,-1 0 0,0 0 0,0 0 0,-1 0 0,0-1 0,-10 14 0,13-21 0,0-1 0,1 1 0,-1 0 0,0-1 0,0 1 0,0-1 0,-5 3 0,0-5 0,8-12 0,5-1 0,0 1 0,1 0 0,0 0 0,1 0 0,0 1 0,1 0 0,0 1 0,1 0 0,0 1 0,1 0 0,0 0 0,1 1 0,0 0 0,0 1 0,19-9 0,-29 16 0,0 0 0,0 0 0,0 0 0,1 1 0,-1-1 0,0 0 0,0 1 0,1 0 0,-1-1 0,1 1 0,-1 0 0,0 0 0,1 0 0,-1 1 0,0-1 0,1 0 0,-1 1 0,0 0 0,0-1 0,1 1 0,-1 0 0,0 0 0,4 3 0,-3-1 0,0 0 0,-1 0 0,1 0 0,-1 1 0,0-1 0,1 1 0,-2 0 0,1-1 0,0 1 0,-1 0 0,1 0 0,-1 0 0,0 5 0,5 23 0,-2 0 0,-1 1 0,-2 0 0,-1-1 0,-2 1 0,-7 45 0,-4-29 0,12-46 0,0 0 0,0 0 0,-1 0 0,1-1 0,-1 1 0,0 0 0,0-1 0,0 1 0,0-1 0,0 0 0,0 0 0,-1 0 0,-2 3 0,4-5 0,0 1 0,1-1 0,-1 0 0,0 1 0,1-1 0,-1 0 0,0 0 0,1 0 0,-1 1 0,0-1 0,1 0 0,-1 0 0,0 0 0,1 0 0,-1 0 0,0 0 0,0 0 0,1 0 0,-1-1 0,0 1 0,1 0 0,-1 0 0,0-1 0,1 1 0,-1 0 0,0-1 0,1 1 0,-1 0 0,1-1 0,-1 1 0,1-1 0,-1 1 0,1-1 0,-1 1 0,1-1 0,-1 1 0,1-1 0,0 0 0,-1 1 0,1-1 0,0 0 0,0 1 0,-1-1 0,1 0 0,0 1 0,0-1 0,0-1 0,-1-3 0,0 0 0,0-1 0,0 1 0,1 0 0,0-7 0,3-18 0,1 0 0,2 1 0,1-1 0,1 1 0,2 0 0,0 1 0,2 0 0,1 1 0,2 0 0,26-38 0,-32 54 0,0 0 0,0 0 0,1 1 0,0 0 0,1 0 0,0 1 0,1 1 0,-1 0 0,24-11 0,-30 16 0,0 1 0,0 1 0,0-1 0,0 1 0,0-1 0,0 1 0,0 1 0,1-1 0,-1 1 0,0 0 0,1 0 0,-1 1 0,0-1 0,0 1 0,0 0 0,1 1 0,-1-1 0,0 1 0,-1 0 0,1 0 0,0 1 0,0-1 0,-1 1 0,0 0 0,1 0 0,-1 1 0,0-1 0,6 9 0,-1-2 0,-2 1 0,1 0 0,-1 0 0,-1 1 0,0 0 0,-1 0 0,0 0 0,-1 1 0,3 13 0,-2-3 0,-1 0 0,-1 0 0,-1 1 0,-1 29 0,-1-49-76,0 0 1,0 0-1,-1 0 0,1 1 0,-1-1 0,0 0 0,0 0 0,0 0 1,-1 0-1,1 0 0,-1-1 0,0 1 0,0 0 0,-1-1 1,1 1-1,-1-1 0,-2 3 0,-10 5-6750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19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5945 673 24575,'-4'-14'0,"-1"0"0,-1 0 0,0 1 0,-1 0 0,0 0 0,-1 1 0,-1 0 0,0 0 0,0 1 0,-1 0 0,0 1 0,-1 0 0,-13-9 0,-6-3 0,-1 2 0,0 1 0,-2 1 0,-35-13 0,-27-6-667,-179-45 0,-115 4-1286,-756-66-3335,-12 100 3318,345 67 1988,8 75-241,499-28-598,72 6 648,187-57 231,1 2 0,-73 46-1,100-54 37,-1 0-1,2 1 0,0 1 1,1 0-1,0 1 0,1 1 0,1 0 1,-14 23-1,22-29-29,0 0 0,0 1 0,1 0-1,1 0 1,0 0 0,0 0 0,2 1 0,-1-1 0,2 1 0,-1 0 0,2 0 0,0 0 0,0-1 0,1 1-1,4 17 1,-1-11-65,2 0-1,0 0 1,1-1-1,1 1 1,1-1-1,16 24 1,-3-10 123,1 0-1,42 41 1,-13-22 317,3-1 0,2-4 0,87 56-1,213 93-342,-117-88-1184,484 144 1,288-22-1557,-453-140 1679,4-25-1,896-12 1,-574-109 514,-651 26 550,397-105-1,-328 31 146,-240 77 169,108-64-1,-145 76-188,0-2 0,-1-1 1,0-1-1,-2-1 0,-1-1 0,25-31 1,-39 44-159,-1-1 0,-1 0 1,0-1-1,0 0 0,-1 1 1,0-2-1,-1 1 0,0 0 1,-1-1-1,-1 0 1,1 0-1,-2 0 0,0 0 1,0 0-1,-1 0 0,0 0 1,-1 0-1,-5-20 0,2 17-66,-1 0 0,-1-1 0,0 2 0,-1-1 0,0 1 0,-2 0 0,1 1 0,-21-24 0,5 11 0,-1 1 0,-1 2 0,-37-27 0,5 10 132,-103-52-1,-124-35 919,-61 9-817,-522-101-358,-17 67-204,-162 37-1543,6 96 1362,752 35 5182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1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451 21 24575,'-2'-21'0,"-8"29"0,-6 9 0,-26 20 0,-2-2 0,-1-1 0,-2-3 0,-1-1 0,-74 33 0,106-57 0,11-4 0,0-1 0,0 1 0,1 0 0,-1 1 0,1-1 0,-1 1 0,1 0 0,0 0 0,0 0 0,0 0 0,-4 5 0,8-7 0,0-1 0,0 1 0,-1-1 0,1 1 0,0 0 0,0-1 0,0 1 0,0 0 0,0-1 0,0 1 0,0 0 0,0-1 0,0 1 0,0 0 0,0-1 0,0 1 0,0 0 0,1-1 0,-1 1 0,0-1 0,0 1 0,1 0 0,-1-1 0,0 1 0,1-1 0,-1 1 0,1-1 0,-1 1 0,0-1 0,1 1 0,-1-1 0,2 1 0,20 13 0,-20-13 0,52 26 0,-1 3 0,-2 2 0,60 49 0,-40-19-1365,-42-37-5461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2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7 24575,'0'0'0,"0"-1"0,-1 1 0,1-1 0,0 1 0,-1-1 0,1 1 0,-1 0 0,1-1 0,0 1 0,-1 0 0,1-1 0,-1 1 0,1 0 0,-1 0 0,1-1 0,-1 1 0,0 0 0,1 0 0,-1 0 0,1 0 0,-1 0 0,1 0 0,-1-1 0,1 2 0,-1-1 0,0 0 0,1 0 0,-1 0 0,1 0 0,-1 0 0,1 0 0,-1 0 0,1 1 0,-1-1 0,1 0 0,-1 0 0,1 1 0,-1-1 0,1 0 0,-1 1 0,0 0 0,1 0 0,-1 0 0,1 0 0,-1 0 0,1 0 0,-1 0 0,1 0 0,0 1 0,-1-1 0,1 0 0,0 0 0,0 0 0,0 0 0,0 1 0,0-1 0,0 0 0,0 0 0,0 0 0,1 0 0,-1 1 0,1 0 0,3 8 0,1-1 0,0 1 0,1-1 0,0 0 0,0 0 0,1-1 0,15 14 0,1 0 0,37 24 0,-15-16 7,2-2-1,0-2 0,2-2 1,86 30-1,218 44-90,-255-73 4,755 217-2071,-106 33 568,-7 25-1045,-255-100 1865,631 234 812,-146-58-68,-11 29-249,364 253-838,-1096-540 1494,77 48 1427,-10 10 4390,-280-164-5971,-1 3-275,3-1 41,0-1 0,1 0 0,0-1 0,1-1 0,0-1 0,31 13 0,122 36 0,-142-50 0,93 26 0,151 53 0,-205-66 0,-48-16 0,0 0 0,0 1 0,34 19 0,-47-22 69,-2-1 184,-7-6-470,-5-6-1253,1 1-5356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3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2905 512 24575,'-1'-4'0,"1"0"0,-1 0 0,0 0 0,0 1 0,0-1 0,0 0 0,-1 0 0,0 1 0,1-1 0,-1 1 0,-1-1 0,1 1 0,0 0 0,-1 0 0,0 0 0,0 0 0,1 1 0,-2-1 0,1 1 0,-4-3 0,-7-4 0,-1 1 0,0 0 0,-23-8 0,-10-1-48,0 2 0,-2 3 0,1 2 0,-76-7-1,-207 9-398,-722 92-1043,657-25 1494,300-39-19,2 4 0,-97 38 1,156-49-38,2 3 1,-1 0-1,-31 22 0,56-32 61,1 1 0,0-1-1,0 2 1,0-1 0,1 1-1,0 1 1,1-1 0,0 1-1,0 1 1,1-1 0,0 1-1,1 0 1,0 1 0,-5 12-1,9-14 48,-1-1-1,1 0 0,1 0 1,-1 1-1,1-1 0,1 1 1,-1-1-1,2 0 0,-1 0 1,1 1-1,0-1 0,1 0 0,0 0 1,0-1-1,0 1 0,1-1 1,0 0-1,1 0 0,10 12 1,2 2 96,1-2 1,1 0 0,1-1 0,1 0-1,24 14 1,18 8-473,2-2 0,0-4 0,96 36 0,225 53-1529,576 71-1525,19-88 570,1366-42 881,-1550-116 1425,-565 24 376,315-81 0,-252 17 848,-235 68-551,-1-2 0,91-58 0,-128 70 82,0-1 0,-1-1 0,-1-1 0,0-1 0,-1-1 0,24-32 0,-37 43-133,0 1 1,-1-1-1,-1-1 0,1 1 0,-1 0 1,-1-1-1,1 0 0,-1 0 0,-1 0 0,0 0 1,0-1-1,-1 1 0,0 0 0,-1-1 1,0 1-1,0-1 0,-1 1 0,0 0 1,-1-1-1,0 1 0,-4-12 0,0 7-76,-1 0 0,0 1 1,-1 0-1,0 1 0,-1-1 0,-1 1 0,0 1 0,0 0 1,-1 1-1,-23-18 0,-2 3 31,-2 1 0,-61-28-1,-13 1 106,-1 6-1,-130-33 0,-249-39-29,-605-74-1582,-11 56 1,-539 18-108,1213 117 1434,277 7 1392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4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136 238 24575,'-12'-4'0,"0"-1"0,0-1 0,0 0 0,1-1 0,-21-15 0,28 20 0,1-1 0,-1 1 0,1-1 0,0 0 0,0-1 0,0 1 0,1 0 0,-1-1 0,1 0 0,0 1 0,0-1 0,0 0 0,0 0 0,1 0 0,-1 0 0,1-1 0,0 1 0,1 0 0,-1 0 0,1-1 0,-1-5 0,2 7 0,-1 0 0,1 0 0,0 0 0,0 0 0,0 0 0,0 0 0,0 1 0,0-1 0,1 0 0,-1 1 0,1-1 0,0 1 0,0-1 0,0 1 0,0 0 0,0 0 0,4-3 0,-2 3 0,0-1 0,1 1 0,-1 0 0,0 0 0,1 1 0,-1-1 0,1 1 0,-1 0 0,1 0 0,7 0 0,-4 1 0,-1 0 0,1 0 0,0 1 0,-1 0 0,0 0 0,1 0 0,-1 1 0,0 1 0,0-1 0,0 1 0,0 0 0,0 1 0,0-1 0,6 6 0,-5-1 0,0 1 0,-1 0 0,1 0 0,-2 0 0,0 1 0,0 0 0,0 0 0,-1 0 0,-1 1 0,0 0 0,5 21 0,-2 2 0,-1 1 0,2 56 0,-6-63 0,-4 35 0,2-55 0,-1 0 0,0 0 0,-1 0 0,0 0 0,0-1 0,-1 1 0,0-1 0,0 1 0,-5 7 0,8-14 0,-1 0 0,1 0 0,-1 0 0,1-1 0,-1 1 0,1 0 0,-1 0 0,0-1 0,1 1 0,-1-1 0,0 1 0,1 0 0,-1-1 0,0 1 0,0-1 0,0 1 0,1-1 0,-1 0 0,0 1 0,0-1 0,0 0 0,-2 1 0,3-2 0,-1 1 0,0 0 0,0-1 0,1 1 0,-1-1 0,0 1 0,1-1 0,-1 1 0,1-1 0,-1 1 0,1-1 0,-1 0 0,1 1 0,-1-1 0,1 0 0,-1 1 0,1-1 0,0 0 0,-1 1 0,1-2 0,-2-4 0,0 0 0,1 0 0,0 0 0,0 0 0,0-9 0,3-15 0,0 1 0,2 0 0,2 0 0,0 1 0,2-1 0,1 1 0,2 1 0,0 0 0,2 0 0,0 2 0,2-1 0,25-30 0,-36 50 0,2 0 0,-1 0 0,1 1 0,0 0 0,0 0 0,0 1 0,1-1 0,0 1 0,0 1 0,11-5 0,-15 7 0,0 0 0,0 0 0,0 1 0,0-1 0,0 1 0,0 0 0,0 0 0,0 0 0,0 0 0,0 1 0,0-1 0,0 1 0,0 0 0,0-1 0,0 1 0,0 1 0,0-1 0,-1 0 0,1 1 0,0-1 0,-1 1 0,1 0 0,-1 0 0,0 0 0,0 0 0,0 0 0,0 1 0,0-1 0,2 5 0,3 4 0,-1 0 0,-1 1 0,0-1 0,0 1 0,-1 0 0,-1 1 0,0-1 0,1 15 0,5 103 0,-10-116 0,1 16 0,3-26 0,4-16 0,14-38 0,57-111 0,-69 145 0,0 1 0,2 0 0,0 1 0,0 0 0,1 1 0,1 0 0,25-19 0,-34 29 0,1 0 0,-1 0 0,1 1 0,-1 0 0,1-1 0,0 2 0,0-1 0,0 1 0,0-1 0,0 1 0,0 1 0,0-1 0,0 1 0,6 0 0,-8 0 0,1 1 0,0 0 0,0 0 0,-1 0 0,1 0 0,-1 0 0,1 1 0,-1 0 0,1 0 0,-1 0 0,0 0 0,0 0 0,0 1 0,0-1 0,-1 1 0,1 0 0,-1 0 0,1 0 0,2 5 0,2 4 0,0 1 0,-1 0 0,-1 1 0,0-1 0,0 1 0,-2 0 0,3 17 0,6 106 0,-8-75 0,-2-35 202,-1-9-986,5 31 1,-2-34-6043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4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1 141 24575,'19'-74'0,"-10"34"0,5 124 0,-11-72 0,0 1 0,0-1 0,2 0 0,-1 0 0,1-1 0,1 0 0,14 21 0,-18-28 0,1-1 0,0 1 0,0-1 0,1 0 0,-1 0 0,0-1 0,1 1 0,0-1 0,0 1 0,0-1 0,0-1 0,0 1 0,0 0 0,0-1 0,0 0 0,1 0 0,-1 0 0,0 0 0,1-1 0,-1 0 0,1 0 0,-1 0 0,0 0 0,1-1 0,-1 0 0,6-1 0,0-1 0,1-1 0,-1 0 0,0-1 0,0 0 0,-1 0 0,1-1 0,-1 0 0,0-1 0,-1 0 0,0 0 0,0-1 0,0 0 0,6-10 0,-6 7 0,0 0 0,0-1 0,-1 0 0,-1 0 0,0-1 0,-1 0 0,0 0 0,-1 0 0,5-25 0,-9 36 0,0 0 0,0 0 0,1 0 0,-1 1 0,-1-1 0,1 0 0,0 0 0,0 0 0,-2-3 0,-2 5 0,-2 12 0,-4 17 0,1 0 0,-8 54 0,1 65 0,14-123 0,-29 536-1365,31-524-5461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5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245 209 24575,'7'-8'0,"-1"0"0,1 0 0,-1 0 0,-1-1 0,0 0 0,0 0 0,0-1 0,4-16 0,-7 23 0,-1-1 0,0 0 0,0 0 0,0 1 0,0-1 0,-1 0 0,0 0 0,0 0 0,0 0 0,0 0 0,0 1 0,-1-1 0,0 0 0,0 0 0,0 0 0,0 1 0,0-1 0,-1 1 0,0-1 0,0 1 0,0-1 0,0 1 0,0 0 0,-1 0 0,-4-5 0,4 6 0,0 0 0,0 0 0,0 1 0,0 0 0,0-1 0,0 1 0,0 0 0,0 1 0,0-1 0,-1 0 0,1 1 0,0 0 0,-1 0 0,1 0 0,0 0 0,0 0 0,-1 1 0,1-1 0,0 1 0,0 0 0,0 0 0,0 0 0,-1 1 0,2-1 0,-1 1 0,0-1 0,-3 4 0,-6 2 0,2 1 0,-1 0 0,1 1 0,1 0 0,-13 15 0,8-6 0,0 1 0,2 0 0,1 1 0,0 0 0,1 1 0,1 0 0,1 1 0,-5 23 0,9-31 0,1 0 0,1 0 0,0 0 0,1 0 0,0 1 0,1-1 0,1 0 0,0 0 0,1 0 0,1 0 0,0 0 0,1 0 0,0-1 0,7 16 0,-6-21 27,0 0-1,0 0 0,1 0 0,0-1 1,0 0-1,0 0 0,1-1 0,0 0 1,0 0-1,1-1 0,0 1 0,8 3 1,-3-3-271,0 0 0,1-1 0,-1 0 0,1-1 1,0-1-1,29 3 0,8-3-6582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5.6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149 190 24575,'4'-14'0,"0"0"0,-2 0 0,1 0 0,-1 0 0,-1 0 0,-1-1 0,0 1 0,-3-22 0,3 34 0,-1 0 0,1 0 0,0 0 0,-1 1 0,1-1 0,-1 0 0,0 0 0,0 0 0,0 1 0,0-1 0,0 1 0,0-1 0,0 0 0,0 1 0,0 0 0,-1-1 0,1 1 0,-1 0 0,1 0 0,-1-1 0,1 1 0,-1 0 0,0 1 0,0-1 0,1 0 0,-1 0 0,-4 0 0,4 1 0,-1 0 0,1 0 0,-1 1 0,0-1 0,1 0 0,-1 1 0,1 0 0,-1 0 0,1 0 0,0 0 0,-1 0 0,1 0 0,0 0 0,0 1 0,0-1 0,0 1 0,0 0 0,0-1 0,0 1 0,-2 3 0,-5 7 0,0 0 0,0 1 0,2 0 0,-1 0 0,2 1 0,0-1 0,-4 16 0,7-21 0,1 1 0,0-1 0,0 1 0,1 0 0,0 0 0,0-1 0,1 1 0,1 0 0,-1 0 0,1-1 0,1 1 0,0 0 0,3 11 0,-3-17 0,-1 1 0,1-1 0,0 1 0,0-1 0,0 0 0,0 0 0,1 0 0,-1 0 0,1 0 0,0-1 0,0 1 0,0-1 0,0 0 0,0 0 0,0 0 0,0 0 0,1 0 0,-1-1 0,1 1 0,0-1 0,-1 0 0,1 0 0,0-1 0,-1 1 0,1-1 0,0 1 0,0-1 0,0 0 0,0-1 0,-1 1 0,1-1 0,6-1 0,0-1 0,0 0 0,0 0 0,0-1 0,-1 0 0,1 0 0,-1-1 0,0-1 0,-1 0 0,1 0 0,13-13 0,-15 11 0,-1 0 0,0 0 0,-1-1 0,0 0 0,0 0 0,-1 0 0,0 0 0,0-1 0,-1 1 0,0-1 0,1-11 0,8-25 0,-12 46 0,1 0 0,-1 0 0,0 0 0,0 0 0,0 0 0,0 0 0,0 0 0,0 0 0,0 0 0,0 0 0,0 0 0,0 0 0,0 0 0,0 0 0,0 0 0,0 0 0,0 0 0,0 0 0,0 0 0,1 0 0,-1 0 0,0 0 0,0 0 0,0 0 0,0 0 0,0 0 0,0 0 0,0 0 0,0 0 0,0 0 0,0 0 0,0 0 0,0 0 0,0 0 0,0 0 0,1 0 0,-1 0 0,0 0 0,0 0 0,0 0 0,0 0 0,0 0 0,0 0 0,0 0 0,0 0 0,0 0 0,0 0 0,0 0 0,0-1 0,0 1 0,0 0 0,0 0 0,2 12 0,0 16 0,-2-12 12,0 16 97,2 0-1,8 51 1,-9-74-222,1-1-1,1 1 1,0-1-1,0 0 1,0 0-1,1 0 0,0 0 1,1-1-1,-1 1 1,2-1-1,-1 0 1,1-1-1,0 1 1,10 7-1,7 2-6712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6.1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1 216 24575,'0'2'0,"0"0"0,0 0 0,0 1 0,0-1 0,1 0 0,-1 0 0,1 0 0,-1 0 0,1 0 0,0 1 0,1 2 0,-2-5 0,1 0 0,-1 0 0,0 1 0,0-1 0,0 0 0,1 0 0,-1 0 0,0 0 0,0 1 0,1-1 0,-1 0 0,0 0 0,0 0 0,1 0 0,-1 0 0,0 0 0,1 0 0,-1 0 0,0 0 0,0 0 0,1 0 0,-1 0 0,0 0 0,0 0 0,1 0 0,-1 0 0,0 0 0,1 0 0,-1 0 0,0 0 0,1-1 0,11-12 0,-1-11 0,3-6 0,-13 28 0,-1 1 0,1 0 0,0 0 0,0 0 0,-1-1 0,1 1 0,0 0 0,0 0 0,1 0 0,-1 0 0,0 1 0,0-1 0,0 0 0,0 0 0,1 1 0,2-2 0,-4 2 0,1 0 0,0 0 0,0 0 0,-1 1 0,1-1 0,0 0 0,0 0 0,-1 0 0,1 1 0,0-1 0,0 0 0,-1 1 0,1-1 0,0 1 0,-1-1 0,1 1 0,-1-1 0,1 1 0,-1-1 0,1 1 0,-1-1 0,1 1 0,-1 0 0,1-1 0,-1 1 0,0 0 0,1-1 0,-1 1 0,0 0 0,0 0 0,1-1 0,-1 1 0,0 1 0,6 31 0,-6-27 0,11 101 0,4 37 0,-10-118 0,1 1 0,0-1 0,15 34 0,-20-57 0,0 0 0,1 0 0,-1 0 0,1-1 0,0 1 0,0 0 0,0-1 0,4 5 0,-6-7 0,0 0 0,1 0 0,-1 0 0,0 0 0,0 1 0,0-1 0,0 0 0,0 0 0,1 0 0,-1 0 0,0 0 0,0 0 0,0 0 0,1 0 0,-1 0 0,0 0 0,0 0 0,0 0 0,0 0 0,1 0 0,-1 0 0,0 0 0,0 0 0,0 0 0,0 0 0,1 0 0,-1 0 0,0 0 0,0 0 0,0 0 0,0 0 0,1 0 0,-1-1 0,0 1 0,0 0 0,0 0 0,0 0 0,0 0 0,1 0 0,-1 0 0,0-1 0,0 1 0,0 0 0,0 0 0,0 0 0,1-21 0,-10-27 0,-20-63 0,-2-11 0,23 77 0,-4-46 0,11 78 0,1 0 0,0 1 0,1-1 0,0 0 0,1 0 0,0 1 0,1-1 0,7-18 0,-8 27 0,0 0 0,0 0 0,0 1 0,0-1 0,1 0 0,-1 1 0,1 0 0,0-1 0,0 1 0,0 0 0,1 1 0,-1-1 0,1 1 0,-1-1 0,1 1 0,6-3 0,-5 3 0,1 1 0,0-1 0,0 1 0,0 0 0,0 1 0,0-1 0,0 1 0,0 0 0,0 1 0,10 1 0,0 2 0,1 0 0,-2 2 0,1 0 0,-1 0 0,0 1 0,0 1 0,22 16 0,-23-14 0,0 1 0,-1 0 0,0 1 0,-1 0 0,-1 1 0,14 18 0,-23-28 0,0 0 0,0 1 0,0 0 0,0 0 0,-1-1 0,0 1 0,1 0 0,-2 0 0,1 0 0,0 1 0,-1-1 0,1 0 0,-1 6 0,-1-6 0,0-1 0,0 1 0,0-1 0,-1 0 0,1 1 0,-1-1 0,1 0 0,-1 0 0,0 0 0,0 0 0,0-1 0,-1 1 0,1 0 0,-1-1 0,0 0 0,1 1 0,-1-1 0,-4 2 0,-4 2-195,-1 0 0,1 0 0,-1-2 0,0 1 0,0-2 0,-24 5 0,0-2-6631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7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135 338 24575,'19'-17'0,"0"1"0,2 1 0,41-23 0,21-15 0,-80 51 0,0-1 0,0 1 0,-1-1 0,1 1 0,0-1 0,-1 0 0,0 0 0,0 0 0,0-1 0,0 1 0,0 0 0,-1-1 0,1 1 0,-1-1 0,0 0 0,1-5 0,-2 7 0,0 0 0,0 0 0,0 0 0,0-1 0,-1 1 0,1 0 0,-1 0 0,1 0 0,-1 0 0,0 0 0,0 0 0,0 0 0,0 0 0,0 1 0,0-1 0,-1 0 0,1 1 0,0-1 0,-1 0 0,1 1 0,-1 0 0,0-1 0,1 1 0,-1 0 0,0 0 0,0 0 0,0 0 0,0 0 0,0 0 0,-3 0 0,-2-1 0,-1 0 0,1 1 0,0 0 0,-1 1 0,1-1 0,-1 1 0,1 1 0,-1-1 0,1 1 0,-1 1 0,1-1 0,0 1 0,0 1 0,0-1 0,0 1 0,0 0 0,1 1 0,-10 5 0,-2 3 0,1 1 0,0 0 0,0 1 0,2 1 0,-17 20 0,22-24 0,1 1 0,1 0 0,0 0 0,1 1 0,0 0 0,-7 20 0,12-26 0,-1 0 0,1 1 0,1-1 0,-1 0 0,1 1 0,1-1 0,-1 1 0,1-1 0,1 1 0,-1-1 0,1 1 0,1-1 0,-1 1 0,5 9 0,-5-15 0,0 1 0,0 0 0,1-1 0,-1 1 0,1-1 0,0 0 0,0 1 0,0-1 0,0 0 0,0 0 0,0 0 0,1-1 0,-1 1 0,1 0 0,-1-1 0,4 2 0,-1-1 0,0 0 0,1-1 0,0 1 0,-1-1 0,1 0 0,0-1 0,10 1 0,-5-2 0,0 0 0,0 0 0,0-1 0,0 0 0,-1-1 0,1 0 0,-1-1 0,13-6 0,-15 5 0,0 0 0,0-1 0,-1 0 0,1 0 0,-1 0 0,-1-1 0,1 0 0,-1-1 0,-1 0 0,1 1 0,8-18 0,-9 13 0,0 0 0,0 0 0,-1-1 0,-1 0 0,0 1 0,-1-1 0,0 0 0,0-14 0,-2 28 0,0 21 0,5 32 0,-2-43 0,-1 0 0,2 0 0,-1 0 0,1 0 0,1-1 0,0 1 0,0-1 0,11 14 0,-12-19 0,0 0 0,1-1 0,0 1 0,-1-1 0,1 0 0,0-1 0,1 1 0,-1-1 0,1 0 0,-1 0 0,1-1 0,0 1 0,0-1 0,0-1 0,1 1 0,-1-1 0,7 0 0,-5 0 0,0-1 0,0 0 0,0-1 0,1 1 0,-1-2 0,0 1 0,0-1 0,0-1 0,-1 1 0,1-1 0,0-1 0,-1 1 0,0-1 0,0-1 0,0 1 0,11-10 0,-7 3 0,0 0 0,0 0 0,-1-1 0,-1 0 0,0-1 0,-1 0 0,13-28 0,-12 27 0,-9 14 0,0-1 0,0 1 0,0 0 0,0 0 0,0 0 0,0 0 0,0 0 0,0 0 0,0 0 0,1 0 0,-1 0 0,0 0 0,0 0 0,0 0 0,0 0 0,0 0 0,0 0 0,0 0 0,0 0 0,0 0 0,1 0 0,-1 0 0,0 0 0,0 0 0,0 0 0,0 0 0,0 0 0,0 0 0,0 0 0,0 0 0,0 0 0,1 0 0,-1 0 0,0 0 0,0 0 0,0 0 0,0 0 0,0 0 0,0 1 0,0-1 0,0 0 0,0 0 0,0 0 0,0 0 0,0 0 0,0 0 0,0 0 0,1 0 0,-1 0 0,0 0 0,0 1 0,0-1 0,0 0 0,0 0 0,0 0 0,0 0 0,0 0 0,0 0 0,0 0 0,0 29 0,0-18 0,0 82 0,21 165 0,-14-212 0,-24-134 0,-21-149 0,35 206 0,2 1 0,0 0 0,2-1 0,2 1 0,11-56 0,-12 76 0,1 1 0,0 0 0,1 0 0,0 0 0,0 0 0,1 0 0,0 1 0,1 0 0,0 0 0,0 1 0,1-1 0,10-8 0,-12 12 0,0 0 0,1 0 0,-1 1 0,1 0 0,0 0 0,0 1 0,1 0 0,-1 0 0,0 0 0,1 0 0,-1 1 0,1 0 0,-1 1 0,1 0 0,-1 0 0,1 0 0,-1 0 0,1 1 0,7 2 0,-1 0 0,0 1 0,0 1 0,0 0 0,-1 1 0,1 0 0,-1 1 0,-1 0 0,0 1 0,0 0 0,0 0 0,-1 2 0,0-1 0,-1 1 0,14 19 0,-18-22 0,0 0 0,-1 0 0,0 0 0,0 1 0,-1-1 0,0 1 0,0 0 0,-1 0 0,0 0 0,0 1 0,-1-1 0,0 0 0,-1 1 0,0-1 0,0 0 0,0 1 0,-1-1 0,-1 0 0,1 0 0,-1 1 0,-1-1 0,1 0 0,-1-1 0,-9 16 0,9-17 0,-1 1 0,-1 0 0,0-1 0,1 0 0,-2 0 0,1 0 0,-1-1 0,0 0 0,0 0 0,0 0 0,-1-1 0,-7 4 0,14-8 0,-1 1 0,1-1 0,0 0 0,0 0 0,-1 0 0,1 1 0,0-1 0,-1 0 0,1 0 0,0 0 0,-1 0 0,1 0 0,0 0 0,-1 0 0,1 0 0,0 0 0,-1 0 0,1 0 0,-1 0 0,1 0 0,0 0 0,-1 0 0,1 0 0,0 0 0,-1 0 0,1-1 0,0 1 0,-1 0 0,1 0 0,0 0 0,-1-1 0,4-9 0,13-13 0,-4 11 0,1 0 0,0 0 0,0 1 0,2 1 0,-1 0 0,1 1 0,0 1 0,1 0 0,20-6 0,-33 13 0,0 0 0,1 0 0,-1 1 0,0 0 0,1-1 0,-1 1 0,0 0 0,1 1 0,-1-1 0,0 1 0,0-1 0,1 1 0,-1 0 0,0 0 0,0 0 0,0 1 0,0-1 0,0 1 0,0-1 0,0 1 0,-1 0 0,1 0 0,0 1 0,-1-1 0,0 0 0,0 1 0,0-1 0,0 1 0,0 0 0,3 5 0,3 8 0,0 0 0,-1 1 0,-1 0 0,6 25 0,-9-30 0,1 4 0,42 169 0,-46-172 0,-6-10 0,4-4 0,1 1 0,-1-1 0,1 0 0,0 0 0,-1 0 0,1 0 0,0 0 0,0 0 0,-1-1 0,1 1 0,0 0 0,-1-2 0,-5-9 0,1 0 0,0 0 0,1-1 0,0 1 0,-6-26 0,-7-68 0,14 70 0,2-1 0,1 0 0,2 0 0,1 0 0,2 1 0,1-1 0,19-64 0,-20 89 0,1 1 0,0-1 0,0 1 0,8-12 0,-11 20 0,0 1 0,0-1 0,0 1 0,1 0 0,-1-1 0,0 1 0,1 0 0,0 0 0,3-2 0,-4 3 0,-1 1 0,1-1 0,-1 1 0,1-1 0,0 1 0,-1-1 0,1 1 0,0 0 0,-1 0 0,1 0 0,0 0 0,-1 0 0,1 0 0,0 1 0,-1-1 0,1 1 0,0-1 0,-1 1 0,3 0 0,1 2 0,0 0 0,1 1 0,-1 0 0,0-1 0,-1 2 0,1-1 0,-1 0 0,6 9 0,29 45 0,-27-39 0,7 12 0,5 5 0,-1 1 0,34 79 0,-56-113 0,0 1 0,0-1 0,0 0 0,0 0 0,-1 1 0,1-1 0,-1 0 0,0 1 0,0-1 0,0 0 0,0 1 0,-1-1 0,1 0 0,-1 1 0,-1 4 0,0-5 0,1-1 0,-1 1 0,0-1 0,0 1 0,0-1 0,0 0 0,0 0 0,0 0 0,-1 0 0,1 0 0,-1-1 0,1 1 0,-1-1 0,1 1 0,-1-1 0,0 0 0,-5 1 0,-33 8-1365,-3-4-5461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29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5063 207 24575,'23'-17'0,"-18"14"0,0-1 0,0 0 0,0 0 0,-1 0 0,1 0 0,6-9 0,-11 12 0,1 0 0,-1 0 0,1 0 0,-1 0 0,0 0 0,1 0 0,-1 0 0,0 0 0,0 0 0,1 0 0,-1 0 0,0 0 0,0 0 0,0 0 0,-1 0 0,1 0 0,0 0 0,-1-1 0,1 0 0,-1 0 0,0 0 0,-1 1 0,1-1 0,0 0 0,0 1 0,-1-1 0,1 1 0,-1 0 0,1 0 0,-1-1 0,0 1 0,-1-1 0,-11-5 0,0 0 0,0 0 0,-1 2 0,1 0 0,-27-5 0,-83-10 0,106 18 0,-907-47-1078,365 61 215,-594 92 0,332 42 443,626-96 280,3 8-1,-208 95 1,247-86 491,-183 111-1,325-170-377,-45 31 937,53-36-794,-1 1 0,1 0 0,1 0 1,-1 0-1,0 0 0,1 1 0,0-1 0,0 1 0,-4 9 0,7-13-86,-1 1 0,1 0 0,-1-1 0,1 1 0,0 0 0,0-1 0,-1 1 0,1 0 0,1 0 0,-1-1 0,0 1-1,0 0 1,0 0 0,1-1 0,-1 1 0,1 0 0,0-1 0,-1 1 0,1-1 0,0 1 0,0-1 0,0 1-1,0-1 1,0 1 0,0-1 0,0 0 0,3 2 0,2 2-22,0-1 0,0 0 0,0 0-1,1 0 1,9 3 0,21 7 1,1 0 1,63 12-1,88 6-113,-142-25 1,789 91-2296,8-36-511,-555-43 2126,1850 132-2197,-1199-91 2949,-2-38-1148,-477-40 1269,-375 9 375,-1-3 1,0-4-1,107-35 1,-163 41 221,0-1-1,0-1 1,44-27-1,-65 34-520,0 0-1,-1 0 1,0-1 0,0 0 0,0 0-1,0-1 1,-1 0 0,0 0-1,-1 0 1,0-1 0,0 0 0,0 0-1,-1 0 1,0-1 0,-1 1-1,4-13 1,-6 13-76,0 1 0,-1-1 0,0 0 1,0 1-1,-1-1 0,0 0 0,0 1 0,-1-1 0,0 1 0,0-1 0,-1 1 0,0 0 1,0 0-1,-1 0 0,0 0 0,0 1 0,0-1 0,-8-7 0,-4-5 143,-1 2 0,-1 0 0,-1 1 0,-33-23 0,-9 1-384,-1 2 0,-98-41 0,-145-38-784,-716-164-1321,-25 109 480,-169 94 428,1050 79 71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30.1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16 263 24575,'-2'-2'0,"0"-1"0,0 0 0,1 1 0,0-1 0,-1 0 0,1 0 0,0 0 0,1 0 0,-1 0 0,0 0 0,1 0 0,-1-4 0,0-38 0,1 45 0,0-4 0,1 0 0,-1 1 0,1-1 0,-1 0 0,1 1 0,0-1 0,0 0 0,1 1 0,-1 0 0,1-1 0,0 1 0,0 0 0,0 0 0,4-5 0,-5 6 0,1 1 0,-1 0 0,0 0 0,1 0 0,-1 0 0,1 0 0,-1 1 0,1-1 0,0 0 0,-1 1 0,1-1 0,0 1 0,-1-1 0,1 1 0,0 0 0,0 0 0,-1 0 0,1 0 0,0 0 0,0 0 0,-1 0 0,1 1 0,0-1 0,-1 1 0,1-1 0,0 1 0,-1-1 0,1 1 0,-1 0 0,1 0 0,-1 0 0,1 0 0,1 2 0,3 2 0,0 0 0,-1 0 0,1 1 0,-1 0 0,-1 0 0,1 0 0,-1 1 0,0 0 0,0 0 0,-1 0 0,4 11 0,3 12 0,9 48 0,-11-37 0,-3-18 0,-5-17 0,1-1 0,-1 0 0,1 1 0,1-1 0,-1 0 0,1 0 0,0 0 0,0 0 0,0 0 0,1-1 0,4 8 0,-7-12 0,1 1 0,-1-1 0,0 0 0,1 0 0,-1 0 0,1 1 0,-1-1 0,1 0 0,-1 0 0,1 0 0,-1 0 0,0 0 0,1 0 0,-1 0 0,1 0 0,-1 0 0,1 0 0,-1 0 0,1 0 0,-1 0 0,1 0 0,-1-1 0,0 1 0,1 0 0,-1 0 0,1 0 0,-1-1 0,0 1 0,1 0 0,-1 0 0,1-1 0,-1 1 0,0 0 0,1-1 0,-1 1 0,0 0 0,1-1 0,10-17 0,-10 15 0,59-120 0,10-20 0,-60 126 0,0 1 0,1 0 0,1 1 0,1 0 0,0 1 0,16-14 0,-26 25 0,1 1 0,-1-1 0,1 1 0,-1 0 0,1 0 0,0 0 0,0 0 0,0 0 0,0 1 0,0 0 0,0 0 0,5-1 0,-7 2 0,0 0 0,0 1 0,0-1 0,-1 0 0,1 0 0,0 1 0,0-1 0,0 1 0,0 0 0,-1 0 0,1-1 0,0 1 0,0 0 0,-1 1 0,1-1 0,-1 0 0,1 0 0,-1 1 0,0-1 0,1 0 0,-1 1 0,0 0 0,0-1 0,0 1 0,0 0 0,0-1 0,0 1 0,0 2 0,5 14 0,-1 0 0,-1 0 0,0 0 0,-2 1 0,0 0 0,-1 36 0,0-10 0,-2-43 0,1-1 0,0 1 0,0 0 0,1-1 0,-1 1 0,0-1 0,0 1 0,1 0 0,-1-1 0,1 1 0,-1-1 0,1 1 0,0-1 0,0 1 0,0-1 0,0 0 0,0 1 0,0-1 0,1 1 0,-2-2 0,1 1 0,-1-1 0,1 0 0,-1 0 0,1 0 0,-1 0 0,1 0 0,-1 0 0,1 0 0,-1 0 0,1 0 0,-1 0 0,1 0 0,-1 0 0,1 0 0,-1 0 0,1 0 0,-1 0 0,1-1 0,-1 1 0,1 0 0,0-1 0,14-13 0,34-57 0,-29 40 0,1 0 0,2 1 0,42-41 0,-62 67 0,1 1 0,0 0 0,0 0 0,0 0 0,0 1 0,0-1 0,1 1 0,-1 0 0,1 0 0,0 1 0,5-2 0,-8 3 0,0 0 0,0 0 0,0 0 0,1 0 0,-1 0 0,0 0 0,0 1 0,1-1 0,-1 1 0,0 0 0,0 0 0,0 0 0,0 0 0,0 0 0,0 0 0,0 0 0,0 0 0,-1 1 0,1-1 0,0 1 0,-1-1 0,1 1 0,-1 0 0,1 0 0,-1 0 0,1 2 0,6 11 0,-1 0 0,0 1 0,-1 0 0,-1 0 0,0 1 0,3 25 0,13 42 0,-18-75 0,0 0 0,1-1 0,0 0 0,0 0 0,1 0 0,0 0 0,8 8 0,-12-14 0,0-1 0,1 1 0,0 0 0,-1-1 0,1 1 0,0-1 0,-1 0 0,1 1 0,0-1 0,0 0 0,0 0 0,0 0 0,1 0 0,-1-1 0,0 1 0,0-1 0,0 1 0,1-1 0,-1 0 0,0 1 0,4-2 0,-3 1 0,0-1 0,1 0 0,-1-1 0,0 1 0,-1 0 0,1-1 0,0 0 0,0 1 0,-1-1 0,1-1 0,-1 1 0,1 0 0,2-4 0,6-7 0,-1-2 0,-1 1 0,0-1 0,9-21 0,23-74 0,-22 55 0,-19 55 0,0-1 0,0 1 0,0 0 0,0 0 0,0 0 0,0 0 0,0-1 0,0 1 0,0 0 0,0 0 0,0 0 0,0 0 0,0-1 0,0 1 0,0 0 0,0 0 0,0 0 0,0 0 0,1 0 0,-1-1 0,0 1 0,0 0 0,0 0 0,0 0 0,0 0 0,0 0 0,1 0 0,-1 0 0,0-1 0,0 1 0,0 0 0,0 0 0,1 0 0,-1 0 0,0 0 0,0 0 0,0 0 0,0 0 0,1 0 0,-1 0 0,0 0 0,0 0 0,0 0 0,1 0 0,3 9 0,2 15 0,-6-24 0,4 20 0,2 13 0,13 41 0,-17-65 0,1 0 0,1-1 0,0 0 0,0 0 0,0 0 0,1 0 0,1-1 0,-1 0 0,13 13 0,-16-18 0,1 0 0,-1 0 0,1 0 0,-1 0 0,1 0 0,0 0 0,0 0 0,0-1 0,0 0 0,0 1 0,0-1 0,0 0 0,0-1 0,0 1 0,0-1 0,1 1 0,-1-1 0,0 0 0,1 0 0,-1 0 0,0 0 0,0-1 0,0 0 0,1 1 0,-1-1 0,0 0 0,0 0 0,0-1 0,0 1 0,0-1 0,0 1 0,-1-1 0,1 0 0,0 0 0,4-5 0,1-2 0,0 0 0,0-1 0,0 0 0,-1-1 0,-1 0 0,0 0 0,0 0 0,3-13 0,13-39 0,-18 50 0,-14 44 0,-21 60 0,5 2 0,-19 123 0,43-197-341,1 1 0,0 0-1,3 21 1,3-4-6485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33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349 145 24575,'1'0'0,"0"-1"0,0 1 0,-1-1 0,1 1 0,0-1 0,0 1 0,0-1 0,-1 1 0,1-1 0,0 0 0,-1 0 0,1 1 0,0-1 0,-1 0 0,1 0 0,-1 0 0,1 0 0,0-1 0,10-23 0,-8 18 0,-1 3 0,-1 1 0,1 0 0,-1-1 0,0 1 0,0-1 0,0 1 0,0-1 0,-1 0 0,1 1 0,-1-1 0,0 0 0,0 1 0,0-1 0,-1-4 0,0 6 0,0 0 0,0 0 0,0 0 0,0 0 0,-1 0 0,1 0 0,-1 0 0,1 0 0,-1 0 0,1 1 0,-1-1 0,0 1 0,0-1 0,0 1 0,0 0 0,0 0 0,0 0 0,0 0 0,0 0 0,0 0 0,-1 0 0,1 1 0,-4-1 0,-6-1 0,0 0 0,0 1 0,-1 1 0,1 0 0,0 1 0,0 0 0,0 0 0,0 2 0,0-1 0,0 2 0,-15 6 0,13-5 0,0 1 0,0 1 0,1 1 0,0 0 0,1 0 0,-1 1 0,2 1 0,-20 19 0,26-23 0,0 1 0,0-1 0,1 1 0,0 0 0,0 0 0,1 0 0,0 1 0,0-1 0,0 1 0,1 0 0,0 0 0,1 0 0,0 0 0,0 0 0,1 0 0,0 0 0,0 0 0,1 0 0,0 0 0,0 0 0,1 0 0,0-1 0,0 1 0,1 0 0,0-1 0,0 0 0,1 1 0,0-1 0,0-1 0,1 1 0,0-1 0,0 1 0,0-1 0,1-1 0,9 8 0,-2-2 0,1-2 0,0 1 0,1-2 0,0 0 0,1-1 0,-1 0 0,1-1 0,0-1 0,1-1 0,24 4 0,-18-5 0,0 0 0,0-2 0,0-1 0,0-1 0,0-1 0,0-1 0,28-6 0,-41 6 0,0 0 0,0-1 0,0 1 0,-1-2 0,1 1 0,-1-2 0,0 1 0,-1-1 0,1 0 0,-1-1 0,-1 0 0,1 0 0,6-9 0,-6 5 0,-1 0 0,0 0 0,-1-1 0,0 0 0,-1 0 0,0 0 0,-1-1 0,0 1 0,3-26 0,-5 29 0,-1-1 0,0 1 0,0-1 0,-1 1 0,-1-1 0,1 1 0,-1-1 0,-1 1 0,0 0 0,0-1 0,-1 1 0,0 0 0,-7-14 0,9 21 0,0 1 0,1 0 0,-1 0 0,0 0 0,0 0 0,0-1 0,0 1 0,0 0 0,0 1 0,0-1 0,0 0 0,-1 0 0,1 0 0,0 1 0,-1-1 0,1 1 0,0-1 0,-1 1 0,1-1 0,0 1 0,-1 0 0,-1-1 0,1 2 0,0-1 0,0 0 0,0 1 0,0-1 0,0 1 0,0 0 0,0 0 0,0 0 0,1 0 0,-1 0 0,0 0 0,1 0 0,-4 3 0,-1 2 0,0 0 0,1 0 0,0 1 0,0 0 0,0 0 0,-4 10 0,4-7 0,1 0 0,0 0 0,1 0 0,0 1 0,0-1 0,-1 20 0,4-27 0,-1-1 0,1 0 0,0 1 0,0-1 0,0 1 0,1-1 0,-1 0 0,0 1 0,1-1 0,-1 0 0,1 1 0,0-1 0,0 0 0,0 0 0,0 0 0,0 0 0,1 0 0,-1 0 0,1 0 0,-1 0 0,1 0 0,-1-1 0,1 1 0,0-1 0,0 1 0,0-1 0,0 0 0,0 1 0,0-1 0,0 0 0,1-1 0,-1 1 0,0 0 0,0 0 0,1-1 0,1 1 0,4-1 0,0 1 0,0-1 0,0 0 0,-1-1 0,1 0 0,0 0 0,0-1 0,-1 0 0,1 0 0,-1-1 0,0 0 0,0 0 0,0-1 0,0 0 0,0 0 0,-1 0 0,0-1 0,0 0 0,0 0 0,0-1 0,-1 0 0,0 0 0,7-10 0,-12 15 0,2-1 0,-1 0 0,0 1 0,0-1 0,0 1 0,1-1 0,-1 1 0,1 0 0,-1-1 0,3 0 0,2 4 0,-3 13 0,-2 0 0,0-1 0,1 1 0,0-1 0,2 0 0,0 0 0,0 0 0,7 15 0,-9-25 0,0-1 0,0 1 0,0-1 0,0 0 0,0 0 0,1 0 0,-1 0 0,1 0 0,0-1 0,0 1 0,0-1 0,0 0 0,0 0 0,0 0 0,1 0 0,-1 0 0,1-1 0,-1 1 0,1-1 0,0 0 0,-1 0 0,1-1 0,0 1 0,0-1 0,-1 0 0,1 0 0,0 0 0,0 0 0,0-1 0,-1 1 0,1-1 0,6-2 0,-6 2 0,0-1 0,1 0 0,-1 0 0,0 0 0,0 0 0,-1-1 0,1 1 0,0-1 0,-1 0 0,1 0 0,-1 0 0,0-1 0,0 1 0,-1-1 0,4-5 0,3-6 0,-1-2 0,10-26 0,5-9 0,-16 45 0,-2 13 0,0 23 0,-4-20 0,-1-7 0,1-1 0,-1 1 0,0-1 0,1 1 0,-1-1 0,1 1 0,-1-1 0,1 0 0,0 1 0,0-1 0,0 0 0,-1 0 0,1 1 0,0-1 0,1 0 0,-1 0 0,0 0 0,0 0 0,0 0 0,0 0 0,1-1 0,-1 1 0,1 0 0,-1-1 0,0 1 0,1-1 0,2 1 0,0-1 0,0 0 0,0 0 0,0 0 0,0-1 0,0 1 0,0-1 0,0 0 0,0-1 0,6-2 0,-2 0 0,0 0 0,0 0 0,0-1 0,8-7 0,-13 10 0,-1 0 0,1 0 0,-1 0 0,0 0 0,0 0 0,0-1 0,0 1 0,0 0 0,-1-1 0,1 0 0,-1 1 0,0-1 0,1 0 0,-1 0 0,0 1 0,0-5 0,-10 38 0,7-18 0,1 1 0,0 0 0,1-1 0,0 1 0,1-1 0,5 27 0,-6-38 0,1 0 0,0 0 0,-1 1 0,1-1 0,-1 0 0,0 0 0,0 0 0,0 1 0,0-1 0,0 0 0,0 0 0,0 0 0,-1 1 0,1-1 0,-2 3 0,1-5 0,0-1 0,1 0 0,-1-1 0,1 1 0,-1 0 0,1 0 0,0 0 0,-1 0 0,1 0 0,0 0 0,0 0 0,0-3 0,0-2 0,0 0 0,1 0 0,0-1 0,0 1 0,0 0 0,1 0 0,0 0 0,0 1 0,1-1 0,0 0 0,4-6 0,-4 6 0,1 0 0,-1 0 0,-1-1 0,1 1 0,-1-1 0,0 1 0,-1-1 0,2-12 0,-3 17 0,0-1 0,0 1 0,0 0 0,-1-1 0,1 1 0,-1-1 0,1 1 0,-1 0 0,0 0 0,0-1 0,0 1 0,0 0 0,-1 0 0,1 0 0,0 0 0,-1 0 0,1 0 0,-1 1 0,0-1 0,0 0 0,0 1 0,0-1 0,0 1 0,0 0 0,0-1 0,0 1 0,0 0 0,-1 1 0,1-1 0,0 0 0,0 1 0,-1-1 0,1 1 0,-1-1 0,1 1 0,-1 0 0,1 0 0,0 0 0,-1 1 0,1-1 0,-1 1 0,1-1 0,0 1 0,-1 0 0,1-1 0,0 1 0,0 1 0,0-1 0,0 0 0,-1 0 0,2 1 0,-4 1 0,0 3 0,0-1 0,1 1 0,0 0 0,-1 0 0,2 0 0,-1 1 0,1-1 0,0 1 0,0 0 0,-2 12 0,2-7 0,1-1 0,0 1 0,1 0 0,0 0 0,2 22 0,-1-32 0,0 0 0,0 0 0,1 0 0,-1 0 0,1 0 0,-1 0 0,1-1 0,-1 1 0,1 0 0,0 0 0,0 0 0,0-1 0,0 1 0,0 0 0,1-1 0,-1 1 0,0-1 0,1 1 0,-1-1 0,1 0 0,-1 1 0,3 0 0,-1-1 0,0 0 0,1 0 0,-1 0 0,0 0 0,0-1 0,0 0 0,0 0 0,0 1 0,1-2 0,-1 1 0,0 0 0,6-2 0,4-1 0,-1-1 0,1-1 0,-1 0 0,1-1 0,15-10 0,-16 9 0,-1-1 0,0-1 0,0 0 0,-1 0 0,-1-1 0,1 0 0,-2-1 0,1 0 0,-1 0 0,-1 0 0,0-1 0,7-19 0,-14 30 0,1 0 0,-1 0 0,1 0 0,-1 0 0,0 0 0,1 0 0,0 0 0,-1 0 0,1 0 0,-1 0 0,1 0 0,0 0 0,0 1 0,0-1 0,-1 0 0,1 0 0,0 1 0,0-1 0,0 1 0,0-1 0,0 1 0,0-1 0,2 0 0,-1 1 0,1 1 0,-1-1 0,0 0 0,0 1 0,0-1 0,0 1 0,0 0 0,0 0 0,3 2 0,20 6 0,-11-6 0,-7-2 0,0 0 0,0 0 0,-1 1 0,1 0 0,9 5 0,-14-5 0,1 0 0,0-1 0,-1 2 0,1-1 0,-1 0 0,0 0 0,0 1 0,0-1 0,0 1 0,0 0 0,-1-1 0,1 1 0,-1 0 0,0 0 0,2 4 0,4 19 0,-1 0 0,-2 1 0,0 0 0,0 27 0,-2-20 0,0 6 0,-2-21 0,1-1 0,4 19 0,-5-36 0,0-1 0,0 0 0,0 1 0,0-1 0,0 0 0,0 1 0,0-1 0,0 0 0,0 1 0,0-1 0,0 1 0,0-1 0,0 0 0,0 1 0,0-1 0,1 0 0,-1 1 0,0-1 0,0 0 0,0 1 0,1-1 0,-1 0 0,0 0 0,0 1 0,1-1 0,-1 0 0,0 0 0,0 1 0,1-1 0,-1 0 0,0 0 0,1 1 0,3-14 0,0-24 0,-3-16 0,-2 11 0,3 0 0,2 0 0,1 0 0,11-42 0,-15 80 0,1-1 0,0 1 0,-1-1 0,1 1 0,1-1 0,-1 1 0,1 0 0,-1 0 0,1 0 0,0 0 0,1 1 0,-1-1 0,1 1 0,7-6 0,-8 8 0,0-1 0,0 1 0,0 0 0,0 0 0,0 0 0,0 0 0,0 0 0,1 1 0,-1 0 0,0 0 0,0-1 0,1 2 0,-1-1 0,0 0 0,1 1 0,-1-1 0,0 1 0,0 0 0,0 0 0,0 0 0,0 1 0,0-1 0,3 3 0,1 0 0,-1 1 0,1 0 0,-1 1 0,0-1 0,0 1 0,-1 0 0,0 1 0,0-1 0,0 1 0,-1 0 0,0 0 0,0 1 0,3 8 0,-4-8 0,0 1 0,0-1 0,-1 1 0,0-1 0,-1 1 0,1 0 0,-2 0 0,1-1 0,-1 1 0,-1 0 0,0 0 0,-2 10 0,3-18 0,0 1 0,0-1 0,-1 0 0,1 1 0,-1-1 0,1 0 0,-1 1 0,1-1 0,-1 0 0,1 0 0,-1 0 0,0 0 0,0 0 0,0 0 0,0 0 0,0 0 0,0 0 0,0 0 0,0 0 0,0 0 0,0-1 0,0 1 0,0-1 0,-1 1 0,1 0 0,0-1 0,-1 0 0,0 1 0,0-1 0,1-1 0,-1 1 0,1-1 0,0 1 0,-1-1 0,1 1 0,0-1 0,-1 0 0,1 1 0,0-1 0,0 0 0,0 0 0,0 0 0,0 0 0,0 0 0,0 0 0,0-1 0,0 1 0,0 0 0,1 0 0,-1-1 0,1 1 0,-1 0 0,0-1 0,1 1 0,-1-2 0,0-5 0,-1 0 0,1 0 0,0 0 0,1 0 0,-1 0 0,2 0 0,-1 0 0,1 0 0,1 0 0,-1 0 0,1 0 0,1 0 0,-1 1 0,7-13 0,-1 3 0,1 1 0,0 0 0,1 0 0,1 1 0,17-18 0,-18 21 0,1 2 0,1 0 0,0 0 0,0 1 0,1 0 0,0 1 0,0 1 0,26-11 0,-32 16 0,0-1 0,0 1 0,0 0 0,0 1 0,1 0 0,-1 0 0,0 1 0,1-1 0,-1 2 0,1-1 0,-1 1 0,0 0 0,1 1 0,-1-1 0,0 2 0,0-1 0,0 1 0,0 0 0,12 7 0,-3 2 0,-1 0 0,0 0 0,0 2 0,21 25 0,-29-31 0,0 1 0,-1 0 0,0 1 0,-1-1 0,1 1 0,-2 0 0,0 0 0,0 1 0,4 19 0,-7-27 0,-1 0 0,0 1 0,-1-1 0,1 0 0,-1 0 0,1 0 0,-1 1 0,0-1 0,0 0 0,0 0 0,-1 0 0,1 0 0,-1 0 0,1-1 0,-1 1 0,0 0 0,0-1 0,0 1 0,-1-1 0,1 0 0,-1 0 0,1 0 0,-1 0 0,1 0 0,-1 0 0,0-1 0,0 1 0,0-1 0,-4 2 0,43-28 0,-15 16 0,0 0 0,1 2 0,44-10 0,-65 17 0,0 0 0,1 0 0,-1 0 0,0 0 0,1 0 0,-1 0 0,0 0 0,1 0 0,-1 0 0,0 1 0,1-1 0,-1 1 0,0-1 0,0 1 0,0-1 0,1 1 0,-1 0 0,0-1 0,0 1 0,0 0 0,0 0 0,0 0 0,0 0 0,0 0 0,0 0 0,-1 0 0,1 0 0,0 0 0,-1 1 0,1-1 0,0 0 0,-1 0 0,0 1 0,1-1 0,-1 0 0,0 1 0,1-1 0,-1 3 0,1 7 0,-1 0 0,0 0 0,-2 22 0,0-14 0,3-2 0,-1-12 0,1-1 0,-1 0 0,0 0 0,0 1 0,0-1 0,-1 0 0,0 0 0,1 1 0,-2-1 0,1 0 0,0 0 0,-3 4 0,4-8 0,-1 0 0,1 0 0,0 0 0,-1 0 0,1 0 0,0 0 0,-1 0 0,1 0 0,0-1 0,-1 1 0,1 0 0,0 0 0,-1 0 0,1-1 0,0 1 0,-1 0 0,1 0 0,0-1 0,0 1 0,-1 0 0,1-1 0,0 1 0,0 0 0,0-1 0,-1 1 0,1 0 0,0-1 0,0 1 0,0 0 0,0-1 0,0 1 0,0-1 0,0 1 0,-6-16 0,2-2 0,1 0 0,0-1 0,2 1 0,0-1 0,1 1 0,1-1 0,1 0 0,0 1 0,2 0 0,0 0 0,1 0 0,1 0 0,0 1 0,1-1 0,1 2 0,1-1 0,0 1 0,20-25 0,-25 36 0,0 1 0,1-1 0,-1 1 0,1 0 0,0 0 0,0 1 0,0 0 0,0 0 0,1 0 0,-1 0 0,1 1 0,0 0 0,-1 0 0,9-1 0,-11 2 0,1 1 0,0 0 0,-1 0 0,1 0 0,-1 1 0,1-1 0,-1 1 0,1 0 0,-1 0 0,1 0 0,-1 0 0,0 0 0,0 1 0,1 0 0,-1 0 0,0 0 0,-1 0 0,1 0 0,0 0 0,-1 1 0,1-1 0,-1 1 0,1 0 0,-1 0 0,2 4 0,0-1-35,0 0 0,-1 1 0,0-1 0,0 1 0,-1 0 0,0 0 0,0 0 0,0 0 0,-1 0 0,0 0 0,0 0 0,-1 0 0,0 0 0,-1 0 0,1 1 0,-1-1 0,0 0 0,-1 0 0,0 0 0,0 0 0,-1-1 0,1 1 0,-1-1 0,-1 1 0,1-1 0,-1 0 0,0 0 0,-1 0 0,1-1 0,-1 0 0,0 0 0,-1 0 0,1 0 0,-1-1 0,0 0 0,0 0 0,0 0 0,-7 2 0,-24 9-6791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35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13295 8238 24575,'0'1'0,"0"0"0,0-1 0,-1 1 0,1 0 0,0 0 0,-1-1 0,1 1 0,-1-1 0,1 1 0,-1 0 0,1-1 0,-1 1 0,0-1 0,1 1 0,-1-1 0,0 1 0,1-1 0,-1 0 0,0 1 0,1-1 0,-1 0 0,0 1 0,0-1 0,1 0 0,-1 0 0,0 0 0,0 0 0,0 0 0,1 0 0,-1 0 0,0 0 0,0 0 0,1 0 0,-2 0 0,-29-4 0,-4-6 0,0-1 0,1-2 0,-58-30 0,49 22 0,-59-27 8,-389-196-129,-572-386-2534,49-79 1081,177 35 1757,228 178-2335,-1293-960 229,886 690 1441,-784-540-478,629 558 4716,-65 113 346,996 541-3019,185 77-838,-2 2 0,-81-11 0,-599-109-245,241 4 0,473 120 0,8 4 0,27 18 0,53 43-1365,-50-43-5461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35.3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362 1 24575,'0'2'0,"-1"0"0,1 0 0,0 0 0,-1 0 0,0 0 0,1 0 0,-1 0 0,0 0 0,0 0 0,0 0 0,0 0 0,-1-1 0,1 1 0,0 0 0,-1-1 0,1 1 0,-1-1 0,1 1 0,-4 0 0,-38 23 0,29-18 0,-221 105 0,230-110 0,1-1 0,0 1 0,0 0 0,-1 0 0,1 0 0,1 1 0,-1 0 0,-4 3 0,7-5 0,1-1 0,-1 1 0,1 0 0,-1 0 0,1-1 0,0 1 0,-1 0 0,1 0 0,0-1 0,-1 1 0,1 0 0,0 0 0,0 0 0,0 0 0,0-1 0,-1 1 0,1 0 0,1 0 0,-1 1 0,0 0 0,1-1 0,0 1 0,-1 0 0,1-1 0,0 1 0,0-1 0,0 1 0,0-1 0,0 0 0,0 1 0,0-1 0,3 2 0,112 90 287,-43-36-1939,-24-17-5174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40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30 970 24575,'-1'-1'0,"0"1"0,1 0 0,-1 0 0,0-1 0,1 1 0,-1-1 0,0 1 0,1-1 0,-1 1 0,1-1 0,-1 1 0,1-1 0,-1 1 0,1-1 0,-1 0 0,1 1 0,-1-1 0,1 0 0,0 1 0,-1-1 0,1 0 0,0 1 0,0-1 0,0 0 0,-1 0 0,1 1 0,0-2 0,-3-25 0,3 24 0,-14-374 0,16 266 0,21-153 0,-18 224 0,-3 19 0,1 1 0,0-1 0,2 1 0,9-25 0,-12 41 150,-2 7 35,-2 9-1306,2-10 542,-3 13-6247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41.0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92 24575,'-20'34'0,"10"-7"0,8-18 0,-1 0 0,-1 0 0,0 0 0,0-1 0,0 0 0,-1 0 0,0 0 0,-8 9 0,13-17 0,0 0 0,0 0 0,0 0 0,0 1 0,-1-1 0,1 0 0,0 0 0,0 0 0,0 0 0,0 0 0,0 0 0,0 0 0,0 0 0,0 0 0,0 0 0,0 0 0,0 0 0,0 0 0,-1 0 0,1 1 0,0-1 0,0 0 0,0 0 0,0 0 0,0 0 0,0 0 0,0 0 0,0 0 0,0 0 0,-1 0 0,1 0 0,0 0 0,0 0 0,0 0 0,0 0 0,0 0 0,0-1 0,0 1 0,0 0 0,0 0 0,-1 0 0,1 0 0,0 0 0,0 0 0,0 0 0,0 0 0,0 0 0,0 0 0,0 0 0,0 0 0,0 0 0,0 0 0,0-1 0,0 1 0,0 0 0,0 0 0,0 0 0,0 0 0,-1 0 0,2-10 0,4-9 0,3-1 0,1 1 0,1 0 0,1 0 0,1 1 0,19-23 0,-26 35 0,0 0 0,1 0 0,0 0 0,0 1 0,0 0 0,0 0 0,1 0 0,0 1 0,0 0 0,0 1 0,1 0 0,-1 0 0,1 0 0,0 1 0,-1 0 0,1 0 0,13 0 0,-16 2 14,0 0 1,0 1-1,0-1 0,0 1 0,0 1 1,0-1-1,-1 1 0,1 0 0,0 0 0,-1 0 1,9 6-1,-6-3 14,0 1 1,0 0-1,0 0 1,-1 1-1,11 15 1,-2 0-456,-2 1 0,-1 1 1,14 35-1,-5-3-6399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57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476 212 24575,'5'-5'0,"1"0"0,0 1 0,12-7 0,17-14 0,-25 16 0,-1-2 0,0 1 0,14-22 0,-21 28 0,1 0 0,-1-1 0,0 1 0,0-1 0,0 0 0,0 0 0,-1 1 0,0-1 0,0 0 0,0 0 0,-1 0 0,1 0 0,-2-9 0,1 13 0,-1-1 0,1 1 0,-1 0 0,0-1 0,1 1 0,-1 0 0,0-1 0,0 1 0,0 0 0,0 0 0,0 0 0,0 0 0,0 0 0,0 0 0,0 0 0,-1 0 0,1 1 0,0-1 0,-1 0 0,1 1 0,0-1 0,-1 1 0,1-1 0,-1 1 0,1 0 0,-1-1 0,1 1 0,-1 0 0,1 0 0,0 0 0,-4 1 0,-6-1 0,0 1 0,0 0 0,-12 4 0,16-4 0,-47 10 0,0 3 0,-99 38 0,129-41 0,-1 0 0,2 2 0,0 1 0,0 0 0,1 2 0,1 0 0,1 2 0,-21 22 0,38-36 0,-1-1 0,1 1 0,1 0 0,-1 0 0,1 1 0,-1-1 0,1 0 0,0 1 0,1 0 0,-1-1 0,-1 10 0,3-11 0,0 0 0,0 1 0,0-1 0,0 0 0,1 0 0,-1 0 0,1 0 0,0 0 0,0 0 0,0 0 0,0-1 0,1 1 0,-1 0 0,1 0 0,0-1 0,-1 1 0,1-1 0,0 0 0,4 4 0,4 3 0,0-1 0,1-1 0,-1 0 0,1 0 0,1-1 0,22 9 0,82 21 0,-50-18 0,-45-11 0,-8-4 0,-1 1 0,0 0 0,0 0 0,0 1 0,0 1 0,-1 0 0,0 1 0,13 10 0,-23-17 0,0 1 0,0 0 0,0 0 0,-1 0 0,1 0 0,0 0 0,0 0 0,-1-1 0,1 2 0,-1-1 0,1 0 0,-1 0 0,1 0 0,-1 0 0,0 0 0,1 0 0,-1 0 0,0 1 0,0-1 0,0 0 0,0 0 0,0 0 0,-1 2 0,1-1 0,-1 0 0,0-1 0,0 1 0,0 0 0,0-1 0,0 1 0,0-1 0,0 0 0,-1 1 0,1-1 0,0 0 0,-1 0 0,-2 2 0,-5 2 0,-1 0 0,1-1 0,-21 7 0,29-11 0,-18 7-151,-2-1-1,1 0 0,0-2 0,-1-1 1,0 0-1,0-1 0,0-2 1,-27-1-1,22-5-6674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57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1 220 24575,'20'-8'0,"-11"5"0,1-1 0,-1 1 0,0 1 0,1-1 0,0 2 0,-1-1 0,1 1 0,11 1 0,-20 0 0,1 0 0,-1 0 0,1 1 0,-1-1 0,1 1 0,-1-1 0,0 1 0,1 0 0,-1-1 0,0 1 0,0 0 0,1 0 0,-1 0 0,0 0 0,0 0 0,0 0 0,0 0 0,0 0 0,0 0 0,0 0 0,-1 1 0,1-1 0,0 0 0,-1 1 0,1-1 0,-1 1 0,1-1 0,-1 0 0,1 1 0,-1-1 0,0 1 0,0-1 0,0 1 0,0-1 0,0 1 0,0-1 0,0 1 0,-1 2 0,-1 7 0,-1 0 0,1-1 0,-2 1 0,-4 10 0,6-14 0,-10 26 0,2 0 0,2 1 0,1 0 0,-3 46 0,27-114 0,69-183 0,-66 175 0,3 1 0,53-75 0,-70 107 0,1 1 0,1 0 0,-1 0 0,1 1 0,16-12 0,-22 17 0,0 1 0,0 0 0,0-1 0,0 1 0,0 0 0,1 0 0,-1 1 0,0-1 0,0 0 0,1 1 0,-1-1 0,0 1 0,1 0 0,-1 0 0,0 0 0,1 0 0,-1 0 0,0 0 0,1 1 0,-1-1 0,0 1 0,0-1 0,1 1 0,-1 0 0,0 0 0,0 0 0,0 0 0,0 1 0,0-1 0,0 0 0,0 1 0,-1-1 0,3 3 0,2 3 0,-1 1 0,0 0 0,0 0 0,0 0 0,-1 1 0,0-1 0,-1 1 0,0 0 0,3 13 0,1 14 0,2 39 0,-6-53 0,11 215-1365,-13-193-5461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58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14 284 24575,'-1'-1'0,"-1"0"0,1-1 0,0 1 0,0 0 0,0 0 0,0-1 0,0 1 0,0-1 0,1 1 0,-1-1 0,0 1 0,1-1 0,-1 0 0,1 1 0,0-1 0,-1 0 0,1-1 0,0 2 0,1 0 0,-1 0 0,0 1 0,1-1 0,-1 0 0,0 1 0,1-1 0,-1 0 0,1 1 0,-1-1 0,1 1 0,0-1 0,-1 1 0,1-1 0,0 1 0,-1-1 0,1 1 0,0-1 0,-1 1 0,1 0 0,0 0 0,0-1 0,-1 1 0,1 0 0,0 0 0,0 0 0,0 0 0,-1 0 0,1 0 0,0 0 0,0 0 0,0 0 0,-1 0 0,1 0 0,0 0 0,1 1 0,61 6 0,-17-1 0,52-1 0,-33-6 0,127-21 0,-156 15 0,0-2 0,0-1 0,-1-2 0,65-32 0,-87 38 0,-1-2 0,-1 1 0,20-17 0,-28 21 0,1-1 0,0 1 0,-1-1 0,0 0 0,0 0 0,0-1 0,0 1 0,-1 0 0,0-1 0,1 0 0,-2 1 0,1-1 0,1-8 0,-2 12 0,-1-1 0,0 1 0,0-1 0,1 1 0,-1-1 0,0 1 0,-1-1 0,1 0 0,0 1 0,0-1 0,-1 1 0,1 0 0,0-1 0,-1 1 0,0-1 0,1 1 0,-1 0 0,0-1 0,0 1 0,0 0 0,1 0 0,-1-1 0,-1 1 0,1 0 0,0 0 0,0 0 0,0 0 0,0 1 0,-1-1 0,1 0 0,0 0 0,-1 1 0,1-1 0,-1 1 0,1-1 0,-1 1 0,1 0 0,-1-1 0,1 1 0,-2 0 0,-4 0 0,1-1 0,0 2 0,0-1 0,0 1 0,0 0 0,-1 0 0,1 0 0,-10 5 0,6-1 0,0 0 0,-1 1 0,2 0 0,-1 1 0,1 0 0,0 1 0,0 0 0,1 0 0,0 1 0,1 0 0,0 0 0,0 1 0,1 0 0,0 0 0,1 0 0,0 1 0,-6 18 0,7-15 0,0 0 0,1 0 0,0 0 0,1 1 0,0-1 0,2 1 0,-1-1 0,2 1 0,0-1 0,1 0 0,0 1 0,1-1 0,9 27 0,-9-34 25,1 0-1,0 0 0,0 0 1,0-1-1,0 1 1,1-1-1,0 0 0,1 0 1,-1-1-1,1 0 0,0 0 1,0 0-1,10 5 1,-6-5-215,0 0 0,0-1 1,1 0-1,-1-1 0,1 0 1,0 0-1,0-1 1,18 1-1,17-3-6636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7:58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3146 137 24575,'-9'-9'0,"-1"1"0,0 1 0,-1-1 0,1 2 0,-2-1 0,1 2 0,-21-8 0,-6 0 0,-45-8 0,5 6-124,0 4 0,-1 3 0,-90 3 0,-238 31-886,-189 72-811,414-54 1876,-216 82 0,301-89-34,2 5-1,-164 99 1,214-112-132,1 2 0,2 2-1,1 2 1,1 2 0,3 1 0,1 1-1,-41 60 1,61-74 70,1 1 0,0 0 1,3 1-1,0 0 0,1 1 0,2 0 0,1 1 0,1 0 0,-5 55 0,10-63 31,2 1-1,0-1 0,2 0 1,0 0-1,2 0 0,0 0 0,1-1 1,1 0-1,1 0 0,1 0 1,0-1-1,2 0 0,0 0 1,21 27-1,-10-20-5,2-1-1,0-1 1,2-2 0,1 0 0,0-1 0,2-2-1,0-1 1,52 26 0,-16-16-31,1-2 0,1-4 0,83 19 0,-19-15-97,1-5-1,254 6 0,-218-30-479,318-44 0,-366 26 574,-1-5-1,0-4 0,-3-6 1,215-99-1,-262 99-99,-2-2-1,-1-4 0,85-71 1,-106 74 87,-1-1-1,-3-3 1,-1-1-1,-3-2 1,35-55 0,-52 69 81,-1 0 1,-1-1 0,-2-1-1,-1-1 1,-2 0 0,-1 0-1,-2-1 1,5-47 0,-12 64 41,-1-1 1,-1 1 0,-1-1 0,-1 1 0,0-1 0,-2 1 0,-7-27 0,5 31-2,1 0 1,-2 1 0,0 0 0,-1 0 0,0 1-1,-1 0 1,-1 0 0,0 1 0,-1 0 0,-12-11-1,3 6-49,-1 1-1,0 2 1,-1 0-1,0 1 0,-1 1 1,-1 2-1,0 0 1,-26-7-1,-5 3 235,0 2 1,-97-9-1,14 15-381,-210 16 1,111 10-2047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0.6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142 277 24575,'0'5'0,"-1"-1"0,0 1 0,0-1 0,0 0 0,0 1 0,-1-1 0,-2 5 0,-7 24 0,5 8 0,2 0 0,1 43 0,10 86 0,-2-59 0,-11 345 0,-2-354 0,-5 1 0,-35 141 0,32-193 0,10-33 0,0 0 0,2 0 0,0 0 0,1 1 0,-2 24 0,5-42 0,0-1 0,1 1 0,-1 0 0,0 0 0,0 0 0,0 0 0,1 0 0,-1 0 0,0-1 0,1 1 0,-1 0 0,0 0 0,1-1 0,-1 1 0,1 0 0,0 0 0,-1-1 0,1 1 0,-1-1 0,1 1 0,0 0 0,0-1 0,-1 1 0,1-1 0,0 0 0,0 1 0,0-1 0,-1 0 0,1 1 0,0-1 0,0 0 0,0 0 0,0 0 0,0 0 0,-1 0 0,1 0 0,0 0 0,0 0 0,0 0 0,1 0 0,6-1 0,0 0 0,-1-1 0,15-5 0,-10 3 0,66-14-70,1 4 0,0 3-1,0 3 1,106 4 0,320 40-389,-386-25 433,0 1 26,361 26 0,-355-34 0,230-23 0,-314 15-12,1-3 0,-1-1-1,0-2 1,72-29 0,-99 33 25,-1-1 0,-1 0-1,1-1 1,-1-1 0,-1 1 0,1-2 0,14-16-1,-19 18 43,-1 0 0,0 0-1,0-1 1,-1 0 0,0 0-1,-1 0 1,0-1-1,-1 0 1,1 0 0,-2 0-1,3-18 1,-3 7-27,-1 1 1,-1-1-1,-1 0 1,-1 1-1,-7-32 0,-33-103-49,23 92 11,-97-437 10,105 425 0,3 0 0,4-1 0,3 0 0,16-133 0,-5 151 0,-5 38 0,-1 0 0,-1-1 0,-1 1 0,-1-30 0,-2 47 0,1 1 0,-1-1 0,0 0 0,1 0 0,-1 1 0,-1-1 0,1 0 0,0 1 0,-1-1 0,1 1 0,-1 0 0,0-1 0,0 1 0,0 0 0,0 0 0,0 0 0,0 0 0,0 0 0,-1 1 0,1-1 0,-1 1 0,1 0 0,-1-1 0,0 1 0,1 0 0,-6-1 0,-6-1 0,-1 0 0,1 1 0,-30-1 0,37 3 0,-506 20-35,416-13-64,-1045 130-571,1063-124 54,-121 36 1,171-39-5541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1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401 110 24575,'-1'-4'0,"0"0"0,1 0 0,-1 1 0,0-1 0,-1 0 0,1 0 0,-1 1 0,0-1 0,0 1 0,0-1 0,0 1 0,0 0 0,-1 0 0,0 0 0,1 0 0,-1 0 0,-4-3 0,0 1 0,1 0 0,-1 0 0,0 1 0,0 0 0,-1 0 0,1 1 0,-11-4 0,8 5 0,-1 0 0,1 0 0,-1 1 0,1 0 0,-1 1 0,1 0 0,-1 1 0,1 0 0,-1 1 0,1 0 0,-18 7 0,13-4 0,1 0 0,1 2 0,-1 0 0,1 0 0,0 2 0,0-1 0,-17 17 0,28-23 0,-1 0 0,1 0 0,0 1 0,0-1 0,0 1 0,0 0 0,0-1 0,0 1 0,1 0 0,-1 0 0,1 0 0,0 0 0,0 0 0,0 0 0,0 1 0,0-1 0,1 0 0,0 0 0,-1 7 0,2-6 0,0 0 0,0-1 0,0 1 0,1 0 0,-1-1 0,1 1 0,0-1 0,0 1 0,0-1 0,0 0 0,1 0 0,-1 0 0,1 0 0,0 0 0,0-1 0,4 4 0,25 16 0,0-2 0,2-1 0,68 28 0,3 1 0,-102-46 0,1 0 0,-1 0 0,1 0 0,-1 0 0,0 1 0,0 0 0,0-1 0,0 1 0,4 5 0,-7-7 0,1 0 0,-1 0 0,0-1 0,1 1 0,-1 0 0,0 0 0,1 0 0,-1-1 0,0 1 0,0 0 0,0 0 0,0 0 0,0 0 0,0 0 0,0-1 0,0 1 0,0 0 0,0 0 0,-1 1 0,0-1 0,0 1 0,1-1 0,-1 0 0,0 1 0,0-1 0,0 0 0,0 0 0,-1 0 0,1 0 0,0 0 0,0 0 0,-1 0 0,1 0 0,-2 0 0,-12 5-200,0 0-1,-1-2 1,1 0 0,-1 0-1,-31 2 1,45-6 37,-31 3-6663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1.3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2 173 24575,'1'0'0,"1"0"0,0 0 0,0 0 0,0 0 0,0 1 0,-1-1 0,1 1 0,0-1 0,0 1 0,-1-1 0,1 1 0,0 0 0,-1 0 0,1 0 0,-1 0 0,1 0 0,-1 0 0,1 0 0,-1 1 0,1 0 0,0 1 0,-1-1 0,0 1 0,1-1 0,-1 1 0,0-1 0,0 1 0,-1 0 0,1-1 0,-1 1 0,1 0 0,-1 5 0,-1 6 0,0 1 0,-1-1 0,0 0 0,-6 16 0,6-23 0,-29 147 0,49-254 0,42-133 0,-48 190 0,-8 27 0,9-28 0,-12 41 0,1 0 0,-1-1 0,1 2 0,-1-1 0,1 0 0,0 0 0,0 0 0,0 1 0,1-1 0,3-2 0,-6 4 0,1 1 0,-1 0 0,1-1 0,-1 1 0,1 0 0,-1 0 0,1 0 0,-1 0 0,1-1 0,-1 1 0,1 0 0,-1 0 0,1 0 0,-1 0 0,1 0 0,0 0 0,-1 0 0,1 0 0,-1 0 0,1 1 0,-1-1 0,1 0 0,-1 0 0,1 0 0,-1 1 0,1-1 0,-1 0 0,1 1 0,-1-1 0,0 0 0,1 1 0,-1-1 0,1 0 0,-1 1 0,0-1 0,1 1 0,-1-1 0,0 1 0,0-1 0,1 1 0,-1-1 0,0 1 0,0-1 0,0 1 0,0-1 0,1 2 0,6 28 0,-6-27 0,23 255 0,-19-166 0,-2-52-1365,-1-7-5461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1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16 351 24575,'-2'-7'0,"-1"1"0,1 0 0,0 0 0,0-1 0,1 1 0,0-1 0,0 1 0,0-9 0,1 13 0,0 0 0,0 0 0,0 0 0,0 0 0,0 1 0,0-1 0,1 0 0,-1 0 0,1 0 0,-1 0 0,1 1 0,0-1 0,0 0 0,0 0 0,0 1 0,0-1 0,0 1 0,0-1 0,0 1 0,0-1 0,1 1 0,-1 0 0,1 0 0,-1 0 0,1 0 0,0 0 0,-1 0 0,1 0 0,0 0 0,-1 0 0,4 0 0,15-1 0,-1 0 0,1 1 0,36 4 0,-35-1 0,0-1 0,1-1 0,21-3 0,-38 2 0,-2 1 0,1-1 0,-1 1 0,0-1 0,0 1 0,1 0 0,-1 0 0,5 1 0,-7 0 0,0-1 0,0 1 0,0-1 0,0 1 0,0-1 0,-1 1 0,1-1 0,0 1 0,0 0 0,0 0 0,-1-1 0,1 1 0,0 0 0,-1 0 0,1 0 0,-1 0 0,1 0 0,-1 0 0,1 0 0,-1 0 0,1 0 0,-1 0 0,0 0 0,0 0 0,0 0 0,0 0 0,0 2 0,3 53 0,-5 75 0,-1-38 0,3-86 0,-1 12 0,1 0 0,1 1 0,1-1 0,0 0 0,6 19 0,-8-37 0,0 0 0,0 0 0,1 0 0,-1-1 0,0 1 0,1 0 0,-1 0 0,0 0 0,1-1 0,-1 1 0,1 0 0,-1 0 0,1-1 0,-1 1 0,1 0 0,0-1 0,-1 1 0,1-1 0,0 1 0,0 0 0,0-1 0,-1 0 0,1 0 0,-1-1 0,1 1 0,-1 0 0,1 0 0,-1-1 0,1 1 0,-1 0 0,0 0 0,1-1 0,-1 1 0,1-1 0,-1 1 0,0 0 0,0-1 0,1 1 0,-1-1 0,0 1 0,1 0 0,-1-1 0,0 1 0,0-2 0,11-35 0,-1-27 0,-4-1 0,-2-107 0,-5 103 0,4 0 0,10-69 0,-12 131 0,1 1 0,-1-1 0,1 1 0,0-1 0,1 1 0,-1 0 0,5-8 0,-6 13 0,0 0 0,-1 1 0,1-1 0,0 0 0,0 0 0,0 0 0,-1 1 0,1-1 0,0 0 0,0 1 0,0-1 0,0 0 0,0 1 0,0 0 0,0-1 0,1 1 0,-1-1 0,0 1 0,1 0 0,0 0 0,0 0 0,0 1 0,-1-1 0,1 0 0,0 1 0,-1 0 0,1-1 0,0 1 0,-1 0 0,1 0 0,-1 0 0,1 0 0,-1 0 0,0 0 0,1 0 0,1 2 0,6 8 0,1 0 0,-1 0 0,-1 1 0,0 0 0,-1 1 0,0 0 0,-1 0 0,0 0 0,-1 1 0,-1-1 0,0 1 0,0 0 0,-2 1 0,0-1 0,0 27 0,-2-35-68,-1 1 0,-1-1-1,1 0 1,-1-1 0,0 1 0,0 0-1,-1 0 1,0-1 0,0 1 0,0-1-1,-1 0 1,1 0 0,-1 0 0,-1-1-1,1 1 1,0-1 0,-1 0-1,0 0 1,-9 5 0,-17 11-6758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2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770 191 24575,'2'-5'0,"0"1"0,0-1 0,0 0 0,-1 0 0,1 0 0,-1 0 0,0 1 0,-1-2 0,1 1 0,-1 0 0,0 0 0,0 0 0,-1 0 0,1 0 0,-1 0 0,0 0 0,-1 0 0,1 0 0,-1 1 0,0-1 0,-4-6 0,3 5 0,-1 1 0,0 0 0,0 0 0,-1 0 0,0 0 0,1 1 0,-2 0 0,1 0 0,0 0 0,-1 1 0,0-1 0,1 1 0,-1 1 0,0-1 0,-1 1 0,-6-2 0,-6 1 0,0 0 0,0 1 0,-1 1 0,1 1 0,-1 1 0,1 0 0,-1 2 0,1 0 0,0 1 0,0 1 0,-28 11 0,13-3 0,1 2 0,0 2 0,1 1 0,1 1 0,-36 30 0,49-34 0,0 1 0,1 0 0,1 1 0,1 1 0,1 1 0,0 0 0,1 1 0,1 0 0,-16 40 0,23-48 0,2-1 0,0 1 0,0 0 0,1 0 0,0 0 0,1 0 0,0 0 0,1 0 0,2 13 0,-1-15 0,1-1 0,1 0 0,-1 0 0,1 1 0,1-2 0,0 1 0,0 0 0,1-1 0,0 0 0,0 0 0,1 0 0,11 11 0,-5-8 0,0 0 0,1-1 0,0-1 0,0 0 0,1-1 0,1-1 0,-1 0 0,1 0 0,0-2 0,1 0 0,23 5 0,2-3 0,0-1 0,1-3 0,54-1 0,-41-4 0,-1-2 0,0-2 0,0-3 0,104-31 0,-130 30 0,0-1 0,0 0 0,-1-3 0,-1 0 0,0-1 0,-1-2 0,0-1 0,-2 0 0,0-2 0,32-35 0,-46 43 0,1-1 0,-2 1 0,0-1 0,0-1 0,-1 0 0,-1 0 0,0 0 0,-1-1 0,0 1 0,2-21 0,-5 26 0,-1 0 0,-1 0 0,0-1 0,0 1 0,0 0 0,-2 0 0,1 0 0,-1 0 0,0 0 0,-1 0 0,0 0 0,0 0 0,-1 1 0,0 0 0,0 0 0,-1 0 0,0 0 0,-8-8 0,4 6 43,0 1 0,-1 1-1,1 0 1,-2 0 0,1 1-1,-1 0 1,-21-9 0,9 6-470,0 2 0,-1 0 1,-25-3-1,-35-4-6399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3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93 24575,'-3'-6'0,"0"-1"0,-1 1 0,0 0 0,0 0 0,-1 0 0,0 0 0,0 1 0,0 0 0,0 0 0,-1 0 0,0 1 0,-12-8 0,12 10 0,0-1 0,0 1 0,0 0 0,0 1 0,-1 0 0,1 0 0,-1 0 0,1 1 0,0-1 0,-1 2 0,1-1 0,-1 1 0,1 0 0,-12 3 0,9-2 0,0 1 0,1 1 0,-1 0 0,1 0 0,0 0 0,0 1 0,0 0 0,0 1 0,1 0 0,-9 9 0,13-13 0,1 1 0,-1 0 0,1-1 0,0 1 0,0 0 0,0 0 0,0 0 0,1 0 0,-1 1 0,1-1 0,0 0 0,0 1 0,0-1 0,0 1 0,1-1 0,-1 1 0,1-1 0,0 1 0,0-1 0,0 1 0,0-1 0,1 1 0,0-1 0,-1 1 0,1-1 0,0 0 0,1 1 0,-1-1 0,1 0 0,2 4 0,1 1 0,0-1 0,1 0 0,0-1 0,0 1 0,1-1 0,0 0 0,0-1 0,0 0 0,16 9 0,5-1 0,46 16 0,-45-19 0,31 15 0,-60-25 0,1 0 0,0 1 0,-1-1 0,1 0 0,0 1 0,-1-1 0,1 0 0,-1 1 0,1-1 0,-1 0 0,1 1 0,0-1 0,-1 1 0,0-1 0,1 1 0,-1 0 0,1-1 0,-1 1 0,0-1 0,1 1 0,-1 0 0,0-1 0,0 1 0,1 0 0,-1-1 0,0 2 0,0-1 0,-1 0 0,1 0 0,-1-1 0,1 1 0,-1 0 0,1 0 0,-1-1 0,1 1 0,-1-1 0,0 1 0,1 0 0,-1-1 0,0 1 0,0-1 0,0 0 0,1 1 0,-2 0 0,-40 11 0,-62 6-1365,72-13-5461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3.7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31 24575,'18'-11'0,"-16"11"0,-1-1 0,1 0 0,0 1 0,-1-1 0,1 0 0,-1 0 0,1-1 0,-1 1 0,1 0 0,-1 0 0,0-1 0,3-2 0,-4 4 0,-1 0 0,1 0 0,0-1 0,0 1 0,0 0 0,0 0 0,-1 0 0,1-1 0,0 1 0,0 0 0,0 0 0,-1 0 0,1 0 0,0 0 0,0-1 0,0 1 0,-1 0 0,1 0 0,0 0 0,0 0 0,-1 0 0,1 0 0,0 0 0,0 0 0,-1 0 0,1 0 0,0 0 0,0 0 0,-1 0 0,1 0 0,0 0 0,0 0 0,-1 0 0,1 0 0,0 1 0,0-1 0,-1 0 0,1 0 0,0 0 0,0 0 0,0 0 0,-1 1 0,1-1 0,-14 5 0,-1 2 0,0 1 0,0 1 0,1 0 0,0 1 0,-24 22 0,34-28 0,-1 0 0,1 1 0,0 0 0,0 0 0,0 0 0,1 0 0,0 1 0,0-1 0,0 1 0,0 0 0,1 0 0,0 0 0,1 0 0,-1 0 0,1 0 0,0 0 0,1 0 0,-1 1 0,2 6 0,-1-9 0,0 0 0,1-1 0,0 1 0,0 0 0,0-1 0,1 1 0,-1-1 0,1 1 0,-1-1 0,1 0 0,0 0 0,1 0 0,-1 0 0,0 0 0,1 0 0,5 4 0,-4-4 0,1-1 0,-1 1 0,0-1 0,1 0 0,0 0 0,0-1 0,-1 1 0,1-1 0,0 0 0,0-1 0,7 1 0,2-1 0,0 0 0,0-2 0,0 0 0,0 0 0,0-1 0,-1-1 0,26-10 0,-19 5 0,0-1 0,-1-1 0,28-21 0,-47 32 0,1 0 0,-1-1 0,0 1 0,1 0 0,-1 0 0,0 0 0,1-1 0,-1 1 0,0 0 0,0-1 0,1 1 0,-1 0 0,0-1 0,0 1 0,0 0 0,1-1 0,-1 1 0,0 0 0,0-1 0,0 1 0,0 0 0,0-1 0,0 1 0,0 0 0,0-1 0,0 1 0,0-1 0,0 1 0,0 0 0,0-1 0,0 1 0,0-1 0,0 1 0,0 0 0,-1-1 0,1 1 0,0 0 0,0-1 0,0 1 0,-1 0 0,1-1 0,0 1 0,-1-1 0,-19-11 0,0-2 0,18 11 0,0-1 0,1 1 0,-1-1 0,1 0 0,0 1 0,0-1 0,0 0 0,1 0 0,0 0 0,-1-5 0,1 5 0,0 0 0,0 0 0,-1 0 0,0 0 0,1 0 0,-1 1 0,-1-1 0,1 0 0,-2-3 0,4 34 0,5 0 114,1 0 0,12 26 0,-15-43-304,0 0 0,1 0 1,1-1-1,-1 1 0,2-1 1,-1-1-1,1 1 1,10 8-1,-5-7-6636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3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12 24575,'0'0'0,"1"0"0,-1 0 0,0 0 0,0 0 0,0 1 0,0-1 0,1 0 0,-1 0 0,0 0 0,0 0 0,0 0 0,1 0 0,-1 0 0,0 0 0,0 0 0,0 0 0,0 0 0,1-1 0,-1 1 0,0 0 0,0 0 0,0 0 0,0 0 0,1 0 0,-1 0 0,0 0 0,0 0 0,0 0 0,0-1 0,0 1 0,0 0 0,1 0 0,-1 0 0,0 0 0,0 0 0,0-1 0,0 1 0,0 0 0,0 0 0,0 0 0,0 0 0,0-1 0,0 1 0,0 0 0,0 0 0,0 0 0,0 0 0,0-1 0,0 1 0,0 0 0,0 0 0,0 0 0,0-1 0,0 1 0,0 0 0,0 0 0,0 0 0,0-1 0,-1 1 0,1-1 0,0 1 0,-1-1 0,1 1 0,-1 0 0,1-1 0,-1 1 0,1-1 0,-1 1 0,1 0 0,-1-1 0,0 1 0,1 0 0,-1 0 0,1 0 0,-1-1 0,0 1 0,0 0 0,-7 0 0,1 1 0,-1 0 0,1 0 0,-1 1 0,1 0 0,0 0 0,-1 1 0,1 0 0,1 0 0,-1 1 0,0-1 0,1 2 0,-1-1 0,1 1 0,1-1 0,-1 2 0,1-1 0,-1 1 0,-5 9 0,9-13 0,1-1 0,1 1 0,-1 0 0,0 1 0,0-1 0,1 0 0,-1 0 0,1 0 0,-1 0 0,1 0 0,0 1 0,0-1 0,0 0 0,0 0 0,0 0 0,1 1 0,-1-1 0,1 0 0,-1 0 0,1 0 0,0 0 0,0 0 0,0 0 0,0 0 0,0 0 0,0 0 0,1-1 0,-1 1 0,1 0 0,-1-1 0,1 1 0,-1-1 0,4 3 0,3 2 0,0 0 0,1-1 0,-1 0 0,1 0 0,18 6 0,3-1-341,-1-2 0,1-1-1,56 6 1,-50-10-6485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6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506 558 24575,'-1'-17'0,"-2"0"0,0 0 0,0 0 0,-12-32 0,3 11 0,11 34 0,-1-3 0,0 0 0,-1 0 0,-5-12 0,8 19 0,0 0 0,0 0 0,0-1 0,0 1 0,0 0 0,0 0 0,0 0 0,-1 0 0,1-1 0,0 1 0,0 0 0,0 0 0,0 0 0,0 0 0,0 0 0,-1 0 0,1 0 0,0-1 0,0 1 0,0 0 0,0 0 0,0 0 0,-1 0 0,1 0 0,0 0 0,0 0 0,0 0 0,0 0 0,-1 0 0,1 0 0,0 0 0,0 0 0,0 0 0,0 0 0,-1 0 0,1 0 0,0 0 0,0 0 0,0 0 0,0 0 0,-1 0 0,1 0 0,0 0 0,0 1 0,0-1 0,0 0 0,0 0 0,-1 0 0,1 0 0,0 0 0,0 0 0,0 0 0,0 1 0,0-1 0,0 0 0,0 0 0,0 0 0,-1 0 0,1 1 0,0-1 0,-4 13 0,-5 31 0,3 0 0,-2 52 0,2-14 0,-231 1493-2900,163-1267 2526,-13 63-121,86-365 506,-4 16 112,2 0 0,0 0 0,1 33 1,2-50-39,0-1 0,1 1 1,-1 0-1,1-1 1,0 1-1,0-1 0,0 1 1,1-1-1,-1 0 1,1 1-1,0-1 1,1 0-1,-1 0 0,1 0 1,-1 0-1,1-1 1,0 1-1,1-1 0,-1 0 1,1 0-1,-1 0 1,9 5-1,-1-4 28,1 0 1,0-1-1,0 0 0,0-1 0,0-1 1,0 0-1,0 0 0,0-1 0,20-3 1,293-38-512,-227 24-129,1326-153-2341,10 88 328,-454 60 1184,-347 10 926,-589 11 813,39-1 1119,99-14 1,-171 15-1175,0-1 1,0 0-1,-1-1 1,20-8-1,-29 11-263,1-1 0,-1 0 0,1 0 0,-1 1 0,1-1 0,-1 0 0,0 0 0,1 0 0,-1-1 0,0 1 0,0 0 0,0 0 0,0-1 0,0 1 0,0-1 0,0 1 0,0-1 0,0 1 0,-1-1 0,1 1 0,-1-1 0,1 0 0,-1 1 0,0-1 0,0 0 0,1 1 0,-1-1 0,0 0 0,0 1 0,-1-1 0,1 0 0,0 1-1,-1-1 1,1 0 0,-1 1 0,1-1 0,-1 1 0,-1-3 0,-8-14 62,0 1-1,-1 1 0,-1 0 0,-20-21 0,-15-20-34,29 31-104,1 0 0,2-2 0,1 0 0,1-1 0,-15-46 0,16 32-33,2-1 0,2 0 0,-4-58-1,10-8-110,4 0-1,23-149 1,82-350-2,35 9 175,-135 571-20,3-10 3,15-74 0,-23 99 0,0-1 0,-1 1 0,-1-1 0,0 1 0,-4-25 0,3 34 0,0 0 0,-1 0 0,0 0 0,1 1 0,-1-1 0,-1 0 0,1 1 0,-1 0 0,0-1 0,0 1 0,0 0 0,0 1 0,-1-1 0,1 0 0,-1 1 0,0 0 0,0 0 0,0 0 0,-1 1 0,1-1 0,-1 1 0,1 0 0,-1 0 0,-6-1 0,-7-2 0,-1 1 0,0 1 0,0 1 0,0 1 0,-25 1 0,-469 52-548,374-32 511,-1329 164-2579,-4-53 1820,1359-124 595,-254 13 454,336-20-3633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7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65 278 24575,'-17'-4'0,"9"3"0,12 17 0,0-1 0,1 1 0,-2 0 0,0-1 0,-1 1 0,-1 1 0,0-1 0,-1 0 0,-1 0 0,-2 18 0,-4 5 0,-1-1 0,-21 59 0,19-78 0,10-19 0,0 0 0,0 0 0,-1 0 0,1 0 0,0 0 0,0 0 0,0 0 0,-1 0 0,1 0 0,0 0 0,0-1 0,0 1 0,0 0 0,-1 0 0,1 0 0,0 0 0,0 0 0,0-1 0,0 1 0,0 0 0,-1 0 0,1 0 0,0-1 0,0 1 0,0 0 0,0 0 0,0 0 0,0-1 0,0 1 0,0 0 0,0 0 0,0-1 0,0 1 0,0 0 0,0 0 0,0 0 0,0-1 0,0 1 0,0 0 0,0 0 0,0-1 0,1-41 0,7-8 0,2 0 0,2 0 0,2 1 0,2 1 0,2 1 0,2 0 0,3 1 0,46-71 0,-56 99 0,23-26 0,-32 39 0,0 1 0,1 0 0,-1 0 0,1 0 0,0 0 0,0 1 0,0 0 0,1 0 0,-1 0 0,10-2 0,-14 4 0,0 1 0,0 0 0,-1 0 0,1-1 0,0 1 0,0 0 0,0 0 0,0 0 0,0 0 0,0 0 0,0 0 0,0 0 0,0 1 0,0-1 0,0 0 0,0 0 0,0 1 0,0-1 0,0 1 0,-1-1 0,1 1 0,0-1 0,0 1 0,0-1 0,-1 1 0,1 0 0,1 1 0,-1-1 0,0 1 0,0 0 0,-1 0 0,1 0 0,0 1 0,-1-1 0,0 0 0,1 0 0,-1 0 0,0 0 0,0 5 0,-1 4 0,-1 1 0,0-1 0,-5 17 0,-14 34 0,-39 76 0,10-24 0,48-110 0,1 0 0,-1 1 0,1-1 0,0 1 0,0-1 0,-1 9 0,2-12 0,0 0 0,0 0 0,0 0 0,1 0 0,-1 0 0,0 0 0,0 0 0,1 0 0,-1 0 0,1 0 0,-1-1 0,1 1 0,-1 0 0,1 0 0,-1 0 0,1-1 0,0 1 0,-1 0 0,1 0 0,0-1 0,0 1 0,-1-1 0,1 1 0,0-1 0,0 1 0,0-1 0,0 0 0,0 1 0,0-1 0,0 0 0,0 1 0,0-1 0,0 0 0,-1 0 0,1 0 0,0 0 0,0 0 0,2-1 0,13 1 0,1-2 0,27-5 0,-34 4 0,-1 1 0,1 0 0,0 0 0,0 1 0,0 1 0,0 0 0,0 0 0,0 1 0,0 0 0,-1 0 0,12 4 0,-19-4 0,0-1 0,0 1 0,-1 0 0,1 0 0,0 0 0,-1 0 0,1 0 0,0 0 0,-1 1 0,1-1 0,-1 0 0,0 1 0,1-1 0,-1 1 0,0-1 0,0 1 0,0 0 0,0-1 0,0 1 0,1 3 0,-2-2 0,0-1 0,0 1 0,0-1 0,0 1 0,0-1 0,0 1 0,0 0 0,-1-1 0,0 1 0,1-1 0,-1 1 0,0-1 0,-2 4 0,-2 3 0,-1 0 0,1-1 0,-2 0 0,1 0 0,-1 0 0,-14 11 0,2-3 0,-1-2 0,0 0 0,-38 18 0,46-27 0,1 1 0,-1-2 0,0 0 0,-1 0 0,1-1 0,-1-1 0,0 0 0,-23 0 0,12-6-1365,6-2-5461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8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1 198 24575,'28'-16'0,"2"1"0,0 1 0,48-15 0,-70 26 0,25-8 0,-32 10 0,1 1 0,-1-1 0,1 1 0,0 0 0,-1 0 0,1 0 0,-1 0 0,1 0 0,-1 0 0,1 0 0,-1 0 0,1 0 0,-1 1 0,1-1 0,-1 1 0,3 0 0,-4-1 0,1 1 0,-1-1 0,0 1 0,0-1 0,0 1 0,1-1 0,-1 1 0,0-1 0,0 1 0,0-1 0,0 1 0,0-1 0,0 1 0,0-1 0,0 1 0,0-1 0,0 1 0,0-1 0,0 0 0,0 1 0,-1-1 0,1 1 0,0-1 0,0 1 0,0-1 0,-1 1 0,1-1 0,0 1 0,0-1 0,-1 0 0,0 1 0,-12 15 0,11-13 0,-9 10 0,-36 48 0,43-56 0,1 0 0,0 1 0,1-1 0,-1 0 0,1 1 0,0 0 0,0-1 0,1 1 0,-1 0 0,1 7 0,0-12 0,1-1 0,0 1 0,0 0 0,0-1 0,0 1 0,0 0 0,0-1 0,0 1 0,0 0 0,0-1 0,0 1 0,1-1 0,-1 1 0,0 0 0,0-1 0,1 1 0,-1-1 0,0 1 0,1 0 0,-1-1 0,0 1 0,1-1 0,-1 1 0,1-1 0,-1 0 0,1 1 0,-1-1 0,1 1 0,-1-1 0,1 0 0,0 1 0,1-1 0,-1 0 0,1 0 0,-1 0 0,1 0 0,-1 0 0,1-1 0,-1 1 0,0-1 0,1 1 0,-1-1 0,1 1 0,-1-1 0,2 0 0,6-5 0,0 0 0,14-13 0,-21 18 0,7-6 0,0-2 0,0 1 0,0-1 0,-1 0 0,12-19 0,-18 26 0,-1-1 0,0 1 0,1-1 0,-1 0 0,0 0 0,0 0 0,-1 1 0,1-1 0,0 0 0,-1 0 0,0 0 0,0 0 0,0 0 0,0 0 0,0 0 0,0 0 0,-1 0 0,1 0 0,-1 0 0,0 0 0,0 1 0,0-1 0,-1 0 0,1 0 0,0 1 0,-1-1 0,0 1 0,-3-4 0,5 6 0,0-1 0,-1 1 0,1 0 0,0 0 0,0 0 0,0-1 0,-1 1 0,1 0 0,0 0 0,0-1 0,0 1 0,0 0 0,0 0 0,0-1 0,-1 1 0,1 0 0,0 0 0,0-1 0,0 1 0,0 0 0,0-1 0,0 1 0,0 0 0,0 0 0,0-1 0,0 1 0,0 0 0,0 0 0,0-1 0,0 1 0,1 0 0,-1-1 0,0 1 0,0 0 0,0 0 0,0-1 0,1 1 0,11-4 0,25 3 0,-31 2 0,10-2 0,0 0 0,-1 0 0,1-1 0,-1-1 0,0-1 0,0 0 0,0-1 0,0-1 0,-1 0 0,0-1 0,13-9 0,-24 15 0,-1 0 0,0 0 0,0-1 0,0 1 0,0-1 0,-1 1 0,1-1 0,0 0 0,-1 0 0,1 1 0,-1-1 0,1 0 0,-1 0 0,0-1 0,0 1 0,0 0 0,1-5 0,-2 7 0,0-1 0,0 1 0,0 0 0,0-1 0,0 1 0,0 0 0,0 0 0,0-1 0,0 1 0,0 0 0,-1-1 0,1 1 0,0 0 0,0-1 0,0 1 0,-1 0 0,1 0 0,0 0 0,0-1 0,-1 1 0,1 0 0,0 0 0,-1 0 0,1-1 0,0 1 0,0 0 0,-1 0 0,1 0 0,0 0 0,-1 0 0,1 0 0,0 0 0,-1 0 0,1 0 0,0 0 0,-1 0 0,1 0 0,0 0 0,-1 0 0,1 0 0,0 0 0,-1 0 0,1 0 0,0 0 0,-1 0 0,1 1 0,0-1 0,0 0 0,-1 0 0,1 1 0,-18 7 0,4 1 0,1 1 0,1 0 0,0 1 0,0 0 0,1 0 0,0 1 0,1 1 0,1 0 0,0 0 0,-13 26 0,21-38 0,0 1 0,1 0 0,-1 0 0,0 0 0,1 0 0,-1 0 0,1 0 0,0 0 0,-1 1 0,1-1 0,0 0 0,0 0 0,0 0 0,1 0 0,-1 0 0,1 2 0,0-2 0,0-1 0,0 0 0,0 0 0,0 1 0,0-1 0,0 0 0,0 0 0,0 0 0,0 0 0,1 0 0,-1-1 0,0 1 0,1 0 0,-1-1 0,0 1 0,1-1 0,-1 1 0,1-1 0,-1 1 0,1-1 0,-1 0 0,4 0 0,25 3 0,0-2 0,1-2 0,-1 0 0,0-2 0,52-11 0,-92 18 0,0 1 0,0 1 0,1 0 0,0 0 0,0 1 0,0 0 0,-13 15 0,-31 24 0,37-38 342,15-8-378,1 0 0,0 0 1,-1 0-1,1-1 1,0 1-1,-1 0 1,1 0-1,0 0 1,0 0-1,-1 0 0,1-1 1,0 1-1,-1 0 1,1 0-1,0 0 1,0-1-1,-1 1 1,1 0-1,0 0 1,0-1-1,0 1 0,-1 0 1,1 0-1,0-1 1,0 1-1,0 0 1,0-1-1,0 1 1,0 0-1,0-1 0,0 1 1,0 0-1,0-1 1,0 1-1,0 0 1,0-1-1,0 1 1,0 0-1,0-1 0,0 1 1,0 0-1,0-1 1,0 1-1,0 0 1,0-1-1,1 1 1,-1 0-1,2-9-6790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9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110 152 24575,'18'-27'0,"-15"23"0,0 1 0,-1-1 0,1 0 0,-1 0 0,0 0 0,0 0 0,0 0 0,0 0 0,-1-1 0,0 1 0,1-6 0,-2 10 0,0 0 0,0 0 0,0-1 0,0 1 0,0 0 0,0 0 0,0-1 0,0 1 0,0 0 0,0 0 0,0-1 0,0 1 0,0 0 0,0 0 0,0 0 0,0-1 0,0 1 0,0 0 0,0 0 0,-1 0 0,1-1 0,0 1 0,0 0 0,0 0 0,0 0 0,-1-1 0,1 1 0,0 0 0,0 0 0,0 0 0,-1 0 0,1 0 0,0 0 0,0 0 0,-1-1 0,1 1 0,0 0 0,0 0 0,-1 0 0,-11 5 0,-9 12 0,-2 7 0,-29 31 0,47-48 0,0 0 0,0 0 0,0 0 0,1 0 0,0 1 0,-4 13 0,7-20 0,1 0 0,0 0 0,-1 0 0,1 0 0,0 0 0,-1 1 0,1-1 0,0 0 0,0 0 0,0 0 0,0 0 0,0 0 0,0 0 0,0 1 0,1-1 0,-1 0 0,0 0 0,1 0 0,-1 0 0,0 0 0,1 0 0,-1 0 0,1 0 0,0 0 0,-1 0 0,1 0 0,1 1 0,0-1 0,0 0 0,-1-1 0,1 1 0,0 0 0,0-1 0,0 1 0,0-1 0,0 1 0,0-1 0,0 0 0,0 0 0,0 0 0,4 0 0,5-2 0,0 0 0,-1 0 0,1-1 0,15-6 0,-15 5 0,1-1 0,-1-1 0,-1 0 0,1 0 0,-1-1 0,0 0 0,0-1 0,-1 0 0,0 0 0,0-1 0,-1-1 0,-1 1 0,1-1 0,-1 0 0,-1-1 0,10-20 0,-18 47 0,2 1 0,0 0 0,4 23 0,-4-37 0,1-1 0,-1 1 0,1 0 0,-1-1 0,1 1 0,0-1 0,0 0 0,0 1 0,0-1 0,0 0 0,1 1 0,-1-1 0,1 0 0,-1 0 0,1 0 0,0 0 0,0 0 0,0-1 0,4 3 0,-4-3 0,0 0 0,1-1 0,-1 1 0,1-1 0,-1 0 0,0 0 0,1 0 0,-1 0 0,1 0 0,-1 0 0,0-1 0,1 1 0,-1-1 0,1 0 0,-1 0 0,0 1 0,0-2 0,0 1 0,1 0 0,-1 0 0,2-3 0,14-10 0,0 0 0,-1-2 0,-1 0 0,0-1 0,26-38 0,-20 27 0,-9 9 0,-11 14 0,0 1 0,1 0 0,0 0 0,0 0 0,0 1 0,0-1 0,0 1 0,8-6 0,-11 9 0,1 0 0,-1 0 0,0-1 0,0 1 0,0 0 0,1 0 0,-1 0 0,0 0 0,0 0 0,0 0 0,1 0 0,-1 0 0,0 0 0,0 0 0,0 0 0,1 1 0,-1-1 0,0 0 0,0 0 0,0 0 0,1 0 0,-1 0 0,0 0 0,0 0 0,0 0 0,0 1 0,1-1 0,-1 0 0,0 0 0,0 0 0,0 0 0,0 1 0,0-1 0,0 0 0,1 0 0,-1 0 0,0 1 0,3 12 0,-1 15 0,-2-26 0,-1 44 162,0 30-52,2-68-314,0-1-1,0 1 0,0-1 1,1 0-1,0 1 0,1-1 1,5 11-1,1-2-6621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9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426 72 24575,'8'-15'0,"-4"7"0,0 1 0,0-1 0,-1 1 0,5-16 0,-8 23 0,0 0 0,0 0 0,0 0 0,0 0 0,0 0 0,0-1 0,0 1 0,0 0 0,0 0 0,0 0 0,0 0 0,0 0 0,0-1 0,0 1 0,0 0 0,0 0 0,0 0 0,-1 0 0,1 0 0,0 0 0,0-1 0,0 1 0,0 0 0,0 0 0,0 0 0,0 0 0,0 0 0,0 0 0,-1 0 0,1 0 0,0 0 0,0 0 0,0-1 0,0 1 0,0 0 0,0 0 0,-1 0 0,1 0 0,0 0 0,0 0 0,0 0 0,0 0 0,0 0 0,-1 0 0,-8 3 0,-9 6 0,-169 119 0,75-49 0,90-65 0,-37 28 0,54-38 0,0 1 0,0-1 0,0 1 0,0 1 0,1-1 0,0 0 0,-6 12 0,10-16 0,-1 0 0,1 1 0,-1-1 0,1 1 0,0-1 0,0 0 0,0 1 0,0-1 0,0 1 0,0-1 0,0 1 0,0-1 0,0 1 0,1-1 0,-1 1 0,0-1 0,1 0 0,-1 1 0,1-1 0,0 0 0,0 1 0,-1-1 0,1 0 0,0 0 0,0 0 0,0 0 0,0 0 0,0 0 0,0 0 0,0 0 0,1 0 0,-1 0 0,2 0 0,6 5 0,1-1 0,0 0 0,16 5 0,-11-4 0,75 33-682,120 70-1,-183-92-6143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09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 24575,'-19'2'0,"19"-2"0,-1 0 0,1 0 0,0 1 0,0-1 0,0 0 0,0 0 0,0 0 0,0 0 0,0 0 0,0 0 0,0 0 0,0 0 0,-1 1 0,1-1 0,0 0 0,0 0 0,0 0 0,0 0 0,0 0 0,0 0 0,0 1 0,0-1 0,0 0 0,0 0 0,0 0 0,0 0 0,0 0 0,0 1 0,0-1 0,0 0 0,0 0 0,0 0 0,0 0 0,0 0 0,0 0 0,1 1 0,-1-1 0,0 0 0,0 0 0,0 0 0,0 0 0,0 0 0,0 0 0,0 0 0,0 0 0,0 0 0,1 1 0,-1-1 0,0 0 0,0 0 0,0 0 0,0 0 0,0 0 0,1 0 0,31 14 0,44 4 0,1-4 0,102 7 0,-145-18 0,702 51-1672,4-22-1261,-325-16 1905,2657 92-781,-2956-106 2210,364 20 3867,-466-21-3828,22 5 953,-67-3-453,-66-3-2305,78 0-5461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2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24575,'0'-33'0,"0"28"0,0 21 0,0 33 0,8 54 0,-5-85 0,0 0 0,1-1 0,1 1 0,0-1 0,1 0 0,13 24 0,-18-38 0,1-1 0,0 1 0,-1 0 0,1-1 0,0 1 0,0-1 0,1 1 0,-1-1 0,0 0 0,1 0 0,-1 0 0,1 0 0,0-1 0,0 1 0,-1-1 0,1 1 0,0-1 0,0 0 0,1 0 0,-1 0 0,5 0 0,-4-1 0,-1 0 0,1-1 0,-1 1 0,1-1 0,-1 0 0,0 0 0,1 0 0,-1 0 0,0-1 0,0 1 0,0-1 0,0 0 0,0 0 0,0 0 0,0 0 0,-1-1 0,1 1 0,-1-1 0,4-4 0,4-7 0,0 0 0,-1 0 0,0-2 0,-1 1 0,-1-1 0,-1 0 0,0 0 0,-1-1 0,4-22 0,-10 36 0,-3 10 0,-4 10 0,8-16 0,-72 229-1365,65-196-5461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3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33 24575,'0'0'0,"0"-1"0,0 1 0,0-1 0,0 1 0,0 0 0,0-1 0,0 1 0,0 0 0,0-1 0,0 1 0,-1 0 0,1-1 0,0 1 0,0 0 0,0-1 0,-1 1 0,1 0 0,0-1 0,0 1 0,-1 0 0,1 0 0,0-1 0,0 1 0,-1 0 0,1 0 0,0 0 0,-1-1 0,1 1 0,0 0 0,-1 0 0,1 0 0,-1 0 0,1 0 0,0 0 0,-1 0 0,1 0 0,0 0 0,-1 0 0,1 0 0,0 0 0,-1 0 0,1 0 0,-1 0 0,1 0 0,0 0 0,-1 0 0,1 0 0,0 1 0,-1-1 0,-18 10 0,13-4 0,0 1 0,0 0 0,0 1 0,1-1 0,0 1 0,1 0 0,-1 0 0,2 0 0,-1 1 0,1 0 0,0-1 0,1 1 0,0 0 0,1 0 0,-1 0 0,1 15 0,1-17 0,0 1 0,0 0 0,0 0 0,1 0 0,0-1 0,1 1 0,0 0 0,0-1 0,0 1 0,1-1 0,0 0 0,1 0 0,0 0 0,0 0 0,0-1 0,1 1 0,0-1 0,0 0 0,10 8 0,-13-12 0,0-1 0,0 0 0,0 1 0,0-1 0,1 0 0,-1 0 0,0-1 0,1 1 0,-1 0 0,1-1 0,-1 1 0,1-1 0,-1 0 0,1 0 0,-1 0 0,1 0 0,-1-1 0,1 1 0,-1 0 0,1-1 0,-1 0 0,1 0 0,-1 0 0,0 0 0,1 0 0,-1 0 0,0 0 0,0-1 0,0 1 0,0-1 0,0 1 0,0-1 0,1-2 0,5-4 0,-1 0 0,0-1 0,-1 1 0,0-1 0,0-1 0,6-14 0,-5 7 0,-1 0 0,0-1 0,-1 1 0,2-22 0,-5 29 0,-1-1 0,0 1 0,-1 0 0,0-1 0,-1 1 0,0-1 0,0 1 0,-6-17 0,7 25 0,-1 0 0,1 0 0,-1 0 0,0 0 0,0 0 0,0 0 0,0 1 0,0-1 0,0 0 0,0 1 0,-1-1 0,1 1 0,-1-1 0,1 1 0,-1 0 0,1-1 0,-1 1 0,0 0 0,0 0 0,1 0 0,-1 1 0,-3-2 0,2 1 0,-1 1 0,1 0 0,0 0 0,0 0 0,0 1 0,0-1 0,0 1 0,0 0 0,0 0 0,0 0 0,0 0 0,0 0 0,-3 2 0,-6 5 0,0 0 0,0 0 0,1 1 0,0 1 0,-11 13 0,15-16-341,0 1 0,1 0-1,-7 13 1,4-2-6485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3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74 24575,'4'-4'0,"-1"0"0,1 0 0,-1-1 0,0 1 0,3-8 0,-5 11 0,0 0 0,-1 0 0,1 0 0,-1-1 0,1 1 0,-1 0 0,0-1 0,1 1 0,-1 0 0,0-1 0,0 1 0,0-1 0,0 1 0,0 0 0,0-1 0,0 1 0,0 0 0,-1-1 0,1 1 0,0 0 0,-1-1 0,1 1 0,-1 0 0,0 0 0,0-3 0,0 4 0,0-1 0,0 1 0,0-1 0,0 1 0,0-1 0,0 1 0,0 0 0,0-1 0,0 1 0,0 0 0,0 0 0,-1 0 0,1 0 0,0 0 0,0 0 0,0 0 0,0 0 0,0 0 0,0 1 0,0-1 0,0 0 0,0 1 0,0-1 0,0 0 0,0 1 0,0-1 0,-1 2 0,-26 18 0,13-5 0,2 0 0,-1 1 0,2 0 0,0 1 0,1 1 0,1 0 0,1 0 0,0 1 0,2 0 0,0 0 0,-7 34 0,13-48 0,0 0 0,0 0 0,0 0 0,1 0 0,0 0 0,0 0 0,0 0 0,0 1 0,1-1 0,0 0 0,0 0 0,1 0 0,-1 0 0,1-1 0,0 1 0,0 0 0,1-1 0,-1 1 0,1-1 0,0 0 0,0 0 0,1 0 0,-1 0 0,1-1 0,0 1 0,0-1 0,0 0 0,0 0 0,0 0 0,1-1 0,0 1 0,8 2 0,-2-1-227,1-1-1,-1-1 1,1 1-1,0-2 1,18 1-1,15-2-6598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3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60 24575,'0'-3'0,"1"1"0,0-1 0,0 1 0,0 0 0,0-1 0,0 1 0,0 0 0,0-1 0,1 1 0,-1 0 0,1 0 0,0 0 0,-1 0 0,1 1 0,0-1 0,0 0 0,0 1 0,0-1 0,1 1 0,3-2 0,-2 1 0,-1 0 0,1 0 0,0 0 0,0 1 0,0-1 0,0 1 0,0 0 0,0 0 0,0 1 0,1-1 0,-1 1 0,4 0 0,-7 0 0,0 0 0,-1 0 0,1 1 0,-1-1 0,1 0 0,0 0 0,-1 1 0,1-1 0,-1 0 0,1 1 0,-1-1 0,1 0 0,-1 1 0,0-1 0,1 1 0,-1-1 0,1 1 0,-1-1 0,0 1 0,1-1 0,-1 1 0,0 0 0,0-1 0,1 1 0,-1-1 0,0 1 0,0-1 0,0 1 0,0 0 0,0-1 0,0 1 0,0 0 0,0-1 0,0 1 0,0-1 0,0 2 0,-8 24 0,6-21 0,-5 15 0,-3 8 0,2 0 0,-10 52 0,16-73 0,1 0 0,1 0 0,0 1 0,0-1 0,0 0 0,1 0 0,0 0 0,0 1 0,1-1 0,-1 0 0,2-1 0,-1 1 0,1 0 0,0-1 0,0 1 0,8 10 0,-9-15-52,0 1-1,0-1 1,0 0-1,1 0 1,-1 0-1,0 0 1,1-1-1,0 1 1,-1-1-1,1 1 1,0-1-1,-1 0 1,1 0-1,0 0 1,0 0-1,0-1 1,0 1-1,0-1 1,0 0-1,0 0 0,0 0 1,0 0-1,0 0 1,0-1-1,5 0 1,9-5-6774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3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26 149 24575,'-2'0'0,"-5"0"0,-3 3 0,3-2 0,8-4 0,7-1 0,9-3 0,11-3 0,9-3 0,6-1 0,6-1 0,4-2 0,1 1 0,-1-1 0,-4 3 0,-5 1 0,-9 3-8191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4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24575,'-3'0'0,"-3"0"0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4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29 273 24575,'-1'0'0,"0"0"0,-1 0 0,1 0 0,0 0 0,0 0 0,0 0 0,0 1 0,0-1 0,0 0 0,0 0 0,0 1 0,0-1 0,0 1 0,0-1 0,0 1 0,0 0 0,0-1 0,0 1 0,1 0 0,-1-1 0,0 1 0,0 0 0,1 0 0,-2 1 0,2 0 0,-1-1 0,0 1 0,1 0 0,0 0 0,-1 0 0,1 0 0,0-1 0,0 1 0,0 0 0,0 0 0,0 0 0,1 3 0,2 6 0,0 0 0,1-1 0,9 18 0,-12-25 0,4 7 0,1 0 0,0-1 0,0 0 0,1 0 0,0 0 0,1-1 0,12 12 0,-18-18 0,1 1 0,0-1 0,0 0 0,0 0 0,0 0 0,0-1 0,0 1 0,0-1 0,0 1 0,1-1 0,-1 0 0,1 0 0,-1-1 0,1 1 0,-1-1 0,1 1 0,-1-1 0,1 0 0,-1-1 0,1 1 0,-1-1 0,1 1 0,-1-1 0,1 0 0,-1 0 0,1-1 0,4-1 0,-5 0 0,0 0 0,0 0 0,0 0 0,0 0 0,0 0 0,0-1 0,-1 1 0,0-1 0,1 0 0,-1 0 0,-1 0 0,1 0 0,-1 0 0,1 0 0,0-8 0,2-8 0,2-40 0,-5 54 0,2-40 0,-5-69 0,2 114 0,0 0 0,0-1 0,-1 1 0,1 0 0,0 0 0,0-1 0,-1 1 0,1 0 0,-1 0 0,1-1 0,-1 1 0,0 0 0,1 0 0,-3-2 0,-1 5 0,2 11 0,3 4 0,1 1 0,0-1 0,2 0 0,0 0 0,1 0 0,8 18 0,-6-15 0,0-1 0,-2 1 0,7 40 0,-11-23 0,-1-30 0,-1-25 0,3-18 0,1 1 0,2-1 0,2 1 0,1 0 0,1 1 0,2 0 0,23-50 0,-29 74 0,0-1 0,0 2 0,1-1 0,0 1 0,1 0 0,0 0 0,13-12 0,-18 19 0,0 0 0,1 0 0,-1 0 0,1 0 0,-1 1 0,1-1 0,0 1 0,0 0 0,0-1 0,0 1 0,0 0 0,0 1 0,0-1 0,0 0 0,0 1 0,0 0 0,0 0 0,0 0 0,1 0 0,-1 0 0,0 1 0,0-1 0,0 1 0,0 0 0,0 0 0,0 0 0,0 0 0,0 0 0,-1 1 0,1-1 0,3 3 0,-1 0 0,0-1 0,0 1 0,-1 0 0,1 1 0,-1-1 0,0 1 0,0 0 0,-1 0 0,1 0 0,-1 1 0,0-1 0,0 1 0,-1-1 0,0 1 0,0 0 0,0 0 0,-1 0 0,1 0 0,-1 0 0,-1 1 0,1-1 0,-1 0 0,-1 7 0,0-5 0,-1 1 0,1-1 0,-2 0 0,1 1 0,-1-1 0,0 0 0,-1-1 0,0 1 0,0 0 0,0-1 0,-1 0 0,-1 0 0,1-1 0,-1 1 0,0-1 0,-8 6 0,-5 2 0,0-1 0,-1-1 0,-1-1 0,0-1 0,0 0 0,-32 8 0,111 4 0,-31-10-682,45 28-1,-57-31-6143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0T09:58:15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229 275 24575,'-19'3'0,"-173"21"0,174-24 0,32-5 0,675-121-1446,-552 105 1079,857-113-2700,-865 119-244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9F45E-D159-5C6D-5493-6AD89CFE2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6B4D26-2364-170A-AADA-ACEB0155F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7296D-779E-E304-DB36-EA6929FF19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78D30D-CDD3-2C8F-DF14-0DFA85B75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1808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27A52-D68A-6309-2553-938A5A30B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B33CF-6362-F807-CACA-A23C6AB39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312EB-A368-050B-FEA8-BE59DCA8C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35032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2B915-DE23-6A13-28EC-3483E06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48F4F-751F-223E-FE96-348E8D073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EE284F-DA17-94EA-9040-8CE318CF7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130B5-EB7D-C339-B42C-8B7C65F13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9178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868F8-B0D6-348D-BF11-D63ADEEB2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142CF-DBC3-0F38-CE1C-950833FEB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223019-7B9F-8753-C739-FDB88A111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5443B-1000-ADA5-1F65-10A5C9674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195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D4C1-C206-9885-4C68-B63D1D65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AAC44E-5759-8EE0-281B-58F44FB61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6C9AE-6ABE-EBB8-3E8E-5AD19A513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F340E-CD29-CAD4-C06C-C649DFEE49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8958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F75E-08D1-EBCB-F7A4-59CDC7911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407CD-142E-2E64-A076-446F333C8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A583C-603E-3D44-64B4-359F8CF4E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C04BD-FF53-7CB4-0952-0F6AB0935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3780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7747-A743-FF8D-4D47-1B81D167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55B06-065F-951D-02F2-43CF1FEC3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8172AB-A18E-C448-4135-7E58C6A63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FE938-5666-11B1-314D-5794F1B55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7045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71396-899F-5D59-DE43-962EA8068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FD3D80-5402-0C2B-6A2A-D3174CC97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264E61-7F34-5D1A-2CD3-C6A1EAE11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342ED-7B21-6AD0-B1E7-66C14D748D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9869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58D90-8703-7F5B-1F2D-19E45F2F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305C5-C660-CFB0-D73B-55BC7B4E3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2910A-5BBC-A91E-3491-EFF277D37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DA740-1B7A-2DB8-EBED-E5E8BC12B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6062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9295D-C332-5793-512D-6F0DC841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6CBF5D-E7C3-7E39-1B36-8EF14EE6B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2BB7C-9FE6-FDF3-12C0-1EED4D864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C1C52-6FD9-7EE6-19F5-1F1C415F4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1475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9DA44-25CE-C96B-9E71-CAF78A65C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2B14C-877C-3F20-E766-44E9390CE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01D994-D972-9A0C-26AF-C5703C290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B092B-FCB5-DABF-5E43-8E6034C589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71527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F76EA-A9B7-0DDA-8F03-A2A2F6BD2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02E9E-BAC7-AB10-178F-E92E0A952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42628-8A43-77A0-A9F8-9F8112563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9D412-267B-B38D-DCFB-E42EE884CD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22203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765821" y="4172482"/>
            <a:ext cx="5256584" cy="1560774"/>
          </a:xfrm>
        </p:spPr>
        <p:txBody>
          <a:bodyPr anchor="t">
            <a:noAutofit/>
          </a:bodyPr>
          <a:lstStyle>
            <a:lvl1pPr algn="l">
              <a:defRPr lang="en-US" sz="4800" kern="1200" smtClean="0">
                <a:solidFill>
                  <a:schemeClr val="tx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811664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9114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1293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772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128" y="0"/>
            <a:ext cx="9733444" cy="71108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>
                <a:solidFill>
                  <a:schemeClr val="accent6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C5638B-B677-974A-A667-0478687C5541}"/>
              </a:ext>
            </a:extLst>
          </p:cNvPr>
          <p:cNvSpPr txBox="1"/>
          <p:nvPr userDrawn="1"/>
        </p:nvSpPr>
        <p:spPr>
          <a:xfrm>
            <a:off x="8974732" y="6381328"/>
            <a:ext cx="30963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75000"/>
                  </a:schemeClr>
                </a:solidFill>
              </a:rPr>
              <a:t>www.anubhavtrainings.com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050B-06DD-6B9B-5D4B-52C80C0910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9108" y="40947"/>
            <a:ext cx="801948" cy="792088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</p:pic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63B6F30-DCC2-D394-EDCF-46E8F95750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8762" y="836712"/>
            <a:ext cx="11342274" cy="5616624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Amasis MT Pro" panose="02040504050005020304" pitchFamily="18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487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3E3D308-5757-C0AB-DF1B-BAAA1120B8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83825" y="1922288"/>
            <a:ext cx="3303993" cy="3304854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8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399925A-B7E0-BC1F-AE78-65034C6C65D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34518" y="1721219"/>
            <a:ext cx="3706027" cy="3706992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7244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3D206DC-21C0-5B91-F039-7C7253B525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803737" y="1748799"/>
            <a:ext cx="3247160" cy="3248006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0538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1683E417-1443-7CC4-BB89-9C4377324DF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27592" y="3020745"/>
            <a:ext cx="4715880" cy="2944148"/>
          </a:xfr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922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12FA1C9-6FC3-FE26-77FF-BF6E982FDF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94487" y="-644779"/>
            <a:ext cx="4505509" cy="4506683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867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BA84E635-75CE-490A-A880-EFFBD0369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43" y="0"/>
            <a:ext cx="12186138" cy="6858000"/>
          </a:xfrm>
        </p:spPr>
        <p:txBody>
          <a:bodyPr anchor="t"/>
          <a:lstStyle>
            <a:lvl1pPr marL="0" indent="0" algn="ctr">
              <a:buFontTx/>
              <a:buNone/>
              <a:defRPr/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883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415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1.png"/><Relationship Id="rId21" Type="http://schemas.openxmlformats.org/officeDocument/2006/relationships/image" Target="../media/image33.png"/><Relationship Id="rId42" Type="http://schemas.openxmlformats.org/officeDocument/2006/relationships/customXml" Target="../ink/ink21.xml"/><Relationship Id="rId63" Type="http://schemas.openxmlformats.org/officeDocument/2006/relationships/image" Target="../media/image54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102.png"/><Relationship Id="rId170" Type="http://schemas.openxmlformats.org/officeDocument/2006/relationships/customXml" Target="../ink/ink85.xml"/><Relationship Id="rId191" Type="http://schemas.openxmlformats.org/officeDocument/2006/relationships/image" Target="../media/image118.png"/><Relationship Id="rId205" Type="http://schemas.openxmlformats.org/officeDocument/2006/relationships/image" Target="../media/image125.png"/><Relationship Id="rId226" Type="http://schemas.openxmlformats.org/officeDocument/2006/relationships/customXml" Target="../ink/ink113.xml"/><Relationship Id="rId247" Type="http://schemas.openxmlformats.org/officeDocument/2006/relationships/customXml" Target="../ink/ink124.xml"/><Relationship Id="rId107" Type="http://schemas.openxmlformats.org/officeDocument/2006/relationships/image" Target="../media/image76.png"/><Relationship Id="rId11" Type="http://schemas.openxmlformats.org/officeDocument/2006/relationships/image" Target="../media/image28.png"/><Relationship Id="rId32" Type="http://schemas.openxmlformats.org/officeDocument/2006/relationships/customXml" Target="../ink/ink16.xml"/><Relationship Id="rId53" Type="http://schemas.openxmlformats.org/officeDocument/2006/relationships/image" Target="../media/image49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97.png"/><Relationship Id="rId5" Type="http://schemas.openxmlformats.org/officeDocument/2006/relationships/image" Target="../media/image25.png"/><Relationship Id="rId95" Type="http://schemas.openxmlformats.org/officeDocument/2006/relationships/image" Target="../media/image70.png"/><Relationship Id="rId160" Type="http://schemas.openxmlformats.org/officeDocument/2006/relationships/customXml" Target="../ink/ink80.xml"/><Relationship Id="rId181" Type="http://schemas.openxmlformats.org/officeDocument/2006/relationships/image" Target="../media/image113.png"/><Relationship Id="rId216" Type="http://schemas.openxmlformats.org/officeDocument/2006/relationships/customXml" Target="../ink/ink108.xml"/><Relationship Id="rId237" Type="http://schemas.openxmlformats.org/officeDocument/2006/relationships/image" Target="../media/image141.png"/><Relationship Id="rId22" Type="http://schemas.openxmlformats.org/officeDocument/2006/relationships/customXml" Target="../ink/ink11.xml"/><Relationship Id="rId43" Type="http://schemas.openxmlformats.org/officeDocument/2006/relationships/image" Target="../media/image44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92.png"/><Relationship Id="rId85" Type="http://schemas.openxmlformats.org/officeDocument/2006/relationships/image" Target="../media/image65.png"/><Relationship Id="rId150" Type="http://schemas.openxmlformats.org/officeDocument/2006/relationships/customXml" Target="../ink/ink75.xml"/><Relationship Id="rId171" Type="http://schemas.openxmlformats.org/officeDocument/2006/relationships/image" Target="../media/image108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36.png"/><Relationship Id="rId248" Type="http://schemas.openxmlformats.org/officeDocument/2006/relationships/image" Target="../media/image146.png"/><Relationship Id="rId12" Type="http://schemas.openxmlformats.org/officeDocument/2006/relationships/customXml" Target="../ink/ink6.xml"/><Relationship Id="rId33" Type="http://schemas.openxmlformats.org/officeDocument/2006/relationships/image" Target="../media/image39.png"/><Relationship Id="rId108" Type="http://schemas.openxmlformats.org/officeDocument/2006/relationships/customXml" Target="../ink/ink54.xml"/><Relationship Id="rId129" Type="http://schemas.openxmlformats.org/officeDocument/2006/relationships/image" Target="../media/image87.png"/><Relationship Id="rId54" Type="http://schemas.openxmlformats.org/officeDocument/2006/relationships/customXml" Target="../ink/ink27.xml"/><Relationship Id="rId75" Type="http://schemas.openxmlformats.org/officeDocument/2006/relationships/image" Target="../media/image60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103.png"/><Relationship Id="rId182" Type="http://schemas.openxmlformats.org/officeDocument/2006/relationships/customXml" Target="../ink/ink91.xml"/><Relationship Id="rId217" Type="http://schemas.openxmlformats.org/officeDocument/2006/relationships/image" Target="../media/image131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3" Type="http://schemas.openxmlformats.org/officeDocument/2006/relationships/image" Target="../media/image34.png"/><Relationship Id="rId119" Type="http://schemas.openxmlformats.org/officeDocument/2006/relationships/image" Target="../media/image82.png"/><Relationship Id="rId44" Type="http://schemas.openxmlformats.org/officeDocument/2006/relationships/customXml" Target="../ink/ink22.xml"/><Relationship Id="rId65" Type="http://schemas.openxmlformats.org/officeDocument/2006/relationships/image" Target="../media/image55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98.png"/><Relationship Id="rId172" Type="http://schemas.openxmlformats.org/officeDocument/2006/relationships/customXml" Target="../ink/ink86.xml"/><Relationship Id="rId193" Type="http://schemas.openxmlformats.org/officeDocument/2006/relationships/image" Target="../media/image119.png"/><Relationship Id="rId207" Type="http://schemas.openxmlformats.org/officeDocument/2006/relationships/image" Target="../media/image126.png"/><Relationship Id="rId228" Type="http://schemas.openxmlformats.org/officeDocument/2006/relationships/customXml" Target="../ink/ink114.xml"/><Relationship Id="rId249" Type="http://schemas.openxmlformats.org/officeDocument/2006/relationships/customXml" Target="../ink/ink125.xml"/><Relationship Id="rId13" Type="http://schemas.openxmlformats.org/officeDocument/2006/relationships/image" Target="../media/image29.png"/><Relationship Id="rId109" Type="http://schemas.openxmlformats.org/officeDocument/2006/relationships/image" Target="../media/image77.png"/><Relationship Id="rId34" Type="http://schemas.openxmlformats.org/officeDocument/2006/relationships/customXml" Target="../ink/ink17.xml"/><Relationship Id="rId55" Type="http://schemas.openxmlformats.org/officeDocument/2006/relationships/image" Target="../media/image50.png"/><Relationship Id="rId76" Type="http://schemas.openxmlformats.org/officeDocument/2006/relationships/customXml" Target="../ink/ink38.xml"/><Relationship Id="rId97" Type="http://schemas.openxmlformats.org/officeDocument/2006/relationships/image" Target="../media/image71.png"/><Relationship Id="rId120" Type="http://schemas.openxmlformats.org/officeDocument/2006/relationships/customXml" Target="../ink/ink60.xml"/><Relationship Id="rId141" Type="http://schemas.openxmlformats.org/officeDocument/2006/relationships/image" Target="../media/image93.png"/><Relationship Id="rId7" Type="http://schemas.openxmlformats.org/officeDocument/2006/relationships/image" Target="../media/image26.png"/><Relationship Id="rId162" Type="http://schemas.openxmlformats.org/officeDocument/2006/relationships/customXml" Target="../ink/ink81.xml"/><Relationship Id="rId183" Type="http://schemas.openxmlformats.org/officeDocument/2006/relationships/image" Target="../media/image114.png"/><Relationship Id="rId218" Type="http://schemas.openxmlformats.org/officeDocument/2006/relationships/customXml" Target="../ink/ink109.xml"/><Relationship Id="rId239" Type="http://schemas.openxmlformats.org/officeDocument/2006/relationships/image" Target="../media/image142.png"/><Relationship Id="rId250" Type="http://schemas.openxmlformats.org/officeDocument/2006/relationships/image" Target="../media/image147.png"/><Relationship Id="rId24" Type="http://schemas.openxmlformats.org/officeDocument/2006/relationships/customXml" Target="../ink/ink12.xml"/><Relationship Id="rId45" Type="http://schemas.openxmlformats.org/officeDocument/2006/relationships/image" Target="../media/image45.png"/><Relationship Id="rId66" Type="http://schemas.openxmlformats.org/officeDocument/2006/relationships/customXml" Target="../ink/ink33.xml"/><Relationship Id="rId87" Type="http://schemas.openxmlformats.org/officeDocument/2006/relationships/image" Target="../media/image66.png"/><Relationship Id="rId110" Type="http://schemas.openxmlformats.org/officeDocument/2006/relationships/customXml" Target="../ink/ink55.xml"/><Relationship Id="rId131" Type="http://schemas.openxmlformats.org/officeDocument/2006/relationships/image" Target="../media/image88.png"/><Relationship Id="rId152" Type="http://schemas.openxmlformats.org/officeDocument/2006/relationships/customXml" Target="../ink/ink76.xml"/><Relationship Id="rId173" Type="http://schemas.openxmlformats.org/officeDocument/2006/relationships/image" Target="../media/image109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37.png"/><Relationship Id="rId240" Type="http://schemas.openxmlformats.org/officeDocument/2006/relationships/customXml" Target="../ink/ink120.xml"/><Relationship Id="rId14" Type="http://schemas.openxmlformats.org/officeDocument/2006/relationships/customXml" Target="../ink/ink7.xml"/><Relationship Id="rId35" Type="http://schemas.openxmlformats.org/officeDocument/2006/relationships/image" Target="../media/image40.png"/><Relationship Id="rId56" Type="http://schemas.openxmlformats.org/officeDocument/2006/relationships/customXml" Target="../ink/ink28.xml"/><Relationship Id="rId77" Type="http://schemas.openxmlformats.org/officeDocument/2006/relationships/image" Target="../media/image61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83.png"/><Relationship Id="rId142" Type="http://schemas.openxmlformats.org/officeDocument/2006/relationships/customXml" Target="../ink/ink71.xml"/><Relationship Id="rId163" Type="http://schemas.openxmlformats.org/officeDocument/2006/relationships/image" Target="../media/image104.png"/><Relationship Id="rId184" Type="http://schemas.openxmlformats.org/officeDocument/2006/relationships/customXml" Target="../ink/ink92.xml"/><Relationship Id="rId219" Type="http://schemas.openxmlformats.org/officeDocument/2006/relationships/image" Target="../media/image132.png"/><Relationship Id="rId230" Type="http://schemas.openxmlformats.org/officeDocument/2006/relationships/customXml" Target="../ink/ink115.xml"/><Relationship Id="rId25" Type="http://schemas.openxmlformats.org/officeDocument/2006/relationships/image" Target="../media/image35.png"/><Relationship Id="rId46" Type="http://schemas.openxmlformats.org/officeDocument/2006/relationships/customXml" Target="../ink/ink23.xml"/><Relationship Id="rId67" Type="http://schemas.openxmlformats.org/officeDocument/2006/relationships/image" Target="../media/image56.png"/><Relationship Id="rId88" Type="http://schemas.openxmlformats.org/officeDocument/2006/relationships/customXml" Target="../ink/ink44.xml"/><Relationship Id="rId111" Type="http://schemas.openxmlformats.org/officeDocument/2006/relationships/image" Target="../media/image78.png"/><Relationship Id="rId132" Type="http://schemas.openxmlformats.org/officeDocument/2006/relationships/customXml" Target="../ink/ink66.xml"/><Relationship Id="rId153" Type="http://schemas.openxmlformats.org/officeDocument/2006/relationships/image" Target="../media/image99.png"/><Relationship Id="rId174" Type="http://schemas.openxmlformats.org/officeDocument/2006/relationships/customXml" Target="../ink/ink87.xml"/><Relationship Id="rId195" Type="http://schemas.openxmlformats.org/officeDocument/2006/relationships/image" Target="../media/image120.png"/><Relationship Id="rId209" Type="http://schemas.openxmlformats.org/officeDocument/2006/relationships/image" Target="../media/image127.png"/><Relationship Id="rId220" Type="http://schemas.openxmlformats.org/officeDocument/2006/relationships/customXml" Target="../ink/ink110.xml"/><Relationship Id="rId241" Type="http://schemas.openxmlformats.org/officeDocument/2006/relationships/image" Target="../media/image143.png"/><Relationship Id="rId15" Type="http://schemas.openxmlformats.org/officeDocument/2006/relationships/image" Target="../media/image30.png"/><Relationship Id="rId36" Type="http://schemas.openxmlformats.org/officeDocument/2006/relationships/customXml" Target="../ink/ink18.xml"/><Relationship Id="rId57" Type="http://schemas.openxmlformats.org/officeDocument/2006/relationships/image" Target="../media/image51.png"/><Relationship Id="rId78" Type="http://schemas.openxmlformats.org/officeDocument/2006/relationships/customXml" Target="../ink/ink39.xml"/><Relationship Id="rId99" Type="http://schemas.openxmlformats.org/officeDocument/2006/relationships/image" Target="../media/image72.png"/><Relationship Id="rId101" Type="http://schemas.openxmlformats.org/officeDocument/2006/relationships/image" Target="../media/image73.png"/><Relationship Id="rId122" Type="http://schemas.openxmlformats.org/officeDocument/2006/relationships/customXml" Target="../ink/ink61.xml"/><Relationship Id="rId143" Type="http://schemas.openxmlformats.org/officeDocument/2006/relationships/image" Target="../media/image94.png"/><Relationship Id="rId164" Type="http://schemas.openxmlformats.org/officeDocument/2006/relationships/customXml" Target="../ink/ink82.xml"/><Relationship Id="rId185" Type="http://schemas.openxmlformats.org/officeDocument/2006/relationships/image" Target="../media/image115.png"/><Relationship Id="rId4" Type="http://schemas.openxmlformats.org/officeDocument/2006/relationships/customXml" Target="../ink/ink2.xml"/><Relationship Id="rId9" Type="http://schemas.openxmlformats.org/officeDocument/2006/relationships/image" Target="../media/image27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30.png"/><Relationship Id="rId236" Type="http://schemas.openxmlformats.org/officeDocument/2006/relationships/customXml" Target="../ink/ink118.xml"/><Relationship Id="rId26" Type="http://schemas.openxmlformats.org/officeDocument/2006/relationships/customXml" Target="../ink/ink13.xml"/><Relationship Id="rId231" Type="http://schemas.openxmlformats.org/officeDocument/2006/relationships/image" Target="../media/image138.png"/><Relationship Id="rId47" Type="http://schemas.openxmlformats.org/officeDocument/2006/relationships/image" Target="../media/image46.png"/><Relationship Id="rId68" Type="http://schemas.openxmlformats.org/officeDocument/2006/relationships/customXml" Target="../ink/ink34.xml"/><Relationship Id="rId89" Type="http://schemas.openxmlformats.org/officeDocument/2006/relationships/image" Target="../media/image67.png"/><Relationship Id="rId112" Type="http://schemas.openxmlformats.org/officeDocument/2006/relationships/customXml" Target="../ink/ink56.xml"/><Relationship Id="rId133" Type="http://schemas.openxmlformats.org/officeDocument/2006/relationships/image" Target="../media/image89.png"/><Relationship Id="rId154" Type="http://schemas.openxmlformats.org/officeDocument/2006/relationships/customXml" Target="../ink/ink77.xml"/><Relationship Id="rId175" Type="http://schemas.openxmlformats.org/officeDocument/2006/relationships/image" Target="../media/image110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33.png"/><Relationship Id="rId242" Type="http://schemas.openxmlformats.org/officeDocument/2006/relationships/customXml" Target="../ink/ink121.xml"/><Relationship Id="rId37" Type="http://schemas.openxmlformats.org/officeDocument/2006/relationships/image" Target="../media/image41.png"/><Relationship Id="rId58" Type="http://schemas.openxmlformats.org/officeDocument/2006/relationships/customXml" Target="../ink/ink29.xml"/><Relationship Id="rId79" Type="http://schemas.openxmlformats.org/officeDocument/2006/relationships/image" Target="../media/image62.png"/><Relationship Id="rId102" Type="http://schemas.openxmlformats.org/officeDocument/2006/relationships/customXml" Target="../ink/ink51.xml"/><Relationship Id="rId123" Type="http://schemas.openxmlformats.org/officeDocument/2006/relationships/image" Target="../media/image84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105.png"/><Relationship Id="rId186" Type="http://schemas.openxmlformats.org/officeDocument/2006/relationships/customXml" Target="../ink/ink93.xml"/><Relationship Id="rId211" Type="http://schemas.openxmlformats.org/officeDocument/2006/relationships/image" Target="../media/image128.png"/><Relationship Id="rId232" Type="http://schemas.openxmlformats.org/officeDocument/2006/relationships/customXml" Target="../ink/ink116.xml"/><Relationship Id="rId27" Type="http://schemas.openxmlformats.org/officeDocument/2006/relationships/image" Target="../media/image36.png"/><Relationship Id="rId48" Type="http://schemas.openxmlformats.org/officeDocument/2006/relationships/customXml" Target="../ink/ink24.xml"/><Relationship Id="rId69" Type="http://schemas.openxmlformats.org/officeDocument/2006/relationships/image" Target="../media/image57.png"/><Relationship Id="rId113" Type="http://schemas.openxmlformats.org/officeDocument/2006/relationships/image" Target="../media/image79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100.png"/><Relationship Id="rId176" Type="http://schemas.openxmlformats.org/officeDocument/2006/relationships/customXml" Target="../ink/ink88.xml"/><Relationship Id="rId197" Type="http://schemas.openxmlformats.org/officeDocument/2006/relationships/image" Target="../media/image121.png"/><Relationship Id="rId201" Type="http://schemas.openxmlformats.org/officeDocument/2006/relationships/image" Target="../media/image123.png"/><Relationship Id="rId222" Type="http://schemas.openxmlformats.org/officeDocument/2006/relationships/customXml" Target="../ink/ink111.xml"/><Relationship Id="rId243" Type="http://schemas.openxmlformats.org/officeDocument/2006/relationships/image" Target="../media/image144.png"/><Relationship Id="rId17" Type="http://schemas.openxmlformats.org/officeDocument/2006/relationships/image" Target="../media/image31.png"/><Relationship Id="rId38" Type="http://schemas.openxmlformats.org/officeDocument/2006/relationships/customXml" Target="../ink/ink19.xml"/><Relationship Id="rId59" Type="http://schemas.openxmlformats.org/officeDocument/2006/relationships/image" Target="../media/image52.png"/><Relationship Id="rId103" Type="http://schemas.openxmlformats.org/officeDocument/2006/relationships/image" Target="../media/image74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68.png"/><Relationship Id="rId145" Type="http://schemas.openxmlformats.org/officeDocument/2006/relationships/image" Target="../media/image95.png"/><Relationship Id="rId166" Type="http://schemas.openxmlformats.org/officeDocument/2006/relationships/customXml" Target="../ink/ink83.xml"/><Relationship Id="rId187" Type="http://schemas.openxmlformats.org/officeDocument/2006/relationships/image" Target="../media/image116.png"/><Relationship Id="rId1" Type="http://schemas.openxmlformats.org/officeDocument/2006/relationships/slideLayout" Target="../slideLayouts/slideLayout16.xml"/><Relationship Id="rId212" Type="http://schemas.openxmlformats.org/officeDocument/2006/relationships/customXml" Target="../ink/ink106.xml"/><Relationship Id="rId233" Type="http://schemas.openxmlformats.org/officeDocument/2006/relationships/image" Target="../media/image139.png"/><Relationship Id="rId28" Type="http://schemas.openxmlformats.org/officeDocument/2006/relationships/customXml" Target="../ink/ink14.xml"/><Relationship Id="rId49" Type="http://schemas.openxmlformats.org/officeDocument/2006/relationships/image" Target="../media/image47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63.png"/><Relationship Id="rId135" Type="http://schemas.openxmlformats.org/officeDocument/2006/relationships/image" Target="../media/image90.png"/><Relationship Id="rId156" Type="http://schemas.openxmlformats.org/officeDocument/2006/relationships/customXml" Target="../ink/ink78.xml"/><Relationship Id="rId177" Type="http://schemas.openxmlformats.org/officeDocument/2006/relationships/image" Target="../media/image111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34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42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85.png"/><Relationship Id="rId146" Type="http://schemas.openxmlformats.org/officeDocument/2006/relationships/customXml" Target="../ink/ink73.xml"/><Relationship Id="rId167" Type="http://schemas.openxmlformats.org/officeDocument/2006/relationships/image" Target="../media/image106.png"/><Relationship Id="rId188" Type="http://schemas.openxmlformats.org/officeDocument/2006/relationships/customXml" Target="../ink/ink94.xml"/><Relationship Id="rId71" Type="http://schemas.openxmlformats.org/officeDocument/2006/relationships/image" Target="../media/image58.png"/><Relationship Id="rId92" Type="http://schemas.openxmlformats.org/officeDocument/2006/relationships/customXml" Target="../ink/ink46.xml"/><Relationship Id="rId213" Type="http://schemas.openxmlformats.org/officeDocument/2006/relationships/image" Target="../media/image129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37.png"/><Relationship Id="rId40" Type="http://schemas.openxmlformats.org/officeDocument/2006/relationships/customXml" Target="../ink/ink20.xml"/><Relationship Id="rId115" Type="http://schemas.openxmlformats.org/officeDocument/2006/relationships/image" Target="../media/image80.png"/><Relationship Id="rId136" Type="http://schemas.openxmlformats.org/officeDocument/2006/relationships/customXml" Target="../ink/ink68.xml"/><Relationship Id="rId157" Type="http://schemas.openxmlformats.org/officeDocument/2006/relationships/image" Target="../media/image101.png"/><Relationship Id="rId178" Type="http://schemas.openxmlformats.org/officeDocument/2006/relationships/customXml" Target="../ink/ink89.xml"/><Relationship Id="rId61" Type="http://schemas.openxmlformats.org/officeDocument/2006/relationships/image" Target="../media/image53.png"/><Relationship Id="rId82" Type="http://schemas.openxmlformats.org/officeDocument/2006/relationships/customXml" Target="../ink/ink41.xml"/><Relationship Id="rId199" Type="http://schemas.openxmlformats.org/officeDocument/2006/relationships/image" Target="../media/image122.png"/><Relationship Id="rId203" Type="http://schemas.openxmlformats.org/officeDocument/2006/relationships/image" Target="../media/image124.png"/><Relationship Id="rId19" Type="http://schemas.openxmlformats.org/officeDocument/2006/relationships/image" Target="../media/image32.png"/><Relationship Id="rId224" Type="http://schemas.openxmlformats.org/officeDocument/2006/relationships/customXml" Target="../ink/ink112.xml"/><Relationship Id="rId245" Type="http://schemas.openxmlformats.org/officeDocument/2006/relationships/image" Target="../media/image145.png"/><Relationship Id="rId30" Type="http://schemas.openxmlformats.org/officeDocument/2006/relationships/customXml" Target="../ink/ink15.xml"/><Relationship Id="rId105" Type="http://schemas.openxmlformats.org/officeDocument/2006/relationships/image" Target="../media/image75.png"/><Relationship Id="rId126" Type="http://schemas.openxmlformats.org/officeDocument/2006/relationships/customXml" Target="../ink/ink63.xml"/><Relationship Id="rId147" Type="http://schemas.openxmlformats.org/officeDocument/2006/relationships/image" Target="../media/image96.png"/><Relationship Id="rId168" Type="http://schemas.openxmlformats.org/officeDocument/2006/relationships/customXml" Target="../ink/ink84.xml"/><Relationship Id="rId51" Type="http://schemas.openxmlformats.org/officeDocument/2006/relationships/image" Target="../media/image48.png"/><Relationship Id="rId72" Type="http://schemas.openxmlformats.org/officeDocument/2006/relationships/customXml" Target="../ink/ink36.xml"/><Relationship Id="rId93" Type="http://schemas.openxmlformats.org/officeDocument/2006/relationships/image" Target="../media/image69.png"/><Relationship Id="rId189" Type="http://schemas.openxmlformats.org/officeDocument/2006/relationships/image" Target="../media/image117.png"/><Relationship Id="rId3" Type="http://schemas.openxmlformats.org/officeDocument/2006/relationships/image" Target="../media/image24.png"/><Relationship Id="rId214" Type="http://schemas.openxmlformats.org/officeDocument/2006/relationships/customXml" Target="../ink/ink107.xml"/><Relationship Id="rId235" Type="http://schemas.openxmlformats.org/officeDocument/2006/relationships/image" Target="../media/image140.png"/><Relationship Id="rId116" Type="http://schemas.openxmlformats.org/officeDocument/2006/relationships/customXml" Target="../ink/ink58.xml"/><Relationship Id="rId137" Type="http://schemas.openxmlformats.org/officeDocument/2006/relationships/image" Target="../media/image91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43.png"/><Relationship Id="rId62" Type="http://schemas.openxmlformats.org/officeDocument/2006/relationships/customXml" Target="../ink/ink31.xml"/><Relationship Id="rId83" Type="http://schemas.openxmlformats.org/officeDocument/2006/relationships/image" Target="../media/image64.png"/><Relationship Id="rId179" Type="http://schemas.openxmlformats.org/officeDocument/2006/relationships/image" Target="../media/image112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35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86.png"/><Relationship Id="rId10" Type="http://schemas.openxmlformats.org/officeDocument/2006/relationships/customXml" Target="../ink/ink5.xml"/><Relationship Id="rId31" Type="http://schemas.openxmlformats.org/officeDocument/2006/relationships/image" Target="../media/image38.png"/><Relationship Id="rId52" Type="http://schemas.openxmlformats.org/officeDocument/2006/relationships/customXml" Target="../ink/ink26.xml"/><Relationship Id="rId73" Type="http://schemas.openxmlformats.org/officeDocument/2006/relationships/image" Target="../media/image59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10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hyperlink" Target="http://www.dribbble.com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3" Type="http://schemas.openxmlformats.org/officeDocument/2006/relationships/image" Target="../media/image19.jpeg"/><Relationship Id="rId7" Type="http://schemas.openxmlformats.org/officeDocument/2006/relationships/image" Target="../media/image23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tiff"/><Relationship Id="rId5" Type="http://schemas.openxmlformats.org/officeDocument/2006/relationships/image" Target="../media/image21.tiff"/><Relationship Id="rId4" Type="http://schemas.openxmlformats.org/officeDocument/2006/relationships/image" Target="../media/image20.tiff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19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19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E791A1-2958-78B0-ECDD-F89DDE02F4B6}"/>
              </a:ext>
            </a:extLst>
          </p:cNvPr>
          <p:cNvSpPr/>
          <p:nvPr/>
        </p:nvSpPr>
        <p:spPr>
          <a:xfrm>
            <a:off x="3453886" y="131323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B89E801-E285-EBED-06F5-7E2B1B8E1E7A}"/>
              </a:ext>
            </a:extLst>
          </p:cNvPr>
          <p:cNvSpPr/>
          <p:nvPr/>
        </p:nvSpPr>
        <p:spPr>
          <a:xfrm>
            <a:off x="3453886" y="306896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AB72EB-5FE6-B5CA-C654-D15CE54000E9}"/>
              </a:ext>
            </a:extLst>
          </p:cNvPr>
          <p:cNvSpPr/>
          <p:nvPr/>
        </p:nvSpPr>
        <p:spPr>
          <a:xfrm>
            <a:off x="3453886" y="482468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A27EE0E-9853-D0E9-E5A8-87BE731920EA}"/>
              </a:ext>
            </a:extLst>
          </p:cNvPr>
          <p:cNvGrpSpPr/>
          <p:nvPr/>
        </p:nvGrpSpPr>
        <p:grpSpPr>
          <a:xfrm>
            <a:off x="4118571" y="1566251"/>
            <a:ext cx="4359562" cy="922336"/>
            <a:chOff x="1395616" y="871285"/>
            <a:chExt cx="3825734" cy="106413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429D3B-7C38-B33E-067B-835764291C87}"/>
                </a:ext>
              </a:extLst>
            </p:cNvPr>
            <p:cNvSpPr txBox="1"/>
            <p:nvPr/>
          </p:nvSpPr>
          <p:spPr>
            <a:xfrm>
              <a:off x="2984420" y="1083774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Add another UI inside app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C39A3-CA2B-146F-D772-D14998B4D672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773B0C-4C36-F5CF-6049-15A22D3353B9}"/>
              </a:ext>
            </a:extLst>
          </p:cNvPr>
          <p:cNvGrpSpPr/>
          <p:nvPr/>
        </p:nvGrpSpPr>
        <p:grpSpPr>
          <a:xfrm>
            <a:off x="4118571" y="3321970"/>
            <a:ext cx="4431570" cy="922336"/>
            <a:chOff x="1395616" y="871285"/>
            <a:chExt cx="3825734" cy="106413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BB80F5-BF50-C0D2-25DF-59F695C70420}"/>
                </a:ext>
              </a:extLst>
            </p:cNvPr>
            <p:cNvSpPr txBox="1"/>
            <p:nvPr/>
          </p:nvSpPr>
          <p:spPr>
            <a:xfrm>
              <a:off x="2984420" y="1083770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Working with Authorization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24D9CE-F522-A342-1387-CC55E9C4494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D1B35-A18B-68D7-E07B-1A1A9AD2E859}"/>
              </a:ext>
            </a:extLst>
          </p:cNvPr>
          <p:cNvGrpSpPr/>
          <p:nvPr/>
        </p:nvGrpSpPr>
        <p:grpSpPr>
          <a:xfrm>
            <a:off x="4118571" y="5077693"/>
            <a:ext cx="4431570" cy="922336"/>
            <a:chOff x="1395616" y="871285"/>
            <a:chExt cx="4290329" cy="106413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EC2032-A77D-A0B0-E149-A23467DC1CAA}"/>
                </a:ext>
              </a:extLst>
            </p:cNvPr>
            <p:cNvSpPr txBox="1"/>
            <p:nvPr/>
          </p:nvSpPr>
          <p:spPr>
            <a:xfrm>
              <a:off x="2984420" y="1243560"/>
              <a:ext cx="2701525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Serverless Fiori Apps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0195D9-2B81-A5CA-17AA-E418FAD1D320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7A46E6-B253-98B3-E51D-8AAD2C54B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EBCA-E81B-3041-1456-69E1F6B3C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Why Multi-tenant App?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9A5BB-F7A4-0AB6-C453-83FA240AB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2" y="1028700"/>
            <a:ext cx="120396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84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14D95B-FE4A-2B2E-7B11-82AB104FB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DA5C5-DEC8-81E1-07BC-94FBEA1E4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Common Challenges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56802-CB14-AD4C-FB6D-FE8B08EB0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484784"/>
            <a:ext cx="10369152" cy="4251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51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F39F4-9BEC-BC33-F0F8-A39246F09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5690F-E685-8D11-682C-AF935DA70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What is Multitenant - SaaS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D04E1E-24FA-CA35-9CB5-75ECF3A43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08" y="1196752"/>
            <a:ext cx="10873208" cy="482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84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CF427-3028-9800-C38E-6B6BBCFA3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3895B-551A-441B-C1A3-07D1E1D6A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Benefits of Multi tenant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7F015A-7645-47A0-CB92-5A3F1047F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1052736"/>
            <a:ext cx="7776864" cy="524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386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18ED96-85B9-11B2-221B-EDBCB69AA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5293-1923-F96B-7C00-8E7BA746D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89E6F1-B8DF-A914-45D5-4653C514D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6711"/>
            <a:ext cx="9001000" cy="536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240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00B1EA-BD56-E735-1F4C-31E867E31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7C503-F747-D767-81CC-A260114B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How it works in BTP?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AE792-BB77-7DA6-7431-A3438577A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1412776"/>
            <a:ext cx="11072014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617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6693A0A-0FF4-3A74-BF42-D593CEB5A423}"/>
              </a:ext>
            </a:extLst>
          </p:cNvPr>
          <p:cNvGrpSpPr/>
          <p:nvPr/>
        </p:nvGrpSpPr>
        <p:grpSpPr>
          <a:xfrm>
            <a:off x="1208493" y="743961"/>
            <a:ext cx="1396080" cy="459720"/>
            <a:chOff x="1208493" y="743961"/>
            <a:chExt cx="1396080" cy="45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2C9F1C-D9E5-1E7C-C9D9-F68A9C2CF35D}"/>
                    </a:ext>
                  </a:extLst>
                </p14:cNvPr>
                <p14:cNvContentPartPr/>
                <p14:nvPr/>
              </p14:nvContentPartPr>
              <p14:xfrm>
                <a:off x="1208493" y="772041"/>
                <a:ext cx="258840" cy="403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2C9F1C-D9E5-1E7C-C9D9-F68A9C2CF35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99853" y="763041"/>
                  <a:ext cx="27648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EA49B0B-83B3-830D-2551-20D7A1A0B59A}"/>
                    </a:ext>
                  </a:extLst>
                </p14:cNvPr>
                <p14:cNvContentPartPr/>
                <p14:nvPr/>
              </p14:nvContentPartPr>
              <p14:xfrm>
                <a:off x="1551933" y="855921"/>
                <a:ext cx="333720" cy="202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EA49B0B-83B3-830D-2551-20D7A1A0B59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43293" y="846921"/>
                  <a:ext cx="3513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6C14EC3-029A-E67F-4945-4913DA6B70A0}"/>
                    </a:ext>
                  </a:extLst>
                </p14:cNvPr>
                <p14:cNvContentPartPr/>
                <p14:nvPr/>
              </p14:nvContentPartPr>
              <p14:xfrm>
                <a:off x="1927053" y="743961"/>
                <a:ext cx="312480" cy="222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6C14EC3-029A-E67F-4945-4913DA6B70A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18053" y="734961"/>
                  <a:ext cx="330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545F9D-CDEA-BB43-8D95-5A6B0D56CCA9}"/>
                    </a:ext>
                  </a:extLst>
                </p14:cNvPr>
                <p14:cNvContentPartPr/>
                <p14:nvPr/>
              </p14:nvContentPartPr>
              <p14:xfrm>
                <a:off x="1209213" y="945921"/>
                <a:ext cx="1395360" cy="257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545F9D-CDEA-BB43-8D95-5A6B0D56CC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00573" y="937281"/>
                  <a:ext cx="1413000" cy="27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417F83A-1800-FE99-9F2F-C5260A19B271}"/>
                  </a:ext>
                </a:extLst>
              </p14:cNvPr>
              <p14:cNvContentPartPr/>
              <p14:nvPr/>
            </p14:nvContentPartPr>
            <p14:xfrm>
              <a:off x="1521333" y="1758081"/>
              <a:ext cx="3366720" cy="1983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417F83A-1800-FE99-9F2F-C5260A19B27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512333" y="1749081"/>
                <a:ext cx="3384360" cy="200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B895F2CF-5D41-3B47-5E1A-BD612248F872}"/>
              </a:ext>
            </a:extLst>
          </p:cNvPr>
          <p:cNvGrpSpPr/>
          <p:nvPr/>
        </p:nvGrpSpPr>
        <p:grpSpPr>
          <a:xfrm>
            <a:off x="1818693" y="1219161"/>
            <a:ext cx="1310040" cy="441360"/>
            <a:chOff x="1818693" y="1219161"/>
            <a:chExt cx="1310040" cy="44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15820AE-F4CB-90C0-5DED-F920988EFC2A}"/>
                    </a:ext>
                  </a:extLst>
                </p14:cNvPr>
                <p14:cNvContentPartPr/>
                <p14:nvPr/>
              </p14:nvContentPartPr>
              <p14:xfrm>
                <a:off x="1932813" y="1348401"/>
                <a:ext cx="10080" cy="310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15820AE-F4CB-90C0-5DED-F920988EFC2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23813" y="1339401"/>
                  <a:ext cx="277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323AC3E-09D8-96FC-90A3-72229491C5E1}"/>
                    </a:ext>
                  </a:extLst>
                </p14:cNvPr>
                <p14:cNvContentPartPr/>
                <p14:nvPr/>
              </p14:nvContentPartPr>
              <p14:xfrm>
                <a:off x="1818693" y="1219161"/>
                <a:ext cx="276480" cy="257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323AC3E-09D8-96FC-90A3-72229491C5E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10053" y="1210161"/>
                  <a:ext cx="2941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FEB233-94FC-B799-5837-3CF9CE80FEC8}"/>
                    </a:ext>
                  </a:extLst>
                </p14:cNvPr>
                <p14:cNvContentPartPr/>
                <p14:nvPr/>
              </p14:nvContentPartPr>
              <p14:xfrm>
                <a:off x="2060253" y="1486641"/>
                <a:ext cx="123480" cy="171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FEB233-94FC-B799-5837-3CF9CE80FEC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51253" y="1477641"/>
                  <a:ext cx="1411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C389455-805E-DA95-A1AC-2303428BD53D}"/>
                    </a:ext>
                  </a:extLst>
                </p14:cNvPr>
                <p14:cNvContentPartPr/>
                <p14:nvPr/>
              </p14:nvContentPartPr>
              <p14:xfrm>
                <a:off x="2250333" y="1506081"/>
                <a:ext cx="70920" cy="144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C389455-805E-DA95-A1AC-2303428BD5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41333" y="1497441"/>
                  <a:ext cx="885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6A134B7-8003-DE36-6775-16505914C672}"/>
                    </a:ext>
                  </a:extLst>
                </p14:cNvPr>
                <p14:cNvContentPartPr/>
                <p14:nvPr/>
              </p14:nvContentPartPr>
              <p14:xfrm>
                <a:off x="2343573" y="1487721"/>
                <a:ext cx="136080" cy="148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6A134B7-8003-DE36-6775-16505914C6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34933" y="1478721"/>
                  <a:ext cx="1537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75E7B9F-CE2E-4403-8A55-1C55FDBE2DC7}"/>
                    </a:ext>
                  </a:extLst>
                </p14:cNvPr>
                <p14:cNvContentPartPr/>
                <p14:nvPr/>
              </p14:nvContentPartPr>
              <p14:xfrm>
                <a:off x="2540493" y="1511841"/>
                <a:ext cx="12240" cy="124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75E7B9F-CE2E-4403-8A55-1C55FDBE2D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31493" y="1503201"/>
                  <a:ext cx="298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C66AC7F-7652-2662-6E3A-016FC6B5946D}"/>
                    </a:ext>
                  </a:extLst>
                </p14:cNvPr>
                <p14:cNvContentPartPr/>
                <p14:nvPr/>
              </p14:nvContentPartPr>
              <p14:xfrm>
                <a:off x="2557773" y="1395921"/>
                <a:ext cx="8640" cy="56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C66AC7F-7652-2662-6E3A-016FC6B5946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49133" y="1387281"/>
                  <a:ext cx="262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1AD6249-C672-48C5-7385-72814ED70CD8}"/>
                    </a:ext>
                  </a:extLst>
                </p14:cNvPr>
                <p14:cNvContentPartPr/>
                <p14:nvPr/>
              </p14:nvContentPartPr>
              <p14:xfrm>
                <a:off x="2604933" y="1363521"/>
                <a:ext cx="173160" cy="286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1AD6249-C672-48C5-7385-72814ED70CD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95933" y="1354881"/>
                  <a:ext cx="19080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1D61D8-BF96-1BF1-12E3-BAC8BA394C52}"/>
                    </a:ext>
                  </a:extLst>
                </p14:cNvPr>
                <p14:cNvContentPartPr/>
                <p14:nvPr/>
              </p14:nvContentPartPr>
              <p14:xfrm>
                <a:off x="2811573" y="1499601"/>
                <a:ext cx="77400" cy="150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1D61D8-BF96-1BF1-12E3-BAC8BA394C5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02933" y="1490961"/>
                  <a:ext cx="95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CA155F-E217-1544-089A-8D9531DAD274}"/>
                    </a:ext>
                  </a:extLst>
                </p14:cNvPr>
                <p14:cNvContentPartPr/>
                <p14:nvPr/>
              </p14:nvContentPartPr>
              <p14:xfrm>
                <a:off x="2950173" y="1487361"/>
                <a:ext cx="178560" cy="173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CA155F-E217-1544-089A-8D9531DAD27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41533" y="1478721"/>
                  <a:ext cx="19620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A353F99-9CA5-DF52-699E-443AFCB7499B}"/>
              </a:ext>
            </a:extLst>
          </p:cNvPr>
          <p:cNvGrpSpPr/>
          <p:nvPr/>
        </p:nvGrpSpPr>
        <p:grpSpPr>
          <a:xfrm>
            <a:off x="3467133" y="1317801"/>
            <a:ext cx="941400" cy="330480"/>
            <a:chOff x="3467133" y="1317801"/>
            <a:chExt cx="94140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F048EFA-AFD5-364E-EF5C-DAB1B82BADED}"/>
                    </a:ext>
                  </a:extLst>
                </p14:cNvPr>
                <p14:cNvContentPartPr/>
                <p14:nvPr/>
              </p14:nvContentPartPr>
              <p14:xfrm>
                <a:off x="3467133" y="1317801"/>
                <a:ext cx="181080" cy="307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F048EFA-AFD5-364E-EF5C-DAB1B82BAD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58493" y="1309161"/>
                  <a:ext cx="19872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1829032-EBF7-39E5-8755-610185953A61}"/>
                    </a:ext>
                  </a:extLst>
                </p14:cNvPr>
                <p14:cNvContentPartPr/>
                <p14:nvPr/>
              </p14:nvContentPartPr>
              <p14:xfrm>
                <a:off x="3634173" y="1447761"/>
                <a:ext cx="58680" cy="178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1829032-EBF7-39E5-8755-610185953A6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625533" y="1439121"/>
                  <a:ext cx="76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8F5BE46-38CE-AB21-771E-3C4AA5A1DAFB}"/>
                    </a:ext>
                  </a:extLst>
                </p14:cNvPr>
                <p14:cNvContentPartPr/>
                <p14:nvPr/>
              </p14:nvContentPartPr>
              <p14:xfrm>
                <a:off x="3625893" y="1415361"/>
                <a:ext cx="129240" cy="25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8F5BE46-38CE-AB21-771E-3C4AA5A1DAF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16893" y="1406721"/>
                  <a:ext cx="146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D68643A-BC36-05DB-23D9-97118AD5141F}"/>
                    </a:ext>
                  </a:extLst>
                </p14:cNvPr>
                <p14:cNvContentPartPr/>
                <p14:nvPr/>
              </p14:nvContentPartPr>
              <p14:xfrm>
                <a:off x="3778893" y="1380801"/>
                <a:ext cx="115920" cy="267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D68643A-BC36-05DB-23D9-97118AD5141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70253" y="1371801"/>
                  <a:ext cx="1335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00BB399-BF19-C1AE-73E1-F17A53E70F86}"/>
                    </a:ext>
                  </a:extLst>
                </p14:cNvPr>
                <p14:cNvContentPartPr/>
                <p14:nvPr/>
              </p14:nvContentPartPr>
              <p14:xfrm>
                <a:off x="4082373" y="1353801"/>
                <a:ext cx="326160" cy="283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00BB399-BF19-C1AE-73E1-F17A53E70F8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73733" y="1345161"/>
                  <a:ext cx="3438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9F21E3F-BC20-4547-4C58-41546607420A}"/>
                    </a:ext>
                  </a:extLst>
                </p14:cNvPr>
                <p14:cNvContentPartPr/>
                <p14:nvPr/>
              </p14:nvContentPartPr>
              <p14:xfrm>
                <a:off x="4282533" y="1541001"/>
                <a:ext cx="107640" cy="68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9F21E3F-BC20-4547-4C58-41546607420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73533" y="1532001"/>
                  <a:ext cx="125280" cy="8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9B32A40-FA64-5F96-DD91-DDE4BA082619}"/>
                  </a:ext>
                </a:extLst>
              </p14:cNvPr>
              <p14:cNvContentPartPr/>
              <p14:nvPr/>
            </p14:nvContentPartPr>
            <p14:xfrm>
              <a:off x="7878933" y="1694361"/>
              <a:ext cx="3807360" cy="22651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9B32A40-FA64-5F96-DD91-DDE4BA082619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870293" y="1685721"/>
                <a:ext cx="3825000" cy="228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37878B3C-F8FC-8724-EC1F-F9E9BB8D2931}"/>
              </a:ext>
            </a:extLst>
          </p:cNvPr>
          <p:cNvGrpSpPr/>
          <p:nvPr/>
        </p:nvGrpSpPr>
        <p:grpSpPr>
          <a:xfrm>
            <a:off x="8121573" y="1124481"/>
            <a:ext cx="2927520" cy="493200"/>
            <a:chOff x="8121573" y="1124481"/>
            <a:chExt cx="2927520" cy="4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7255280-6C3D-FD9C-7C51-20B1A1346BD6}"/>
                    </a:ext>
                  </a:extLst>
                </p14:cNvPr>
                <p14:cNvContentPartPr/>
                <p14:nvPr/>
              </p14:nvContentPartPr>
              <p14:xfrm>
                <a:off x="8121573" y="1124481"/>
                <a:ext cx="810360" cy="49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7255280-6C3D-FD9C-7C51-20B1A1346B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112573" y="1115841"/>
                  <a:ext cx="82800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8ADD006-54D1-3019-0AEE-9F68BCDA4BF7}"/>
                    </a:ext>
                  </a:extLst>
                </p14:cNvPr>
                <p14:cNvContentPartPr/>
                <p14:nvPr/>
              </p14:nvContentPartPr>
              <p14:xfrm>
                <a:off x="8975853" y="1332561"/>
                <a:ext cx="145080" cy="212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8ADD006-54D1-3019-0AEE-9F68BCDA4B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67213" y="1323561"/>
                  <a:ext cx="1627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EF42E6-380C-8BC8-DF1D-882C16F963F8}"/>
                    </a:ext>
                  </a:extLst>
                </p14:cNvPr>
                <p14:cNvContentPartPr/>
                <p14:nvPr/>
              </p14:nvContentPartPr>
              <p14:xfrm>
                <a:off x="9149733" y="1350201"/>
                <a:ext cx="457200" cy="177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EF42E6-380C-8BC8-DF1D-882C16F963F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40733" y="1341561"/>
                  <a:ext cx="4748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D17C3C7-A428-7450-784F-A2B349548BA0}"/>
                    </a:ext>
                  </a:extLst>
                </p14:cNvPr>
                <p14:cNvContentPartPr/>
                <p14:nvPr/>
              </p14:nvContentPartPr>
              <p14:xfrm>
                <a:off x="9654453" y="1332561"/>
                <a:ext cx="143280" cy="200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D17C3C7-A428-7450-784F-A2B349548BA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45813" y="1323921"/>
                  <a:ext cx="160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79B0268-B330-4E1A-EF64-922ADBF65722}"/>
                    </a:ext>
                  </a:extLst>
                </p14:cNvPr>
                <p14:cNvContentPartPr/>
                <p14:nvPr/>
              </p14:nvContentPartPr>
              <p14:xfrm>
                <a:off x="9953973" y="1223841"/>
                <a:ext cx="164880" cy="286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79B0268-B330-4E1A-EF64-922ADBF657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945333" y="1214841"/>
                  <a:ext cx="1825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212B511-E6AD-747C-4E48-F2D70C5F9E50}"/>
                    </a:ext>
                  </a:extLst>
                </p14:cNvPr>
                <p14:cNvContentPartPr/>
                <p14:nvPr/>
              </p14:nvContentPartPr>
              <p14:xfrm>
                <a:off x="10110213" y="1221321"/>
                <a:ext cx="168120" cy="241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212B511-E6AD-747C-4E48-F2D70C5F9E5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01573" y="1212681"/>
                  <a:ext cx="1857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9D01E71-592B-F4FA-2081-ED391C6F4E8D}"/>
                    </a:ext>
                  </a:extLst>
                </p14:cNvPr>
                <p14:cNvContentPartPr/>
                <p14:nvPr/>
              </p14:nvContentPartPr>
              <p14:xfrm>
                <a:off x="10272933" y="1249041"/>
                <a:ext cx="119880" cy="287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9D01E71-592B-F4FA-2081-ED391C6F4E8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264293" y="1240041"/>
                  <a:ext cx="13752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E85DF4-465E-6461-B544-4AAD3E767691}"/>
                    </a:ext>
                  </a:extLst>
                </p14:cNvPr>
                <p14:cNvContentPartPr/>
                <p14:nvPr/>
              </p14:nvContentPartPr>
              <p14:xfrm>
                <a:off x="10602693" y="1223841"/>
                <a:ext cx="133200" cy="244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E85DF4-465E-6461-B544-4AAD3E76769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593693" y="1214841"/>
                  <a:ext cx="150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2C5DC90-1BEA-26B9-A3BE-E872232DDD1E}"/>
                    </a:ext>
                  </a:extLst>
                </p14:cNvPr>
                <p14:cNvContentPartPr/>
                <p14:nvPr/>
              </p14:nvContentPartPr>
              <p14:xfrm>
                <a:off x="10614933" y="1246881"/>
                <a:ext cx="255240" cy="171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2C5DC90-1BEA-26B9-A3BE-E872232DDD1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606293" y="1237881"/>
                  <a:ext cx="272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F268059-CCD6-E2D7-57EF-779D5FA07DCF}"/>
                    </a:ext>
                  </a:extLst>
                </p14:cNvPr>
                <p14:cNvContentPartPr/>
                <p14:nvPr/>
              </p14:nvContentPartPr>
              <p14:xfrm>
                <a:off x="10910493" y="1376481"/>
                <a:ext cx="138600" cy="1512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F268059-CCD6-E2D7-57EF-779D5FA07DC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901853" y="1367841"/>
                  <a:ext cx="15624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8CF64C2-A2BE-9C42-57D3-87BF73BD25EA}"/>
              </a:ext>
            </a:extLst>
          </p:cNvPr>
          <p:cNvGrpSpPr/>
          <p:nvPr/>
        </p:nvGrpSpPr>
        <p:grpSpPr>
          <a:xfrm>
            <a:off x="8217693" y="441201"/>
            <a:ext cx="1092240" cy="560520"/>
            <a:chOff x="8217693" y="441201"/>
            <a:chExt cx="1092240" cy="56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E93CB7A-2269-250E-A565-7857A419D50A}"/>
                    </a:ext>
                  </a:extLst>
                </p14:cNvPr>
                <p14:cNvContentPartPr/>
                <p14:nvPr/>
              </p14:nvContentPartPr>
              <p14:xfrm>
                <a:off x="8273133" y="687801"/>
                <a:ext cx="26280" cy="313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E93CB7A-2269-250E-A565-7857A419D50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64133" y="679161"/>
                  <a:ext cx="439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8B18405-CF5F-A50B-589C-A47BC2F39B63}"/>
                    </a:ext>
                  </a:extLst>
                </p14:cNvPr>
                <p14:cNvContentPartPr/>
                <p14:nvPr/>
              </p14:nvContentPartPr>
              <p14:xfrm>
                <a:off x="8217693" y="441201"/>
                <a:ext cx="239040" cy="411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8B18405-CF5F-A50B-589C-A47BC2F39B6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209053" y="432201"/>
                  <a:ext cx="25668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9188FC1-F409-0634-A2FD-480E67D36577}"/>
                    </a:ext>
                  </a:extLst>
                </p14:cNvPr>
                <p14:cNvContentPartPr/>
                <p14:nvPr/>
              </p14:nvContentPartPr>
              <p14:xfrm>
                <a:off x="8415693" y="738201"/>
                <a:ext cx="154800" cy="23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9188FC1-F409-0634-A2FD-480E67D365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07053" y="729201"/>
                  <a:ext cx="1724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7E36613-F796-C4EC-E2DC-9DFA2839DE70}"/>
                    </a:ext>
                  </a:extLst>
                </p14:cNvPr>
                <p14:cNvContentPartPr/>
                <p14:nvPr/>
              </p14:nvContentPartPr>
              <p14:xfrm>
                <a:off x="8583453" y="730641"/>
                <a:ext cx="114840" cy="225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7E36613-F796-C4EC-E2DC-9DFA2839DE7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574813" y="721641"/>
                  <a:ext cx="1324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5A2F02F-3D6B-B4FF-D32E-231C8DAF62C8}"/>
                    </a:ext>
                  </a:extLst>
                </p14:cNvPr>
                <p14:cNvContentPartPr/>
                <p14:nvPr/>
              </p14:nvContentPartPr>
              <p14:xfrm>
                <a:off x="8825373" y="768081"/>
                <a:ext cx="18000" cy="19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5A2F02F-3D6B-B4FF-D32E-231C8DAF62C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16733" y="759441"/>
                  <a:ext cx="356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AEECC5-DCCB-A8D2-3D6B-0A85029E1B6A}"/>
                    </a:ext>
                  </a:extLst>
                </p14:cNvPr>
                <p14:cNvContentPartPr/>
                <p14:nvPr/>
              </p14:nvContentPartPr>
              <p14:xfrm>
                <a:off x="8877573" y="635241"/>
                <a:ext cx="5040" cy="42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AEECC5-DCCB-A8D2-3D6B-0A85029E1B6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68933" y="626241"/>
                  <a:ext cx="226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7281DB9-0E2C-7BC7-4779-41D4F1F47D71}"/>
                    </a:ext>
                  </a:extLst>
                </p14:cNvPr>
                <p14:cNvContentPartPr/>
                <p14:nvPr/>
              </p14:nvContentPartPr>
              <p14:xfrm>
                <a:off x="8950293" y="768801"/>
                <a:ext cx="91080" cy="200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7281DB9-0E2C-7BC7-4779-41D4F1F47D7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41293" y="759801"/>
                  <a:ext cx="1087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87EBCD9-7197-A130-8144-85D8F28BF546}"/>
                    </a:ext>
                  </a:extLst>
                </p14:cNvPr>
                <p14:cNvContentPartPr/>
                <p14:nvPr/>
              </p14:nvContentPartPr>
              <p14:xfrm>
                <a:off x="9144693" y="782841"/>
                <a:ext cx="165240" cy="161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87EBCD9-7197-A130-8144-85D8F28BF54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136053" y="773841"/>
                  <a:ext cx="182880" cy="17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3A1D0D2F-5CA3-D78F-193D-304853210A6C}"/>
                  </a:ext>
                </a:extLst>
              </p14:cNvPr>
              <p14:cNvContentPartPr/>
              <p14:nvPr/>
            </p14:nvContentPartPr>
            <p14:xfrm>
              <a:off x="7985493" y="4381401"/>
              <a:ext cx="3798360" cy="9223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3A1D0D2F-5CA3-D78F-193D-304853210A6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976853" y="4372401"/>
                <a:ext cx="3816000" cy="9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2AEE3CD-8630-6A52-BBD6-2FE6C57204B7}"/>
                  </a:ext>
                </a:extLst>
              </p14:cNvPr>
              <p14:cNvContentPartPr/>
              <p14:nvPr/>
            </p14:nvContentPartPr>
            <p14:xfrm>
              <a:off x="8274933" y="5607561"/>
              <a:ext cx="3287160" cy="6606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2AEE3CD-8630-6A52-BBD6-2FE6C57204B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266293" y="5598561"/>
                <a:ext cx="3304800" cy="67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E1463001-0035-9A96-3762-DAED2577A57C}"/>
                  </a:ext>
                </a:extLst>
              </p14:cNvPr>
              <p14:cNvContentPartPr/>
              <p14:nvPr/>
            </p14:nvContentPartPr>
            <p14:xfrm>
              <a:off x="8420373" y="5367081"/>
              <a:ext cx="133560" cy="18864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E1463001-0035-9A96-3762-DAED2577A57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411733" y="5358081"/>
                <a:ext cx="15120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8114185-B2C9-DC99-CC01-B5C38B56FE71}"/>
                  </a:ext>
                </a:extLst>
              </p14:cNvPr>
              <p14:cNvContentPartPr/>
              <p14:nvPr/>
            </p14:nvContentPartPr>
            <p14:xfrm>
              <a:off x="8648613" y="5347281"/>
              <a:ext cx="84960" cy="23940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8114185-B2C9-DC99-CC01-B5C38B56FE7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639613" y="5338281"/>
                <a:ext cx="10260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79AB425-3D20-80BA-F099-64DC7656F6EB}"/>
                  </a:ext>
                </a:extLst>
              </p14:cNvPr>
              <p14:cNvContentPartPr/>
              <p14:nvPr/>
            </p14:nvContentPartPr>
            <p14:xfrm>
              <a:off x="8633133" y="5468961"/>
              <a:ext cx="88560" cy="360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79AB425-3D20-80BA-F099-64DC7656F6EB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624133" y="5459961"/>
                <a:ext cx="10620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72B24F0-DEC4-62B7-B18A-2A315318D6F9}"/>
                  </a:ext>
                </a:extLst>
              </p14:cNvPr>
              <p14:cNvContentPartPr/>
              <p14:nvPr/>
            </p14:nvContentPartPr>
            <p14:xfrm>
              <a:off x="1042533" y="2102241"/>
              <a:ext cx="1430640" cy="4917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72B24F0-DEC4-62B7-B18A-2A315318D6F9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33893" y="2093241"/>
                <a:ext cx="1448280" cy="50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B382AE1-D005-D992-107D-9E8F170C69D1}"/>
                  </a:ext>
                </a:extLst>
              </p14:cNvPr>
              <p14:cNvContentPartPr/>
              <p14:nvPr/>
            </p14:nvContentPartPr>
            <p14:xfrm>
              <a:off x="2447973" y="2352081"/>
              <a:ext cx="83520" cy="1839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B382AE1-D005-D992-107D-9E8F170C69D1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2438973" y="2343441"/>
                <a:ext cx="10116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F3C736E-E797-57C5-F1A5-F75B1412B9F3}"/>
                  </a:ext>
                </a:extLst>
              </p14:cNvPr>
              <p14:cNvContentPartPr/>
              <p14:nvPr/>
            </p14:nvContentPartPr>
            <p14:xfrm>
              <a:off x="2184453" y="2492121"/>
              <a:ext cx="2091600" cy="9342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F3C736E-E797-57C5-F1A5-F75B1412B9F3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175453" y="2483121"/>
                <a:ext cx="2109240" cy="9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3F30010-29D1-4D30-6F3F-419DEF4C7155}"/>
                  </a:ext>
                </a:extLst>
              </p14:cNvPr>
              <p14:cNvContentPartPr/>
              <p14:nvPr/>
            </p14:nvContentPartPr>
            <p14:xfrm>
              <a:off x="2453733" y="2859681"/>
              <a:ext cx="376920" cy="234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3F30010-29D1-4D30-6F3F-419DEF4C7155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444733" y="2851041"/>
                <a:ext cx="39456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BC64318-48F6-7F02-3838-64F2CAB1A6F3}"/>
                  </a:ext>
                </a:extLst>
              </p14:cNvPr>
              <p14:cNvContentPartPr/>
              <p14:nvPr/>
            </p14:nvContentPartPr>
            <p14:xfrm>
              <a:off x="2915973" y="2895321"/>
              <a:ext cx="93600" cy="3265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BC64318-48F6-7F02-3838-64F2CAB1A6F3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906973" y="2886681"/>
                <a:ext cx="111240" cy="34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C4FD7FB-A68E-5B8A-BA10-12406BE84EE8}"/>
                  </a:ext>
                </a:extLst>
              </p14:cNvPr>
              <p14:cNvContentPartPr/>
              <p14:nvPr/>
            </p14:nvContentPartPr>
            <p14:xfrm>
              <a:off x="3103533" y="2938881"/>
              <a:ext cx="160560" cy="1980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C4FD7FB-A68E-5B8A-BA10-12406BE84EE8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094893" y="2930241"/>
                <a:ext cx="17820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E7153233-EB44-0EA2-0067-5543A5AE6F2F}"/>
                  </a:ext>
                </a:extLst>
              </p14:cNvPr>
              <p14:cNvContentPartPr/>
              <p14:nvPr/>
            </p14:nvContentPartPr>
            <p14:xfrm>
              <a:off x="3270933" y="2932041"/>
              <a:ext cx="319680" cy="3481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E7153233-EB44-0EA2-0067-5543A5AE6F2F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3261933" y="2923041"/>
                <a:ext cx="337320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09E11EF8-C9F1-3550-8E04-CE5C62F24C68}"/>
                  </a:ext>
                </a:extLst>
              </p14:cNvPr>
              <p14:cNvContentPartPr/>
              <p14:nvPr/>
            </p14:nvContentPartPr>
            <p14:xfrm>
              <a:off x="3616893" y="2928081"/>
              <a:ext cx="325080" cy="2314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09E11EF8-C9F1-3550-8E04-CE5C62F24C68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3607893" y="2919441"/>
                <a:ext cx="342720" cy="24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5921B4E-B333-68B5-3FEE-9F0A576060B0}"/>
                  </a:ext>
                </a:extLst>
              </p14:cNvPr>
              <p14:cNvContentPartPr/>
              <p14:nvPr/>
            </p14:nvContentPartPr>
            <p14:xfrm>
              <a:off x="3970053" y="2927001"/>
              <a:ext cx="113400" cy="1886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5921B4E-B333-68B5-3FEE-9F0A576060B0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3961053" y="2918361"/>
                <a:ext cx="13104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513656E-65FF-84A7-A018-F5240FA46CD3}"/>
                  </a:ext>
                </a:extLst>
              </p14:cNvPr>
              <p14:cNvContentPartPr/>
              <p14:nvPr/>
            </p14:nvContentPartPr>
            <p14:xfrm>
              <a:off x="1067373" y="3185481"/>
              <a:ext cx="1311480" cy="13842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513656E-65FF-84A7-A018-F5240FA46CD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058733" y="3176481"/>
                <a:ext cx="1329120" cy="140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5925620-089D-5C91-8150-C7BC07680F11}"/>
                  </a:ext>
                </a:extLst>
              </p14:cNvPr>
              <p14:cNvContentPartPr/>
              <p14:nvPr/>
            </p14:nvContentPartPr>
            <p14:xfrm>
              <a:off x="731133" y="4467801"/>
              <a:ext cx="816480" cy="2613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5925620-089D-5C91-8150-C7BC07680F11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722493" y="4459161"/>
                <a:ext cx="83412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FDD888D3-6E96-E3C1-1578-0444295D524C}"/>
                  </a:ext>
                </a:extLst>
              </p14:cNvPr>
              <p14:cNvContentPartPr/>
              <p14:nvPr/>
            </p14:nvContentPartPr>
            <p14:xfrm>
              <a:off x="677853" y="4664361"/>
              <a:ext cx="876240" cy="4975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FDD888D3-6E96-E3C1-1578-0444295D524C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69213" y="4655721"/>
                <a:ext cx="893880" cy="51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9ED9F25-6F95-BB36-0E2C-B65A1EC740A4}"/>
                  </a:ext>
                </a:extLst>
              </p14:cNvPr>
              <p14:cNvContentPartPr/>
              <p14:nvPr/>
            </p14:nvContentPartPr>
            <p14:xfrm>
              <a:off x="1428813" y="4604241"/>
              <a:ext cx="105840" cy="4748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9ED9F25-6F95-BB36-0E2C-B65A1EC740A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419813" y="4595241"/>
                <a:ext cx="123480" cy="49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292D339B-4AA3-66DE-9896-831EAEBC2BCA}"/>
                  </a:ext>
                </a:extLst>
              </p14:cNvPr>
              <p14:cNvContentPartPr/>
              <p14:nvPr/>
            </p14:nvContentPartPr>
            <p14:xfrm>
              <a:off x="1378053" y="3018081"/>
              <a:ext cx="791640" cy="3355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292D339B-4AA3-66DE-9896-831EAEBC2BCA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369053" y="3009441"/>
                <a:ext cx="80928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A635E509-1232-AA9A-A0A6-F00322C909E2}"/>
                  </a:ext>
                </a:extLst>
              </p14:cNvPr>
              <p14:cNvContentPartPr/>
              <p14:nvPr/>
            </p14:nvContentPartPr>
            <p14:xfrm>
              <a:off x="667413" y="3412641"/>
              <a:ext cx="115200" cy="1396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A635E509-1232-AA9A-A0A6-F00322C909E2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58413" y="3403641"/>
                <a:ext cx="132840" cy="15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EC945E8-B1A2-84D3-8744-F0A593993FB7}"/>
                  </a:ext>
                </a:extLst>
              </p14:cNvPr>
              <p14:cNvContentPartPr/>
              <p14:nvPr/>
            </p14:nvContentPartPr>
            <p14:xfrm>
              <a:off x="662013" y="3413361"/>
              <a:ext cx="154080" cy="1976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EC945E8-B1A2-84D3-8744-F0A593993FB7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653013" y="3404721"/>
                <a:ext cx="17172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CEA05046-9312-5941-1741-EDD54050618B}"/>
                  </a:ext>
                </a:extLst>
              </p14:cNvPr>
              <p14:cNvContentPartPr/>
              <p14:nvPr/>
            </p14:nvContentPartPr>
            <p14:xfrm>
              <a:off x="832293" y="3409041"/>
              <a:ext cx="101160" cy="16128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CEA05046-9312-5941-1741-EDD54050618B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23653" y="3400401"/>
                <a:ext cx="11880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29AC3485-46BD-6B23-124F-27F2FFD629BC}"/>
                  </a:ext>
                </a:extLst>
              </p14:cNvPr>
              <p14:cNvContentPartPr/>
              <p14:nvPr/>
            </p14:nvContentPartPr>
            <p14:xfrm>
              <a:off x="920133" y="3414441"/>
              <a:ext cx="468360" cy="1227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29AC3485-46BD-6B23-124F-27F2FFD629BC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911133" y="3405441"/>
                <a:ext cx="48600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865D6D6-EE68-19EF-A547-989BAD742072}"/>
                  </a:ext>
                </a:extLst>
              </p14:cNvPr>
              <p14:cNvContentPartPr/>
              <p14:nvPr/>
            </p14:nvContentPartPr>
            <p14:xfrm>
              <a:off x="1299933" y="2783001"/>
              <a:ext cx="893880" cy="1126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865D6D6-EE68-19EF-A547-989BAD742072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290933" y="2774001"/>
                <a:ext cx="91152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6C9DBF6-FC41-F552-3311-A830D118CFB2}"/>
                  </a:ext>
                </a:extLst>
              </p14:cNvPr>
              <p14:cNvContentPartPr/>
              <p14:nvPr/>
            </p14:nvContentPartPr>
            <p14:xfrm>
              <a:off x="806013" y="2869041"/>
              <a:ext cx="192960" cy="1296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6C9DBF6-FC41-F552-3311-A830D118CFB2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797013" y="2860401"/>
                <a:ext cx="21060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9979A64-E200-D629-E2D4-7F8BD1288A91}"/>
                  </a:ext>
                </a:extLst>
              </p14:cNvPr>
              <p14:cNvContentPartPr/>
              <p14:nvPr/>
            </p14:nvContentPartPr>
            <p14:xfrm>
              <a:off x="1020933" y="2898201"/>
              <a:ext cx="215640" cy="705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9979A64-E200-D629-E2D4-7F8BD1288A91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012293" y="2889561"/>
                <a:ext cx="23328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0688BB0-CC67-9909-2412-4DDD0F0894C4}"/>
                  </a:ext>
                </a:extLst>
              </p14:cNvPr>
              <p14:cNvContentPartPr/>
              <p14:nvPr/>
            </p14:nvContentPartPr>
            <p14:xfrm>
              <a:off x="1175373" y="2555121"/>
              <a:ext cx="997920" cy="1303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0688BB0-CC67-9909-2412-4DDD0F0894C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166373" y="2546121"/>
                <a:ext cx="1015560" cy="14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EF18DDC6-1422-9CE5-6C50-94DE3EB23BF9}"/>
                  </a:ext>
                </a:extLst>
              </p14:cNvPr>
              <p14:cNvContentPartPr/>
              <p14:nvPr/>
            </p14:nvContentPartPr>
            <p14:xfrm>
              <a:off x="8035173" y="4098801"/>
              <a:ext cx="478080" cy="23616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EF18DDC6-1422-9CE5-6C50-94DE3EB23BF9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8026173" y="4090161"/>
                <a:ext cx="49572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1A6CCE1-E476-EA70-A75C-BA4B77CC4CE1}"/>
                  </a:ext>
                </a:extLst>
              </p14:cNvPr>
              <p14:cNvContentPartPr/>
              <p14:nvPr/>
            </p14:nvContentPartPr>
            <p14:xfrm>
              <a:off x="8549613" y="4154961"/>
              <a:ext cx="108000" cy="1638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1A6CCE1-E476-EA70-A75C-BA4B77CC4CE1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8540613" y="4145961"/>
                <a:ext cx="12564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8D7E363F-FE67-9B12-ED9E-EBC909F437E3}"/>
                  </a:ext>
                </a:extLst>
              </p14:cNvPr>
              <p14:cNvContentPartPr/>
              <p14:nvPr/>
            </p14:nvContentPartPr>
            <p14:xfrm>
              <a:off x="8735373" y="4126521"/>
              <a:ext cx="223200" cy="1098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8D7E363F-FE67-9B12-ED9E-EBC909F437E3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8726373" y="4117881"/>
                <a:ext cx="24084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FF436C75-188A-D6AB-9782-70CEF7A13EE9}"/>
                  </a:ext>
                </a:extLst>
              </p14:cNvPr>
              <p14:cNvContentPartPr/>
              <p14:nvPr/>
            </p14:nvContentPartPr>
            <p14:xfrm>
              <a:off x="4317453" y="3038241"/>
              <a:ext cx="4057200" cy="1393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FF436C75-188A-D6AB-9782-70CEF7A13EE9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4308453" y="3029241"/>
                <a:ext cx="407484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EC0C56B0-B64B-6D14-E6BF-90AD48DBB65F}"/>
                  </a:ext>
                </a:extLst>
              </p14:cNvPr>
              <p14:cNvContentPartPr/>
              <p14:nvPr/>
            </p14:nvContentPartPr>
            <p14:xfrm>
              <a:off x="4220253" y="3008001"/>
              <a:ext cx="231480" cy="2466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EC0C56B0-B64B-6D14-E6BF-90AD48DBB6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4211253" y="2999361"/>
                <a:ext cx="24912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13C0B58-C7B1-E8F4-ED4B-D6E000EDDB25}"/>
                  </a:ext>
                </a:extLst>
              </p14:cNvPr>
              <p14:cNvContentPartPr/>
              <p14:nvPr/>
            </p14:nvContentPartPr>
            <p14:xfrm>
              <a:off x="5869413" y="2847801"/>
              <a:ext cx="155160" cy="2124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13C0B58-C7B1-E8F4-ED4B-D6E000EDDB25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5860773" y="2839161"/>
                <a:ext cx="17280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BE958B0-5F52-89EE-2EEB-4FBBE8A29917}"/>
                  </a:ext>
                </a:extLst>
              </p14:cNvPr>
              <p14:cNvContentPartPr/>
              <p14:nvPr/>
            </p14:nvContentPartPr>
            <p14:xfrm>
              <a:off x="6111333" y="2903961"/>
              <a:ext cx="149760" cy="1000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BE958B0-5F52-89EE-2EEB-4FBBE8A29917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6102333" y="2894961"/>
                <a:ext cx="16740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D70C89C8-C82D-754C-0392-944F1B17F3C6}"/>
                  </a:ext>
                </a:extLst>
              </p14:cNvPr>
              <p14:cNvContentPartPr/>
              <p14:nvPr/>
            </p14:nvContentPartPr>
            <p14:xfrm>
              <a:off x="6324813" y="2815761"/>
              <a:ext cx="187200" cy="21096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D70C89C8-C82D-754C-0392-944F1B17F3C6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6315813" y="2807121"/>
                <a:ext cx="204840" cy="2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D9807E14-B26B-8521-9038-07A2E01EFA86}"/>
                  </a:ext>
                </a:extLst>
              </p14:cNvPr>
              <p14:cNvContentPartPr/>
              <p14:nvPr/>
            </p14:nvContentPartPr>
            <p14:xfrm>
              <a:off x="6549093" y="2887761"/>
              <a:ext cx="115560" cy="1328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D9807E14-B26B-8521-9038-07A2E01EFA86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6540453" y="2879121"/>
                <a:ext cx="133200" cy="15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4AADD6B0-A808-76BF-2D3C-7054D800152E}"/>
                  </a:ext>
                </a:extLst>
              </p14:cNvPr>
              <p14:cNvContentPartPr/>
              <p14:nvPr/>
            </p14:nvContentPartPr>
            <p14:xfrm>
              <a:off x="6724773" y="2882001"/>
              <a:ext cx="359640" cy="13356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4AADD6B0-A808-76BF-2D3C-7054D800152E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6715773" y="2873001"/>
                <a:ext cx="37728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BBEE48B1-6664-9DE7-39A6-438C8E608759}"/>
                  </a:ext>
                </a:extLst>
              </p14:cNvPr>
              <p14:cNvContentPartPr/>
              <p14:nvPr/>
            </p14:nvContentPartPr>
            <p14:xfrm>
              <a:off x="7043013" y="2801721"/>
              <a:ext cx="360" cy="504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BBEE48B1-6664-9DE7-39A6-438C8E608759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034373" y="2793081"/>
                <a:ext cx="1800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DDDC9467-9719-84D2-8E36-08628ABC38D6}"/>
                  </a:ext>
                </a:extLst>
              </p14:cNvPr>
              <p14:cNvContentPartPr/>
              <p14:nvPr/>
            </p14:nvContentPartPr>
            <p14:xfrm>
              <a:off x="7083693" y="2880921"/>
              <a:ext cx="308880" cy="16524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DDDC9467-9719-84D2-8E36-08628ABC38D6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074693" y="2871921"/>
                <a:ext cx="32652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529018C5-210B-D4A7-B9C0-0FA7C80DE8C7}"/>
                  </a:ext>
                </a:extLst>
              </p14:cNvPr>
              <p14:cNvContentPartPr/>
              <p14:nvPr/>
            </p14:nvContentPartPr>
            <p14:xfrm>
              <a:off x="8950653" y="2927001"/>
              <a:ext cx="741600" cy="32004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529018C5-210B-D4A7-B9C0-0FA7C80DE8C7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941653" y="2918001"/>
                <a:ext cx="759240" cy="33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964D6021-2321-1DAC-6B9C-E66887961608}"/>
                  </a:ext>
                </a:extLst>
              </p14:cNvPr>
              <p14:cNvContentPartPr/>
              <p14:nvPr/>
            </p14:nvContentPartPr>
            <p14:xfrm>
              <a:off x="9787653" y="2965881"/>
              <a:ext cx="529920" cy="18972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964D6021-2321-1DAC-6B9C-E66887961608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9779013" y="2956881"/>
                <a:ext cx="547560" cy="20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41AB3A9-67E5-5C75-02AE-B89D64E4CB6D}"/>
                  </a:ext>
                </a:extLst>
              </p14:cNvPr>
              <p14:cNvContentPartPr/>
              <p14:nvPr/>
            </p14:nvContentPartPr>
            <p14:xfrm>
              <a:off x="10359333" y="2954721"/>
              <a:ext cx="511200" cy="2246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41AB3A9-67E5-5C75-02AE-B89D64E4CB6D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0350333" y="2946081"/>
                <a:ext cx="52884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40FECC12-73E6-F117-8AA0-816E2E6B596E}"/>
                  </a:ext>
                </a:extLst>
              </p14:cNvPr>
              <p14:cNvContentPartPr/>
              <p14:nvPr/>
            </p14:nvContentPartPr>
            <p14:xfrm>
              <a:off x="8670573" y="2674641"/>
              <a:ext cx="2860920" cy="81936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40FECC12-73E6-F117-8AA0-816E2E6B596E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661933" y="2665641"/>
                <a:ext cx="2878560" cy="83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2CFD82D7-3D28-7651-28B0-5A651231D684}"/>
                  </a:ext>
                </a:extLst>
              </p14:cNvPr>
              <p14:cNvContentPartPr/>
              <p14:nvPr/>
            </p14:nvContentPartPr>
            <p14:xfrm>
              <a:off x="4595013" y="3198801"/>
              <a:ext cx="162360" cy="21204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2CFD82D7-3D28-7651-28B0-5A651231D684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4586373" y="3189801"/>
                <a:ext cx="18000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E50C1B1C-EC5E-FBCF-4AEC-6F69521B1571}"/>
                  </a:ext>
                </a:extLst>
              </p14:cNvPr>
              <p14:cNvContentPartPr/>
              <p14:nvPr/>
            </p14:nvContentPartPr>
            <p14:xfrm>
              <a:off x="4655133" y="3244161"/>
              <a:ext cx="3566160" cy="15145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E50C1B1C-EC5E-FBCF-4AEC-6F69521B1571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4646493" y="3235161"/>
                <a:ext cx="3583800" cy="153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B7A11A1A-1B29-36D8-6F69-58723A728D12}"/>
                  </a:ext>
                </a:extLst>
              </p14:cNvPr>
              <p14:cNvContentPartPr/>
              <p14:nvPr/>
            </p14:nvContentPartPr>
            <p14:xfrm>
              <a:off x="8613333" y="4509201"/>
              <a:ext cx="2726640" cy="63360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B7A11A1A-1B29-36D8-6F69-58723A728D12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604333" y="4500561"/>
                <a:ext cx="2744280" cy="65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89068FA7-76AA-09FC-9D01-055BE9A86550}"/>
                  </a:ext>
                </a:extLst>
              </p14:cNvPr>
              <p14:cNvContentPartPr/>
              <p14:nvPr/>
            </p14:nvContentPartPr>
            <p14:xfrm>
              <a:off x="8956053" y="4683081"/>
              <a:ext cx="370080" cy="1998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89068FA7-76AA-09FC-9D01-055BE9A86550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947053" y="4674441"/>
                <a:ext cx="38772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2B7018B5-C1F4-E7A2-2985-E67D420FED93}"/>
                  </a:ext>
                </a:extLst>
              </p14:cNvPr>
              <p14:cNvContentPartPr/>
              <p14:nvPr/>
            </p14:nvContentPartPr>
            <p14:xfrm>
              <a:off x="9357813" y="4735281"/>
              <a:ext cx="145440" cy="33300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2B7018B5-C1F4-E7A2-2985-E67D420FED93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9349173" y="4726641"/>
                <a:ext cx="163080" cy="35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03215CA3-25C0-A688-5FEC-B0A565DE404E}"/>
                  </a:ext>
                </a:extLst>
              </p14:cNvPr>
              <p14:cNvContentPartPr/>
              <p14:nvPr/>
            </p14:nvContentPartPr>
            <p14:xfrm>
              <a:off x="9628893" y="4751481"/>
              <a:ext cx="110880" cy="23112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03215CA3-25C0-A688-5FEC-B0A565DE404E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619893" y="4742841"/>
                <a:ext cx="12852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A5A1FE06-697B-54A3-2448-B1ED204513F6}"/>
                  </a:ext>
                </a:extLst>
              </p14:cNvPr>
              <p14:cNvContentPartPr/>
              <p14:nvPr/>
            </p14:nvContentPartPr>
            <p14:xfrm>
              <a:off x="9831213" y="4822041"/>
              <a:ext cx="150120" cy="15912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A5A1FE06-697B-54A3-2448-B1ED204513F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9822213" y="4813401"/>
                <a:ext cx="167760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DD5421FA-7EB6-9D4E-A452-F44755BA2F75}"/>
                  </a:ext>
                </a:extLst>
              </p14:cNvPr>
              <p14:cNvContentPartPr/>
              <p14:nvPr/>
            </p14:nvContentPartPr>
            <p14:xfrm>
              <a:off x="10058013" y="4824201"/>
              <a:ext cx="184320" cy="229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DD5421FA-7EB6-9D4E-A452-F44755BA2F75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0049373" y="4815201"/>
                <a:ext cx="20196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4BDB39C-8144-1A02-E4BF-29F8DCB61058}"/>
                  </a:ext>
                </a:extLst>
              </p14:cNvPr>
              <p14:cNvContentPartPr/>
              <p14:nvPr/>
            </p14:nvContentPartPr>
            <p14:xfrm>
              <a:off x="10310733" y="4780281"/>
              <a:ext cx="601200" cy="26496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4BDB39C-8144-1A02-E4BF-29F8DCB61058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0301733" y="4771281"/>
                <a:ext cx="61884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148A0A2A-60D1-DCD4-E8CC-02E3EBDA1586}"/>
                  </a:ext>
                </a:extLst>
              </p14:cNvPr>
              <p14:cNvContentPartPr/>
              <p14:nvPr/>
            </p14:nvContentPartPr>
            <p14:xfrm>
              <a:off x="8606133" y="5793681"/>
              <a:ext cx="2748240" cy="5205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148A0A2A-60D1-DCD4-E8CC-02E3EBDA1586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8597133" y="5784681"/>
                <a:ext cx="2765880" cy="53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1E3C35FE-3222-471F-DBAB-9B126018BC39}"/>
                  </a:ext>
                </a:extLst>
              </p14:cNvPr>
              <p14:cNvContentPartPr/>
              <p14:nvPr/>
            </p14:nvContentPartPr>
            <p14:xfrm>
              <a:off x="9248373" y="5981961"/>
              <a:ext cx="547560" cy="2502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1E3C35FE-3222-471F-DBAB-9B126018BC39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9239373" y="5973321"/>
                <a:ext cx="56520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87E5F8E3-8C8E-2E44-57E5-7F9C436B48C4}"/>
                  </a:ext>
                </a:extLst>
              </p14:cNvPr>
              <p14:cNvContentPartPr/>
              <p14:nvPr/>
            </p14:nvContentPartPr>
            <p14:xfrm>
              <a:off x="9834453" y="6012921"/>
              <a:ext cx="974880" cy="21060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87E5F8E3-8C8E-2E44-57E5-7F9C436B48C4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9825813" y="6004281"/>
                <a:ext cx="99252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0C333B05-9E39-3CFD-D007-680F41888CA5}"/>
                  </a:ext>
                </a:extLst>
              </p14:cNvPr>
              <p14:cNvContentPartPr/>
              <p14:nvPr/>
            </p14:nvContentPartPr>
            <p14:xfrm>
              <a:off x="4079853" y="3186201"/>
              <a:ext cx="4786560" cy="297072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0C333B05-9E39-3CFD-D007-680F41888CA5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071213" y="3177561"/>
                <a:ext cx="4804200" cy="298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088A747D-580F-9DA3-746D-BE5AC49BEE27}"/>
                  </a:ext>
                </a:extLst>
              </p14:cNvPr>
              <p14:cNvContentPartPr/>
              <p14:nvPr/>
            </p14:nvContentPartPr>
            <p14:xfrm>
              <a:off x="4123413" y="3159561"/>
              <a:ext cx="130320" cy="15588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088A747D-580F-9DA3-746D-BE5AC49BEE27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114413" y="3150921"/>
                <a:ext cx="14796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7CDC8E99-B643-74F5-BC1A-291765977F4E}"/>
                  </a:ext>
                </a:extLst>
              </p14:cNvPr>
              <p14:cNvContentPartPr/>
              <p14:nvPr/>
            </p14:nvContentPartPr>
            <p14:xfrm>
              <a:off x="3560013" y="2180001"/>
              <a:ext cx="21600" cy="34956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7CDC8E99-B643-74F5-BC1A-291765977F4E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551013" y="2171001"/>
                <a:ext cx="3924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619F6B7-ECFB-33B8-D199-3B62BBA442F1}"/>
                  </a:ext>
                </a:extLst>
              </p14:cNvPr>
              <p14:cNvContentPartPr/>
              <p14:nvPr/>
            </p14:nvContentPartPr>
            <p14:xfrm>
              <a:off x="3519333" y="2177481"/>
              <a:ext cx="153360" cy="9288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619F6B7-ECFB-33B8-D199-3B62BBA442F1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3510333" y="2168841"/>
                <a:ext cx="17100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027A10AC-EA95-74F5-1334-36217B2E195C}"/>
              </a:ext>
            </a:extLst>
          </p:cNvPr>
          <p:cNvGrpSpPr/>
          <p:nvPr/>
        </p:nvGrpSpPr>
        <p:grpSpPr>
          <a:xfrm>
            <a:off x="2103813" y="4541241"/>
            <a:ext cx="4108320" cy="1369440"/>
            <a:chOff x="2103813" y="4541241"/>
            <a:chExt cx="4108320" cy="136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DF3557C-E0C4-DA2E-6A3D-E4C8E40FDA48}"/>
                    </a:ext>
                  </a:extLst>
                </p14:cNvPr>
                <p14:cNvContentPartPr/>
                <p14:nvPr/>
              </p14:nvContentPartPr>
              <p14:xfrm>
                <a:off x="2693493" y="5294361"/>
                <a:ext cx="222120" cy="230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DF3557C-E0C4-DA2E-6A3D-E4C8E40FDA4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684853" y="5285361"/>
                  <a:ext cx="2397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635DE7F-5319-22B5-C476-8C4BAE8D38A6}"/>
                    </a:ext>
                  </a:extLst>
                </p14:cNvPr>
                <p14:cNvContentPartPr/>
                <p14:nvPr/>
              </p14:nvContentPartPr>
              <p14:xfrm>
                <a:off x="2928213" y="5274201"/>
                <a:ext cx="186120" cy="19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635DE7F-5319-22B5-C476-8C4BAE8D38A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919573" y="5265561"/>
                  <a:ext cx="2037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42B97B8-F370-B50C-BF6D-F253C6BF0568}"/>
                    </a:ext>
                  </a:extLst>
                </p14:cNvPr>
                <p14:cNvContentPartPr/>
                <p14:nvPr/>
              </p14:nvContentPartPr>
              <p14:xfrm>
                <a:off x="3033333" y="5268441"/>
                <a:ext cx="302400" cy="189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42B97B8-F370-B50C-BF6D-F253C6BF05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024333" y="5259441"/>
                  <a:ext cx="320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0F4048E-6CFF-5400-898F-530E1DBA4187}"/>
                    </a:ext>
                  </a:extLst>
                </p14:cNvPr>
                <p14:cNvContentPartPr/>
                <p14:nvPr/>
              </p14:nvContentPartPr>
              <p14:xfrm>
                <a:off x="2322333" y="5084121"/>
                <a:ext cx="1286640" cy="6940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0F4048E-6CFF-5400-898F-530E1DBA418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313693" y="5075481"/>
                  <a:ext cx="1304280" cy="71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C0D41E2-1A2B-EE35-DD23-1045A4AE059F}"/>
                    </a:ext>
                  </a:extLst>
                </p14:cNvPr>
                <p14:cNvContentPartPr/>
                <p14:nvPr/>
              </p14:nvContentPartPr>
              <p14:xfrm>
                <a:off x="5226813" y="5051001"/>
                <a:ext cx="985320" cy="698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C0D41E2-1A2B-EE35-DD23-1045A4AE059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217813" y="5042361"/>
                  <a:ext cx="1002960" cy="7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9215EB9-2544-0AEF-47EE-E647104EEABB}"/>
                    </a:ext>
                  </a:extLst>
                </p14:cNvPr>
                <p14:cNvContentPartPr/>
                <p14:nvPr/>
              </p14:nvContentPartPr>
              <p14:xfrm>
                <a:off x="5457933" y="4902681"/>
                <a:ext cx="144360" cy="1670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9215EB9-2544-0AEF-47EE-E647104EEAB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48933" y="4893681"/>
                  <a:ext cx="162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18E05B9-9CF3-3760-A896-C6FE2FA58120}"/>
                    </a:ext>
                  </a:extLst>
                </p14:cNvPr>
                <p14:cNvContentPartPr/>
                <p14:nvPr/>
              </p14:nvContentPartPr>
              <p14:xfrm>
                <a:off x="5682573" y="4868481"/>
                <a:ext cx="69840" cy="170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18E05B9-9CF3-3760-A896-C6FE2FA5812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673933" y="4859481"/>
                  <a:ext cx="874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9454060-D664-7ACA-B9EA-3BF5A9446E22}"/>
                    </a:ext>
                  </a:extLst>
                </p14:cNvPr>
                <p14:cNvContentPartPr/>
                <p14:nvPr/>
              </p14:nvContentPartPr>
              <p14:xfrm>
                <a:off x="5723613" y="4833561"/>
                <a:ext cx="196560" cy="250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9454060-D664-7ACA-B9EA-3BF5A9446E2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714973" y="4824921"/>
                  <a:ext cx="2142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0098ED5-71FC-1219-7E13-F90E18DC535A}"/>
                    </a:ext>
                  </a:extLst>
                </p14:cNvPr>
                <p14:cNvContentPartPr/>
                <p14:nvPr/>
              </p14:nvContentPartPr>
              <p14:xfrm>
                <a:off x="5487093" y="5290401"/>
                <a:ext cx="448560" cy="272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0098ED5-71FC-1219-7E13-F90E18DC535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478093" y="5281401"/>
                  <a:ext cx="4662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AAD46DF-4EFC-B424-1A08-B0ED6768991C}"/>
                    </a:ext>
                  </a:extLst>
                </p14:cNvPr>
                <p14:cNvContentPartPr/>
                <p14:nvPr/>
              </p14:nvContentPartPr>
              <p14:xfrm>
                <a:off x="5538573" y="5371761"/>
                <a:ext cx="109800" cy="136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AAD46DF-4EFC-B424-1A08-B0ED6768991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529933" y="5362761"/>
                  <a:ext cx="127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6F37730-C896-FDD0-B6CA-9DAF5982BA18}"/>
                    </a:ext>
                  </a:extLst>
                </p14:cNvPr>
                <p14:cNvContentPartPr/>
                <p14:nvPr/>
              </p14:nvContentPartPr>
              <p14:xfrm>
                <a:off x="5665653" y="5382561"/>
                <a:ext cx="138600" cy="1080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6F37730-C896-FDD0-B6CA-9DAF5982BA18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656653" y="5373921"/>
                  <a:ext cx="156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F1964B4-E649-F9FA-4094-BC8FB0756F68}"/>
                    </a:ext>
                  </a:extLst>
                </p14:cNvPr>
                <p14:cNvContentPartPr/>
                <p14:nvPr/>
              </p14:nvContentPartPr>
              <p14:xfrm>
                <a:off x="5830533" y="5383641"/>
                <a:ext cx="109440" cy="806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F1964B4-E649-F9FA-4094-BC8FB0756F6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821893" y="5374641"/>
                  <a:ext cx="1270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A57EC35-EF0B-F2D0-D863-571695131346}"/>
                    </a:ext>
                  </a:extLst>
                </p14:cNvPr>
                <p14:cNvContentPartPr/>
                <p14:nvPr/>
              </p14:nvContentPartPr>
              <p14:xfrm>
                <a:off x="2103813" y="4782081"/>
                <a:ext cx="1995120" cy="1128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A57EC35-EF0B-F2D0-D863-57169513134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094813" y="4773441"/>
                  <a:ext cx="2012760" cy="11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D11D925-F73A-26CA-E70D-C643BA4E9E77}"/>
                    </a:ext>
                  </a:extLst>
                </p14:cNvPr>
                <p14:cNvContentPartPr/>
                <p14:nvPr/>
              </p14:nvContentPartPr>
              <p14:xfrm>
                <a:off x="2656053" y="4541241"/>
                <a:ext cx="161280" cy="255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D11D925-F73A-26CA-E70D-C643BA4E9E7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47413" y="4532241"/>
                  <a:ext cx="1789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A4E1AD3-F342-861E-AFAE-9C61BF86DEE2}"/>
                    </a:ext>
                  </a:extLst>
                </p14:cNvPr>
                <p14:cNvContentPartPr/>
                <p14:nvPr/>
              </p14:nvContentPartPr>
              <p14:xfrm>
                <a:off x="2789253" y="4639521"/>
                <a:ext cx="230040" cy="114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A4E1AD3-F342-861E-AFAE-9C61BF86DEE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780613" y="4630881"/>
                  <a:ext cx="2476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1075C6A-4D12-B433-3E1C-18A27789ACE3}"/>
                    </a:ext>
                  </a:extLst>
                </p14:cNvPr>
                <p14:cNvContentPartPr/>
                <p14:nvPr/>
              </p14:nvContentPartPr>
              <p14:xfrm>
                <a:off x="3039093" y="4610001"/>
                <a:ext cx="212040" cy="961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1075C6A-4D12-B433-3E1C-18A27789ACE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030453" y="4601001"/>
                  <a:ext cx="229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9F24EEA-5BA4-D042-97C0-B962476AAC52}"/>
                    </a:ext>
                  </a:extLst>
                </p14:cNvPr>
                <p14:cNvContentPartPr/>
                <p14:nvPr/>
              </p14:nvContentPartPr>
              <p14:xfrm>
                <a:off x="3567933" y="5286801"/>
                <a:ext cx="164520" cy="2041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9F24EEA-5BA4-D042-97C0-B962476AAC5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559293" y="5277801"/>
                  <a:ext cx="1821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9618D54-B8FE-4402-7BBF-FCB6B81CE812}"/>
                    </a:ext>
                  </a:extLst>
                </p14:cNvPr>
                <p14:cNvContentPartPr/>
                <p14:nvPr/>
              </p14:nvContentPartPr>
              <p14:xfrm>
                <a:off x="3609693" y="5370321"/>
                <a:ext cx="2163600" cy="116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9618D54-B8FE-4402-7BBF-FCB6B81CE81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00693" y="5361681"/>
                  <a:ext cx="2181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D71AE0A-26E2-9B43-4ECC-126099D30B89}"/>
                    </a:ext>
                  </a:extLst>
                </p14:cNvPr>
                <p14:cNvContentPartPr/>
                <p14:nvPr/>
              </p14:nvContentPartPr>
              <p14:xfrm>
                <a:off x="4253373" y="4957401"/>
                <a:ext cx="92520" cy="155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D71AE0A-26E2-9B43-4ECC-126099D30B8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244733" y="4948761"/>
                  <a:ext cx="110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80805E5-C21B-EF8D-32F0-E3F9BB8D99F1}"/>
                    </a:ext>
                  </a:extLst>
                </p14:cNvPr>
                <p14:cNvContentPartPr/>
                <p14:nvPr/>
              </p14:nvContentPartPr>
              <p14:xfrm>
                <a:off x="4386573" y="4982601"/>
                <a:ext cx="82800" cy="126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80805E5-C21B-EF8D-32F0-E3F9BB8D99F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77933" y="4973601"/>
                  <a:ext cx="1004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18DA4FF-6B0D-1439-9924-96D1FA7BA78B}"/>
                    </a:ext>
                  </a:extLst>
                </p14:cNvPr>
                <p14:cNvContentPartPr/>
                <p14:nvPr/>
              </p14:nvContentPartPr>
              <p14:xfrm>
                <a:off x="4503933" y="4962081"/>
                <a:ext cx="77040" cy="153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18DA4FF-6B0D-1439-9924-96D1FA7BA78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495293" y="4953441"/>
                  <a:ext cx="94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C115CB1-9D18-35F7-82DF-5FA1E9E1397D}"/>
                    </a:ext>
                  </a:extLst>
                </p14:cNvPr>
                <p14:cNvContentPartPr/>
                <p14:nvPr/>
              </p14:nvContentPartPr>
              <p14:xfrm>
                <a:off x="4635333" y="4972881"/>
                <a:ext cx="61560" cy="1303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C115CB1-9D18-35F7-82DF-5FA1E9E1397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626693" y="4964241"/>
                  <a:ext cx="79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5D32875-7E32-864D-1BF5-F46D3297C35A}"/>
                    </a:ext>
                  </a:extLst>
                </p14:cNvPr>
                <p14:cNvContentPartPr/>
                <p14:nvPr/>
              </p14:nvContentPartPr>
              <p14:xfrm>
                <a:off x="4504653" y="5039121"/>
                <a:ext cx="169920" cy="55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5D32875-7E32-864D-1BF5-F46D3297C35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495653" y="5030121"/>
                  <a:ext cx="1875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16806FC-0922-DBB8-E12E-298B0EF42420}"/>
                    </a:ext>
                  </a:extLst>
                </p14:cNvPr>
                <p14:cNvContentPartPr/>
                <p14:nvPr/>
              </p14:nvContentPartPr>
              <p14:xfrm>
                <a:off x="4701573" y="5000241"/>
                <a:ext cx="3600" cy="3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16806FC-0922-DBB8-E12E-298B0EF4242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692933" y="4991241"/>
                  <a:ext cx="21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EBFB615-FF9E-F9F9-5A9E-C1A2AA7335CC}"/>
                    </a:ext>
                  </a:extLst>
                </p14:cNvPr>
                <p14:cNvContentPartPr/>
                <p14:nvPr/>
              </p14:nvContentPartPr>
              <p14:xfrm>
                <a:off x="4688973" y="4907721"/>
                <a:ext cx="210960" cy="173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EBFB615-FF9E-F9F9-5A9E-C1A2AA7335C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680333" y="4899081"/>
                  <a:ext cx="2286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587D488-DE20-4F25-9435-E2CFD1D2F81F}"/>
                    </a:ext>
                  </a:extLst>
                </p14:cNvPr>
                <p14:cNvContentPartPr/>
                <p14:nvPr/>
              </p14:nvContentPartPr>
              <p14:xfrm>
                <a:off x="4130613" y="5132721"/>
                <a:ext cx="706680" cy="109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587D488-DE20-4F25-9435-E2CFD1D2F81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121613" y="5124081"/>
                  <a:ext cx="724320" cy="126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69440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E9B9E5-B682-7E24-B6D6-C307807CD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FC999-2C3C-3A85-CE91-DC268FEB6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SAP Customer Perspective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5C72BA-4CA6-0540-B19E-B5C064E72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268760"/>
            <a:ext cx="10864272" cy="468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803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AC0E0-2444-1F8C-EFC2-885A8DB9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BB687-B4F3-B9F9-D21B-7A6534991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Multi-tenant App on BTP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67804A-43B7-B683-2050-25360D71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052735"/>
            <a:ext cx="10513168" cy="5162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985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FAA15-20C0-341F-38EA-676875E8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8B2F7-4528-B6CE-7054-6C5883767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Partner Solutions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0561A8-7F69-A6F6-CC0D-9845F3178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052736"/>
            <a:ext cx="10872436" cy="482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711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DF8CE-6D7C-D168-0AA9-5CE38A511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D910A-8E83-75C7-ACA6-A957B002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Data Separation for Multi tenant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E12FAD-284A-E251-7A73-A12BED1E3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1907833"/>
            <a:ext cx="10241139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482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3329D-58A1-B439-E1DF-547E6ABD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01A9-ADD7-F0B5-08D4-68D806D4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SAP BTP Offerings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C44D51-A2BC-B28A-E3A4-26DDB6F9A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876" y="1124744"/>
            <a:ext cx="10053424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32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30201-527E-B3C5-0A52-F19DBD733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19DB6-47D6-B181-5A5A-1D44821FA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4" y="0"/>
            <a:ext cx="11005891" cy="711081"/>
          </a:xfrm>
        </p:spPr>
        <p:txBody>
          <a:bodyPr/>
          <a:lstStyle/>
          <a:p>
            <a:r>
              <a:rPr lang="en-US" dirty="0"/>
              <a:t>Multi Tenant App – Architecture with CAP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6A1616-4FA8-234E-AED1-CF22AACFF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980728"/>
            <a:ext cx="10081120" cy="500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779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69A4-C44A-E50D-C6AE-C5A543EB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248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6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3_Office Theme">
  <a:themeElements>
    <a:clrScheme name="Custom 927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F4823"/>
      </a:accent1>
      <a:accent2>
        <a:srgbClr val="346CE8"/>
      </a:accent2>
      <a:accent3>
        <a:srgbClr val="8BB74C"/>
      </a:accent3>
      <a:accent4>
        <a:srgbClr val="D0AD49"/>
      </a:accent4>
      <a:accent5>
        <a:srgbClr val="5CEEA6"/>
      </a:accent5>
      <a:accent6>
        <a:srgbClr val="7740B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8185</TotalTime>
  <Words>207</Words>
  <Application>Microsoft Office PowerPoint</Application>
  <PresentationFormat>Custom</PresentationFormat>
  <Paragraphs>59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Amasis MT Pro</vt:lpstr>
      <vt:lpstr>Amasis MT Pro Black</vt:lpstr>
      <vt:lpstr>Arial</vt:lpstr>
      <vt:lpstr>Arial Black</vt:lpstr>
      <vt:lpstr>Calibri</vt:lpstr>
      <vt:lpstr>Cooper Black</vt:lpstr>
      <vt:lpstr>Segoe UI</vt:lpstr>
      <vt:lpstr>Segoe UI Black</vt:lpstr>
      <vt:lpstr>Segoe UI Light</vt:lpstr>
      <vt:lpstr>Office Theme</vt:lpstr>
      <vt:lpstr>3_Office Theme</vt:lpstr>
      <vt:lpstr>SAP BTP Extension Suite Training</vt:lpstr>
      <vt:lpstr>PowerPoint Presentation</vt:lpstr>
      <vt:lpstr>Agenda – Day 19</vt:lpstr>
      <vt:lpstr>Why Multi-tenant App?</vt:lpstr>
      <vt:lpstr>Common Challenges</vt:lpstr>
      <vt:lpstr>What is Multitenant - SaaS</vt:lpstr>
      <vt:lpstr>Benefits of Multi tenant App</vt:lpstr>
      <vt:lpstr>Challenges</vt:lpstr>
      <vt:lpstr>How it works in BTP?</vt:lpstr>
      <vt:lpstr>PowerPoint Presentation</vt:lpstr>
      <vt:lpstr>SAP Customer Perspective</vt:lpstr>
      <vt:lpstr>Multi-tenant App on BTP</vt:lpstr>
      <vt:lpstr>Partner Solutions</vt:lpstr>
      <vt:lpstr>Data Separation for Multi tenant Apps</vt:lpstr>
      <vt:lpstr>SAP BTP Offerings</vt:lpstr>
      <vt:lpstr>Multi Tenant App – Architecture with CAP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310</cp:revision>
  <dcterms:created xsi:type="dcterms:W3CDTF">2013-09-12T13:05:01Z</dcterms:created>
  <dcterms:modified xsi:type="dcterms:W3CDTF">2026-08-11T06:42:45Z</dcterms:modified>
</cp:coreProperties>
</file>
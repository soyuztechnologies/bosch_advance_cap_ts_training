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76" r:id="rId2"/>
    <p:sldId id="4122" r:id="rId3"/>
    <p:sldId id="277" r:id="rId4"/>
    <p:sldId id="4777" r:id="rId5"/>
    <p:sldId id="4769" r:id="rId6"/>
    <p:sldId id="4757" r:id="rId7"/>
    <p:sldId id="4787" r:id="rId8"/>
    <p:sldId id="4800" r:id="rId9"/>
    <p:sldId id="4759" r:id="rId10"/>
    <p:sldId id="4788" r:id="rId11"/>
    <p:sldId id="4799" r:id="rId12"/>
    <p:sldId id="282" r:id="rId13"/>
    <p:sldId id="280" r:id="rId14"/>
    <p:sldId id="4711" r:id="rId15"/>
    <p:sldId id="4773" r:id="rId16"/>
  </p:sldIdLst>
  <p:sldSz cx="12188825" cy="6858000"/>
  <p:notesSz cx="6858000" cy="9144000"/>
  <p:defaultText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8F817DAF-671E-40FA-9B34-C817E16E6842}">
          <p14:sldIdLst>
            <p14:sldId id="276"/>
            <p14:sldId id="4122"/>
            <p14:sldId id="277"/>
            <p14:sldId id="4777"/>
            <p14:sldId id="4769"/>
            <p14:sldId id="4757"/>
            <p14:sldId id="4787"/>
            <p14:sldId id="4800"/>
            <p14:sldId id="4759"/>
            <p14:sldId id="4788"/>
            <p14:sldId id="4799"/>
          </p14:sldIdLst>
        </p14:section>
        <p14:section name="Untitled Section" id="{3D25B6DE-2864-4657-B43E-6916E185213C}">
          <p14:sldIdLst>
            <p14:sldId id="282"/>
            <p14:sldId id="280"/>
            <p14:sldId id="4711"/>
            <p14:sldId id="4773"/>
          </p14:sldIdLst>
        </p14:section>
      </p14:sectionLst>
    </p:ext>
    <p:ext uri="{EFAFB233-063F-42B5-8137-9DF3F51BA10A}">
      <p15:sldGuideLst xmlns:p15="http://schemas.microsoft.com/office/powerpoint/2012/main">
        <p15:guide id="1" orient="horz" pos="2160">
          <p15:clr>
            <a:srgbClr val="A4A3A4"/>
          </p15:clr>
        </p15:guide>
        <p15:guide id="2" pos="3839">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8E8E8"/>
    <a:srgbClr val="074D92"/>
    <a:srgbClr val="E0E0E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009" autoAdjust="0"/>
    <p:restoredTop sz="95250" autoAdjust="0"/>
  </p:normalViewPr>
  <p:slideViewPr>
    <p:cSldViewPr>
      <p:cViewPr varScale="1">
        <p:scale>
          <a:sx n="105" d="100"/>
          <a:sy n="105" d="100"/>
        </p:scale>
        <p:origin x="368" y="64"/>
      </p:cViewPr>
      <p:guideLst>
        <p:guide orient="horz" pos="2160"/>
        <p:guide pos="3839"/>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2T09:52:46.021"/>
    </inkml:context>
    <inkml:brush xml:id="br0">
      <inkml:brushProperty name="width" value="0.05" units="cm"/>
      <inkml:brushProperty name="height" value="0.05" units="cm"/>
      <inkml:brushProperty name="color" value="#FF0066"/>
    </inkml:brush>
  </inkml:definitions>
  <inkml:trace contextRef="#ctx0" brushRef="#br0">0 0 24575,'0'0'-8191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2T10:11:12.044"/>
    </inkml:context>
    <inkml:brush xml:id="br0">
      <inkml:brushProperty name="width" value="0.05" units="cm"/>
      <inkml:brushProperty name="height" value="0.05" units="cm"/>
      <inkml:brushProperty name="color" value="#FF0066"/>
    </inkml:brush>
  </inkml:definitions>
  <inkml:trace contextRef="#ctx0" brushRef="#br0">0 1 24575,'0'0'-8191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3T08:57:34.045"/>
    </inkml:context>
    <inkml:brush xml:id="br0">
      <inkml:brushProperty name="width" value="0.05" units="cm"/>
      <inkml:brushProperty name="height" value="0.05" units="cm"/>
      <inkml:brushProperty name="color" value="#F6630D"/>
    </inkml:brush>
  </inkml:definitions>
  <inkml:trace contextRef="#ctx0" brushRef="#br0">347 338 24575,'-1'0'0,"-1"0"0,1 0 0,0 0 0,0 0 0,0 0 0,0 0 0,0 0 0,0-1 0,0 1 0,0 0 0,1-1 0,-1 1 0,0-1 0,0 1 0,0-1 0,0 1 0,0-1 0,1 1 0,-1-1 0,0 0 0,0 0 0,1 1 0,-2-3 0,1 2 0,1-1 0,-1 0 0,1 1 0,-1-1 0,1 0 0,0 0 0,-1 0 0,1 1 0,0-1 0,0 0 0,0 0 0,1-2 0,1-4 0,0 0 0,0 0 0,1 0 0,5-12 0,-3 10 0,0 1 0,0 0 0,8-9 0,-12 17 0,0-1 0,0 1 0,0-1 0,1 1 0,-1 0 0,0-1 0,1 1 0,-1 0 0,1 0 0,-1 0 0,1 0 0,-1 0 0,1 0 0,0 0 0,-1 0 0,1 1 0,0-1 0,0 1 0,-1 0 0,1-1 0,0 1 0,0 0 0,0 0 0,0 0 0,2 0 0,-2 1 0,-1 0 0,0 0 0,1-1 0,-1 1 0,0 0 0,0 0 0,1 1 0,-1-1 0,0 0 0,0 0 0,0 0 0,0 1 0,-1-1 0,1 1 0,0-1 0,-1 0 0,1 1 0,0 2 0,7 32 0,-7-31 0,3 29 0,-2-1 0,-1 1 0,-4 46 0,-21 103 0,19-148 0,-10 65-40,-71 503-1244,22 5 235,-1 353 278,-21 287-368,62-950 1108,-43 615-347,61 0-147,38-560 435,-19-268 153,3-2 0,32 92 0,-38-145 277,2 0 0,0-1 0,2-1 0,1-1 0,35 49 0,-37-61-124,0 0 1,0 0 0,2-2 0,0 0 0,0 0 0,1-2 0,1 0 0,0 0-1,0-2 1,27 11 0,-7-7-146,0-2 0,1-2 0,0-2 0,1-1 0,-1-1-1,63-2 1,236-30 123,-291 21-191,421-51-692,430-47-1926,535 9-2415,5 49 4624,-196 9 750,-4-33-2025,-1149 64 1585,470-59 2063,-555 64-1907,26-4 694,-1-2 0,0-1 0,41-17 0,-62 21-525,1 0 0,-1 0 0,0-1 0,0 0 0,0 0 0,-1 0 0,7-8 0,-10 9-65,1 0-1,-1 0 1,-1 0-1,1-1 1,-1 1-1,1-1 1,-1 0-1,-1 0 1,1 1 0,-1-1-1,1 0 1,0-10-1,-2-1-18,0-1 1,0 1-1,-2-1 0,-5-25 0,-23-69 257,17 66-358,-139-557-680,-77-814-908,182-9 1556,170 6-157,-83 1142-454,60-531 1072,-98 781-379,5-113 1190,-7 114-1025,-1-1 0,-1 0 0,-7-29 0,7 48-258,0 1 0,0-1 1,0 1-1,-1-1 0,-1 1 0,1 0 0,-1 0 0,0 1 0,-1-1 0,0 1 0,0 0 0,0 0 0,0 0 0,-8-5 1,3 4-2,-1 0 1,0 1 0,0 0 0,0 1 0,-1 0 0,0 1 0,0 0 0,-13-2 0,-39-7-1,-94-7 0,-68 9 0,102 7 0,-1199-11-1720,901 16 1424,-1238 34-1657,927-13 2122,329-13-202,-689 23-822,118 56 3799,759-53-1842,159-22-781,-95 33 0,149-44-321,0-1 0,0 1 0,0 0 0,0 0 0,0 0 0,1 1 0,-1-1 0,1 1 0,-5 5 0,5-6 0,0 1 0,0-1 0,0 0 0,0 1 0,-1-1 0,1 0 0,0 0 0,-1-1 0,0 1 0,1-1 0,-1 1 0,-3 0 0,-14 4 0,0-2 0,-1 0 0,1-1 0,-1-2 0,1 0 0,-1-1 0,1-1 0,-1 0 0,1-2 0,-1-1 0,-30-9 0,50 13 0,-1-1 0,1 1 0,-1-1 0,0 1 0,1 0 0,-1-1 0,1 1 0,-1 0 0,0 0 0,1 0 0,-1 0 0,0 1 0,1-1 0,-1 0 0,1 1 0,-1-1 0,1 1 0,-1-1 0,1 1 0,-1 0 0,1 0 0,-1 0 0,1 0 0,0 0 0,-1 0 0,-1 2 0,1-1 0,1 1 0,-1 0 0,1-1 0,0 1 0,0 0 0,-1 0 0,2-1 0,-1 1 0,0 0 0,1 0 0,-1 0 0,1 0 0,0 0 0,0 4 0,0-6-97,0 1-1,0-1 1,1 1-1,-1 0 1,0-1-1,1 1 1,-1-1-1,1 1 1,-1-1-1,1 1 1,0-1-1,0 1 0,1 1 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3T08:57:35.687"/>
    </inkml:context>
    <inkml:brush xml:id="br0">
      <inkml:brushProperty name="width" value="0.05" units="cm"/>
      <inkml:brushProperty name="height" value="0.05" units="cm"/>
      <inkml:brushProperty name="color" value="#F6630D"/>
    </inkml:brush>
  </inkml:definitions>
  <inkml:trace contextRef="#ctx0" brushRef="#br0">174 62 24575,'0'-4'0,"-1"-1"0,1 1 0,-1-1 0,0 1 0,0 0 0,-1-1 0,1 1 0,-1 0 0,0 0 0,0 0 0,-5-7 0,7 10 0,0 1 0,0 0 0,0 0 0,0 0 0,-1-1 0,1 1 0,0 0 0,0 0 0,0 0 0,0 0 0,0 0 0,-1-1 0,1 1 0,0 0 0,0 0 0,0 0 0,0 0 0,-1 0 0,1 0 0,0 0 0,0 0 0,0 0 0,-1-1 0,1 1 0,0 0 0,0 0 0,-1 0 0,1 0 0,0 0 0,0 0 0,0 0 0,-1 1 0,1-1 0,0 0 0,0 0 0,0 0 0,-1 0 0,1 0 0,0 0 0,0 0 0,0 0 0,0 0 0,-1 1 0,1-1 0,0 0 0,0 0 0,0 0 0,0 0 0,-1 0 0,1 1 0,0-1 0,0 0 0,0 0 0,0 0 0,0 1 0,0-1 0,0 0 0,0 0 0,0 0 0,0 1 0,0-1 0,0 0 0,0 0 0,-3 17 0,7 93 0,1 5 0,-10-43 0,-2 0 0,-4-1 0,-2-1 0,-4 0 0,-3-1 0,-35 82 0,51-141 0,0-3 0,1 1 0,0-1 0,1 1 0,-1 0 0,0 9 0,3-16 0,-1 0 0,1 1 0,0-1 0,0 0 0,0 1 0,1-1 0,-1 0 0,0 1 0,0-1 0,1 0 0,-1 1 0,1-1 0,-1 0 0,1 0 0,-1 1 0,1-1 0,0 0 0,0 0 0,-1 0 0,1 0 0,0 0 0,0 0 0,0 0 0,0 0 0,0 0 0,0-1 0,1 1 0,-1 0 0,0-1 0,0 1 0,0-1 0,1 1 0,-1-1 0,0 1 0,1-1 0,2 0 0,11 2 0,0-2 0,0 0 0,1-1 0,-1 0 0,0-1 0,23-6 0,-8 2 0,143-32-1365,-123 25-5461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3T08:57:36.137"/>
    </inkml:context>
    <inkml:brush xml:id="br0">
      <inkml:brushProperty name="width" value="0.05" units="cm"/>
      <inkml:brushProperty name="height" value="0.05" units="cm"/>
      <inkml:brushProperty name="color" value="#F6630D"/>
    </inkml:brush>
  </inkml:definitions>
  <inkml:trace contextRef="#ctx0" brushRef="#br0">203 173 24575,'0'-4'0,"-1"1"0,0 0 0,1 0 0,-1 0 0,0 0 0,-1 0 0,1 0 0,-1 0 0,1 0 0,-1 1 0,0-1 0,0 1 0,0-1 0,0 1 0,0-1 0,-5-3 0,2 2 0,-1 0 0,1 1 0,0-1 0,-1 1 0,0 0 0,0 0 0,-8-2 0,11 4 0,0 0 0,0 0 0,-1 0 0,1 1 0,0 0 0,0 0 0,-1 0 0,1 0 0,0 0 0,0 1 0,-1-1 0,1 1 0,0 0 0,0 0 0,0 0 0,0 0 0,-4 3 0,3-2 0,0 1 0,1 0 0,-1 0 0,1 1 0,0-1 0,0 0 0,0 1 0,1 0 0,-1 0 0,1 0 0,-3 5 0,1 1 0,0 0 0,1 0 0,0 0 0,1 0 0,0 1 0,1-1 0,0 1 0,0-1 0,1 1 0,2 10 0,-2-16 0,1 0 0,0 0 0,0 0 0,0 0 0,1-1 0,-1 1 0,1-1 0,0 1 0,1-1 0,-1 1 0,1-1 0,0 0 0,0 0 0,4 4 0,-4-6 0,1 1 0,-1-1 0,1 0 0,-1 0 0,1 0 0,0 0 0,0-1 0,0 1 0,0-1 0,0 0 0,0 0 0,0-1 0,0 1 0,0-1 0,0 0 0,0 0 0,7-1 0,-2 0 0,0-1 0,0 0 0,0 0 0,0-1 0,0 0 0,0-1 0,-1 0 0,0-1 0,0 1 0,0-1 0,0-1 0,-1 0 0,1 0 0,-2 0 0,1-1 0,-1 0 0,0 0 0,8-13 0,-2 2 0,-1-1 0,-1 0 0,-1-1 0,-1 0 0,0-1 0,8-39 0,-14 50 0,2-9 0,4-36 0,-17 87 0,5 3-273,0 0 0,2 1 0,2 0 0,8 60 0,-4-76-6553</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3T08:57:36.575"/>
    </inkml:context>
    <inkml:brush xml:id="br0">
      <inkml:brushProperty name="width" value="0.05" units="cm"/>
      <inkml:brushProperty name="height" value="0.05" units="cm"/>
      <inkml:brushProperty name="color" value="#F6630D"/>
    </inkml:brush>
  </inkml:definitions>
  <inkml:trace contextRef="#ctx0" brushRef="#br0">1 65 24575,'0'-2'0,"-1"1"0,1 0 0,1-1 0,-1 1 0,0 0 0,0-1 0,0 1 0,1 0 0,-1-1 0,1 1 0,-1 0 0,1 0 0,-1 0 0,1-1 0,0 1 0,-1 0 0,2-1 0,7 2 0,2 12 0,6 21 0,-2 0 0,-1 2 0,-2-1 0,11 51 0,-17-63 0,5 16 0,-2 0 0,-2 0 0,-1 1 0,1 60 0,-8-190 0,0 40 0,1 0 0,11-73 0,-9 109 0,1 1 0,1 0 0,0-1 0,1 1 0,0 1 0,1-1 0,0 1 0,2 0 0,-1 0 0,1 1 0,1 0 0,0 1 0,14-13 0,-19 20 0,0 1 0,0-1 0,0 1 0,1 1 0,-1-1 0,1 1 0,0-1 0,0 1 0,0 1 0,9-3 0,-12 3 0,0 1 0,0 0 0,0 0 0,0 0 0,0 0 0,0 0 0,0 0 0,0 0 0,0 1 0,0-1 0,0 1 0,0 0 0,0-1 0,0 1 0,0 0 0,0 0 0,0 0 0,-1 0 0,1 1 0,0-1 0,-1 0 0,1 1 0,-1-1 0,1 1 0,-1 0 0,0-1 0,0 1 0,0 0 0,2 3 0,-1-1 0,-1 0 0,1 0 0,-1 0 0,1 0 0,-1 1 0,-1-1 0,1 0 0,0 1 0,-1-1 0,0 0 0,0 1 0,-1-1 0,1 1 0,-1-1 0,-1 5 0,0-3 0,-1 1 0,1-1 0,-1 0 0,-1 0 0,1 0 0,-1 0 0,0 0 0,-9 9 0,2-5 0,0 1 0,-1-2 0,0 0 0,0 0 0,-1-1 0,0-1 0,-1 0 0,-15 5 0,18-8-170,0 0-1,0-2 0,0 1 1,0-1-1,0-1 0,0 1 1,-12-2-1,-2-2-6655</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3T08:57:36.777"/>
    </inkml:context>
    <inkml:brush xml:id="br0">
      <inkml:brushProperty name="width" value="0.05" units="cm"/>
      <inkml:brushProperty name="height" value="0.05" units="cm"/>
      <inkml:brushProperty name="color" value="#F6630D"/>
    </inkml:brush>
  </inkml:definitions>
  <inkml:trace contextRef="#ctx0" brushRef="#br0">1 0 24575,'3'0'0,"1"3"0,2 4 0,1 3 0,1 6 0,0 7 0,2 3 0,-2 8 0,-2 5 0,-1 6 0,-2 0 0,-2 1 0,-1 2 0,0-8-8191</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3T08:57:37.233"/>
    </inkml:context>
    <inkml:brush xml:id="br0">
      <inkml:brushProperty name="width" value="0.05" units="cm"/>
      <inkml:brushProperty name="height" value="0.05" units="cm"/>
      <inkml:brushProperty name="color" value="#F6630D"/>
    </inkml:brush>
  </inkml:definitions>
  <inkml:trace contextRef="#ctx0" brushRef="#br0">14 149 24575,'-1'0'0,"0"-1"0,0 0 0,0 0 0,0-1 0,0 1 0,0 0 0,0 0 0,0 0 0,0-1 0,0 1 0,0-1 0,1 1 0,-2-3 0,3 4 0,-1-1 0,1 0 0,-1 0 0,1 0 0,-1 0 0,1 1 0,0-1 0,-1 0 0,1 1 0,0-1 0,0 0 0,-1 1 0,1-1 0,0 1 0,0-1 0,0 1 0,0-1 0,0 1 0,0 0 0,0 0 0,0-1 0,0 1 0,1 0 0,36-11 0,80-10 0,-59 12 0,1-2 0,187-39 0,-222 40 0,-22 6 0,-15 4 0,-2 4 0,0 0 0,0 0 0,1 1 0,0 1 0,0 0 0,0 1 0,-20 14 0,27-16 0,-1 0 0,1 0 0,0 0 0,0 1 0,0 0 0,1 0 0,0 1 0,0-1 0,1 1 0,-1 0 0,2 0 0,-1 1 0,1-1 0,0 1 0,-2 8 0,4-11 0,0-1 0,1 0 0,-1 0 0,1 0 0,0 0 0,1 0 0,-1 1 0,1-1 0,-1 0 0,1 0 0,0 0 0,1 0 0,-1 0 0,1-1 0,0 1 0,-1 0 0,2-1 0,-1 1 0,0-1 0,1 1 0,-1-1 0,1 0 0,0 0 0,0 0 0,1-1 0,-1 1 0,0-1 0,1 0 0,-1 0 0,1 0 0,0 0 0,0-1 0,5 3 0,1-1 0,0-1 0,0 0 0,0 0 0,0-1 0,1 0 0,-1 0 0,0-1 0,0-1 0,1 0 0,-1 0 0,0-1 0,16-5 0,-20 5 0,1-1 0,-1 0 0,1-1 0,-1 1 0,0-1 0,0 0 0,-1 0 0,1-1 0,-1 0 0,0 0 0,0 0 0,-1-1 0,1 1 0,-1-1 0,0 0 0,-1-1 0,3-6 0,-4 9 0,0-1 0,-1 0 0,1 0 0,-1 0 0,0 0 0,-1 0 0,1 0 0,-1 0 0,0 0 0,-1 0 0,1 0 0,-1 0 0,0 0 0,0 0 0,0 0 0,-1 0 0,0 1 0,0-1 0,0 0 0,0 1 0,-1 0 0,0-1 0,0 1 0,-6-6 0,4 4-85,0 1 0,-1 0-1,0 0 1,0 1 0,0-1-1,0 1 1,-1 1 0,0-1-1,0 1 1,0 0 0,0 1-1,0-1 1,0 2 0,-1-1-1,-9 0 1,-2 0-6741</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3T08:57:37.668"/>
    </inkml:context>
    <inkml:brush xml:id="br0">
      <inkml:brushProperty name="width" value="0.05" units="cm"/>
      <inkml:brushProperty name="height" value="0.05" units="cm"/>
      <inkml:brushProperty name="color" value="#F6630D"/>
    </inkml:brush>
  </inkml:definitions>
  <inkml:trace contextRef="#ctx0" brushRef="#br0">0 187 24575,'2'21'0,"0"0"0,1-1 0,2 1 0,12 37 0,-1-2 0,-5-16 0,-1 1 0,-3 0 0,-1 0 0,1 73 0,-7-111 0,-1 0 0,1 0 0,0 0 0,-1 0 0,0 1 0,0-1 0,0 0 0,-1 3 0,2-6 0,0 1 0,0-1 0,-1 0 0,1 0 0,0 0 0,0 0 0,0 0 0,0 0 0,0 0 0,0 1 0,0-1 0,0 0 0,-1 0 0,1 0 0,0 0 0,0 0 0,0 0 0,0 0 0,0 0 0,0 0 0,-1 0 0,1 0 0,0 0 0,0 0 0,0 0 0,0 0 0,-1 0 0,1 0 0,0 0 0,0 0 0,0 0 0,0 0 0,0 0 0,-1 0 0,1 0 0,0 0 0,0 0 0,0 0 0,0 0 0,0 0 0,0 0 0,-1 0 0,1 0 0,0 0 0,0-1 0,0 1 0,0 0 0,0 0 0,-7-18 0,0-26 0,1-1 0,3 1 0,2-62 0,2 54 0,-1 51 0,4-155 0,-2 136 0,1-1 0,1 1 0,1 0 0,0 0 0,12-28 0,-14 42 0,0 1 0,0-1 0,0 1 0,0 0 0,1 0 0,0 0 0,0 1 0,0-1 0,0 1 0,1 0 0,0 0 0,8-5 0,-9 7 0,-1 0 0,1 1 0,-1 0 0,1 0 0,0 0 0,-1 0 0,1 0 0,0 1 0,0-1 0,-1 1 0,1 0 0,0 0 0,0 1 0,0-1 0,-1 1 0,1 0 0,0 0 0,-1 0 0,1 0 0,-1 1 0,5 2 0,0 0 0,0 1 0,-1 0 0,1 0 0,-1 1 0,0 0 0,-1 0 0,1 1 0,-1 0 0,-1 0 0,1 0 0,-1 1 0,-1 0 0,1 0 0,-1 0 0,0 0 0,-1 1 0,0-1 0,-1 1 0,2 9 0,-2-11 0,-2 1 0,1-1 0,-1 0 0,0 1 0,0-1 0,-1 0 0,0 1 0,0-1 0,-1 0 0,0 0 0,0 0 0,-1 0 0,1 0 0,-2 0 0,1-1 0,-1 0 0,0 1 0,0-1 0,-1 0 0,1-1 0,-1 1 0,-1-1 0,-11 9 0,-3-1-195,-2-2 0,1 0 0,-2-1 0,1-1 0,-1-1 0,-31 7 0,-13 2-6631</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3T08:57:38.164"/>
    </inkml:context>
    <inkml:brush xml:id="br0">
      <inkml:brushProperty name="width" value="0.05" units="cm"/>
      <inkml:brushProperty name="height" value="0.05" units="cm"/>
      <inkml:brushProperty name="color" value="#F6630D"/>
    </inkml:brush>
  </inkml:definitions>
  <inkml:trace contextRef="#ctx0" brushRef="#br0">0 64 24575,'0'-3'0,"0"-3"0,0-5 0,0-2 0,0-2 0,0 4 0,0 7 0,0 10 0,0 9 0,0 9 0,0 5 0,0 7 0,3 5 0,1 2 0,2-1 0,4-2 0,-1-1 0,-1-9-8191</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3T08:57:38.337"/>
    </inkml:context>
    <inkml:brush xml:id="br0">
      <inkml:brushProperty name="width" value="0.05" units="cm"/>
      <inkml:brushProperty name="height" value="0.05" units="cm"/>
      <inkml:brushProperty name="color" value="#F6630D"/>
    </inkml:brush>
  </inkml:definitions>
  <inkml:trace contextRef="#ctx0" brushRef="#br0">17 37 24575,'0'-3'0,"0"-4"0,-3-3 0,-3-1 0,-2 6 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3T08:57:38.776"/>
    </inkml:context>
    <inkml:brush xml:id="br0">
      <inkml:brushProperty name="width" value="0.05" units="cm"/>
      <inkml:brushProperty name="height" value="0.05" units="cm"/>
      <inkml:brushProperty name="color" value="#F6630D"/>
    </inkml:brush>
  </inkml:definitions>
  <inkml:trace contextRef="#ctx0" brushRef="#br0">22 163 24575,'0'3'0,"-1"1"0,1-1 0,-1 0 0,0 1 0,0-1 0,0 0 0,-1 0 0,-1 4 0,1-3 0,0-1 0,1 0 0,-1 0 0,1 1 0,0-1 0,0 1 0,1-1 0,-2 6 0,4 11 0,0 1 0,2-1 0,0 0 0,1 0 0,9 22 0,10 39 0,-16-35 0,-2 1 0,-1 0 0,-3 0 0,-4 57 0,2-99 0,0 1 0,-1-1 0,0 0 0,0 1 0,-3 7 0,4-13 0,0 0 0,0 0 0,0 0 0,0 0 0,0 0 0,0 0 0,0 0 0,0 1 0,0-1 0,0 0 0,0 0 0,0 0 0,0 0 0,0 0 0,-1 0 0,1 0 0,0 0 0,0 1 0,0-1 0,0 0 0,0 0 0,0 0 0,0 0 0,0 0 0,0 0 0,0 0 0,-1 0 0,1 0 0,0 0 0,0 0 0,0 0 0,0 0 0,0 0 0,0 0 0,0 0 0,-1 0 0,1 0 0,0 0 0,0 0 0,0 0 0,0 0 0,0 0 0,0 0 0,0 0 0,0 0 0,-1 0 0,1 0 0,0 0 0,0 0 0,0 0 0,-4-7 0,0-13 0,-3-21 0,3 0 0,2 0 0,1 0 0,2 0 0,9-56 0,3 19 0,43-140 0,-51 202 0,1-1 0,0 1 0,2 0 0,-1 1 0,19-27 0,-23 38 0,0 1 0,0-1 0,1 1 0,-1 0 0,1 0 0,0 0 0,0 0 0,0 0 0,0 1 0,0 0 0,6-3 0,-6 4 0,-1 0 0,1 1 0,-1-1 0,1 1 0,-1 0 0,1 0 0,-1 0 0,1 0 0,-1 1 0,1-1 0,-1 1 0,1 0 0,-1 0 0,0 0 0,1 0 0,-1 1 0,4 2 0,-4-2 0,0 0 0,1 0 0,-1 0 0,0 0 0,0 1 0,-1-1 0,1 1 0,0 0 0,-1 0 0,0 0 0,1 0 0,-1 0 0,-1 0 0,1 1 0,0-1 0,-1 1 0,1-1 0,-1 1 0,0 0 0,-1-1 0,1 1 0,0 0 0,-1 0 0,0-1 0,0 1 0,0 0 0,-1 0 0,1 0 0,-1-1 0,-2 8 0,0-1 0,0-1 0,-1 1 0,0-1 0,-1 0 0,0 0 0,0-1 0,-1 1 0,0-1 0,-1-1 0,-11 12 0,4-7-682,-30 19-1,19-16-6143</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3T08:57:39.186"/>
    </inkml:context>
    <inkml:brush xml:id="br0">
      <inkml:brushProperty name="width" value="0.05" units="cm"/>
      <inkml:brushProperty name="height" value="0.05" units="cm"/>
      <inkml:brushProperty name="color" value="#F6630D"/>
    </inkml:brush>
  </inkml:definitions>
  <inkml:trace contextRef="#ctx0" brushRef="#br0">0 51 24575,'7'-7'0,"-2"1"0,1 0 0,0 1 0,0 0 0,0 0 0,0 0 0,8-3 0,-13 7 0,1 1 0,-1-1 0,0 1 0,1 0 0,-1-1 0,0 1 0,1 0 0,-1 0 0,1-1 0,-1 1 0,0 1 0,1-1 0,-1 0 0,1 0 0,-1 0 0,2 1 0,-1 0 0,0 0 0,-1 0 0,1 0 0,0 1 0,-1-1 0,1 0 0,-1 1 0,0-1 0,1 0 0,-1 1 0,0 0 0,0-1 0,0 1 0,0 0 0,1 2 0,5 13 0,-1 0 0,0 1 0,-1 0 0,5 34 0,1 76 0,-11-123 0,3 198 0,-2-201 0,1-5 0,6-14 0,11-31 0,-17 43 0,3-7 0,3-12 0,2 1 0,1 0 0,16-27 0,-24 45 0,1 0 0,-1 1 0,1-1 0,0 0 0,0 1 0,0 0 0,1 0 0,-1 0 0,1 1 0,0-1 0,0 1 0,0 0 0,1 1 0,-1-1 0,1 1 0,-1 0 0,1 0 0,0 1 0,10-2 0,-13 4 0,1-1 0,0 1 0,-1-1 0,1 1 0,0 0 0,-1 0 0,1 1 0,-1-1 0,0 1 0,1 0 0,-1 0 0,0 0 0,0 0 0,0 0 0,0 1 0,-1-1 0,1 1 0,-1 0 0,5 5 0,4 8 0,0 1 0,13 26 0,-16-28 0,18 37-1365,-15-32-5461</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3T08:57:39.497"/>
    </inkml:context>
    <inkml:brush xml:id="br0">
      <inkml:brushProperty name="width" value="0.05" units="cm"/>
      <inkml:brushProperty name="height" value="0.05" units="cm"/>
      <inkml:brushProperty name="color" value="#F6630D"/>
    </inkml:brush>
  </inkml:definitions>
  <inkml:trace contextRef="#ctx0" brushRef="#br0">119 1 24575,'-6'6'0,"-1"0"0,0-1 0,-11 7 0,11-7 0,0-1 0,0 2 0,1-1 0,-8 8 0,10-7 0,-1 0 0,1 0 0,0 1 0,1-1 0,0 1 0,0 0 0,0 0 0,1 0 0,0 0 0,0 0 0,1 1 0,-2 14 0,3-18 0,0 0 0,0 1 0,0-1 0,0 0 0,1 0 0,0 0 0,0 0 0,0 0 0,0 0 0,0 0 0,1 0 0,0 0 0,0 0 0,0-1 0,0 1 0,1-1 0,-1 0 0,1 1 0,0-1 0,0 0 0,0-1 0,0 1 0,0 0 0,6 2 0,-7-4 0,-1 0 0,1 0 0,-1-1 0,1 1 0,-1-1 0,1 1 0,0-1 0,-1 1 0,1-1 0,0 0 0,-1 0 0,1 0 0,0 0 0,-1 0 0,1 0 0,0-1 0,-1 1 0,1 0 0,0-1 0,1 0 0,0-1 0,-1 1 0,1-1 0,-1 0 0,0 0 0,0 0 0,0 0 0,0 0 0,0 0 0,0 0 0,-1 0 0,2-4 0,2-2 0,-1-1 0,-1 1 0,0-1 0,0 0 0,-1 0 0,3-13 0,-4 15-76,0 0 1,-1 1-1,0-1 0,0 0 0,0 1 0,-1-1 0,0 1 0,0-1 1,0 1-1,-1-1 0,0 1 0,-1 0 0,1-1 0,-1 1 1,0 1-1,-1-1 0,-6-8 0,-3 0-6750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3T08:57:39.887"/>
    </inkml:context>
    <inkml:brush xml:id="br0">
      <inkml:brushProperty name="width" value="0.05" units="cm"/>
      <inkml:brushProperty name="height" value="0.05" units="cm"/>
      <inkml:brushProperty name="color" value="#F6630D"/>
    </inkml:brush>
  </inkml:definitions>
  <inkml:trace contextRef="#ctx0" brushRef="#br0">1 114 24575,'1'-1'0,"-1"1"0,1 0 0,-1-1 0,1 1 0,0 0 0,-1-1 0,1 1 0,-1-1 0,1 1 0,-1-1 0,1 1 0,-1-1 0,1 1 0,-1-1 0,0 0 0,1 1 0,-1-1 0,0 0 0,1 1 0,-1-1 0,0 0 0,0 1 0,0-1 0,0-1 0,5-22 0,-4 17 0,-1 6 0,0 0 0,0 0 0,0 0 0,0 0 0,0 0 0,0 0 0,0 0 0,1 0 0,-1 1 0,0-1 0,1 0 0,-1 0 0,0 0 0,1 0 0,-1 0 0,1 1 0,0-1 0,-1 0 0,1 1 0,-1-1 0,1 0 0,0 1 0,0-1 0,-1 1 0,3-2 0,-2 3 0,0-1 0,0 1 0,0-1 0,-1 1 0,1-1 0,0 1 0,0 0 0,0-1 0,0 1 0,-1 0 0,1 0 0,0-1 0,-1 1 0,1 0 0,-1 0 0,1 0 0,-1 0 0,1 1 0,20 52 0,-15-29 0,0 0 0,-2 0 0,-1 0 0,0 0 0,-3 29 0,2-69 0,0 1 0,1 0 0,1 0 0,0 0 0,1 1 0,6-15 0,0 4 0,1 1 0,29-42 0,-35 57 0,0-1 0,1 1 0,1 0 0,-1 0 0,14-9 0,-20 16 0,1-1 0,0 1 0,0 0 0,0 0 0,0 0 0,0 0 0,0 0 0,0 1 0,0-1 0,1 0 0,-1 1 0,0 0 0,0-1 0,0 1 0,1 0 0,-1 0 0,0 0 0,0 1 0,1-1 0,-1 1 0,0-1 0,0 1 0,0-1 0,0 1 0,0 0 0,0 0 0,0 0 0,0 0 0,0 1 0,0-1 0,-1 0 0,4 4 0,1 3-136,0 0-1,0 0 1,-1 0-1,0 1 1,-1 0-1,0 0 1,0 0-1,-1 0 0,4 16 1,0 0-6690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3T08:57:40.277"/>
    </inkml:context>
    <inkml:brush xml:id="br0">
      <inkml:brushProperty name="width" value="0.05" units="cm"/>
      <inkml:brushProperty name="height" value="0.05" units="cm"/>
      <inkml:brushProperty name="color" value="#F6630D"/>
    </inkml:brush>
  </inkml:definitions>
  <inkml:trace contextRef="#ctx0" brushRef="#br0">12 282 24575,'50'15'0,"-45"-15"0,-1 0 0,1 0 0,0-1 0,0 0 0,0 1 0,0-1 0,-1-1 0,1 1 0,0-1 0,-1 0 0,1 0 0,-1 0 0,0-1 0,0 1 0,0-1 0,0 0 0,0 0 0,0-1 0,-1 1 0,0-1 0,0 1 0,6-9 0,-1-1 0,0 0 0,0-1 0,-1 1 0,-1-1 0,0-1 0,4-16 0,-8 21 0,0 1 0,0 0 0,-1 0 0,-1-1 0,1 1 0,-2-14 0,1 21 0,0 0 0,-1 0 0,1 0 0,0-1 0,-1 1 0,1 0 0,-1 0 0,1 0 0,-1 0 0,0 0 0,0 0 0,0 1 0,0-1 0,0 0 0,-1 0 0,1 1 0,0-1 0,-1 0 0,1 1 0,-1 0 0,0-1 0,1 1 0,-1 0 0,0 0 0,0 0 0,0 0 0,0 0 0,0 0 0,0 1 0,0-1 0,0 0 0,0 1 0,0 0 0,-3-1 0,0 2 0,0 0 0,1 0 0,-1 0 0,0 0 0,1 1 0,-1 0 0,1 0 0,0 0 0,-1 0 0,1 1 0,0-1 0,0 1 0,1 0 0,-1 0 0,-5 7 0,-2 2 0,2-1 0,-1 2 0,-13 22 0,16-21 0,0 0 0,0 1 0,1 0 0,1 0 0,0 0 0,1 1 0,1 0 0,1-1 0,-1 21 0,2-31 0,1 1 0,0-1 0,1 0 0,-1 1 0,1-1 0,0 0 0,1 0 0,-1 0 0,1 0 0,0 0 0,0 0 0,0 0 0,1-1 0,0 1 0,0-1 0,0 1 0,0-1 0,1 0 0,-1-1 0,1 1 0,0 0 0,0-1 0,1 0 0,-1 0 0,1 0 0,-1-1 0,1 0 0,0 0 0,0 0 0,0 0 0,7 1 0,-2-1-195,-1-1 0,1 0 0,0 0 0,-1-1 0,1 0 0,12-2 0,14-5-6631</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3T08:57:41.407"/>
    </inkml:context>
    <inkml:brush xml:id="br0">
      <inkml:brushProperty name="width" value="0.05" units="cm"/>
      <inkml:brushProperty name="height" value="0.05" units="cm"/>
      <inkml:brushProperty name="color" value="#F6630D"/>
    </inkml:brush>
  </inkml:definitions>
  <inkml:trace contextRef="#ctx0" brushRef="#br0">14 108 24575,'0'-108'0,"8"231"0,-1-18 0,-6-57 0,3 40 0,-14 132 0,10-220 0,-1 12 0,0-1 0,-1 0 0,-1 0 0,0 0 0,-5 13 0,4-19 0,2-9 0,2-10 0,8-14 0,1 1 0,1 0 0,26-48 0,-23 49 0,-10 20 0,0 1 0,0-1 0,0 1 0,1 0 0,-1 0 0,2 0 0,7-7 0,-11 11 0,0 0 0,0 1 0,0-1 0,0 0 0,0 1 0,0-1 0,0 1 0,1-1 0,-1 1 0,0 0 0,0-1 0,1 1 0,-1 0 0,0 0 0,0 0 0,1 0 0,1 0 0,-2 1 0,1-1 0,0 1 0,-1 0 0,1-1 0,-1 1 0,1 0 0,-1 0 0,0 0 0,1 0 0,-1 0 0,0 1 0,0-1 0,1 0 0,-1 1 0,0-1 0,1 3 0,7 12 108,-1 0-1,9 25 1,8 16-1796,-13-34-5138</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3T08:57:42.140"/>
    </inkml:context>
    <inkml:brush xml:id="br0">
      <inkml:brushProperty name="width" value="0.05" units="cm"/>
      <inkml:brushProperty name="height" value="0.05" units="cm"/>
      <inkml:brushProperty name="color" value="#F6630D"/>
    </inkml:brush>
  </inkml:definitions>
  <inkml:trace contextRef="#ctx0" brushRef="#br0">1 211 24575,'0'-6'0,"2"-13"0,-1 19 0,-1 0 0,1-1 0,-1 1 0,1 0 0,-1 0 0,1-1 0,0 1 0,-1 0 0,1 0 0,-1 0 0,1 0 0,-1 0 0,1 0 0,0 0 0,-1 0 0,1 0 0,-1 0 0,1 0 0,0 0 0,-1 0 0,1 1 0,-1-1 0,1 0 0,-1 0 0,1 1 0,-1-1 0,1 0 0,-1 1 0,1-1 0,0 1 0,4 1 0,1 0 0,-1-1 0,1 1 0,-1-1 0,1 0 0,0-1 0,-1 0 0,1 1 0,0-2 0,-1 1 0,1-1 0,-1 0 0,1 0 0,-1 0 0,1-1 0,-1 0 0,1 0 0,-1 0 0,0-1 0,0 0 0,6-4 0,-7 5 0,0-1 0,0 0 0,0 1 0,-1-2 0,1 1 0,-1 0 0,0-1 0,0 1 0,0-1 0,0 0 0,0 0 0,-1 0 0,0-1 0,0 1 0,0 0 0,0-1 0,-1 1 0,1-1 0,-1 0 0,-1 1 0,1-1 0,-1 0 0,1 0 0,-1 0 0,-1-8 0,0 10 0,0 0 0,1 0 0,-1 0 0,0 0 0,0 0 0,-1 1 0,1-1 0,0 0 0,-1 1 0,0-1 0,1 1 0,-1-1 0,0 1 0,0 0 0,-1 0 0,1 0 0,0 0 0,-1 0 0,1 1 0,-1-1 0,0 1 0,1-1 0,-1 1 0,0 0 0,-5-1 0,5 1 0,-1 1 0,1 0 0,-1 0 0,1 0 0,-1 1 0,1-1 0,0 1 0,-1 0 0,1 0 0,0 0 0,-1 0 0,1 0 0,0 1 0,0-1 0,0 1 0,0 0 0,0 0 0,1 0 0,-1 0 0,1 1 0,-1-1 0,-2 4 0,-2 4 0,0 0 0,0 1 0,1 0 0,0 0 0,1 0 0,1 0 0,-7 24 0,4-5 0,2 0 0,-3 32 0,7-45 0,0 1 0,1-1 0,1 1 0,1-1 0,0 0 0,8 27 0,-9-39 0,1 0 0,0 0 0,1 0 0,-1 0 0,1 0 0,0-1 0,0 1 0,0-1 0,1 0 0,7 8 0,-8-10 0,0 0 0,0 0 0,1 0 0,-1 0 0,1 0 0,-1-1 0,1 0 0,-1 0 0,1 0 0,0 0 0,0 0 0,-1-1 0,1 1 0,0-1 0,0 0 0,0-1 0,4 0 0,6-1 0,-1-1 0,0-1 0,0 0 0,0-1 0,-1 0 0,1-1 0,18-13 0,-5 2 0,-1-1 0,29-28 0,-22 16 0,-2-2 0,-1 0 0,-2-2 0,-1-1 0,36-66 0,-58 93 0,-1 0 0,1-1 0,-1 1 0,3-14 0,-6 20 0,0 1 0,1-1 0,-1 1 0,0 0 0,0-1 0,0 1 0,0 0 0,0-1 0,-1 1 0,1 0 0,0-1 0,-1 1 0,1 0 0,-1-1 0,1 1 0,-2-2 0,1 3 0,1-1 0,-1 0 0,0 1 0,0-1 0,0 1 0,0-1 0,0 1 0,0-1 0,0 1 0,0 0 0,0-1 0,0 1 0,0 0 0,0 0 0,0 0 0,-1 0 0,1 0 0,0 0 0,0 0 0,0 0 0,0 0 0,0 1 0,0-1 0,-2 1 0,-3 1 0,-1 1 0,0-1 0,1 1 0,-1 1 0,1-1 0,0 1 0,0 0 0,1 1 0,-1-1 0,1 1 0,0 0 0,0 1 0,0-1 0,1 1 0,-8 12 0,4-3 0,0 1 0,1-1 0,0 1 0,2 1 0,-7 25 0,9-29 0,0 1 0,0-1 0,1 1 0,1 0 0,1 0 0,0 0 0,3 25 0,-3-37 0,0-1 0,1 1 0,-1-1 0,1 1 0,-1-1 0,1 1 0,0-1 0,0 0 0,-1 1 0,1-1 0,0 0 0,0 1 0,0-1 0,0 0 0,0 0 0,1 0 0,-1 0 0,0 0 0,1 0 0,-1 0 0,0-1 0,1 1 0,1 0 0,0 0 0,-1-1 0,1 0 0,-1 0 0,1 0 0,-1 0 0,1 0 0,-1-1 0,0 1 0,1-1 0,-1 0 0,1 1 0,-1-1 0,3-2 0,5-2 0,0-1 0,0-1 0,-1 0 0,0 0 0,10-10 0,19-24 0,40-56 0,-64 78 0,-13 18 0,0-1 0,1 0 0,-1 1 0,1-1 0,-1 1 0,1-1 0,0 1 0,-1 0 0,1 0 0,0 0 0,2-1 0,-3 2 0,-1-1 0,1 1 0,0 0 0,-1 0 0,1 0 0,0 0 0,-1 1 0,1-1 0,-1 0 0,1 0 0,0 0 0,-1 0 0,1 1 0,0-1 0,-1 0 0,1 0 0,-1 1 0,1-1 0,-1 0 0,1 1 0,-1-1 0,1 1 0,-1-1 0,1 1 0,-1-1 0,0 1 0,1-1 0,-1 1 0,0-1 0,1 1 0,-1 0 0,0-1 0,0 1 0,0-1 0,1 1 0,-1 0 0,0-1 0,0 2 0,15 55 233,-12-39-500,1-1 1,2 0 0,-1 0 0,2 0-1,10 19 1,0-9-6560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3T08:57:42.574"/>
    </inkml:context>
    <inkml:brush xml:id="br0">
      <inkml:brushProperty name="width" value="0.05" units="cm"/>
      <inkml:brushProperty name="height" value="0.05" units="cm"/>
      <inkml:brushProperty name="color" value="#F6630D"/>
    </inkml:brush>
  </inkml:definitions>
  <inkml:trace contextRef="#ctx0" brushRef="#br0">199 425 24575,'0'-5'0,"0"0"0,0 0 0,-1-1 0,0 1 0,0 0 0,0 0 0,-3-8 0,4 12 0,-1 0 0,0 0 0,0-1 0,0 1 0,1 0 0,-1 0 0,0 0 0,0 0 0,-1 0 0,1 0 0,0 0 0,0 0 0,0 1 0,-1-1 0,1 0 0,0 1 0,-1-1 0,1 1 0,0-1 0,-1 1 0,1 0 0,-1 0 0,1-1 0,0 1 0,-1 0 0,1 0 0,-1 0 0,1 1 0,-1-1 0,1 0 0,-1 0 0,0 1 0,-4 1 0,0 0 0,0 1 0,0-1 0,0 1 0,1 1 0,0-1 0,-1 1 0,1-1 0,1 2 0,-1-1 0,0 0 0,1 1 0,-7 9 0,0 1 0,1 0 0,0 1 0,-10 24 0,16-31 0,1 0 0,0 1 0,0-1 0,-2 15 0,5-22 0,0 0 0,-1 0 0,1 1 0,0-1 0,1 0 0,-1 0 0,0 1 0,1-1 0,-1 0 0,1 0 0,1 4 0,-1-5 0,-1-1 0,1 1 0,0 0 0,-1 0 0,1 0 0,0-1 0,0 1 0,0 0 0,-1-1 0,1 1 0,0-1 0,0 1 0,0-1 0,0 1 0,0-1 0,0 1 0,0-1 0,0 0 0,0 0 0,0 0 0,1 0 0,-1 0 0,0 0 0,0 0 0,1 0 0,3-1 0,-1 1 0,1-1 0,-1-1 0,0 1 0,0-1 0,0 0 0,1 0 0,-2 0 0,1 0 0,7-6 0,34-33 0,-28 21 0,-1 0 0,0-1 0,-2-1 0,-1-1 0,0 0 0,-2 0 0,0-1 0,13-49 0,-13 29 0,-1 0 0,-3-1 0,-1 0 0,-1-58 0,-6 92 0,-2 14 0,-1 17 0,-20 320 0,22-307 0,5 178-1365,1-159-5461</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3T08:57:42.905"/>
    </inkml:context>
    <inkml:brush xml:id="br0">
      <inkml:brushProperty name="width" value="0.05" units="cm"/>
      <inkml:brushProperty name="height" value="0.05" units="cm"/>
      <inkml:brushProperty name="color" value="#F6630D"/>
    </inkml:brush>
  </inkml:definitions>
  <inkml:trace contextRef="#ctx0" brushRef="#br0">268 50 24575,'0'0'0,"1"0"0,-1 0 0,1 0 0,-1 0 0,0 0 0,1 0 0,-1 0 0,1 0 0,-1 0 0,0 0 0,1 0 0,-1 0 0,0-1 0,1 1 0,-1 0 0,0 0 0,1 0 0,-1-1 0,0 1 0,1 0 0,-1 0 0,0-1 0,0 1 0,1 0 0,-1 0 0,0-1 0,0 1 0,0 0 0,1-1 0,-1 1 0,0-1 0,0 1 0,0 0 0,0-1 0,0 1 0,0 0 0,0-1 0,0 1 0,0-1 0,0 1 0,0 0 0,0-1 0,0 1 0,0 0 0,0-1 0,0 1 0,0-1 0,0 1 0,0 0 0,-1-1 0,1 1 0,0-1 0,-1 0 0,0-1 0,0 0 0,1 1 0,-1-1 0,0 1 0,0-1 0,-1 1 0,1 0 0,0-1 0,-3-1 0,-1 0 0,-1 1 0,1-1 0,-1 1 0,0 0 0,0 1 0,0-1 0,0 1 0,0 1 0,-1-1 0,1 1 0,0 0 0,0 0 0,0 0 0,0 1 0,-1 0 0,-7 3 0,10-3 0,0 0 0,0 0 0,0 1 0,0 0 0,1-1 0,-1 1 0,1 1 0,-1-1 0,1 0 0,0 1 0,0 0 0,0 0 0,0 0 0,0 0 0,1 0 0,-1 0 0,1 1 0,0-1 0,0 1 0,0 0 0,0-1 0,1 1 0,0 0 0,-1 0 0,1 5 0,0-1 0,1-1 0,0 0 0,0 0 0,1 0 0,0 1 0,0-1 0,1 0 0,3 9 0,3 6 0,15 26 0,-15-32 0,0 0 0,-2 0 0,8 26 0,-12-36 0,-1 0 0,0 0 0,-1 0 0,0 0 0,0 0 0,0 0 0,0-1 0,-1 1 0,0 0 0,0 0 0,-1 0 0,0-1 0,0 1 0,-4 8 0,1-6 0,0 1 0,0-2 0,0 1 0,-1-1 0,-1 1 0,-10 8 0,14-13 0,0 0 0,0-1 0,-1 1 0,1-1 0,-1 0 0,1 0 0,-1 0 0,0 0 0,1-1 0,-1 0 0,0 0 0,0 0 0,0 0 0,0 0 0,-1-1 0,1 0 0,-6 0 0,-3-5-1365,4-2-5461</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3T08:57:43.452"/>
    </inkml:context>
    <inkml:brush xml:id="br0">
      <inkml:brushProperty name="width" value="0.05" units="cm"/>
      <inkml:brushProperty name="height" value="0.05" units="cm"/>
      <inkml:brushProperty name="color" value="#F6630D"/>
    </inkml:brush>
  </inkml:definitions>
  <inkml:trace contextRef="#ctx0" brushRef="#br0">0 400 24575,'2'0'0,"0"1"0,-1-1 0,1 1 0,0-1 0,0 1 0,-1-1 0,1 1 0,-1 0 0,1 0 0,0 0 0,-1 0 0,0 0 0,1 0 0,-1 0 0,0 0 0,1 1 0,-1-1 0,0 0 0,0 1 0,0-1 0,0 1 0,0-1 0,0 1 0,1 3 0,-2-3 0,1-1 0,-1 1 0,1 0 0,0-1 0,0 1 0,0-1 0,0 1 0,0-1 0,0 0 0,0 1 0,0-1 0,0 0 0,1 0 0,-1 0 0,1 0 0,-1 0 0,1 0 0,-1 0 0,1 0 0,-1 0 0,1-1 0,0 1 0,-1-1 0,1 1 0,0-1 0,-1 0 0,1 0 0,0 0 0,0 0 0,0 0 0,-1 0 0,1 0 0,2-1 0,9-2 0,0-1 0,0-1 0,-1 0 0,0-1 0,0 0 0,0-1 0,0 0 0,-1-1 0,-1 0 0,1-1 0,-1 0 0,-1-1 0,0 0 0,0 0 0,12-20 0,-20 28 0,0 0 0,0 0 0,0 0 0,0 0 0,0-1 0,-1 1 0,1 0 0,-1-1 0,1 1 0,-1 0 0,0-1 0,0 1 0,0-1 0,0 1 0,0 0 0,-1-1 0,1 1 0,-2-4 0,1 5 0,1-1 0,-1 1 0,0 0 0,0-1 0,0 1 0,0 0 0,-1 0 0,1 0 0,0-1 0,0 1 0,-1 0 0,1 1 0,-1-1 0,1 0 0,-1 0 0,1 1 0,-1-1 0,1 1 0,-1-1 0,0 1 0,1 0 0,-1-1 0,1 1 0,-1 0 0,0 0 0,1 0 0,-4 1 0,-5 0 0,1 1 0,-1 0 0,1 1 0,-1 0 0,1 0 0,0 1 0,1 1 0,-1-1 0,1 1 0,-1 0 0,2 1 0,-1 0 0,0 1 0,1-1 0,-8 11 0,6-7 0,1 0 0,0 1 0,1 0 0,0 0 0,0 1 0,2-1 0,-1 1 0,1 1 0,1-1 0,-5 25 0,8-29 0,0 0 0,0 0 0,1 0 0,0 0 0,1 0 0,0-1 0,0 1 0,1 0 0,0 0 0,3 9 0,-4-14 0,1 1 0,0-1 0,0 1 0,0-1 0,0 0 0,0 0 0,1 1 0,-1-2 0,1 1 0,0 0 0,0-1 0,0 1 0,0-1 0,0 0 0,1 0 0,-1 0 0,1 0 0,-1-1 0,1 1 0,0-1 0,-1 0 0,8 1 0,-2-1 0,1-1 0,-1 0 0,1 0 0,-1-1 0,0 0 0,1-1 0,-1 0 0,0-1 0,0 0 0,0 0 0,0-1 0,-1 0 0,1 0 0,13-11 0,-2 1 0,-1-1 0,0-1 0,-1-1 0,24-29 0,-21 19 0,0 0 0,-2-2 0,-2-1 0,0 0 0,15-41 0,-22 45 0,-1-1 0,-1 0 0,-1 0 0,-2-1 0,-1 0 0,2-51 0,-8 57 0,2 22 0,0-1 0,0 1 0,0 0 0,0 0 0,0-1 0,0 1 0,0 0 0,0 0 0,0-1 0,0 1 0,0 0 0,0-1 0,-1 1 0,1 0 0,0 0 0,0-1 0,0 1 0,0 0 0,0 0 0,0 0 0,-1-1 0,1 1 0,0 0 0,0 0 0,0 0 0,-1-1 0,1 1 0,0 0 0,0 0 0,-1 0 0,1 0 0,0 0 0,0 0 0,-1-1 0,1 1 0,0 0 0,0 0 0,-1 0 0,1 0 0,0 0 0,0 0 0,-1 0 0,1 0 0,0 0 0,0 0 0,-1 0 0,1 0 0,0 0 0,-1 1 0,1-1 0,0 0 0,0 0 0,-1 0 0,1 0 0,0 0 0,0 1 0,0-1 0,-1 0 0,1 0 0,0 0 0,0 0 0,0 1 0,0-1 0,-1 0 0,1 0 0,0 1 0,0-1 0,0 0 0,0 1 0,-6 7 0,2 0 0,-1 0 0,1 0 0,0 1 0,1 0 0,0 0 0,-2 13 0,-10 68 0,15-89 0,-6 55-455,3-1 0,5 91 0,2-106-6371</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3T08:57:43.591"/>
    </inkml:context>
    <inkml:brush xml:id="br0">
      <inkml:brushProperty name="width" value="0.05" units="cm"/>
      <inkml:brushProperty name="height" value="0.05" units="cm"/>
      <inkml:brushProperty name="color" value="#F6630D"/>
    </inkml:brush>
  </inkml:definitions>
  <inkml:trace contextRef="#ctx0" brushRef="#br0">1 182 24575,'0'-5'0,"0"-9"0,0-3 0,5-3 0,9-3 0,9 2 0,10 2 0,11 1 0,9 4 0,4 4 0,4 1 0,-3 2 0,-10 2-8191</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3T08:57:57.887"/>
    </inkml:context>
    <inkml:brush xml:id="br0">
      <inkml:brushProperty name="width" value="0.05" units="cm"/>
      <inkml:brushProperty name="height" value="0.05" units="cm"/>
      <inkml:brushProperty name="color" value="#F6630D"/>
    </inkml:brush>
  </inkml:definitions>
  <inkml:trace contextRef="#ctx0" brushRef="#br0">3992 302 24575,'-10'-9'0,"-1"0"0,0 0 0,0 1 0,-1 1 0,-19-10 0,-66-23 0,81 34 0,-104-35-299,0 6-1,-3 4 0,-132-14 1,-383 0-1398,439 46 1577,0 8-1,-254 45 1,308-26 127,2 5 0,0 7 1,-241 104-1,289-100 15,2 5 1,-169 118-1,219-134-140,1 1 1,2 2-1,1 2 1,2 2-1,2 1 0,1 2 1,-41 69-1,63-90 76,2 0 1,0 0-1,1 1 1,1 0-1,1 1 1,1-1-1,1 1 1,-4 48-1,9-56 35,1 0-1,0 0 1,0 0 0,2 0-1,0 0 1,1 0-1,1-1 1,0 0-1,1 0 1,0 0 0,1-1-1,1 0 1,0 0-1,17 20 1,-5-12-8,0-2-1,2 0 1,1 0 0,0-2 0,1-1 0,1-1 0,0-2-1,1 0 1,51 19 0,-6-9-35,0-3-1,130 21 0,-51-22-64,235 2-1,154-44-575,220-78-927,-523 52 1661,267-93 1,-365 93-506,163-81 1,-241 99 339,-2-4 1,-1-1-1,-1-3 1,98-89-1,-132 105 203,0-1 0,-1-1 1,-2-1-1,-1 0 0,0-2 0,-2 0 0,14-34 0,-24 47-42,0 0 1,-1 0-1,-1-1 1,-1 0-1,0 1 1,-1-1-1,0 0 1,-1 0-1,-1-1 0,-1 1 1,0 0-1,0 0 1,-2 0-1,0 1 1,-1-1-1,-9-25 1,5 23-44,-1 1-1,-1 0 1,0 0 0,-1 1 0,-1 0-1,0 1 1,-1 0 0,0 1 0,-1 1 0,-25-18-1,6 8 52,-2 2-1,0 1 0,-1 2 1,-41-14-1,-1 6 251,-1 3-1,-133-20 1,-161 6-841,109 23-624</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3T08:57:59.667"/>
    </inkml:context>
    <inkml:brush xml:id="br0">
      <inkml:brushProperty name="width" value="0.05" units="cm"/>
      <inkml:brushProperty name="height" value="0.05" units="cm"/>
      <inkml:brushProperty name="color" value="#F6630D"/>
    </inkml:brush>
  </inkml:definitions>
  <inkml:trace contextRef="#ctx0" brushRef="#br0">0 0 24575,'3'3'0,"1"4"0,0 6 0,2 7 0,0 8 0,-1 8 0,-2 7 0,0 4 0,-2 7 0,0 4 0,-1 1 0,-3 0 0,-4-2 0,-1-5 0,1-12-8191</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3T08:58:00.289"/>
    </inkml:context>
    <inkml:brush xml:id="br0">
      <inkml:brushProperty name="width" value="0.05" units="cm"/>
      <inkml:brushProperty name="height" value="0.05" units="cm"/>
      <inkml:brushProperty name="color" value="#F6630D"/>
    </inkml:brush>
  </inkml:definitions>
  <inkml:trace contextRef="#ctx0" brushRef="#br0">555 1 24575,'-39'0'0,"0"1"0,-69 12 0,94-10 0,-1 1 0,0 0 0,1 2 0,0-1 0,0 2 0,1 0 0,-1 0 0,2 2 0,-1-1 0,-13 14 0,7-4 0,1 2 0,1 1 0,0 0 0,2 0 0,1 2 0,0 0 0,2 1 0,1 0 0,0 0 0,-13 52 0,14-35 0,2 0 0,2 0 0,1 1 0,2-1 0,2 1 0,6 55 0,-3-72 0,2-1 0,1 0 0,1 0 0,0 0 0,2 0 0,1-1 0,1-1 0,13 24 0,-16-35 0,1 0 0,-1 0 0,2-1 0,0 0 0,0 0 0,0-1 0,1 0 0,1-1 0,0 0 0,0 0 0,0-1 0,1-1 0,0 0 0,0-1 0,0 0 0,21 5 0,-9-6 0,1 0 0,0-2 0,0 0 0,-1-2 0,1-1 0,0-1 0,0-1 0,-1-1 0,1-1 0,34-13 0,-19 4 0,0-2 0,-1-2 0,-1-2 0,0-1 0,42-33 0,-50 31 0,-1-1 0,-1-1 0,-1-2 0,-1-1 0,-1-1 0,-2-1 0,24-39 0,-33 44 0,-1 0 0,-1 0 0,-2-1 0,0-1 0,-2 0 0,0 0 0,-2-1 0,-1 0 0,-2 0 0,1-37 0,-4 49 0,-1 0 0,0 1 0,-2-1 0,1 0 0,-2 1 0,0-1 0,-1 1 0,-1 0 0,0 1 0,-10-18 0,9 21 0,0 0 0,-1 0 0,-1 1 0,0 0 0,0 0 0,-1 1 0,0 0 0,-1 1 0,0 0 0,0 1 0,0 0 0,-19-7 0,6 4 0,-1 2 0,-1 0 0,1 2 0,-1 1 0,0 1 0,0 1 0,0 1 0,-36 3 0,17 2 0,1 2 0,0 2 0,1 2 0,-49 16 0,73-19 0,0 1 0,-32 18 0,45-22 0,1 0 0,0 0 0,0 0 0,1 1 0,-1 0 0,1 0 0,-1 0 0,1 1 0,1-1 0,-1 1 0,1 0 0,-1 0 0,-3 10 0,6-13-47,0-1 0,1 1 0,0 0 0,-1-1 0,1 1 0,0 0 0,0-1 0,0 1 0,0 0-1,0-1 1,0 1 0,0 0 0,0-1 0,1 1 0,-1-1 0,1 1 0,-1 0 0,1-1 0,0 1 0,0-1 0,-1 1 0,1-1-1,0 0 1,0 1 0,0-1 0,1 0 0,-1 0 0,2 2 0,9 4-6779</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3T08:58:01.054"/>
    </inkml:context>
    <inkml:brush xml:id="br0">
      <inkml:brushProperty name="width" value="0.05" units="cm"/>
      <inkml:brushProperty name="height" value="0.05" units="cm"/>
      <inkml:brushProperty name="color" value="#F6630D"/>
    </inkml:brush>
  </inkml:definitions>
  <inkml:trace contextRef="#ctx0" brushRef="#br0">0 113 24575,'0'-112'0,"20"498"0,-6-218-1365,-13-143-5461</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3T08:58:01.303"/>
    </inkml:context>
    <inkml:brush xml:id="br0">
      <inkml:brushProperty name="width" value="0.05" units="cm"/>
      <inkml:brushProperty name="height" value="0.05" units="cm"/>
      <inkml:brushProperty name="color" value="#F6630D"/>
    </inkml:brush>
  </inkml:definitions>
  <inkml:trace contextRef="#ctx0" brushRef="#br0">28 1097 24575,'-13'-267'0,"4"124"0,3-108 0,8 186 0,19-118 0,-18 167 0,0 1 0,2 0 0,-1 0 0,2 0 0,0 1 0,1 0 0,16-25 0,-21 36 0,0-1 0,1 1 0,-1 0 0,1 0 0,0 0 0,0 0 0,0 1 0,0-1 0,1 1 0,-1 0 0,1 0 0,-1 0 0,1 0 0,0 1 0,-1-1 0,1 1 0,0 0 0,0 0 0,0 1 0,0-1 0,0 1 0,0 0 0,0 0 0,1 0 0,-1 0 0,0 1 0,0-1 0,0 1 0,-1 0 0,1 1 0,0-1 0,0 1 0,0-1 0,6 5 0,-1 0 0,-1 0 0,0 0 0,0 1 0,0 0 0,-1 0 0,0 1 0,0 0 0,-1 0 0,0 1 0,0 0 0,-1 0 0,0 0 0,6 16 0,-5-8 0,-1-1 0,0 1 0,-1 0 0,-1 1 0,-1-1 0,0 0 0,-2 25 0,-2-14 34,-1-1 1,-2 0-1,-1 0 0,-1 0 0,-1-1 0,-1 0 0,-2 0 0,0-1 0,-24 38 1,7-21-377,-2-1 1,-1-1 0,-2-2-1,-50 45 1,52-55-6485</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3T08:58:01.627"/>
    </inkml:context>
    <inkml:brush xml:id="br0">
      <inkml:brushProperty name="width" value="0.05" units="cm"/>
      <inkml:brushProperty name="height" value="0.05" units="cm"/>
      <inkml:brushProperty name="color" value="#F6630D"/>
    </inkml:brush>
  </inkml:definitions>
  <inkml:trace contextRef="#ctx0" brushRef="#br0">1 7 24575,'6'0'0,"1"0"0,0 1 0,-1 0 0,1 0 0,0 0 0,-1 1 0,0 0 0,1 0 0,-1 0 0,0 1 0,0 0 0,0 0 0,0 1 0,-1 0 0,1 0 0,-1 0 0,0 0 0,5 7 0,2 2 0,0 1 0,-1 0 0,-1 1 0,0 0 0,-1 0 0,-1 1 0,0 0 0,-1 0 0,7 25 0,-9-21 0,0 1 0,-2-1 0,0 1 0,-1 0 0,-1-1 0,-1 1 0,-5 38 0,4-53 0,0 0 0,-1 0 0,0 0 0,-5 10 0,7-15 0,-1-1 0,1 1 0,-1 0 0,1 0 0,-1 0 0,1-1 0,-1 1 0,0 0 0,1-1 0,-1 1 0,0 0 0,1-1 0,-1 1 0,0-1 0,0 1 0,0-1 0,0 1 0,0-1 0,0 0 0,1-1 0,-1 1 0,0 0 0,1 0 0,-1 0 0,0-1 0,1 1 0,-1 0 0,0-1 0,1 1 0,-1-1 0,1 1 0,-1 0 0,1-1 0,-1 1 0,1-1 0,-1 1 0,1-1 0,0 0 0,-1 1 0,1-1 0,0 1 0,-1-1 0,1 0 0,0 1 0,0-2 0,-4-10 0,1 1 0,0-1 0,1 0 0,1 0 0,0-1 0,0 1 0,3-21 0,-2 21 0,1-11 0,1 0 0,1 1 0,2 0 0,0 0 0,0 0 0,11-23 0,-12 33 0,2 0 0,-1 1 0,2-1 0,-1 1 0,2 0 0,-1 1 0,1-1 0,1 2 0,0-1 0,0 1 0,21-15 0,-24 20-195,0 1 0,0 0 0,1 0 0,-1 1 0,1-1 0,9-1 0,7 0-6631</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3T08:58:02.467"/>
    </inkml:context>
    <inkml:brush xml:id="br0">
      <inkml:brushProperty name="width" value="0.05" units="cm"/>
      <inkml:brushProperty name="height" value="0.05" units="cm"/>
      <inkml:brushProperty name="color" value="#F6630D"/>
    </inkml:brush>
  </inkml:definitions>
  <inkml:trace contextRef="#ctx0" brushRef="#br0">37 516 24575,'0'0'0,"1"0"0,-1 0 0,1 0 0,-1 0 0,1 0 0,-1-1 0,1 1 0,-1 0 0,1 1 0,-1-1 0,1 0 0,-1 0 0,1 0 0,-1 0 0,1 0 0,-1 0 0,1 1 0,-1-1 0,1 0 0,-1 0 0,0 1 0,1-1 0,-1 0 0,1 1 0,-1-1 0,0 0 0,1 1 0,-1-1 0,0 0 0,0 1 0,1-1 0,-1 1 0,0-1 0,0 1 0,1 0 0,-7 18 0,2-12 0,-4 13 0,0 1 0,2 0 0,0 0 0,1 0 0,2 1 0,0 0 0,1-1 0,1 1 0,1 0 0,1 0 0,1 0 0,1 0 0,10 39 0,-12-58 0,0 0 0,1 0 0,-1 0 0,0 0 0,1 0 0,0 0 0,-1-1 0,1 1 0,0-1 0,0 1 0,1-1 0,-1 0 0,0 0 0,1 0 0,-1 0 0,1 0 0,0-1 0,4 3 0,-5-3 0,1-1 0,0 1 0,-1-1 0,1 0 0,0 1 0,-1-1 0,1 0 0,0-1 0,-1 1 0,1 0 0,0-1 0,-1 1 0,1-1 0,-1 0 0,1 0 0,-1 0 0,1 0 0,-1-1 0,0 1 0,0 0 0,5-4 0,-2 0 0,0-1 0,0 1 0,0-1 0,-1 0 0,0 0 0,0-1 0,0 1 0,-1-1 0,0 0 0,0 1 0,0-2 0,-1 1 0,0 0 0,-1 0 0,0-1 0,0 1 0,0 0 0,-1-1 0,-1-13 0,0 9 0,0-1 0,-1 1 0,-1-1 0,1 1 0,-2 0 0,0 0 0,0 1 0,-1-1 0,-1 1 0,0 0 0,-8-11 0,5 10 0,1-1 0,30 16 0,12 3 0,0-1 0,0-2 0,1-1 0,-1-2 0,0-1 0,1-2 0,-1-1 0,35-9 0,-24-2 0,-42 14 0,-1 0 0,0 0 0,1-1 0,-1 1 0,0-1 0,0 1 0,0-1 0,0 1 0,0-1 0,0 0 0,0 0 0,0 0 0,-1 0 0,1-1 0,0-2 0,-1 5 0,-1 0 0,0-1 0,0 1 0,0-1 0,1 1 0,-1-1 0,0 1 0,0-1 0,0 1 0,0-1 0,0 1 0,0-1 0,0 1 0,0-1 0,0 1 0,0-1 0,0 1 0,-1-1 0,1 1 0,0-1 0,0 1 0,0 0 0,-1-1 0,1 1 0,0-1 0,0 1 0,-1 0 0,1-1 0,0 1 0,-1-1 0,-15-3 0,11 4 0,1 0 0,-1 1 0,1-1 0,0 1 0,-9 3 0,7-1 0,0 1 0,0 0 0,0 0 0,1 1 0,-1 0 0,1 0 0,0 0 0,1 0 0,-1 1 0,1 0 0,0 0 0,0 0 0,1 0 0,0 1 0,0-1 0,1 1 0,-1 0 0,0 7 0,-1 0 0,1 1 0,1-1 0,0 0 0,1 0 0,1 1 0,0-1 0,1 1 0,3 15 0,-3-25 0,0-1 0,0 1 0,0-1 0,1 1 0,0-1 0,-1 0 0,2 0 0,-1 0 0,0 0 0,1 0 0,-1-1 0,1 1 0,0-1 0,1 1 0,-1-1 0,0 0 0,1 0 0,0-1 0,0 1 0,6 3 0,-5-5 0,0 1 0,0-1 0,-1 0 0,1 0 0,0 0 0,0-1 0,0 0 0,0 0 0,0 0 0,0 0 0,0-1 0,0 0 0,0 0 0,0 0 0,0-1 0,-1 1 0,1-1 0,7-5 0,-2 2 0,-1-1 0,0 0 0,0-1 0,-1 0 0,0 0 0,0-1 0,0 0 0,-1 0 0,9-14 0,-7 7 0,-1 0 0,-1 0 0,0 0 0,-1-1 0,6-25 0,-3-1 0,-3-1 0,-1 1 0,-2-85 0,-4 70 0,-3 0 0,-2 0 0,-3 0 0,-23-79 0,31 131 0,-1-1 0,0 1 0,0-1 0,-1 1 0,1 0 0,-7-10 0,9 15 0,-1 0 0,1 0 0,0-1 0,0 1 0,-1 0 0,1 0 0,0-1 0,0 1 0,-1 0 0,1 0 0,0 0 0,-1 0 0,1 0 0,0-1 0,-1 1 0,1 0 0,0 0 0,-1 0 0,1 0 0,-1 0 0,1 0 0,0 0 0,-1 0 0,1 0 0,0 0 0,-1 0 0,1 0 0,0 1 0,-1-1 0,1 0 0,0 0 0,-1 0 0,1 0 0,0 0 0,-1 1 0,1-1 0,0 0 0,0 0 0,-1 1 0,1-1 0,0 0 0,0 0 0,-1 1 0,1-1 0,0 0 0,0 1 0,0-1 0,0 0 0,0 1 0,-1-1 0,1 0 0,0 1 0,0-1 0,-7 21 0,3 1 0,1-1 0,1 1 0,1 0 0,1 0 0,3 24 0,20 112 0,-17-127 0,8 44 0,3-1 0,3-2 0,4 0 0,33 71 0,-55-139 28,12 22 277,-13-26-361,-1 1-1,1 0 0,-1-1 1,1 1-1,0-1 1,-1 1-1,1 0 0,0-1 1,-1 1-1,1-1 1,0 0-1,-1 1 0,1-1 1,0 0-1,0 1 0,0-1 1,-1 0-1,1 0 1,0 0-1,0 0 0,0 0 1,-1 0-1,1 0 1,0 0-1,0 0 0,0 0 1,0 0-1,-1 0 1,2-1-1,6-4-6769</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3T08:57:50.048"/>
    </inkml:context>
    <inkml:brush xml:id="br0">
      <inkml:brushProperty name="width" value="0.05" units="cm"/>
      <inkml:brushProperty name="height" value="0.05" units="cm"/>
      <inkml:brushProperty name="color" value="#F6630D"/>
    </inkml:brush>
  </inkml:definitions>
  <inkml:trace contextRef="#ctx0" brushRef="#br0">1 0 24575,'1'0'0,"1"0"0,-1 1 0,0-1 0,0 0 0,1 0 0,-1 1 0,0-1 0,0 1 0,0-1 0,1 1 0,-1-1 0,0 1 0,0 0 0,0 0 0,0-1 0,0 1 0,0 0 0,0 0 0,-1 0 0,1 0 0,0 0 0,0 0 0,-1 0 0,1 1 0,-1-1 0,1 0 0,-1 0 0,1 0 0,-1 1 0,0-1 0,1 0 0,-1 0 0,0 1 0,0-1 0,0 2 0,0 8 0,0 0 0,0 0 0,-4 16 0,1-6 0,0 13 69,2 1-1,1-1 0,2 1 0,11 61 1,-11-86-155,1 0 1,0 0 0,0 0-1,1 0 1,0 0 0,1-1-1,0 1 1,1-1 0,-1 0-1,2-1 1,-1 0 0,1 0-1,1 0 1,-1-1 0,1 0-1,1 0 1,-1-1 0,1 0-1,17 8 1,12 1-6741</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3T08:57:50.221"/>
    </inkml:context>
    <inkml:brush xml:id="br0">
      <inkml:brushProperty name="width" value="0.05" units="cm"/>
      <inkml:brushProperty name="height" value="0.05" units="cm"/>
      <inkml:brushProperty name="color" value="#F6630D"/>
    </inkml:brush>
  </inkml:definitions>
  <inkml:trace contextRef="#ctx0" brushRef="#br0">21 1 24575,'-3'0'0,"-3"0"0,-2 3 0,5 3 0</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3T08:57:50.422"/>
    </inkml:context>
    <inkml:brush xml:id="br0">
      <inkml:brushProperty name="width" value="0.05" units="cm"/>
      <inkml:brushProperty name="height" value="0.05" units="cm"/>
      <inkml:brushProperty name="color" value="#F6630D"/>
    </inkml:brush>
  </inkml:definitions>
  <inkml:trace contextRef="#ctx0" brushRef="#br0">1 0 24575,'0'3'0,"0"4"0,3 3 0,1 6 0,-1 9 0,0 9 0,2 6 0,1 9 0,-2 7 0,-1 9 0,2 4 0,0 2 0,-1 1 0,2-4 0,0-2 0,-2-12-8191</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3T08:57:50.762"/>
    </inkml:context>
    <inkml:brush xml:id="br0">
      <inkml:brushProperty name="width" value="0.05" units="cm"/>
      <inkml:brushProperty name="height" value="0.05" units="cm"/>
      <inkml:brushProperty name="color" value="#F6630D"/>
    </inkml:brush>
  </inkml:definitions>
  <inkml:trace contextRef="#ctx0" brushRef="#br0">7 249 24575,'-6'-2'0,"7"-2"0,12-3 0,27-2 0,74-4 0,-32 4 0,-45 5 0,103-18 0,-120 17 0,0 0 0,-1-1 0,0-1 0,34-17 0,-50 22 0,-1 1 0,1-1 0,0 1 0,-1-1 0,1 0 0,-1 0 0,0-1 0,0 1 0,1 0 0,-2-1 0,1 1 0,0-1 0,0 0 0,-1 1 0,3-6 0,-4 6 0,0 0 0,1-1 0,-1 1 0,0 0 0,0 0 0,-1 0 0,1 0 0,0 0 0,-1 0 0,1-1 0,-1 1 0,0 0 0,0 0 0,1 0 0,-1 1 0,0-1 0,-1 0 0,1 0 0,0 0 0,-1 1 0,1-1 0,-1 1 0,-2-3 0,-1 0 0,1-1 0,-1 1 0,-1 1 0,1-1 0,0 1 0,-1 0 0,0 0 0,1 1 0,-1-1 0,0 1 0,-1 0 0,1 1 0,0 0 0,0 0 0,-1 0 0,1 1 0,0 0 0,-1 0 0,1 0 0,0 1 0,-1 0 0,1 0 0,0 1 0,-9 3 0,9-3 0,-1 1 0,0 1 0,1-1 0,0 1 0,0 0 0,0 1 0,0-1 0,1 1 0,0 0 0,0 1 0,0-1 0,0 1 0,1 0 0,0 0 0,0 1 0,1-1 0,0 1 0,0-1 0,0 1 0,1 0 0,-2 7 0,3-2-62,0-1 0,0 1 0,1-1 0,0 1 0,1-1 0,0 1 0,1-1 0,1 0 0,-1 0 0,2 0 0,0 0 0,0 0-1,0-1 1,2 1 0,-1-1 0,1-1 0,1 1 0,0-1 0,0 0 0,1 0 0,9 7 0,12 9-6764</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3T08:57:51.304"/>
    </inkml:context>
    <inkml:brush xml:id="br0">
      <inkml:brushProperty name="width" value="0.05" units="cm"/>
      <inkml:brushProperty name="height" value="0.05" units="cm"/>
      <inkml:brushProperty name="color" value="#F6630D"/>
    </inkml:brush>
  </inkml:definitions>
  <inkml:trace contextRef="#ctx0" brushRef="#br0">2 176 24575,'0'-25'0,"-1"17"0,0 0 0,1 0 0,1 0 0,-1 0 0,1 0 0,3-11 0,-4 19 0,0-1 0,0 1 0,0-1 0,0 1 0,0-1 0,1 1 0,-1-1 0,0 1 0,0 0 0,0-1 0,1 1 0,-1-1 0,0 1 0,1 0 0,-1-1 0,0 1 0,1 0 0,-1-1 0,0 1 0,1 0 0,-1 0 0,0-1 0,1 1 0,-1 0 0,1 0 0,-1 0 0,1 0 0,-1-1 0,0 1 0,1 0 0,-1 0 0,1 0 0,-1 0 0,1 0 0,-1 0 0,2 0 0,-1 1 0,0 0 0,1 0 0,-1 0 0,1 0 0,-1 0 0,0 0 0,0 0 0,0 0 0,1 0 0,0 3 0,21 35 0,-13-16 0,-2 1 0,0 0 0,-2 0 0,0 1 0,-2 0 0,-1 0 0,1 45 0,-6-67 0,-1-13 0,-4-18 0,6 13 0,0-1 0,1 0 0,0 0 0,1 1 0,1-1 0,1 1 0,0-1 0,1 1 0,0 0 0,2 0 0,-1 0 0,2 1 0,0 0 0,1 0 0,0 1 0,1 0 0,0 0 0,18-18 0,-23 28 0,0-1 0,0 1 0,0 0 0,1 0 0,-1 0 0,1 1 0,-1 0 0,1 0 0,0 0 0,0 0 0,0 1 0,0-1 0,0 1 0,0 0 0,8 0 0,-9 2 0,0-1 0,-1 0 0,1 1 0,0 0 0,0 0 0,-1 0 0,1 0 0,0 1 0,-1 0 0,1-1 0,-1 1 0,0 0 0,1 1 0,-1-1 0,0 0 0,-1 1 0,1 0 0,0 0 0,-1 0 0,1 0 0,2 5 0,1 3 0,0 0 0,-1 1 0,0 0 0,-1 0 0,0 1 0,-1-1 0,0 1 0,-1 0 0,-1 0 0,1 13 0,-2-7 0,-1-1 0,0 1 0,-1-1 0,-1 1 0,-1-1 0,-8 25 0,12-42 0,0-1 0,0 1 0,0 0 0,0-1 0,-1 1 0,1 0 0,0-1 0,0 1 0,0-1 0,-1 1 0,1 0 0,0-1 0,-1 1 0,1-1 0,0 1 0,-1-1 0,1 1 0,-1-1 0,1 1 0,-1-1 0,1 1 0,-1-1 0,0 1 0,5-20 0,64-124 0,-59 127 0,1 0 0,1 0 0,0 1 0,1 1 0,1 0 0,20-17 0,-29 27 0,0 1 0,1 0 0,-1 0 0,1 0 0,0 0 0,0 1 0,0-1 0,0 1 0,0 1 0,1-1 0,-1 1 0,0 0 0,1 0 0,-1 1 0,8-1 0,-8 2 0,0 0 0,0 0 0,0 0 0,0 1 0,0-1 0,-1 1 0,1 0 0,-1 1 0,1-1 0,-1 1 0,0 0 0,0 0 0,0 0 0,0 1 0,0-1 0,5 8 0,-2-2 51,0 1 0,0 0 0,-1 1-1,0 0 1,7 19 0,15 62-518,-16-47-736,-2-13-5623</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3T08:57:51.616"/>
    </inkml:context>
    <inkml:brush xml:id="br0">
      <inkml:brushProperty name="width" value="0.05" units="cm"/>
      <inkml:brushProperty name="height" value="0.05" units="cm"/>
      <inkml:brushProperty name="color" value="#F6630D"/>
    </inkml:brush>
  </inkml:definitions>
  <inkml:trace contextRef="#ctx0" brushRef="#br0">238 85 24575,'0'-12'0,"0"6"0,0 0 0,0 0 0,0 1 0,-1-1 0,0 0 0,-1-6 0,1 10 0,0 1 0,1-1 0,-1 1 0,0-1 0,0 1 0,0 0 0,0-1 0,0 1 0,0 0 0,-1 0 0,1-1 0,0 1 0,-1 0 0,1 0 0,-1 1 0,1-1 0,-1 0 0,1 0 0,-1 1 0,1-1 0,-1 1 0,0-1 0,1 1 0,-1 0 0,-3-1 0,-1 1 0,0 1 0,-1-1 0,1 1 0,0 0 0,-1 0 0,1 1 0,0 0 0,0 0 0,0 0 0,1 1 0,-10 5 0,9-4 0,-1 0 0,1 0 0,0 1 0,0-1 0,1 1 0,0 1 0,0-1 0,0 1 0,-7 10 0,11-13 0,-1-1 0,1 1 0,0-1 0,1 1 0,-1 0 0,0-1 0,1 1 0,-1 0 0,1 0 0,0-1 0,0 1 0,0 0 0,0 0 0,0 0 0,2 3 0,-1-1 0,1 0 0,0 0 0,0 0 0,0 0 0,1-1 0,0 1 0,4 6 0,6 4 0,0-1 0,1 0 0,21 16 0,-29-24 0,45 33 0,-32-26 0,-1 1 0,-1 1 0,27 29 0,-42-42 0,0 0 0,0 0 0,-1 0 0,1 1 0,-1-1 0,0 0 0,1 1 0,-1-1 0,0 1 0,0-1 0,-1 1 0,1 0 0,-1-1 0,1 1 0,-1 0 0,0-1 0,0 1 0,0 0 0,0-1 0,0 1 0,-1 0 0,1-1 0,-1 1 0,0 0 0,1-1 0,-1 1 0,-1-1 0,1 0 0,0 1 0,0-1 0,-1 0 0,0 1 0,1-1 0,-1 0 0,-4 3 0,-1 2 0,-1-1 0,0 0 0,-1-1 0,1 0 0,-1 0 0,0-1 0,0 0 0,-17 5 0,4-4-273,-1 0 0,0-2 0,0 0 0,-39-1 0,14-5-6553</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3T08:57:45.009"/>
    </inkml:context>
    <inkml:brush xml:id="br0">
      <inkml:brushProperty name="width" value="0.05" units="cm"/>
      <inkml:brushProperty name="height" value="0.05" units="cm"/>
      <inkml:brushProperty name="color" value="#F6630D"/>
    </inkml:brush>
  </inkml:definitions>
  <inkml:trace contextRef="#ctx0" brushRef="#br0">188 14 24575,'0'0'0,"0"-1"0,0 0 0,0 1 0,-1-1 0,1 1 0,0-1 0,-1 0 0,1 1 0,0-1 0,-1 1 0,1-1 0,-1 1 0,1-1 0,-1 1 0,1-1 0,-1 1 0,1 0 0,-1-1 0,1 1 0,-1 0 0,1-1 0,-1 1 0,0 0 0,1 0 0,-1 0 0,1-1 0,-1 1 0,0 0 0,1 0 0,-1 0 0,-1 0 0,-22 0 0,16 2 0,0 0 0,0 1 0,0 0 0,1 0 0,-1 1 0,1 0 0,0 0 0,0 0 0,0 1 0,0 0 0,1 1 0,0-1 0,0 1 0,1 0 0,-1 1 0,1-1 0,-6 12 0,9-14 0,-1 0 0,1 1 0,-1 0 0,1-1 0,1 1 0,-1 0 0,1 0 0,-1 0 0,1 0 0,1 1 0,-1-1 0,1 0 0,0 0 0,0 0 0,1 0 0,-1 1 0,1-1 0,0 0 0,0 0 0,1 0 0,0 0 0,0-1 0,0 1 0,0 0 0,1-1 0,0 1 0,-1-1 0,8 7 0,-5-6 0,1 0 0,0-1 0,0 1 0,0-1 0,0-1 0,1 1 0,0-1 0,-1 0 0,1-1 0,0 1 0,1-2 0,-1 1 0,0-1 0,0 0 0,1 0 0,-1-1 0,0 0 0,1 0 0,14-3 0,-12 2 0,1-1 0,-1-1 0,0 0 0,1 0 0,-1-1 0,-1 0 0,1-1 0,0 0 0,-1-1 0,0 0 0,-1 0 0,1-1 0,7-8 0,-11 10 0,-1 1 0,-1-1 0,1 0 0,-1 0 0,1-1 0,-2 1 0,1-1 0,-1 1 0,1-1 0,-1 0 0,-1 0 0,1 0 0,-1 0 0,0-10 0,-1 11 0,0 1 0,0 0 0,-1-1 0,0 1 0,0-1 0,0 1 0,-1 0 0,1-1 0,-1 1 0,0 0 0,0 0 0,0 1 0,-1-1 0,1 0 0,-1 1 0,0-1 0,0 1 0,0 0 0,-1 0 0,-6-5 0,2 3-85,-1 0 0,-1 1-1,1-1 1,-1 2 0,1-1-1,-1 2 1,0-1 0,0 1-1,0 1 1,0 0 0,-1 0-1,1 1 1,0 0 0,0 1-1,-18 3 1,-17 5-6741</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3T08:57:46.560"/>
    </inkml:context>
    <inkml:brush xml:id="br0">
      <inkml:brushProperty name="width" value="0.05" units="cm"/>
      <inkml:brushProperty name="height" value="0.05" units="cm"/>
      <inkml:brushProperty name="color" value="#F6630D"/>
    </inkml:brush>
  </inkml:definitions>
  <inkml:trace contextRef="#ctx0" brushRef="#br0">1 205 24575,'21'8'0,"-2"-1"0,11-1 0,0-1 0,0-1 0,1-2 0,35-2 0,-16 0 0,888-4-3164,1-24-2103,-464 12 3821,347-9-257,974-31-78,-6-25 3496,-1761 79-1086,199-16 4335,-210 15-3642,-25 1 600,-27 1 210,-20 1-2878,31 1-6022</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3T08:57:46.813"/>
    </inkml:context>
    <inkml:brush xml:id="br0">
      <inkml:brushProperty name="width" value="0.05" units="cm"/>
      <inkml:brushProperty name="height" value="0.05" units="cm"/>
      <inkml:brushProperty name="color" value="#F6630D"/>
    </inkml:brush>
  </inkml:definitions>
  <inkml:trace contextRef="#ctx0" brushRef="#br0">28 47 24575,'-2'-3'0,"-20"-24"0,21 26 0,1 1 0,0-1 0,-1 1 0,1-1 0,0 1 0,0-1 0,-1 1 0,1-1 0,0 1 0,0-1 0,0 1 0,0-1 0,0 1 0,0-1 0,0 0 0,0 1 0,0-1 0,0 1 0,0-1 0,0 0 0,1 0 0,-1 1 0,1-1 0,0 1 0,-1 0 0,1-1 0,-1 1 0,1 0 0,0-1 0,-1 1 0,1 0 0,-1 0 0,1 0 0,0 0 0,-1 0 0,1-1 0,0 1 0,-1 0 0,1 0 0,0 1 0,-1-1 0,1 0 0,1 0 0,5 2 0,0-1 0,0 1 0,0 0 0,0 1 0,0 0 0,-1 0 0,1 1 0,9 6 0,48 40 0,-57-45 0,3 4 0,0 0 0,-1 0 0,0 1 0,0 0 0,-1 0 0,-1 1 0,13 23 0,-17-28 0,-1 0 0,1 0 0,-1 1 0,-1-1 0,1 1 0,-1-1 0,0 1 0,0-1 0,-1 1 0,0-1 0,0 1 0,-1 0 0,0-1 0,0 1 0,0-1 0,-1 1 0,-4 10 0,1-7-170,-1 0-1,0 0 0,0-1 1,-1 0-1,0 0 0,-1 0 1,-14 12-1,-22 16-6655</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3T08:57:47.728"/>
    </inkml:context>
    <inkml:brush xml:id="br0">
      <inkml:brushProperty name="width" value="0.05" units="cm"/>
      <inkml:brushProperty name="height" value="0.05" units="cm"/>
      <inkml:brushProperty name="color" value="#F6630D"/>
    </inkml:brush>
  </inkml:definitions>
  <inkml:trace contextRef="#ctx0" brushRef="#br0">65 77 24575,'-5'-10'0,"-1"-1"0,-1 1 0,0 1 0,0-1 0,-15-14 0,22 24 0,-1-1 0,1 1 0,0 0 0,0 0 0,0 0 0,0 0 0,0 0 0,-1 0 0,1-1 0,0 1 0,0 0 0,0 0 0,0 0 0,-1 0 0,1 0 0,0 0 0,0 0 0,0 0 0,0 0 0,-1 0 0,1 0 0,0 0 0,0 0 0,0 0 0,-1 0 0,1 0 0,0 0 0,0 0 0,0 0 0,-1 0 0,1 0 0,0 0 0,0 0 0,0 0 0,0 1 0,-1-1 0,1 0 0,0 0 0,0 0 0,0 0 0,0 0 0,-1 1 0,-2 10 0,3 15 0,41 318-327,2 23-327,1 767-1437,-68 3 2126,2-76-241,21-974 51,2 526-901,-1-608 1057,6 142 1051,-3-121-687,1 0-1,0-1 1,13 39-1,-15-58-271,0 0-1,1 0 1,0 0-1,0-1 0,0 1 1,1-1-1,0 1 1,0-1-1,0 0 1,0 0-1,1-1 0,9 8 1,-7-8-26,-1-1 1,1 1-1,0-1 0,0 0 1,1-1-1,-1 1 1,0-2-1,1 1 0,-1-1 1,13 1-1,70-1-67,121-12 0,-102 3 0,933-14-4115,2 52-1048,-1008-29 5097,2773 125-3221,916 30-465,-3611-152 3753,1959 29 553,-1767-38 154,-255 3-709,235-10 1024,-7-24 748,-244 28-456,38-13 0,-2-8 191</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3T08:57:48.961"/>
    </inkml:context>
    <inkml:brush xml:id="br0">
      <inkml:brushProperty name="width" value="0.05" units="cm"/>
      <inkml:brushProperty name="height" value="0.05" units="cm"/>
      <inkml:brushProperty name="color" value="#F6630D"/>
    </inkml:brush>
  </inkml:definitions>
  <inkml:trace contextRef="#ctx0" brushRef="#br0">30 98 24575,'-29'-28'0,"29"28"0,0 0 0,0 0 0,0-1 0,0 1 0,0 0 0,0 0 0,0 0 0,0 0 0,-1 0 0,1-1 0,0 1 0,0 0 0,0 0 0,0 0 0,0 0 0,0 0 0,0-1 0,0 1 0,0 0 0,0 0 0,0 0 0,0 0 0,0 0 0,1 0 0,-1-1 0,0 1 0,0 0 0,0 0 0,0 0 0,0 0 0,0 0 0,0 0 0,0-1 0,0 1 0,0 0 0,0 0 0,1 0 0,-1 0 0,0 0 0,0 0 0,0 0 0,0 0 0,0 0 0,0-1 0,1 1 0,-1 0 0,0 0 0,0 0 0,0 0 0,0 0 0,0 0 0,1 0 0,-1 0 0,0 0 0,0 0 0,0 0 0,0 0 0,0 0 0,1 0 0,-1 1 0,12-3 0,-11 2 0,514-18-1006,611-16-3421,-705 28 1723,54 2 1384,2048 19-4597,7 38 4800,309 6 2677,-2173-53 1032,-224-7 4009,-431 0-5946,-1 1 0,1 1 0,-1 0 1,20 4-1,-26-3-501,0-1 0,0 1 0,-1-1-1,1 1 1,-1 1 0,0-1 0,1 0 0,-1 1 0,0-1 0,0 1 0,-1 0 0,1 0 0,0 0-1,-1 1 1,4 5 0,23 44-154,40 102 0,7 64 0,-71-205 0,191 677-1285,-32 11-1,-9 114 1351,-71 10-863,-74-556 787,17 259-294,-15-413 689,5-1-1,49 171 1,-46-227 675,50 97-1,-33-79-706,-36-75-352,0-1 0,0 1 0,0 0 0,-1 0 0,1 0 0,0 0 0,-1 0 0,0 0 0,1 0 0,-1 0 0,0 0 0,0 0 0,0 0 0,0 0 0,0 0 0,-1 0 0,1 0 0,0 0 0,-1 0 0,0 0 0,1 0 0,-1 0 0,0-1 0,0 1 0,0 0 0,0 0 0,-1-1 0,0 3 0,-3-1 0,1 1 0,-1-1 0,0 0 0,0 0 0,0-1 0,0 1 0,-1-1 0,1 0 0,-7 1 0,-33 8 19,1-1-1,-75 5 1,-96-8-216,182-6 112,-139 0-1960,-1 0-3875</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3T08:57:53.251"/>
    </inkml:context>
    <inkml:brush xml:id="br0">
      <inkml:brushProperty name="width" value="0.05" units="cm"/>
      <inkml:brushProperty name="height" value="0.05" units="cm"/>
      <inkml:brushProperty name="color" value="#F6630D"/>
    </inkml:brush>
  </inkml:definitions>
  <inkml:trace contextRef="#ctx0" brushRef="#br0">27 87 24575,'-21'-7'0,"15"2"0,16 1 0,193-6 0,-76 5 0,209-16 41,328-13-2056,-607 34-4202</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3T08:58:06.642"/>
    </inkml:context>
    <inkml:brush xml:id="br0">
      <inkml:brushProperty name="width" value="0.05" units="cm"/>
      <inkml:brushProperty name="height" value="0.05" units="cm"/>
      <inkml:brushProperty name="color" value="#F6630D"/>
    </inkml:brush>
  </inkml:definitions>
  <inkml:trace contextRef="#ctx0" brushRef="#br0">768 166 24575,'-1'-6'0,"1"0"0,-1 1 0,-1-1 0,1 1 0,-1-1 0,0 1 0,0-1 0,-5-8 0,0 3 0,0 0 0,-14-18 0,16 24 0,1 0 0,-1 1 0,0-1 0,0 1 0,0 0 0,-1 0 0,0 1 0,1 0 0,-1 0 0,0 0 0,-1 0 0,1 1 0,-8-2 0,5 3 0,0 0 0,0 0 0,0 1 0,0 0 0,0 0 0,0 1 0,0 0 0,-16 5 0,2 2 0,1 0 0,0 2 0,0 1 0,1 0 0,0 2 0,-28 22 0,13-6 0,1 1 0,2 2 0,1 1 0,1 1 0,-30 46 0,44-56 0,2 1 0,0 1 0,2 1 0,0 0 0,2 0 0,1 2 0,1-1 0,2 1 0,-4 33 0,9-47 0,1 1 0,1-1 0,0 1 0,1-1 0,1 1 0,0-1 0,1 0 0,1 1 0,0-2 0,1 1 0,1 0 0,0-1 0,1 0 0,1-1 0,0 1 0,1-1 0,0-1 0,1 0 0,0 0 0,1-1 0,0 0 0,1-1 0,0 0 0,0-1 0,1 0 0,1-1 0,-1-1 0,28 11 0,-14-10 0,0 0 0,0-2 0,0-1 0,1-1 0,0-1 0,0-2 0,0-1 0,0-1 0,0-1 0,0-2 0,-1 0 0,1-2 0,-1-1 0,31-13 0,-38 12 0,0-1 0,0-1 0,-1-1 0,-1-1 0,0 0 0,0-1 0,-1-1 0,17-19 0,-22 20 0,-1 0 0,-1-1 0,0 0 0,-1-1 0,0 1 0,-2-2 0,1 1 0,-2-1 0,0 0 0,-1-1 0,3-19 0,-3 6 0,-2 0 0,-2 0 0,0 0 0,-2 0 0,-2 0 0,0 0 0,-14-52 0,10 54 0,-2 1 0,-1 0 0,0 1 0,-2 0 0,-2 1 0,0 1 0,-1 0 0,-25-30 0,29 41 49,-2 1 0,1 0 0,-2 0-1,1 1 1,-2 1 0,-29-17 0,33 22-220,-1-1 0,0 2 1,0 0-1,-1 0 0,1 1 1,-1 1-1,0 0 0,1 0 1,-27 2-1,-6 4-6655</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3T08:58:09.073"/>
    </inkml:context>
    <inkml:brush xml:id="br0">
      <inkml:brushProperty name="width" value="0.05" units="cm"/>
      <inkml:brushProperty name="height" value="0.05" units="cm"/>
      <inkml:brushProperty name="color" value="#F6630D"/>
    </inkml:brush>
  </inkml:definitions>
  <inkml:trace contextRef="#ctx0" brushRef="#br0">240 128 24575,'-239'0'0,"824"-12"-1286,-229 3 6,707-8-4294,1272-35 1869,-1797 22 6181,-440 22-1298</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3T08:58:09.509"/>
    </inkml:context>
    <inkml:brush xml:id="br0">
      <inkml:brushProperty name="width" value="0.05" units="cm"/>
      <inkml:brushProperty name="height" value="0.05" units="cm"/>
      <inkml:brushProperty name="color" value="#F6630D"/>
    </inkml:brush>
  </inkml:definitions>
  <inkml:trace contextRef="#ctx0" brushRef="#br0">57 0 24575,'-43'0'0,"30"0"0,31 0 0,366 13-545,-103-1-125,2140 38-6972,-1-50 5126,-2111-8 3569,-113-2 2633,-175 10-3467,-24 1-1995</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3T08:58:09.932"/>
    </inkml:context>
    <inkml:brush xml:id="br0">
      <inkml:brushProperty name="width" value="0.05" units="cm"/>
      <inkml:brushProperty name="height" value="0.05" units="cm"/>
      <inkml:brushProperty name="color" value="#F6630D"/>
    </inkml:brush>
  </inkml:definitions>
  <inkml:trace contextRef="#ctx0" brushRef="#br0">1 1 24575,'139'7'0,"-37"-1"0,1190 40-5434,-467-19 2024,-680-22 3341,1312 36-613,-2-72 56,-1152 5 4232,-268 21-5182</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3T08:58:18.864"/>
    </inkml:context>
    <inkml:brush xml:id="br0">
      <inkml:brushProperty name="width" value="0.05" units="cm"/>
      <inkml:brushProperty name="height" value="0.05" units="cm"/>
      <inkml:brushProperty name="color" value="#F6630D"/>
    </inkml:brush>
  </inkml:definitions>
  <inkml:trace contextRef="#ctx0" brushRef="#br0">51 285 24575,'6'-6'0,"59"-64"0,-65 69 0,1 0 0,0 0 0,-1 1 0,1-1 0,0 0 0,0 0 0,0 0 0,-1 0 0,1 1 0,0-1 0,0 0 0,0 1 0,0-1 0,0 1 0,0-1 0,0 1 0,1-1 0,-1 1 0,0 0 0,0 0 0,0-1 0,2 1 0,-2 1 0,0-1 0,0 0 0,-1 1 0,1-1 0,0 1 0,0 0 0,0-1 0,-1 1 0,1 0 0,0 0 0,-1-1 0,1 1 0,-1 0 0,1 0 0,-1 0 0,1 0 0,-1-1 0,1 1 0,-1 0 0,1 1 0,1 7 0,0 1 0,0-1 0,-1 0 0,1 12 0,-1 381 0,-25 3 0,8-153 0,-6 107 0,21-335 0,1-1 0,1 1 0,2 0 0,0-1 0,7 29 0,-7-43 0,0 0 0,0 0 0,1 0 0,0 0 0,1-1 0,0 0 0,0 0 0,0 0 0,1 0 0,1-1 0,-1 0 0,1 0 0,0-1 0,1 0 0,13 9 0,-2-5 0,0-1 0,1 0 0,0-2 0,1 0 0,0-1 0,29 3 0,135 9 0,547-9-2302,-526-11 1650,361 2 284,651-11 232,-915-2-639,-4-22 960,-290 33-114,19-3 423,28-9 0,-49 12-304,-1 0-1,1-1 1,-1 1-1,0-1 1,0-1-1,0 1 1,-1-1-1,1 0 1,-1 0-1,5-6 1,-7 7-162,-1-1 1,0 1-1,0 0 1,-1-1 0,1 1-1,-1-1 1,1 1-1,-1-1 1,0 0-1,-1 0 1,1 1 0,0-1-1,-1 0 1,0 0-1,0 0 1,-1-6-1,-1-7 96,-2 0-1,-7-24 0,3 11-74,-5-36-49,3-2 0,3 0 0,3 1 0,3-2 0,14-126 0,89-333 0,-48 327 0,8-35 0,-58 221 0,0 0 0,-1 1 0,0-1 0,-1-1 0,0-23 0,-2 35 0,0 0 0,-1 1 0,1-1 0,-1 0 0,0 1 0,0-1 0,0 0 0,-1 1 0,1-1 0,-1 1 0,0 0 0,0 0 0,0 0 0,0 0 0,0 0 0,-1 0 0,0 0 0,1 1 0,-1-1 0,0 1 0,0 0 0,0 0 0,0 0 0,-4-2 0,-11-4 0,0 2 0,0 0 0,0 0 0,-26-3 0,-80-5 0,97 11 0,-871-31-2229,818 33 2066,-1033 19-108,4 80-204,521 14 2687,561-105-2321,-1-1-1,0-1 0,-56 3 0</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3T08:58:19.410"/>
    </inkml:context>
    <inkml:brush xml:id="br0">
      <inkml:brushProperty name="width" value="0.05" units="cm"/>
      <inkml:brushProperty name="height" value="0.05" units="cm"/>
      <inkml:brushProperty name="color" value="#F6630D"/>
    </inkml:brush>
  </inkml:definitions>
  <inkml:trace contextRef="#ctx0" brushRef="#br0">1 191 24575,'1'-21'0,"0"0"0,2-1 0,1 1 0,9-32 0,-13 52 0,0 0 0,0 0 0,1 0 0,-1 0 0,0 0 0,1 0 0,-1 0 0,0 0 0,1 0 0,0 0 0,-1 0 0,1 0 0,-1 0 0,1 0 0,0 0 0,0 1 0,-1-1 0,1 0 0,0 1 0,2-2 0,-3 2 0,1 1 0,-1-1 0,1 0 0,0 1 0,-1-1 0,1 1 0,-1-1 0,1 1 0,-1-1 0,1 1 0,-1-1 0,1 1 0,-1-1 0,1 1 0,-1 0 0,0-1 0,0 1 0,1 0 0,-1-1 0,0 1 0,0 0 0,1 0 0,10 54 0,-10-52 0,12 85 0,33 182 0,-33-213 0,2-1 0,36 89 0,-48-138 0,0 0 0,1-1 0,0 1 0,0-1 0,0 0 0,0 0 0,1 0 0,9 8 0,-12-12 0,0-1 0,-1 0 0,1 0 0,0 1 0,1-1 0,-1-1 0,0 1 0,0 0 0,0 0 0,0-1 0,1 1 0,-1-1 0,0 0 0,1 0 0,-1 0 0,0 0 0,0 0 0,1 0 0,-1 0 0,0-1 0,1 1 0,-1-1 0,0 0 0,0 0 0,0 0 0,0 0 0,0 0 0,0 0 0,0 0 0,0-1 0,3-2 0,6-5 0,-1-1 0,0 0 0,0 0 0,-1-1 0,8-13 0,38-66 0,-44 70 0,74-141 0,89-234 0,-170 385 124,-3 6-372,1-1 0,0 1-1,0 0 1,0 0 0,4-6 0</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3T08:58:19.594"/>
    </inkml:context>
    <inkml:brush xml:id="br0">
      <inkml:brushProperty name="width" value="0.05" units="cm"/>
      <inkml:brushProperty name="height" value="0.05" units="cm"/>
      <inkml:brushProperty name="color" value="#F6630D"/>
    </inkml:brush>
  </inkml:definitions>
  <inkml:trace contextRef="#ctx0" brushRef="#br0">0 0 24575,'2'1'0,"-1"-1"0,0 0 0,0 0 0,0 1 0,0-1 0,0 1 0,1-1 0,-1 1 0,0-1 0,0 1 0,0 0 0,0-1 0,-1 1 0,1 0 0,0 0 0,0 0 0,0 0 0,-1 0 0,1 0 0,0 0 0,-1 0 0,1 0 0,0 2 0,10 30 0,-9-27 0,14 67 0,11 118 0,-14-81 0,-9-80-1365,-1-6-5461</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3T08:58:19.734"/>
    </inkml:context>
    <inkml:brush xml:id="br0">
      <inkml:brushProperty name="width" value="0.05" units="cm"/>
      <inkml:brushProperty name="height" value="0.05" units="cm"/>
      <inkml:brushProperty name="color" value="#F6630D"/>
    </inkml:brush>
  </inkml:definitions>
  <inkml:trace contextRef="#ctx0" brushRef="#br0">1 60 24575,'0'-5'0,"0"-8"0,0-5 0,0 4 0,0 4-8191</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3T08:58:20.560"/>
    </inkml:context>
    <inkml:brush xml:id="br0">
      <inkml:brushProperty name="width" value="0.05" units="cm"/>
      <inkml:brushProperty name="height" value="0.05" units="cm"/>
      <inkml:brushProperty name="color" value="#F6630D"/>
    </inkml:brush>
  </inkml:definitions>
  <inkml:trace contextRef="#ctx0" brushRef="#br0">18 317 24575,'-14'3'0,"13"-3"0,1 1 0,0-1 0,0 0 0,0 0 0,-1 0 0,1 0 0,0 1 0,0-1 0,0 0 0,0 0 0,0 0 0,-1 1 0,1-1 0,0 0 0,0 0 0,0 1 0,0-1 0,0 0 0,0 0 0,0 1 0,0-1 0,0 0 0,0 0 0,0 1 0,0-1 0,0 0 0,0 0 0,0 1 0,0-1 0,0 0 0,1 2 0,0-1 0,-1 0 0,1 0 0,0 0 0,0 0 0,0 0 0,0 0 0,0-1 0,0 1 0,0 0 0,0 0 0,0-1 0,1 1 0,-1 0 0,0-1 0,0 0 0,2 1 0,12 3 0,0-1 0,0-1 0,0 0 0,0-1 0,1 0 0,-1-1 0,0-1 0,0-1 0,1 0 0,23-7 0,-32 6 0,1-1 0,-1 1 0,0-1 0,0-1 0,0 1 0,-1-1 0,1 0 0,-1-1 0,-1 1 0,1-1 0,-1-1 0,0 1 0,0-1 0,-1 1 0,1-1 0,-2-1 0,1 1 0,-1 0 0,0-1 0,0 0 0,1-8 0,-2 8 0,-1-1 0,1 0 0,-1 0 0,-1 0 0,0 0 0,0 0 0,-1 0 0,0 0 0,0 1 0,-1-1 0,0 0 0,-1 0 0,0 1 0,0 0 0,-1 0 0,0 0 0,0 0 0,-11-14 0,14 20 0,-1-1 0,0 1 0,0 0 0,0 1 0,0-1 0,0 0 0,0 0 0,0 1 0,-1-1 0,1 1 0,0 0 0,-1 0 0,1 0 0,-1 0 0,1 0 0,-1 1 0,0-1 0,1 1 0,-1-1 0,0 1 0,0 0 0,1 0 0,-1 0 0,0 0 0,1 1 0,-1-1 0,0 1 0,1 0 0,-1 0 0,1 0 0,-1 0 0,1 0 0,-1 0 0,1 1 0,0-1 0,-1 1 0,1-1 0,-2 3 0,-5 4 0,-1 1 0,2 0 0,-1 1 0,1-1 0,1 1 0,-13 22 0,11-14 0,1 1 0,1-1 0,0 1 0,1 0 0,1 1 0,1 0 0,1-1 0,1 1 0,0 36 0,2-45 0,1 0 0,0 0 0,1 0 0,1 0 0,0-1 0,0 1 0,1-1 0,7 16 0,-7-20 0,0 0 0,0 0 0,0 0 0,1 0 0,0 0 0,0-1 0,1 0 0,0 0 0,-1-1 0,1 1 0,1-1 0,-1-1 0,12 6 0,-11-6 0,1 0 0,0-1 0,0 0 0,0 0 0,0 0 0,0-1 0,0-1 0,0 1 0,1-1 0,-1-1 0,0 0 0,0 0 0,12-3 0,-8 0 0,-1 0 0,1 0 0,-1-2 0,-1 1 0,1-1 0,-1-1 0,0 0 0,12-11 0,-2-1 0,-2 0 0,-1-1 0,0 0 0,-2-2 0,0 0 0,-1 0 0,18-43 0,-17 26 0,-3-1 0,12-58 0,-13 47 0,-5 34 0,-6 17 0,0 0 0,0 0 0,0 0 0,0 0 0,0 0 0,0 0 0,0 0 0,0 0 0,0 0 0,0-1 0,0 1 0,0 0 0,0 0 0,0 0 0,1 0 0,-1 0 0,0 0 0,0 0 0,0 0 0,0 0 0,0 0 0,0 0 0,0 0 0,0 0 0,0 0 0,0 0 0,1 0 0,-1 0 0,0 0 0,0 0 0,0 0 0,0 0 0,0 0 0,0 0 0,0 0 0,0 0 0,0 0 0,0 0 0,0 0 0,1 0 0,-1 0 0,0 0 0,0 0 0,0 0 0,0 0 0,0 0 0,0 0 0,0 0 0,0 1 0,0-1 0,0 0 0,0 0 0,0 0 0,0 0 0,0 0 0,0 0 0,0 0 0,1 0 0,-1 0 0,0 0 0,0 0 0,0 1 0,0-1 0,0 0 0,0 0 0,0 0 0,3 29 0,-2 22 0,-1-14 0,1 0 0,1 0 0,3 0 0,1-1 0,11 40 0,-13-65 0,-1 1 0,1 0 0,0-1 0,1 0 0,0 0 0,1 0 0,0-1 0,13 19 0,-17-28 0,-1 0 0,1 1 0,0-1 0,-1 0 0,1 0 0,0 0 0,0 0 0,-1-1 0,1 1 0,0 0 0,0-1 0,0 1 0,0-1 0,0 0 0,0 1 0,0-1 0,0 0 0,0 0 0,0-1 0,0 1 0,0 0 0,0-1 0,0 1 0,-1-1 0,1 1 0,0-1 0,0 0 0,0 0 0,-1 0 0,1 0 0,0 0 0,-1 0 0,3-3 0,6-4 0,-1 0 0,0-1 0,-1 0 0,8-10 0,-16 19 0,68-96 0,12-16 0,-78 110 0,0 1 0,-1-1 0,1 0 0,0 0 0,0 1 0,0-1 0,0 1 0,0-1 0,0 1 0,0 0 0,0 0 0,1 0 0,3-1 0,-4 2 0,-1 0 0,1 0 0,-1 0 0,0 0 0,1 0 0,-1 1 0,0-1 0,1 0 0,-1 1 0,0-1 0,1 1 0,-1 0 0,0-1 0,0 1 0,0 0 0,0 0 0,0 0 0,1-1 0,-2 1 0,1 0 0,0 0 0,0 1 0,0-1 0,0 0 0,0 2 0,35 64 0,-29-51 0,1 0 0,0-1 0,1-1 0,0 1 0,19 19 0,-25-30 0,0-1 0,1 0 0,0 0 0,0 0 0,0-1 0,0 1 0,0-1 0,1 0 0,-1 0 0,1-1 0,-1 1 0,1-1 0,0 0 0,-1 0 0,1-1 0,0 1 0,0-1 0,-1 0 0,1-1 0,0 1 0,0-1 0,-1 0 0,1 0 0,8-3 0,-5 1 0,1 0 0,-1-1 0,0-1 0,0 1 0,-1-1 0,1 0 0,-1-1 0,0 0 0,0 0 0,-1-1 0,0 1 0,0-1 0,-1-1 0,0 1 0,0-1 0,0 0 0,-1 0 0,4-10 0,-2 3 0,-1-1 0,-1 1 0,0-1 0,-1 0 0,0 0 0,-1 0 0,-1 0 0,-1 0 0,-2-23 0,1 31-170,0 1-1,-1-1 0,1 1 1,-2-1-1,1 1 0,-1 0 1,-4-8-1,-9-9-6655</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3T08:58:21.106"/>
    </inkml:context>
    <inkml:brush xml:id="br0">
      <inkml:brushProperty name="width" value="0.05" units="cm"/>
      <inkml:brushProperty name="height" value="0.05" units="cm"/>
      <inkml:brushProperty name="color" value="#F6630D"/>
    </inkml:brush>
  </inkml:definitions>
  <inkml:trace contextRef="#ctx0" brushRef="#br0">3367 36 24575,'-4'-10'0,"-3"-6"0,7 16 0,0 0 0,0-1 0,-1 1 0,1 0 0,0 0 0,0-1 0,0 1 0,0 0 0,0-1 0,0 1 0,0 0 0,0-1 0,0 1 0,0 0 0,0 0 0,0-1 0,0 1 0,0 0 0,0-1 0,0 1 0,0 0 0,0 0 0,1-1 0,-1 1 0,0 0 0,0-1 0,0 1 0,0 0 0,1 0 0,-1 0 0,0-1 0,0 1 0,0 0 0,1 0 0,-1-1 0,10 33 0,4 44 0,7 127 0,-17-156 0,5 87 0,-5 0 0,-16 159 0,8-255 0,-2-1 0,-1 0 0,-2 0 0,-2-1 0,-21 48 0,21-60 0,-2-1 0,0 0 0,-1-1 0,-2 0 0,0-2 0,-1 1 0,-1-2 0,-33 27 0,4-10-104,-2-3 0,-1-1-1,-2-3 1,-105 43-1,-234 56-416,-521 92-1456,-9-46 2006,882-167-85,-77 14-411,-233 37 195,340-57 267,3 0 89,0 0-1,0 0 1,-1-1-1,1 0 1,0 0-1,-1 0 1,1-1-1,-11-3 1,16 4-73,1 0 0,-1 0 0,0 0 0,1-1 0,-1 1 0,1 0 0,-1-1 0,1 1 0,0 0-1,-1-1 1,1 1 0,-1-1 0,1 1 0,0-1 0,-1 1 0,1-1 0,0 1 0,-1-1 0,1 1 0,0-1 0,0 1 0,0-1 0,-1 0 0,1 1 0,0-1 0,0 1 0,0-1 0,0 1 0,0-1 0,0 0 0,0 1-1,0-1 1,0 1 0,0-1 0,1 0 0,-1 1 0,0-1 0,0 1 0,0-1 0,1 1 0,-1-1 0,0 1 0,1-1 0,-1 1 0,1-1 0,9-13-5667</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3T08:58:21.375"/>
    </inkml:context>
    <inkml:brush xml:id="br0">
      <inkml:brushProperty name="width" value="0.05" units="cm"/>
      <inkml:brushProperty name="height" value="0.05" units="cm"/>
      <inkml:brushProperty name="color" value="#F6630D"/>
    </inkml:brush>
  </inkml:definitions>
  <inkml:trace contextRef="#ctx0" brushRef="#br0">200 13 24575,'-1'-1'0,"1"0"0,-1 0 0,0 0 0,1 0 0,-1 0 0,0 1 0,0-1 0,1 0 0,-1 1 0,0-1 0,0 1 0,0-1 0,0 1 0,0-1 0,0 1 0,0-1 0,0 1 0,0 0 0,0 0 0,0 0 0,0-1 0,0 1 0,0 0 0,0 0 0,0 0 0,0 0 0,0 1 0,0-1 0,-1 0 0,1 0 0,-1 1 0,-1 2 0,0-1 0,1 1 0,0 0 0,-1 0 0,1 0 0,0 0 0,1 0 0,-3 4 0,1-2 0,-22 42 0,1 0 0,3 2 0,1 0 0,3 2 0,-14 64 0,29-105 0,1 0 0,0 1 0,0-1 0,1 0 0,0 1 0,1-1 0,2 16 0,-1-21 0,-1 0 0,1 0 0,0-1 0,0 1 0,0 0 0,1-1 0,-1 1 0,1-1 0,0 0 0,1 0 0,-1 0 0,1 0 0,0 0 0,0-1 0,0 0 0,8 5 0,9 3-225,0-1 0,1-2 0,0 0 0,37 8 0,-54-15-15,49 13-6586</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3T08:58:24.995"/>
    </inkml:context>
    <inkml:brush xml:id="br0">
      <inkml:brushProperty name="width" value="0.05" units="cm"/>
      <inkml:brushProperty name="height" value="0.05" units="cm"/>
      <inkml:brushProperty name="color" value="#F6630D"/>
    </inkml:brush>
  </inkml:definitions>
  <inkml:trace contextRef="#ctx0" brushRef="#br0">898 191 24575,'1'-4'0,"0"0"0,-1 0 0,1-1 0,1 1 0,-1 0 0,1 1 0,-1-1 0,1 0 0,3-3 0,8-26 0,-12 31 0,-1 1 0,0-1 0,1 0 0,-1 0 0,0 0 0,0 0 0,-1 0 0,1 0 0,0 0 0,-1 0 0,1 0 0,-1 0 0,1 0 0,-1 1 0,0-1 0,-1-2 0,0 1 0,-1 1 0,1-1 0,0 0 0,-1 1 0,0 0 0,0 0 0,0 0 0,0 0 0,0 0 0,0 0 0,0 1 0,0 0 0,-1-1 0,1 1 0,-1 0 0,-3 0 0,-10-2 0,-33-2 0,41 4 0,-16 1 0,1 1 0,-1 0 0,1 2 0,-1 1 0,1 1 0,0 1 0,1 1 0,-1 1 0,1 1 0,1 1 0,0 1 0,-35 24 0,25-13 0,2 1 0,1 1 0,1 2 0,1 1 0,1 1 0,1 1 0,-32 51 0,43-57 0,2 1 0,0 0 0,2 1 0,1 0 0,1 1 0,0 0 0,3 0 0,0 0 0,-2 31 0,5-24 0,2 0 0,1 0 0,1 0 0,2-1 0,2 1 0,0-1 0,13 35 0,-14-51 0,2 0 0,0-1 0,0 1 0,1-1 0,1-1 0,1 0 0,0 0 0,1 0 0,24 22 0,-24-26 0,1-1 0,0-1 0,0 0 0,1 0 0,0-1 0,1-1 0,-1 0 0,1-1 0,0-1 0,0 0 0,28 4 0,-14-6 0,-1-1 0,1-1 0,0-2 0,-1-1 0,1-1 0,-1-1 0,0-1 0,40-15 0,-18 2 0,-1-2 0,-1-2 0,69-45 0,-82 45 0,-1-1 0,-1-1 0,-1-2 0,-2-1 0,47-55 0,-64 66 0,1-1 0,-2 0 0,-1-1 0,0 0 0,-1 0 0,-1-1 0,-1 0 0,-1 0 0,0-1 0,-2 0 0,0 0 0,1-37 0,-5 35 0,-1-1 0,-1 0 0,-1 1 0,-1 0 0,-1-1 0,-1 2 0,-1-1 0,-1 1 0,-20-38 0,18 41 0,-1 2 0,-1 0 0,0 0 0,-1 1 0,-1 1 0,-1 0 0,0 1 0,-1 0 0,0 1 0,-1 1 0,-26-14 0,19 14 0,0 1 0,0 1 0,-1 1 0,0 2 0,-1 0 0,1 2 0,-1 0 0,0 2 0,-48 0 0,40 5 0,1 1 0,0 2 0,0 1 0,1 1 0,0 2 0,0 1 0,-40 19 0,28-8 0,1 2 0,0 2 0,2 2 0,1 1 0,-59 55 0,86-70 0,1 1 0,0-1 0,1 2 0,1 0 0,0 0 0,1 1 0,0 0 0,-9 26 0,11-20 0,0 1 0,2 0 0,0 0 0,1 0 0,2 1 0,0 26 0,2-21 0,2 0 0,1 0 0,2-1 0,0 1 0,2-1 0,1 0 0,1-1 0,2 0 0,1 0 0,0-1 0,23 32 0,-21-38 0,0-1 0,2-1 0,1 0 0,0-2 0,1 1 0,0-2 0,2-1 0,-1 0 0,2-1 0,0-1 0,0-1 0,37 12 0,-30-13 0,1-2 0,0-2 0,0 0 0,0-2 0,0-1 0,1-2 0,0 0 0,-1-2 0,55-9 0,-43 1 0,-1-1 0,-1-2 0,1-2 0,-2-1 0,0-2 0,-1-2 0,-1-1 0,-1-2 0,-1-2 0,61-53 0,-71 54 0,0 0 0,-2-2 0,-1 0 0,-2-2 0,0 0 0,-1-1 0,-2 0 0,-1-2 0,-1 0 0,-2 0 0,-1-1 0,-1-1 0,-2 0 0,5-41 0,-11 52 0,-1 0 0,-2 0 0,0 0 0,-1 0 0,-1 0 0,-1 0 0,-1 0 0,0 1 0,-2 0 0,0 0 0,-2 0 0,0 1 0,-1 1 0,-1 0 0,0 0 0,-2 1 0,0 0 0,-1 1 0,0 1 0,-1 0 0,-1 1 0,0 0 0,-1 2 0,-1 0 0,0 1 0,0 0 0,-1 2 0,0 0 0,-23-7 0,5 6 0,0 0 0,0 3 0,-1 1 0,0 2 0,-75 1 0,58 6 0,0 2 0,1 2 0,-82 23 0,102-20 0,1 1 0,0 1 0,1 2 0,0 2 0,1 1 0,1 1 0,-42 33 0,52-34 0,0 0 0,2 2 0,0 0 0,1 2 0,1 0 0,1 0 0,1 1 0,1 1 0,1 1 0,-16 41 0,17-31 0,2 0 0,1 0 0,2 1 0,1 0 0,2 0 0,1 1 0,4 42 0,0-50 0,1 0 0,2-1 0,0 0 0,2 0 0,1 0 0,1-1 0,2 0 0,0-1 0,26 42 0,-24-49 0,0 0 0,2 0 0,0-2 0,1 1 0,1-2 0,0 0 0,1-2 0,0 1 0,2-2 0,-1-1 0,1 0 0,22 7 0,-19-9 0,1-2 0,1 0 0,-1-2 0,1 0 0,0-2 0,0-1 0,0-1 0,0-1 0,1-1 0,40-7 0,-26-1 0,-1-1 0,1-2 0,-2-2 0,0-1 0,0-2 0,-2-2 0,0-1 0,-1-2 0,60-49 0,-65 45 0,-1-1 0,-2-1 0,-1-2 0,-1 0 0,-1-2 0,-2-1 0,-1 0 0,-1-2 0,-3 0 0,19-52 0,-28 65 0,-2-1 0,0 1 0,-2-1 0,-1-1 0,0 1 0,-2 0 0,-1-1 0,0 1 0,-6-32 0,3 39 0,0 1 0,-2-1 0,0 1 0,0 0 0,-1 0 0,-1 0 0,-1 1 0,0 0 0,-1 0 0,0 1 0,-1 1 0,-1-1 0,0 1 0,-18-14 0,11 11 8,-1 1-1,-1 1 1,0 1 0,-1 1-1,0 1 1,-34-12-1,23 12-29,0 2 0,-1 1 0,-66-5 0,29 10-499,-1 4 1,1 3-1,-115 22 0,38 3-5552</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3T08:58:27.189"/>
    </inkml:context>
    <inkml:brush xml:id="br0">
      <inkml:brushProperty name="width" value="0.05" units="cm"/>
      <inkml:brushProperty name="height" value="0.05" units="cm"/>
      <inkml:brushProperty name="color" value="#F6630D"/>
    </inkml:brush>
  </inkml:definitions>
  <inkml:trace contextRef="#ctx0" brushRef="#br0">3 4027 24575,'0'0'0,"0"0"0,-1 0 0,1 0 0,0 0 0,0 0 0,0 0 0,0 0 0,0 0 0,0 0 0,0 0 0,0 0 0,-1 0 0,1 0 0,0 0 0,0 0 0,0 0 0,0 0 0,0-1 0,0 1 0,0 0 0,0 0 0,0 0 0,0 0 0,-1 0 0,1 0 0,0 0 0,0 0 0,0-1 0,0 1 0,0 0 0,0 0 0,0 0 0,0 0 0,0 0 0,0 0 0,0 0 0,0-1 0,0 1 0,0 0 0,0 0 0,0 0 0,0 0 0,0 0 0,0 0 0,0 0 0,1-1 0,-1 1 0,0 0 0,0 0 0,0 0 0,0 0 0,0 0 0,0 0 0,0 0 0,0 0 0,0 0 0,0 0 0,0-1 0,1 1 0,9 2 0,13 5 0,5 3 0,0-1 0,1-1 0,0-2 0,0-1 0,30 2 0,150-3 0,-180-5 0,232-11-237,0-11-1,490-109 1,487-231-792,-832 218 923,449-230 0,-681 285 111,311-217-1,-369 219-32,-5-5 0,-3-5 0,123-144-1,335-479-489,-495 621 889,91-172 0,-127 201 87,-3-1 0,-3-2 0,29-118-1,21-171-455,-78 352-2,0 1 0,-1-1 0,0 0 0,0 0 0,-1 1 0,-3-14 0,-1-19 0,-29 86 0,-133 271 0,121-221 0,41-84 0,3-6 0,0-1 0,1 1 0,-1-1 0,1 1 0,0 0 0,0 0 0,0 0 0,0-1 0,0 1 0,1 0 0,-1 0 0,1 4 0,0-7 0,1 1 0,-1-1 0,0 0 0,1 0 0,-1 0 0,0 0 0,1 1 0,-1-1 0,1 0 0,-1 0 0,0 0 0,1 0 0,-1 0 0,0 0 0,1 0 0,-1 0 0,1 0 0,-1 0 0,0 0 0,1 0 0,-1 0 0,0-1 0,1 1 0,-1 0 0,1 0 0,-1 0 0,0 0 0,1-1 0,-1 1 0,0 0 0,0 0 0,1-1 0,-1 1 0,0 0 0,1-1 0,-1 1 0,0-1 0,14-10 0,6-13 0,0 0 0,-2-1 0,-1-1 0,23-48 0,-24 44 0,149-336 0,-164 362 0,1 1 0,-1-1 0,1 1 0,0 0 0,0 0 0,3-5 0,-5 8 0,0 0 0,1 0 0,-1-1 0,0 1 0,0 0 0,1 0 0,-1 0 0,0-1 0,1 1 0,-1 0 0,0 0 0,1 0 0,-1 0 0,0 0 0,1 0 0,-1 0 0,0-1 0,1 1 0,-1 0 0,0 0 0,1 0 0,-1 0 0,0 1 0,1-1 0,-1 0 0,0 0 0,1 0 0,0 1 0,0-1 0,0 1 0,-1 0 0,1-1 0,0 1 0,0 0 0,-1 0 0,1 0 0,-1 0 0,1 0 0,-1 0 0,1 0 0,0 1 0,40 109 0,24 52 0,114 137 0,-179-300 0,2 4 0,1-1 0,-1 1 0,1-1 0,-1 0 0,7 5 0,-9-7 0,1-1 0,-1 0 0,0 0 0,1 1 0,-1-1 0,0 0 0,1 0 0,-1 0 0,0 0 0,1 0 0,-1 0 0,0 1 0,1-1 0,-1 0 0,1 0 0,-1 0 0,0 0 0,1 0 0,-1-1 0,1 1 0,-1 0 0,0 0 0,1 0 0,-1 0 0,0 0 0,1-1 0,0 1 0,0-1 0,0 0 0,-1 0 0,1 0 0,0 0 0,-1 0 0,1 0 0,0 0 0,-1 0 0,1 0 0,-1 0 0,0-1 0,1 0 0,2-13-1365,-1 1-5461</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3T08:58:28.815"/>
    </inkml:context>
    <inkml:brush xml:id="br0">
      <inkml:brushProperty name="width" value="0.05" units="cm"/>
      <inkml:brushProperty name="height" value="0.05" units="cm"/>
      <inkml:brushProperty name="color" value="#F6630D"/>
    </inkml:brush>
  </inkml:definitions>
  <inkml:trace contextRef="#ctx0" brushRef="#br0">4402 53 24575,'-43'-52'0,"57"66"0,20 29 0,-25-31 0,14 23 0,-2 0 0,-1 2 0,-2 1 0,-1 0 0,18 61 0,31 170 0,-20 7 0,-42-253 0,13 99 0,4 185 0,-22-235 0,-3 1 0,-3-1 0,-32 137 0,6-91 0,-5-1 0,-5-2 0,-5-2 0,-4-2 0,-133 204 0,110-216 0,-4-3 0,-3-3 0,-164 139 0,-317 205 0,524-408 0,-24 17 0,-246 172 0,235-171 0,-3-3 0,-104 43 0,-142 25 0,-7-22 0,-244 81 0,213-12 0,284-118 0,2 4 0,-104 83 0,120-79 0,3 2 0,1 2 0,3 3 0,-57 79 0,80-94 0,3 2 0,1 0 0,2 2 0,2 1 0,2 0 0,2 1 0,-17 75 0,27-84 0,0 1 0,3-1 0,0 44 0,5-60 0,0-1 0,2 0 0,1 1 0,0-1 0,1-1 0,1 1 0,12 24 0,-4-17 0,1-1 0,1 0 0,1-2 0,2 0 0,1-1 0,0 0 0,2-2 0,0-1 0,2 0 0,36 23 0,2-3 0,2-4 0,1-2 0,86 32 0,37 2 0,2-9 0,386 70 0,-289-91 0,294 0 0,-423-38 0,0-7 0,204-33 0,532-104 0,-761 117 0,176-60 0,-257 72 0,1 2 0,64-7 0,-86 15 0,8-4 0,-24 5 0,0 0 0,24-1 0,-11 4 0,0-2 0,0-2 0,0 0 0,28-9 0,-46 7 328,-18 1-1210,5 3 71,-6-2-6015</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3T08:58:29.358"/>
    </inkml:context>
    <inkml:brush xml:id="br0">
      <inkml:brushProperty name="width" value="0.05" units="cm"/>
      <inkml:brushProperty name="height" value="0.05" units="cm"/>
      <inkml:brushProperty name="color" value="#F6630D"/>
    </inkml:brush>
  </inkml:definitions>
  <inkml:trace contextRef="#ctx0" brushRef="#br0">156 29 24575,'-4'-3'0,"0"1"0,0 0 0,0 0 0,0 0 0,0 0 0,-1 1 0,1 0 0,0 0 0,-1 0 0,1 0 0,-1 1 0,1 0 0,-8 0 0,-16-3 0,17 1 0,8 1 0,0 0 0,0 0 0,0 0 0,0 0 0,0 1 0,-1-1 0,1 1 0,0 0 0,0 0 0,0 0 0,-1 1 0,1-1 0,-6 2 0,9-1 0,0-1 0,0 1 0,0-1 0,0 1 0,0-1 0,0 1 0,0-1 0,0 1 0,0-1 0,1 1 0,-1-1 0,0 0 0,0 1 0,0-1 0,0 1 0,1-1 0,-1 1 0,0-1 0,0 0 0,1 1 0,-1-1 0,0 0 0,1 1 0,-1-1 0,0 0 0,1 1 0,-1-1 0,1 0 0,-1 0 0,0 1 0,1-1 0,-1 0 0,1 0 0,16 11 0,36 13 0,0-2 0,2-2 0,87 20 0,200 24 0,-155-32 0,-174-30 0,36 9 0,-47-11 0,-1 1 0,1-1 0,0 1 0,0 0 0,0 0 0,0 0 0,-1 0 0,1 0 0,0 0 0,-1 0 0,1 0 0,-1 1 0,0-1 0,1 1 0,-1-1 0,0 1 0,0-1 0,0 1 0,2 3 0,-3-3 0,0 0 0,0 0 0,0 0 0,0-1 0,-1 1 0,1 0 0,-1 0 0,1 0 0,-1 0 0,1-1 0,-1 1 0,0 0 0,0-1 0,0 1 0,0-1 0,0 1 0,0-1 0,0 1 0,-1-1 0,-1 2 0,-32 27 0,31-27 0,-162 107 0,-3 1 0,146-93 0,-1 2 0,2 0 0,1 1 0,-32 41 0,44-50 0,6-9 0,0 1 0,0-1 0,0 1 0,1-1 0,0 1 0,-1 0 0,1 0 0,1 0 0,-4 8 0,5-12-28,1 1-1,-1-1 1,0 0-1,0 0 1,0 1 0,0-1-1,0 0 1,0 0-1,1 0 1,-1 1-1,0-1 1,0 0-1,0 0 1,1 0 0,-1 1-1,0-1 1,0 0-1,1 0 1,-1 0-1,0 0 1,0 0-1,1 0 1,-1 0 0,0 0-1,0 0 1,1 0-1,-1 0 1,0 0-1,0 0 1,1 0-1,-1 0 1,0 0 0,1 0-1,-1 0 1,0 0-1,0 0 1,1 0-1,-1 0 1,0 0-1,0 0 1,0 0 0,1-1-1,-1 1 1,0 0-1,0 0 1,1 0-1,-1-1 1,10-4-6798</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3T08:58:32.115"/>
    </inkml:context>
    <inkml:brush xml:id="br0">
      <inkml:brushProperty name="width" value="0.05" units="cm"/>
      <inkml:brushProperty name="height" value="0.05" units="cm"/>
      <inkml:brushProperty name="color" value="#F6630D"/>
    </inkml:brush>
  </inkml:definitions>
  <inkml:trace contextRef="#ctx0" brushRef="#br0">371 16 24575,'-2'-16'0,"2"44"0,-15 349-430,-29 3-128,33-293 527,-269 1629-2159,269-1654 1360,3-19-3322</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3T08:58:33.142"/>
    </inkml:context>
    <inkml:brush xml:id="br0">
      <inkml:brushProperty name="width" value="0.05" units="cm"/>
      <inkml:brushProperty name="height" value="0.05" units="cm"/>
      <inkml:brushProperty name="color" value="#F6630D"/>
    </inkml:brush>
  </inkml:definitions>
  <inkml:trace contextRef="#ctx0" brushRef="#br0">18 557 24575,'-14'-36'0,"12"19"0,1 0 0,1 0 0,0 0 0,1 0 0,0 1 0,2-1 0,7-29 0,-4 26 0,1 0 0,0 0 0,2 1 0,0 1 0,23-35 0,-28 48 0,0-1 0,0 1 0,0 0 0,1 1 0,0-1 0,0 1 0,11-7 0,-14 10 0,0 0 0,0 0 0,0 0 0,0 0 0,0 1 0,0-1 0,0 0 0,0 1 0,1 0 0,-1 0 0,0-1 0,0 1 0,0 0 0,1 1 0,-1-1 0,0 0 0,0 1 0,0-1 0,0 1 0,0 0 0,0 0 0,0-1 0,0 1 0,0 1 0,0-1 0,0 0 0,2 2 0,3 4 0,-1-1 0,0 2 0,0-1 0,0 1 0,-1-1 0,0 1 0,-1 1 0,1-1 0,4 15 0,22 85 0,-26-89 0,36 179 0,-37-170 0,-1 0 0,-2 1 0,-1-1 0,-1 0 0,-5 31 0,6-57 0,-13 49 0,13-49 0,-1 0 0,0 0 0,0 0 0,0 0 0,0 1 0,0-1 0,0-1 0,-1 1 0,1 0 0,-1 0 0,1 0 0,-1-1 0,0 1 0,0-1 0,1 1 0,-1-1 0,0 0 0,-5 2 0,6-3 0,0 1 0,-1-1 0,1 0 0,0-1 0,-1 1 0,1 0 0,0 0 0,-1-1 0,1 1 0,0 0 0,-1-1 0,1 0 0,0 1 0,0-1 0,0 0 0,-1 1 0,1-1 0,0 0 0,0 0 0,0 0 0,0 0 0,0 0 0,1 0 0,-1 0 0,0 0 0,0-1 0,1 1 0,-1 0 0,0-2 0,-3-5 0,1 1 0,0-1 0,-4-13 0,3-1 0,0-1 0,1-1 0,2 1 0,0 0 0,1-1 0,7-41 0,3 4 0,26-80 0,-23 96 0,3 0 0,24-47 0,-28 69 0,0 0 0,2 1 0,1 1 0,0 0 0,28-27 0,-37 42 0,0 0 0,1 0 0,0 1 0,0 0 0,0 0 0,1 1 0,-1 0 0,1 0 0,0 1 0,1 0 0,-1 0 0,12-2 0,-16 5 0,1-1 0,0 1 0,-1 0 0,1 0 0,0 1 0,-1 0 0,1-1 0,-1 1 0,1 1 0,-1-1 0,1 1 0,-1 0 0,0 0 0,0 0 0,0 0 0,0 1 0,0-1 0,0 1 0,0 0 0,-1 1 0,0-1 0,0 0 0,0 1 0,3 4 0,3 6 0,-1 0 0,0 1 0,-1-1 0,0 2 0,-1-1 0,-1 1 0,-1 0 0,4 22 0,-2 5 0,1 85 0,-8-80 0,-2 1 0,-3 0 0,-1-1 0,-14 49 0,18-81 0,8-20 0,9-25 0,5-13 0,91-196 0,-90 201 0,2 1 0,2 0 0,1 2 0,33-36 0,-53 65 0,0 0 0,-1 1 0,1 0 0,1 0 0,5-4 0,-10 8 0,0-1 0,0 0 0,0 1 0,0-1 0,1 1 0,-1 0 0,0-1 0,0 1 0,0 0 0,0-1 0,1 1 0,-1 0 0,0 0 0,0 0 0,1 0 0,-1 0 0,0 1 0,0-1 0,0 0 0,1 1 0,-1-1 0,0 0 0,0 1 0,0-1 0,0 1 0,0 0 0,0-1 0,0 1 0,0 0 0,0 0 0,0 0 0,0-1 0,1 3 0,2 3 0,0 0 0,-1 0 0,0 0 0,0 0 0,-1 0 0,1 1 0,1 7 0,8 52 0,-8-44 0,38 405 0,-42-363-1365,-4-42-5461</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3T08:58:33.342"/>
    </inkml:context>
    <inkml:brush xml:id="br0">
      <inkml:brushProperty name="width" value="0.05" units="cm"/>
      <inkml:brushProperty name="height" value="0.05" units="cm"/>
      <inkml:brushProperty name="color" value="#F6630D"/>
    </inkml:brush>
  </inkml:definitions>
  <inkml:trace contextRef="#ctx0" brushRef="#br0">1 45 24575,'3'-5'0,"3"-6"0,2-3 0,-2 4 0,-1 6 0,-4 9 0,-3 10 0,-1 9 0,-2 4 0,-1-1-8191</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3T08:58:33.745"/>
    </inkml:context>
    <inkml:brush xml:id="br0">
      <inkml:brushProperty name="width" value="0.05" units="cm"/>
      <inkml:brushProperty name="height" value="0.05" units="cm"/>
      <inkml:brushProperty name="color" value="#F6630D"/>
    </inkml:brush>
  </inkml:definitions>
  <inkml:trace contextRef="#ctx0" brushRef="#br0">17 0 24575,'1'147'0,"-2"197"0,-14-178-1365,13-158-5461</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3T08:58:33.904"/>
    </inkml:context>
    <inkml:brush xml:id="br0">
      <inkml:brushProperty name="width" value="0.05" units="cm"/>
      <inkml:brushProperty name="height" value="0.05" units="cm"/>
      <inkml:brushProperty name="color" value="#F6630D"/>
    </inkml:brush>
  </inkml:definitions>
  <inkml:trace contextRef="#ctx0" brushRef="#br0">3 3 24575,'-3'-3'0</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3T08:58:34.369"/>
    </inkml:context>
    <inkml:brush xml:id="br0">
      <inkml:brushProperty name="width" value="0.05" units="cm"/>
      <inkml:brushProperty name="height" value="0.05" units="cm"/>
      <inkml:brushProperty name="color" value="#F6630D"/>
    </inkml:brush>
  </inkml:definitions>
  <inkml:trace contextRef="#ctx0" brushRef="#br0">0 52 24575,'0'-4'0,"1"1"0,0-1 0,0 0 0,0 0 0,0 1 0,0-1 0,1 0 0,0 1 0,0-1 0,0 1 0,0 0 0,4-5 0,-5 8 0,-1 0 0,1 0 0,-1 0 0,1-1 0,0 1 0,-1 0 0,1 0 0,0 1 0,-1-1 0,1 0 0,0 0 0,-1 0 0,1 0 0,-1 0 0,1 1 0,0-1 0,-1 0 0,1 1 0,-1-1 0,1 0 0,-1 1 0,1-1 0,-1 0 0,1 1 0,-1-1 0,0 1 0,1-1 0,0 2 0,12 16 0,-12-16 0,35 66 0,45 118 0,-40-87 0,44 107-1365,-72-175-5461</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3T08:58:34.570"/>
    </inkml:context>
    <inkml:brush xml:id="br0">
      <inkml:brushProperty name="width" value="0.05" units="cm"/>
      <inkml:brushProperty name="height" value="0.05" units="cm"/>
      <inkml:brushProperty name="color" value="#F6630D"/>
    </inkml:brush>
  </inkml:definitions>
  <inkml:trace contextRef="#ctx0" brushRef="#br0">459 5 24575,'0'-3'0,"-2"2"0,-5 7 0,-6 8 0,-7 10 0,-6 10 0,-4 7 0,-5 9 0,-6 7 0,-4 5 0,0 4 0,1 1 0,3-1 0,3-6 0,8-9 0,8-6 0,9-8 0,6-11-8191</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3T08:58:34.801"/>
    </inkml:context>
    <inkml:brush xml:id="br0">
      <inkml:brushProperty name="width" value="0.05" units="cm"/>
      <inkml:brushProperty name="height" value="0.05" units="cm"/>
      <inkml:brushProperty name="color" value="#F6630D"/>
    </inkml:brush>
  </inkml:definitions>
  <inkml:trace contextRef="#ctx0" brushRef="#br0">0 20 24575,'3'-2'0,"-1"0"0,0 0 0,0 0 0,1 0 0,-1 0 0,1 0 0,0 1 0,3-2 0,-5 3 0,0-1 0,0 1 0,0 0 0,-1 0 0,1 0 0,0 0 0,0 0 0,0 0 0,0 0 0,-1 0 0,1 1 0,0-1 0,0 0 0,0 0 0,-1 1 0,1-1 0,0 0 0,0 1 0,-1-1 0,1 1 0,0-1 0,-1 1 0,1-1 0,-1 1 0,1 0 0,0-1 0,-1 1 0,1-1 0,-1 1 0,0 0 0,1 0 0,-1-1 0,0 1 0,1 1 0,5 15 0,-1 0 0,0 1 0,-1-1 0,-1 1 0,-1 0 0,0 21 0,0-14 0,5 57 205,8 124-1775,-14-172-5256</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3T08:58:34.940"/>
    </inkml:context>
    <inkml:brush xml:id="br0">
      <inkml:brushProperty name="width" value="0.05" units="cm"/>
      <inkml:brushProperty name="height" value="0.05" units="cm"/>
      <inkml:brushProperty name="color" value="#F6630D"/>
    </inkml:brush>
  </inkml:definitions>
  <inkml:trace contextRef="#ctx0" brushRef="#br0">1 41 24575,'2'-5'0,"2"-6"0,-1-3 0,3 4 0</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3T08:58:35.422"/>
    </inkml:context>
    <inkml:brush xml:id="br0">
      <inkml:brushProperty name="width" value="0.05" units="cm"/>
      <inkml:brushProperty name="height" value="0.05" units="cm"/>
      <inkml:brushProperty name="color" value="#F6630D"/>
    </inkml:brush>
  </inkml:definitions>
  <inkml:trace contextRef="#ctx0" brushRef="#br0">0 111 24575,'1'-11'0,"-1"1"0,1 0 0,1 0 0,4-16 0,-6 24 0,0-1 0,1 1 0,0 0 0,0 0 0,-1 0 0,1 0 0,0 0 0,1 0 0,-1 0 0,0 0 0,1 0 0,-1 0 0,1 0 0,-1 1 0,1-1 0,0 1 0,0-1 0,-1 1 0,1 0 0,0 0 0,1 0 0,-1 0 0,0 0 0,0 0 0,0 0 0,3 0 0,-2 1 0,-1 1 0,0-1 0,0 0 0,1 1 0,-1 0 0,0-1 0,0 1 0,0 0 0,0 0 0,0 0 0,0 1 0,0-1 0,0 0 0,0 1 0,-1-1 0,1 1 0,-1 0 0,1-1 0,-1 1 0,1 0 0,-1 0 0,0 0 0,0 0 0,0 0 0,1 2 0,3 9 0,0-1 0,7 26 0,-11-33 0,9 36 0,9 83 0,-17-99 0,-1 0 0,-1 0 0,-2 0 0,-7 41 0,19-98 0,1-1 0,2 2 0,17-32 0,70-109 0,-94 163 0,-2 1 0,0 2 0,1-1 0,0 0 0,0 1 0,1 0 0,-1 0 0,1 0 0,1 1 0,-1 0 0,13-7 0,-18 11 0,0 1 0,0-1 0,1 1 0,-1 0 0,0-1 0,1 1 0,-1 0 0,1 0 0,-1 0 0,0 0 0,1 0 0,-1 0 0,0 0 0,1 0 0,-1 1 0,1-1 0,-1 0 0,0 1 0,0-1 0,1 1 0,1 1 0,-1 0 0,1-1 0,-1 2 0,0-1 0,0 0 0,0 0 0,0 1 0,0-1 0,-1 1 0,3 4 0,2 6 0,-1 0 0,0 1 0,3 19 0,-6-26 0,17 87 0,11 43 0,-25-121 0,0-1 0,1 0 0,1 0 0,0 0 0,1-1 0,13 18 0,-19-29 0,-1-1 0,1 0 0,0 0 0,0 0 0,0 0 0,0 0 0,1 0 0,-1-1 0,0 1 0,1-1 0,-1 1 0,1-1 0,-1 0 0,1 0 0,0 0 0,-1 0 0,1-1 0,0 1 0,0-1 0,0 1 0,-1-1 0,1 0 0,0 0 0,5-1 0,-3-1 0,0 1 0,-1-1 0,1 0 0,0 0 0,-1 0 0,0-1 0,1 0 0,-1 0 0,0 0 0,0 0 0,0-1 0,-1 1 0,4-6 0,-2 3-341,0-1 0,0 0-1,7-14 1,-4 1-6485</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3T08:58:35.765"/>
    </inkml:context>
    <inkml:brush xml:id="br0">
      <inkml:brushProperty name="width" value="0.05" units="cm"/>
      <inkml:brushProperty name="height" value="0.05" units="cm"/>
      <inkml:brushProperty name="color" value="#F6630D"/>
    </inkml:brush>
  </inkml:definitions>
  <inkml:trace contextRef="#ctx0" brushRef="#br0">299 11 24575,'-1'-1'0,"-1"0"0,0 0 0,1 0 0,-1 0 0,0 0 0,0 0 0,0 0 0,0 0 0,1 1 0,-1-1 0,0 1 0,0 0 0,0-1 0,0 1 0,0 0 0,0 0 0,0 0 0,0 0 0,0 1 0,0-1 0,0 1 0,0-1 0,0 1 0,0-1 0,0 1 0,-2 1 0,-4 2 0,1 0 0,-1 0 0,1 1 0,-12 10 0,4-1 0,1 1 0,1 0 0,0 1 0,2 0 0,-1 1 0,2 0 0,0 1 0,-8 21 0,3 0 0,1 0 0,-16 81 0,22-72 0,1 0 0,3 0 0,2 1 0,2 0 0,2-1 0,2 1 0,15 67 0,-12-85 0,2-1 0,0 0 0,2-1 0,1 0 0,2-1 0,0 0 0,2-1 0,1-1 0,1 0 0,2-2 0,0 0 0,38 34 0,-33-38 4,1-1 0,0-1-1,2-2 1,0 0-1,0-2 1,52 17 0,-27-14-679,0-3 1,106 13 0,-20-14-5520</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3T08:58:36.046"/>
    </inkml:context>
    <inkml:brush xml:id="br0">
      <inkml:brushProperty name="width" value="0.05" units="cm"/>
      <inkml:brushProperty name="height" value="0.05" units="cm"/>
      <inkml:brushProperty name="color" value="#F6630D"/>
    </inkml:brush>
  </inkml:definitions>
  <inkml:trace contextRef="#ctx0" brushRef="#br0">1 0 24575,'25'27'0,"-1"1"0,39 57 0,35 84 0,-80-131 0,-1-1 0,-2 2 0,-1 0 0,-2 1 0,-2 0 0,6 56 0,-14-78 0,-1 0 0,0 1 0,-2-1 0,0 1 0,-1-1 0,-1 0 0,0 0 0,-1 0 0,-2 0 0,0-1 0,0 0 0,-2 0 0,0 0 0,0-1 0,-2-1 0,-19 26 0,12-22-682,-32 27-1,-18 7-6143</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3T08:58:36.824"/>
    </inkml:context>
    <inkml:brush xml:id="br0">
      <inkml:brushProperty name="width" value="0.05" units="cm"/>
      <inkml:brushProperty name="height" value="0.05" units="cm"/>
      <inkml:brushProperty name="color" value="#F6630D"/>
    </inkml:brush>
  </inkml:definitions>
  <inkml:trace contextRef="#ctx0" brushRef="#br0">215 205 24575,'-1'1'0,"0"-1"0,0 0 0,0 0 0,-1-1 0,1 1 0,0 0 0,0 0 0,0 0 0,0-1 0,0 1 0,0-1 0,0 1 0,0 0 0,0-1 0,0 0 0,0 1 0,0-1 0,0 0 0,0 1 0,0-1 0,1 0 0,-1 0 0,0 0 0,0-1 0,0 0 0,0 1 0,1-1 0,-1 0 0,1 0 0,0 0 0,-1 0 0,1 0 0,0 0 0,0 0 0,0 0 0,0 0 0,1-3 0,2-5 0,-1 0 0,2 0 0,-1 1 0,6-11 0,-5 12 0,-2 5 0,0 1 0,-1-1 0,1 0 0,-1 0 0,0 0 0,0 0 0,0-1 0,-1 1 0,1 0 0,0-4 0,-1 7 0,-1 0 0,1 0 0,0 0 0,0-1 0,0 1 0,0 0 0,0 0 0,0 0 0,0 0 0,0 0 0,-1 0 0,1 0 0,0 0 0,0 0 0,0 0 0,0 0 0,0 0 0,-1 0 0,1 0 0,0 0 0,0 0 0,0 0 0,0 0 0,0 0 0,0 0 0,-1 0 0,1 0 0,0 0 0,0 0 0,0 0 0,0 0 0,0 0 0,0 0 0,-1 0 0,1 0 0,0 0 0,0 1 0,0-1 0,0 0 0,0 0 0,0 0 0,0 0 0,0 0 0,0 0 0,-1 0 0,1 1 0,0-1 0,0 0 0,0 0 0,0 0 0,0 0 0,0 0 0,-7 9 0,-21 30 0,1 2 0,2 1 0,2 1 0,2 1 0,2 1 0,2 0 0,2 2 0,-17 87 0,30-122 0,1-1 0,0 0 0,1 1 0,0-1 0,1 1 0,0-1 0,1 0 0,3 13 0,-3-20 0,-1 0 0,1 0 0,-1 0 0,1 0 0,0 0 0,1-1 0,-1 1 0,1-1 0,-1 1 0,1-1 0,0 0 0,1 0 0,-1 0 0,0 0 0,1-1 0,-1 1 0,1-1 0,0 0 0,0 0 0,0 0 0,0-1 0,0 0 0,0 1 0,6 0 0,0-1 0,1 0 0,-1-1 0,0 0 0,1-1 0,-1 0 0,0 0 0,0-1 0,1-1 0,-1 1 0,-1-2 0,1 1 0,0-1 0,-1-1 0,0 0 0,0 0 0,0-1 0,-1 0 0,8-7 0,-1 0 0,-1 0 0,0-1 0,-1-1 0,-1 0 0,0-1 0,-1 0 0,-1-1 0,14-31 0,-14 24 0,-2 0 0,-1-1 0,-1 0 0,-1 0 0,-1-1 0,1-50 0,-5 58 0,0 0 0,-2 0 0,0 1 0,-1-1 0,-1 0 0,0 1 0,-1 0 0,-1 0 0,-1 0 0,-16-27 0,19 37 38,-1 1 0,0 0 0,0 0 0,-1 0 0,1 1 0,-1 0 0,-1 0 0,-10-7 0,15 11-81,0 0 0,1 0 1,-1 0-1,0 0 0,1 0 1,-1 1-1,0-1 0,0 0 1,0 1-1,0-1 0,0 1 1,0 0-1,0 0 0,1 0 1,-1 0-1,0 0 0,0 0 1,0 0-1,0 1 0,0-1 1,0 1-1,0-1 0,0 1 1,1 0-1,-1 0 0,0 0 1,1 0-1,-1 0 0,0 0 1,1 0-1,-1 0 0,1 1 1,0-1-1,-1 1 0,1-1 1,0 1-1,0-1 0,0 1 1,-1 2-1,-5 11-6783</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3T08:58:37.228"/>
    </inkml:context>
    <inkml:brush xml:id="br0">
      <inkml:brushProperty name="width" value="0.05" units="cm"/>
      <inkml:brushProperty name="height" value="0.05" units="cm"/>
      <inkml:brushProperty name="color" value="#F6630D"/>
    </inkml:brush>
  </inkml:definitions>
  <inkml:trace contextRef="#ctx0" brushRef="#br0">2 128 24575,'0'-15'0,"-1"6"0,1-1 0,0 0 0,1 0 0,3-16 0,-3 24 0,-1 0 0,1 0 0,-1 1 0,1-1 0,-1 0 0,1 1 0,0-1 0,0 1 0,0-1 0,0 1 0,0 0 0,0-1 0,0 1 0,1 0 0,-1 0 0,0-1 0,1 1 0,-1 0 0,1 0 0,-1 1 0,1-1 0,0 0 0,-1 0 0,1 1 0,0-1 0,-1 1 0,1 0 0,0-1 0,-1 1 0,1 0 0,0 0 0,3 0 0,-2 1 0,0 0 0,1 0 0,-1 0 0,0 0 0,0 0 0,0 0 0,0 1 0,0 0 0,-1 0 0,1 0 0,0 0 0,-1 0 0,1 0 0,-1 0 0,0 1 0,0 0 0,4 4 0,2 6 0,0 1 0,9 18 0,-17-31 0,12 27 0,0 0 0,-2 1 0,10 47 0,-17-60 0,0-1 0,-1 1 0,-1 0 0,-1-1 0,0 1 0,-1 0 0,0 0 0,-8 27 0,8-38 0,-1 0 0,0-1 0,-1 1 0,1-1 0,-1 1 0,0-1 0,-5 6 0,7-9 0,1-1 0,-1 1 0,0 0 0,1-1 0,-1 1 0,0-1 0,0 1 0,1-1 0,-1 1 0,0-1 0,0 1 0,0-1 0,0 0 0,0 1 0,0-1 0,0 0 0,0 0 0,-1 0 0,1 0 0,0 0 0,0-1 0,0 1 0,0-1 0,0 1 0,0-1 0,0 0 0,1 1 0,-1-1 0,0 0 0,0 0 0,1 1 0,-1-1 0,1 0 0,-1 0 0,1 0 0,-1 0 0,1 0 0,-1 0 0,1 1 0,0-1 0,-1-2 0,-1-3 0,1 0 0,0 0 0,0 0 0,1 0 0,-1 0 0,1 0 0,1 0 0,-1 0 0,1 0 0,2-9 0,3-9 0,11-27 0,-5 20 0,1 0 0,2 1 0,25-39 0,-29 52 0,2 0 0,0 0 0,1 2 0,0 0 0,1 0 0,27-19 0,-36 30 0,0 0 0,0 0 0,0 1 0,1 0 0,-1 0 0,1 1 0,0 0 0,-1 0 0,9-1 0,-12 3 0,1 0 0,0-1 0,-1 1 0,1 1 0,0-1 0,-1 1 0,1-1 0,0 1 0,-1 0 0,1 0 0,-1 1 0,1-1 0,-1 1 0,0 0 0,0-1 0,0 1 0,0 1 0,0-1 0,3 3 0,1 3 0,0 0 0,-1 1 0,0 0 0,0 0 0,-1 0 0,0 1 0,-1 0 0,0 0 0,0 0 0,2 12 0,3 18 0,5 50 0,-14-88 0,8 81-682,-4 96-1,-5-150-6143</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3T08:58:37.476"/>
    </inkml:context>
    <inkml:brush xml:id="br0">
      <inkml:brushProperty name="width" value="0.05" units="cm"/>
      <inkml:brushProperty name="height" value="0.05" units="cm"/>
      <inkml:brushProperty name="color" value="#F6630D"/>
    </inkml:brush>
  </inkml:definitions>
  <inkml:trace contextRef="#ctx0" brushRef="#br0">0 63 24575,'3'0'0,"4"-3"0,3-1 0,3 1 0,5 0 0,9-2 0,4-1 0,3 2 0,5-2 0,1 0 0,-4 2 0,-1 0 0,-8-1 0,-4 0 0,-10 1 0</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3T08:58:39.464"/>
    </inkml:context>
    <inkml:brush xml:id="br0">
      <inkml:brushProperty name="width" value="0.05" units="cm"/>
      <inkml:brushProperty name="height" value="0.05" units="cm"/>
      <inkml:brushProperty name="color" value="#F6630D"/>
    </inkml:brush>
  </inkml:definitions>
  <inkml:trace contextRef="#ctx0" brushRef="#br0">256 487 24575,'4'-1'0,"0"1"0,0 0 0,0-1 0,1 0 0,-1 0 0,0 0 0,0-1 0,-1 1 0,1-1 0,0 0 0,0 0 0,-1 0 0,1-1 0,-1 1 0,0-1 0,0 0 0,0 1 0,0-2 0,0 1 0,-1 0 0,1 0 0,-1-1 0,0 0 0,0 1 0,0-1 0,0 0 0,-1 0 0,0 0 0,0 0 0,0 0 0,1-8 0,-1 8 0,0-1 0,-1 0 0,0 1 0,0-1 0,0 0 0,0 1 0,-1-1 0,0 0 0,0 1 0,0-1 0,0 1 0,-1 0 0,0-1 0,0 1 0,0 0 0,0 0 0,-1 0 0,1 0 0,-1 1 0,0-1 0,0 1 0,-1-1 0,1 1 0,-1 0 0,1 0 0,-1 1 0,0-1 0,-7-3 0,7 5 0,0 0 0,0 0 0,0 0 0,0 1 0,0-1 0,0 1 0,0 0 0,0 0 0,0 1 0,-1-1 0,1 1 0,1 0 0,-1 0 0,0 0 0,0 1 0,0-1 0,0 1 0,1 0 0,-1 0 0,1 0 0,-1 0 0,-2 4 0,-6 4 0,0 0 0,1 1 0,0 0 0,-12 19 0,5-5 0,0 1 0,2 0 0,2 1 0,-17 41 0,25-51 0,0 0 0,1 0 0,0 0 0,2 1 0,0 0 0,1 0 0,1 0 0,2 34 0,-1-48 0,0-1 0,1 0 0,0 0 0,-1 1 0,1-1 0,0 0 0,1 0 0,-1 0 0,0 0 0,1 0 0,0 0 0,0-1 0,0 1 0,0 0 0,0-1 0,0 0 0,1 1 0,-1-1 0,4 2 0,-2-2 0,-1 0 0,1-1 0,0 1 0,0-1 0,-1 0 0,1 0 0,0-1 0,0 1 0,0-1 0,0 0 0,0 0 0,0 0 0,0 0 0,0-1 0,7-1 0,6-3 0,0 0 0,-1-2 0,0 0 0,0 0 0,0-2 0,-1 0 0,0-1 0,-1 0 0,0-1 0,-1 0 0,0-2 0,16-19 0,-5 4 0,-2-2 0,-2 0 0,0-2 0,29-66 0,-31 55 0,-1-1 0,-2-1 0,-2-1 0,-3 0 0,-1 0 0,-2-1 0,0-83 0,-7 169 0,-1 74 0,6-59 0,2 1 0,3-1 0,2-1 0,2 0 0,2-1 0,39 84 0,-46-118 0,1-1 0,0-1 0,2 0 0,-1 0 0,2-1 0,18 17 0,-25-26 0,0-1 0,0 0 0,1 0 0,-1-1 0,1 1 0,1-1 0,-1-1 0,0 0 0,1 0 0,0 0 0,-1-1 0,1 0 0,0 0 0,0-1 0,0 0 0,1 0 0,12-2 0,-17 1 0,-1 0 0,1-1 0,-1 0 0,0 1 0,1-1 0,-1-1 0,0 1 0,0 0 0,0-1 0,0 1 0,0-1 0,0 0 0,0 0 0,-1 0 0,1-1 0,-1 1 0,1-1 0,-1 1 0,0-1 0,0 0 0,0 1 0,0-1 0,-1 0 0,1-1 0,-1 1 0,0 0 0,1 0 0,-2 0 0,2-5 0,-1 0 0,0 0 0,-1-1 0,1 1 0,-2 0 0,1 0 0,-1 0 0,-1 0 0,1 0 0,-1 0 0,-1 0 0,-4-10 0,6 16 0,0-1 0,0 0 0,0 0 0,0 0 0,0 0 0,0-1 0,1 1 0,-1 0 0,1 0 0,0-4 0,1 5 0,-1 1 0,1-1 0,-1 0 0,1 1 0,0-1 0,-1 0 0,1 1 0,0-1 0,0 1 0,0-1 0,1 1 0,-1 0 0,0-1 0,0 1 0,1 0 0,-1 0 0,0 0 0,1 0 0,0 0 0,1-1 0,26-12 0,41-14 0,-43 18 0,0-1 0,49-28 0,-70 35 0,1-1 0,-1 0 0,0 0 0,0 0 0,0-1 0,-1 1 0,1-1 0,-2-1 0,1 1 0,-1-1 0,0 1 0,0-1 0,-1-1 0,1 1 0,1-10 0,-3 13 0,-2 1 0,1-1 0,0 0 0,-1 0 0,0 0 0,0 1 0,0-1 0,0 0 0,-1 0 0,1 0 0,-1 0 0,0 1 0,0-1 0,0 0 0,-1 1 0,1-1 0,-1 1 0,0 0 0,0-1 0,0 1 0,0 0 0,-1 0 0,1 0 0,-1 1 0,0-1 0,-3-2 0,1 1 0,0 1 0,0 0 0,0 1 0,0-1 0,0 1 0,-1 0 0,1 0 0,-1 0 0,0 1 0,1 0 0,-1 0 0,0 0 0,0 1 0,0 0 0,0 0 0,-9 2 0,5 0 0,-1 1 0,1 0 0,0 0 0,0 1 0,0 1 0,1-1 0,-1 1 0,1 1 0,0 0 0,-14 13 0,12-9 0,0 2 0,1-1 0,0 1 0,1 0 0,0 1 0,1 0 0,-7 17 0,8-15 0,0 0 0,2 0 0,0 0 0,1 1 0,0 0 0,1-1 0,1 1 0,0 0 0,2 1 0,0-1 0,0 0 0,2 0 0,0 0 0,0 0 0,8 21 0,-7-28 0,1 0 0,0-1 0,0 1 0,1-1 0,0 0 0,1-1 0,-1 1 0,1-1 0,1 0 0,0-1 0,0 0 0,10 8 0,-6-7 0,1 0 0,0-1 0,0 0 0,0-1 0,1-1 0,0 1 0,26 3 0,-15-5 0,1 0 0,-1-2 0,1-1 0,0-1 0,-1-1 0,1-2 0,-1 0 0,47-15 0,-48 10 0,1 0 0,-2-2 0,0-1 0,0 0 0,-1-2 0,0 0 0,-2-2 0,1 0 0,22-26 0,-31 30 0,0-1 0,-1 0 0,0 0 0,-1-1 0,-1 0 0,0-1 0,-1 0 0,-1 0 0,0-1 0,-1 0 0,-1 0 0,0 0 0,-1 0 0,-1-1 0,0-19 0,-2 29 0,0 0 0,-1 0 0,1 0 0,-2 0 0,1 1 0,-1-1 0,0 0 0,-3-6 0,5 13 0,0 0 0,0-1 0,0 1 0,0 0 0,0 0 0,0 0 0,0 0 0,0 0 0,0-1 0,0 1 0,0 0 0,0 0 0,0 0 0,0 0 0,0 0 0,0-1 0,0 1 0,-1 0 0,1 0 0,0 0 0,0 0 0,0 0 0,0 0 0,0 0 0,0 0 0,0 0 0,-1-1 0,1 1 0,0 0 0,0 0 0,0 0 0,0 0 0,0 0 0,0 0 0,-1 0 0,1 0 0,0 0 0,0 0 0,0 0 0,0 0 0,0 0 0,-1 0 0,1 0 0,0 0 0,0 0 0,0 0 0,0 0 0,0 0 0,-1 0 0,1 1 0,0-1 0,0 0 0,-4 10 0,1 16 0,3 217 0,1-128 0,-1-114 0,-1 1 0,1 0 0,0-1 0,0 1 0,1 0 0,-1-1 0,0 1 0,0 0 0,1-1 0,-1 1 0,1 0 0,1 2 0,-2-4 0,1 0 0,-1 0 0,0 0 0,1 0 0,-1 0 0,0 0 0,1 0 0,-1 0 0,0 0 0,1 0 0,-1 0 0,1 0 0,-1-1 0,0 1 0,1 0 0,-1 0 0,0 0 0,0 0 0,1-1 0,-1 1 0,0 0 0,1 0 0,-1-1 0,0 1 0,0 0 0,1 0 0,-1-1 0,0 1 0,0 0 0,0-1 0,0 1 0,1 0 0,-1-1 0,0 1 0,23-48 0,-19 38 0,15-32 0,57-117 0,-56 123 0,1 0 0,31-39 0,-48 70 0,0 0 0,0 1 0,1-1 0,7-6 0,-11 11 0,-1 0 0,1-1 0,-1 1 0,1-1 0,-1 1 0,1 0 0,-1-1 0,1 1 0,0 0 0,-1-1 0,1 1 0,0 0 0,-1 0 0,1 0 0,0 0 0,-1 0 0,1-1 0,0 1 0,-1 0 0,1 1 0,0-1 0,-1 0 0,1 0 0,0 0 0,-1 0 0,1 0 0,0 1 0,-1-1 0,1 0 0,0 1 0,-1-1 0,1 0 0,-1 1 0,1-1 0,-1 1 0,1-1 0,-1 1 0,1-1 0,-1 1 0,1-1 0,-1 1 0,0-1 0,1 1 0,-1 0 0,0-1 0,0 1 0,1 0 0,-1-1 0,0 1 0,0 0 0,0-1 0,0 1 0,0 0 0,0 0 0,4 21 0,-2 0 0,0 0 0,-2 0 0,-2 35 0,-1-10 0,2-14 0,0 38 0,1-63 0,0-1 0,1 0 0,1 1 0,-1-1 0,1 0 0,0 0 0,3 7 0,-4-14 0,-1 1 0,0 0 0,1-1 0,-1 1 0,0 0 0,1-1 0,-1 1 0,1-1 0,-1 1 0,1-1 0,-1 1 0,1-1 0,-1 1 0,1-1 0,-1 1 0,1-1 0,0 0 0,-1 1 0,1-1 0,0 0 0,-1 0 0,1 1 0,0-1 0,-1 0 0,1 0 0,0 0 0,0 0 0,-1 0 0,1 0 0,0 0 0,-1 0 0,1 0 0,0 0 0,0-1 0,-1 1 0,1 0 0,0 0 0,-1-1 0,1 1 0,0 0 0,-1-1 0,1 1 0,0-1 0,4-3 0,-1 1 0,1-1 0,-1 0 0,5-6 0,-7 8 0,56-71 0,-34 42 0,0 1 0,34-31 0,-51 54 0,2 0 0,-1 0 0,1 1 0,0 0 0,0 0 0,0 1 0,1 1 0,0 0 0,0 0 0,0 0 0,0 1 0,17-2 0,-23 5 0,1-1 0,-1 1 0,1 0 0,0 0 0,-1 1 0,1 0 0,-1 0 0,1 0 0,-1 0 0,1 0 0,-1 1 0,0 0 0,0 0 0,6 4 0,-4-2 0,-1 0 0,0 1 0,0-1 0,0 1 0,-1 0 0,0 1 0,0-1 0,7 12 0,-1 6 0,0 1 0,-1 0 0,-2 1 0,6 28 0,-10-39 0,2 10 0,13 47 0,-16-65 0,0 0 0,1-1 0,-1 1 0,1 0 0,0-1 0,1 1 0,-1-1 0,8 8 0,-9-11 0,0-1 0,1 1 0,-1-1 0,0 1 0,1-1 0,-1 0 0,0 0 0,1 0 0,-1 0 0,1-1 0,0 1 0,-1-1 0,1 1 0,0-1 0,-1 0 0,1 0 0,0 0 0,-1-1 0,1 1 0,0 0 0,-1-1 0,1 0 0,-1 0 0,1 1 0,-1-1 0,1-1 0,-1 1 0,3-2 0,7-4 0,0 0 0,-1-2 0,20-17 0,5-9 0,-1 0 0,-2-3 0,-2-1 0,-1-1 0,-3-1 0,34-66 0,-60 104 0,1 0 0,-1 0 0,0-1 0,1 1 0,-2 0 0,1-1 0,0 1 0,-1 0 0,1-1 0,-1 1 0,-1-8 0,1 11 0,0-1 0,0 0 0,0 0 0,-1 1 0,1-1 0,0 0 0,-1 0 0,1 1 0,-1-1 0,1 0 0,-1 1 0,1-1 0,-1 0 0,1 1 0,-1-1 0,0 1 0,1-1 0,-1 1 0,0-1 0,-1 0 0,0 1 0,1-1 0,-1 1 0,0 0 0,0 0 0,0-1 0,0 1 0,0 0 0,0 1 0,0-1 0,0 0 0,1 0 0,-4 2 0,-7 2 0,1 0 0,1 1 0,-1 0 0,1 0 0,0 1 0,0 1 0,0 0 0,1 0 0,0 1 0,-15 17 0,17-17 0,0 0 0,1 0 0,0 1 0,0 0 0,1 0 0,0 1 0,1-1 0,0 1 0,0 0 0,1 0 0,1 0 0,-3 15 0,5-22 0,-1 0 0,1 0 0,0-1 0,0 1 0,0 0 0,1-1 0,-1 1 0,1 0 0,0 0 0,-1-1 0,1 1 0,0-1 0,0 1 0,1-1 0,-1 1 0,0-1 0,1 0 0,0 1 0,-1-1 0,1 0 0,4 3 0,-3-3 0,0 0 0,0-1 0,0 1 0,0-1 0,1 0 0,-1 0 0,1 0 0,-1 0 0,1-1 0,-1 1 0,1-1 0,-1 0 0,1 0 0,-1 0 0,1 0 0,5-2 0,3 0 0,-1-1 0,0 0 0,0-1 0,0 0 0,-1-1 0,1 0 0,-1-1 0,0 0 0,17-14 0,-5 0 0,0-1 0,29-37 0,-51 57 0,0 0 0,1 1 0,-1 0 0,0-1 0,1 1 0,-1-1 0,1 1 0,-1-1 0,0 1 0,1 0 0,-1-1 0,1 1 0,-1 0 0,1-1 0,-1 1 0,1 0 0,-1 0 0,1-1 0,0 1 0,-1 0 0,1 0 0,-1 0 0,1 0 0,0 0 0,0 0 0,-1 1 0,1-1 0,-1 0 0,1 1 0,-1-1 0,0 1 0,1-1 0,-1 1 0,0-1 0,1 1 0,-1-1 0,0 1 0,0 0 0,1-1 0,-1 1 0,0-1 0,0 1 0,0-1 0,0 2 0,1 38 0,-1-32 0,0 18 35,3 97 261,-2-111-508,1 1 0,0-1 0,1 0 0,1 1 0,0-2 0,1 1 0,9 18 0,1-6-6614</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3T08:58:39.823"/>
    </inkml:context>
    <inkml:brush xml:id="br0">
      <inkml:brushProperty name="width" value="0.05" units="cm"/>
      <inkml:brushProperty name="height" value="0.05" units="cm"/>
      <inkml:brushProperty name="color" value="#F6630D"/>
    </inkml:brush>
  </inkml:definitions>
  <inkml:trace contextRef="#ctx0" brushRef="#br0">22 98 24575,'0'-24'0,"1"18"0,0-1 0,-1 1 0,0-1 0,0 1 0,-1-1 0,0 1 0,0-1 0,-1 1 0,-2-9 0,1 15 0,0 7 0,0 8 0,-2 100 0,5-97 0,1 0 0,1 0 0,0 0 0,7 22 0,-9-40 0,0 1 0,0 0 0,1 0 0,-1-1 0,0 1 0,0-1 0,0 1 0,1 0 0,-1-1 0,0 1 0,1 0 0,-1-1 0,1 1 0,-1-1 0,0 1 0,1-1 0,-1 1 0,1-1 0,0 1 0,-1-1 0,1 0 0,-1 1 0,1-1 0,-1 0 0,1 1 0,1-1 0,-1 0 0,0 0 0,0 0 0,0-1 0,-1 1 0,1-1 0,0 1 0,0 0 0,0-1 0,0 1 0,-1-1 0,1 0 0,0 1 0,0-1 0,-1 0 0,1 1 0,0-2 0,6-7 0,-1 0 0,8-18 0,-9 19 0,0-2 0,13-22 0,22-29 0,-34 53 0,0 0 0,1 0 0,0 1 0,0 0 0,0 1 0,1-1 0,0 1 0,16-8 0,-22 12 0,0 1 0,0 0 0,0 0 0,1 1 0,-1-1 0,0 0 0,0 1 0,1-1 0,-1 1 0,0 0 0,1 0 0,-1 0 0,1 0 0,-1 0 0,0 0 0,1 1 0,-1-1 0,0 1 0,0-1 0,1 1 0,-1 0 0,0 0 0,0 0 0,0 0 0,0 1 0,0-1 0,0 0 0,0 1 0,0-1 0,-1 1 0,1 0 0,-1 0 0,1-1 0,-1 1 0,0 0 0,2 4 0,2 3 0,0 1 0,-1 0 0,-1 0 0,0 1 0,0-1 0,2 20 0,1 61 0,-6-68 0,1 0 0,2 0 0,0 0 0,1 0 0,7 22 0,-9-41-136,-1 0-1,1 0 1,0 0-1,1 0 1,-1 0-1,1 0 1,-1 0-1,1-1 0,5 6 1,9 3-6690</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3T08:58:40.273"/>
    </inkml:context>
    <inkml:brush xml:id="br0">
      <inkml:brushProperty name="width" value="0.05" units="cm"/>
      <inkml:brushProperty name="height" value="0.05" units="cm"/>
      <inkml:brushProperty name="color" value="#F6630D"/>
    </inkml:brush>
  </inkml:definitions>
  <inkml:trace contextRef="#ctx0" brushRef="#br0">218 576 24575,'7'-12'0,"-1"-1"0,0-1 0,-1 1 0,-1-1 0,0 0 0,3-17 0,-7 26 0,1-1 0,-1 1 0,0 0 0,0-1 0,-1 1 0,0 0 0,0 0 0,0-1 0,0 1 0,-1 0 0,0 0 0,0 0 0,0 1 0,-1-1 0,0 0 0,0 1 0,0 0 0,0 0 0,0 0 0,-6-5 0,7 7 0,-1-1 0,1 1 0,-1-1 0,0 1 0,0 0 0,0 0 0,0 0 0,0 1 0,-1-1 0,1 1 0,0-1 0,-1 1 0,1 0 0,-1 0 0,1 1 0,-1-1 0,0 1 0,1 0 0,-1 0 0,0 0 0,1 0 0,-1 1 0,1-1 0,-1 1 0,1 0 0,-1 0 0,1 0 0,-1 1 0,1-1 0,0 1 0,0 0 0,0 0 0,0 0 0,0 0 0,0 0 0,0 1 0,1-1 0,-5 7 0,-4 4 0,1 1 0,1 0 0,1 0 0,-1 1 0,2 1 0,0-1 0,1 1 0,1 0 0,1 1 0,0-1 0,1 1 0,0 0 0,1-1 0,2 29 0,0-40 0,0 0 0,1 1 0,0-1 0,0 0 0,0 0 0,1 0 0,0 0 0,0 0 0,0-1 0,0 1 0,1 0 0,0-1 0,0 0 0,0 0 0,4 5 0,-4-7 0,1 1 0,-1 0 0,1-1 0,-1 0 0,1 0 0,0 0 0,0 0 0,0-1 0,0 1 0,0-1 0,0 0 0,1 0 0,-1-1 0,0 1 0,1-1 0,-1 0 0,0 0 0,8-2 0,0 0 0,1-1 0,-1 0 0,0-1 0,0 0 0,0-1 0,0-1 0,-1 0 0,0 0 0,0-1 0,-1-1 0,0 0 0,0 0 0,-1 0 0,0-2 0,9-11 0,1-2 0,-2-1 0,-1-1 0,0 0 0,-2-2 0,16-40 0,-17 29 0,0-1 0,-3 0 0,-1-1 0,-2 1 0,-2-2 0,-1 1 0,-3-50 0,-1 85 0,0-1 0,0 1 0,-1 0 0,1-1 0,-1 1 0,-1 0 0,1 0 0,-1 0 0,-2-6 0,4 11 0,0 0 0,0 0 0,0-1 0,0 1 0,-1 0 0,1-1 0,0 1 0,0 0 0,0 0 0,-1-1 0,1 1 0,0 0 0,0 0 0,-1 0 0,1-1 0,0 1 0,-1 0 0,1 0 0,0 0 0,-1 0 0,1 0 0,0 0 0,-1-1 0,1 1 0,0 0 0,0 0 0,-1 0 0,1 0 0,0 0 0,-1 0 0,1 0 0,0 1 0,-1-1 0,1 0 0,0 0 0,-1 0 0,1 0 0,0 0 0,-1 0 0,1 0 0,0 1 0,0-1 0,-1 0 0,1 0 0,0 1 0,0-1 0,-1 0 0,1 0 0,0 1 0,0-1 0,0 0 0,-1 0 0,1 1 0,0-1 0,0 0 0,0 1 0,0-1 0,0 0 0,0 1 0,0-1 0,-1 0 0,1 1 0,0-1 0,-7 24 0,4-2 0,1 1 0,1 0 0,1 0 0,5 45 0,25 92 0,-24-132 0,7 25 0,1 1 0,3-2 0,26 56 0,-42-104-80,1-1 0,0 1-1,-1-1 1,1 1 0,0-1-1,1 0 1,-1 0 0,1 0-1,-1-1 1,1 1 0,0 0 0,0-1-1,0 0 1,0 0 0,0 0-1,4 2 1,10 1-6746</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3T08:58:40.411"/>
    </inkml:context>
    <inkml:brush xml:id="br0">
      <inkml:brushProperty name="width" value="0.05" units="cm"/>
      <inkml:brushProperty name="height" value="0.05" units="cm"/>
      <inkml:brushProperty name="color" value="#F6630D"/>
    </inkml:brush>
  </inkml:definitions>
  <inkml:trace contextRef="#ctx0" brushRef="#br0">1 0 24575,'3'0'0,"0"3"0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AB488F7-1FAC-40D2-BB7E-BA3CE28D8950}" type="datetimeFigureOut">
              <a:rPr lang="en-US" smtClean="0"/>
              <a:pPr/>
              <a:t>7/13/2026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A2D21D1-52E2-420B-B491-CFF6D7BB79FB}" type="slidenum">
              <a:rPr lang="en-US" smtClean="0"/>
              <a:pPr/>
              <a:t>‹#›</a:t>
            </a:fld>
            <a:endParaRPr lang="en-US"/>
          </a:p>
        </p:txBody>
      </p:sp>
    </p:spTree>
    <p:extLst>
      <p:ext uri="{BB962C8B-B14F-4D97-AF65-F5344CB8AC3E}">
        <p14:creationId xmlns:p14="http://schemas.microsoft.com/office/powerpoint/2010/main" val="2239478695"/>
      </p:ext>
    </p:extLst>
  </p:cSld>
  <p:clrMap bg1="lt1" tx1="dk1" bg2="lt2" tx2="dk2" accent1="accent1" accent2="accent2" accent3="accent3" accent4="accent4" accent5="accent5" accent6="accent6" hlink="hlink" folHlink="folHlink"/>
  <p:notesStyle>
    <a:lvl1pPr marL="0" algn="l" defTabSz="1218987" rtl="0" eaLnBrk="1" latinLnBrk="0" hangingPunct="1">
      <a:defRPr sz="1600" kern="1200">
        <a:solidFill>
          <a:schemeClr val="tx1"/>
        </a:solidFill>
        <a:latin typeface="+mn-lt"/>
        <a:ea typeface="+mn-ea"/>
        <a:cs typeface="+mn-cs"/>
      </a:defRPr>
    </a:lvl1pPr>
    <a:lvl2pPr marL="609493" algn="l" defTabSz="1218987" rtl="0" eaLnBrk="1" latinLnBrk="0" hangingPunct="1">
      <a:defRPr sz="1600" kern="1200">
        <a:solidFill>
          <a:schemeClr val="tx1"/>
        </a:solidFill>
        <a:latin typeface="+mn-lt"/>
        <a:ea typeface="+mn-ea"/>
        <a:cs typeface="+mn-cs"/>
      </a:defRPr>
    </a:lvl2pPr>
    <a:lvl3pPr marL="1218987" algn="l" defTabSz="1218987" rtl="0" eaLnBrk="1" latinLnBrk="0" hangingPunct="1">
      <a:defRPr sz="1600" kern="1200">
        <a:solidFill>
          <a:schemeClr val="tx1"/>
        </a:solidFill>
        <a:latin typeface="+mn-lt"/>
        <a:ea typeface="+mn-ea"/>
        <a:cs typeface="+mn-cs"/>
      </a:defRPr>
    </a:lvl3pPr>
    <a:lvl4pPr marL="1828480" algn="l" defTabSz="1218987" rtl="0" eaLnBrk="1" latinLnBrk="0" hangingPunct="1">
      <a:defRPr sz="1600" kern="1200">
        <a:solidFill>
          <a:schemeClr val="tx1"/>
        </a:solidFill>
        <a:latin typeface="+mn-lt"/>
        <a:ea typeface="+mn-ea"/>
        <a:cs typeface="+mn-cs"/>
      </a:defRPr>
    </a:lvl4pPr>
    <a:lvl5pPr marL="2437973" algn="l" defTabSz="1218987" rtl="0" eaLnBrk="1" latinLnBrk="0" hangingPunct="1">
      <a:defRPr sz="1600" kern="1200">
        <a:solidFill>
          <a:schemeClr val="tx1"/>
        </a:solidFill>
        <a:latin typeface="+mn-lt"/>
        <a:ea typeface="+mn-ea"/>
        <a:cs typeface="+mn-cs"/>
      </a:defRPr>
    </a:lvl5pPr>
    <a:lvl6pPr marL="3047467" algn="l" defTabSz="1218987" rtl="0" eaLnBrk="1" latinLnBrk="0" hangingPunct="1">
      <a:defRPr sz="1600" kern="1200">
        <a:solidFill>
          <a:schemeClr val="tx1"/>
        </a:solidFill>
        <a:latin typeface="+mn-lt"/>
        <a:ea typeface="+mn-ea"/>
        <a:cs typeface="+mn-cs"/>
      </a:defRPr>
    </a:lvl6pPr>
    <a:lvl7pPr marL="3656960" algn="l" defTabSz="1218987" rtl="0" eaLnBrk="1" latinLnBrk="0" hangingPunct="1">
      <a:defRPr sz="1600" kern="1200">
        <a:solidFill>
          <a:schemeClr val="tx1"/>
        </a:solidFill>
        <a:latin typeface="+mn-lt"/>
        <a:ea typeface="+mn-ea"/>
        <a:cs typeface="+mn-cs"/>
      </a:defRPr>
    </a:lvl7pPr>
    <a:lvl8pPr marL="4266453" algn="l" defTabSz="1218987" rtl="0" eaLnBrk="1" latinLnBrk="0" hangingPunct="1">
      <a:defRPr sz="1600" kern="1200">
        <a:solidFill>
          <a:schemeClr val="tx1"/>
        </a:solidFill>
        <a:latin typeface="+mn-lt"/>
        <a:ea typeface="+mn-ea"/>
        <a:cs typeface="+mn-cs"/>
      </a:defRPr>
    </a:lvl8pPr>
    <a:lvl9pPr marL="4875947" algn="l" defTabSz="1218987"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6B8D726-D0BC-B240-A677-46F99704B744}" type="slidenum">
              <a:rPr lang="en-US" smtClean="0"/>
              <a:pPr/>
              <a:t>14</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1_Title Slide">
    <p:bg>
      <p:bgPr>
        <a:solidFill>
          <a:schemeClr val="accent1"/>
        </a:solidFill>
        <a:effectLst/>
      </p:bgPr>
    </p:bg>
    <p:spTree>
      <p:nvGrpSpPr>
        <p:cNvPr id="1" name=""/>
        <p:cNvGrpSpPr/>
        <p:nvPr/>
      </p:nvGrpSpPr>
      <p:grpSpPr>
        <a:xfrm>
          <a:off x="0" y="0"/>
          <a:ext cx="0" cy="0"/>
          <a:chOff x="0" y="0"/>
          <a:chExt cx="0" cy="0"/>
        </a:xfrm>
      </p:grpSpPr>
      <p:grpSp>
        <p:nvGrpSpPr>
          <p:cNvPr id="523" name="Group 522">
            <a:extLst>
              <a:ext uri="{FF2B5EF4-FFF2-40B4-BE49-F238E27FC236}">
                <a16:creationId xmlns:a16="http://schemas.microsoft.com/office/drawing/2014/main" id="{2DB38A0F-0598-4BC1-A4B5-6E4C7D1AE1FD}"/>
              </a:ext>
            </a:extLst>
          </p:cNvPr>
          <p:cNvGrpSpPr/>
          <p:nvPr userDrawn="1"/>
        </p:nvGrpSpPr>
        <p:grpSpPr>
          <a:xfrm>
            <a:off x="354110" y="326571"/>
            <a:ext cx="11480605" cy="6204858"/>
            <a:chOff x="354110" y="326571"/>
            <a:chExt cx="11480605" cy="6204858"/>
          </a:xfrm>
          <a:solidFill>
            <a:schemeClr val="accent1">
              <a:lumMod val="90000"/>
              <a:lumOff val="10000"/>
            </a:schemeClr>
          </a:solidFill>
        </p:grpSpPr>
        <p:sp>
          <p:nvSpPr>
            <p:cNvPr id="524" name="Rectangle 5">
              <a:extLst>
                <a:ext uri="{FF2B5EF4-FFF2-40B4-BE49-F238E27FC236}">
                  <a16:creationId xmlns:a16="http://schemas.microsoft.com/office/drawing/2014/main" id="{D0391FF9-0338-4933-99EA-0BC7224F463E}"/>
                </a:ext>
              </a:extLst>
            </p:cNvPr>
            <p:cNvSpPr>
              <a:spLocks noChangeArrowheads="1"/>
            </p:cNvSpPr>
            <p:nvPr/>
          </p:nvSpPr>
          <p:spPr bwMode="auto">
            <a:xfrm>
              <a:off x="354110" y="326571"/>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5" name="Rectangle 6">
              <a:extLst>
                <a:ext uri="{FF2B5EF4-FFF2-40B4-BE49-F238E27FC236}">
                  <a16:creationId xmlns:a16="http://schemas.microsoft.com/office/drawing/2014/main" id="{68848005-FF97-4886-AB70-BEAC78E6AF03}"/>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6" name="Rectangle 7">
              <a:extLst>
                <a:ext uri="{FF2B5EF4-FFF2-40B4-BE49-F238E27FC236}">
                  <a16:creationId xmlns:a16="http://schemas.microsoft.com/office/drawing/2014/main" id="{A371799C-C91D-4388-B84A-3FB8314160BB}"/>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7" name="Rectangle 8">
              <a:extLst>
                <a:ext uri="{FF2B5EF4-FFF2-40B4-BE49-F238E27FC236}">
                  <a16:creationId xmlns:a16="http://schemas.microsoft.com/office/drawing/2014/main" id="{C722B8FD-8C0E-4B48-8849-E0D3A2C9EC70}"/>
                </a:ext>
              </a:extLst>
            </p:cNvPr>
            <p:cNvSpPr>
              <a:spLocks noChangeArrowheads="1"/>
            </p:cNvSpPr>
            <p:nvPr/>
          </p:nvSpPr>
          <p:spPr bwMode="auto">
            <a:xfrm>
              <a:off x="1719239" y="326571"/>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8" name="Rectangle 9">
              <a:extLst>
                <a:ext uri="{FF2B5EF4-FFF2-40B4-BE49-F238E27FC236}">
                  <a16:creationId xmlns:a16="http://schemas.microsoft.com/office/drawing/2014/main" id="{F690EF81-637B-45E9-B2E4-F6466D3CEA03}"/>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9" name="Rectangle 10">
              <a:extLst>
                <a:ext uri="{FF2B5EF4-FFF2-40B4-BE49-F238E27FC236}">
                  <a16:creationId xmlns:a16="http://schemas.microsoft.com/office/drawing/2014/main" id="{93D434AE-D8E1-4B73-97E9-104904735F90}"/>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0" name="Rectangle 11">
              <a:extLst>
                <a:ext uri="{FF2B5EF4-FFF2-40B4-BE49-F238E27FC236}">
                  <a16:creationId xmlns:a16="http://schemas.microsoft.com/office/drawing/2014/main" id="{38DB79DD-18E2-4E0B-8C6B-B3170D9E63C6}"/>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1" name="Rectangle 12">
              <a:extLst>
                <a:ext uri="{FF2B5EF4-FFF2-40B4-BE49-F238E27FC236}">
                  <a16:creationId xmlns:a16="http://schemas.microsoft.com/office/drawing/2014/main" id="{AA24A7B5-1047-4ED2-8394-1F64840CDD0E}"/>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2" name="Rectangle 13">
              <a:extLst>
                <a:ext uri="{FF2B5EF4-FFF2-40B4-BE49-F238E27FC236}">
                  <a16:creationId xmlns:a16="http://schemas.microsoft.com/office/drawing/2014/main" id="{1BF3D7A2-914A-406C-85FE-78F492E20546}"/>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3" name="Rectangle 14">
              <a:extLst>
                <a:ext uri="{FF2B5EF4-FFF2-40B4-BE49-F238E27FC236}">
                  <a16:creationId xmlns:a16="http://schemas.microsoft.com/office/drawing/2014/main" id="{EFE4A65D-7D8E-481F-9FD2-EC0C8574248C}"/>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4" name="Rectangle 15">
              <a:extLst>
                <a:ext uri="{FF2B5EF4-FFF2-40B4-BE49-F238E27FC236}">
                  <a16:creationId xmlns:a16="http://schemas.microsoft.com/office/drawing/2014/main" id="{6D829585-3C10-4E29-9D87-5A5437E00BCE}"/>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5" name="Rectangle 16">
              <a:extLst>
                <a:ext uri="{FF2B5EF4-FFF2-40B4-BE49-F238E27FC236}">
                  <a16:creationId xmlns:a16="http://schemas.microsoft.com/office/drawing/2014/main" id="{2B70A9B8-A62A-4C92-8175-AAC487F5F934}"/>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6" name="Rectangle 17">
              <a:extLst>
                <a:ext uri="{FF2B5EF4-FFF2-40B4-BE49-F238E27FC236}">
                  <a16:creationId xmlns:a16="http://schemas.microsoft.com/office/drawing/2014/main" id="{62925939-9955-4AB6-8B7B-2F98C58A94BA}"/>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7" name="Rectangle 18">
              <a:extLst>
                <a:ext uri="{FF2B5EF4-FFF2-40B4-BE49-F238E27FC236}">
                  <a16:creationId xmlns:a16="http://schemas.microsoft.com/office/drawing/2014/main" id="{658B8514-8D6B-4F5F-AE70-55B9F4C5056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8" name="Rectangle 19">
              <a:extLst>
                <a:ext uri="{FF2B5EF4-FFF2-40B4-BE49-F238E27FC236}">
                  <a16:creationId xmlns:a16="http://schemas.microsoft.com/office/drawing/2014/main" id="{D6780382-758A-41C1-83C0-EB51E004EF9A}"/>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9" name="Rectangle 20">
              <a:extLst>
                <a:ext uri="{FF2B5EF4-FFF2-40B4-BE49-F238E27FC236}">
                  <a16:creationId xmlns:a16="http://schemas.microsoft.com/office/drawing/2014/main" id="{9357623D-6D19-46DA-B792-E1A2F32F8F0F}"/>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0" name="Rectangle 21">
              <a:extLst>
                <a:ext uri="{FF2B5EF4-FFF2-40B4-BE49-F238E27FC236}">
                  <a16:creationId xmlns:a16="http://schemas.microsoft.com/office/drawing/2014/main" id="{2F00DFB8-11D0-4DF8-A3AD-197C3F3071BF}"/>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1" name="Rectangle 22">
              <a:extLst>
                <a:ext uri="{FF2B5EF4-FFF2-40B4-BE49-F238E27FC236}">
                  <a16:creationId xmlns:a16="http://schemas.microsoft.com/office/drawing/2014/main" id="{57F57754-D964-4CFA-BC83-9AFD46DA5646}"/>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2" name="Rectangle 23">
              <a:extLst>
                <a:ext uri="{FF2B5EF4-FFF2-40B4-BE49-F238E27FC236}">
                  <a16:creationId xmlns:a16="http://schemas.microsoft.com/office/drawing/2014/main" id="{CAC9FBA4-D9FC-44DC-9CBC-4AA56F87E834}"/>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3" name="Rectangle 24">
              <a:extLst>
                <a:ext uri="{FF2B5EF4-FFF2-40B4-BE49-F238E27FC236}">
                  <a16:creationId xmlns:a16="http://schemas.microsoft.com/office/drawing/2014/main" id="{6B5BF42C-E1FB-4B04-8861-8F6834EC8B77}"/>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4" name="Rectangle 25">
              <a:extLst>
                <a:ext uri="{FF2B5EF4-FFF2-40B4-BE49-F238E27FC236}">
                  <a16:creationId xmlns:a16="http://schemas.microsoft.com/office/drawing/2014/main" id="{BECAB5D5-0B99-4F52-BDEC-9DEE44451ECA}"/>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5" name="Rectangle 26">
              <a:extLst>
                <a:ext uri="{FF2B5EF4-FFF2-40B4-BE49-F238E27FC236}">
                  <a16:creationId xmlns:a16="http://schemas.microsoft.com/office/drawing/2014/main" id="{7F2A058E-DD90-4B9A-BCA3-AAB1E8805F6B}"/>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6" name="Rectangle 27">
              <a:extLst>
                <a:ext uri="{FF2B5EF4-FFF2-40B4-BE49-F238E27FC236}">
                  <a16:creationId xmlns:a16="http://schemas.microsoft.com/office/drawing/2014/main" id="{5A511A58-4543-4023-AD40-17185DD316D9}"/>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7" name="Rectangle 28">
              <a:extLst>
                <a:ext uri="{FF2B5EF4-FFF2-40B4-BE49-F238E27FC236}">
                  <a16:creationId xmlns:a16="http://schemas.microsoft.com/office/drawing/2014/main" id="{4FB2F5FA-9E29-4BF4-A565-01F562351925}"/>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8" name="Rectangle 29">
              <a:extLst>
                <a:ext uri="{FF2B5EF4-FFF2-40B4-BE49-F238E27FC236}">
                  <a16:creationId xmlns:a16="http://schemas.microsoft.com/office/drawing/2014/main" id="{79033138-2B37-4A7A-BB10-95ED1BC4CE8D}"/>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9" name="Rectangle 30">
              <a:extLst>
                <a:ext uri="{FF2B5EF4-FFF2-40B4-BE49-F238E27FC236}">
                  <a16:creationId xmlns:a16="http://schemas.microsoft.com/office/drawing/2014/main" id="{79753DF4-5F75-4419-909E-7C6C912431E9}"/>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0" name="Rectangle 32">
              <a:extLst>
                <a:ext uri="{FF2B5EF4-FFF2-40B4-BE49-F238E27FC236}">
                  <a16:creationId xmlns:a16="http://schemas.microsoft.com/office/drawing/2014/main" id="{855DF40C-B6BB-4565-917B-0D68E9A99568}"/>
                </a:ext>
              </a:extLst>
            </p:cNvPr>
            <p:cNvSpPr>
              <a:spLocks noChangeArrowheads="1"/>
            </p:cNvSpPr>
            <p:nvPr/>
          </p:nvSpPr>
          <p:spPr bwMode="auto">
            <a:xfrm>
              <a:off x="354110" y="834963"/>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1" name="Rectangle 33">
              <a:extLst>
                <a:ext uri="{FF2B5EF4-FFF2-40B4-BE49-F238E27FC236}">
                  <a16:creationId xmlns:a16="http://schemas.microsoft.com/office/drawing/2014/main" id="{4A966D73-83CF-49BC-B17D-814D08E7082D}"/>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2" name="Rectangle 34">
              <a:extLst>
                <a:ext uri="{FF2B5EF4-FFF2-40B4-BE49-F238E27FC236}">
                  <a16:creationId xmlns:a16="http://schemas.microsoft.com/office/drawing/2014/main" id="{C4D3FEF6-5168-4033-87C1-4DE8C0B10D44}"/>
                </a:ext>
              </a:extLst>
            </p:cNvPr>
            <p:cNvSpPr>
              <a:spLocks noChangeArrowheads="1"/>
            </p:cNvSpPr>
            <p:nvPr/>
          </p:nvSpPr>
          <p:spPr bwMode="auto">
            <a:xfrm>
              <a:off x="1263805"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3" name="Rectangle 35">
              <a:extLst>
                <a:ext uri="{FF2B5EF4-FFF2-40B4-BE49-F238E27FC236}">
                  <a16:creationId xmlns:a16="http://schemas.microsoft.com/office/drawing/2014/main" id="{8196550C-9075-450D-8381-757B57ACFE83}"/>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4" name="Rectangle 36">
              <a:extLst>
                <a:ext uri="{FF2B5EF4-FFF2-40B4-BE49-F238E27FC236}">
                  <a16:creationId xmlns:a16="http://schemas.microsoft.com/office/drawing/2014/main" id="{9DDF2589-A917-47E1-86F2-E9E9D031133F}"/>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5" name="Rectangle 37">
              <a:extLst>
                <a:ext uri="{FF2B5EF4-FFF2-40B4-BE49-F238E27FC236}">
                  <a16:creationId xmlns:a16="http://schemas.microsoft.com/office/drawing/2014/main" id="{19AA832E-82CD-495F-9759-311D5CF3C627}"/>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6" name="Rectangle 38">
              <a:extLst>
                <a:ext uri="{FF2B5EF4-FFF2-40B4-BE49-F238E27FC236}">
                  <a16:creationId xmlns:a16="http://schemas.microsoft.com/office/drawing/2014/main" id="{E321B9D6-F4D4-4E72-B642-4A20A028DE61}"/>
                </a:ext>
              </a:extLst>
            </p:cNvPr>
            <p:cNvSpPr>
              <a:spLocks noChangeArrowheads="1"/>
            </p:cNvSpPr>
            <p:nvPr/>
          </p:nvSpPr>
          <p:spPr bwMode="auto">
            <a:xfrm>
              <a:off x="3083197"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7" name="Rectangle 39">
              <a:extLst>
                <a:ext uri="{FF2B5EF4-FFF2-40B4-BE49-F238E27FC236}">
                  <a16:creationId xmlns:a16="http://schemas.microsoft.com/office/drawing/2014/main" id="{67D8E47E-A97F-495B-9D93-E77F5D991824}"/>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8" name="Rectangle 40">
              <a:extLst>
                <a:ext uri="{FF2B5EF4-FFF2-40B4-BE49-F238E27FC236}">
                  <a16:creationId xmlns:a16="http://schemas.microsoft.com/office/drawing/2014/main" id="{A3102978-9FB6-414A-87A2-7447231B782C}"/>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9" name="Rectangle 41">
              <a:extLst>
                <a:ext uri="{FF2B5EF4-FFF2-40B4-BE49-F238E27FC236}">
                  <a16:creationId xmlns:a16="http://schemas.microsoft.com/office/drawing/2014/main" id="{52AB6645-416B-4B1A-BDD5-25D20B3DDFF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0" name="Rectangle 42">
              <a:extLst>
                <a:ext uri="{FF2B5EF4-FFF2-40B4-BE49-F238E27FC236}">
                  <a16:creationId xmlns:a16="http://schemas.microsoft.com/office/drawing/2014/main" id="{6FC3BBB2-F5AD-4180-9804-3EA9F90C269D}"/>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1" name="Rectangle 43">
              <a:extLst>
                <a:ext uri="{FF2B5EF4-FFF2-40B4-BE49-F238E27FC236}">
                  <a16:creationId xmlns:a16="http://schemas.microsoft.com/office/drawing/2014/main" id="{422DB3ED-2BEF-4ED1-BC1B-08CB86C00F99}"/>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2" name="Rectangle 44">
              <a:extLst>
                <a:ext uri="{FF2B5EF4-FFF2-40B4-BE49-F238E27FC236}">
                  <a16:creationId xmlns:a16="http://schemas.microsoft.com/office/drawing/2014/main" id="{98D97055-E2FD-4FF0-90DB-E94B1920C4D3}"/>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3" name="Rectangle 45">
              <a:extLst>
                <a:ext uri="{FF2B5EF4-FFF2-40B4-BE49-F238E27FC236}">
                  <a16:creationId xmlns:a16="http://schemas.microsoft.com/office/drawing/2014/main" id="{DE4F8DEE-2AD7-48B0-86FE-2FB6CF6E0CC7}"/>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4" name="Rectangle 46">
              <a:extLst>
                <a:ext uri="{FF2B5EF4-FFF2-40B4-BE49-F238E27FC236}">
                  <a16:creationId xmlns:a16="http://schemas.microsoft.com/office/drawing/2014/main" id="{ABD952AD-A59A-4124-AAA4-9E35E9D1DAAA}"/>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5" name="Rectangle 47">
              <a:extLst>
                <a:ext uri="{FF2B5EF4-FFF2-40B4-BE49-F238E27FC236}">
                  <a16:creationId xmlns:a16="http://schemas.microsoft.com/office/drawing/2014/main" id="{09F53A53-235E-4905-B7A1-4C2487531478}"/>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6" name="Rectangle 48">
              <a:extLst>
                <a:ext uri="{FF2B5EF4-FFF2-40B4-BE49-F238E27FC236}">
                  <a16:creationId xmlns:a16="http://schemas.microsoft.com/office/drawing/2014/main" id="{E7B8F62B-F26F-4F16-83DE-DE88E2AC27DD}"/>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7" name="Rectangle 49">
              <a:extLst>
                <a:ext uri="{FF2B5EF4-FFF2-40B4-BE49-F238E27FC236}">
                  <a16:creationId xmlns:a16="http://schemas.microsoft.com/office/drawing/2014/main" id="{5A3F2E03-9197-4D87-AEBD-53681C71A0C3}"/>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8" name="Rectangle 50">
              <a:extLst>
                <a:ext uri="{FF2B5EF4-FFF2-40B4-BE49-F238E27FC236}">
                  <a16:creationId xmlns:a16="http://schemas.microsoft.com/office/drawing/2014/main" id="{AC48136C-038A-4E15-A432-82CDA3580ED7}"/>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9" name="Rectangle 51">
              <a:extLst>
                <a:ext uri="{FF2B5EF4-FFF2-40B4-BE49-F238E27FC236}">
                  <a16:creationId xmlns:a16="http://schemas.microsoft.com/office/drawing/2014/main" id="{A03DB8D5-6A83-4A84-AB18-2030609589DD}"/>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0" name="Rectangle 52">
              <a:extLst>
                <a:ext uri="{FF2B5EF4-FFF2-40B4-BE49-F238E27FC236}">
                  <a16:creationId xmlns:a16="http://schemas.microsoft.com/office/drawing/2014/main" id="{CB4B691A-151E-4AA1-86FD-1DF590C8AD29}"/>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1" name="Rectangle 53">
              <a:extLst>
                <a:ext uri="{FF2B5EF4-FFF2-40B4-BE49-F238E27FC236}">
                  <a16:creationId xmlns:a16="http://schemas.microsoft.com/office/drawing/2014/main" id="{8DE17CF6-249D-4F7B-83E2-FD452FE7770B}"/>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2" name="Rectangle 54">
              <a:extLst>
                <a:ext uri="{FF2B5EF4-FFF2-40B4-BE49-F238E27FC236}">
                  <a16:creationId xmlns:a16="http://schemas.microsoft.com/office/drawing/2014/main" id="{8AFBC693-95B4-46BF-8458-36EE0C80554E}"/>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3" name="Rectangle 55">
              <a:extLst>
                <a:ext uri="{FF2B5EF4-FFF2-40B4-BE49-F238E27FC236}">
                  <a16:creationId xmlns:a16="http://schemas.microsoft.com/office/drawing/2014/main" id="{1B7936E4-C86A-4ECF-9DAA-DD45C61C9B40}"/>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4" name="Rectangle 56">
              <a:extLst>
                <a:ext uri="{FF2B5EF4-FFF2-40B4-BE49-F238E27FC236}">
                  <a16:creationId xmlns:a16="http://schemas.microsoft.com/office/drawing/2014/main" id="{07B705CC-7C23-4703-BFCD-DEBFDF5A7E5B}"/>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5" name="Rectangle 57">
              <a:extLst>
                <a:ext uri="{FF2B5EF4-FFF2-40B4-BE49-F238E27FC236}">
                  <a16:creationId xmlns:a16="http://schemas.microsoft.com/office/drawing/2014/main" id="{021EAEDF-4795-47A7-9CDF-29BDE7EB4647}"/>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6" name="Rectangle 59">
              <a:extLst>
                <a:ext uri="{FF2B5EF4-FFF2-40B4-BE49-F238E27FC236}">
                  <a16:creationId xmlns:a16="http://schemas.microsoft.com/office/drawing/2014/main" id="{C8E25685-5F7D-4F4C-ABCD-4A625A28DA84}"/>
                </a:ext>
              </a:extLst>
            </p:cNvPr>
            <p:cNvSpPr>
              <a:spLocks noChangeArrowheads="1"/>
            </p:cNvSpPr>
            <p:nvPr/>
          </p:nvSpPr>
          <p:spPr bwMode="auto">
            <a:xfrm>
              <a:off x="354110" y="1342187"/>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7" name="Rectangle 60">
              <a:extLst>
                <a:ext uri="{FF2B5EF4-FFF2-40B4-BE49-F238E27FC236}">
                  <a16:creationId xmlns:a16="http://schemas.microsoft.com/office/drawing/2014/main" id="{F86C1915-F185-4F6E-BC9A-70ED68733204}"/>
                </a:ext>
              </a:extLst>
            </p:cNvPr>
            <p:cNvSpPr>
              <a:spLocks noChangeArrowheads="1"/>
            </p:cNvSpPr>
            <p:nvPr/>
          </p:nvSpPr>
          <p:spPr bwMode="auto">
            <a:xfrm>
              <a:off x="809542"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8" name="Rectangle 61">
              <a:extLst>
                <a:ext uri="{FF2B5EF4-FFF2-40B4-BE49-F238E27FC236}">
                  <a16:creationId xmlns:a16="http://schemas.microsoft.com/office/drawing/2014/main" id="{0A676732-8A69-4B25-9573-F6F90E1CBE82}"/>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9" name="Rectangle 62">
              <a:extLst>
                <a:ext uri="{FF2B5EF4-FFF2-40B4-BE49-F238E27FC236}">
                  <a16:creationId xmlns:a16="http://schemas.microsoft.com/office/drawing/2014/main" id="{D4F1F03D-E1AA-4194-B592-BA6FFEF4B89A}"/>
                </a:ext>
              </a:extLst>
            </p:cNvPr>
            <p:cNvSpPr>
              <a:spLocks noChangeArrowheads="1"/>
            </p:cNvSpPr>
            <p:nvPr/>
          </p:nvSpPr>
          <p:spPr bwMode="auto">
            <a:xfrm>
              <a:off x="1719239"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0" name="Rectangle 63">
              <a:extLst>
                <a:ext uri="{FF2B5EF4-FFF2-40B4-BE49-F238E27FC236}">
                  <a16:creationId xmlns:a16="http://schemas.microsoft.com/office/drawing/2014/main" id="{3E19A2DA-16F0-4B64-9855-639F78BF95B6}"/>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1" name="Rectangle 64">
              <a:extLst>
                <a:ext uri="{FF2B5EF4-FFF2-40B4-BE49-F238E27FC236}">
                  <a16:creationId xmlns:a16="http://schemas.microsoft.com/office/drawing/2014/main" id="{21AA4D67-978D-46FA-9138-C5EF347A093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2" name="Rectangle 65">
              <a:extLst>
                <a:ext uri="{FF2B5EF4-FFF2-40B4-BE49-F238E27FC236}">
                  <a16:creationId xmlns:a16="http://schemas.microsoft.com/office/drawing/2014/main" id="{DF7FABC9-0AE5-498D-9DCD-2D0A69DD494F}"/>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3" name="Rectangle 66">
              <a:extLst>
                <a:ext uri="{FF2B5EF4-FFF2-40B4-BE49-F238E27FC236}">
                  <a16:creationId xmlns:a16="http://schemas.microsoft.com/office/drawing/2014/main" id="{3B4259AB-BB5C-471B-8BFD-2464967E06EC}"/>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4" name="Rectangle 67">
              <a:extLst>
                <a:ext uri="{FF2B5EF4-FFF2-40B4-BE49-F238E27FC236}">
                  <a16:creationId xmlns:a16="http://schemas.microsoft.com/office/drawing/2014/main" id="{4A71AFC4-8245-4F87-8986-BFA7163794AB}"/>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5" name="Rectangle 68">
              <a:extLst>
                <a:ext uri="{FF2B5EF4-FFF2-40B4-BE49-F238E27FC236}">
                  <a16:creationId xmlns:a16="http://schemas.microsoft.com/office/drawing/2014/main" id="{AA4DB81E-6CDA-4C15-A84C-6764CA845A64}"/>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6" name="Rectangle 69">
              <a:extLst>
                <a:ext uri="{FF2B5EF4-FFF2-40B4-BE49-F238E27FC236}">
                  <a16:creationId xmlns:a16="http://schemas.microsoft.com/office/drawing/2014/main" id="{E6B3071E-6076-4B7A-83B7-92D6A165342E}"/>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7" name="Rectangle 70">
              <a:extLst>
                <a:ext uri="{FF2B5EF4-FFF2-40B4-BE49-F238E27FC236}">
                  <a16:creationId xmlns:a16="http://schemas.microsoft.com/office/drawing/2014/main" id="{E8543DB1-652E-4988-9780-2A2133D41D4C}"/>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8" name="Rectangle 71">
              <a:extLst>
                <a:ext uri="{FF2B5EF4-FFF2-40B4-BE49-F238E27FC236}">
                  <a16:creationId xmlns:a16="http://schemas.microsoft.com/office/drawing/2014/main" id="{42F0AA6A-4C74-462E-8B1B-F39A0F70FF7A}"/>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9" name="Rectangle 72">
              <a:extLst>
                <a:ext uri="{FF2B5EF4-FFF2-40B4-BE49-F238E27FC236}">
                  <a16:creationId xmlns:a16="http://schemas.microsoft.com/office/drawing/2014/main" id="{B33C0D7F-04E1-4844-B90C-3FBE5EEF3A4D}"/>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0" name="Rectangle 73">
              <a:extLst>
                <a:ext uri="{FF2B5EF4-FFF2-40B4-BE49-F238E27FC236}">
                  <a16:creationId xmlns:a16="http://schemas.microsoft.com/office/drawing/2014/main" id="{F49B085D-B4DD-458A-826A-3DA24029B88E}"/>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1" name="Rectangle 74">
              <a:extLst>
                <a:ext uri="{FF2B5EF4-FFF2-40B4-BE49-F238E27FC236}">
                  <a16:creationId xmlns:a16="http://schemas.microsoft.com/office/drawing/2014/main" id="{A32F9E5F-5111-453D-A333-FB4E1A18673B}"/>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2" name="Rectangle 75">
              <a:extLst>
                <a:ext uri="{FF2B5EF4-FFF2-40B4-BE49-F238E27FC236}">
                  <a16:creationId xmlns:a16="http://schemas.microsoft.com/office/drawing/2014/main" id="{47E4D8BD-DEA3-4D27-98E4-F4E7016173D4}"/>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3" name="Rectangle 76">
              <a:extLst>
                <a:ext uri="{FF2B5EF4-FFF2-40B4-BE49-F238E27FC236}">
                  <a16:creationId xmlns:a16="http://schemas.microsoft.com/office/drawing/2014/main" id="{BBF03BDD-5E4F-4125-8BBA-793FC2C135B8}"/>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4" name="Rectangle 77">
              <a:extLst>
                <a:ext uri="{FF2B5EF4-FFF2-40B4-BE49-F238E27FC236}">
                  <a16:creationId xmlns:a16="http://schemas.microsoft.com/office/drawing/2014/main" id="{F3B4C098-EB45-4815-8269-996D7522ECC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5" name="Rectangle 78">
              <a:extLst>
                <a:ext uri="{FF2B5EF4-FFF2-40B4-BE49-F238E27FC236}">
                  <a16:creationId xmlns:a16="http://schemas.microsoft.com/office/drawing/2014/main" id="{B59927F3-4B4B-42A6-8B08-08A49631DE99}"/>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6" name="Rectangle 79">
              <a:extLst>
                <a:ext uri="{FF2B5EF4-FFF2-40B4-BE49-F238E27FC236}">
                  <a16:creationId xmlns:a16="http://schemas.microsoft.com/office/drawing/2014/main" id="{A3EF2292-28DC-48A4-AF27-649B5C4586D6}"/>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7" name="Rectangle 80">
              <a:extLst>
                <a:ext uri="{FF2B5EF4-FFF2-40B4-BE49-F238E27FC236}">
                  <a16:creationId xmlns:a16="http://schemas.microsoft.com/office/drawing/2014/main" id="{248C3F59-9E32-45A2-A3CC-2CB702255A32}"/>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8" name="Rectangle 81">
              <a:extLst>
                <a:ext uri="{FF2B5EF4-FFF2-40B4-BE49-F238E27FC236}">
                  <a16:creationId xmlns:a16="http://schemas.microsoft.com/office/drawing/2014/main" id="{8E4ACB8A-43E4-4093-AE56-AA241704B0B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9" name="Rectangle 82">
              <a:extLst>
                <a:ext uri="{FF2B5EF4-FFF2-40B4-BE49-F238E27FC236}">
                  <a16:creationId xmlns:a16="http://schemas.microsoft.com/office/drawing/2014/main" id="{D14F99BB-28D1-464F-BB16-2F2623BBC5A4}"/>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0" name="Rectangle 83">
              <a:extLst>
                <a:ext uri="{FF2B5EF4-FFF2-40B4-BE49-F238E27FC236}">
                  <a16:creationId xmlns:a16="http://schemas.microsoft.com/office/drawing/2014/main" id="{A95FA675-3755-4391-B726-68B8FF23ADB3}"/>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1" name="Rectangle 84">
              <a:extLst>
                <a:ext uri="{FF2B5EF4-FFF2-40B4-BE49-F238E27FC236}">
                  <a16:creationId xmlns:a16="http://schemas.microsoft.com/office/drawing/2014/main" id="{49925855-02BD-4CA2-9D33-00CA85C3A971}"/>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2" name="Rectangle 86">
              <a:extLst>
                <a:ext uri="{FF2B5EF4-FFF2-40B4-BE49-F238E27FC236}">
                  <a16:creationId xmlns:a16="http://schemas.microsoft.com/office/drawing/2014/main" id="{29A0B59B-FDB1-4852-BA6C-06E6417E8DE5}"/>
                </a:ext>
              </a:extLst>
            </p:cNvPr>
            <p:cNvSpPr>
              <a:spLocks noChangeArrowheads="1"/>
            </p:cNvSpPr>
            <p:nvPr/>
          </p:nvSpPr>
          <p:spPr bwMode="auto">
            <a:xfrm>
              <a:off x="354110"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3" name="Rectangle 87">
              <a:extLst>
                <a:ext uri="{FF2B5EF4-FFF2-40B4-BE49-F238E27FC236}">
                  <a16:creationId xmlns:a16="http://schemas.microsoft.com/office/drawing/2014/main" id="{F2291FF5-CA54-458E-8BD1-99B816F40E55}"/>
                </a:ext>
              </a:extLst>
            </p:cNvPr>
            <p:cNvSpPr>
              <a:spLocks noChangeArrowheads="1"/>
            </p:cNvSpPr>
            <p:nvPr/>
          </p:nvSpPr>
          <p:spPr bwMode="auto">
            <a:xfrm>
              <a:off x="809542"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4" name="Rectangle 88">
              <a:extLst>
                <a:ext uri="{FF2B5EF4-FFF2-40B4-BE49-F238E27FC236}">
                  <a16:creationId xmlns:a16="http://schemas.microsoft.com/office/drawing/2014/main" id="{97EB7D42-19E8-41E2-B5B0-791AA24B51C1}"/>
                </a:ext>
              </a:extLst>
            </p:cNvPr>
            <p:cNvSpPr>
              <a:spLocks noChangeArrowheads="1"/>
            </p:cNvSpPr>
            <p:nvPr/>
          </p:nvSpPr>
          <p:spPr bwMode="auto">
            <a:xfrm>
              <a:off x="1263805"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5" name="Rectangle 89">
              <a:extLst>
                <a:ext uri="{FF2B5EF4-FFF2-40B4-BE49-F238E27FC236}">
                  <a16:creationId xmlns:a16="http://schemas.microsoft.com/office/drawing/2014/main" id="{F11528A1-D5A5-47C3-A78A-BDF885ECD0F6}"/>
                </a:ext>
              </a:extLst>
            </p:cNvPr>
            <p:cNvSpPr>
              <a:spLocks noChangeArrowheads="1"/>
            </p:cNvSpPr>
            <p:nvPr/>
          </p:nvSpPr>
          <p:spPr bwMode="auto">
            <a:xfrm>
              <a:off x="1719239" y="18505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6" name="Rectangle 90">
              <a:extLst>
                <a:ext uri="{FF2B5EF4-FFF2-40B4-BE49-F238E27FC236}">
                  <a16:creationId xmlns:a16="http://schemas.microsoft.com/office/drawing/2014/main" id="{382D90AE-FED6-4FCA-B477-13F5EC154EA9}"/>
                </a:ext>
              </a:extLst>
            </p:cNvPr>
            <p:cNvSpPr>
              <a:spLocks noChangeArrowheads="1"/>
            </p:cNvSpPr>
            <p:nvPr/>
          </p:nvSpPr>
          <p:spPr bwMode="auto">
            <a:xfrm>
              <a:off x="2173502"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7" name="Rectangle 91">
              <a:extLst>
                <a:ext uri="{FF2B5EF4-FFF2-40B4-BE49-F238E27FC236}">
                  <a16:creationId xmlns:a16="http://schemas.microsoft.com/office/drawing/2014/main" id="{32C9B838-AD97-41C2-B167-E2ED06D301D2}"/>
                </a:ext>
              </a:extLst>
            </p:cNvPr>
            <p:cNvSpPr>
              <a:spLocks noChangeArrowheads="1"/>
            </p:cNvSpPr>
            <p:nvPr/>
          </p:nvSpPr>
          <p:spPr bwMode="auto">
            <a:xfrm>
              <a:off x="2628934"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8" name="Rectangle 92">
              <a:extLst>
                <a:ext uri="{FF2B5EF4-FFF2-40B4-BE49-F238E27FC236}">
                  <a16:creationId xmlns:a16="http://schemas.microsoft.com/office/drawing/2014/main" id="{17A1E437-F28C-4912-A416-147E734D2A46}"/>
                </a:ext>
              </a:extLst>
            </p:cNvPr>
            <p:cNvSpPr>
              <a:spLocks noChangeArrowheads="1"/>
            </p:cNvSpPr>
            <p:nvPr/>
          </p:nvSpPr>
          <p:spPr bwMode="auto">
            <a:xfrm>
              <a:off x="3083197"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9" name="Rectangle 105">
              <a:extLst>
                <a:ext uri="{FF2B5EF4-FFF2-40B4-BE49-F238E27FC236}">
                  <a16:creationId xmlns:a16="http://schemas.microsoft.com/office/drawing/2014/main" id="{DEAE7685-4A38-4785-9605-B19161F69E26}"/>
                </a:ext>
              </a:extLst>
            </p:cNvPr>
            <p:cNvSpPr>
              <a:spLocks noChangeArrowheads="1"/>
            </p:cNvSpPr>
            <p:nvPr/>
          </p:nvSpPr>
          <p:spPr bwMode="auto">
            <a:xfrm>
              <a:off x="8996805"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0" name="Rectangle 106">
              <a:extLst>
                <a:ext uri="{FF2B5EF4-FFF2-40B4-BE49-F238E27FC236}">
                  <a16:creationId xmlns:a16="http://schemas.microsoft.com/office/drawing/2014/main" id="{D8D5236E-C6F3-4C15-B112-50979E39B652}"/>
                </a:ext>
              </a:extLst>
            </p:cNvPr>
            <p:cNvSpPr>
              <a:spLocks noChangeArrowheads="1"/>
            </p:cNvSpPr>
            <p:nvPr/>
          </p:nvSpPr>
          <p:spPr bwMode="auto">
            <a:xfrm>
              <a:off x="9451068"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1" name="Rectangle 107">
              <a:extLst>
                <a:ext uri="{FF2B5EF4-FFF2-40B4-BE49-F238E27FC236}">
                  <a16:creationId xmlns:a16="http://schemas.microsoft.com/office/drawing/2014/main" id="{EAC78FE3-C094-437A-B445-4F783780233D}"/>
                </a:ext>
              </a:extLst>
            </p:cNvPr>
            <p:cNvSpPr>
              <a:spLocks noChangeArrowheads="1"/>
            </p:cNvSpPr>
            <p:nvPr/>
          </p:nvSpPr>
          <p:spPr bwMode="auto">
            <a:xfrm>
              <a:off x="9906501"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2" name="Rectangle 108">
              <a:extLst>
                <a:ext uri="{FF2B5EF4-FFF2-40B4-BE49-F238E27FC236}">
                  <a16:creationId xmlns:a16="http://schemas.microsoft.com/office/drawing/2014/main" id="{E515352F-F56E-4A5E-A366-80D13565A14A}"/>
                </a:ext>
              </a:extLst>
            </p:cNvPr>
            <p:cNvSpPr>
              <a:spLocks noChangeArrowheads="1"/>
            </p:cNvSpPr>
            <p:nvPr/>
          </p:nvSpPr>
          <p:spPr bwMode="auto">
            <a:xfrm>
              <a:off x="10360763"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3" name="Rectangle 109">
              <a:extLst>
                <a:ext uri="{FF2B5EF4-FFF2-40B4-BE49-F238E27FC236}">
                  <a16:creationId xmlns:a16="http://schemas.microsoft.com/office/drawing/2014/main" id="{082593FC-9A99-4046-9873-3F17F576F5F2}"/>
                </a:ext>
              </a:extLst>
            </p:cNvPr>
            <p:cNvSpPr>
              <a:spLocks noChangeArrowheads="1"/>
            </p:cNvSpPr>
            <p:nvPr/>
          </p:nvSpPr>
          <p:spPr bwMode="auto">
            <a:xfrm>
              <a:off x="10816197"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4" name="Rectangle 110">
              <a:extLst>
                <a:ext uri="{FF2B5EF4-FFF2-40B4-BE49-F238E27FC236}">
                  <a16:creationId xmlns:a16="http://schemas.microsoft.com/office/drawing/2014/main" id="{7BE87C29-956D-4731-9DEF-2472E21D89AD}"/>
                </a:ext>
              </a:extLst>
            </p:cNvPr>
            <p:cNvSpPr>
              <a:spLocks noChangeArrowheads="1"/>
            </p:cNvSpPr>
            <p:nvPr/>
          </p:nvSpPr>
          <p:spPr bwMode="auto">
            <a:xfrm>
              <a:off x="11270460"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5" name="Rectangle 111">
              <a:extLst>
                <a:ext uri="{FF2B5EF4-FFF2-40B4-BE49-F238E27FC236}">
                  <a16:creationId xmlns:a16="http://schemas.microsoft.com/office/drawing/2014/main" id="{A3B07365-8B76-4AFB-ABA7-8DD8B6C91F90}"/>
                </a:ext>
              </a:extLst>
            </p:cNvPr>
            <p:cNvSpPr>
              <a:spLocks noChangeArrowheads="1"/>
            </p:cNvSpPr>
            <p:nvPr/>
          </p:nvSpPr>
          <p:spPr bwMode="auto">
            <a:xfrm>
              <a:off x="11725892"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6" name="Rectangle 113">
              <a:extLst>
                <a:ext uri="{FF2B5EF4-FFF2-40B4-BE49-F238E27FC236}">
                  <a16:creationId xmlns:a16="http://schemas.microsoft.com/office/drawing/2014/main" id="{DC607E7A-BE56-4471-A732-571BF19EBC8C}"/>
                </a:ext>
              </a:extLst>
            </p:cNvPr>
            <p:cNvSpPr>
              <a:spLocks noChangeArrowheads="1"/>
            </p:cNvSpPr>
            <p:nvPr/>
          </p:nvSpPr>
          <p:spPr bwMode="auto">
            <a:xfrm>
              <a:off x="354110"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7" name="Rectangle 114">
              <a:extLst>
                <a:ext uri="{FF2B5EF4-FFF2-40B4-BE49-F238E27FC236}">
                  <a16:creationId xmlns:a16="http://schemas.microsoft.com/office/drawing/2014/main" id="{AC622CDC-661A-4504-B509-39988A37961B}"/>
                </a:ext>
              </a:extLst>
            </p:cNvPr>
            <p:cNvSpPr>
              <a:spLocks noChangeArrowheads="1"/>
            </p:cNvSpPr>
            <p:nvPr/>
          </p:nvSpPr>
          <p:spPr bwMode="auto">
            <a:xfrm>
              <a:off x="809542"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8" name="Rectangle 115">
              <a:extLst>
                <a:ext uri="{FF2B5EF4-FFF2-40B4-BE49-F238E27FC236}">
                  <a16:creationId xmlns:a16="http://schemas.microsoft.com/office/drawing/2014/main" id="{62946A9D-9192-4CAD-8F76-974C5FE277D5}"/>
                </a:ext>
              </a:extLst>
            </p:cNvPr>
            <p:cNvSpPr>
              <a:spLocks noChangeArrowheads="1"/>
            </p:cNvSpPr>
            <p:nvPr/>
          </p:nvSpPr>
          <p:spPr bwMode="auto">
            <a:xfrm>
              <a:off x="1263805" y="235897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9" name="Rectangle 116">
              <a:extLst>
                <a:ext uri="{FF2B5EF4-FFF2-40B4-BE49-F238E27FC236}">
                  <a16:creationId xmlns:a16="http://schemas.microsoft.com/office/drawing/2014/main" id="{98A87D74-26D6-44DE-B8E3-3F1228E833DD}"/>
                </a:ext>
              </a:extLst>
            </p:cNvPr>
            <p:cNvSpPr>
              <a:spLocks noChangeArrowheads="1"/>
            </p:cNvSpPr>
            <p:nvPr/>
          </p:nvSpPr>
          <p:spPr bwMode="auto">
            <a:xfrm>
              <a:off x="1719239"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117">
              <a:extLst>
                <a:ext uri="{FF2B5EF4-FFF2-40B4-BE49-F238E27FC236}">
                  <a16:creationId xmlns:a16="http://schemas.microsoft.com/office/drawing/2014/main" id="{305F2911-EBBC-4A1F-9F27-F5A4D6683343}"/>
                </a:ext>
              </a:extLst>
            </p:cNvPr>
            <p:cNvSpPr>
              <a:spLocks noChangeArrowheads="1"/>
            </p:cNvSpPr>
            <p:nvPr/>
          </p:nvSpPr>
          <p:spPr bwMode="auto">
            <a:xfrm>
              <a:off x="2173502" y="2358971"/>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118">
              <a:extLst>
                <a:ext uri="{FF2B5EF4-FFF2-40B4-BE49-F238E27FC236}">
                  <a16:creationId xmlns:a16="http://schemas.microsoft.com/office/drawing/2014/main" id="{E3017ED1-C3DB-468D-917A-7D055013E8AA}"/>
                </a:ext>
              </a:extLst>
            </p:cNvPr>
            <p:cNvSpPr>
              <a:spLocks noChangeArrowheads="1"/>
            </p:cNvSpPr>
            <p:nvPr/>
          </p:nvSpPr>
          <p:spPr bwMode="auto">
            <a:xfrm>
              <a:off x="2628934"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119">
              <a:extLst>
                <a:ext uri="{FF2B5EF4-FFF2-40B4-BE49-F238E27FC236}">
                  <a16:creationId xmlns:a16="http://schemas.microsoft.com/office/drawing/2014/main" id="{364A9FBD-1DB7-46D2-80AE-1EF6158FE9A7}"/>
                </a:ext>
              </a:extLst>
            </p:cNvPr>
            <p:cNvSpPr>
              <a:spLocks noChangeArrowheads="1"/>
            </p:cNvSpPr>
            <p:nvPr/>
          </p:nvSpPr>
          <p:spPr bwMode="auto">
            <a:xfrm>
              <a:off x="3083197"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132">
              <a:extLst>
                <a:ext uri="{FF2B5EF4-FFF2-40B4-BE49-F238E27FC236}">
                  <a16:creationId xmlns:a16="http://schemas.microsoft.com/office/drawing/2014/main" id="{5B8F5DA7-A3AB-48C2-A0AA-06DFF2510EBF}"/>
                </a:ext>
              </a:extLst>
            </p:cNvPr>
            <p:cNvSpPr>
              <a:spLocks noChangeArrowheads="1"/>
            </p:cNvSpPr>
            <p:nvPr/>
          </p:nvSpPr>
          <p:spPr bwMode="auto">
            <a:xfrm>
              <a:off x="8996805"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133">
              <a:extLst>
                <a:ext uri="{FF2B5EF4-FFF2-40B4-BE49-F238E27FC236}">
                  <a16:creationId xmlns:a16="http://schemas.microsoft.com/office/drawing/2014/main" id="{B4EEDB8D-D8C1-42F7-816B-88E1F6AC5AF0}"/>
                </a:ext>
              </a:extLst>
            </p:cNvPr>
            <p:cNvSpPr>
              <a:spLocks noChangeArrowheads="1"/>
            </p:cNvSpPr>
            <p:nvPr/>
          </p:nvSpPr>
          <p:spPr bwMode="auto">
            <a:xfrm>
              <a:off x="9451068"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134">
              <a:extLst>
                <a:ext uri="{FF2B5EF4-FFF2-40B4-BE49-F238E27FC236}">
                  <a16:creationId xmlns:a16="http://schemas.microsoft.com/office/drawing/2014/main" id="{E15F1A2D-8731-4042-A5CD-84E3C2F4462A}"/>
                </a:ext>
              </a:extLst>
            </p:cNvPr>
            <p:cNvSpPr>
              <a:spLocks noChangeArrowheads="1"/>
            </p:cNvSpPr>
            <p:nvPr/>
          </p:nvSpPr>
          <p:spPr bwMode="auto">
            <a:xfrm>
              <a:off x="9906501"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135">
              <a:extLst>
                <a:ext uri="{FF2B5EF4-FFF2-40B4-BE49-F238E27FC236}">
                  <a16:creationId xmlns:a16="http://schemas.microsoft.com/office/drawing/2014/main" id="{866AE8F6-A982-4075-88C6-096E183A6392}"/>
                </a:ext>
              </a:extLst>
            </p:cNvPr>
            <p:cNvSpPr>
              <a:spLocks noChangeArrowheads="1"/>
            </p:cNvSpPr>
            <p:nvPr/>
          </p:nvSpPr>
          <p:spPr bwMode="auto">
            <a:xfrm>
              <a:off x="10360763"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136">
              <a:extLst>
                <a:ext uri="{FF2B5EF4-FFF2-40B4-BE49-F238E27FC236}">
                  <a16:creationId xmlns:a16="http://schemas.microsoft.com/office/drawing/2014/main" id="{4E9E8D66-CB5B-45DA-86A6-55504897135B}"/>
                </a:ext>
              </a:extLst>
            </p:cNvPr>
            <p:cNvSpPr>
              <a:spLocks noChangeArrowheads="1"/>
            </p:cNvSpPr>
            <p:nvPr/>
          </p:nvSpPr>
          <p:spPr bwMode="auto">
            <a:xfrm>
              <a:off x="10816197"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137">
              <a:extLst>
                <a:ext uri="{FF2B5EF4-FFF2-40B4-BE49-F238E27FC236}">
                  <a16:creationId xmlns:a16="http://schemas.microsoft.com/office/drawing/2014/main" id="{A22DE3BE-D7D7-4570-BD5B-578C0D546A4B}"/>
                </a:ext>
              </a:extLst>
            </p:cNvPr>
            <p:cNvSpPr>
              <a:spLocks noChangeArrowheads="1"/>
            </p:cNvSpPr>
            <p:nvPr/>
          </p:nvSpPr>
          <p:spPr bwMode="auto">
            <a:xfrm>
              <a:off x="11270460"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138">
              <a:extLst>
                <a:ext uri="{FF2B5EF4-FFF2-40B4-BE49-F238E27FC236}">
                  <a16:creationId xmlns:a16="http://schemas.microsoft.com/office/drawing/2014/main" id="{7A6BABE8-DBE8-441A-87BB-BA336C02DC7D}"/>
                </a:ext>
              </a:extLst>
            </p:cNvPr>
            <p:cNvSpPr>
              <a:spLocks noChangeArrowheads="1"/>
            </p:cNvSpPr>
            <p:nvPr/>
          </p:nvSpPr>
          <p:spPr bwMode="auto">
            <a:xfrm>
              <a:off x="11725892"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140">
              <a:extLst>
                <a:ext uri="{FF2B5EF4-FFF2-40B4-BE49-F238E27FC236}">
                  <a16:creationId xmlns:a16="http://schemas.microsoft.com/office/drawing/2014/main" id="{E3D2014F-A2E0-433E-904B-8B6961F86454}"/>
                </a:ext>
              </a:extLst>
            </p:cNvPr>
            <p:cNvSpPr>
              <a:spLocks noChangeArrowheads="1"/>
            </p:cNvSpPr>
            <p:nvPr/>
          </p:nvSpPr>
          <p:spPr bwMode="auto">
            <a:xfrm>
              <a:off x="354110" y="28661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141">
              <a:extLst>
                <a:ext uri="{FF2B5EF4-FFF2-40B4-BE49-F238E27FC236}">
                  <a16:creationId xmlns:a16="http://schemas.microsoft.com/office/drawing/2014/main" id="{69E93948-9F67-4652-940D-D296937F99EA}"/>
                </a:ext>
              </a:extLst>
            </p:cNvPr>
            <p:cNvSpPr>
              <a:spLocks noChangeArrowheads="1"/>
            </p:cNvSpPr>
            <p:nvPr/>
          </p:nvSpPr>
          <p:spPr bwMode="auto">
            <a:xfrm>
              <a:off x="809542" y="28661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142">
              <a:extLst>
                <a:ext uri="{FF2B5EF4-FFF2-40B4-BE49-F238E27FC236}">
                  <a16:creationId xmlns:a16="http://schemas.microsoft.com/office/drawing/2014/main" id="{DF77B519-E891-4382-8E18-46FCB0F8C711}"/>
                </a:ext>
              </a:extLst>
            </p:cNvPr>
            <p:cNvSpPr>
              <a:spLocks noChangeArrowheads="1"/>
            </p:cNvSpPr>
            <p:nvPr/>
          </p:nvSpPr>
          <p:spPr bwMode="auto">
            <a:xfrm>
              <a:off x="1263805"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143">
              <a:extLst>
                <a:ext uri="{FF2B5EF4-FFF2-40B4-BE49-F238E27FC236}">
                  <a16:creationId xmlns:a16="http://schemas.microsoft.com/office/drawing/2014/main" id="{D5D17266-EBAA-471D-8E73-01469C4714ED}"/>
                </a:ext>
              </a:extLst>
            </p:cNvPr>
            <p:cNvSpPr>
              <a:spLocks noChangeArrowheads="1"/>
            </p:cNvSpPr>
            <p:nvPr/>
          </p:nvSpPr>
          <p:spPr bwMode="auto">
            <a:xfrm>
              <a:off x="1719239"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144">
              <a:extLst>
                <a:ext uri="{FF2B5EF4-FFF2-40B4-BE49-F238E27FC236}">
                  <a16:creationId xmlns:a16="http://schemas.microsoft.com/office/drawing/2014/main" id="{D44C52C9-4A4D-4A1A-8A29-69726A6A3047}"/>
                </a:ext>
              </a:extLst>
            </p:cNvPr>
            <p:cNvSpPr>
              <a:spLocks noChangeArrowheads="1"/>
            </p:cNvSpPr>
            <p:nvPr/>
          </p:nvSpPr>
          <p:spPr bwMode="auto">
            <a:xfrm>
              <a:off x="2173502"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145">
              <a:extLst>
                <a:ext uri="{FF2B5EF4-FFF2-40B4-BE49-F238E27FC236}">
                  <a16:creationId xmlns:a16="http://schemas.microsoft.com/office/drawing/2014/main" id="{FA87CB27-8CDF-4677-9DF5-DFB94C701152}"/>
                </a:ext>
              </a:extLst>
            </p:cNvPr>
            <p:cNvSpPr>
              <a:spLocks noChangeArrowheads="1"/>
            </p:cNvSpPr>
            <p:nvPr/>
          </p:nvSpPr>
          <p:spPr bwMode="auto">
            <a:xfrm>
              <a:off x="2628934"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146">
              <a:extLst>
                <a:ext uri="{FF2B5EF4-FFF2-40B4-BE49-F238E27FC236}">
                  <a16:creationId xmlns:a16="http://schemas.microsoft.com/office/drawing/2014/main" id="{4AADF530-084D-4ABD-9074-C7575F810C5D}"/>
                </a:ext>
              </a:extLst>
            </p:cNvPr>
            <p:cNvSpPr>
              <a:spLocks noChangeArrowheads="1"/>
            </p:cNvSpPr>
            <p:nvPr/>
          </p:nvSpPr>
          <p:spPr bwMode="auto">
            <a:xfrm>
              <a:off x="3083197"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159">
              <a:extLst>
                <a:ext uri="{FF2B5EF4-FFF2-40B4-BE49-F238E27FC236}">
                  <a16:creationId xmlns:a16="http://schemas.microsoft.com/office/drawing/2014/main" id="{C322B879-3988-4E94-A06A-2E2974CE59CC}"/>
                </a:ext>
              </a:extLst>
            </p:cNvPr>
            <p:cNvSpPr>
              <a:spLocks noChangeArrowheads="1"/>
            </p:cNvSpPr>
            <p:nvPr/>
          </p:nvSpPr>
          <p:spPr bwMode="auto">
            <a:xfrm>
              <a:off x="8996805"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160">
              <a:extLst>
                <a:ext uri="{FF2B5EF4-FFF2-40B4-BE49-F238E27FC236}">
                  <a16:creationId xmlns:a16="http://schemas.microsoft.com/office/drawing/2014/main" id="{1FB2D558-1E2B-4728-B37A-424934B7ADAF}"/>
                </a:ext>
              </a:extLst>
            </p:cNvPr>
            <p:cNvSpPr>
              <a:spLocks noChangeArrowheads="1"/>
            </p:cNvSpPr>
            <p:nvPr/>
          </p:nvSpPr>
          <p:spPr bwMode="auto">
            <a:xfrm>
              <a:off x="9451068"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161">
              <a:extLst>
                <a:ext uri="{FF2B5EF4-FFF2-40B4-BE49-F238E27FC236}">
                  <a16:creationId xmlns:a16="http://schemas.microsoft.com/office/drawing/2014/main" id="{0A804D08-6835-454A-A817-80AFAFA274F8}"/>
                </a:ext>
              </a:extLst>
            </p:cNvPr>
            <p:cNvSpPr>
              <a:spLocks noChangeArrowheads="1"/>
            </p:cNvSpPr>
            <p:nvPr/>
          </p:nvSpPr>
          <p:spPr bwMode="auto">
            <a:xfrm>
              <a:off x="9906501"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162">
              <a:extLst>
                <a:ext uri="{FF2B5EF4-FFF2-40B4-BE49-F238E27FC236}">
                  <a16:creationId xmlns:a16="http://schemas.microsoft.com/office/drawing/2014/main" id="{088B375A-8C1A-4982-9F8E-9B47B9FDCA26}"/>
                </a:ext>
              </a:extLst>
            </p:cNvPr>
            <p:cNvSpPr>
              <a:spLocks noChangeArrowheads="1"/>
            </p:cNvSpPr>
            <p:nvPr/>
          </p:nvSpPr>
          <p:spPr bwMode="auto">
            <a:xfrm>
              <a:off x="10360763"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163">
              <a:extLst>
                <a:ext uri="{FF2B5EF4-FFF2-40B4-BE49-F238E27FC236}">
                  <a16:creationId xmlns:a16="http://schemas.microsoft.com/office/drawing/2014/main" id="{7FDDF96D-95E0-4634-92CA-2BD5749E0D2E}"/>
                </a:ext>
              </a:extLst>
            </p:cNvPr>
            <p:cNvSpPr>
              <a:spLocks noChangeArrowheads="1"/>
            </p:cNvSpPr>
            <p:nvPr/>
          </p:nvSpPr>
          <p:spPr bwMode="auto">
            <a:xfrm>
              <a:off x="10816197"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164">
              <a:extLst>
                <a:ext uri="{FF2B5EF4-FFF2-40B4-BE49-F238E27FC236}">
                  <a16:creationId xmlns:a16="http://schemas.microsoft.com/office/drawing/2014/main" id="{FFAB5B60-AC73-4661-9026-4738F218AA02}"/>
                </a:ext>
              </a:extLst>
            </p:cNvPr>
            <p:cNvSpPr>
              <a:spLocks noChangeArrowheads="1"/>
            </p:cNvSpPr>
            <p:nvPr/>
          </p:nvSpPr>
          <p:spPr bwMode="auto">
            <a:xfrm>
              <a:off x="11270460"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165">
              <a:extLst>
                <a:ext uri="{FF2B5EF4-FFF2-40B4-BE49-F238E27FC236}">
                  <a16:creationId xmlns:a16="http://schemas.microsoft.com/office/drawing/2014/main" id="{55977D1F-AEBB-4C53-9386-D84525085BA2}"/>
                </a:ext>
              </a:extLst>
            </p:cNvPr>
            <p:cNvSpPr>
              <a:spLocks noChangeArrowheads="1"/>
            </p:cNvSpPr>
            <p:nvPr/>
          </p:nvSpPr>
          <p:spPr bwMode="auto">
            <a:xfrm>
              <a:off x="11725892"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167">
              <a:extLst>
                <a:ext uri="{FF2B5EF4-FFF2-40B4-BE49-F238E27FC236}">
                  <a16:creationId xmlns:a16="http://schemas.microsoft.com/office/drawing/2014/main" id="{1DC84208-E766-4580-A861-C3CFC0E372B3}"/>
                </a:ext>
              </a:extLst>
            </p:cNvPr>
            <p:cNvSpPr>
              <a:spLocks noChangeArrowheads="1"/>
            </p:cNvSpPr>
            <p:nvPr/>
          </p:nvSpPr>
          <p:spPr bwMode="auto">
            <a:xfrm>
              <a:off x="354110"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5" name="Rectangle 168">
              <a:extLst>
                <a:ext uri="{FF2B5EF4-FFF2-40B4-BE49-F238E27FC236}">
                  <a16:creationId xmlns:a16="http://schemas.microsoft.com/office/drawing/2014/main" id="{2325F7E8-2FD3-4BEC-A7B6-AD4FD4B1F52B}"/>
                </a:ext>
              </a:extLst>
            </p:cNvPr>
            <p:cNvSpPr>
              <a:spLocks noChangeArrowheads="1"/>
            </p:cNvSpPr>
            <p:nvPr/>
          </p:nvSpPr>
          <p:spPr bwMode="auto">
            <a:xfrm>
              <a:off x="809542"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6" name="Rectangle 169">
              <a:extLst>
                <a:ext uri="{FF2B5EF4-FFF2-40B4-BE49-F238E27FC236}">
                  <a16:creationId xmlns:a16="http://schemas.microsoft.com/office/drawing/2014/main" id="{E25EE725-3FFE-489B-90BB-54AF71067972}"/>
                </a:ext>
              </a:extLst>
            </p:cNvPr>
            <p:cNvSpPr>
              <a:spLocks noChangeArrowheads="1"/>
            </p:cNvSpPr>
            <p:nvPr/>
          </p:nvSpPr>
          <p:spPr bwMode="auto">
            <a:xfrm>
              <a:off x="1263805"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7" name="Rectangle 170">
              <a:extLst>
                <a:ext uri="{FF2B5EF4-FFF2-40B4-BE49-F238E27FC236}">
                  <a16:creationId xmlns:a16="http://schemas.microsoft.com/office/drawing/2014/main" id="{5FF69CBE-D1C4-47E2-B021-1A16583B8650}"/>
                </a:ext>
              </a:extLst>
            </p:cNvPr>
            <p:cNvSpPr>
              <a:spLocks noChangeArrowheads="1"/>
            </p:cNvSpPr>
            <p:nvPr/>
          </p:nvSpPr>
          <p:spPr bwMode="auto">
            <a:xfrm>
              <a:off x="1719239"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8" name="Rectangle 171">
              <a:extLst>
                <a:ext uri="{FF2B5EF4-FFF2-40B4-BE49-F238E27FC236}">
                  <a16:creationId xmlns:a16="http://schemas.microsoft.com/office/drawing/2014/main" id="{2FD7DC93-4697-49F2-9683-A519993F3DBD}"/>
                </a:ext>
              </a:extLst>
            </p:cNvPr>
            <p:cNvSpPr>
              <a:spLocks noChangeArrowheads="1"/>
            </p:cNvSpPr>
            <p:nvPr/>
          </p:nvSpPr>
          <p:spPr bwMode="auto">
            <a:xfrm>
              <a:off x="2173502"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9" name="Rectangle 172">
              <a:extLst>
                <a:ext uri="{FF2B5EF4-FFF2-40B4-BE49-F238E27FC236}">
                  <a16:creationId xmlns:a16="http://schemas.microsoft.com/office/drawing/2014/main" id="{F078C2FC-1AFA-4F34-AEB1-722384C0DD75}"/>
                </a:ext>
              </a:extLst>
            </p:cNvPr>
            <p:cNvSpPr>
              <a:spLocks noChangeArrowheads="1"/>
            </p:cNvSpPr>
            <p:nvPr/>
          </p:nvSpPr>
          <p:spPr bwMode="auto">
            <a:xfrm>
              <a:off x="2628934"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0" name="Rectangle 173">
              <a:extLst>
                <a:ext uri="{FF2B5EF4-FFF2-40B4-BE49-F238E27FC236}">
                  <a16:creationId xmlns:a16="http://schemas.microsoft.com/office/drawing/2014/main" id="{B4CD4DEB-6026-4ACE-9EF8-D5BB38BCDBC2}"/>
                </a:ext>
              </a:extLst>
            </p:cNvPr>
            <p:cNvSpPr>
              <a:spLocks noChangeArrowheads="1"/>
            </p:cNvSpPr>
            <p:nvPr/>
          </p:nvSpPr>
          <p:spPr bwMode="auto">
            <a:xfrm>
              <a:off x="3083197"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1" name="Rectangle 186">
              <a:extLst>
                <a:ext uri="{FF2B5EF4-FFF2-40B4-BE49-F238E27FC236}">
                  <a16:creationId xmlns:a16="http://schemas.microsoft.com/office/drawing/2014/main" id="{7BFD734A-1348-4955-827A-416C4FCDC6C5}"/>
                </a:ext>
              </a:extLst>
            </p:cNvPr>
            <p:cNvSpPr>
              <a:spLocks noChangeArrowheads="1"/>
            </p:cNvSpPr>
            <p:nvPr/>
          </p:nvSpPr>
          <p:spPr bwMode="auto">
            <a:xfrm>
              <a:off x="8996805"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2" name="Rectangle 187">
              <a:extLst>
                <a:ext uri="{FF2B5EF4-FFF2-40B4-BE49-F238E27FC236}">
                  <a16:creationId xmlns:a16="http://schemas.microsoft.com/office/drawing/2014/main" id="{639C0A45-AA0E-4799-9B48-D56FD46E76CB}"/>
                </a:ext>
              </a:extLst>
            </p:cNvPr>
            <p:cNvSpPr>
              <a:spLocks noChangeArrowheads="1"/>
            </p:cNvSpPr>
            <p:nvPr/>
          </p:nvSpPr>
          <p:spPr bwMode="auto">
            <a:xfrm>
              <a:off x="9451068"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3" name="Rectangle 188">
              <a:extLst>
                <a:ext uri="{FF2B5EF4-FFF2-40B4-BE49-F238E27FC236}">
                  <a16:creationId xmlns:a16="http://schemas.microsoft.com/office/drawing/2014/main" id="{27B6305A-BDDA-4961-B3ED-4CDE68C9BE7C}"/>
                </a:ext>
              </a:extLst>
            </p:cNvPr>
            <p:cNvSpPr>
              <a:spLocks noChangeArrowheads="1"/>
            </p:cNvSpPr>
            <p:nvPr/>
          </p:nvSpPr>
          <p:spPr bwMode="auto">
            <a:xfrm>
              <a:off x="9906501"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4" name="Rectangle 189">
              <a:extLst>
                <a:ext uri="{FF2B5EF4-FFF2-40B4-BE49-F238E27FC236}">
                  <a16:creationId xmlns:a16="http://schemas.microsoft.com/office/drawing/2014/main" id="{DD6CA54E-582F-4C37-9D3A-BFA3E45D2528}"/>
                </a:ext>
              </a:extLst>
            </p:cNvPr>
            <p:cNvSpPr>
              <a:spLocks noChangeArrowheads="1"/>
            </p:cNvSpPr>
            <p:nvPr/>
          </p:nvSpPr>
          <p:spPr bwMode="auto">
            <a:xfrm>
              <a:off x="10360763"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5" name="Rectangle 190">
              <a:extLst>
                <a:ext uri="{FF2B5EF4-FFF2-40B4-BE49-F238E27FC236}">
                  <a16:creationId xmlns:a16="http://schemas.microsoft.com/office/drawing/2014/main" id="{14E6965D-E230-4479-A391-3BCD5A2BBBDE}"/>
                </a:ext>
              </a:extLst>
            </p:cNvPr>
            <p:cNvSpPr>
              <a:spLocks noChangeArrowheads="1"/>
            </p:cNvSpPr>
            <p:nvPr/>
          </p:nvSpPr>
          <p:spPr bwMode="auto">
            <a:xfrm>
              <a:off x="10816197"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6" name="Rectangle 191">
              <a:extLst>
                <a:ext uri="{FF2B5EF4-FFF2-40B4-BE49-F238E27FC236}">
                  <a16:creationId xmlns:a16="http://schemas.microsoft.com/office/drawing/2014/main" id="{363FE856-8F60-49E3-9E59-695D571F0311}"/>
                </a:ext>
              </a:extLst>
            </p:cNvPr>
            <p:cNvSpPr>
              <a:spLocks noChangeArrowheads="1"/>
            </p:cNvSpPr>
            <p:nvPr/>
          </p:nvSpPr>
          <p:spPr bwMode="auto">
            <a:xfrm>
              <a:off x="11270460"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7" name="Rectangle 192">
              <a:extLst>
                <a:ext uri="{FF2B5EF4-FFF2-40B4-BE49-F238E27FC236}">
                  <a16:creationId xmlns:a16="http://schemas.microsoft.com/office/drawing/2014/main" id="{2FB0342C-B7FA-47B4-B1FF-6954791FDF74}"/>
                </a:ext>
              </a:extLst>
            </p:cNvPr>
            <p:cNvSpPr>
              <a:spLocks noChangeArrowheads="1"/>
            </p:cNvSpPr>
            <p:nvPr/>
          </p:nvSpPr>
          <p:spPr bwMode="auto">
            <a:xfrm>
              <a:off x="11725892" y="33745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8" name="Rectangle 194">
              <a:extLst>
                <a:ext uri="{FF2B5EF4-FFF2-40B4-BE49-F238E27FC236}">
                  <a16:creationId xmlns:a16="http://schemas.microsoft.com/office/drawing/2014/main" id="{1122B8B2-F8E5-4A2E-A416-E53AAE197ABA}"/>
                </a:ext>
              </a:extLst>
            </p:cNvPr>
            <p:cNvSpPr>
              <a:spLocks noChangeArrowheads="1"/>
            </p:cNvSpPr>
            <p:nvPr/>
          </p:nvSpPr>
          <p:spPr bwMode="auto">
            <a:xfrm>
              <a:off x="354110"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9" name="Rectangle 195">
              <a:extLst>
                <a:ext uri="{FF2B5EF4-FFF2-40B4-BE49-F238E27FC236}">
                  <a16:creationId xmlns:a16="http://schemas.microsoft.com/office/drawing/2014/main" id="{4B87FC86-0D1F-4F15-9C22-AA0B2E2E129C}"/>
                </a:ext>
              </a:extLst>
            </p:cNvPr>
            <p:cNvSpPr>
              <a:spLocks noChangeArrowheads="1"/>
            </p:cNvSpPr>
            <p:nvPr/>
          </p:nvSpPr>
          <p:spPr bwMode="auto">
            <a:xfrm>
              <a:off x="809542" y="38829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0" name="Rectangle 196">
              <a:extLst>
                <a:ext uri="{FF2B5EF4-FFF2-40B4-BE49-F238E27FC236}">
                  <a16:creationId xmlns:a16="http://schemas.microsoft.com/office/drawing/2014/main" id="{F8DDBB36-03C4-472F-9030-50E6B3212B8F}"/>
                </a:ext>
              </a:extLst>
            </p:cNvPr>
            <p:cNvSpPr>
              <a:spLocks noChangeArrowheads="1"/>
            </p:cNvSpPr>
            <p:nvPr/>
          </p:nvSpPr>
          <p:spPr bwMode="auto">
            <a:xfrm>
              <a:off x="1263805"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1" name="Rectangle 197">
              <a:extLst>
                <a:ext uri="{FF2B5EF4-FFF2-40B4-BE49-F238E27FC236}">
                  <a16:creationId xmlns:a16="http://schemas.microsoft.com/office/drawing/2014/main" id="{E84F816D-E7F7-4FC6-9198-C7A278EDBFC6}"/>
                </a:ext>
              </a:extLst>
            </p:cNvPr>
            <p:cNvSpPr>
              <a:spLocks noChangeArrowheads="1"/>
            </p:cNvSpPr>
            <p:nvPr/>
          </p:nvSpPr>
          <p:spPr bwMode="auto">
            <a:xfrm>
              <a:off x="1719239"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2" name="Rectangle 198">
              <a:extLst>
                <a:ext uri="{FF2B5EF4-FFF2-40B4-BE49-F238E27FC236}">
                  <a16:creationId xmlns:a16="http://schemas.microsoft.com/office/drawing/2014/main" id="{8C5E4DCC-4206-42A4-BE08-8E415FF60FB7}"/>
                </a:ext>
              </a:extLst>
            </p:cNvPr>
            <p:cNvSpPr>
              <a:spLocks noChangeArrowheads="1"/>
            </p:cNvSpPr>
            <p:nvPr/>
          </p:nvSpPr>
          <p:spPr bwMode="auto">
            <a:xfrm>
              <a:off x="2173502"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3" name="Rectangle 199">
              <a:extLst>
                <a:ext uri="{FF2B5EF4-FFF2-40B4-BE49-F238E27FC236}">
                  <a16:creationId xmlns:a16="http://schemas.microsoft.com/office/drawing/2014/main" id="{3EE8B95F-3C8D-4F9E-84E8-BEA481060C20}"/>
                </a:ext>
              </a:extLst>
            </p:cNvPr>
            <p:cNvSpPr>
              <a:spLocks noChangeArrowheads="1"/>
            </p:cNvSpPr>
            <p:nvPr/>
          </p:nvSpPr>
          <p:spPr bwMode="auto">
            <a:xfrm>
              <a:off x="2628934"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4" name="Rectangle 200">
              <a:extLst>
                <a:ext uri="{FF2B5EF4-FFF2-40B4-BE49-F238E27FC236}">
                  <a16:creationId xmlns:a16="http://schemas.microsoft.com/office/drawing/2014/main" id="{5E59882C-157C-443F-9111-16EC7661D405}"/>
                </a:ext>
              </a:extLst>
            </p:cNvPr>
            <p:cNvSpPr>
              <a:spLocks noChangeArrowheads="1"/>
            </p:cNvSpPr>
            <p:nvPr/>
          </p:nvSpPr>
          <p:spPr bwMode="auto">
            <a:xfrm>
              <a:off x="3083197"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5" name="Rectangle 214">
              <a:extLst>
                <a:ext uri="{FF2B5EF4-FFF2-40B4-BE49-F238E27FC236}">
                  <a16:creationId xmlns:a16="http://schemas.microsoft.com/office/drawing/2014/main" id="{779BE661-91DF-4B4E-8AF9-45D24F4AD61F}"/>
                </a:ext>
              </a:extLst>
            </p:cNvPr>
            <p:cNvSpPr>
              <a:spLocks noChangeArrowheads="1"/>
            </p:cNvSpPr>
            <p:nvPr/>
          </p:nvSpPr>
          <p:spPr bwMode="auto">
            <a:xfrm>
              <a:off x="8996805"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6" name="Rectangle 215">
              <a:extLst>
                <a:ext uri="{FF2B5EF4-FFF2-40B4-BE49-F238E27FC236}">
                  <a16:creationId xmlns:a16="http://schemas.microsoft.com/office/drawing/2014/main" id="{91810401-B6D2-4EA1-B203-697A04323630}"/>
                </a:ext>
              </a:extLst>
            </p:cNvPr>
            <p:cNvSpPr>
              <a:spLocks noChangeArrowheads="1"/>
            </p:cNvSpPr>
            <p:nvPr/>
          </p:nvSpPr>
          <p:spPr bwMode="auto">
            <a:xfrm>
              <a:off x="9451068"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7" name="Rectangle 216">
              <a:extLst>
                <a:ext uri="{FF2B5EF4-FFF2-40B4-BE49-F238E27FC236}">
                  <a16:creationId xmlns:a16="http://schemas.microsoft.com/office/drawing/2014/main" id="{CC3BED62-8CA0-4375-AB0A-72617711B089}"/>
                </a:ext>
              </a:extLst>
            </p:cNvPr>
            <p:cNvSpPr>
              <a:spLocks noChangeArrowheads="1"/>
            </p:cNvSpPr>
            <p:nvPr/>
          </p:nvSpPr>
          <p:spPr bwMode="auto">
            <a:xfrm>
              <a:off x="9906502"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8" name="Rectangle 217">
              <a:extLst>
                <a:ext uri="{FF2B5EF4-FFF2-40B4-BE49-F238E27FC236}">
                  <a16:creationId xmlns:a16="http://schemas.microsoft.com/office/drawing/2014/main" id="{64B31A64-91AE-4DF4-8D81-94752C7872B7}"/>
                </a:ext>
              </a:extLst>
            </p:cNvPr>
            <p:cNvSpPr>
              <a:spLocks noChangeArrowheads="1"/>
            </p:cNvSpPr>
            <p:nvPr/>
          </p:nvSpPr>
          <p:spPr bwMode="auto">
            <a:xfrm>
              <a:off x="10360764"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9" name="Rectangle 218">
              <a:extLst>
                <a:ext uri="{FF2B5EF4-FFF2-40B4-BE49-F238E27FC236}">
                  <a16:creationId xmlns:a16="http://schemas.microsoft.com/office/drawing/2014/main" id="{9ECDDCA8-99C7-4E2C-A3DA-6A39A54613B9}"/>
                </a:ext>
              </a:extLst>
            </p:cNvPr>
            <p:cNvSpPr>
              <a:spLocks noChangeArrowheads="1"/>
            </p:cNvSpPr>
            <p:nvPr/>
          </p:nvSpPr>
          <p:spPr bwMode="auto">
            <a:xfrm>
              <a:off x="10816197"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0" name="Rectangle 219">
              <a:extLst>
                <a:ext uri="{FF2B5EF4-FFF2-40B4-BE49-F238E27FC236}">
                  <a16:creationId xmlns:a16="http://schemas.microsoft.com/office/drawing/2014/main" id="{9E610FA0-F583-4C87-9186-97DA3A3F507B}"/>
                </a:ext>
              </a:extLst>
            </p:cNvPr>
            <p:cNvSpPr>
              <a:spLocks noChangeArrowheads="1"/>
            </p:cNvSpPr>
            <p:nvPr/>
          </p:nvSpPr>
          <p:spPr bwMode="auto">
            <a:xfrm>
              <a:off x="11270460" y="38829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1" name="Rectangle 220">
              <a:extLst>
                <a:ext uri="{FF2B5EF4-FFF2-40B4-BE49-F238E27FC236}">
                  <a16:creationId xmlns:a16="http://schemas.microsoft.com/office/drawing/2014/main" id="{C0181C2A-AC28-493E-9832-9D5782282822}"/>
                </a:ext>
              </a:extLst>
            </p:cNvPr>
            <p:cNvSpPr>
              <a:spLocks noChangeArrowheads="1"/>
            </p:cNvSpPr>
            <p:nvPr/>
          </p:nvSpPr>
          <p:spPr bwMode="auto">
            <a:xfrm>
              <a:off x="11725893"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2" name="Rectangle 222">
              <a:extLst>
                <a:ext uri="{FF2B5EF4-FFF2-40B4-BE49-F238E27FC236}">
                  <a16:creationId xmlns:a16="http://schemas.microsoft.com/office/drawing/2014/main" id="{3A65CCD8-DA6B-47D9-BE08-9831358B7F2E}"/>
                </a:ext>
              </a:extLst>
            </p:cNvPr>
            <p:cNvSpPr>
              <a:spLocks noChangeArrowheads="1"/>
            </p:cNvSpPr>
            <p:nvPr/>
          </p:nvSpPr>
          <p:spPr bwMode="auto">
            <a:xfrm>
              <a:off x="354110"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3" name="Rectangle 223">
              <a:extLst>
                <a:ext uri="{FF2B5EF4-FFF2-40B4-BE49-F238E27FC236}">
                  <a16:creationId xmlns:a16="http://schemas.microsoft.com/office/drawing/2014/main" id="{432DF8DB-2535-4604-A56C-4F411A13AB16}"/>
                </a:ext>
              </a:extLst>
            </p:cNvPr>
            <p:cNvSpPr>
              <a:spLocks noChangeArrowheads="1"/>
            </p:cNvSpPr>
            <p:nvPr/>
          </p:nvSpPr>
          <p:spPr bwMode="auto">
            <a:xfrm>
              <a:off x="809543"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4" name="Rectangle 224">
              <a:extLst>
                <a:ext uri="{FF2B5EF4-FFF2-40B4-BE49-F238E27FC236}">
                  <a16:creationId xmlns:a16="http://schemas.microsoft.com/office/drawing/2014/main" id="{B585B91F-5190-4F14-B1D1-F49E48A0D846}"/>
                </a:ext>
              </a:extLst>
            </p:cNvPr>
            <p:cNvSpPr>
              <a:spLocks noChangeArrowheads="1"/>
            </p:cNvSpPr>
            <p:nvPr/>
          </p:nvSpPr>
          <p:spPr bwMode="auto">
            <a:xfrm>
              <a:off x="1263806"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5" name="Rectangle 225">
              <a:extLst>
                <a:ext uri="{FF2B5EF4-FFF2-40B4-BE49-F238E27FC236}">
                  <a16:creationId xmlns:a16="http://schemas.microsoft.com/office/drawing/2014/main" id="{49F28844-8AC8-4173-B5BB-9FF425A50C64}"/>
                </a:ext>
              </a:extLst>
            </p:cNvPr>
            <p:cNvSpPr>
              <a:spLocks noChangeArrowheads="1"/>
            </p:cNvSpPr>
            <p:nvPr/>
          </p:nvSpPr>
          <p:spPr bwMode="auto">
            <a:xfrm>
              <a:off x="1719239"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6" name="Rectangle 226">
              <a:extLst>
                <a:ext uri="{FF2B5EF4-FFF2-40B4-BE49-F238E27FC236}">
                  <a16:creationId xmlns:a16="http://schemas.microsoft.com/office/drawing/2014/main" id="{E750B745-BCDB-4D34-BBB4-107F549419DC}"/>
                </a:ext>
              </a:extLst>
            </p:cNvPr>
            <p:cNvSpPr>
              <a:spLocks noChangeArrowheads="1"/>
            </p:cNvSpPr>
            <p:nvPr/>
          </p:nvSpPr>
          <p:spPr bwMode="auto">
            <a:xfrm>
              <a:off x="2173502"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7" name="Rectangle 227">
              <a:extLst>
                <a:ext uri="{FF2B5EF4-FFF2-40B4-BE49-F238E27FC236}">
                  <a16:creationId xmlns:a16="http://schemas.microsoft.com/office/drawing/2014/main" id="{CB843387-A206-4CDB-845C-87952DF4F7C0}"/>
                </a:ext>
              </a:extLst>
            </p:cNvPr>
            <p:cNvSpPr>
              <a:spLocks noChangeArrowheads="1"/>
            </p:cNvSpPr>
            <p:nvPr/>
          </p:nvSpPr>
          <p:spPr bwMode="auto">
            <a:xfrm>
              <a:off x="2628935"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8" name="Rectangle 228">
              <a:extLst>
                <a:ext uri="{FF2B5EF4-FFF2-40B4-BE49-F238E27FC236}">
                  <a16:creationId xmlns:a16="http://schemas.microsoft.com/office/drawing/2014/main" id="{F7012F48-14EA-4A10-B23B-D2DD376FDAFE}"/>
                </a:ext>
              </a:extLst>
            </p:cNvPr>
            <p:cNvSpPr>
              <a:spLocks noChangeArrowheads="1"/>
            </p:cNvSpPr>
            <p:nvPr/>
          </p:nvSpPr>
          <p:spPr bwMode="auto">
            <a:xfrm>
              <a:off x="3083198"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9" name="Rectangle 241">
              <a:extLst>
                <a:ext uri="{FF2B5EF4-FFF2-40B4-BE49-F238E27FC236}">
                  <a16:creationId xmlns:a16="http://schemas.microsoft.com/office/drawing/2014/main" id="{9071865C-5264-4C64-86F2-5F136CDB3D1A}"/>
                </a:ext>
              </a:extLst>
            </p:cNvPr>
            <p:cNvSpPr>
              <a:spLocks noChangeArrowheads="1"/>
            </p:cNvSpPr>
            <p:nvPr/>
          </p:nvSpPr>
          <p:spPr bwMode="auto">
            <a:xfrm>
              <a:off x="8996805"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0" name="Rectangle 242">
              <a:extLst>
                <a:ext uri="{FF2B5EF4-FFF2-40B4-BE49-F238E27FC236}">
                  <a16:creationId xmlns:a16="http://schemas.microsoft.com/office/drawing/2014/main" id="{5FC89895-3E12-4B31-8AC4-F2C571271BAC}"/>
                </a:ext>
              </a:extLst>
            </p:cNvPr>
            <p:cNvSpPr>
              <a:spLocks noChangeArrowheads="1"/>
            </p:cNvSpPr>
            <p:nvPr/>
          </p:nvSpPr>
          <p:spPr bwMode="auto">
            <a:xfrm>
              <a:off x="9451068"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1" name="Rectangle 243">
              <a:extLst>
                <a:ext uri="{FF2B5EF4-FFF2-40B4-BE49-F238E27FC236}">
                  <a16:creationId xmlns:a16="http://schemas.microsoft.com/office/drawing/2014/main" id="{822714A3-365A-4F69-84FD-C7A6C113C1B7}"/>
                </a:ext>
              </a:extLst>
            </p:cNvPr>
            <p:cNvSpPr>
              <a:spLocks noChangeArrowheads="1"/>
            </p:cNvSpPr>
            <p:nvPr/>
          </p:nvSpPr>
          <p:spPr bwMode="auto">
            <a:xfrm>
              <a:off x="9906502"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2" name="Rectangle 244">
              <a:extLst>
                <a:ext uri="{FF2B5EF4-FFF2-40B4-BE49-F238E27FC236}">
                  <a16:creationId xmlns:a16="http://schemas.microsoft.com/office/drawing/2014/main" id="{E831580F-B4FA-4FC0-94FF-AD9DB2B2F955}"/>
                </a:ext>
              </a:extLst>
            </p:cNvPr>
            <p:cNvSpPr>
              <a:spLocks noChangeArrowheads="1"/>
            </p:cNvSpPr>
            <p:nvPr/>
          </p:nvSpPr>
          <p:spPr bwMode="auto">
            <a:xfrm>
              <a:off x="10360764"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3" name="Rectangle 245">
              <a:extLst>
                <a:ext uri="{FF2B5EF4-FFF2-40B4-BE49-F238E27FC236}">
                  <a16:creationId xmlns:a16="http://schemas.microsoft.com/office/drawing/2014/main" id="{6FC45DDA-F270-4338-BB79-E4F603065B23}"/>
                </a:ext>
              </a:extLst>
            </p:cNvPr>
            <p:cNvSpPr>
              <a:spLocks noChangeArrowheads="1"/>
            </p:cNvSpPr>
            <p:nvPr/>
          </p:nvSpPr>
          <p:spPr bwMode="auto">
            <a:xfrm>
              <a:off x="10816197"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4" name="Rectangle 246">
              <a:extLst>
                <a:ext uri="{FF2B5EF4-FFF2-40B4-BE49-F238E27FC236}">
                  <a16:creationId xmlns:a16="http://schemas.microsoft.com/office/drawing/2014/main" id="{DF6A400A-8A10-49DE-A315-385C4794AAFE}"/>
                </a:ext>
              </a:extLst>
            </p:cNvPr>
            <p:cNvSpPr>
              <a:spLocks noChangeArrowheads="1"/>
            </p:cNvSpPr>
            <p:nvPr/>
          </p:nvSpPr>
          <p:spPr bwMode="auto">
            <a:xfrm>
              <a:off x="11270460"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5" name="Rectangle 247">
              <a:extLst>
                <a:ext uri="{FF2B5EF4-FFF2-40B4-BE49-F238E27FC236}">
                  <a16:creationId xmlns:a16="http://schemas.microsoft.com/office/drawing/2014/main" id="{2EA6C4C3-FE6D-4C45-9F6E-327D1D5637C5}"/>
                </a:ext>
              </a:extLst>
            </p:cNvPr>
            <p:cNvSpPr>
              <a:spLocks noChangeArrowheads="1"/>
            </p:cNvSpPr>
            <p:nvPr/>
          </p:nvSpPr>
          <p:spPr bwMode="auto">
            <a:xfrm>
              <a:off x="11725893"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6" name="Rectangle 249">
              <a:extLst>
                <a:ext uri="{FF2B5EF4-FFF2-40B4-BE49-F238E27FC236}">
                  <a16:creationId xmlns:a16="http://schemas.microsoft.com/office/drawing/2014/main" id="{9164A3A4-A0CB-4566-AFBE-563D91A10FBA}"/>
                </a:ext>
              </a:extLst>
            </p:cNvPr>
            <p:cNvSpPr>
              <a:spLocks noChangeArrowheads="1"/>
            </p:cNvSpPr>
            <p:nvPr/>
          </p:nvSpPr>
          <p:spPr bwMode="auto">
            <a:xfrm>
              <a:off x="354110"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7" name="Rectangle 250">
              <a:extLst>
                <a:ext uri="{FF2B5EF4-FFF2-40B4-BE49-F238E27FC236}">
                  <a16:creationId xmlns:a16="http://schemas.microsoft.com/office/drawing/2014/main" id="{FC689E73-96C3-4DFF-ABAC-A63C4BB15CE7}"/>
                </a:ext>
              </a:extLst>
            </p:cNvPr>
            <p:cNvSpPr>
              <a:spLocks noChangeArrowheads="1"/>
            </p:cNvSpPr>
            <p:nvPr/>
          </p:nvSpPr>
          <p:spPr bwMode="auto">
            <a:xfrm>
              <a:off x="809543"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8" name="Rectangle 251">
              <a:extLst>
                <a:ext uri="{FF2B5EF4-FFF2-40B4-BE49-F238E27FC236}">
                  <a16:creationId xmlns:a16="http://schemas.microsoft.com/office/drawing/2014/main" id="{49DC827D-FB7B-4DC2-A762-F5F17F148510}"/>
                </a:ext>
              </a:extLst>
            </p:cNvPr>
            <p:cNvSpPr>
              <a:spLocks noChangeArrowheads="1"/>
            </p:cNvSpPr>
            <p:nvPr/>
          </p:nvSpPr>
          <p:spPr bwMode="auto">
            <a:xfrm>
              <a:off x="1263806"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9" name="Rectangle 252">
              <a:extLst>
                <a:ext uri="{FF2B5EF4-FFF2-40B4-BE49-F238E27FC236}">
                  <a16:creationId xmlns:a16="http://schemas.microsoft.com/office/drawing/2014/main" id="{C228A320-DB20-438B-A918-A580ACBFC819}"/>
                </a:ext>
              </a:extLst>
            </p:cNvPr>
            <p:cNvSpPr>
              <a:spLocks noChangeArrowheads="1"/>
            </p:cNvSpPr>
            <p:nvPr/>
          </p:nvSpPr>
          <p:spPr bwMode="auto">
            <a:xfrm>
              <a:off x="1719239"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0" name="Rectangle 253">
              <a:extLst>
                <a:ext uri="{FF2B5EF4-FFF2-40B4-BE49-F238E27FC236}">
                  <a16:creationId xmlns:a16="http://schemas.microsoft.com/office/drawing/2014/main" id="{9897219B-EBD5-4581-8A2F-89939367A697}"/>
                </a:ext>
              </a:extLst>
            </p:cNvPr>
            <p:cNvSpPr>
              <a:spLocks noChangeArrowheads="1"/>
            </p:cNvSpPr>
            <p:nvPr/>
          </p:nvSpPr>
          <p:spPr bwMode="auto">
            <a:xfrm>
              <a:off x="2173502"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1" name="Rectangle 254">
              <a:extLst>
                <a:ext uri="{FF2B5EF4-FFF2-40B4-BE49-F238E27FC236}">
                  <a16:creationId xmlns:a16="http://schemas.microsoft.com/office/drawing/2014/main" id="{B8DDB46C-98EC-4AA3-8DC6-3C1937629765}"/>
                </a:ext>
              </a:extLst>
            </p:cNvPr>
            <p:cNvSpPr>
              <a:spLocks noChangeArrowheads="1"/>
            </p:cNvSpPr>
            <p:nvPr/>
          </p:nvSpPr>
          <p:spPr bwMode="auto">
            <a:xfrm>
              <a:off x="2628935"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2" name="Rectangle 255">
              <a:extLst>
                <a:ext uri="{FF2B5EF4-FFF2-40B4-BE49-F238E27FC236}">
                  <a16:creationId xmlns:a16="http://schemas.microsoft.com/office/drawing/2014/main" id="{808B3D4B-87CC-405D-9F91-FF03DD240C00}"/>
                </a:ext>
              </a:extLst>
            </p:cNvPr>
            <p:cNvSpPr>
              <a:spLocks noChangeArrowheads="1"/>
            </p:cNvSpPr>
            <p:nvPr/>
          </p:nvSpPr>
          <p:spPr bwMode="auto">
            <a:xfrm>
              <a:off x="3083198"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3" name="Rectangle 268">
              <a:extLst>
                <a:ext uri="{FF2B5EF4-FFF2-40B4-BE49-F238E27FC236}">
                  <a16:creationId xmlns:a16="http://schemas.microsoft.com/office/drawing/2014/main" id="{368C3B92-A8BF-48DA-A49B-DEEB8B156B24}"/>
                </a:ext>
              </a:extLst>
            </p:cNvPr>
            <p:cNvSpPr>
              <a:spLocks noChangeArrowheads="1"/>
            </p:cNvSpPr>
            <p:nvPr/>
          </p:nvSpPr>
          <p:spPr bwMode="auto">
            <a:xfrm>
              <a:off x="8996805"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4" name="Rectangle 269">
              <a:extLst>
                <a:ext uri="{FF2B5EF4-FFF2-40B4-BE49-F238E27FC236}">
                  <a16:creationId xmlns:a16="http://schemas.microsoft.com/office/drawing/2014/main" id="{C6AE408F-F0A6-4B28-9BE9-0FACFB243E81}"/>
                </a:ext>
              </a:extLst>
            </p:cNvPr>
            <p:cNvSpPr>
              <a:spLocks noChangeArrowheads="1"/>
            </p:cNvSpPr>
            <p:nvPr/>
          </p:nvSpPr>
          <p:spPr bwMode="auto">
            <a:xfrm>
              <a:off x="9451068"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5" name="Rectangle 270">
              <a:extLst>
                <a:ext uri="{FF2B5EF4-FFF2-40B4-BE49-F238E27FC236}">
                  <a16:creationId xmlns:a16="http://schemas.microsoft.com/office/drawing/2014/main" id="{78937A9C-A111-49DA-A588-1C93AD60FC74}"/>
                </a:ext>
              </a:extLst>
            </p:cNvPr>
            <p:cNvSpPr>
              <a:spLocks noChangeArrowheads="1"/>
            </p:cNvSpPr>
            <p:nvPr/>
          </p:nvSpPr>
          <p:spPr bwMode="auto">
            <a:xfrm>
              <a:off x="9906502"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6" name="Rectangle 271">
              <a:extLst>
                <a:ext uri="{FF2B5EF4-FFF2-40B4-BE49-F238E27FC236}">
                  <a16:creationId xmlns:a16="http://schemas.microsoft.com/office/drawing/2014/main" id="{89501F7C-3060-4F40-952B-8BEDDCE50CFE}"/>
                </a:ext>
              </a:extLst>
            </p:cNvPr>
            <p:cNvSpPr>
              <a:spLocks noChangeArrowheads="1"/>
            </p:cNvSpPr>
            <p:nvPr/>
          </p:nvSpPr>
          <p:spPr bwMode="auto">
            <a:xfrm>
              <a:off x="10360764"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7" name="Rectangle 272">
              <a:extLst>
                <a:ext uri="{FF2B5EF4-FFF2-40B4-BE49-F238E27FC236}">
                  <a16:creationId xmlns:a16="http://schemas.microsoft.com/office/drawing/2014/main" id="{C12674AC-F8DE-4BF0-B819-9E2A2AF2FE50}"/>
                </a:ext>
              </a:extLst>
            </p:cNvPr>
            <p:cNvSpPr>
              <a:spLocks noChangeArrowheads="1"/>
            </p:cNvSpPr>
            <p:nvPr/>
          </p:nvSpPr>
          <p:spPr bwMode="auto">
            <a:xfrm>
              <a:off x="10816197" y="48985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8" name="Rectangle 273">
              <a:extLst>
                <a:ext uri="{FF2B5EF4-FFF2-40B4-BE49-F238E27FC236}">
                  <a16:creationId xmlns:a16="http://schemas.microsoft.com/office/drawing/2014/main" id="{B7785334-7690-4CF7-9269-7772426EDD7F}"/>
                </a:ext>
              </a:extLst>
            </p:cNvPr>
            <p:cNvSpPr>
              <a:spLocks noChangeArrowheads="1"/>
            </p:cNvSpPr>
            <p:nvPr/>
          </p:nvSpPr>
          <p:spPr bwMode="auto">
            <a:xfrm>
              <a:off x="11270460" y="48985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9" name="Rectangle 274">
              <a:extLst>
                <a:ext uri="{FF2B5EF4-FFF2-40B4-BE49-F238E27FC236}">
                  <a16:creationId xmlns:a16="http://schemas.microsoft.com/office/drawing/2014/main" id="{1D74AEA1-716D-444E-9FA0-111672E596C6}"/>
                </a:ext>
              </a:extLst>
            </p:cNvPr>
            <p:cNvSpPr>
              <a:spLocks noChangeArrowheads="1"/>
            </p:cNvSpPr>
            <p:nvPr/>
          </p:nvSpPr>
          <p:spPr bwMode="auto">
            <a:xfrm>
              <a:off x="11725893" y="48985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0" name="Rectangle 276">
              <a:extLst>
                <a:ext uri="{FF2B5EF4-FFF2-40B4-BE49-F238E27FC236}">
                  <a16:creationId xmlns:a16="http://schemas.microsoft.com/office/drawing/2014/main" id="{3438C147-B1A7-4B1E-AE39-DA7715FBB4D4}"/>
                </a:ext>
              </a:extLst>
            </p:cNvPr>
            <p:cNvSpPr>
              <a:spLocks noChangeArrowheads="1"/>
            </p:cNvSpPr>
            <p:nvPr/>
          </p:nvSpPr>
          <p:spPr bwMode="auto">
            <a:xfrm>
              <a:off x="35411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1" name="Rectangle 277">
              <a:extLst>
                <a:ext uri="{FF2B5EF4-FFF2-40B4-BE49-F238E27FC236}">
                  <a16:creationId xmlns:a16="http://schemas.microsoft.com/office/drawing/2014/main" id="{84AA6B27-1DF9-4C1A-8EB8-285EAD7752BB}"/>
                </a:ext>
              </a:extLst>
            </p:cNvPr>
            <p:cNvSpPr>
              <a:spLocks noChangeArrowheads="1"/>
            </p:cNvSpPr>
            <p:nvPr/>
          </p:nvSpPr>
          <p:spPr bwMode="auto">
            <a:xfrm>
              <a:off x="809543"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2" name="Rectangle 278">
              <a:extLst>
                <a:ext uri="{FF2B5EF4-FFF2-40B4-BE49-F238E27FC236}">
                  <a16:creationId xmlns:a16="http://schemas.microsoft.com/office/drawing/2014/main" id="{EC4CD7F9-CEBB-45D2-BC0F-696E95FC1ED0}"/>
                </a:ext>
              </a:extLst>
            </p:cNvPr>
            <p:cNvSpPr>
              <a:spLocks noChangeArrowheads="1"/>
            </p:cNvSpPr>
            <p:nvPr/>
          </p:nvSpPr>
          <p:spPr bwMode="auto">
            <a:xfrm>
              <a:off x="1263806"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3" name="Rectangle 279">
              <a:extLst>
                <a:ext uri="{FF2B5EF4-FFF2-40B4-BE49-F238E27FC236}">
                  <a16:creationId xmlns:a16="http://schemas.microsoft.com/office/drawing/2014/main" id="{25CE44E3-3ADD-478D-A105-8FBE0876C3E3}"/>
                </a:ext>
              </a:extLst>
            </p:cNvPr>
            <p:cNvSpPr>
              <a:spLocks noChangeArrowheads="1"/>
            </p:cNvSpPr>
            <p:nvPr/>
          </p:nvSpPr>
          <p:spPr bwMode="auto">
            <a:xfrm>
              <a:off x="1719239"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4" name="Rectangle 280">
              <a:extLst>
                <a:ext uri="{FF2B5EF4-FFF2-40B4-BE49-F238E27FC236}">
                  <a16:creationId xmlns:a16="http://schemas.microsoft.com/office/drawing/2014/main" id="{A8F0BFFE-3D79-4101-821A-4AF5607ECB15}"/>
                </a:ext>
              </a:extLst>
            </p:cNvPr>
            <p:cNvSpPr>
              <a:spLocks noChangeArrowheads="1"/>
            </p:cNvSpPr>
            <p:nvPr/>
          </p:nvSpPr>
          <p:spPr bwMode="auto">
            <a:xfrm>
              <a:off x="2173502"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5" name="Rectangle 281">
              <a:extLst>
                <a:ext uri="{FF2B5EF4-FFF2-40B4-BE49-F238E27FC236}">
                  <a16:creationId xmlns:a16="http://schemas.microsoft.com/office/drawing/2014/main" id="{84D419AF-8225-41B8-86F5-75B9A63B28CE}"/>
                </a:ext>
              </a:extLst>
            </p:cNvPr>
            <p:cNvSpPr>
              <a:spLocks noChangeArrowheads="1"/>
            </p:cNvSpPr>
            <p:nvPr/>
          </p:nvSpPr>
          <p:spPr bwMode="auto">
            <a:xfrm>
              <a:off x="2628935"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6" name="Rectangle 282">
              <a:extLst>
                <a:ext uri="{FF2B5EF4-FFF2-40B4-BE49-F238E27FC236}">
                  <a16:creationId xmlns:a16="http://schemas.microsoft.com/office/drawing/2014/main" id="{4E58BD16-2A71-4755-BC85-16C8F3739257}"/>
                </a:ext>
              </a:extLst>
            </p:cNvPr>
            <p:cNvSpPr>
              <a:spLocks noChangeArrowheads="1"/>
            </p:cNvSpPr>
            <p:nvPr/>
          </p:nvSpPr>
          <p:spPr bwMode="auto">
            <a:xfrm>
              <a:off x="3083198"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7" name="Rectangle 283">
              <a:extLst>
                <a:ext uri="{FF2B5EF4-FFF2-40B4-BE49-F238E27FC236}">
                  <a16:creationId xmlns:a16="http://schemas.microsoft.com/office/drawing/2014/main" id="{F56B1EBF-9ACC-4EEA-9794-00E325DCA5C8}"/>
                </a:ext>
              </a:extLst>
            </p:cNvPr>
            <p:cNvSpPr>
              <a:spLocks noChangeArrowheads="1"/>
            </p:cNvSpPr>
            <p:nvPr/>
          </p:nvSpPr>
          <p:spPr bwMode="auto">
            <a:xfrm>
              <a:off x="3538630"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8" name="Rectangle 284">
              <a:extLst>
                <a:ext uri="{FF2B5EF4-FFF2-40B4-BE49-F238E27FC236}">
                  <a16:creationId xmlns:a16="http://schemas.microsoft.com/office/drawing/2014/main" id="{CCFE505E-DEE7-4620-81F5-36AFA872F47C}"/>
                </a:ext>
              </a:extLst>
            </p:cNvPr>
            <p:cNvSpPr>
              <a:spLocks noChangeArrowheads="1"/>
            </p:cNvSpPr>
            <p:nvPr/>
          </p:nvSpPr>
          <p:spPr bwMode="auto">
            <a:xfrm>
              <a:off x="3992893"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9" name="Rectangle 285">
              <a:extLst>
                <a:ext uri="{FF2B5EF4-FFF2-40B4-BE49-F238E27FC236}">
                  <a16:creationId xmlns:a16="http://schemas.microsoft.com/office/drawing/2014/main" id="{30C4E4C1-9D8B-44EC-8D99-2E618636E26D}"/>
                </a:ext>
              </a:extLst>
            </p:cNvPr>
            <p:cNvSpPr>
              <a:spLocks noChangeArrowheads="1"/>
            </p:cNvSpPr>
            <p:nvPr/>
          </p:nvSpPr>
          <p:spPr bwMode="auto">
            <a:xfrm>
              <a:off x="4448327"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0" name="Rectangle 286">
              <a:extLst>
                <a:ext uri="{FF2B5EF4-FFF2-40B4-BE49-F238E27FC236}">
                  <a16:creationId xmlns:a16="http://schemas.microsoft.com/office/drawing/2014/main" id="{775CBB56-B210-43F2-87E2-DE5A0CA40D46}"/>
                </a:ext>
              </a:extLst>
            </p:cNvPr>
            <p:cNvSpPr>
              <a:spLocks noChangeArrowheads="1"/>
            </p:cNvSpPr>
            <p:nvPr/>
          </p:nvSpPr>
          <p:spPr bwMode="auto">
            <a:xfrm>
              <a:off x="490259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1" name="Rectangle 287">
              <a:extLst>
                <a:ext uri="{FF2B5EF4-FFF2-40B4-BE49-F238E27FC236}">
                  <a16:creationId xmlns:a16="http://schemas.microsoft.com/office/drawing/2014/main" id="{6667B41B-9A3E-4667-A1C7-B7369F01012C}"/>
                </a:ext>
              </a:extLst>
            </p:cNvPr>
            <p:cNvSpPr>
              <a:spLocks noChangeArrowheads="1"/>
            </p:cNvSpPr>
            <p:nvPr/>
          </p:nvSpPr>
          <p:spPr bwMode="auto">
            <a:xfrm>
              <a:off x="5358022"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2" name="Rectangle 288">
              <a:extLst>
                <a:ext uri="{FF2B5EF4-FFF2-40B4-BE49-F238E27FC236}">
                  <a16:creationId xmlns:a16="http://schemas.microsoft.com/office/drawing/2014/main" id="{796F6F02-6043-46B6-ACB2-F0D85A8658E6}"/>
                </a:ext>
              </a:extLst>
            </p:cNvPr>
            <p:cNvSpPr>
              <a:spLocks noChangeArrowheads="1"/>
            </p:cNvSpPr>
            <p:nvPr/>
          </p:nvSpPr>
          <p:spPr bwMode="auto">
            <a:xfrm>
              <a:off x="5812285"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3" name="Rectangle 289">
              <a:extLst>
                <a:ext uri="{FF2B5EF4-FFF2-40B4-BE49-F238E27FC236}">
                  <a16:creationId xmlns:a16="http://schemas.microsoft.com/office/drawing/2014/main" id="{929725D4-ED31-40E2-8AB3-47D0FD5DE573}"/>
                </a:ext>
              </a:extLst>
            </p:cNvPr>
            <p:cNvSpPr>
              <a:spLocks noChangeArrowheads="1"/>
            </p:cNvSpPr>
            <p:nvPr/>
          </p:nvSpPr>
          <p:spPr bwMode="auto">
            <a:xfrm>
              <a:off x="6267718"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4" name="Rectangle 290">
              <a:extLst>
                <a:ext uri="{FF2B5EF4-FFF2-40B4-BE49-F238E27FC236}">
                  <a16:creationId xmlns:a16="http://schemas.microsoft.com/office/drawing/2014/main" id="{6E0AE0BD-ECE4-468E-A5C9-0DE456154DD2}"/>
                </a:ext>
              </a:extLst>
            </p:cNvPr>
            <p:cNvSpPr>
              <a:spLocks noChangeArrowheads="1"/>
            </p:cNvSpPr>
            <p:nvPr/>
          </p:nvSpPr>
          <p:spPr bwMode="auto">
            <a:xfrm>
              <a:off x="6721981"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5" name="Rectangle 291">
              <a:extLst>
                <a:ext uri="{FF2B5EF4-FFF2-40B4-BE49-F238E27FC236}">
                  <a16:creationId xmlns:a16="http://schemas.microsoft.com/office/drawing/2014/main" id="{4400955C-33E1-4C75-9F63-728D8665A91F}"/>
                </a:ext>
              </a:extLst>
            </p:cNvPr>
            <p:cNvSpPr>
              <a:spLocks noChangeArrowheads="1"/>
            </p:cNvSpPr>
            <p:nvPr/>
          </p:nvSpPr>
          <p:spPr bwMode="auto">
            <a:xfrm>
              <a:off x="7177414"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6" name="Rectangle 292">
              <a:extLst>
                <a:ext uri="{FF2B5EF4-FFF2-40B4-BE49-F238E27FC236}">
                  <a16:creationId xmlns:a16="http://schemas.microsoft.com/office/drawing/2014/main" id="{D961C0B6-3B1B-4839-857B-114099F3F192}"/>
                </a:ext>
              </a:extLst>
            </p:cNvPr>
            <p:cNvSpPr>
              <a:spLocks noChangeArrowheads="1"/>
            </p:cNvSpPr>
            <p:nvPr/>
          </p:nvSpPr>
          <p:spPr bwMode="auto">
            <a:xfrm>
              <a:off x="7631676"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7" name="Rectangle 293">
              <a:extLst>
                <a:ext uri="{FF2B5EF4-FFF2-40B4-BE49-F238E27FC236}">
                  <a16:creationId xmlns:a16="http://schemas.microsoft.com/office/drawing/2014/main" id="{DF5F8018-F3F9-4B6A-961C-FDE42B1ACFD9}"/>
                </a:ext>
              </a:extLst>
            </p:cNvPr>
            <p:cNvSpPr>
              <a:spLocks noChangeArrowheads="1"/>
            </p:cNvSpPr>
            <p:nvPr/>
          </p:nvSpPr>
          <p:spPr bwMode="auto">
            <a:xfrm>
              <a:off x="8087110"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8" name="Rectangle 294">
              <a:extLst>
                <a:ext uri="{FF2B5EF4-FFF2-40B4-BE49-F238E27FC236}">
                  <a16:creationId xmlns:a16="http://schemas.microsoft.com/office/drawing/2014/main" id="{F9B0F8D9-7724-4ACF-BA7F-110AA4FF0CD6}"/>
                </a:ext>
              </a:extLst>
            </p:cNvPr>
            <p:cNvSpPr>
              <a:spLocks noChangeArrowheads="1"/>
            </p:cNvSpPr>
            <p:nvPr/>
          </p:nvSpPr>
          <p:spPr bwMode="auto">
            <a:xfrm>
              <a:off x="8541373"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9" name="Rectangle 295">
              <a:extLst>
                <a:ext uri="{FF2B5EF4-FFF2-40B4-BE49-F238E27FC236}">
                  <a16:creationId xmlns:a16="http://schemas.microsoft.com/office/drawing/2014/main" id="{1D3659AF-0565-450F-85E1-3D9707E72F53}"/>
                </a:ext>
              </a:extLst>
            </p:cNvPr>
            <p:cNvSpPr>
              <a:spLocks noChangeArrowheads="1"/>
            </p:cNvSpPr>
            <p:nvPr/>
          </p:nvSpPr>
          <p:spPr bwMode="auto">
            <a:xfrm>
              <a:off x="8996805"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0" name="Rectangle 296">
              <a:extLst>
                <a:ext uri="{FF2B5EF4-FFF2-40B4-BE49-F238E27FC236}">
                  <a16:creationId xmlns:a16="http://schemas.microsoft.com/office/drawing/2014/main" id="{5FE90139-0B55-4644-A3B5-120193B9A581}"/>
                </a:ext>
              </a:extLst>
            </p:cNvPr>
            <p:cNvSpPr>
              <a:spLocks noChangeArrowheads="1"/>
            </p:cNvSpPr>
            <p:nvPr/>
          </p:nvSpPr>
          <p:spPr bwMode="auto">
            <a:xfrm>
              <a:off x="9451068"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1" name="Rectangle 297">
              <a:extLst>
                <a:ext uri="{FF2B5EF4-FFF2-40B4-BE49-F238E27FC236}">
                  <a16:creationId xmlns:a16="http://schemas.microsoft.com/office/drawing/2014/main" id="{5C52DEE4-F75A-448E-AC22-D4A8424D605A}"/>
                </a:ext>
              </a:extLst>
            </p:cNvPr>
            <p:cNvSpPr>
              <a:spLocks noChangeArrowheads="1"/>
            </p:cNvSpPr>
            <p:nvPr/>
          </p:nvSpPr>
          <p:spPr bwMode="auto">
            <a:xfrm>
              <a:off x="9906502" y="54069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2" name="Rectangle 298">
              <a:extLst>
                <a:ext uri="{FF2B5EF4-FFF2-40B4-BE49-F238E27FC236}">
                  <a16:creationId xmlns:a16="http://schemas.microsoft.com/office/drawing/2014/main" id="{0FAA6019-458E-49C0-82BF-4DA9376EF5EF}"/>
                </a:ext>
              </a:extLst>
            </p:cNvPr>
            <p:cNvSpPr>
              <a:spLocks noChangeArrowheads="1"/>
            </p:cNvSpPr>
            <p:nvPr/>
          </p:nvSpPr>
          <p:spPr bwMode="auto">
            <a:xfrm>
              <a:off x="10360764"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3" name="Rectangle 299">
              <a:extLst>
                <a:ext uri="{FF2B5EF4-FFF2-40B4-BE49-F238E27FC236}">
                  <a16:creationId xmlns:a16="http://schemas.microsoft.com/office/drawing/2014/main" id="{A10BEF18-4D65-4ECD-AD29-9B429488E510}"/>
                </a:ext>
              </a:extLst>
            </p:cNvPr>
            <p:cNvSpPr>
              <a:spLocks noChangeArrowheads="1"/>
            </p:cNvSpPr>
            <p:nvPr/>
          </p:nvSpPr>
          <p:spPr bwMode="auto">
            <a:xfrm>
              <a:off x="10816197" y="5406987"/>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4" name="Rectangle 300">
              <a:extLst>
                <a:ext uri="{FF2B5EF4-FFF2-40B4-BE49-F238E27FC236}">
                  <a16:creationId xmlns:a16="http://schemas.microsoft.com/office/drawing/2014/main" id="{B5150899-574E-4361-8BD8-908931E2F979}"/>
                </a:ext>
              </a:extLst>
            </p:cNvPr>
            <p:cNvSpPr>
              <a:spLocks noChangeArrowheads="1"/>
            </p:cNvSpPr>
            <p:nvPr/>
          </p:nvSpPr>
          <p:spPr bwMode="auto">
            <a:xfrm>
              <a:off x="1127046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5" name="Rectangle 301">
              <a:extLst>
                <a:ext uri="{FF2B5EF4-FFF2-40B4-BE49-F238E27FC236}">
                  <a16:creationId xmlns:a16="http://schemas.microsoft.com/office/drawing/2014/main" id="{BEA711FE-B1AF-4B37-81CB-C560FA27C379}"/>
                </a:ext>
              </a:extLst>
            </p:cNvPr>
            <p:cNvSpPr>
              <a:spLocks noChangeArrowheads="1"/>
            </p:cNvSpPr>
            <p:nvPr/>
          </p:nvSpPr>
          <p:spPr bwMode="auto">
            <a:xfrm>
              <a:off x="11725893"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6" name="Rectangle 303">
              <a:extLst>
                <a:ext uri="{FF2B5EF4-FFF2-40B4-BE49-F238E27FC236}">
                  <a16:creationId xmlns:a16="http://schemas.microsoft.com/office/drawing/2014/main" id="{80E4ED87-41E6-49B3-91BA-686B2B81BE5B}"/>
                </a:ext>
              </a:extLst>
            </p:cNvPr>
            <p:cNvSpPr>
              <a:spLocks noChangeArrowheads="1"/>
            </p:cNvSpPr>
            <p:nvPr/>
          </p:nvSpPr>
          <p:spPr bwMode="auto">
            <a:xfrm>
              <a:off x="354110"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7" name="Rectangle 304">
              <a:extLst>
                <a:ext uri="{FF2B5EF4-FFF2-40B4-BE49-F238E27FC236}">
                  <a16:creationId xmlns:a16="http://schemas.microsoft.com/office/drawing/2014/main" id="{4E9BE40A-EE42-4123-8BA0-FF7F0385F340}"/>
                </a:ext>
              </a:extLst>
            </p:cNvPr>
            <p:cNvSpPr>
              <a:spLocks noChangeArrowheads="1"/>
            </p:cNvSpPr>
            <p:nvPr/>
          </p:nvSpPr>
          <p:spPr bwMode="auto">
            <a:xfrm>
              <a:off x="809543"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8" name="Rectangle 305">
              <a:extLst>
                <a:ext uri="{FF2B5EF4-FFF2-40B4-BE49-F238E27FC236}">
                  <a16:creationId xmlns:a16="http://schemas.microsoft.com/office/drawing/2014/main" id="{B611F1C1-8FC2-46A0-9BD2-C302F7B52C75}"/>
                </a:ext>
              </a:extLst>
            </p:cNvPr>
            <p:cNvSpPr>
              <a:spLocks noChangeArrowheads="1"/>
            </p:cNvSpPr>
            <p:nvPr/>
          </p:nvSpPr>
          <p:spPr bwMode="auto">
            <a:xfrm>
              <a:off x="1263806"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9" name="Rectangle 306">
              <a:extLst>
                <a:ext uri="{FF2B5EF4-FFF2-40B4-BE49-F238E27FC236}">
                  <a16:creationId xmlns:a16="http://schemas.microsoft.com/office/drawing/2014/main" id="{930B6D85-2884-41AB-BDBA-4E324F36B453}"/>
                </a:ext>
              </a:extLst>
            </p:cNvPr>
            <p:cNvSpPr>
              <a:spLocks noChangeArrowheads="1"/>
            </p:cNvSpPr>
            <p:nvPr/>
          </p:nvSpPr>
          <p:spPr bwMode="auto">
            <a:xfrm>
              <a:off x="1719239"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0" name="Rectangle 307">
              <a:extLst>
                <a:ext uri="{FF2B5EF4-FFF2-40B4-BE49-F238E27FC236}">
                  <a16:creationId xmlns:a16="http://schemas.microsoft.com/office/drawing/2014/main" id="{7F9C1F3D-FD52-424C-9FF6-C48477A4981B}"/>
                </a:ext>
              </a:extLst>
            </p:cNvPr>
            <p:cNvSpPr>
              <a:spLocks noChangeArrowheads="1"/>
            </p:cNvSpPr>
            <p:nvPr/>
          </p:nvSpPr>
          <p:spPr bwMode="auto">
            <a:xfrm>
              <a:off x="2173502"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1" name="Rectangle 308">
              <a:extLst>
                <a:ext uri="{FF2B5EF4-FFF2-40B4-BE49-F238E27FC236}">
                  <a16:creationId xmlns:a16="http://schemas.microsoft.com/office/drawing/2014/main" id="{E7486E9D-3A69-4A97-AA5C-AF76EF8F51C6}"/>
                </a:ext>
              </a:extLst>
            </p:cNvPr>
            <p:cNvSpPr>
              <a:spLocks noChangeArrowheads="1"/>
            </p:cNvSpPr>
            <p:nvPr/>
          </p:nvSpPr>
          <p:spPr bwMode="auto">
            <a:xfrm>
              <a:off x="2628935"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2" name="Rectangle 309">
              <a:extLst>
                <a:ext uri="{FF2B5EF4-FFF2-40B4-BE49-F238E27FC236}">
                  <a16:creationId xmlns:a16="http://schemas.microsoft.com/office/drawing/2014/main" id="{0AA7E796-96DA-498C-93D9-136DDFB2FCF2}"/>
                </a:ext>
              </a:extLst>
            </p:cNvPr>
            <p:cNvSpPr>
              <a:spLocks noChangeArrowheads="1"/>
            </p:cNvSpPr>
            <p:nvPr/>
          </p:nvSpPr>
          <p:spPr bwMode="auto">
            <a:xfrm>
              <a:off x="3083198"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3" name="Rectangle 310">
              <a:extLst>
                <a:ext uri="{FF2B5EF4-FFF2-40B4-BE49-F238E27FC236}">
                  <a16:creationId xmlns:a16="http://schemas.microsoft.com/office/drawing/2014/main" id="{A66B0CB8-31EE-439B-AC73-841AF9BC5F30}"/>
                </a:ext>
              </a:extLst>
            </p:cNvPr>
            <p:cNvSpPr>
              <a:spLocks noChangeArrowheads="1"/>
            </p:cNvSpPr>
            <p:nvPr/>
          </p:nvSpPr>
          <p:spPr bwMode="auto">
            <a:xfrm>
              <a:off x="3538630"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4" name="Rectangle 311">
              <a:extLst>
                <a:ext uri="{FF2B5EF4-FFF2-40B4-BE49-F238E27FC236}">
                  <a16:creationId xmlns:a16="http://schemas.microsoft.com/office/drawing/2014/main" id="{3369CA06-5E6E-4F9E-A1F5-CDE8295570AF}"/>
                </a:ext>
              </a:extLst>
            </p:cNvPr>
            <p:cNvSpPr>
              <a:spLocks noChangeArrowheads="1"/>
            </p:cNvSpPr>
            <p:nvPr/>
          </p:nvSpPr>
          <p:spPr bwMode="auto">
            <a:xfrm>
              <a:off x="3992893"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5" name="Rectangle 312">
              <a:extLst>
                <a:ext uri="{FF2B5EF4-FFF2-40B4-BE49-F238E27FC236}">
                  <a16:creationId xmlns:a16="http://schemas.microsoft.com/office/drawing/2014/main" id="{E99CE921-0DE8-4AB7-AC5C-1424E0C194CF}"/>
                </a:ext>
              </a:extLst>
            </p:cNvPr>
            <p:cNvSpPr>
              <a:spLocks noChangeArrowheads="1"/>
            </p:cNvSpPr>
            <p:nvPr/>
          </p:nvSpPr>
          <p:spPr bwMode="auto">
            <a:xfrm>
              <a:off x="4448327"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6" name="Rectangle 313">
              <a:extLst>
                <a:ext uri="{FF2B5EF4-FFF2-40B4-BE49-F238E27FC236}">
                  <a16:creationId xmlns:a16="http://schemas.microsoft.com/office/drawing/2014/main" id="{44B0D7FC-1229-4D80-AFFC-1892AC41BCE3}"/>
                </a:ext>
              </a:extLst>
            </p:cNvPr>
            <p:cNvSpPr>
              <a:spLocks noChangeArrowheads="1"/>
            </p:cNvSpPr>
            <p:nvPr/>
          </p:nvSpPr>
          <p:spPr bwMode="auto">
            <a:xfrm>
              <a:off x="4902590"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7" name="Rectangle 314">
              <a:extLst>
                <a:ext uri="{FF2B5EF4-FFF2-40B4-BE49-F238E27FC236}">
                  <a16:creationId xmlns:a16="http://schemas.microsoft.com/office/drawing/2014/main" id="{9CC127BC-9564-47FC-B62B-448598DBAB57}"/>
                </a:ext>
              </a:extLst>
            </p:cNvPr>
            <p:cNvSpPr>
              <a:spLocks noChangeArrowheads="1"/>
            </p:cNvSpPr>
            <p:nvPr/>
          </p:nvSpPr>
          <p:spPr bwMode="auto">
            <a:xfrm>
              <a:off x="5358022"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8" name="Rectangle 315">
              <a:extLst>
                <a:ext uri="{FF2B5EF4-FFF2-40B4-BE49-F238E27FC236}">
                  <a16:creationId xmlns:a16="http://schemas.microsoft.com/office/drawing/2014/main" id="{B9AB1F98-2ED9-4FA8-B563-43ABB5173B26}"/>
                </a:ext>
              </a:extLst>
            </p:cNvPr>
            <p:cNvSpPr>
              <a:spLocks noChangeArrowheads="1"/>
            </p:cNvSpPr>
            <p:nvPr/>
          </p:nvSpPr>
          <p:spPr bwMode="auto">
            <a:xfrm>
              <a:off x="5812285"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9" name="Rectangle 316">
              <a:extLst>
                <a:ext uri="{FF2B5EF4-FFF2-40B4-BE49-F238E27FC236}">
                  <a16:creationId xmlns:a16="http://schemas.microsoft.com/office/drawing/2014/main" id="{A6DA074F-063A-4813-AE3D-039A5CEC3F77}"/>
                </a:ext>
              </a:extLst>
            </p:cNvPr>
            <p:cNvSpPr>
              <a:spLocks noChangeArrowheads="1"/>
            </p:cNvSpPr>
            <p:nvPr/>
          </p:nvSpPr>
          <p:spPr bwMode="auto">
            <a:xfrm>
              <a:off x="6267718"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0" name="Rectangle 317">
              <a:extLst>
                <a:ext uri="{FF2B5EF4-FFF2-40B4-BE49-F238E27FC236}">
                  <a16:creationId xmlns:a16="http://schemas.microsoft.com/office/drawing/2014/main" id="{E2D48949-643D-4CD5-94F2-5B81BCC4A407}"/>
                </a:ext>
              </a:extLst>
            </p:cNvPr>
            <p:cNvSpPr>
              <a:spLocks noChangeArrowheads="1"/>
            </p:cNvSpPr>
            <p:nvPr/>
          </p:nvSpPr>
          <p:spPr bwMode="auto">
            <a:xfrm>
              <a:off x="6721981"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1" name="Rectangle 318">
              <a:extLst>
                <a:ext uri="{FF2B5EF4-FFF2-40B4-BE49-F238E27FC236}">
                  <a16:creationId xmlns:a16="http://schemas.microsoft.com/office/drawing/2014/main" id="{00728DC9-776B-49FA-ABFC-CE0772CDA2EE}"/>
                </a:ext>
              </a:extLst>
            </p:cNvPr>
            <p:cNvSpPr>
              <a:spLocks noChangeArrowheads="1"/>
            </p:cNvSpPr>
            <p:nvPr/>
          </p:nvSpPr>
          <p:spPr bwMode="auto">
            <a:xfrm>
              <a:off x="7177414"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2" name="Rectangle 319">
              <a:extLst>
                <a:ext uri="{FF2B5EF4-FFF2-40B4-BE49-F238E27FC236}">
                  <a16:creationId xmlns:a16="http://schemas.microsoft.com/office/drawing/2014/main" id="{F940E1FC-5AC7-4790-9F31-160A60507111}"/>
                </a:ext>
              </a:extLst>
            </p:cNvPr>
            <p:cNvSpPr>
              <a:spLocks noChangeArrowheads="1"/>
            </p:cNvSpPr>
            <p:nvPr/>
          </p:nvSpPr>
          <p:spPr bwMode="auto">
            <a:xfrm>
              <a:off x="7631676"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3" name="Rectangle 320">
              <a:extLst>
                <a:ext uri="{FF2B5EF4-FFF2-40B4-BE49-F238E27FC236}">
                  <a16:creationId xmlns:a16="http://schemas.microsoft.com/office/drawing/2014/main" id="{9A9BC016-C68C-4EA0-9BAE-277C05D16E62}"/>
                </a:ext>
              </a:extLst>
            </p:cNvPr>
            <p:cNvSpPr>
              <a:spLocks noChangeArrowheads="1"/>
            </p:cNvSpPr>
            <p:nvPr/>
          </p:nvSpPr>
          <p:spPr bwMode="auto">
            <a:xfrm>
              <a:off x="8087110"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4" name="Rectangle 321">
              <a:extLst>
                <a:ext uri="{FF2B5EF4-FFF2-40B4-BE49-F238E27FC236}">
                  <a16:creationId xmlns:a16="http://schemas.microsoft.com/office/drawing/2014/main" id="{85D72911-CD6D-4223-B9B7-AF8B7667D669}"/>
                </a:ext>
              </a:extLst>
            </p:cNvPr>
            <p:cNvSpPr>
              <a:spLocks noChangeArrowheads="1"/>
            </p:cNvSpPr>
            <p:nvPr/>
          </p:nvSpPr>
          <p:spPr bwMode="auto">
            <a:xfrm>
              <a:off x="8541373"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5" name="Rectangle 322">
              <a:extLst>
                <a:ext uri="{FF2B5EF4-FFF2-40B4-BE49-F238E27FC236}">
                  <a16:creationId xmlns:a16="http://schemas.microsoft.com/office/drawing/2014/main" id="{44F55F88-B6F7-42F9-A7A0-92FA35616202}"/>
                </a:ext>
              </a:extLst>
            </p:cNvPr>
            <p:cNvSpPr>
              <a:spLocks noChangeArrowheads="1"/>
            </p:cNvSpPr>
            <p:nvPr/>
          </p:nvSpPr>
          <p:spPr bwMode="auto">
            <a:xfrm>
              <a:off x="8996805"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6" name="Rectangle 323">
              <a:extLst>
                <a:ext uri="{FF2B5EF4-FFF2-40B4-BE49-F238E27FC236}">
                  <a16:creationId xmlns:a16="http://schemas.microsoft.com/office/drawing/2014/main" id="{1FAEF597-1324-4785-A2F5-812B9B7E3CCF}"/>
                </a:ext>
              </a:extLst>
            </p:cNvPr>
            <p:cNvSpPr>
              <a:spLocks noChangeArrowheads="1"/>
            </p:cNvSpPr>
            <p:nvPr/>
          </p:nvSpPr>
          <p:spPr bwMode="auto">
            <a:xfrm>
              <a:off x="9451068"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7" name="Rectangle 324">
              <a:extLst>
                <a:ext uri="{FF2B5EF4-FFF2-40B4-BE49-F238E27FC236}">
                  <a16:creationId xmlns:a16="http://schemas.microsoft.com/office/drawing/2014/main" id="{547E500B-89FF-4790-A774-7467AA539E03}"/>
                </a:ext>
              </a:extLst>
            </p:cNvPr>
            <p:cNvSpPr>
              <a:spLocks noChangeArrowheads="1"/>
            </p:cNvSpPr>
            <p:nvPr/>
          </p:nvSpPr>
          <p:spPr bwMode="auto">
            <a:xfrm>
              <a:off x="9906502"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8" name="Rectangle 325">
              <a:extLst>
                <a:ext uri="{FF2B5EF4-FFF2-40B4-BE49-F238E27FC236}">
                  <a16:creationId xmlns:a16="http://schemas.microsoft.com/office/drawing/2014/main" id="{BDE832F9-2CD6-4DA9-8C6D-29D6EF4A68C3}"/>
                </a:ext>
              </a:extLst>
            </p:cNvPr>
            <p:cNvSpPr>
              <a:spLocks noChangeArrowheads="1"/>
            </p:cNvSpPr>
            <p:nvPr/>
          </p:nvSpPr>
          <p:spPr bwMode="auto">
            <a:xfrm>
              <a:off x="10360764"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9" name="Rectangle 326">
              <a:extLst>
                <a:ext uri="{FF2B5EF4-FFF2-40B4-BE49-F238E27FC236}">
                  <a16:creationId xmlns:a16="http://schemas.microsoft.com/office/drawing/2014/main" id="{8F14BE8F-17A2-48D9-99B9-13D9B36CFF51}"/>
                </a:ext>
              </a:extLst>
            </p:cNvPr>
            <p:cNvSpPr>
              <a:spLocks noChangeArrowheads="1"/>
            </p:cNvSpPr>
            <p:nvPr/>
          </p:nvSpPr>
          <p:spPr bwMode="auto">
            <a:xfrm>
              <a:off x="10816197"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0" name="Rectangle 327">
              <a:extLst>
                <a:ext uri="{FF2B5EF4-FFF2-40B4-BE49-F238E27FC236}">
                  <a16:creationId xmlns:a16="http://schemas.microsoft.com/office/drawing/2014/main" id="{2CA28AB2-A869-47B1-9798-9E8733980AC2}"/>
                </a:ext>
              </a:extLst>
            </p:cNvPr>
            <p:cNvSpPr>
              <a:spLocks noChangeArrowheads="1"/>
            </p:cNvSpPr>
            <p:nvPr/>
          </p:nvSpPr>
          <p:spPr bwMode="auto">
            <a:xfrm>
              <a:off x="11270460"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1" name="Rectangle 328">
              <a:extLst>
                <a:ext uri="{FF2B5EF4-FFF2-40B4-BE49-F238E27FC236}">
                  <a16:creationId xmlns:a16="http://schemas.microsoft.com/office/drawing/2014/main" id="{FA45DCC4-369F-4348-B31A-DDD34207D995}"/>
                </a:ext>
              </a:extLst>
            </p:cNvPr>
            <p:cNvSpPr>
              <a:spLocks noChangeArrowheads="1"/>
            </p:cNvSpPr>
            <p:nvPr/>
          </p:nvSpPr>
          <p:spPr bwMode="auto">
            <a:xfrm>
              <a:off x="11725893" y="5915379"/>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2" name="Rectangle 303">
              <a:extLst>
                <a:ext uri="{FF2B5EF4-FFF2-40B4-BE49-F238E27FC236}">
                  <a16:creationId xmlns:a16="http://schemas.microsoft.com/office/drawing/2014/main" id="{5246F475-6CE9-44EF-B241-5C98A3993F47}"/>
                </a:ext>
              </a:extLst>
            </p:cNvPr>
            <p:cNvSpPr>
              <a:spLocks noChangeArrowheads="1"/>
            </p:cNvSpPr>
            <p:nvPr/>
          </p:nvSpPr>
          <p:spPr bwMode="auto">
            <a:xfrm>
              <a:off x="35411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3" name="Rectangle 304">
              <a:extLst>
                <a:ext uri="{FF2B5EF4-FFF2-40B4-BE49-F238E27FC236}">
                  <a16:creationId xmlns:a16="http://schemas.microsoft.com/office/drawing/2014/main" id="{0212C143-6DDE-4AC2-94C2-CCD6202BFFBB}"/>
                </a:ext>
              </a:extLst>
            </p:cNvPr>
            <p:cNvSpPr>
              <a:spLocks noChangeArrowheads="1"/>
            </p:cNvSpPr>
            <p:nvPr/>
          </p:nvSpPr>
          <p:spPr bwMode="auto">
            <a:xfrm>
              <a:off x="809543"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4" name="Rectangle 305">
              <a:extLst>
                <a:ext uri="{FF2B5EF4-FFF2-40B4-BE49-F238E27FC236}">
                  <a16:creationId xmlns:a16="http://schemas.microsoft.com/office/drawing/2014/main" id="{DC9D434B-9E3A-4EBA-8C92-28B96B398B1A}"/>
                </a:ext>
              </a:extLst>
            </p:cNvPr>
            <p:cNvSpPr>
              <a:spLocks noChangeArrowheads="1"/>
            </p:cNvSpPr>
            <p:nvPr/>
          </p:nvSpPr>
          <p:spPr bwMode="auto">
            <a:xfrm>
              <a:off x="1263806"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5" name="Rectangle 306">
              <a:extLst>
                <a:ext uri="{FF2B5EF4-FFF2-40B4-BE49-F238E27FC236}">
                  <a16:creationId xmlns:a16="http://schemas.microsoft.com/office/drawing/2014/main" id="{C336F0B6-E934-4035-96C1-1890FAB7FC59}"/>
                </a:ext>
              </a:extLst>
            </p:cNvPr>
            <p:cNvSpPr>
              <a:spLocks noChangeArrowheads="1"/>
            </p:cNvSpPr>
            <p:nvPr/>
          </p:nvSpPr>
          <p:spPr bwMode="auto">
            <a:xfrm>
              <a:off x="1719239"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6" name="Rectangle 307">
              <a:extLst>
                <a:ext uri="{FF2B5EF4-FFF2-40B4-BE49-F238E27FC236}">
                  <a16:creationId xmlns:a16="http://schemas.microsoft.com/office/drawing/2014/main" id="{449858E0-3129-497A-A76F-A7B8CCC41D2C}"/>
                </a:ext>
              </a:extLst>
            </p:cNvPr>
            <p:cNvSpPr>
              <a:spLocks noChangeArrowheads="1"/>
            </p:cNvSpPr>
            <p:nvPr/>
          </p:nvSpPr>
          <p:spPr bwMode="auto">
            <a:xfrm>
              <a:off x="2173502"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7" name="Rectangle 308">
              <a:extLst>
                <a:ext uri="{FF2B5EF4-FFF2-40B4-BE49-F238E27FC236}">
                  <a16:creationId xmlns:a16="http://schemas.microsoft.com/office/drawing/2014/main" id="{5E5A0525-E0F7-473B-BF1D-921297C341BA}"/>
                </a:ext>
              </a:extLst>
            </p:cNvPr>
            <p:cNvSpPr>
              <a:spLocks noChangeArrowheads="1"/>
            </p:cNvSpPr>
            <p:nvPr/>
          </p:nvSpPr>
          <p:spPr bwMode="auto">
            <a:xfrm>
              <a:off x="2628935"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8" name="Rectangle 309">
              <a:extLst>
                <a:ext uri="{FF2B5EF4-FFF2-40B4-BE49-F238E27FC236}">
                  <a16:creationId xmlns:a16="http://schemas.microsoft.com/office/drawing/2014/main" id="{40BA3401-B130-4070-8812-6D1E64DFCA8B}"/>
                </a:ext>
              </a:extLst>
            </p:cNvPr>
            <p:cNvSpPr>
              <a:spLocks noChangeArrowheads="1"/>
            </p:cNvSpPr>
            <p:nvPr/>
          </p:nvSpPr>
          <p:spPr bwMode="auto">
            <a:xfrm>
              <a:off x="3083198"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9" name="Rectangle 310">
              <a:extLst>
                <a:ext uri="{FF2B5EF4-FFF2-40B4-BE49-F238E27FC236}">
                  <a16:creationId xmlns:a16="http://schemas.microsoft.com/office/drawing/2014/main" id="{43428A0F-0399-49CB-B65B-308D799020F2}"/>
                </a:ext>
              </a:extLst>
            </p:cNvPr>
            <p:cNvSpPr>
              <a:spLocks noChangeArrowheads="1"/>
            </p:cNvSpPr>
            <p:nvPr/>
          </p:nvSpPr>
          <p:spPr bwMode="auto">
            <a:xfrm>
              <a:off x="3538630"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0" name="Rectangle 311">
              <a:extLst>
                <a:ext uri="{FF2B5EF4-FFF2-40B4-BE49-F238E27FC236}">
                  <a16:creationId xmlns:a16="http://schemas.microsoft.com/office/drawing/2014/main" id="{03BCC0FA-5699-431F-8C8A-B7CFDACB8F0D}"/>
                </a:ext>
              </a:extLst>
            </p:cNvPr>
            <p:cNvSpPr>
              <a:spLocks noChangeArrowheads="1"/>
            </p:cNvSpPr>
            <p:nvPr/>
          </p:nvSpPr>
          <p:spPr bwMode="auto">
            <a:xfrm>
              <a:off x="3992893"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1" name="Rectangle 312">
              <a:extLst>
                <a:ext uri="{FF2B5EF4-FFF2-40B4-BE49-F238E27FC236}">
                  <a16:creationId xmlns:a16="http://schemas.microsoft.com/office/drawing/2014/main" id="{556516AA-1DCD-4F78-A473-1DD49BC9A983}"/>
                </a:ext>
              </a:extLst>
            </p:cNvPr>
            <p:cNvSpPr>
              <a:spLocks noChangeArrowheads="1"/>
            </p:cNvSpPr>
            <p:nvPr/>
          </p:nvSpPr>
          <p:spPr bwMode="auto">
            <a:xfrm>
              <a:off x="4448327"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2" name="Rectangle 313">
              <a:extLst>
                <a:ext uri="{FF2B5EF4-FFF2-40B4-BE49-F238E27FC236}">
                  <a16:creationId xmlns:a16="http://schemas.microsoft.com/office/drawing/2014/main" id="{CA00595A-8F2B-4D73-846B-3B7A9C584FFE}"/>
                </a:ext>
              </a:extLst>
            </p:cNvPr>
            <p:cNvSpPr>
              <a:spLocks noChangeArrowheads="1"/>
            </p:cNvSpPr>
            <p:nvPr/>
          </p:nvSpPr>
          <p:spPr bwMode="auto">
            <a:xfrm>
              <a:off x="490259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3" name="Rectangle 314">
              <a:extLst>
                <a:ext uri="{FF2B5EF4-FFF2-40B4-BE49-F238E27FC236}">
                  <a16:creationId xmlns:a16="http://schemas.microsoft.com/office/drawing/2014/main" id="{76207ABA-2173-41C4-88F3-C94E5346CD7D}"/>
                </a:ext>
              </a:extLst>
            </p:cNvPr>
            <p:cNvSpPr>
              <a:spLocks noChangeArrowheads="1"/>
            </p:cNvSpPr>
            <p:nvPr/>
          </p:nvSpPr>
          <p:spPr bwMode="auto">
            <a:xfrm>
              <a:off x="5358022"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4" name="Rectangle 315">
              <a:extLst>
                <a:ext uri="{FF2B5EF4-FFF2-40B4-BE49-F238E27FC236}">
                  <a16:creationId xmlns:a16="http://schemas.microsoft.com/office/drawing/2014/main" id="{22D2EBC9-8BFC-4568-9B2E-77642424867E}"/>
                </a:ext>
              </a:extLst>
            </p:cNvPr>
            <p:cNvSpPr>
              <a:spLocks noChangeArrowheads="1"/>
            </p:cNvSpPr>
            <p:nvPr/>
          </p:nvSpPr>
          <p:spPr bwMode="auto">
            <a:xfrm>
              <a:off x="5812285"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5" name="Rectangle 316">
              <a:extLst>
                <a:ext uri="{FF2B5EF4-FFF2-40B4-BE49-F238E27FC236}">
                  <a16:creationId xmlns:a16="http://schemas.microsoft.com/office/drawing/2014/main" id="{BCF3A8ED-BBBB-4991-AF9D-6BECE831C115}"/>
                </a:ext>
              </a:extLst>
            </p:cNvPr>
            <p:cNvSpPr>
              <a:spLocks noChangeArrowheads="1"/>
            </p:cNvSpPr>
            <p:nvPr/>
          </p:nvSpPr>
          <p:spPr bwMode="auto">
            <a:xfrm>
              <a:off x="6267718"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6" name="Rectangle 317">
              <a:extLst>
                <a:ext uri="{FF2B5EF4-FFF2-40B4-BE49-F238E27FC236}">
                  <a16:creationId xmlns:a16="http://schemas.microsoft.com/office/drawing/2014/main" id="{2C735C09-F863-40CC-B903-4E8394118D09}"/>
                </a:ext>
              </a:extLst>
            </p:cNvPr>
            <p:cNvSpPr>
              <a:spLocks noChangeArrowheads="1"/>
            </p:cNvSpPr>
            <p:nvPr/>
          </p:nvSpPr>
          <p:spPr bwMode="auto">
            <a:xfrm>
              <a:off x="6721981"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7" name="Rectangle 318">
              <a:extLst>
                <a:ext uri="{FF2B5EF4-FFF2-40B4-BE49-F238E27FC236}">
                  <a16:creationId xmlns:a16="http://schemas.microsoft.com/office/drawing/2014/main" id="{5B9A0F98-970C-4A0E-A6C7-B55BCE0CEDB0}"/>
                </a:ext>
              </a:extLst>
            </p:cNvPr>
            <p:cNvSpPr>
              <a:spLocks noChangeArrowheads="1"/>
            </p:cNvSpPr>
            <p:nvPr/>
          </p:nvSpPr>
          <p:spPr bwMode="auto">
            <a:xfrm>
              <a:off x="7177414"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8" name="Rectangle 319">
              <a:extLst>
                <a:ext uri="{FF2B5EF4-FFF2-40B4-BE49-F238E27FC236}">
                  <a16:creationId xmlns:a16="http://schemas.microsoft.com/office/drawing/2014/main" id="{19BA8D7A-9A73-4E82-8C3D-2920BAD2FB88}"/>
                </a:ext>
              </a:extLst>
            </p:cNvPr>
            <p:cNvSpPr>
              <a:spLocks noChangeArrowheads="1"/>
            </p:cNvSpPr>
            <p:nvPr/>
          </p:nvSpPr>
          <p:spPr bwMode="auto">
            <a:xfrm>
              <a:off x="7631676"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9" name="Rectangle 320">
              <a:extLst>
                <a:ext uri="{FF2B5EF4-FFF2-40B4-BE49-F238E27FC236}">
                  <a16:creationId xmlns:a16="http://schemas.microsoft.com/office/drawing/2014/main" id="{15718E9B-0168-4026-9DA9-25FB77F48789}"/>
                </a:ext>
              </a:extLst>
            </p:cNvPr>
            <p:cNvSpPr>
              <a:spLocks noChangeArrowheads="1"/>
            </p:cNvSpPr>
            <p:nvPr/>
          </p:nvSpPr>
          <p:spPr bwMode="auto">
            <a:xfrm>
              <a:off x="8087110"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0" name="Rectangle 321">
              <a:extLst>
                <a:ext uri="{FF2B5EF4-FFF2-40B4-BE49-F238E27FC236}">
                  <a16:creationId xmlns:a16="http://schemas.microsoft.com/office/drawing/2014/main" id="{66E782F6-03F2-4976-9939-4FFC8A6D9B6C}"/>
                </a:ext>
              </a:extLst>
            </p:cNvPr>
            <p:cNvSpPr>
              <a:spLocks noChangeArrowheads="1"/>
            </p:cNvSpPr>
            <p:nvPr/>
          </p:nvSpPr>
          <p:spPr bwMode="auto">
            <a:xfrm>
              <a:off x="8541373"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1" name="Rectangle 322">
              <a:extLst>
                <a:ext uri="{FF2B5EF4-FFF2-40B4-BE49-F238E27FC236}">
                  <a16:creationId xmlns:a16="http://schemas.microsoft.com/office/drawing/2014/main" id="{0EFF48D8-9A72-4410-B099-6490C047945F}"/>
                </a:ext>
              </a:extLst>
            </p:cNvPr>
            <p:cNvSpPr>
              <a:spLocks noChangeArrowheads="1"/>
            </p:cNvSpPr>
            <p:nvPr/>
          </p:nvSpPr>
          <p:spPr bwMode="auto">
            <a:xfrm>
              <a:off x="8996805"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2" name="Rectangle 323">
              <a:extLst>
                <a:ext uri="{FF2B5EF4-FFF2-40B4-BE49-F238E27FC236}">
                  <a16:creationId xmlns:a16="http://schemas.microsoft.com/office/drawing/2014/main" id="{8C821438-F658-42B0-81BE-28EF12CD7F62}"/>
                </a:ext>
              </a:extLst>
            </p:cNvPr>
            <p:cNvSpPr>
              <a:spLocks noChangeArrowheads="1"/>
            </p:cNvSpPr>
            <p:nvPr/>
          </p:nvSpPr>
          <p:spPr bwMode="auto">
            <a:xfrm>
              <a:off x="9451068" y="6422607"/>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3" name="Rectangle 324">
              <a:extLst>
                <a:ext uri="{FF2B5EF4-FFF2-40B4-BE49-F238E27FC236}">
                  <a16:creationId xmlns:a16="http://schemas.microsoft.com/office/drawing/2014/main" id="{280043D3-9357-4611-AA94-C9B58CB0E681}"/>
                </a:ext>
              </a:extLst>
            </p:cNvPr>
            <p:cNvSpPr>
              <a:spLocks noChangeArrowheads="1"/>
            </p:cNvSpPr>
            <p:nvPr/>
          </p:nvSpPr>
          <p:spPr bwMode="auto">
            <a:xfrm>
              <a:off x="9906502"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4" name="Rectangle 325">
              <a:extLst>
                <a:ext uri="{FF2B5EF4-FFF2-40B4-BE49-F238E27FC236}">
                  <a16:creationId xmlns:a16="http://schemas.microsoft.com/office/drawing/2014/main" id="{D7287905-0D7C-4A58-ABD6-A6554D1765E8}"/>
                </a:ext>
              </a:extLst>
            </p:cNvPr>
            <p:cNvSpPr>
              <a:spLocks noChangeArrowheads="1"/>
            </p:cNvSpPr>
            <p:nvPr/>
          </p:nvSpPr>
          <p:spPr bwMode="auto">
            <a:xfrm>
              <a:off x="10360764"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5" name="Rectangle 326">
              <a:extLst>
                <a:ext uri="{FF2B5EF4-FFF2-40B4-BE49-F238E27FC236}">
                  <a16:creationId xmlns:a16="http://schemas.microsoft.com/office/drawing/2014/main" id="{1D0E79F1-1AC9-47BF-B7F0-F709B8B444EB}"/>
                </a:ext>
              </a:extLst>
            </p:cNvPr>
            <p:cNvSpPr>
              <a:spLocks noChangeArrowheads="1"/>
            </p:cNvSpPr>
            <p:nvPr/>
          </p:nvSpPr>
          <p:spPr bwMode="auto">
            <a:xfrm>
              <a:off x="10816197" y="6422607"/>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6" name="Rectangle 327">
              <a:extLst>
                <a:ext uri="{FF2B5EF4-FFF2-40B4-BE49-F238E27FC236}">
                  <a16:creationId xmlns:a16="http://schemas.microsoft.com/office/drawing/2014/main" id="{83AB9594-60A2-4730-A801-A458EEE55EFB}"/>
                </a:ext>
              </a:extLst>
            </p:cNvPr>
            <p:cNvSpPr>
              <a:spLocks noChangeArrowheads="1"/>
            </p:cNvSpPr>
            <p:nvPr/>
          </p:nvSpPr>
          <p:spPr bwMode="auto">
            <a:xfrm>
              <a:off x="1127046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7" name="Rectangle 328">
              <a:extLst>
                <a:ext uri="{FF2B5EF4-FFF2-40B4-BE49-F238E27FC236}">
                  <a16:creationId xmlns:a16="http://schemas.microsoft.com/office/drawing/2014/main" id="{62B13014-86D5-44D0-A96C-D2A34A6B60DE}"/>
                </a:ext>
              </a:extLst>
            </p:cNvPr>
            <p:cNvSpPr>
              <a:spLocks noChangeArrowheads="1"/>
            </p:cNvSpPr>
            <p:nvPr/>
          </p:nvSpPr>
          <p:spPr bwMode="auto">
            <a:xfrm>
              <a:off x="11725893"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
        <p:nvSpPr>
          <p:cNvPr id="2" name="Title 1"/>
          <p:cNvSpPr>
            <a:spLocks noGrp="1"/>
          </p:cNvSpPr>
          <p:nvPr>
            <p:ph type="ctrTitle"/>
          </p:nvPr>
        </p:nvSpPr>
        <p:spPr>
          <a:xfrm>
            <a:off x="3530893" y="2165593"/>
            <a:ext cx="5086633" cy="1943114"/>
          </a:xfrm>
        </p:spPr>
        <p:txBody>
          <a:bodyPr anchor="ctr">
            <a:noAutofit/>
          </a:bodyPr>
          <a:lstStyle>
            <a:lvl1pPr algn="ctr">
              <a:lnSpc>
                <a:spcPct val="90000"/>
              </a:lnSpc>
              <a:defRPr lang="en-US" sz="6000" b="1" kern="1200" smtClean="0">
                <a:solidFill>
                  <a:schemeClr val="bg1"/>
                </a:solidFill>
                <a:latin typeface="+mn-lt"/>
                <a:ea typeface="Segoe UI Black" panose="020B0A02040204020203" pitchFamily="34" charset="0"/>
                <a:cs typeface="+mj-cs"/>
              </a:defRPr>
            </a:lvl1pPr>
          </a:lstStyle>
          <a:p>
            <a:r>
              <a:rPr lang="en-US" dirty="0"/>
              <a:t>Click to edit</a:t>
            </a:r>
          </a:p>
        </p:txBody>
      </p:sp>
      <p:sp>
        <p:nvSpPr>
          <p:cNvPr id="3" name="Subtitle 2"/>
          <p:cNvSpPr>
            <a:spLocks noGrp="1"/>
          </p:cNvSpPr>
          <p:nvPr>
            <p:ph type="subTitle" idx="1"/>
          </p:nvPr>
        </p:nvSpPr>
        <p:spPr>
          <a:xfrm>
            <a:off x="3530893" y="4593057"/>
            <a:ext cx="5086633" cy="531269"/>
          </a:xfrm>
        </p:spPr>
        <p:txBody>
          <a:bodyPr>
            <a:normAutofit/>
          </a:bodyPr>
          <a:lstStyle>
            <a:lvl1pPr marL="0" indent="0" algn="ctr">
              <a:buNone/>
              <a:defRPr lang="en-US" sz="2400" kern="1200" smtClean="0">
                <a:solidFill>
                  <a:schemeClr val="accent2"/>
                </a:solidFill>
                <a:latin typeface="+mn-lt"/>
                <a:ea typeface="+mj-ea"/>
                <a:cs typeface="+mj-cs"/>
              </a:defRPr>
            </a:lvl1pPr>
            <a:lvl2pPr marL="609468" indent="0" algn="ctr">
              <a:buNone/>
              <a:defRPr>
                <a:solidFill>
                  <a:schemeClr val="tx1">
                    <a:tint val="75000"/>
                  </a:schemeClr>
                </a:solidFill>
              </a:defRPr>
            </a:lvl2pPr>
            <a:lvl3pPr marL="1218936" indent="0" algn="ctr">
              <a:buNone/>
              <a:defRPr>
                <a:solidFill>
                  <a:schemeClr val="tx1">
                    <a:tint val="75000"/>
                  </a:schemeClr>
                </a:solidFill>
              </a:defRPr>
            </a:lvl3pPr>
            <a:lvl4pPr marL="1828404" indent="0" algn="ctr">
              <a:buNone/>
              <a:defRPr>
                <a:solidFill>
                  <a:schemeClr val="tx1">
                    <a:tint val="75000"/>
                  </a:schemeClr>
                </a:solidFill>
              </a:defRPr>
            </a:lvl4pPr>
            <a:lvl5pPr marL="2437872" indent="0" algn="ctr">
              <a:buNone/>
              <a:defRPr>
                <a:solidFill>
                  <a:schemeClr val="tx1">
                    <a:tint val="75000"/>
                  </a:schemeClr>
                </a:solidFill>
              </a:defRPr>
            </a:lvl5pPr>
            <a:lvl6pPr marL="3047340" indent="0" algn="ctr">
              <a:buNone/>
              <a:defRPr>
                <a:solidFill>
                  <a:schemeClr val="tx1">
                    <a:tint val="75000"/>
                  </a:schemeClr>
                </a:solidFill>
              </a:defRPr>
            </a:lvl6pPr>
            <a:lvl7pPr marL="3656808" indent="0" algn="ctr">
              <a:buNone/>
              <a:defRPr>
                <a:solidFill>
                  <a:schemeClr val="tx1">
                    <a:tint val="75000"/>
                  </a:schemeClr>
                </a:solidFill>
              </a:defRPr>
            </a:lvl7pPr>
            <a:lvl8pPr marL="4266275" indent="0" algn="ctr">
              <a:buNone/>
              <a:defRPr>
                <a:solidFill>
                  <a:schemeClr val="tx1">
                    <a:tint val="75000"/>
                  </a:schemeClr>
                </a:solidFill>
              </a:defRPr>
            </a:lvl8pPr>
            <a:lvl9pPr marL="4875744"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9578D6DB-6798-42D2-B9AD-FC6F1C72FC30}" type="datetimeFigureOut">
              <a:rPr lang="en-US" smtClean="0"/>
              <a:pPr/>
              <a:t>7/13/2026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r>
              <a:rPr lang="en-US" dirty="0"/>
              <a:t>www.anubhavtrainings.com</a:t>
            </a:r>
          </a:p>
        </p:txBody>
      </p:sp>
      <p:cxnSp>
        <p:nvCxnSpPr>
          <p:cNvPr id="263" name="Straight Connector 262">
            <a:extLst>
              <a:ext uri="{FF2B5EF4-FFF2-40B4-BE49-F238E27FC236}">
                <a16:creationId xmlns:a16="http://schemas.microsoft.com/office/drawing/2014/main" id="{2F3DD772-972B-4AAC-A0E6-89474032E07C}"/>
              </a:ext>
            </a:extLst>
          </p:cNvPr>
          <p:cNvCxnSpPr>
            <a:cxnSpLocks/>
          </p:cNvCxnSpPr>
          <p:nvPr userDrawn="1"/>
        </p:nvCxnSpPr>
        <p:spPr>
          <a:xfrm flipV="1">
            <a:off x="3530895" y="1938989"/>
            <a:ext cx="5086632" cy="13976"/>
          </a:xfrm>
          <a:prstGeom prst="line">
            <a:avLst/>
          </a:prstGeom>
          <a:ln w="254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67" name="Straight Connector 266">
            <a:extLst>
              <a:ext uri="{FF2B5EF4-FFF2-40B4-BE49-F238E27FC236}">
                <a16:creationId xmlns:a16="http://schemas.microsoft.com/office/drawing/2014/main" id="{4DEFF758-3B08-4F1C-869F-4C6B6755CFC3}"/>
              </a:ext>
            </a:extLst>
          </p:cNvPr>
          <p:cNvCxnSpPr>
            <a:cxnSpLocks/>
          </p:cNvCxnSpPr>
          <p:nvPr userDrawn="1"/>
        </p:nvCxnSpPr>
        <p:spPr>
          <a:xfrm flipV="1">
            <a:off x="3530895" y="4382337"/>
            <a:ext cx="5086632" cy="13976"/>
          </a:xfrm>
          <a:prstGeom prst="line">
            <a:avLst/>
          </a:prstGeom>
          <a:ln w="25400" cap="rnd">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41541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accent1"/>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404F2-BE9A-4460-8815-8F645183555F}" type="datetimeFigureOut">
              <a:rPr lang="en-US" smtClean="0"/>
              <a:pPr/>
              <a:t>7/13/2026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lvl1pPr>
              <a:defRPr/>
            </a:lvl1pPr>
          </a:lstStyle>
          <a:p>
            <a:r>
              <a:rPr lang="en-US" dirty="0"/>
              <a:t>www.anubhavtrainings.com</a:t>
            </a:r>
          </a:p>
        </p:txBody>
      </p:sp>
      <p:grpSp>
        <p:nvGrpSpPr>
          <p:cNvPr id="5" name="Group 4">
            <a:extLst>
              <a:ext uri="{FF2B5EF4-FFF2-40B4-BE49-F238E27FC236}">
                <a16:creationId xmlns:a16="http://schemas.microsoft.com/office/drawing/2014/main" id="{5F84C837-9DCF-4D09-8477-144AEA6C872E}"/>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6" name="Group 5">
              <a:extLst>
                <a:ext uri="{FF2B5EF4-FFF2-40B4-BE49-F238E27FC236}">
                  <a16:creationId xmlns:a16="http://schemas.microsoft.com/office/drawing/2014/main" id="{C87704B4-D820-4D37-AD30-8A5EB8A7D887}"/>
                </a:ext>
              </a:extLst>
            </p:cNvPr>
            <p:cNvGrpSpPr/>
            <p:nvPr/>
          </p:nvGrpSpPr>
          <p:grpSpPr>
            <a:xfrm>
              <a:off x="354110" y="326571"/>
              <a:ext cx="11480604" cy="109990"/>
              <a:chOff x="354110" y="326571"/>
              <a:chExt cx="11480604" cy="109990"/>
            </a:xfrm>
            <a:grpFill/>
          </p:grpSpPr>
          <p:sp>
            <p:nvSpPr>
              <p:cNvPr id="331" name="Rectangle 5">
                <a:extLst>
                  <a:ext uri="{FF2B5EF4-FFF2-40B4-BE49-F238E27FC236}">
                    <a16:creationId xmlns:a16="http://schemas.microsoft.com/office/drawing/2014/main" id="{A5DE7724-0266-4B26-B3E0-F4A53755EFD0}"/>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6">
                <a:extLst>
                  <a:ext uri="{FF2B5EF4-FFF2-40B4-BE49-F238E27FC236}">
                    <a16:creationId xmlns:a16="http://schemas.microsoft.com/office/drawing/2014/main" id="{92B81F68-69F1-412A-BA88-7CA31ABBD49C}"/>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7">
                <a:extLst>
                  <a:ext uri="{FF2B5EF4-FFF2-40B4-BE49-F238E27FC236}">
                    <a16:creationId xmlns:a16="http://schemas.microsoft.com/office/drawing/2014/main" id="{0DDE4945-C355-486A-AC39-DC1CBDD53A24}"/>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8">
                <a:extLst>
                  <a:ext uri="{FF2B5EF4-FFF2-40B4-BE49-F238E27FC236}">
                    <a16:creationId xmlns:a16="http://schemas.microsoft.com/office/drawing/2014/main" id="{17174557-3DA8-460E-9EA2-59F750420CB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9">
                <a:extLst>
                  <a:ext uri="{FF2B5EF4-FFF2-40B4-BE49-F238E27FC236}">
                    <a16:creationId xmlns:a16="http://schemas.microsoft.com/office/drawing/2014/main" id="{911127AB-1DEB-4137-A7FC-F7DE993952FC}"/>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10">
                <a:extLst>
                  <a:ext uri="{FF2B5EF4-FFF2-40B4-BE49-F238E27FC236}">
                    <a16:creationId xmlns:a16="http://schemas.microsoft.com/office/drawing/2014/main" id="{4E17A780-BA9E-4864-B26E-9C35A8E0639E}"/>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7" name="Rectangle 11">
                <a:extLst>
                  <a:ext uri="{FF2B5EF4-FFF2-40B4-BE49-F238E27FC236}">
                    <a16:creationId xmlns:a16="http://schemas.microsoft.com/office/drawing/2014/main" id="{314C61F4-16FA-4712-81C9-E6993CF2E328}"/>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12">
                <a:extLst>
                  <a:ext uri="{FF2B5EF4-FFF2-40B4-BE49-F238E27FC236}">
                    <a16:creationId xmlns:a16="http://schemas.microsoft.com/office/drawing/2014/main" id="{9B524249-3869-485B-86A9-F6134949E331}"/>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13">
                <a:extLst>
                  <a:ext uri="{FF2B5EF4-FFF2-40B4-BE49-F238E27FC236}">
                    <a16:creationId xmlns:a16="http://schemas.microsoft.com/office/drawing/2014/main" id="{DAAD3B7E-EB92-41AE-846B-19E6FD8D82DC}"/>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14">
                <a:extLst>
                  <a:ext uri="{FF2B5EF4-FFF2-40B4-BE49-F238E27FC236}">
                    <a16:creationId xmlns:a16="http://schemas.microsoft.com/office/drawing/2014/main" id="{7F852861-98F4-44DF-AF49-726C8F948D96}"/>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15">
                <a:extLst>
                  <a:ext uri="{FF2B5EF4-FFF2-40B4-BE49-F238E27FC236}">
                    <a16:creationId xmlns:a16="http://schemas.microsoft.com/office/drawing/2014/main" id="{0569D434-561F-415D-ADEF-1C97BBF45E15}"/>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6">
                <a:extLst>
                  <a:ext uri="{FF2B5EF4-FFF2-40B4-BE49-F238E27FC236}">
                    <a16:creationId xmlns:a16="http://schemas.microsoft.com/office/drawing/2014/main" id="{E51E1051-20E9-499B-9F47-D453C9C4AD7B}"/>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7">
                <a:extLst>
                  <a:ext uri="{FF2B5EF4-FFF2-40B4-BE49-F238E27FC236}">
                    <a16:creationId xmlns:a16="http://schemas.microsoft.com/office/drawing/2014/main" id="{0A15F00D-D432-491D-BD07-4D98418B4734}"/>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8">
                <a:extLst>
                  <a:ext uri="{FF2B5EF4-FFF2-40B4-BE49-F238E27FC236}">
                    <a16:creationId xmlns:a16="http://schemas.microsoft.com/office/drawing/2014/main" id="{E5C71B9E-2FEA-4B4A-9DAF-57371D0345E4}"/>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9">
                <a:extLst>
                  <a:ext uri="{FF2B5EF4-FFF2-40B4-BE49-F238E27FC236}">
                    <a16:creationId xmlns:a16="http://schemas.microsoft.com/office/drawing/2014/main" id="{0837AE5A-71E5-461E-86F8-382E419F4CEE}"/>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20">
                <a:extLst>
                  <a:ext uri="{FF2B5EF4-FFF2-40B4-BE49-F238E27FC236}">
                    <a16:creationId xmlns:a16="http://schemas.microsoft.com/office/drawing/2014/main" id="{226E3A9F-A5DF-4BD9-8BF9-BD63B178B3AA}"/>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21">
                <a:extLst>
                  <a:ext uri="{FF2B5EF4-FFF2-40B4-BE49-F238E27FC236}">
                    <a16:creationId xmlns:a16="http://schemas.microsoft.com/office/drawing/2014/main" id="{0E15EBF9-0C38-49EB-BCE1-F087FE7B15EF}"/>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22">
                <a:extLst>
                  <a:ext uri="{FF2B5EF4-FFF2-40B4-BE49-F238E27FC236}">
                    <a16:creationId xmlns:a16="http://schemas.microsoft.com/office/drawing/2014/main" id="{CC706D37-6C28-4D62-837A-3DCE52AF5FFE}"/>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23">
                <a:extLst>
                  <a:ext uri="{FF2B5EF4-FFF2-40B4-BE49-F238E27FC236}">
                    <a16:creationId xmlns:a16="http://schemas.microsoft.com/office/drawing/2014/main" id="{322A967E-C401-4E57-A3E0-032F5B3EE884}"/>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24">
                <a:extLst>
                  <a:ext uri="{FF2B5EF4-FFF2-40B4-BE49-F238E27FC236}">
                    <a16:creationId xmlns:a16="http://schemas.microsoft.com/office/drawing/2014/main" id="{4E47C428-6492-4775-B7F6-D97F4C21EE0A}"/>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25">
                <a:extLst>
                  <a:ext uri="{FF2B5EF4-FFF2-40B4-BE49-F238E27FC236}">
                    <a16:creationId xmlns:a16="http://schemas.microsoft.com/office/drawing/2014/main" id="{4FFE08B7-F49D-4351-AE15-CBCE56729225}"/>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6">
                <a:extLst>
                  <a:ext uri="{FF2B5EF4-FFF2-40B4-BE49-F238E27FC236}">
                    <a16:creationId xmlns:a16="http://schemas.microsoft.com/office/drawing/2014/main" id="{6ACFDA49-281E-4897-9BD4-34DD13A79222}"/>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7">
                <a:extLst>
                  <a:ext uri="{FF2B5EF4-FFF2-40B4-BE49-F238E27FC236}">
                    <a16:creationId xmlns:a16="http://schemas.microsoft.com/office/drawing/2014/main" id="{575841DC-16E8-4CB3-B2BC-119E646F211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8">
                <a:extLst>
                  <a:ext uri="{FF2B5EF4-FFF2-40B4-BE49-F238E27FC236}">
                    <a16:creationId xmlns:a16="http://schemas.microsoft.com/office/drawing/2014/main" id="{E1ED8453-673F-4AFA-BA06-840415974D38}"/>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9">
                <a:extLst>
                  <a:ext uri="{FF2B5EF4-FFF2-40B4-BE49-F238E27FC236}">
                    <a16:creationId xmlns:a16="http://schemas.microsoft.com/office/drawing/2014/main" id="{DC901148-F99B-414C-A333-EA3FE0A59038}"/>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30">
                <a:extLst>
                  <a:ext uri="{FF2B5EF4-FFF2-40B4-BE49-F238E27FC236}">
                    <a16:creationId xmlns:a16="http://schemas.microsoft.com/office/drawing/2014/main" id="{D5A0830B-E1AB-410A-8A04-76CEB6D7EF5C}"/>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7" name="Group 6">
              <a:extLst>
                <a:ext uri="{FF2B5EF4-FFF2-40B4-BE49-F238E27FC236}">
                  <a16:creationId xmlns:a16="http://schemas.microsoft.com/office/drawing/2014/main" id="{0440C2EB-8720-4F5C-8F92-8632FE72EE8A}"/>
                </a:ext>
              </a:extLst>
            </p:cNvPr>
            <p:cNvGrpSpPr/>
            <p:nvPr/>
          </p:nvGrpSpPr>
          <p:grpSpPr>
            <a:xfrm>
              <a:off x="354110" y="833283"/>
              <a:ext cx="11480604" cy="108822"/>
              <a:chOff x="354110" y="834963"/>
              <a:chExt cx="11480604" cy="108822"/>
            </a:xfrm>
            <a:grpFill/>
          </p:grpSpPr>
          <p:sp>
            <p:nvSpPr>
              <p:cNvPr id="305" name="Rectangle 32">
                <a:extLst>
                  <a:ext uri="{FF2B5EF4-FFF2-40B4-BE49-F238E27FC236}">
                    <a16:creationId xmlns:a16="http://schemas.microsoft.com/office/drawing/2014/main" id="{EF02C6FC-5D3B-435D-860D-5BB6346A134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33">
                <a:extLst>
                  <a:ext uri="{FF2B5EF4-FFF2-40B4-BE49-F238E27FC236}">
                    <a16:creationId xmlns:a16="http://schemas.microsoft.com/office/drawing/2014/main" id="{BC57A1E8-0766-4B17-941D-E18BE4B6C2F8}"/>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34">
                <a:extLst>
                  <a:ext uri="{FF2B5EF4-FFF2-40B4-BE49-F238E27FC236}">
                    <a16:creationId xmlns:a16="http://schemas.microsoft.com/office/drawing/2014/main" id="{21113A2C-E54A-447E-8F53-B5082437AEA4}"/>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35">
                <a:extLst>
                  <a:ext uri="{FF2B5EF4-FFF2-40B4-BE49-F238E27FC236}">
                    <a16:creationId xmlns:a16="http://schemas.microsoft.com/office/drawing/2014/main" id="{6F7DC80F-E11F-4661-A499-8EDA910AA76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36">
                <a:extLst>
                  <a:ext uri="{FF2B5EF4-FFF2-40B4-BE49-F238E27FC236}">
                    <a16:creationId xmlns:a16="http://schemas.microsoft.com/office/drawing/2014/main" id="{8CD34363-9B07-446F-99AC-0743548944C5}"/>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37">
                <a:extLst>
                  <a:ext uri="{FF2B5EF4-FFF2-40B4-BE49-F238E27FC236}">
                    <a16:creationId xmlns:a16="http://schemas.microsoft.com/office/drawing/2014/main" id="{77985A41-F2CB-46B1-8553-15C2148C4039}"/>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1" name="Rectangle 38">
                <a:extLst>
                  <a:ext uri="{FF2B5EF4-FFF2-40B4-BE49-F238E27FC236}">
                    <a16:creationId xmlns:a16="http://schemas.microsoft.com/office/drawing/2014/main" id="{90E6D67E-F055-4BC9-BE22-0DBDC394D956}"/>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9">
                <a:extLst>
                  <a:ext uri="{FF2B5EF4-FFF2-40B4-BE49-F238E27FC236}">
                    <a16:creationId xmlns:a16="http://schemas.microsoft.com/office/drawing/2014/main" id="{0228932B-BBDB-40C1-A9A1-395D14495983}"/>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40">
                <a:extLst>
                  <a:ext uri="{FF2B5EF4-FFF2-40B4-BE49-F238E27FC236}">
                    <a16:creationId xmlns:a16="http://schemas.microsoft.com/office/drawing/2014/main" id="{B5CE198A-88BB-4A73-AC8E-4EBF9A34A8FF}"/>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41">
                <a:extLst>
                  <a:ext uri="{FF2B5EF4-FFF2-40B4-BE49-F238E27FC236}">
                    <a16:creationId xmlns:a16="http://schemas.microsoft.com/office/drawing/2014/main" id="{8B97A0DC-41F9-44D7-B0F6-04A2CDE90136}"/>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42">
                <a:extLst>
                  <a:ext uri="{FF2B5EF4-FFF2-40B4-BE49-F238E27FC236}">
                    <a16:creationId xmlns:a16="http://schemas.microsoft.com/office/drawing/2014/main" id="{BD4550CC-C766-4008-A027-D4AD0A7C2261}"/>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43">
                <a:extLst>
                  <a:ext uri="{FF2B5EF4-FFF2-40B4-BE49-F238E27FC236}">
                    <a16:creationId xmlns:a16="http://schemas.microsoft.com/office/drawing/2014/main" id="{5AEFD14B-8AC0-49F9-8636-E56150138984}"/>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44">
                <a:extLst>
                  <a:ext uri="{FF2B5EF4-FFF2-40B4-BE49-F238E27FC236}">
                    <a16:creationId xmlns:a16="http://schemas.microsoft.com/office/drawing/2014/main" id="{F5728382-2E4A-44CB-B18D-09E3832100C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45">
                <a:extLst>
                  <a:ext uri="{FF2B5EF4-FFF2-40B4-BE49-F238E27FC236}">
                    <a16:creationId xmlns:a16="http://schemas.microsoft.com/office/drawing/2014/main" id="{A37A49D1-6574-424E-A93E-54D01DF37EB3}"/>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6">
                <a:extLst>
                  <a:ext uri="{FF2B5EF4-FFF2-40B4-BE49-F238E27FC236}">
                    <a16:creationId xmlns:a16="http://schemas.microsoft.com/office/drawing/2014/main" id="{20D0DBF2-AF64-41DB-8881-E697C0FB2F69}"/>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7">
                <a:extLst>
                  <a:ext uri="{FF2B5EF4-FFF2-40B4-BE49-F238E27FC236}">
                    <a16:creationId xmlns:a16="http://schemas.microsoft.com/office/drawing/2014/main" id="{16993E22-9E00-4371-97E9-BC2FEC2901F4}"/>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8">
                <a:extLst>
                  <a:ext uri="{FF2B5EF4-FFF2-40B4-BE49-F238E27FC236}">
                    <a16:creationId xmlns:a16="http://schemas.microsoft.com/office/drawing/2014/main" id="{3179D9A5-A656-445A-AEB3-41E85991FED6}"/>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9">
                <a:extLst>
                  <a:ext uri="{FF2B5EF4-FFF2-40B4-BE49-F238E27FC236}">
                    <a16:creationId xmlns:a16="http://schemas.microsoft.com/office/drawing/2014/main" id="{FC5854E8-7F75-4352-B984-69A650316BAF}"/>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50">
                <a:extLst>
                  <a:ext uri="{FF2B5EF4-FFF2-40B4-BE49-F238E27FC236}">
                    <a16:creationId xmlns:a16="http://schemas.microsoft.com/office/drawing/2014/main" id="{AF0E170F-2C99-4781-9DAD-76DB2ECCBF63}"/>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51">
                <a:extLst>
                  <a:ext uri="{FF2B5EF4-FFF2-40B4-BE49-F238E27FC236}">
                    <a16:creationId xmlns:a16="http://schemas.microsoft.com/office/drawing/2014/main" id="{28A11474-FB86-497C-99B9-4844B293C67D}"/>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52">
                <a:extLst>
                  <a:ext uri="{FF2B5EF4-FFF2-40B4-BE49-F238E27FC236}">
                    <a16:creationId xmlns:a16="http://schemas.microsoft.com/office/drawing/2014/main" id="{05C3E46C-5F7E-4619-BF04-C2ADA9C98EB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53">
                <a:extLst>
                  <a:ext uri="{FF2B5EF4-FFF2-40B4-BE49-F238E27FC236}">
                    <a16:creationId xmlns:a16="http://schemas.microsoft.com/office/drawing/2014/main" id="{9C1B1068-38BC-4829-B1BD-84365C3B1FF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54">
                <a:extLst>
                  <a:ext uri="{FF2B5EF4-FFF2-40B4-BE49-F238E27FC236}">
                    <a16:creationId xmlns:a16="http://schemas.microsoft.com/office/drawing/2014/main" id="{86E8EEE5-A3C1-475B-B8D0-270016066D72}"/>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55">
                <a:extLst>
                  <a:ext uri="{FF2B5EF4-FFF2-40B4-BE49-F238E27FC236}">
                    <a16:creationId xmlns:a16="http://schemas.microsoft.com/office/drawing/2014/main" id="{746D302C-49CD-4082-A33B-0C8A909D3E0D}"/>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6">
                <a:extLst>
                  <a:ext uri="{FF2B5EF4-FFF2-40B4-BE49-F238E27FC236}">
                    <a16:creationId xmlns:a16="http://schemas.microsoft.com/office/drawing/2014/main" id="{4BBCB6AB-A251-4BF9-9D8C-3C637CBB1810}"/>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7">
                <a:extLst>
                  <a:ext uri="{FF2B5EF4-FFF2-40B4-BE49-F238E27FC236}">
                    <a16:creationId xmlns:a16="http://schemas.microsoft.com/office/drawing/2014/main" id="{62940D8C-E4DD-44D0-B41A-E71282E21DC5}"/>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8" name="Group 7">
              <a:extLst>
                <a:ext uri="{FF2B5EF4-FFF2-40B4-BE49-F238E27FC236}">
                  <a16:creationId xmlns:a16="http://schemas.microsoft.com/office/drawing/2014/main" id="{FDB7BC43-BB8B-4C07-9AD5-56CA6D4AF9C1}"/>
                </a:ext>
              </a:extLst>
            </p:cNvPr>
            <p:cNvGrpSpPr/>
            <p:nvPr/>
          </p:nvGrpSpPr>
          <p:grpSpPr>
            <a:xfrm>
              <a:off x="354110" y="1338827"/>
              <a:ext cx="11480604" cy="109990"/>
              <a:chOff x="354110" y="1342187"/>
              <a:chExt cx="11480604" cy="109990"/>
            </a:xfrm>
            <a:grpFill/>
          </p:grpSpPr>
          <p:sp>
            <p:nvSpPr>
              <p:cNvPr id="279" name="Rectangle 59">
                <a:extLst>
                  <a:ext uri="{FF2B5EF4-FFF2-40B4-BE49-F238E27FC236}">
                    <a16:creationId xmlns:a16="http://schemas.microsoft.com/office/drawing/2014/main" id="{13ADCA1F-7FF7-48B7-ADB4-DFA0248FF606}"/>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60">
                <a:extLst>
                  <a:ext uri="{FF2B5EF4-FFF2-40B4-BE49-F238E27FC236}">
                    <a16:creationId xmlns:a16="http://schemas.microsoft.com/office/drawing/2014/main" id="{5AD937D1-C68B-4F0D-ADEA-F3D1DE5947C0}"/>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61">
                <a:extLst>
                  <a:ext uri="{FF2B5EF4-FFF2-40B4-BE49-F238E27FC236}">
                    <a16:creationId xmlns:a16="http://schemas.microsoft.com/office/drawing/2014/main" id="{23E5266C-E488-4F40-B9BF-394BA98F35B0}"/>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62">
                <a:extLst>
                  <a:ext uri="{FF2B5EF4-FFF2-40B4-BE49-F238E27FC236}">
                    <a16:creationId xmlns:a16="http://schemas.microsoft.com/office/drawing/2014/main" id="{4F7FCCF1-F609-49F4-B325-65797AA4CB32}"/>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63">
                <a:extLst>
                  <a:ext uri="{FF2B5EF4-FFF2-40B4-BE49-F238E27FC236}">
                    <a16:creationId xmlns:a16="http://schemas.microsoft.com/office/drawing/2014/main" id="{2E25BA80-BA5B-4875-AC25-EC30179E5F22}"/>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64">
                <a:extLst>
                  <a:ext uri="{FF2B5EF4-FFF2-40B4-BE49-F238E27FC236}">
                    <a16:creationId xmlns:a16="http://schemas.microsoft.com/office/drawing/2014/main" id="{09628177-D54C-4C14-BD67-B47A10B54822}"/>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5" name="Rectangle 65">
                <a:extLst>
                  <a:ext uri="{FF2B5EF4-FFF2-40B4-BE49-F238E27FC236}">
                    <a16:creationId xmlns:a16="http://schemas.microsoft.com/office/drawing/2014/main" id="{BD99C527-73CA-4724-A08D-E49D7BA2655E}"/>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6">
                <a:extLst>
                  <a:ext uri="{FF2B5EF4-FFF2-40B4-BE49-F238E27FC236}">
                    <a16:creationId xmlns:a16="http://schemas.microsoft.com/office/drawing/2014/main" id="{9A4D76E3-5CA7-46C2-930A-CF883079E8BB}"/>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7">
                <a:extLst>
                  <a:ext uri="{FF2B5EF4-FFF2-40B4-BE49-F238E27FC236}">
                    <a16:creationId xmlns:a16="http://schemas.microsoft.com/office/drawing/2014/main" id="{1B09DF21-850D-4386-91AE-BE671CF242C2}"/>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8">
                <a:extLst>
                  <a:ext uri="{FF2B5EF4-FFF2-40B4-BE49-F238E27FC236}">
                    <a16:creationId xmlns:a16="http://schemas.microsoft.com/office/drawing/2014/main" id="{6A750E47-CA9C-435F-AEEE-64AF6CF50FF2}"/>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9">
                <a:extLst>
                  <a:ext uri="{FF2B5EF4-FFF2-40B4-BE49-F238E27FC236}">
                    <a16:creationId xmlns:a16="http://schemas.microsoft.com/office/drawing/2014/main" id="{7F2F089C-B349-4F50-9EB2-5363F2E4F4C6}"/>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70">
                <a:extLst>
                  <a:ext uri="{FF2B5EF4-FFF2-40B4-BE49-F238E27FC236}">
                    <a16:creationId xmlns:a16="http://schemas.microsoft.com/office/drawing/2014/main" id="{B28AEF5D-9175-4653-BB17-DF5DBF173E5E}"/>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71">
                <a:extLst>
                  <a:ext uri="{FF2B5EF4-FFF2-40B4-BE49-F238E27FC236}">
                    <a16:creationId xmlns:a16="http://schemas.microsoft.com/office/drawing/2014/main" id="{09A5F7BF-091E-4363-BE84-44E8866B5D47}"/>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72">
                <a:extLst>
                  <a:ext uri="{FF2B5EF4-FFF2-40B4-BE49-F238E27FC236}">
                    <a16:creationId xmlns:a16="http://schemas.microsoft.com/office/drawing/2014/main" id="{A2CCAB8E-B14D-4F5A-9CC9-0C5F45258CF8}"/>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73">
                <a:extLst>
                  <a:ext uri="{FF2B5EF4-FFF2-40B4-BE49-F238E27FC236}">
                    <a16:creationId xmlns:a16="http://schemas.microsoft.com/office/drawing/2014/main" id="{922E39AA-A68F-4377-A1FB-723E4B73E911}"/>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74">
                <a:extLst>
                  <a:ext uri="{FF2B5EF4-FFF2-40B4-BE49-F238E27FC236}">
                    <a16:creationId xmlns:a16="http://schemas.microsoft.com/office/drawing/2014/main" id="{FD7E9F67-D814-430E-86B6-A7F91CDECE9A}"/>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75">
                <a:extLst>
                  <a:ext uri="{FF2B5EF4-FFF2-40B4-BE49-F238E27FC236}">
                    <a16:creationId xmlns:a16="http://schemas.microsoft.com/office/drawing/2014/main" id="{FBF10FF0-2477-44F4-AD26-A9B7175BBF0A}"/>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6">
                <a:extLst>
                  <a:ext uri="{FF2B5EF4-FFF2-40B4-BE49-F238E27FC236}">
                    <a16:creationId xmlns:a16="http://schemas.microsoft.com/office/drawing/2014/main" id="{A84D6BBF-5B9E-41F6-B5A3-2066E037BAFC}"/>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7">
                <a:extLst>
                  <a:ext uri="{FF2B5EF4-FFF2-40B4-BE49-F238E27FC236}">
                    <a16:creationId xmlns:a16="http://schemas.microsoft.com/office/drawing/2014/main" id="{BD98A702-4AE2-405F-BB4F-7E119FFDC17C}"/>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8">
                <a:extLst>
                  <a:ext uri="{FF2B5EF4-FFF2-40B4-BE49-F238E27FC236}">
                    <a16:creationId xmlns:a16="http://schemas.microsoft.com/office/drawing/2014/main" id="{66B0FD6C-084A-4D89-95E7-D5CAC5EA2738}"/>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9">
                <a:extLst>
                  <a:ext uri="{FF2B5EF4-FFF2-40B4-BE49-F238E27FC236}">
                    <a16:creationId xmlns:a16="http://schemas.microsoft.com/office/drawing/2014/main" id="{C70441D6-82B8-4CC6-8746-DD03CBEE897E}"/>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80">
                <a:extLst>
                  <a:ext uri="{FF2B5EF4-FFF2-40B4-BE49-F238E27FC236}">
                    <a16:creationId xmlns:a16="http://schemas.microsoft.com/office/drawing/2014/main" id="{9FC2715B-1BF3-4105-B102-F53753596B55}"/>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81">
                <a:extLst>
                  <a:ext uri="{FF2B5EF4-FFF2-40B4-BE49-F238E27FC236}">
                    <a16:creationId xmlns:a16="http://schemas.microsoft.com/office/drawing/2014/main" id="{A884CBD3-DC33-4DDA-B61D-48269A49E5D4}"/>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82">
                <a:extLst>
                  <a:ext uri="{FF2B5EF4-FFF2-40B4-BE49-F238E27FC236}">
                    <a16:creationId xmlns:a16="http://schemas.microsoft.com/office/drawing/2014/main" id="{0211EF6E-ADB1-494B-9458-F01F26D9EC7E}"/>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83">
                <a:extLst>
                  <a:ext uri="{FF2B5EF4-FFF2-40B4-BE49-F238E27FC236}">
                    <a16:creationId xmlns:a16="http://schemas.microsoft.com/office/drawing/2014/main" id="{A0953B59-9108-4E9A-8D43-2D1964873DDF}"/>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84">
                <a:extLst>
                  <a:ext uri="{FF2B5EF4-FFF2-40B4-BE49-F238E27FC236}">
                    <a16:creationId xmlns:a16="http://schemas.microsoft.com/office/drawing/2014/main" id="{09D35A91-41F9-4DF2-9E43-8A679A8AE384}"/>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9" name="Group 8">
              <a:extLst>
                <a:ext uri="{FF2B5EF4-FFF2-40B4-BE49-F238E27FC236}">
                  <a16:creationId xmlns:a16="http://schemas.microsoft.com/office/drawing/2014/main" id="{1EB3C98D-2192-438D-A8F2-467C07BB00E4}"/>
                </a:ext>
              </a:extLst>
            </p:cNvPr>
            <p:cNvGrpSpPr/>
            <p:nvPr/>
          </p:nvGrpSpPr>
          <p:grpSpPr>
            <a:xfrm>
              <a:off x="354110" y="1845539"/>
              <a:ext cx="11480604" cy="109990"/>
              <a:chOff x="354110" y="1850572"/>
              <a:chExt cx="11480604" cy="109990"/>
            </a:xfrm>
            <a:grpFill/>
          </p:grpSpPr>
          <p:sp>
            <p:nvSpPr>
              <p:cNvPr id="253" name="Rectangle 5">
                <a:extLst>
                  <a:ext uri="{FF2B5EF4-FFF2-40B4-BE49-F238E27FC236}">
                    <a16:creationId xmlns:a16="http://schemas.microsoft.com/office/drawing/2014/main" id="{F4F5A9CA-F0B3-4B27-88DB-29279CA138D7}"/>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6">
                <a:extLst>
                  <a:ext uri="{FF2B5EF4-FFF2-40B4-BE49-F238E27FC236}">
                    <a16:creationId xmlns:a16="http://schemas.microsoft.com/office/drawing/2014/main" id="{6B00101B-EA50-41D8-AD9E-90E5E301108B}"/>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7">
                <a:extLst>
                  <a:ext uri="{FF2B5EF4-FFF2-40B4-BE49-F238E27FC236}">
                    <a16:creationId xmlns:a16="http://schemas.microsoft.com/office/drawing/2014/main" id="{5B915499-1768-4511-8756-ED4DBF54EA58}"/>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8">
                <a:extLst>
                  <a:ext uri="{FF2B5EF4-FFF2-40B4-BE49-F238E27FC236}">
                    <a16:creationId xmlns:a16="http://schemas.microsoft.com/office/drawing/2014/main" id="{A51912B5-2E84-4F86-9590-C8D76F5F6893}"/>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9">
                <a:extLst>
                  <a:ext uri="{FF2B5EF4-FFF2-40B4-BE49-F238E27FC236}">
                    <a16:creationId xmlns:a16="http://schemas.microsoft.com/office/drawing/2014/main" id="{8F0AB2A0-4FC0-47E9-B72D-78C5C79D4201}"/>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10">
                <a:extLst>
                  <a:ext uri="{FF2B5EF4-FFF2-40B4-BE49-F238E27FC236}">
                    <a16:creationId xmlns:a16="http://schemas.microsoft.com/office/drawing/2014/main" id="{0288265D-6218-4AC1-8DA4-7C99A21FE3A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9" name="Rectangle 11">
                <a:extLst>
                  <a:ext uri="{FF2B5EF4-FFF2-40B4-BE49-F238E27FC236}">
                    <a16:creationId xmlns:a16="http://schemas.microsoft.com/office/drawing/2014/main" id="{F6012ABB-E61A-44C5-B13C-723E2B94D0D3}"/>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12">
                <a:extLst>
                  <a:ext uri="{FF2B5EF4-FFF2-40B4-BE49-F238E27FC236}">
                    <a16:creationId xmlns:a16="http://schemas.microsoft.com/office/drawing/2014/main" id="{BE5ABB41-A5A7-4870-8D57-99A1B03518EB}"/>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13">
                <a:extLst>
                  <a:ext uri="{FF2B5EF4-FFF2-40B4-BE49-F238E27FC236}">
                    <a16:creationId xmlns:a16="http://schemas.microsoft.com/office/drawing/2014/main" id="{71CE02BC-F6C4-4AAA-85EE-CA1DC4C91302}"/>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14">
                <a:extLst>
                  <a:ext uri="{FF2B5EF4-FFF2-40B4-BE49-F238E27FC236}">
                    <a16:creationId xmlns:a16="http://schemas.microsoft.com/office/drawing/2014/main" id="{B7FCF17E-80E5-4C42-982A-B0F7CB286086}"/>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15">
                <a:extLst>
                  <a:ext uri="{FF2B5EF4-FFF2-40B4-BE49-F238E27FC236}">
                    <a16:creationId xmlns:a16="http://schemas.microsoft.com/office/drawing/2014/main" id="{65887776-E441-4EC4-AD20-CF8E477AB66C}"/>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6">
                <a:extLst>
                  <a:ext uri="{FF2B5EF4-FFF2-40B4-BE49-F238E27FC236}">
                    <a16:creationId xmlns:a16="http://schemas.microsoft.com/office/drawing/2014/main" id="{11D5F8BF-1FDC-441B-91C4-E2448245E083}"/>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7">
                <a:extLst>
                  <a:ext uri="{FF2B5EF4-FFF2-40B4-BE49-F238E27FC236}">
                    <a16:creationId xmlns:a16="http://schemas.microsoft.com/office/drawing/2014/main" id="{542342B8-4278-4527-BC1D-7340DBBAD757}"/>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8">
                <a:extLst>
                  <a:ext uri="{FF2B5EF4-FFF2-40B4-BE49-F238E27FC236}">
                    <a16:creationId xmlns:a16="http://schemas.microsoft.com/office/drawing/2014/main" id="{BA68B377-C604-4E24-AB51-317F3403A1CC}"/>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9">
                <a:extLst>
                  <a:ext uri="{FF2B5EF4-FFF2-40B4-BE49-F238E27FC236}">
                    <a16:creationId xmlns:a16="http://schemas.microsoft.com/office/drawing/2014/main" id="{826C09D4-4426-4EF1-9ECE-95EF5A1F456B}"/>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20">
                <a:extLst>
                  <a:ext uri="{FF2B5EF4-FFF2-40B4-BE49-F238E27FC236}">
                    <a16:creationId xmlns:a16="http://schemas.microsoft.com/office/drawing/2014/main" id="{0450D0CD-0889-47F9-B308-AE91FF0E696D}"/>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21">
                <a:extLst>
                  <a:ext uri="{FF2B5EF4-FFF2-40B4-BE49-F238E27FC236}">
                    <a16:creationId xmlns:a16="http://schemas.microsoft.com/office/drawing/2014/main" id="{D678AB17-E6DC-4FED-B940-2BA86FB46FA7}"/>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22">
                <a:extLst>
                  <a:ext uri="{FF2B5EF4-FFF2-40B4-BE49-F238E27FC236}">
                    <a16:creationId xmlns:a16="http://schemas.microsoft.com/office/drawing/2014/main" id="{8B5BEF55-677A-4EB2-A06C-CC0C269C2F7B}"/>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23">
                <a:extLst>
                  <a:ext uri="{FF2B5EF4-FFF2-40B4-BE49-F238E27FC236}">
                    <a16:creationId xmlns:a16="http://schemas.microsoft.com/office/drawing/2014/main" id="{7A560A20-EDE2-4276-B3A9-A1DB921EB12B}"/>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24">
                <a:extLst>
                  <a:ext uri="{FF2B5EF4-FFF2-40B4-BE49-F238E27FC236}">
                    <a16:creationId xmlns:a16="http://schemas.microsoft.com/office/drawing/2014/main" id="{8BEEAB2A-47D8-4D4E-B157-9D1337AC7B8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25">
                <a:extLst>
                  <a:ext uri="{FF2B5EF4-FFF2-40B4-BE49-F238E27FC236}">
                    <a16:creationId xmlns:a16="http://schemas.microsoft.com/office/drawing/2014/main" id="{F9737555-61BD-4619-9BAB-2BC15EDBA3CA}"/>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6">
                <a:extLst>
                  <a:ext uri="{FF2B5EF4-FFF2-40B4-BE49-F238E27FC236}">
                    <a16:creationId xmlns:a16="http://schemas.microsoft.com/office/drawing/2014/main" id="{D8D44D5F-E679-4796-ACA6-4ADB68B94E1B}"/>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7">
                <a:extLst>
                  <a:ext uri="{FF2B5EF4-FFF2-40B4-BE49-F238E27FC236}">
                    <a16:creationId xmlns:a16="http://schemas.microsoft.com/office/drawing/2014/main" id="{140EB7C4-6BBE-4D3F-AF7D-B22AA3DD2A5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8">
                <a:extLst>
                  <a:ext uri="{FF2B5EF4-FFF2-40B4-BE49-F238E27FC236}">
                    <a16:creationId xmlns:a16="http://schemas.microsoft.com/office/drawing/2014/main" id="{C56E1FAA-3AE1-45F3-8397-D07C426434EC}"/>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9">
                <a:extLst>
                  <a:ext uri="{FF2B5EF4-FFF2-40B4-BE49-F238E27FC236}">
                    <a16:creationId xmlns:a16="http://schemas.microsoft.com/office/drawing/2014/main" id="{2F9A90DC-89AE-4C3E-8A65-C52AB581B4D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30">
                <a:extLst>
                  <a:ext uri="{FF2B5EF4-FFF2-40B4-BE49-F238E27FC236}">
                    <a16:creationId xmlns:a16="http://schemas.microsoft.com/office/drawing/2014/main" id="{600ADA2C-2F1D-47C5-8870-1B9E6C8A3F2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0" name="Group 9">
              <a:extLst>
                <a:ext uri="{FF2B5EF4-FFF2-40B4-BE49-F238E27FC236}">
                  <a16:creationId xmlns:a16="http://schemas.microsoft.com/office/drawing/2014/main" id="{6B1DA9E6-94F5-437E-8B7B-A56561BB4A1A}"/>
                </a:ext>
              </a:extLst>
            </p:cNvPr>
            <p:cNvGrpSpPr/>
            <p:nvPr/>
          </p:nvGrpSpPr>
          <p:grpSpPr>
            <a:xfrm>
              <a:off x="354110" y="2352251"/>
              <a:ext cx="11480604" cy="108822"/>
              <a:chOff x="354110" y="2358964"/>
              <a:chExt cx="11480604" cy="108822"/>
            </a:xfrm>
            <a:grpFill/>
          </p:grpSpPr>
          <p:sp>
            <p:nvSpPr>
              <p:cNvPr id="227" name="Rectangle 32">
                <a:extLst>
                  <a:ext uri="{FF2B5EF4-FFF2-40B4-BE49-F238E27FC236}">
                    <a16:creationId xmlns:a16="http://schemas.microsoft.com/office/drawing/2014/main" id="{8CDFED4E-F4A6-4874-8B65-398D610F1DC0}"/>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33">
                <a:extLst>
                  <a:ext uri="{FF2B5EF4-FFF2-40B4-BE49-F238E27FC236}">
                    <a16:creationId xmlns:a16="http://schemas.microsoft.com/office/drawing/2014/main" id="{8FCE50F7-C3D1-4B83-A0D8-CE83B0777FF6}"/>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34">
                <a:extLst>
                  <a:ext uri="{FF2B5EF4-FFF2-40B4-BE49-F238E27FC236}">
                    <a16:creationId xmlns:a16="http://schemas.microsoft.com/office/drawing/2014/main" id="{422101F3-5770-4041-BA3E-C5275D0FC73E}"/>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35">
                <a:extLst>
                  <a:ext uri="{FF2B5EF4-FFF2-40B4-BE49-F238E27FC236}">
                    <a16:creationId xmlns:a16="http://schemas.microsoft.com/office/drawing/2014/main" id="{4D8FEC62-30CA-4E87-A592-AA45C61EAA77}"/>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36">
                <a:extLst>
                  <a:ext uri="{FF2B5EF4-FFF2-40B4-BE49-F238E27FC236}">
                    <a16:creationId xmlns:a16="http://schemas.microsoft.com/office/drawing/2014/main" id="{52E99015-D9DC-40AE-91AD-5D24574CEC0F}"/>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37">
                <a:extLst>
                  <a:ext uri="{FF2B5EF4-FFF2-40B4-BE49-F238E27FC236}">
                    <a16:creationId xmlns:a16="http://schemas.microsoft.com/office/drawing/2014/main" id="{24DFE9E4-5C75-4EF9-AB54-F00FA9D91152}"/>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3" name="Rectangle 38">
                <a:extLst>
                  <a:ext uri="{FF2B5EF4-FFF2-40B4-BE49-F238E27FC236}">
                    <a16:creationId xmlns:a16="http://schemas.microsoft.com/office/drawing/2014/main" id="{2BBEC44B-F424-4C00-AF4A-8EEEDA8AA05D}"/>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9">
                <a:extLst>
                  <a:ext uri="{FF2B5EF4-FFF2-40B4-BE49-F238E27FC236}">
                    <a16:creationId xmlns:a16="http://schemas.microsoft.com/office/drawing/2014/main" id="{68F30D9A-CF13-4E29-967E-63B3AF05CF31}"/>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40">
                <a:extLst>
                  <a:ext uri="{FF2B5EF4-FFF2-40B4-BE49-F238E27FC236}">
                    <a16:creationId xmlns:a16="http://schemas.microsoft.com/office/drawing/2014/main" id="{F7A8E062-ADFC-457E-ADD6-02843928F62E}"/>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41">
                <a:extLst>
                  <a:ext uri="{FF2B5EF4-FFF2-40B4-BE49-F238E27FC236}">
                    <a16:creationId xmlns:a16="http://schemas.microsoft.com/office/drawing/2014/main" id="{E046A9D0-D179-44F9-86D3-9BF139B68BF6}"/>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42">
                <a:extLst>
                  <a:ext uri="{FF2B5EF4-FFF2-40B4-BE49-F238E27FC236}">
                    <a16:creationId xmlns:a16="http://schemas.microsoft.com/office/drawing/2014/main" id="{CC517B0B-1BF2-473B-ABB9-1553D01B1C2D}"/>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43">
                <a:extLst>
                  <a:ext uri="{FF2B5EF4-FFF2-40B4-BE49-F238E27FC236}">
                    <a16:creationId xmlns:a16="http://schemas.microsoft.com/office/drawing/2014/main" id="{5EE71ED6-EA45-4940-B212-163ED3D1C0A9}"/>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44">
                <a:extLst>
                  <a:ext uri="{FF2B5EF4-FFF2-40B4-BE49-F238E27FC236}">
                    <a16:creationId xmlns:a16="http://schemas.microsoft.com/office/drawing/2014/main" id="{664318EC-EADE-4667-92A4-B3E5DB2A11C1}"/>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45">
                <a:extLst>
                  <a:ext uri="{FF2B5EF4-FFF2-40B4-BE49-F238E27FC236}">
                    <a16:creationId xmlns:a16="http://schemas.microsoft.com/office/drawing/2014/main" id="{17B37ABD-81DA-4624-808B-EF4BC0B425B6}"/>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6">
                <a:extLst>
                  <a:ext uri="{FF2B5EF4-FFF2-40B4-BE49-F238E27FC236}">
                    <a16:creationId xmlns:a16="http://schemas.microsoft.com/office/drawing/2014/main" id="{B1F30DC8-DD07-48C5-9D6C-FB855527922B}"/>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7">
                <a:extLst>
                  <a:ext uri="{FF2B5EF4-FFF2-40B4-BE49-F238E27FC236}">
                    <a16:creationId xmlns:a16="http://schemas.microsoft.com/office/drawing/2014/main" id="{DFCE3AE1-313F-441F-8384-63A6EC165E2B}"/>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8">
                <a:extLst>
                  <a:ext uri="{FF2B5EF4-FFF2-40B4-BE49-F238E27FC236}">
                    <a16:creationId xmlns:a16="http://schemas.microsoft.com/office/drawing/2014/main" id="{2E331B42-AC28-4642-91F9-2F5BBFEC6AF8}"/>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9">
                <a:extLst>
                  <a:ext uri="{FF2B5EF4-FFF2-40B4-BE49-F238E27FC236}">
                    <a16:creationId xmlns:a16="http://schemas.microsoft.com/office/drawing/2014/main" id="{9F4D84A8-36FE-4CE0-8B9F-BAC2BA8A813E}"/>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50">
                <a:extLst>
                  <a:ext uri="{FF2B5EF4-FFF2-40B4-BE49-F238E27FC236}">
                    <a16:creationId xmlns:a16="http://schemas.microsoft.com/office/drawing/2014/main" id="{41E2C310-8272-48CF-BD5B-A99A2C7B3CC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51">
                <a:extLst>
                  <a:ext uri="{FF2B5EF4-FFF2-40B4-BE49-F238E27FC236}">
                    <a16:creationId xmlns:a16="http://schemas.microsoft.com/office/drawing/2014/main" id="{EFD4A3C6-7551-4DD0-AA1A-F932D7061DAA}"/>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52">
                <a:extLst>
                  <a:ext uri="{FF2B5EF4-FFF2-40B4-BE49-F238E27FC236}">
                    <a16:creationId xmlns:a16="http://schemas.microsoft.com/office/drawing/2014/main" id="{01F299DF-D3FF-4439-8EC7-B5A34146517E}"/>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53">
                <a:extLst>
                  <a:ext uri="{FF2B5EF4-FFF2-40B4-BE49-F238E27FC236}">
                    <a16:creationId xmlns:a16="http://schemas.microsoft.com/office/drawing/2014/main" id="{086FB16A-99D0-4DB0-9B38-CF351B5DF4DD}"/>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54">
                <a:extLst>
                  <a:ext uri="{FF2B5EF4-FFF2-40B4-BE49-F238E27FC236}">
                    <a16:creationId xmlns:a16="http://schemas.microsoft.com/office/drawing/2014/main" id="{126BCD40-1D3C-4937-A15E-AD2E9671B5AB}"/>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55">
                <a:extLst>
                  <a:ext uri="{FF2B5EF4-FFF2-40B4-BE49-F238E27FC236}">
                    <a16:creationId xmlns:a16="http://schemas.microsoft.com/office/drawing/2014/main" id="{03E4C7B0-DDFC-433A-A8E5-2315FA6EFE10}"/>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6">
                <a:extLst>
                  <a:ext uri="{FF2B5EF4-FFF2-40B4-BE49-F238E27FC236}">
                    <a16:creationId xmlns:a16="http://schemas.microsoft.com/office/drawing/2014/main" id="{7237BB88-10E9-454D-9D13-48878C421EB1}"/>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7">
                <a:extLst>
                  <a:ext uri="{FF2B5EF4-FFF2-40B4-BE49-F238E27FC236}">
                    <a16:creationId xmlns:a16="http://schemas.microsoft.com/office/drawing/2014/main" id="{515F18F4-5E57-4249-AB0A-249437781E42}"/>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1" name="Group 10">
              <a:extLst>
                <a:ext uri="{FF2B5EF4-FFF2-40B4-BE49-F238E27FC236}">
                  <a16:creationId xmlns:a16="http://schemas.microsoft.com/office/drawing/2014/main" id="{25AB7310-F80F-4091-8BFE-CE8C71666A9B}"/>
                </a:ext>
              </a:extLst>
            </p:cNvPr>
            <p:cNvGrpSpPr/>
            <p:nvPr/>
          </p:nvGrpSpPr>
          <p:grpSpPr>
            <a:xfrm>
              <a:off x="354110" y="2857795"/>
              <a:ext cx="11480604" cy="109990"/>
              <a:chOff x="354110" y="2866188"/>
              <a:chExt cx="11480604" cy="109990"/>
            </a:xfrm>
            <a:grpFill/>
          </p:grpSpPr>
          <p:sp>
            <p:nvSpPr>
              <p:cNvPr id="201" name="Rectangle 59">
                <a:extLst>
                  <a:ext uri="{FF2B5EF4-FFF2-40B4-BE49-F238E27FC236}">
                    <a16:creationId xmlns:a16="http://schemas.microsoft.com/office/drawing/2014/main" id="{9E50B916-ECC1-4F73-8059-F029E6581381}"/>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60">
                <a:extLst>
                  <a:ext uri="{FF2B5EF4-FFF2-40B4-BE49-F238E27FC236}">
                    <a16:creationId xmlns:a16="http://schemas.microsoft.com/office/drawing/2014/main" id="{A8DD1ADE-2032-47AE-B88E-78E0F1B01814}"/>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61">
                <a:extLst>
                  <a:ext uri="{FF2B5EF4-FFF2-40B4-BE49-F238E27FC236}">
                    <a16:creationId xmlns:a16="http://schemas.microsoft.com/office/drawing/2014/main" id="{9A6D6E1F-6E00-44C8-ADD2-06A738E758F6}"/>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62">
                <a:extLst>
                  <a:ext uri="{FF2B5EF4-FFF2-40B4-BE49-F238E27FC236}">
                    <a16:creationId xmlns:a16="http://schemas.microsoft.com/office/drawing/2014/main" id="{84FC7274-3463-4889-8E62-B693D50AE95D}"/>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63">
                <a:extLst>
                  <a:ext uri="{FF2B5EF4-FFF2-40B4-BE49-F238E27FC236}">
                    <a16:creationId xmlns:a16="http://schemas.microsoft.com/office/drawing/2014/main" id="{E4E1A84A-DCAC-483B-BC08-579BF10B10BB}"/>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64">
                <a:extLst>
                  <a:ext uri="{FF2B5EF4-FFF2-40B4-BE49-F238E27FC236}">
                    <a16:creationId xmlns:a16="http://schemas.microsoft.com/office/drawing/2014/main" id="{F14EE80D-C3D2-4E22-93C5-CDD09042131F}"/>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7" name="Rectangle 65">
                <a:extLst>
                  <a:ext uri="{FF2B5EF4-FFF2-40B4-BE49-F238E27FC236}">
                    <a16:creationId xmlns:a16="http://schemas.microsoft.com/office/drawing/2014/main" id="{FB8FBFAE-E2E1-41A6-987B-CEFBAC180122}"/>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6">
                <a:extLst>
                  <a:ext uri="{FF2B5EF4-FFF2-40B4-BE49-F238E27FC236}">
                    <a16:creationId xmlns:a16="http://schemas.microsoft.com/office/drawing/2014/main" id="{138AF1CB-7808-4C24-B76D-AB9F6A45036D}"/>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7">
                <a:extLst>
                  <a:ext uri="{FF2B5EF4-FFF2-40B4-BE49-F238E27FC236}">
                    <a16:creationId xmlns:a16="http://schemas.microsoft.com/office/drawing/2014/main" id="{F5E88013-D7CE-4120-B4BB-C894EC19C9A1}"/>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8">
                <a:extLst>
                  <a:ext uri="{FF2B5EF4-FFF2-40B4-BE49-F238E27FC236}">
                    <a16:creationId xmlns:a16="http://schemas.microsoft.com/office/drawing/2014/main" id="{B6FC4D89-F7B1-46F5-9502-62F41E89DEC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9">
                <a:extLst>
                  <a:ext uri="{FF2B5EF4-FFF2-40B4-BE49-F238E27FC236}">
                    <a16:creationId xmlns:a16="http://schemas.microsoft.com/office/drawing/2014/main" id="{64C81BD0-C449-4A1B-8492-20430196064F}"/>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70">
                <a:extLst>
                  <a:ext uri="{FF2B5EF4-FFF2-40B4-BE49-F238E27FC236}">
                    <a16:creationId xmlns:a16="http://schemas.microsoft.com/office/drawing/2014/main" id="{5F91B7CB-59D7-4965-B754-71C102E43FDB}"/>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71">
                <a:extLst>
                  <a:ext uri="{FF2B5EF4-FFF2-40B4-BE49-F238E27FC236}">
                    <a16:creationId xmlns:a16="http://schemas.microsoft.com/office/drawing/2014/main" id="{677F7EA6-E57D-4E12-A4A5-AAFDCA8AA106}"/>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72">
                <a:extLst>
                  <a:ext uri="{FF2B5EF4-FFF2-40B4-BE49-F238E27FC236}">
                    <a16:creationId xmlns:a16="http://schemas.microsoft.com/office/drawing/2014/main" id="{56B270F4-040D-43EF-974A-3598BC687669}"/>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73">
                <a:extLst>
                  <a:ext uri="{FF2B5EF4-FFF2-40B4-BE49-F238E27FC236}">
                    <a16:creationId xmlns:a16="http://schemas.microsoft.com/office/drawing/2014/main" id="{EA8C5736-4550-4B46-8B52-247CF04D7EB0}"/>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74">
                <a:extLst>
                  <a:ext uri="{FF2B5EF4-FFF2-40B4-BE49-F238E27FC236}">
                    <a16:creationId xmlns:a16="http://schemas.microsoft.com/office/drawing/2014/main" id="{F42B7DAA-E3F5-4B02-B786-473C7605B5A2}"/>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75">
                <a:extLst>
                  <a:ext uri="{FF2B5EF4-FFF2-40B4-BE49-F238E27FC236}">
                    <a16:creationId xmlns:a16="http://schemas.microsoft.com/office/drawing/2014/main" id="{D850716E-F966-418B-A415-5B6E0F8A183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6">
                <a:extLst>
                  <a:ext uri="{FF2B5EF4-FFF2-40B4-BE49-F238E27FC236}">
                    <a16:creationId xmlns:a16="http://schemas.microsoft.com/office/drawing/2014/main" id="{B6DAAC97-C425-42B4-9405-AC447E2E0B89}"/>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7">
                <a:extLst>
                  <a:ext uri="{FF2B5EF4-FFF2-40B4-BE49-F238E27FC236}">
                    <a16:creationId xmlns:a16="http://schemas.microsoft.com/office/drawing/2014/main" id="{42D8FACA-2CB3-400B-9610-94CBA7A3EE32}"/>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8">
                <a:extLst>
                  <a:ext uri="{FF2B5EF4-FFF2-40B4-BE49-F238E27FC236}">
                    <a16:creationId xmlns:a16="http://schemas.microsoft.com/office/drawing/2014/main" id="{22200CE3-AD18-4A71-BA64-E2F227C44B48}"/>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9">
                <a:extLst>
                  <a:ext uri="{FF2B5EF4-FFF2-40B4-BE49-F238E27FC236}">
                    <a16:creationId xmlns:a16="http://schemas.microsoft.com/office/drawing/2014/main" id="{475F60A0-5B50-42FC-8C11-E137E7C5611C}"/>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80">
                <a:extLst>
                  <a:ext uri="{FF2B5EF4-FFF2-40B4-BE49-F238E27FC236}">
                    <a16:creationId xmlns:a16="http://schemas.microsoft.com/office/drawing/2014/main" id="{CAA2354D-703C-4594-B119-475938CFD402}"/>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81">
                <a:extLst>
                  <a:ext uri="{FF2B5EF4-FFF2-40B4-BE49-F238E27FC236}">
                    <a16:creationId xmlns:a16="http://schemas.microsoft.com/office/drawing/2014/main" id="{F8619CF6-1E39-4CF1-AEF0-BE5A67EB6F65}"/>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82">
                <a:extLst>
                  <a:ext uri="{FF2B5EF4-FFF2-40B4-BE49-F238E27FC236}">
                    <a16:creationId xmlns:a16="http://schemas.microsoft.com/office/drawing/2014/main" id="{354E893E-B006-4B22-BBCB-52A79A5461D1}"/>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83">
                <a:extLst>
                  <a:ext uri="{FF2B5EF4-FFF2-40B4-BE49-F238E27FC236}">
                    <a16:creationId xmlns:a16="http://schemas.microsoft.com/office/drawing/2014/main" id="{0D56028C-9156-43E8-B855-AF135DD7E695}"/>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84">
                <a:extLst>
                  <a:ext uri="{FF2B5EF4-FFF2-40B4-BE49-F238E27FC236}">
                    <a16:creationId xmlns:a16="http://schemas.microsoft.com/office/drawing/2014/main" id="{950FA1E9-CD04-4DB1-B523-ABF2C1B6ED9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2" name="Group 11">
              <a:extLst>
                <a:ext uri="{FF2B5EF4-FFF2-40B4-BE49-F238E27FC236}">
                  <a16:creationId xmlns:a16="http://schemas.microsoft.com/office/drawing/2014/main" id="{E6AA6044-FF9C-4224-BBD4-786BCC486D91}"/>
                </a:ext>
              </a:extLst>
            </p:cNvPr>
            <p:cNvGrpSpPr/>
            <p:nvPr/>
          </p:nvGrpSpPr>
          <p:grpSpPr>
            <a:xfrm>
              <a:off x="354110" y="3364507"/>
              <a:ext cx="11480604" cy="109990"/>
              <a:chOff x="354110" y="3364062"/>
              <a:chExt cx="11480604" cy="109990"/>
            </a:xfrm>
            <a:grpFill/>
          </p:grpSpPr>
          <p:sp>
            <p:nvSpPr>
              <p:cNvPr id="175" name="Rectangle 5">
                <a:extLst>
                  <a:ext uri="{FF2B5EF4-FFF2-40B4-BE49-F238E27FC236}">
                    <a16:creationId xmlns:a16="http://schemas.microsoft.com/office/drawing/2014/main" id="{CEC88F9D-6CCB-4C48-AB60-4743F3C98AE2}"/>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6">
                <a:extLst>
                  <a:ext uri="{FF2B5EF4-FFF2-40B4-BE49-F238E27FC236}">
                    <a16:creationId xmlns:a16="http://schemas.microsoft.com/office/drawing/2014/main" id="{BC4930EB-874F-4D2B-94B1-FF1459F4A72F}"/>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7">
                <a:extLst>
                  <a:ext uri="{FF2B5EF4-FFF2-40B4-BE49-F238E27FC236}">
                    <a16:creationId xmlns:a16="http://schemas.microsoft.com/office/drawing/2014/main" id="{66BB2441-7C95-4A21-B558-2971312D511C}"/>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8">
                <a:extLst>
                  <a:ext uri="{FF2B5EF4-FFF2-40B4-BE49-F238E27FC236}">
                    <a16:creationId xmlns:a16="http://schemas.microsoft.com/office/drawing/2014/main" id="{B2A1B236-8D43-4B78-90F2-27A974E1FE93}"/>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9">
                <a:extLst>
                  <a:ext uri="{FF2B5EF4-FFF2-40B4-BE49-F238E27FC236}">
                    <a16:creationId xmlns:a16="http://schemas.microsoft.com/office/drawing/2014/main" id="{E0526BF0-467E-421F-870A-02C866AC0CCA}"/>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10">
                <a:extLst>
                  <a:ext uri="{FF2B5EF4-FFF2-40B4-BE49-F238E27FC236}">
                    <a16:creationId xmlns:a16="http://schemas.microsoft.com/office/drawing/2014/main" id="{79ACA6FA-E263-441B-B650-DEE2A495E193}"/>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1" name="Rectangle 11">
                <a:extLst>
                  <a:ext uri="{FF2B5EF4-FFF2-40B4-BE49-F238E27FC236}">
                    <a16:creationId xmlns:a16="http://schemas.microsoft.com/office/drawing/2014/main" id="{DA7F6558-782C-4107-91F4-AF8E5136C77F}"/>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12">
                <a:extLst>
                  <a:ext uri="{FF2B5EF4-FFF2-40B4-BE49-F238E27FC236}">
                    <a16:creationId xmlns:a16="http://schemas.microsoft.com/office/drawing/2014/main" id="{E575740C-61C5-4D08-9803-25E05FA3F518}"/>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13">
                <a:extLst>
                  <a:ext uri="{FF2B5EF4-FFF2-40B4-BE49-F238E27FC236}">
                    <a16:creationId xmlns:a16="http://schemas.microsoft.com/office/drawing/2014/main" id="{D4CCCBBA-5E32-47C6-B40B-3E2155E3F12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14">
                <a:extLst>
                  <a:ext uri="{FF2B5EF4-FFF2-40B4-BE49-F238E27FC236}">
                    <a16:creationId xmlns:a16="http://schemas.microsoft.com/office/drawing/2014/main" id="{FC65131F-93B3-419C-B068-14D36AAC3FC9}"/>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15">
                <a:extLst>
                  <a:ext uri="{FF2B5EF4-FFF2-40B4-BE49-F238E27FC236}">
                    <a16:creationId xmlns:a16="http://schemas.microsoft.com/office/drawing/2014/main" id="{469B75D4-B4A8-4C2E-8EBB-E95FAB7C56E6}"/>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6">
                <a:extLst>
                  <a:ext uri="{FF2B5EF4-FFF2-40B4-BE49-F238E27FC236}">
                    <a16:creationId xmlns:a16="http://schemas.microsoft.com/office/drawing/2014/main" id="{6C8F3B5D-1D93-4D85-8639-75B5E46EC612}"/>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7">
                <a:extLst>
                  <a:ext uri="{FF2B5EF4-FFF2-40B4-BE49-F238E27FC236}">
                    <a16:creationId xmlns:a16="http://schemas.microsoft.com/office/drawing/2014/main" id="{DCCEB301-1F26-43A3-8B34-DBAFC32B3228}"/>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8">
                <a:extLst>
                  <a:ext uri="{FF2B5EF4-FFF2-40B4-BE49-F238E27FC236}">
                    <a16:creationId xmlns:a16="http://schemas.microsoft.com/office/drawing/2014/main" id="{DD08B69C-E406-41F3-856E-A8C150CB642D}"/>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9">
                <a:extLst>
                  <a:ext uri="{FF2B5EF4-FFF2-40B4-BE49-F238E27FC236}">
                    <a16:creationId xmlns:a16="http://schemas.microsoft.com/office/drawing/2014/main" id="{A1A90F4B-6060-4BA1-8AF2-FAFFAA04A881}"/>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20">
                <a:extLst>
                  <a:ext uri="{FF2B5EF4-FFF2-40B4-BE49-F238E27FC236}">
                    <a16:creationId xmlns:a16="http://schemas.microsoft.com/office/drawing/2014/main" id="{B1F471FD-A187-4EE2-9D21-E0A637683F0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21">
                <a:extLst>
                  <a:ext uri="{FF2B5EF4-FFF2-40B4-BE49-F238E27FC236}">
                    <a16:creationId xmlns:a16="http://schemas.microsoft.com/office/drawing/2014/main" id="{68DAAA74-257B-4E75-A315-6B710A314868}"/>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22">
                <a:extLst>
                  <a:ext uri="{FF2B5EF4-FFF2-40B4-BE49-F238E27FC236}">
                    <a16:creationId xmlns:a16="http://schemas.microsoft.com/office/drawing/2014/main" id="{63000D52-BDE3-430B-8243-08564FFE96A1}"/>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23">
                <a:extLst>
                  <a:ext uri="{FF2B5EF4-FFF2-40B4-BE49-F238E27FC236}">
                    <a16:creationId xmlns:a16="http://schemas.microsoft.com/office/drawing/2014/main" id="{F6BDC60F-B33E-4AD8-9807-B2C1A4C2C6ED}"/>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24">
                <a:extLst>
                  <a:ext uri="{FF2B5EF4-FFF2-40B4-BE49-F238E27FC236}">
                    <a16:creationId xmlns:a16="http://schemas.microsoft.com/office/drawing/2014/main" id="{F1DB5734-0088-4CC2-9415-998F19416559}"/>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25">
                <a:extLst>
                  <a:ext uri="{FF2B5EF4-FFF2-40B4-BE49-F238E27FC236}">
                    <a16:creationId xmlns:a16="http://schemas.microsoft.com/office/drawing/2014/main" id="{1C679BCE-F04D-48E0-8E2B-0174E8E975E1}"/>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6">
                <a:extLst>
                  <a:ext uri="{FF2B5EF4-FFF2-40B4-BE49-F238E27FC236}">
                    <a16:creationId xmlns:a16="http://schemas.microsoft.com/office/drawing/2014/main" id="{EA8ABD89-DF79-45A9-9CDB-0E871222D540}"/>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7">
                <a:extLst>
                  <a:ext uri="{FF2B5EF4-FFF2-40B4-BE49-F238E27FC236}">
                    <a16:creationId xmlns:a16="http://schemas.microsoft.com/office/drawing/2014/main" id="{C1A57486-D9A6-4CD5-878E-093E44A7606C}"/>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8">
                <a:extLst>
                  <a:ext uri="{FF2B5EF4-FFF2-40B4-BE49-F238E27FC236}">
                    <a16:creationId xmlns:a16="http://schemas.microsoft.com/office/drawing/2014/main" id="{B6582662-B56F-42F6-A821-B5F52FB8400B}"/>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9">
                <a:extLst>
                  <a:ext uri="{FF2B5EF4-FFF2-40B4-BE49-F238E27FC236}">
                    <a16:creationId xmlns:a16="http://schemas.microsoft.com/office/drawing/2014/main" id="{1105049D-68B2-4636-9C28-7B8C21771618}"/>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30">
                <a:extLst>
                  <a:ext uri="{FF2B5EF4-FFF2-40B4-BE49-F238E27FC236}">
                    <a16:creationId xmlns:a16="http://schemas.microsoft.com/office/drawing/2014/main" id="{E0F75D5D-3B9C-40B7-AF8E-4C4322B6C942}"/>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00F6A935-DCBA-461C-832C-A343F475413E}"/>
                </a:ext>
              </a:extLst>
            </p:cNvPr>
            <p:cNvGrpSpPr/>
            <p:nvPr/>
          </p:nvGrpSpPr>
          <p:grpSpPr>
            <a:xfrm>
              <a:off x="354110" y="3871219"/>
              <a:ext cx="11480604" cy="108822"/>
              <a:chOff x="354110" y="3872454"/>
              <a:chExt cx="11480604" cy="108822"/>
            </a:xfrm>
            <a:grpFill/>
          </p:grpSpPr>
          <p:sp>
            <p:nvSpPr>
              <p:cNvPr id="149" name="Rectangle 32">
                <a:extLst>
                  <a:ext uri="{FF2B5EF4-FFF2-40B4-BE49-F238E27FC236}">
                    <a16:creationId xmlns:a16="http://schemas.microsoft.com/office/drawing/2014/main" id="{67654A26-DC7F-47CD-8FF8-BC012501CCEA}"/>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33">
                <a:extLst>
                  <a:ext uri="{FF2B5EF4-FFF2-40B4-BE49-F238E27FC236}">
                    <a16:creationId xmlns:a16="http://schemas.microsoft.com/office/drawing/2014/main" id="{9949B927-96E9-4F44-9050-A81CD79D7386}"/>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34">
                <a:extLst>
                  <a:ext uri="{FF2B5EF4-FFF2-40B4-BE49-F238E27FC236}">
                    <a16:creationId xmlns:a16="http://schemas.microsoft.com/office/drawing/2014/main" id="{3B5D9536-992F-4F39-93BC-BB2533D78505}"/>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35">
                <a:extLst>
                  <a:ext uri="{FF2B5EF4-FFF2-40B4-BE49-F238E27FC236}">
                    <a16:creationId xmlns:a16="http://schemas.microsoft.com/office/drawing/2014/main" id="{F1FA2A7F-208B-4450-9E7E-F29BB3925166}"/>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36">
                <a:extLst>
                  <a:ext uri="{FF2B5EF4-FFF2-40B4-BE49-F238E27FC236}">
                    <a16:creationId xmlns:a16="http://schemas.microsoft.com/office/drawing/2014/main" id="{EF607D70-7F21-4A9F-A183-730E45EF312E}"/>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37">
                <a:extLst>
                  <a:ext uri="{FF2B5EF4-FFF2-40B4-BE49-F238E27FC236}">
                    <a16:creationId xmlns:a16="http://schemas.microsoft.com/office/drawing/2014/main" id="{4ECF017A-32D9-44C4-837F-2C37B7B9FC42}"/>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5" name="Rectangle 38">
                <a:extLst>
                  <a:ext uri="{FF2B5EF4-FFF2-40B4-BE49-F238E27FC236}">
                    <a16:creationId xmlns:a16="http://schemas.microsoft.com/office/drawing/2014/main" id="{34B3B9C3-9513-414E-B30D-F7CFC02E05D6}"/>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9">
                <a:extLst>
                  <a:ext uri="{FF2B5EF4-FFF2-40B4-BE49-F238E27FC236}">
                    <a16:creationId xmlns:a16="http://schemas.microsoft.com/office/drawing/2014/main" id="{E6A1B5D1-A0C1-47E7-A068-C05A44F3D700}"/>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40">
                <a:extLst>
                  <a:ext uri="{FF2B5EF4-FFF2-40B4-BE49-F238E27FC236}">
                    <a16:creationId xmlns:a16="http://schemas.microsoft.com/office/drawing/2014/main" id="{96D2BA52-50C4-45BF-B115-62AE7F01B07A}"/>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41">
                <a:extLst>
                  <a:ext uri="{FF2B5EF4-FFF2-40B4-BE49-F238E27FC236}">
                    <a16:creationId xmlns:a16="http://schemas.microsoft.com/office/drawing/2014/main" id="{9DCC33D9-FAF4-4D54-A2F1-85D656FB93DA}"/>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42">
                <a:extLst>
                  <a:ext uri="{FF2B5EF4-FFF2-40B4-BE49-F238E27FC236}">
                    <a16:creationId xmlns:a16="http://schemas.microsoft.com/office/drawing/2014/main" id="{8DD0B56F-45FF-4041-A939-24B54541A309}"/>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43">
                <a:extLst>
                  <a:ext uri="{FF2B5EF4-FFF2-40B4-BE49-F238E27FC236}">
                    <a16:creationId xmlns:a16="http://schemas.microsoft.com/office/drawing/2014/main" id="{96AB8477-5546-4080-8BC1-02BF0BB8F3FE}"/>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44">
                <a:extLst>
                  <a:ext uri="{FF2B5EF4-FFF2-40B4-BE49-F238E27FC236}">
                    <a16:creationId xmlns:a16="http://schemas.microsoft.com/office/drawing/2014/main" id="{4E453DC0-BE05-4525-866A-335CE37B007E}"/>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45">
                <a:extLst>
                  <a:ext uri="{FF2B5EF4-FFF2-40B4-BE49-F238E27FC236}">
                    <a16:creationId xmlns:a16="http://schemas.microsoft.com/office/drawing/2014/main" id="{DE66478E-4EC6-4BE6-B27E-C0C0531CC1E1}"/>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6">
                <a:extLst>
                  <a:ext uri="{FF2B5EF4-FFF2-40B4-BE49-F238E27FC236}">
                    <a16:creationId xmlns:a16="http://schemas.microsoft.com/office/drawing/2014/main" id="{698E3192-E8A7-4BE3-A213-C67294E393A9}"/>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7">
                <a:extLst>
                  <a:ext uri="{FF2B5EF4-FFF2-40B4-BE49-F238E27FC236}">
                    <a16:creationId xmlns:a16="http://schemas.microsoft.com/office/drawing/2014/main" id="{73311133-150A-4295-BA6B-AE591A758BD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8">
                <a:extLst>
                  <a:ext uri="{FF2B5EF4-FFF2-40B4-BE49-F238E27FC236}">
                    <a16:creationId xmlns:a16="http://schemas.microsoft.com/office/drawing/2014/main" id="{01A2298C-D71C-4EE8-97EC-882AE8FE270B}"/>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9">
                <a:extLst>
                  <a:ext uri="{FF2B5EF4-FFF2-40B4-BE49-F238E27FC236}">
                    <a16:creationId xmlns:a16="http://schemas.microsoft.com/office/drawing/2014/main" id="{4A510FF8-75EB-4CBF-8672-72CB0674B95B}"/>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50">
                <a:extLst>
                  <a:ext uri="{FF2B5EF4-FFF2-40B4-BE49-F238E27FC236}">
                    <a16:creationId xmlns:a16="http://schemas.microsoft.com/office/drawing/2014/main" id="{1A2C9E47-1571-4FD2-8B6B-C7B564E8977A}"/>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51">
                <a:extLst>
                  <a:ext uri="{FF2B5EF4-FFF2-40B4-BE49-F238E27FC236}">
                    <a16:creationId xmlns:a16="http://schemas.microsoft.com/office/drawing/2014/main" id="{86EF56B1-DD4A-4A19-A43F-347855BF8424}"/>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52">
                <a:extLst>
                  <a:ext uri="{FF2B5EF4-FFF2-40B4-BE49-F238E27FC236}">
                    <a16:creationId xmlns:a16="http://schemas.microsoft.com/office/drawing/2014/main" id="{593C0948-4102-4E67-9CCD-6F94446F70BE}"/>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53">
                <a:extLst>
                  <a:ext uri="{FF2B5EF4-FFF2-40B4-BE49-F238E27FC236}">
                    <a16:creationId xmlns:a16="http://schemas.microsoft.com/office/drawing/2014/main" id="{ACB6589F-762B-4CA7-8D92-92E5FB76FD1A}"/>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54">
                <a:extLst>
                  <a:ext uri="{FF2B5EF4-FFF2-40B4-BE49-F238E27FC236}">
                    <a16:creationId xmlns:a16="http://schemas.microsoft.com/office/drawing/2014/main" id="{9992ACB2-51DA-4341-842A-58050D15CC78}"/>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55">
                <a:extLst>
                  <a:ext uri="{FF2B5EF4-FFF2-40B4-BE49-F238E27FC236}">
                    <a16:creationId xmlns:a16="http://schemas.microsoft.com/office/drawing/2014/main" id="{D9C60E55-0956-424D-8C75-2976AC3B653E}"/>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6">
                <a:extLst>
                  <a:ext uri="{FF2B5EF4-FFF2-40B4-BE49-F238E27FC236}">
                    <a16:creationId xmlns:a16="http://schemas.microsoft.com/office/drawing/2014/main" id="{BE0FF237-544C-4EAB-ABB0-731D5FA88D46}"/>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7">
                <a:extLst>
                  <a:ext uri="{FF2B5EF4-FFF2-40B4-BE49-F238E27FC236}">
                    <a16:creationId xmlns:a16="http://schemas.microsoft.com/office/drawing/2014/main" id="{D1E0212C-F045-489C-9689-7C49F762CC3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AC90BB14-74DB-4A2D-847B-7D160CCB7907}"/>
                </a:ext>
              </a:extLst>
            </p:cNvPr>
            <p:cNvGrpSpPr/>
            <p:nvPr/>
          </p:nvGrpSpPr>
          <p:grpSpPr>
            <a:xfrm>
              <a:off x="354110" y="4376763"/>
              <a:ext cx="11480604" cy="109990"/>
              <a:chOff x="354110" y="4379678"/>
              <a:chExt cx="11480604" cy="109990"/>
            </a:xfrm>
            <a:grpFill/>
          </p:grpSpPr>
          <p:sp>
            <p:nvSpPr>
              <p:cNvPr id="123" name="Rectangle 59">
                <a:extLst>
                  <a:ext uri="{FF2B5EF4-FFF2-40B4-BE49-F238E27FC236}">
                    <a16:creationId xmlns:a16="http://schemas.microsoft.com/office/drawing/2014/main" id="{99D447A1-2220-4498-AEF5-6E3E1E6E7569}"/>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60">
                <a:extLst>
                  <a:ext uri="{FF2B5EF4-FFF2-40B4-BE49-F238E27FC236}">
                    <a16:creationId xmlns:a16="http://schemas.microsoft.com/office/drawing/2014/main" id="{7C3A93F4-91DD-433B-968A-852BE617B270}"/>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61">
                <a:extLst>
                  <a:ext uri="{FF2B5EF4-FFF2-40B4-BE49-F238E27FC236}">
                    <a16:creationId xmlns:a16="http://schemas.microsoft.com/office/drawing/2014/main" id="{1C73CE31-214B-4439-A783-35C6A8ED7587}"/>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62">
                <a:extLst>
                  <a:ext uri="{FF2B5EF4-FFF2-40B4-BE49-F238E27FC236}">
                    <a16:creationId xmlns:a16="http://schemas.microsoft.com/office/drawing/2014/main" id="{36D68C3F-8E09-4424-AE30-DC0EA8A4B605}"/>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63">
                <a:extLst>
                  <a:ext uri="{FF2B5EF4-FFF2-40B4-BE49-F238E27FC236}">
                    <a16:creationId xmlns:a16="http://schemas.microsoft.com/office/drawing/2014/main" id="{D77BDB0F-9FB9-4B1E-8B4A-1E2673E90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64">
                <a:extLst>
                  <a:ext uri="{FF2B5EF4-FFF2-40B4-BE49-F238E27FC236}">
                    <a16:creationId xmlns:a16="http://schemas.microsoft.com/office/drawing/2014/main" id="{11FC8FC1-3854-4435-94FA-7C19C8CF4B2B}"/>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9" name="Rectangle 65">
                <a:extLst>
                  <a:ext uri="{FF2B5EF4-FFF2-40B4-BE49-F238E27FC236}">
                    <a16:creationId xmlns:a16="http://schemas.microsoft.com/office/drawing/2014/main" id="{CD7A3181-77BB-4B10-BAE0-192A2D4C546F}"/>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6">
                <a:extLst>
                  <a:ext uri="{FF2B5EF4-FFF2-40B4-BE49-F238E27FC236}">
                    <a16:creationId xmlns:a16="http://schemas.microsoft.com/office/drawing/2014/main" id="{34704098-6430-4842-A78C-8EA208FF5C58}"/>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7">
                <a:extLst>
                  <a:ext uri="{FF2B5EF4-FFF2-40B4-BE49-F238E27FC236}">
                    <a16:creationId xmlns:a16="http://schemas.microsoft.com/office/drawing/2014/main" id="{821A9373-4697-4443-B247-58130E1D401F}"/>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8">
                <a:extLst>
                  <a:ext uri="{FF2B5EF4-FFF2-40B4-BE49-F238E27FC236}">
                    <a16:creationId xmlns:a16="http://schemas.microsoft.com/office/drawing/2014/main" id="{BE59B0E9-E64A-4252-ABFF-7D0CCECB5F69}"/>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9">
                <a:extLst>
                  <a:ext uri="{FF2B5EF4-FFF2-40B4-BE49-F238E27FC236}">
                    <a16:creationId xmlns:a16="http://schemas.microsoft.com/office/drawing/2014/main" id="{066F8BCA-C3C4-48C8-9103-65FC2FFF6239}"/>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70">
                <a:extLst>
                  <a:ext uri="{FF2B5EF4-FFF2-40B4-BE49-F238E27FC236}">
                    <a16:creationId xmlns:a16="http://schemas.microsoft.com/office/drawing/2014/main" id="{68B69181-5D7D-4EFF-9724-B2BDD62DB414}"/>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71">
                <a:extLst>
                  <a:ext uri="{FF2B5EF4-FFF2-40B4-BE49-F238E27FC236}">
                    <a16:creationId xmlns:a16="http://schemas.microsoft.com/office/drawing/2014/main" id="{996BC465-13D7-4B01-81BD-88E7BAA5A99E}"/>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72">
                <a:extLst>
                  <a:ext uri="{FF2B5EF4-FFF2-40B4-BE49-F238E27FC236}">
                    <a16:creationId xmlns:a16="http://schemas.microsoft.com/office/drawing/2014/main" id="{61C9420C-6853-4164-9D24-98349CD58CD5}"/>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73">
                <a:extLst>
                  <a:ext uri="{FF2B5EF4-FFF2-40B4-BE49-F238E27FC236}">
                    <a16:creationId xmlns:a16="http://schemas.microsoft.com/office/drawing/2014/main" id="{EF04FF35-9797-4571-BCFF-435C37D2517E}"/>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74">
                <a:extLst>
                  <a:ext uri="{FF2B5EF4-FFF2-40B4-BE49-F238E27FC236}">
                    <a16:creationId xmlns:a16="http://schemas.microsoft.com/office/drawing/2014/main" id="{78C68F3A-1768-4D3F-8ABF-D899CEF5DEDB}"/>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75">
                <a:extLst>
                  <a:ext uri="{FF2B5EF4-FFF2-40B4-BE49-F238E27FC236}">
                    <a16:creationId xmlns:a16="http://schemas.microsoft.com/office/drawing/2014/main" id="{A69F85D7-2261-4042-B85B-C3FABE4A0815}"/>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6">
                <a:extLst>
                  <a:ext uri="{FF2B5EF4-FFF2-40B4-BE49-F238E27FC236}">
                    <a16:creationId xmlns:a16="http://schemas.microsoft.com/office/drawing/2014/main" id="{31444D56-FEBA-4CC9-B179-200833A9BE9A}"/>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7">
                <a:extLst>
                  <a:ext uri="{FF2B5EF4-FFF2-40B4-BE49-F238E27FC236}">
                    <a16:creationId xmlns:a16="http://schemas.microsoft.com/office/drawing/2014/main" id="{A7678401-8C3E-4FAF-A888-70B49C911618}"/>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8">
                <a:extLst>
                  <a:ext uri="{FF2B5EF4-FFF2-40B4-BE49-F238E27FC236}">
                    <a16:creationId xmlns:a16="http://schemas.microsoft.com/office/drawing/2014/main" id="{618CC429-D47D-440E-9695-6E61D609607D}"/>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9">
                <a:extLst>
                  <a:ext uri="{FF2B5EF4-FFF2-40B4-BE49-F238E27FC236}">
                    <a16:creationId xmlns:a16="http://schemas.microsoft.com/office/drawing/2014/main" id="{F2B544AE-5CC8-4A61-BBDF-82DA13A5F7E8}"/>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80">
                <a:extLst>
                  <a:ext uri="{FF2B5EF4-FFF2-40B4-BE49-F238E27FC236}">
                    <a16:creationId xmlns:a16="http://schemas.microsoft.com/office/drawing/2014/main" id="{46B39C8E-D445-41B8-8B42-2DE170717BD6}"/>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81">
                <a:extLst>
                  <a:ext uri="{FF2B5EF4-FFF2-40B4-BE49-F238E27FC236}">
                    <a16:creationId xmlns:a16="http://schemas.microsoft.com/office/drawing/2014/main" id="{38E7AB8E-5E17-460F-8595-4178AF462D9F}"/>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82">
                <a:extLst>
                  <a:ext uri="{FF2B5EF4-FFF2-40B4-BE49-F238E27FC236}">
                    <a16:creationId xmlns:a16="http://schemas.microsoft.com/office/drawing/2014/main" id="{B1EBA00C-8D23-4B8D-996F-763D44718637}"/>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83">
                <a:extLst>
                  <a:ext uri="{FF2B5EF4-FFF2-40B4-BE49-F238E27FC236}">
                    <a16:creationId xmlns:a16="http://schemas.microsoft.com/office/drawing/2014/main" id="{A74D84D5-1D5F-4261-AC8E-F836107F1AED}"/>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84">
                <a:extLst>
                  <a:ext uri="{FF2B5EF4-FFF2-40B4-BE49-F238E27FC236}">
                    <a16:creationId xmlns:a16="http://schemas.microsoft.com/office/drawing/2014/main" id="{FAE1892A-CE1C-4062-87F1-490874F36EE9}"/>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1802612C-7EF5-4229-B874-804F63CA5157}"/>
                </a:ext>
              </a:extLst>
            </p:cNvPr>
            <p:cNvGrpSpPr/>
            <p:nvPr/>
          </p:nvGrpSpPr>
          <p:grpSpPr>
            <a:xfrm>
              <a:off x="354110" y="4883475"/>
              <a:ext cx="11480604" cy="109990"/>
              <a:chOff x="354110" y="4888062"/>
              <a:chExt cx="11480604" cy="109990"/>
            </a:xfrm>
            <a:grpFill/>
          </p:grpSpPr>
          <p:sp>
            <p:nvSpPr>
              <p:cNvPr id="97" name="Rectangle 5">
                <a:extLst>
                  <a:ext uri="{FF2B5EF4-FFF2-40B4-BE49-F238E27FC236}">
                    <a16:creationId xmlns:a16="http://schemas.microsoft.com/office/drawing/2014/main" id="{79ECF9B6-3DAB-4C5C-B34E-D0A7F38B761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6">
                <a:extLst>
                  <a:ext uri="{FF2B5EF4-FFF2-40B4-BE49-F238E27FC236}">
                    <a16:creationId xmlns:a16="http://schemas.microsoft.com/office/drawing/2014/main" id="{35C9E271-FB6D-4F58-AC40-C72BEAE8A205}"/>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7">
                <a:extLst>
                  <a:ext uri="{FF2B5EF4-FFF2-40B4-BE49-F238E27FC236}">
                    <a16:creationId xmlns:a16="http://schemas.microsoft.com/office/drawing/2014/main" id="{6C77D497-A891-4E55-B019-C188318C9B94}"/>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8">
                <a:extLst>
                  <a:ext uri="{FF2B5EF4-FFF2-40B4-BE49-F238E27FC236}">
                    <a16:creationId xmlns:a16="http://schemas.microsoft.com/office/drawing/2014/main" id="{789A10D5-86A9-4355-A65E-55E0070B0C22}"/>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9">
                <a:extLst>
                  <a:ext uri="{FF2B5EF4-FFF2-40B4-BE49-F238E27FC236}">
                    <a16:creationId xmlns:a16="http://schemas.microsoft.com/office/drawing/2014/main" id="{190FC9CA-1CD6-4748-9D13-6C41111A17B7}"/>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10">
                <a:extLst>
                  <a:ext uri="{FF2B5EF4-FFF2-40B4-BE49-F238E27FC236}">
                    <a16:creationId xmlns:a16="http://schemas.microsoft.com/office/drawing/2014/main" id="{C8822FE6-6227-48F7-AA73-92699ABEA3A8}"/>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3" name="Rectangle 11">
                <a:extLst>
                  <a:ext uri="{FF2B5EF4-FFF2-40B4-BE49-F238E27FC236}">
                    <a16:creationId xmlns:a16="http://schemas.microsoft.com/office/drawing/2014/main" id="{E5E1E87B-24C4-475C-8A8F-5B997B2D073F}"/>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12">
                <a:extLst>
                  <a:ext uri="{FF2B5EF4-FFF2-40B4-BE49-F238E27FC236}">
                    <a16:creationId xmlns:a16="http://schemas.microsoft.com/office/drawing/2014/main" id="{A10C8796-2AC4-44B9-947C-67EA0E966720}"/>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13">
                <a:extLst>
                  <a:ext uri="{FF2B5EF4-FFF2-40B4-BE49-F238E27FC236}">
                    <a16:creationId xmlns:a16="http://schemas.microsoft.com/office/drawing/2014/main" id="{9C3B2967-6FE1-42A9-8AA6-D88F39ED2592}"/>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14">
                <a:extLst>
                  <a:ext uri="{FF2B5EF4-FFF2-40B4-BE49-F238E27FC236}">
                    <a16:creationId xmlns:a16="http://schemas.microsoft.com/office/drawing/2014/main" id="{D65A60F3-B8CA-4A07-BA50-4382410F7DF3}"/>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15">
                <a:extLst>
                  <a:ext uri="{FF2B5EF4-FFF2-40B4-BE49-F238E27FC236}">
                    <a16:creationId xmlns:a16="http://schemas.microsoft.com/office/drawing/2014/main" id="{CE9D0345-78D9-481A-97CD-9F4F5005DCF5}"/>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6">
                <a:extLst>
                  <a:ext uri="{FF2B5EF4-FFF2-40B4-BE49-F238E27FC236}">
                    <a16:creationId xmlns:a16="http://schemas.microsoft.com/office/drawing/2014/main" id="{335FF664-C997-40CD-A253-17AE029463EF}"/>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7">
                <a:extLst>
                  <a:ext uri="{FF2B5EF4-FFF2-40B4-BE49-F238E27FC236}">
                    <a16:creationId xmlns:a16="http://schemas.microsoft.com/office/drawing/2014/main" id="{9CC2681F-B216-40D9-B5A0-F02DCEABDF71}"/>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8">
                <a:extLst>
                  <a:ext uri="{FF2B5EF4-FFF2-40B4-BE49-F238E27FC236}">
                    <a16:creationId xmlns:a16="http://schemas.microsoft.com/office/drawing/2014/main" id="{A3004976-7D17-4D1E-8C1B-307A36D4D3A6}"/>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9">
                <a:extLst>
                  <a:ext uri="{FF2B5EF4-FFF2-40B4-BE49-F238E27FC236}">
                    <a16:creationId xmlns:a16="http://schemas.microsoft.com/office/drawing/2014/main" id="{2441E1C0-EA8F-4829-96F9-79E4F9F9B8A8}"/>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20">
                <a:extLst>
                  <a:ext uri="{FF2B5EF4-FFF2-40B4-BE49-F238E27FC236}">
                    <a16:creationId xmlns:a16="http://schemas.microsoft.com/office/drawing/2014/main" id="{44BC57F8-5DE7-403F-B665-F6F2827DB80C}"/>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21">
                <a:extLst>
                  <a:ext uri="{FF2B5EF4-FFF2-40B4-BE49-F238E27FC236}">
                    <a16:creationId xmlns:a16="http://schemas.microsoft.com/office/drawing/2014/main" id="{B34B239C-EECF-4F26-A48A-B0CC0F65BC73}"/>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22">
                <a:extLst>
                  <a:ext uri="{FF2B5EF4-FFF2-40B4-BE49-F238E27FC236}">
                    <a16:creationId xmlns:a16="http://schemas.microsoft.com/office/drawing/2014/main" id="{9761DB51-CFA3-48D3-A481-6AAF4370D4B5}"/>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23">
                <a:extLst>
                  <a:ext uri="{FF2B5EF4-FFF2-40B4-BE49-F238E27FC236}">
                    <a16:creationId xmlns:a16="http://schemas.microsoft.com/office/drawing/2014/main" id="{8BF8C0DC-CA13-4B3A-9B31-81AD0D5A3B96}"/>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24">
                <a:extLst>
                  <a:ext uri="{FF2B5EF4-FFF2-40B4-BE49-F238E27FC236}">
                    <a16:creationId xmlns:a16="http://schemas.microsoft.com/office/drawing/2014/main" id="{3B5D9432-1B5F-4352-8E2D-A4C9BA278820}"/>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25">
                <a:extLst>
                  <a:ext uri="{FF2B5EF4-FFF2-40B4-BE49-F238E27FC236}">
                    <a16:creationId xmlns:a16="http://schemas.microsoft.com/office/drawing/2014/main" id="{A72578CA-857C-4FF3-99D2-2409F1404F50}"/>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6">
                <a:extLst>
                  <a:ext uri="{FF2B5EF4-FFF2-40B4-BE49-F238E27FC236}">
                    <a16:creationId xmlns:a16="http://schemas.microsoft.com/office/drawing/2014/main" id="{CAD4F8AF-D5EE-4F50-B004-20393F40DD74}"/>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7">
                <a:extLst>
                  <a:ext uri="{FF2B5EF4-FFF2-40B4-BE49-F238E27FC236}">
                    <a16:creationId xmlns:a16="http://schemas.microsoft.com/office/drawing/2014/main" id="{8A57F274-20A6-4680-B7C0-AD8EA5A0BB6B}"/>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8">
                <a:extLst>
                  <a:ext uri="{FF2B5EF4-FFF2-40B4-BE49-F238E27FC236}">
                    <a16:creationId xmlns:a16="http://schemas.microsoft.com/office/drawing/2014/main" id="{0F14F482-588A-4EEB-8243-0F8DF0EBFCDB}"/>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9">
                <a:extLst>
                  <a:ext uri="{FF2B5EF4-FFF2-40B4-BE49-F238E27FC236}">
                    <a16:creationId xmlns:a16="http://schemas.microsoft.com/office/drawing/2014/main" id="{DBE68752-D099-4312-A230-0F3B7131BC49}"/>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30">
                <a:extLst>
                  <a:ext uri="{FF2B5EF4-FFF2-40B4-BE49-F238E27FC236}">
                    <a16:creationId xmlns:a16="http://schemas.microsoft.com/office/drawing/2014/main" id="{405BD9F5-ECE9-4C54-B627-8C58DFD73551}"/>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81BDD497-9AE8-4EFE-A518-EB1944C837FD}"/>
                </a:ext>
              </a:extLst>
            </p:cNvPr>
            <p:cNvGrpSpPr/>
            <p:nvPr/>
          </p:nvGrpSpPr>
          <p:grpSpPr>
            <a:xfrm>
              <a:off x="354110" y="5390187"/>
              <a:ext cx="11480604" cy="108822"/>
              <a:chOff x="354110" y="5396454"/>
              <a:chExt cx="11480604" cy="108822"/>
            </a:xfrm>
            <a:grpFill/>
          </p:grpSpPr>
          <p:sp>
            <p:nvSpPr>
              <p:cNvPr id="71" name="Rectangle 32">
                <a:extLst>
                  <a:ext uri="{FF2B5EF4-FFF2-40B4-BE49-F238E27FC236}">
                    <a16:creationId xmlns:a16="http://schemas.microsoft.com/office/drawing/2014/main" id="{46DE1FDE-4944-42F3-AB62-2DB5477E3F4E}"/>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33">
                <a:extLst>
                  <a:ext uri="{FF2B5EF4-FFF2-40B4-BE49-F238E27FC236}">
                    <a16:creationId xmlns:a16="http://schemas.microsoft.com/office/drawing/2014/main" id="{06FCE84A-9F7C-4DFE-8CA9-5982F096E6E7}"/>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34">
                <a:extLst>
                  <a:ext uri="{FF2B5EF4-FFF2-40B4-BE49-F238E27FC236}">
                    <a16:creationId xmlns:a16="http://schemas.microsoft.com/office/drawing/2014/main" id="{DD56D081-1AAA-49A3-ABDB-5C753E6ABED1}"/>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35">
                <a:extLst>
                  <a:ext uri="{FF2B5EF4-FFF2-40B4-BE49-F238E27FC236}">
                    <a16:creationId xmlns:a16="http://schemas.microsoft.com/office/drawing/2014/main" id="{BD4D92B3-9AE0-48B8-959E-07EA7AB29F39}"/>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36">
                <a:extLst>
                  <a:ext uri="{FF2B5EF4-FFF2-40B4-BE49-F238E27FC236}">
                    <a16:creationId xmlns:a16="http://schemas.microsoft.com/office/drawing/2014/main" id="{3DD3026A-6FE6-4FA7-90F4-6DE1E8898CA9}"/>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37">
                <a:extLst>
                  <a:ext uri="{FF2B5EF4-FFF2-40B4-BE49-F238E27FC236}">
                    <a16:creationId xmlns:a16="http://schemas.microsoft.com/office/drawing/2014/main" id="{AC970942-28D3-4460-85B7-BD20B0D76AC0}"/>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 name="Rectangle 38">
                <a:extLst>
                  <a:ext uri="{FF2B5EF4-FFF2-40B4-BE49-F238E27FC236}">
                    <a16:creationId xmlns:a16="http://schemas.microsoft.com/office/drawing/2014/main" id="{03D96458-7899-4A24-B66B-461086FAA137}"/>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9">
                <a:extLst>
                  <a:ext uri="{FF2B5EF4-FFF2-40B4-BE49-F238E27FC236}">
                    <a16:creationId xmlns:a16="http://schemas.microsoft.com/office/drawing/2014/main" id="{C8A769BE-C8A3-44B6-A98B-9A0CA8C8C1B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40">
                <a:extLst>
                  <a:ext uri="{FF2B5EF4-FFF2-40B4-BE49-F238E27FC236}">
                    <a16:creationId xmlns:a16="http://schemas.microsoft.com/office/drawing/2014/main" id="{42866ABD-1FE3-40D1-8819-FC2FC19BC13E}"/>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41">
                <a:extLst>
                  <a:ext uri="{FF2B5EF4-FFF2-40B4-BE49-F238E27FC236}">
                    <a16:creationId xmlns:a16="http://schemas.microsoft.com/office/drawing/2014/main" id="{0DA7C80D-458F-4BCF-9DF9-4EA5C63B694E}"/>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42">
                <a:extLst>
                  <a:ext uri="{FF2B5EF4-FFF2-40B4-BE49-F238E27FC236}">
                    <a16:creationId xmlns:a16="http://schemas.microsoft.com/office/drawing/2014/main" id="{0BDDAC83-E0E2-46D1-BE39-29D715978A44}"/>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43">
                <a:extLst>
                  <a:ext uri="{FF2B5EF4-FFF2-40B4-BE49-F238E27FC236}">
                    <a16:creationId xmlns:a16="http://schemas.microsoft.com/office/drawing/2014/main" id="{778B5BE3-4E1C-4C31-8E26-1435B98AADE2}"/>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44">
                <a:extLst>
                  <a:ext uri="{FF2B5EF4-FFF2-40B4-BE49-F238E27FC236}">
                    <a16:creationId xmlns:a16="http://schemas.microsoft.com/office/drawing/2014/main" id="{12D1914C-8D7D-4C81-BF2A-CC415E7FEFEA}"/>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45">
                <a:extLst>
                  <a:ext uri="{FF2B5EF4-FFF2-40B4-BE49-F238E27FC236}">
                    <a16:creationId xmlns:a16="http://schemas.microsoft.com/office/drawing/2014/main" id="{3F7280B3-7FC7-46CC-B0AA-9279C8F01F29}"/>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6">
                <a:extLst>
                  <a:ext uri="{FF2B5EF4-FFF2-40B4-BE49-F238E27FC236}">
                    <a16:creationId xmlns:a16="http://schemas.microsoft.com/office/drawing/2014/main" id="{8518DB40-11B0-4C34-8085-E25C7CCE9078}"/>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7">
                <a:extLst>
                  <a:ext uri="{FF2B5EF4-FFF2-40B4-BE49-F238E27FC236}">
                    <a16:creationId xmlns:a16="http://schemas.microsoft.com/office/drawing/2014/main" id="{A0A4571B-8522-4F7C-A623-D22275A4BA72}"/>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8">
                <a:extLst>
                  <a:ext uri="{FF2B5EF4-FFF2-40B4-BE49-F238E27FC236}">
                    <a16:creationId xmlns:a16="http://schemas.microsoft.com/office/drawing/2014/main" id="{0058B0EA-93A6-4250-B9BB-2189D860E5A2}"/>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9">
                <a:extLst>
                  <a:ext uri="{FF2B5EF4-FFF2-40B4-BE49-F238E27FC236}">
                    <a16:creationId xmlns:a16="http://schemas.microsoft.com/office/drawing/2014/main" id="{AD35427D-2F04-45B3-A5EA-4C931023ECE8}"/>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50">
                <a:extLst>
                  <a:ext uri="{FF2B5EF4-FFF2-40B4-BE49-F238E27FC236}">
                    <a16:creationId xmlns:a16="http://schemas.microsoft.com/office/drawing/2014/main" id="{C9AE1296-0B65-425E-B952-6EA87FD817F0}"/>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51">
                <a:extLst>
                  <a:ext uri="{FF2B5EF4-FFF2-40B4-BE49-F238E27FC236}">
                    <a16:creationId xmlns:a16="http://schemas.microsoft.com/office/drawing/2014/main" id="{7A1EA1D6-A2F2-45C1-B37A-53504239CE56}"/>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52">
                <a:extLst>
                  <a:ext uri="{FF2B5EF4-FFF2-40B4-BE49-F238E27FC236}">
                    <a16:creationId xmlns:a16="http://schemas.microsoft.com/office/drawing/2014/main" id="{505AF1AD-40CE-4BC2-AC86-033E06E7B6F6}"/>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53">
                <a:extLst>
                  <a:ext uri="{FF2B5EF4-FFF2-40B4-BE49-F238E27FC236}">
                    <a16:creationId xmlns:a16="http://schemas.microsoft.com/office/drawing/2014/main" id="{4E83FA98-5620-4FBC-83BE-A15F94C83D59}"/>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54">
                <a:extLst>
                  <a:ext uri="{FF2B5EF4-FFF2-40B4-BE49-F238E27FC236}">
                    <a16:creationId xmlns:a16="http://schemas.microsoft.com/office/drawing/2014/main" id="{994A88E7-EC98-4704-B017-A2BEA7AB44CD}"/>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55">
                <a:extLst>
                  <a:ext uri="{FF2B5EF4-FFF2-40B4-BE49-F238E27FC236}">
                    <a16:creationId xmlns:a16="http://schemas.microsoft.com/office/drawing/2014/main" id="{44F8541E-6BEB-4522-8934-CDC85C95B804}"/>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6">
                <a:extLst>
                  <a:ext uri="{FF2B5EF4-FFF2-40B4-BE49-F238E27FC236}">
                    <a16:creationId xmlns:a16="http://schemas.microsoft.com/office/drawing/2014/main" id="{41BE143F-1045-43B6-9112-9CA42EAB94D5}"/>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7">
                <a:extLst>
                  <a:ext uri="{FF2B5EF4-FFF2-40B4-BE49-F238E27FC236}">
                    <a16:creationId xmlns:a16="http://schemas.microsoft.com/office/drawing/2014/main" id="{15B3273B-882C-4741-AFCB-88C00782C05E}"/>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42D156E4-2FEE-41D1-B234-92FA676F4D8E}"/>
                </a:ext>
              </a:extLst>
            </p:cNvPr>
            <p:cNvGrpSpPr/>
            <p:nvPr/>
          </p:nvGrpSpPr>
          <p:grpSpPr>
            <a:xfrm>
              <a:off x="354110" y="5895731"/>
              <a:ext cx="11480604" cy="109990"/>
              <a:chOff x="354110" y="5903678"/>
              <a:chExt cx="11480604" cy="109990"/>
            </a:xfrm>
            <a:grpFill/>
          </p:grpSpPr>
          <p:sp>
            <p:nvSpPr>
              <p:cNvPr id="45" name="Rectangle 59">
                <a:extLst>
                  <a:ext uri="{FF2B5EF4-FFF2-40B4-BE49-F238E27FC236}">
                    <a16:creationId xmlns:a16="http://schemas.microsoft.com/office/drawing/2014/main" id="{1282A854-928F-4C4C-AF50-E805B6E24D60}"/>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60">
                <a:extLst>
                  <a:ext uri="{FF2B5EF4-FFF2-40B4-BE49-F238E27FC236}">
                    <a16:creationId xmlns:a16="http://schemas.microsoft.com/office/drawing/2014/main" id="{BF09B981-640A-4B56-97EF-77A7674F2AB4}"/>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61">
                <a:extLst>
                  <a:ext uri="{FF2B5EF4-FFF2-40B4-BE49-F238E27FC236}">
                    <a16:creationId xmlns:a16="http://schemas.microsoft.com/office/drawing/2014/main" id="{0E3D84C4-7127-44E3-9D80-DD4C9DF86B9B}"/>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62">
                <a:extLst>
                  <a:ext uri="{FF2B5EF4-FFF2-40B4-BE49-F238E27FC236}">
                    <a16:creationId xmlns:a16="http://schemas.microsoft.com/office/drawing/2014/main" id="{3C0ED1F5-7157-4C03-AF23-63AA54E2020F}"/>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63">
                <a:extLst>
                  <a:ext uri="{FF2B5EF4-FFF2-40B4-BE49-F238E27FC236}">
                    <a16:creationId xmlns:a16="http://schemas.microsoft.com/office/drawing/2014/main" id="{DA4CC94A-11EC-484D-93A8-A6BA55C942E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64">
                <a:extLst>
                  <a:ext uri="{FF2B5EF4-FFF2-40B4-BE49-F238E27FC236}">
                    <a16:creationId xmlns:a16="http://schemas.microsoft.com/office/drawing/2014/main" id="{F3F8546E-5077-4146-94A8-9C4CC244E519}"/>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 name="Rectangle 65">
                <a:extLst>
                  <a:ext uri="{FF2B5EF4-FFF2-40B4-BE49-F238E27FC236}">
                    <a16:creationId xmlns:a16="http://schemas.microsoft.com/office/drawing/2014/main" id="{931F67C4-9C1D-4588-A8E6-3E99D64C700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6">
                <a:extLst>
                  <a:ext uri="{FF2B5EF4-FFF2-40B4-BE49-F238E27FC236}">
                    <a16:creationId xmlns:a16="http://schemas.microsoft.com/office/drawing/2014/main" id="{EB21CB79-3CB2-4077-A9B9-C45985197177}"/>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7">
                <a:extLst>
                  <a:ext uri="{FF2B5EF4-FFF2-40B4-BE49-F238E27FC236}">
                    <a16:creationId xmlns:a16="http://schemas.microsoft.com/office/drawing/2014/main" id="{DD611496-16E5-4416-B1A2-02348ABD39A2}"/>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8">
                <a:extLst>
                  <a:ext uri="{FF2B5EF4-FFF2-40B4-BE49-F238E27FC236}">
                    <a16:creationId xmlns:a16="http://schemas.microsoft.com/office/drawing/2014/main" id="{EF4511E4-6AE1-4AD2-9E94-8DFEBF58B10C}"/>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9">
                <a:extLst>
                  <a:ext uri="{FF2B5EF4-FFF2-40B4-BE49-F238E27FC236}">
                    <a16:creationId xmlns:a16="http://schemas.microsoft.com/office/drawing/2014/main" id="{5A9F5148-2BFE-49A2-882C-9C270DAC2D30}"/>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70">
                <a:extLst>
                  <a:ext uri="{FF2B5EF4-FFF2-40B4-BE49-F238E27FC236}">
                    <a16:creationId xmlns:a16="http://schemas.microsoft.com/office/drawing/2014/main" id="{17978533-954B-41FA-ACA1-BB2EAC45FE1D}"/>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71">
                <a:extLst>
                  <a:ext uri="{FF2B5EF4-FFF2-40B4-BE49-F238E27FC236}">
                    <a16:creationId xmlns:a16="http://schemas.microsoft.com/office/drawing/2014/main" id="{9926B974-3B58-43BE-A627-034A472C617C}"/>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72">
                <a:extLst>
                  <a:ext uri="{FF2B5EF4-FFF2-40B4-BE49-F238E27FC236}">
                    <a16:creationId xmlns:a16="http://schemas.microsoft.com/office/drawing/2014/main" id="{E88CA7B8-FC95-4FE1-9B97-D5EF9F942413}"/>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73">
                <a:extLst>
                  <a:ext uri="{FF2B5EF4-FFF2-40B4-BE49-F238E27FC236}">
                    <a16:creationId xmlns:a16="http://schemas.microsoft.com/office/drawing/2014/main" id="{A92934FD-C410-4C84-A5E1-081E7B422AA1}"/>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74">
                <a:extLst>
                  <a:ext uri="{FF2B5EF4-FFF2-40B4-BE49-F238E27FC236}">
                    <a16:creationId xmlns:a16="http://schemas.microsoft.com/office/drawing/2014/main" id="{2DA33973-6FE4-4D86-BBFB-90D4909293C8}"/>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75">
                <a:extLst>
                  <a:ext uri="{FF2B5EF4-FFF2-40B4-BE49-F238E27FC236}">
                    <a16:creationId xmlns:a16="http://schemas.microsoft.com/office/drawing/2014/main" id="{94818BD6-2B6E-47BE-B503-E9E8E6375D92}"/>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6">
                <a:extLst>
                  <a:ext uri="{FF2B5EF4-FFF2-40B4-BE49-F238E27FC236}">
                    <a16:creationId xmlns:a16="http://schemas.microsoft.com/office/drawing/2014/main" id="{F051DFF7-292C-4CA6-B811-8790171A25A6}"/>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7">
                <a:extLst>
                  <a:ext uri="{FF2B5EF4-FFF2-40B4-BE49-F238E27FC236}">
                    <a16:creationId xmlns:a16="http://schemas.microsoft.com/office/drawing/2014/main" id="{728FA892-539E-4633-A6ED-61FF464A5030}"/>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8">
                <a:extLst>
                  <a:ext uri="{FF2B5EF4-FFF2-40B4-BE49-F238E27FC236}">
                    <a16:creationId xmlns:a16="http://schemas.microsoft.com/office/drawing/2014/main" id="{FE6AF4DA-E293-4A89-BE4C-DD3E6BDBE217}"/>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9">
                <a:extLst>
                  <a:ext uri="{FF2B5EF4-FFF2-40B4-BE49-F238E27FC236}">
                    <a16:creationId xmlns:a16="http://schemas.microsoft.com/office/drawing/2014/main" id="{11BA7696-6E60-4A76-8A02-38F11535F1F3}"/>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80">
                <a:extLst>
                  <a:ext uri="{FF2B5EF4-FFF2-40B4-BE49-F238E27FC236}">
                    <a16:creationId xmlns:a16="http://schemas.microsoft.com/office/drawing/2014/main" id="{EBA43DA8-F00F-4803-9505-8D973D07BA4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81">
                <a:extLst>
                  <a:ext uri="{FF2B5EF4-FFF2-40B4-BE49-F238E27FC236}">
                    <a16:creationId xmlns:a16="http://schemas.microsoft.com/office/drawing/2014/main" id="{5996994C-303B-47AD-B7A1-EB4C4801F26D}"/>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82">
                <a:extLst>
                  <a:ext uri="{FF2B5EF4-FFF2-40B4-BE49-F238E27FC236}">
                    <a16:creationId xmlns:a16="http://schemas.microsoft.com/office/drawing/2014/main" id="{AC9DA622-9D85-4CCD-AC5B-C16EC91FDA83}"/>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83">
                <a:extLst>
                  <a:ext uri="{FF2B5EF4-FFF2-40B4-BE49-F238E27FC236}">
                    <a16:creationId xmlns:a16="http://schemas.microsoft.com/office/drawing/2014/main" id="{74795EEC-C77C-457E-8ED2-A2565D98D6B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84">
                <a:extLst>
                  <a:ext uri="{FF2B5EF4-FFF2-40B4-BE49-F238E27FC236}">
                    <a16:creationId xmlns:a16="http://schemas.microsoft.com/office/drawing/2014/main" id="{E7A6C9D7-E009-43E7-83C2-4012ED6CC081}"/>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56EC6267-892C-414C-9F90-78AE254ABFE9}"/>
                </a:ext>
              </a:extLst>
            </p:cNvPr>
            <p:cNvGrpSpPr/>
            <p:nvPr/>
          </p:nvGrpSpPr>
          <p:grpSpPr>
            <a:xfrm>
              <a:off x="354110" y="6402442"/>
              <a:ext cx="11480604" cy="109990"/>
              <a:chOff x="354110" y="5903678"/>
              <a:chExt cx="11480604" cy="109990"/>
            </a:xfrm>
            <a:grpFill/>
          </p:grpSpPr>
          <p:sp>
            <p:nvSpPr>
              <p:cNvPr id="19" name="Rectangle 59">
                <a:extLst>
                  <a:ext uri="{FF2B5EF4-FFF2-40B4-BE49-F238E27FC236}">
                    <a16:creationId xmlns:a16="http://schemas.microsoft.com/office/drawing/2014/main" id="{3E75128E-3C74-4C95-89B7-CB30EBD0DA91}"/>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 name="Rectangle 60">
                <a:extLst>
                  <a:ext uri="{FF2B5EF4-FFF2-40B4-BE49-F238E27FC236}">
                    <a16:creationId xmlns:a16="http://schemas.microsoft.com/office/drawing/2014/main" id="{5123F894-661A-41E9-A3C4-D65153785919}"/>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 name="Rectangle 61">
                <a:extLst>
                  <a:ext uri="{FF2B5EF4-FFF2-40B4-BE49-F238E27FC236}">
                    <a16:creationId xmlns:a16="http://schemas.microsoft.com/office/drawing/2014/main" id="{6DE83EB5-D56C-4E03-AFAA-ABFCDBF5269C}"/>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 name="Rectangle 62">
                <a:extLst>
                  <a:ext uri="{FF2B5EF4-FFF2-40B4-BE49-F238E27FC236}">
                    <a16:creationId xmlns:a16="http://schemas.microsoft.com/office/drawing/2014/main" id="{A7150839-4B6F-48D6-8DC1-234F92C99691}"/>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 name="Rectangle 63">
                <a:extLst>
                  <a:ext uri="{FF2B5EF4-FFF2-40B4-BE49-F238E27FC236}">
                    <a16:creationId xmlns:a16="http://schemas.microsoft.com/office/drawing/2014/main" id="{F57DE175-BDB3-46EA-A233-0D1C4BC629CE}"/>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 name="Rectangle 64">
                <a:extLst>
                  <a:ext uri="{FF2B5EF4-FFF2-40B4-BE49-F238E27FC236}">
                    <a16:creationId xmlns:a16="http://schemas.microsoft.com/office/drawing/2014/main" id="{E0DC63F5-28E3-423C-884B-60E11C90CCF8}"/>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 name="Rectangle 65">
                <a:extLst>
                  <a:ext uri="{FF2B5EF4-FFF2-40B4-BE49-F238E27FC236}">
                    <a16:creationId xmlns:a16="http://schemas.microsoft.com/office/drawing/2014/main" id="{1B8EDB48-7E1A-4E8D-8DD6-E2E9045E5CC7}"/>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6">
                <a:extLst>
                  <a:ext uri="{FF2B5EF4-FFF2-40B4-BE49-F238E27FC236}">
                    <a16:creationId xmlns:a16="http://schemas.microsoft.com/office/drawing/2014/main" id="{7B2F1A3E-E3C9-4E74-A8BB-5D7489CCC81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7">
                <a:extLst>
                  <a:ext uri="{FF2B5EF4-FFF2-40B4-BE49-F238E27FC236}">
                    <a16:creationId xmlns:a16="http://schemas.microsoft.com/office/drawing/2014/main" id="{986E435A-5565-453A-9521-30F8988F19B7}"/>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8">
                <a:extLst>
                  <a:ext uri="{FF2B5EF4-FFF2-40B4-BE49-F238E27FC236}">
                    <a16:creationId xmlns:a16="http://schemas.microsoft.com/office/drawing/2014/main" id="{1B037B73-2947-4134-8DBF-86815CE18D01}"/>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9">
                <a:extLst>
                  <a:ext uri="{FF2B5EF4-FFF2-40B4-BE49-F238E27FC236}">
                    <a16:creationId xmlns:a16="http://schemas.microsoft.com/office/drawing/2014/main" id="{59E3FCFD-4BC9-4154-9F9A-FEDADE6AF85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70">
                <a:extLst>
                  <a:ext uri="{FF2B5EF4-FFF2-40B4-BE49-F238E27FC236}">
                    <a16:creationId xmlns:a16="http://schemas.microsoft.com/office/drawing/2014/main" id="{75B4E090-E69E-4E1B-9D47-2E7610643E70}"/>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71">
                <a:extLst>
                  <a:ext uri="{FF2B5EF4-FFF2-40B4-BE49-F238E27FC236}">
                    <a16:creationId xmlns:a16="http://schemas.microsoft.com/office/drawing/2014/main" id="{3E8EF4EA-870F-4671-9D93-BBDD11E3A6D3}"/>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72">
                <a:extLst>
                  <a:ext uri="{FF2B5EF4-FFF2-40B4-BE49-F238E27FC236}">
                    <a16:creationId xmlns:a16="http://schemas.microsoft.com/office/drawing/2014/main" id="{381F046F-5BF7-4214-B4FB-EEBE29F7CA15}"/>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73">
                <a:extLst>
                  <a:ext uri="{FF2B5EF4-FFF2-40B4-BE49-F238E27FC236}">
                    <a16:creationId xmlns:a16="http://schemas.microsoft.com/office/drawing/2014/main" id="{836148AC-AF61-43A3-A1B1-BB54CE216AEA}"/>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74">
                <a:extLst>
                  <a:ext uri="{FF2B5EF4-FFF2-40B4-BE49-F238E27FC236}">
                    <a16:creationId xmlns:a16="http://schemas.microsoft.com/office/drawing/2014/main" id="{B1DE9085-D5E0-4B83-BB80-E434D7DDD158}"/>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75">
                <a:extLst>
                  <a:ext uri="{FF2B5EF4-FFF2-40B4-BE49-F238E27FC236}">
                    <a16:creationId xmlns:a16="http://schemas.microsoft.com/office/drawing/2014/main" id="{317373CF-A0A3-4A1C-88A0-683C2A8DF16F}"/>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6">
                <a:extLst>
                  <a:ext uri="{FF2B5EF4-FFF2-40B4-BE49-F238E27FC236}">
                    <a16:creationId xmlns:a16="http://schemas.microsoft.com/office/drawing/2014/main" id="{4347A2CA-AF14-4C9E-BBAB-D90DBAA96501}"/>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7">
                <a:extLst>
                  <a:ext uri="{FF2B5EF4-FFF2-40B4-BE49-F238E27FC236}">
                    <a16:creationId xmlns:a16="http://schemas.microsoft.com/office/drawing/2014/main" id="{B9A6E2C3-57A3-42A9-A83E-18CDCD7C69CF}"/>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8">
                <a:extLst>
                  <a:ext uri="{FF2B5EF4-FFF2-40B4-BE49-F238E27FC236}">
                    <a16:creationId xmlns:a16="http://schemas.microsoft.com/office/drawing/2014/main" id="{66345FAF-D8B3-4589-B236-9592A4B2E67D}"/>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9">
                <a:extLst>
                  <a:ext uri="{FF2B5EF4-FFF2-40B4-BE49-F238E27FC236}">
                    <a16:creationId xmlns:a16="http://schemas.microsoft.com/office/drawing/2014/main" id="{B6D66C40-7B12-4FAE-BA0D-F11071E94A85}"/>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80">
                <a:extLst>
                  <a:ext uri="{FF2B5EF4-FFF2-40B4-BE49-F238E27FC236}">
                    <a16:creationId xmlns:a16="http://schemas.microsoft.com/office/drawing/2014/main" id="{88E16CD4-DE64-472C-92F2-04F69839E843}"/>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81">
                <a:extLst>
                  <a:ext uri="{FF2B5EF4-FFF2-40B4-BE49-F238E27FC236}">
                    <a16:creationId xmlns:a16="http://schemas.microsoft.com/office/drawing/2014/main" id="{D595AF87-0CEC-4595-A702-E82EE7CBEF90}"/>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82">
                <a:extLst>
                  <a:ext uri="{FF2B5EF4-FFF2-40B4-BE49-F238E27FC236}">
                    <a16:creationId xmlns:a16="http://schemas.microsoft.com/office/drawing/2014/main" id="{61ED73B8-7315-4650-922A-B9670ED5FF3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83">
                <a:extLst>
                  <a:ext uri="{FF2B5EF4-FFF2-40B4-BE49-F238E27FC236}">
                    <a16:creationId xmlns:a16="http://schemas.microsoft.com/office/drawing/2014/main" id="{78E5D2BE-A2AA-4686-881A-1AAC20E7698E}"/>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84">
                <a:extLst>
                  <a:ext uri="{FF2B5EF4-FFF2-40B4-BE49-F238E27FC236}">
                    <a16:creationId xmlns:a16="http://schemas.microsoft.com/office/drawing/2014/main" id="{6983C63B-88C2-4A51-9595-E3C3B3B91183}"/>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357" name="Title 1">
            <a:extLst>
              <a:ext uri="{FF2B5EF4-FFF2-40B4-BE49-F238E27FC236}">
                <a16:creationId xmlns:a16="http://schemas.microsoft.com/office/drawing/2014/main" id="{854A438C-BC9A-4A4F-ABD3-80A84279ECBF}"/>
              </a:ext>
            </a:extLst>
          </p:cNvPr>
          <p:cNvSpPr>
            <a:spLocks noGrp="1"/>
          </p:cNvSpPr>
          <p:nvPr>
            <p:ph type="title"/>
          </p:nvPr>
        </p:nvSpPr>
        <p:spPr>
          <a:xfrm>
            <a:off x="189756" y="73844"/>
            <a:ext cx="10969943" cy="711081"/>
          </a:xfrm>
        </p:spPr>
        <p:txBody>
          <a:bodyPr>
            <a:noAutofit/>
          </a:bodyPr>
          <a:lstStyle>
            <a:lvl1pPr algn="l">
              <a:defRPr sz="3600">
                <a:solidFill>
                  <a:schemeClr val="bg1"/>
                </a:solidFill>
                <a:latin typeface="Cooper Black" panose="0208090404030B020404" pitchFamily="18" charset="0"/>
              </a:defRPr>
            </a:lvl1pPr>
          </a:lstStyle>
          <a:p>
            <a:r>
              <a:rPr lang="en-US" dirty="0"/>
              <a:t>Click to edit Master title style</a:t>
            </a:r>
          </a:p>
        </p:txBody>
      </p:sp>
    </p:spTree>
    <p:extLst>
      <p:ext uri="{BB962C8B-B14F-4D97-AF65-F5344CB8AC3E}">
        <p14:creationId xmlns:p14="http://schemas.microsoft.com/office/powerpoint/2010/main" val="19003832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bout Us">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7/13/2026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lvl1pPr>
              <a:defRPr/>
            </a:lvl1pPr>
          </a:lstStyle>
          <a:p>
            <a:r>
              <a:rPr lang="en-US" dirty="0"/>
              <a:t>www.anubhavtrainings.com</a:t>
            </a:r>
          </a:p>
        </p:txBody>
      </p:sp>
      <p:sp>
        <p:nvSpPr>
          <p:cNvPr id="10" name="Picture Placeholder 9">
            <a:extLst>
              <a:ext uri="{FF2B5EF4-FFF2-40B4-BE49-F238E27FC236}">
                <a16:creationId xmlns:a16="http://schemas.microsoft.com/office/drawing/2014/main" id="{08ACDF83-3992-49FB-93C3-FD7BBB55C915}"/>
              </a:ext>
            </a:extLst>
          </p:cNvPr>
          <p:cNvSpPr>
            <a:spLocks noGrp="1"/>
          </p:cNvSpPr>
          <p:nvPr>
            <p:ph type="pic" sz="quarter" idx="13"/>
          </p:nvPr>
        </p:nvSpPr>
        <p:spPr>
          <a:xfrm>
            <a:off x="4575931" y="607234"/>
            <a:ext cx="6932127" cy="4386230"/>
          </a:xfrm>
          <a:custGeom>
            <a:avLst/>
            <a:gdLst>
              <a:gd name="connsiteX0" fmla="*/ 387523 w 6932127"/>
              <a:gd name="connsiteY0" fmla="*/ 0 h 4386230"/>
              <a:gd name="connsiteX1" fmla="*/ 6544604 w 6932127"/>
              <a:gd name="connsiteY1" fmla="*/ 0 h 4386230"/>
              <a:gd name="connsiteX2" fmla="*/ 6932127 w 6932127"/>
              <a:gd name="connsiteY2" fmla="*/ 387523 h 4386230"/>
              <a:gd name="connsiteX3" fmla="*/ 6932127 w 6932127"/>
              <a:gd name="connsiteY3" fmla="*/ 3998707 h 4386230"/>
              <a:gd name="connsiteX4" fmla="*/ 6544604 w 6932127"/>
              <a:gd name="connsiteY4" fmla="*/ 4386230 h 4386230"/>
              <a:gd name="connsiteX5" fmla="*/ 387523 w 6932127"/>
              <a:gd name="connsiteY5" fmla="*/ 4386230 h 4386230"/>
              <a:gd name="connsiteX6" fmla="*/ 0 w 6932127"/>
              <a:gd name="connsiteY6" fmla="*/ 3998707 h 4386230"/>
              <a:gd name="connsiteX7" fmla="*/ 0 w 6932127"/>
              <a:gd name="connsiteY7" fmla="*/ 387523 h 4386230"/>
              <a:gd name="connsiteX8" fmla="*/ 387523 w 6932127"/>
              <a:gd name="connsiteY8" fmla="*/ 0 h 43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32127" h="4386230">
                <a:moveTo>
                  <a:pt x="387523" y="0"/>
                </a:moveTo>
                <a:lnTo>
                  <a:pt x="6544604" y="0"/>
                </a:lnTo>
                <a:cubicBezTo>
                  <a:pt x="6758627" y="0"/>
                  <a:pt x="6932127" y="173500"/>
                  <a:pt x="6932127" y="387523"/>
                </a:cubicBezTo>
                <a:lnTo>
                  <a:pt x="6932127" y="3998707"/>
                </a:lnTo>
                <a:cubicBezTo>
                  <a:pt x="6932127" y="4212730"/>
                  <a:pt x="6758627" y="4386230"/>
                  <a:pt x="6544604" y="4386230"/>
                </a:cubicBezTo>
                <a:lnTo>
                  <a:pt x="387523" y="4386230"/>
                </a:lnTo>
                <a:cubicBezTo>
                  <a:pt x="173500" y="4386230"/>
                  <a:pt x="0" y="4212730"/>
                  <a:pt x="0" y="3998707"/>
                </a:cubicBezTo>
                <a:lnTo>
                  <a:pt x="0" y="387523"/>
                </a:lnTo>
                <a:cubicBezTo>
                  <a:pt x="0" y="173500"/>
                  <a:pt x="173500" y="0"/>
                  <a:pt x="387523" y="0"/>
                </a:cubicBezTo>
                <a:close/>
              </a:path>
            </a:pathLst>
          </a:custGeom>
          <a:solidFill>
            <a:schemeClr val="accent3"/>
          </a:solidFill>
          <a:effectLst>
            <a:outerShdw blurRad="635000" dist="825500" dir="9600000" algn="tr" rotWithShape="0">
              <a:prstClr val="black">
                <a:alpha val="20000"/>
              </a:prstClr>
            </a:outerShdw>
          </a:effectLst>
        </p:spPr>
        <p:txBody>
          <a:bodyPr wrap="square" anchor="ctr">
            <a:noAutofit/>
          </a:bodyPr>
          <a:lstStyle>
            <a:lvl1pPr marL="0" indent="0" algn="ctr">
              <a:buFontTx/>
              <a:buNone/>
              <a:defRPr>
                <a:solidFill>
                  <a:schemeClr val="bg1"/>
                </a:solidFill>
                <a:latin typeface="+mn-lt"/>
              </a:defRPr>
            </a:lvl1pPr>
          </a:lstStyle>
          <a:p>
            <a:endParaRPr lang="en-IN" dirty="0"/>
          </a:p>
        </p:txBody>
      </p:sp>
    </p:spTree>
    <p:extLst>
      <p:ext uri="{BB962C8B-B14F-4D97-AF65-F5344CB8AC3E}">
        <p14:creationId xmlns:p14="http://schemas.microsoft.com/office/powerpoint/2010/main" val="2630900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What we do?">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7/13/2026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p:txBody>
      </p:sp>
      <p:sp>
        <p:nvSpPr>
          <p:cNvPr id="364" name="Picture Placeholder 2">
            <a:extLst>
              <a:ext uri="{FF2B5EF4-FFF2-40B4-BE49-F238E27FC236}">
                <a16:creationId xmlns:a16="http://schemas.microsoft.com/office/drawing/2014/main" id="{251EF59E-16AF-4781-8288-EC19B9762CAE}"/>
              </a:ext>
            </a:extLst>
          </p:cNvPr>
          <p:cNvSpPr>
            <a:spLocks noGrp="1"/>
          </p:cNvSpPr>
          <p:nvPr>
            <p:ph type="pic" sz="quarter" idx="14"/>
          </p:nvPr>
        </p:nvSpPr>
        <p:spPr>
          <a:xfrm>
            <a:off x="-20540" y="-11151"/>
            <a:ext cx="6784876" cy="5685522"/>
          </a:xfrm>
          <a:custGeom>
            <a:avLst/>
            <a:gdLst>
              <a:gd name="connsiteX0" fmla="*/ 0 w 7654699"/>
              <a:gd name="connsiteY0" fmla="*/ 0 h 5678805"/>
              <a:gd name="connsiteX1" fmla="*/ 7654699 w 7654699"/>
              <a:gd name="connsiteY1" fmla="*/ 0 h 5678805"/>
              <a:gd name="connsiteX2" fmla="*/ 7654699 w 7654699"/>
              <a:gd name="connsiteY2" fmla="*/ 0 h 5678805"/>
              <a:gd name="connsiteX3" fmla="*/ 7654699 w 7654699"/>
              <a:gd name="connsiteY3" fmla="*/ 4808982 h 5678805"/>
              <a:gd name="connsiteX4" fmla="*/ 6784876 w 7654699"/>
              <a:gd name="connsiteY4" fmla="*/ 5678805 h 5678805"/>
              <a:gd name="connsiteX5" fmla="*/ 869823 w 7654699"/>
              <a:gd name="connsiteY5" fmla="*/ 5678805 h 5678805"/>
              <a:gd name="connsiteX6" fmla="*/ 0 w 7654699"/>
              <a:gd name="connsiteY6" fmla="*/ 4808982 h 5678805"/>
              <a:gd name="connsiteX7" fmla="*/ 0 w 7654699"/>
              <a:gd name="connsiteY7" fmla="*/ 0 h 5678805"/>
              <a:gd name="connsiteX8" fmla="*/ 0 w 7654699"/>
              <a:gd name="connsiteY8" fmla="*/ 0 h 5678805"/>
              <a:gd name="connsiteX0" fmla="*/ 0 w 7654699"/>
              <a:gd name="connsiteY0" fmla="*/ 6717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8" fmla="*/ 0 w 7654699"/>
              <a:gd name="connsiteY8" fmla="*/ 6717 h 5685522"/>
              <a:gd name="connsiteX9" fmla="*/ 0 w 7654699"/>
              <a:gd name="connsiteY9" fmla="*/ 6717 h 5685522"/>
              <a:gd name="connsiteX0" fmla="*/ 0 w 7654699"/>
              <a:gd name="connsiteY0" fmla="*/ 6717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8" fmla="*/ 0 w 7654699"/>
              <a:gd name="connsiteY8" fmla="*/ 6717 h 5685522"/>
              <a:gd name="connsiteX0" fmla="*/ 0 w 7654699"/>
              <a:gd name="connsiteY0" fmla="*/ 4815699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0" fmla="*/ 776254 w 7561130"/>
              <a:gd name="connsiteY0" fmla="*/ 5685522 h 5685522"/>
              <a:gd name="connsiteX1" fmla="*/ 807946 w 7561130"/>
              <a:gd name="connsiteY1" fmla="*/ 0 h 5685522"/>
              <a:gd name="connsiteX2" fmla="*/ 7561130 w 7561130"/>
              <a:gd name="connsiteY2" fmla="*/ 6717 h 5685522"/>
              <a:gd name="connsiteX3" fmla="*/ 7561130 w 7561130"/>
              <a:gd name="connsiteY3" fmla="*/ 6717 h 5685522"/>
              <a:gd name="connsiteX4" fmla="*/ 7561130 w 7561130"/>
              <a:gd name="connsiteY4" fmla="*/ 4815699 h 5685522"/>
              <a:gd name="connsiteX5" fmla="*/ 6691307 w 7561130"/>
              <a:gd name="connsiteY5" fmla="*/ 5685522 h 5685522"/>
              <a:gd name="connsiteX6" fmla="*/ 776254 w 7561130"/>
              <a:gd name="connsiteY6" fmla="*/ 5685522 h 5685522"/>
              <a:gd name="connsiteX0" fmla="*/ 0 w 6784876"/>
              <a:gd name="connsiteY0" fmla="*/ 5685522 h 5685522"/>
              <a:gd name="connsiteX1" fmla="*/ 31692 w 6784876"/>
              <a:gd name="connsiteY1" fmla="*/ 0 h 5685522"/>
              <a:gd name="connsiteX2" fmla="*/ 6784876 w 6784876"/>
              <a:gd name="connsiteY2" fmla="*/ 6717 h 5685522"/>
              <a:gd name="connsiteX3" fmla="*/ 6784876 w 6784876"/>
              <a:gd name="connsiteY3" fmla="*/ 6717 h 5685522"/>
              <a:gd name="connsiteX4" fmla="*/ 6784876 w 6784876"/>
              <a:gd name="connsiteY4" fmla="*/ 4815699 h 5685522"/>
              <a:gd name="connsiteX5" fmla="*/ 5915053 w 6784876"/>
              <a:gd name="connsiteY5" fmla="*/ 5685522 h 5685522"/>
              <a:gd name="connsiteX6" fmla="*/ 0 w 6784876"/>
              <a:gd name="connsiteY6" fmla="*/ 5685522 h 5685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84876" h="5685522">
                <a:moveTo>
                  <a:pt x="0" y="5685522"/>
                </a:moveTo>
                <a:lnTo>
                  <a:pt x="31692" y="0"/>
                </a:lnTo>
                <a:lnTo>
                  <a:pt x="6784876" y="6717"/>
                </a:lnTo>
                <a:lnTo>
                  <a:pt x="6784876" y="6717"/>
                </a:lnTo>
                <a:lnTo>
                  <a:pt x="6784876" y="4815699"/>
                </a:lnTo>
                <a:cubicBezTo>
                  <a:pt x="6784876" y="5296089"/>
                  <a:pt x="6395443" y="5685522"/>
                  <a:pt x="5915053" y="5685522"/>
                </a:cubicBezTo>
                <a:lnTo>
                  <a:pt x="0" y="5685522"/>
                </a:lnTo>
                <a:close/>
              </a:path>
            </a:pathLst>
          </a:custGeom>
          <a:solidFill>
            <a:schemeClr val="accent3"/>
          </a:solidFill>
          <a:effectLst>
            <a:outerShdw blurRad="635000" dist="825500" dir="21540000" algn="l" rotWithShape="0">
              <a:prstClr val="black">
                <a:alpha val="20000"/>
              </a:prstClr>
            </a:outerShdw>
          </a:effectLst>
        </p:spPr>
        <p:txBody>
          <a:bodyPr anchor="ctr">
            <a:normAutofit/>
          </a:bodyPr>
          <a:lstStyle>
            <a:lvl1pPr marL="0" indent="0" algn="ctr">
              <a:buFontTx/>
              <a:buNone/>
              <a:defRPr sz="3200">
                <a:solidFill>
                  <a:schemeClr val="bg1"/>
                </a:solidFill>
              </a:defRPr>
            </a:lvl1pPr>
          </a:lstStyle>
          <a:p>
            <a:endParaRPr lang="en-IN"/>
          </a:p>
        </p:txBody>
      </p:sp>
    </p:spTree>
    <p:extLst>
      <p:ext uri="{BB962C8B-B14F-4D97-AF65-F5344CB8AC3E}">
        <p14:creationId xmlns:p14="http://schemas.microsoft.com/office/powerpoint/2010/main" val="5314300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Our Team">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7/13/2026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a:p>
            <a:endParaRPr lang="en-US" dirty="0"/>
          </a:p>
        </p:txBody>
      </p:sp>
      <p:sp>
        <p:nvSpPr>
          <p:cNvPr id="363" name="Picture Placeholder 13">
            <a:extLst>
              <a:ext uri="{FF2B5EF4-FFF2-40B4-BE49-F238E27FC236}">
                <a16:creationId xmlns:a16="http://schemas.microsoft.com/office/drawing/2014/main" id="{AF7BEAA2-6D2C-4224-A195-391044C69E59}"/>
              </a:ext>
            </a:extLst>
          </p:cNvPr>
          <p:cNvSpPr>
            <a:spLocks noGrp="1"/>
          </p:cNvSpPr>
          <p:nvPr>
            <p:ph type="pic" sz="quarter" idx="13"/>
          </p:nvPr>
        </p:nvSpPr>
        <p:spPr>
          <a:xfrm>
            <a:off x="3286125" y="2297680"/>
            <a:ext cx="1728788" cy="1728787"/>
          </a:xfrm>
          <a:prstGeom prst="ellipse">
            <a:avLst/>
          </a:prstGeom>
          <a:solidFill>
            <a:schemeClr val="bg1">
              <a:lumMod val="95000"/>
            </a:schemeClr>
          </a:solidFill>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5" name="Picture Placeholder 13">
            <a:extLst>
              <a:ext uri="{FF2B5EF4-FFF2-40B4-BE49-F238E27FC236}">
                <a16:creationId xmlns:a16="http://schemas.microsoft.com/office/drawing/2014/main" id="{23BFF80F-B426-466E-B0BF-CF7C190E492D}"/>
              </a:ext>
            </a:extLst>
          </p:cNvPr>
          <p:cNvSpPr>
            <a:spLocks noGrp="1"/>
          </p:cNvSpPr>
          <p:nvPr>
            <p:ph type="pic" sz="quarter" idx="14"/>
          </p:nvPr>
        </p:nvSpPr>
        <p:spPr>
          <a:xfrm>
            <a:off x="6312310" y="1412776"/>
            <a:ext cx="1681778" cy="1681777"/>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6" name="Picture Placeholder 13">
            <a:extLst>
              <a:ext uri="{FF2B5EF4-FFF2-40B4-BE49-F238E27FC236}">
                <a16:creationId xmlns:a16="http://schemas.microsoft.com/office/drawing/2014/main" id="{41BD29D0-2556-4715-91D8-E02770D6F826}"/>
              </a:ext>
            </a:extLst>
          </p:cNvPr>
          <p:cNvSpPr>
            <a:spLocks noGrp="1"/>
          </p:cNvSpPr>
          <p:nvPr>
            <p:ph type="pic" sz="quarter" idx="15"/>
          </p:nvPr>
        </p:nvSpPr>
        <p:spPr>
          <a:xfrm>
            <a:off x="7622663" y="3342563"/>
            <a:ext cx="1302826" cy="1302824"/>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7" name="Picture Placeholder 13">
            <a:extLst>
              <a:ext uri="{FF2B5EF4-FFF2-40B4-BE49-F238E27FC236}">
                <a16:creationId xmlns:a16="http://schemas.microsoft.com/office/drawing/2014/main" id="{4B3928D8-3106-4129-84DA-31AD6A29256F}"/>
              </a:ext>
            </a:extLst>
          </p:cNvPr>
          <p:cNvSpPr>
            <a:spLocks noGrp="1"/>
          </p:cNvSpPr>
          <p:nvPr>
            <p:ph type="pic" sz="quarter" idx="16"/>
          </p:nvPr>
        </p:nvSpPr>
        <p:spPr>
          <a:xfrm>
            <a:off x="5103405" y="3537009"/>
            <a:ext cx="2012950" cy="2012946"/>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80" name="Title 1">
            <a:extLst>
              <a:ext uri="{FF2B5EF4-FFF2-40B4-BE49-F238E27FC236}">
                <a16:creationId xmlns:a16="http://schemas.microsoft.com/office/drawing/2014/main" id="{FEE9D826-2462-4D57-A5DD-57BFA6D51B66}"/>
              </a:ext>
            </a:extLst>
          </p:cNvPr>
          <p:cNvSpPr>
            <a:spLocks noGrp="1"/>
          </p:cNvSpPr>
          <p:nvPr>
            <p:ph type="title"/>
          </p:nvPr>
        </p:nvSpPr>
        <p:spPr>
          <a:xfrm>
            <a:off x="609441" y="274639"/>
            <a:ext cx="10969943" cy="711081"/>
          </a:xfrm>
        </p:spPr>
        <p:txBody>
          <a:bodyPr>
            <a:noAutofit/>
          </a:bodyPr>
          <a:lstStyle>
            <a:lvl1pPr algn="ctr">
              <a:defRPr sz="3600">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13924982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esktop Mockup">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7/13/2026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E69268-9C8B-4EBF-A9EE-DC5DC2D48DC3}" type="slidenum">
              <a:rPr lang="en-US" smtClean="0"/>
              <a:pPr/>
              <a:t>‹#›</a:t>
            </a:fld>
            <a:endParaRPr lang="en-US"/>
          </a:p>
        </p:txBody>
      </p:sp>
      <p:sp>
        <p:nvSpPr>
          <p:cNvPr id="381" name="Freeform: Shape 380">
            <a:extLst>
              <a:ext uri="{FF2B5EF4-FFF2-40B4-BE49-F238E27FC236}">
                <a16:creationId xmlns:a16="http://schemas.microsoft.com/office/drawing/2014/main" id="{AE984D29-61FE-4C99-9687-A51CC7822CA6}"/>
              </a:ext>
            </a:extLst>
          </p:cNvPr>
          <p:cNvSpPr/>
          <p:nvPr userDrawn="1"/>
        </p:nvSpPr>
        <p:spPr>
          <a:xfrm>
            <a:off x="5662364" y="1569860"/>
            <a:ext cx="6526461" cy="5288141"/>
          </a:xfrm>
          <a:custGeom>
            <a:avLst/>
            <a:gdLst>
              <a:gd name="connsiteX0" fmla="*/ 393743 w 6526461"/>
              <a:gd name="connsiteY0" fmla="*/ 0 h 5288141"/>
              <a:gd name="connsiteX1" fmla="*/ 6526461 w 6526461"/>
              <a:gd name="connsiteY1" fmla="*/ 0 h 5288141"/>
              <a:gd name="connsiteX2" fmla="*/ 6526461 w 6526461"/>
              <a:gd name="connsiteY2" fmla="*/ 5288141 h 5288141"/>
              <a:gd name="connsiteX3" fmla="*/ 0 w 6526461"/>
              <a:gd name="connsiteY3" fmla="*/ 5288141 h 5288141"/>
              <a:gd name="connsiteX4" fmla="*/ 0 w 6526461"/>
              <a:gd name="connsiteY4" fmla="*/ 393743 h 5288141"/>
              <a:gd name="connsiteX5" fmla="*/ 393743 w 6526461"/>
              <a:gd name="connsiteY5" fmla="*/ 0 h 52881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26461" h="5288141">
                <a:moveTo>
                  <a:pt x="393743" y="0"/>
                </a:moveTo>
                <a:lnTo>
                  <a:pt x="6526461" y="0"/>
                </a:lnTo>
                <a:lnTo>
                  <a:pt x="6526461" y="5288141"/>
                </a:lnTo>
                <a:lnTo>
                  <a:pt x="0" y="5288141"/>
                </a:lnTo>
                <a:lnTo>
                  <a:pt x="0" y="393743"/>
                </a:lnTo>
                <a:cubicBezTo>
                  <a:pt x="0" y="176285"/>
                  <a:pt x="176285" y="0"/>
                  <a:pt x="393743" y="0"/>
                </a:cubicBezTo>
                <a:close/>
              </a:path>
            </a:pathLst>
          </a:custGeom>
          <a:solidFill>
            <a:schemeClr val="bg1"/>
          </a:solidFill>
          <a:ln>
            <a:noFill/>
          </a:ln>
          <a:effectLst>
            <a:outerShdw blurRad="635000" dist="825500" dir="9600000" algn="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82" name="Picture Placeholder 381">
            <a:extLst>
              <a:ext uri="{FF2B5EF4-FFF2-40B4-BE49-F238E27FC236}">
                <a16:creationId xmlns:a16="http://schemas.microsoft.com/office/drawing/2014/main" id="{8F59953D-8D34-4876-B098-4D1DAD1918E4}"/>
              </a:ext>
            </a:extLst>
          </p:cNvPr>
          <p:cNvSpPr>
            <a:spLocks noGrp="1"/>
          </p:cNvSpPr>
          <p:nvPr>
            <p:ph type="pic" sz="quarter" idx="13"/>
          </p:nvPr>
        </p:nvSpPr>
        <p:spPr>
          <a:xfrm>
            <a:off x="6266549" y="2111829"/>
            <a:ext cx="5922276" cy="4746172"/>
          </a:xfrm>
          <a:custGeom>
            <a:avLst/>
            <a:gdLst>
              <a:gd name="connsiteX0" fmla="*/ 0 w 5922276"/>
              <a:gd name="connsiteY0" fmla="*/ 0 h 4746172"/>
              <a:gd name="connsiteX1" fmla="*/ 5922276 w 5922276"/>
              <a:gd name="connsiteY1" fmla="*/ 0 h 4746172"/>
              <a:gd name="connsiteX2" fmla="*/ 5922276 w 5922276"/>
              <a:gd name="connsiteY2" fmla="*/ 4746172 h 4746172"/>
              <a:gd name="connsiteX3" fmla="*/ 0 w 5922276"/>
              <a:gd name="connsiteY3" fmla="*/ 4746172 h 4746172"/>
            </a:gdLst>
            <a:ahLst/>
            <a:cxnLst>
              <a:cxn ang="0">
                <a:pos x="connsiteX0" y="connsiteY0"/>
              </a:cxn>
              <a:cxn ang="0">
                <a:pos x="connsiteX1" y="connsiteY1"/>
              </a:cxn>
              <a:cxn ang="0">
                <a:pos x="connsiteX2" y="connsiteY2"/>
              </a:cxn>
              <a:cxn ang="0">
                <a:pos x="connsiteX3" y="connsiteY3"/>
              </a:cxn>
            </a:cxnLst>
            <a:rect l="l" t="t" r="r" b="b"/>
            <a:pathLst>
              <a:path w="5922276" h="4746172">
                <a:moveTo>
                  <a:pt x="0" y="0"/>
                </a:moveTo>
                <a:lnTo>
                  <a:pt x="5922276" y="0"/>
                </a:lnTo>
                <a:lnTo>
                  <a:pt x="5922276" y="4746172"/>
                </a:lnTo>
                <a:lnTo>
                  <a:pt x="0" y="4746172"/>
                </a:lnTo>
                <a:close/>
              </a:path>
            </a:pathLst>
          </a:custGeom>
          <a:solidFill>
            <a:schemeClr val="accent3"/>
          </a:solidFill>
        </p:spPr>
        <p:txBody>
          <a:bodyPr wrap="square" anchor="ctr">
            <a:noAutofit/>
          </a:bodyPr>
          <a:lstStyle>
            <a:lvl1pPr marL="0" indent="0" algn="ctr">
              <a:buNone/>
              <a:defRPr>
                <a:solidFill>
                  <a:schemeClr val="bg1"/>
                </a:solidFill>
              </a:defRPr>
            </a:lvl1pPr>
          </a:lstStyle>
          <a:p>
            <a:endParaRPr lang="en-IN"/>
          </a:p>
        </p:txBody>
      </p:sp>
    </p:spTree>
    <p:extLst>
      <p:ext uri="{BB962C8B-B14F-4D97-AF65-F5344CB8AC3E}">
        <p14:creationId xmlns:p14="http://schemas.microsoft.com/office/powerpoint/2010/main" val="1714369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What we do?">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7/13/2026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p:txBody>
      </p:sp>
    </p:spTree>
    <p:extLst>
      <p:ext uri="{BB962C8B-B14F-4D97-AF65-F5344CB8AC3E}">
        <p14:creationId xmlns:p14="http://schemas.microsoft.com/office/powerpoint/2010/main" val="10423616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What we do?">
    <p:bg>
      <p:bgPr>
        <a:solidFill>
          <a:schemeClr val="accent1"/>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404F2-BE9A-4460-8815-8F645183555F}" type="datetimeFigureOut">
              <a:rPr lang="en-US" smtClean="0"/>
              <a:pPr/>
              <a:t>7/13/2026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E69268-9C8B-4EBF-A9EE-DC5DC2D48DC3}" type="slidenum">
              <a:rPr lang="en-US" smtClean="0"/>
              <a:pPr/>
              <a:t>‹#›</a:t>
            </a:fld>
            <a:endParaRPr lang="en-US"/>
          </a:p>
        </p:txBody>
      </p:sp>
      <p:sp>
        <p:nvSpPr>
          <p:cNvPr id="364" name="Rectangle 5">
            <a:extLst>
              <a:ext uri="{FF2B5EF4-FFF2-40B4-BE49-F238E27FC236}">
                <a16:creationId xmlns:a16="http://schemas.microsoft.com/office/drawing/2014/main" id="{1D5D3984-7DC7-4194-AD39-51045112ACA1}"/>
              </a:ext>
            </a:extLst>
          </p:cNvPr>
          <p:cNvSpPr>
            <a:spLocks noChangeArrowheads="1"/>
          </p:cNvSpPr>
          <p:nvPr/>
        </p:nvSpPr>
        <p:spPr bwMode="auto">
          <a:xfrm>
            <a:off x="354110" y="326571"/>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5" name="Rectangle 6">
            <a:extLst>
              <a:ext uri="{FF2B5EF4-FFF2-40B4-BE49-F238E27FC236}">
                <a16:creationId xmlns:a16="http://schemas.microsoft.com/office/drawing/2014/main" id="{C4A1AA13-BC36-4E79-B4E8-CBD99F7B0D87}"/>
              </a:ext>
            </a:extLst>
          </p:cNvPr>
          <p:cNvSpPr>
            <a:spLocks noChangeArrowheads="1"/>
          </p:cNvSpPr>
          <p:nvPr/>
        </p:nvSpPr>
        <p:spPr bwMode="auto">
          <a:xfrm>
            <a:off x="80954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6" name="Rectangle 7">
            <a:extLst>
              <a:ext uri="{FF2B5EF4-FFF2-40B4-BE49-F238E27FC236}">
                <a16:creationId xmlns:a16="http://schemas.microsoft.com/office/drawing/2014/main" id="{064FA383-421A-4408-B960-0EEA4EA6D887}"/>
              </a:ext>
            </a:extLst>
          </p:cNvPr>
          <p:cNvSpPr>
            <a:spLocks noChangeArrowheads="1"/>
          </p:cNvSpPr>
          <p:nvPr/>
        </p:nvSpPr>
        <p:spPr bwMode="auto">
          <a:xfrm>
            <a:off x="1263805"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7" name="Rectangle 8">
            <a:extLst>
              <a:ext uri="{FF2B5EF4-FFF2-40B4-BE49-F238E27FC236}">
                <a16:creationId xmlns:a16="http://schemas.microsoft.com/office/drawing/2014/main" id="{A749CDFB-EE99-4334-8923-0D518C5B2B12}"/>
              </a:ext>
            </a:extLst>
          </p:cNvPr>
          <p:cNvSpPr>
            <a:spLocks noChangeArrowheads="1"/>
          </p:cNvSpPr>
          <p:nvPr/>
        </p:nvSpPr>
        <p:spPr bwMode="auto">
          <a:xfrm>
            <a:off x="1719239" y="326571"/>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8" name="Rectangle 9">
            <a:extLst>
              <a:ext uri="{FF2B5EF4-FFF2-40B4-BE49-F238E27FC236}">
                <a16:creationId xmlns:a16="http://schemas.microsoft.com/office/drawing/2014/main" id="{6E9A5901-7AB9-4355-8A8C-EDEDF74E0D29}"/>
              </a:ext>
            </a:extLst>
          </p:cNvPr>
          <p:cNvSpPr>
            <a:spLocks noChangeArrowheads="1"/>
          </p:cNvSpPr>
          <p:nvPr/>
        </p:nvSpPr>
        <p:spPr bwMode="auto">
          <a:xfrm>
            <a:off x="2173502"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9" name="Rectangle 10">
            <a:extLst>
              <a:ext uri="{FF2B5EF4-FFF2-40B4-BE49-F238E27FC236}">
                <a16:creationId xmlns:a16="http://schemas.microsoft.com/office/drawing/2014/main" id="{719A89F7-F1DD-434B-B30D-4B32BEFEBDCF}"/>
              </a:ext>
            </a:extLst>
          </p:cNvPr>
          <p:cNvSpPr>
            <a:spLocks noChangeArrowheads="1"/>
          </p:cNvSpPr>
          <p:nvPr/>
        </p:nvSpPr>
        <p:spPr bwMode="auto">
          <a:xfrm>
            <a:off x="2628934"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0" name="Rectangle 11">
            <a:extLst>
              <a:ext uri="{FF2B5EF4-FFF2-40B4-BE49-F238E27FC236}">
                <a16:creationId xmlns:a16="http://schemas.microsoft.com/office/drawing/2014/main" id="{E2F34566-8F29-46BF-862B-492CFB9F0B97}"/>
              </a:ext>
            </a:extLst>
          </p:cNvPr>
          <p:cNvSpPr>
            <a:spLocks noChangeArrowheads="1"/>
          </p:cNvSpPr>
          <p:nvPr/>
        </p:nvSpPr>
        <p:spPr bwMode="auto">
          <a:xfrm>
            <a:off x="3083197"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1" name="Rectangle 12">
            <a:extLst>
              <a:ext uri="{FF2B5EF4-FFF2-40B4-BE49-F238E27FC236}">
                <a16:creationId xmlns:a16="http://schemas.microsoft.com/office/drawing/2014/main" id="{13B17D5B-B8E7-479A-9557-1DE1F3355D01}"/>
              </a:ext>
            </a:extLst>
          </p:cNvPr>
          <p:cNvSpPr>
            <a:spLocks noChangeArrowheads="1"/>
          </p:cNvSpPr>
          <p:nvPr/>
        </p:nvSpPr>
        <p:spPr bwMode="auto">
          <a:xfrm>
            <a:off x="3538630"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2" name="Rectangle 13">
            <a:extLst>
              <a:ext uri="{FF2B5EF4-FFF2-40B4-BE49-F238E27FC236}">
                <a16:creationId xmlns:a16="http://schemas.microsoft.com/office/drawing/2014/main" id="{648B9A6E-E46B-4E77-8AFC-175F26F71815}"/>
              </a:ext>
            </a:extLst>
          </p:cNvPr>
          <p:cNvSpPr>
            <a:spLocks noChangeArrowheads="1"/>
          </p:cNvSpPr>
          <p:nvPr/>
        </p:nvSpPr>
        <p:spPr bwMode="auto">
          <a:xfrm>
            <a:off x="3992893"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3" name="Rectangle 14">
            <a:extLst>
              <a:ext uri="{FF2B5EF4-FFF2-40B4-BE49-F238E27FC236}">
                <a16:creationId xmlns:a16="http://schemas.microsoft.com/office/drawing/2014/main" id="{66ED677A-B450-444C-8C05-6164CEFBB230}"/>
              </a:ext>
            </a:extLst>
          </p:cNvPr>
          <p:cNvSpPr>
            <a:spLocks noChangeArrowheads="1"/>
          </p:cNvSpPr>
          <p:nvPr/>
        </p:nvSpPr>
        <p:spPr bwMode="auto">
          <a:xfrm>
            <a:off x="4448326"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4" name="Rectangle 15">
            <a:extLst>
              <a:ext uri="{FF2B5EF4-FFF2-40B4-BE49-F238E27FC236}">
                <a16:creationId xmlns:a16="http://schemas.microsoft.com/office/drawing/2014/main" id="{6B37F876-20AD-4B0B-B794-D98057E31CD1}"/>
              </a:ext>
            </a:extLst>
          </p:cNvPr>
          <p:cNvSpPr>
            <a:spLocks noChangeArrowheads="1"/>
          </p:cNvSpPr>
          <p:nvPr/>
        </p:nvSpPr>
        <p:spPr bwMode="auto">
          <a:xfrm>
            <a:off x="4902589"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5" name="Rectangle 16">
            <a:extLst>
              <a:ext uri="{FF2B5EF4-FFF2-40B4-BE49-F238E27FC236}">
                <a16:creationId xmlns:a16="http://schemas.microsoft.com/office/drawing/2014/main" id="{9EED317B-A291-4834-AF57-5CB5972CF527}"/>
              </a:ext>
            </a:extLst>
          </p:cNvPr>
          <p:cNvSpPr>
            <a:spLocks noChangeArrowheads="1"/>
          </p:cNvSpPr>
          <p:nvPr/>
        </p:nvSpPr>
        <p:spPr bwMode="auto">
          <a:xfrm>
            <a:off x="535802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6" name="Rectangle 17">
            <a:extLst>
              <a:ext uri="{FF2B5EF4-FFF2-40B4-BE49-F238E27FC236}">
                <a16:creationId xmlns:a16="http://schemas.microsoft.com/office/drawing/2014/main" id="{6F10DAB5-CF53-4900-8A89-3398C2031047}"/>
              </a:ext>
            </a:extLst>
          </p:cNvPr>
          <p:cNvSpPr>
            <a:spLocks noChangeArrowheads="1"/>
          </p:cNvSpPr>
          <p:nvPr/>
        </p:nvSpPr>
        <p:spPr bwMode="auto">
          <a:xfrm>
            <a:off x="5812285"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7" name="Rectangle 18">
            <a:extLst>
              <a:ext uri="{FF2B5EF4-FFF2-40B4-BE49-F238E27FC236}">
                <a16:creationId xmlns:a16="http://schemas.microsoft.com/office/drawing/2014/main" id="{F5888EEF-E323-44C5-9096-B1D8A26B31A0}"/>
              </a:ext>
            </a:extLst>
          </p:cNvPr>
          <p:cNvSpPr>
            <a:spLocks noChangeArrowheads="1"/>
          </p:cNvSpPr>
          <p:nvPr/>
        </p:nvSpPr>
        <p:spPr bwMode="auto">
          <a:xfrm>
            <a:off x="6267717"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8" name="Rectangle 19">
            <a:extLst>
              <a:ext uri="{FF2B5EF4-FFF2-40B4-BE49-F238E27FC236}">
                <a16:creationId xmlns:a16="http://schemas.microsoft.com/office/drawing/2014/main" id="{9825D3DA-CFCD-4B62-AA3E-6B6A3F6A4D32}"/>
              </a:ext>
            </a:extLst>
          </p:cNvPr>
          <p:cNvSpPr>
            <a:spLocks noChangeArrowheads="1"/>
          </p:cNvSpPr>
          <p:nvPr/>
        </p:nvSpPr>
        <p:spPr bwMode="auto">
          <a:xfrm>
            <a:off x="6721980"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9" name="Rectangle 20">
            <a:extLst>
              <a:ext uri="{FF2B5EF4-FFF2-40B4-BE49-F238E27FC236}">
                <a16:creationId xmlns:a16="http://schemas.microsoft.com/office/drawing/2014/main" id="{485F1DFD-B6E0-4E81-9E5D-A16F629BFD95}"/>
              </a:ext>
            </a:extLst>
          </p:cNvPr>
          <p:cNvSpPr>
            <a:spLocks noChangeArrowheads="1"/>
          </p:cNvSpPr>
          <p:nvPr/>
        </p:nvSpPr>
        <p:spPr bwMode="auto">
          <a:xfrm>
            <a:off x="7177414"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0" name="Rectangle 21">
            <a:extLst>
              <a:ext uri="{FF2B5EF4-FFF2-40B4-BE49-F238E27FC236}">
                <a16:creationId xmlns:a16="http://schemas.microsoft.com/office/drawing/2014/main" id="{22C892AF-FE66-492B-8360-9F3902E2D27A}"/>
              </a:ext>
            </a:extLst>
          </p:cNvPr>
          <p:cNvSpPr>
            <a:spLocks noChangeArrowheads="1"/>
          </p:cNvSpPr>
          <p:nvPr/>
        </p:nvSpPr>
        <p:spPr bwMode="auto">
          <a:xfrm>
            <a:off x="7631676"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1" name="Rectangle 22">
            <a:extLst>
              <a:ext uri="{FF2B5EF4-FFF2-40B4-BE49-F238E27FC236}">
                <a16:creationId xmlns:a16="http://schemas.microsoft.com/office/drawing/2014/main" id="{BF8787BC-8DED-4E08-BA9C-0F363C018FE6}"/>
              </a:ext>
            </a:extLst>
          </p:cNvPr>
          <p:cNvSpPr>
            <a:spLocks noChangeArrowheads="1"/>
          </p:cNvSpPr>
          <p:nvPr/>
        </p:nvSpPr>
        <p:spPr bwMode="auto">
          <a:xfrm>
            <a:off x="8087109"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2" name="Rectangle 23">
            <a:extLst>
              <a:ext uri="{FF2B5EF4-FFF2-40B4-BE49-F238E27FC236}">
                <a16:creationId xmlns:a16="http://schemas.microsoft.com/office/drawing/2014/main" id="{ECC6E2E7-5D4C-494A-9957-C74873D73B5C}"/>
              </a:ext>
            </a:extLst>
          </p:cNvPr>
          <p:cNvSpPr>
            <a:spLocks noChangeArrowheads="1"/>
          </p:cNvSpPr>
          <p:nvPr/>
        </p:nvSpPr>
        <p:spPr bwMode="auto">
          <a:xfrm>
            <a:off x="8541372"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3" name="Rectangle 24">
            <a:extLst>
              <a:ext uri="{FF2B5EF4-FFF2-40B4-BE49-F238E27FC236}">
                <a16:creationId xmlns:a16="http://schemas.microsoft.com/office/drawing/2014/main" id="{619B2CB8-4BD4-49C4-99C7-1EDC4DE98D0E}"/>
              </a:ext>
            </a:extLst>
          </p:cNvPr>
          <p:cNvSpPr>
            <a:spLocks noChangeArrowheads="1"/>
          </p:cNvSpPr>
          <p:nvPr/>
        </p:nvSpPr>
        <p:spPr bwMode="auto">
          <a:xfrm>
            <a:off x="8996805"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4" name="Rectangle 25">
            <a:extLst>
              <a:ext uri="{FF2B5EF4-FFF2-40B4-BE49-F238E27FC236}">
                <a16:creationId xmlns:a16="http://schemas.microsoft.com/office/drawing/2014/main" id="{2BD052E5-B9B7-4DDC-921A-0BA5DC53AFE7}"/>
              </a:ext>
            </a:extLst>
          </p:cNvPr>
          <p:cNvSpPr>
            <a:spLocks noChangeArrowheads="1"/>
          </p:cNvSpPr>
          <p:nvPr/>
        </p:nvSpPr>
        <p:spPr bwMode="auto">
          <a:xfrm>
            <a:off x="9451068"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5" name="Rectangle 26">
            <a:extLst>
              <a:ext uri="{FF2B5EF4-FFF2-40B4-BE49-F238E27FC236}">
                <a16:creationId xmlns:a16="http://schemas.microsoft.com/office/drawing/2014/main" id="{854CCDB5-6DB3-4877-AAD4-2D60BD9045BA}"/>
              </a:ext>
            </a:extLst>
          </p:cNvPr>
          <p:cNvSpPr>
            <a:spLocks noChangeArrowheads="1"/>
          </p:cNvSpPr>
          <p:nvPr/>
        </p:nvSpPr>
        <p:spPr bwMode="auto">
          <a:xfrm>
            <a:off x="9906501"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6" name="Rectangle 27">
            <a:extLst>
              <a:ext uri="{FF2B5EF4-FFF2-40B4-BE49-F238E27FC236}">
                <a16:creationId xmlns:a16="http://schemas.microsoft.com/office/drawing/2014/main" id="{E3701413-7CE4-4A3C-88EA-C6C0B42E4A34}"/>
              </a:ext>
            </a:extLst>
          </p:cNvPr>
          <p:cNvSpPr>
            <a:spLocks noChangeArrowheads="1"/>
          </p:cNvSpPr>
          <p:nvPr/>
        </p:nvSpPr>
        <p:spPr bwMode="auto">
          <a:xfrm>
            <a:off x="10360763"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7" name="Rectangle 28">
            <a:extLst>
              <a:ext uri="{FF2B5EF4-FFF2-40B4-BE49-F238E27FC236}">
                <a16:creationId xmlns:a16="http://schemas.microsoft.com/office/drawing/2014/main" id="{BA36D018-6320-417B-8F9E-55683DDC96D5}"/>
              </a:ext>
            </a:extLst>
          </p:cNvPr>
          <p:cNvSpPr>
            <a:spLocks noChangeArrowheads="1"/>
          </p:cNvSpPr>
          <p:nvPr/>
        </p:nvSpPr>
        <p:spPr bwMode="auto">
          <a:xfrm>
            <a:off x="10816197"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8" name="Rectangle 29">
            <a:extLst>
              <a:ext uri="{FF2B5EF4-FFF2-40B4-BE49-F238E27FC236}">
                <a16:creationId xmlns:a16="http://schemas.microsoft.com/office/drawing/2014/main" id="{2B1F5663-A83E-4D95-BDF4-EBB44F3CCC3B}"/>
              </a:ext>
            </a:extLst>
          </p:cNvPr>
          <p:cNvSpPr>
            <a:spLocks noChangeArrowheads="1"/>
          </p:cNvSpPr>
          <p:nvPr/>
        </p:nvSpPr>
        <p:spPr bwMode="auto">
          <a:xfrm>
            <a:off x="11270460"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9" name="Rectangle 30">
            <a:extLst>
              <a:ext uri="{FF2B5EF4-FFF2-40B4-BE49-F238E27FC236}">
                <a16:creationId xmlns:a16="http://schemas.microsoft.com/office/drawing/2014/main" id="{462D901F-2505-492E-B20E-7B4077FF6D3B}"/>
              </a:ext>
            </a:extLst>
          </p:cNvPr>
          <p:cNvSpPr>
            <a:spLocks noChangeArrowheads="1"/>
          </p:cNvSpPr>
          <p:nvPr/>
        </p:nvSpPr>
        <p:spPr bwMode="auto">
          <a:xfrm>
            <a:off x="1172589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0" name="Rectangle 32">
            <a:extLst>
              <a:ext uri="{FF2B5EF4-FFF2-40B4-BE49-F238E27FC236}">
                <a16:creationId xmlns:a16="http://schemas.microsoft.com/office/drawing/2014/main" id="{FDEA931C-C5A4-4A39-893A-F9D600DAA120}"/>
              </a:ext>
            </a:extLst>
          </p:cNvPr>
          <p:cNvSpPr>
            <a:spLocks noChangeArrowheads="1"/>
          </p:cNvSpPr>
          <p:nvPr/>
        </p:nvSpPr>
        <p:spPr bwMode="auto">
          <a:xfrm>
            <a:off x="354110" y="834963"/>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1" name="Rectangle 33">
            <a:extLst>
              <a:ext uri="{FF2B5EF4-FFF2-40B4-BE49-F238E27FC236}">
                <a16:creationId xmlns:a16="http://schemas.microsoft.com/office/drawing/2014/main" id="{53FAB04F-C814-4903-887C-6B8749BF4873}"/>
              </a:ext>
            </a:extLst>
          </p:cNvPr>
          <p:cNvSpPr>
            <a:spLocks noChangeArrowheads="1"/>
          </p:cNvSpPr>
          <p:nvPr/>
        </p:nvSpPr>
        <p:spPr bwMode="auto">
          <a:xfrm>
            <a:off x="80954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2" name="Rectangle 34">
            <a:extLst>
              <a:ext uri="{FF2B5EF4-FFF2-40B4-BE49-F238E27FC236}">
                <a16:creationId xmlns:a16="http://schemas.microsoft.com/office/drawing/2014/main" id="{E80BB6CA-5007-43DC-9106-9AC1FD8F5F42}"/>
              </a:ext>
            </a:extLst>
          </p:cNvPr>
          <p:cNvSpPr>
            <a:spLocks noChangeArrowheads="1"/>
          </p:cNvSpPr>
          <p:nvPr/>
        </p:nvSpPr>
        <p:spPr bwMode="auto">
          <a:xfrm>
            <a:off x="1263805"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3" name="Rectangle 35">
            <a:extLst>
              <a:ext uri="{FF2B5EF4-FFF2-40B4-BE49-F238E27FC236}">
                <a16:creationId xmlns:a16="http://schemas.microsoft.com/office/drawing/2014/main" id="{3E18C2F1-101D-4393-9918-DE77B3379868}"/>
              </a:ext>
            </a:extLst>
          </p:cNvPr>
          <p:cNvSpPr>
            <a:spLocks noChangeArrowheads="1"/>
          </p:cNvSpPr>
          <p:nvPr/>
        </p:nvSpPr>
        <p:spPr bwMode="auto">
          <a:xfrm>
            <a:off x="1719239"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4" name="Rectangle 36">
            <a:extLst>
              <a:ext uri="{FF2B5EF4-FFF2-40B4-BE49-F238E27FC236}">
                <a16:creationId xmlns:a16="http://schemas.microsoft.com/office/drawing/2014/main" id="{2EA02F2D-5F5D-4284-953F-D92F8BA89C8B}"/>
              </a:ext>
            </a:extLst>
          </p:cNvPr>
          <p:cNvSpPr>
            <a:spLocks noChangeArrowheads="1"/>
          </p:cNvSpPr>
          <p:nvPr/>
        </p:nvSpPr>
        <p:spPr bwMode="auto">
          <a:xfrm>
            <a:off x="2173502"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5" name="Rectangle 37">
            <a:extLst>
              <a:ext uri="{FF2B5EF4-FFF2-40B4-BE49-F238E27FC236}">
                <a16:creationId xmlns:a16="http://schemas.microsoft.com/office/drawing/2014/main" id="{B5280DAC-9E73-48E4-A0C0-043ACF981C6E}"/>
              </a:ext>
            </a:extLst>
          </p:cNvPr>
          <p:cNvSpPr>
            <a:spLocks noChangeArrowheads="1"/>
          </p:cNvSpPr>
          <p:nvPr/>
        </p:nvSpPr>
        <p:spPr bwMode="auto">
          <a:xfrm>
            <a:off x="2628934"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6" name="Rectangle 38">
            <a:extLst>
              <a:ext uri="{FF2B5EF4-FFF2-40B4-BE49-F238E27FC236}">
                <a16:creationId xmlns:a16="http://schemas.microsoft.com/office/drawing/2014/main" id="{60B1EDB9-9DC9-475A-BEBF-49644F4E1F95}"/>
              </a:ext>
            </a:extLst>
          </p:cNvPr>
          <p:cNvSpPr>
            <a:spLocks noChangeArrowheads="1"/>
          </p:cNvSpPr>
          <p:nvPr/>
        </p:nvSpPr>
        <p:spPr bwMode="auto">
          <a:xfrm>
            <a:off x="3083197"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7" name="Rectangle 39">
            <a:extLst>
              <a:ext uri="{FF2B5EF4-FFF2-40B4-BE49-F238E27FC236}">
                <a16:creationId xmlns:a16="http://schemas.microsoft.com/office/drawing/2014/main" id="{820A7A5C-FCE4-4A98-ABAF-F0127EC77F14}"/>
              </a:ext>
            </a:extLst>
          </p:cNvPr>
          <p:cNvSpPr>
            <a:spLocks noChangeArrowheads="1"/>
          </p:cNvSpPr>
          <p:nvPr/>
        </p:nvSpPr>
        <p:spPr bwMode="auto">
          <a:xfrm>
            <a:off x="3538630"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8" name="Rectangle 40">
            <a:extLst>
              <a:ext uri="{FF2B5EF4-FFF2-40B4-BE49-F238E27FC236}">
                <a16:creationId xmlns:a16="http://schemas.microsoft.com/office/drawing/2014/main" id="{7A431B81-7C7C-42A1-8E97-0E59A743EAFF}"/>
              </a:ext>
            </a:extLst>
          </p:cNvPr>
          <p:cNvSpPr>
            <a:spLocks noChangeArrowheads="1"/>
          </p:cNvSpPr>
          <p:nvPr/>
        </p:nvSpPr>
        <p:spPr bwMode="auto">
          <a:xfrm>
            <a:off x="3992893"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9" name="Rectangle 41">
            <a:extLst>
              <a:ext uri="{FF2B5EF4-FFF2-40B4-BE49-F238E27FC236}">
                <a16:creationId xmlns:a16="http://schemas.microsoft.com/office/drawing/2014/main" id="{F7C18536-4714-447C-B2CD-5CCE34FE6304}"/>
              </a:ext>
            </a:extLst>
          </p:cNvPr>
          <p:cNvSpPr>
            <a:spLocks noChangeArrowheads="1"/>
          </p:cNvSpPr>
          <p:nvPr/>
        </p:nvSpPr>
        <p:spPr bwMode="auto">
          <a:xfrm>
            <a:off x="4448326"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0" name="Rectangle 42">
            <a:extLst>
              <a:ext uri="{FF2B5EF4-FFF2-40B4-BE49-F238E27FC236}">
                <a16:creationId xmlns:a16="http://schemas.microsoft.com/office/drawing/2014/main" id="{A5220EB9-CFCA-4E11-B625-CBA6910EDB8D}"/>
              </a:ext>
            </a:extLst>
          </p:cNvPr>
          <p:cNvSpPr>
            <a:spLocks noChangeArrowheads="1"/>
          </p:cNvSpPr>
          <p:nvPr/>
        </p:nvSpPr>
        <p:spPr bwMode="auto">
          <a:xfrm>
            <a:off x="4902589"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1" name="Rectangle 43">
            <a:extLst>
              <a:ext uri="{FF2B5EF4-FFF2-40B4-BE49-F238E27FC236}">
                <a16:creationId xmlns:a16="http://schemas.microsoft.com/office/drawing/2014/main" id="{C9AB4232-42B9-4172-8F6B-0CCF9E84F564}"/>
              </a:ext>
            </a:extLst>
          </p:cNvPr>
          <p:cNvSpPr>
            <a:spLocks noChangeArrowheads="1"/>
          </p:cNvSpPr>
          <p:nvPr/>
        </p:nvSpPr>
        <p:spPr bwMode="auto">
          <a:xfrm>
            <a:off x="535802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2" name="Rectangle 44">
            <a:extLst>
              <a:ext uri="{FF2B5EF4-FFF2-40B4-BE49-F238E27FC236}">
                <a16:creationId xmlns:a16="http://schemas.microsoft.com/office/drawing/2014/main" id="{77D0A2B3-F2AF-45C0-BC1A-629B0AF4C017}"/>
              </a:ext>
            </a:extLst>
          </p:cNvPr>
          <p:cNvSpPr>
            <a:spLocks noChangeArrowheads="1"/>
          </p:cNvSpPr>
          <p:nvPr/>
        </p:nvSpPr>
        <p:spPr bwMode="auto">
          <a:xfrm>
            <a:off x="5812285"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3" name="Rectangle 45">
            <a:extLst>
              <a:ext uri="{FF2B5EF4-FFF2-40B4-BE49-F238E27FC236}">
                <a16:creationId xmlns:a16="http://schemas.microsoft.com/office/drawing/2014/main" id="{C2A2BCF5-ACB6-4194-9DE7-BE45865F0651}"/>
              </a:ext>
            </a:extLst>
          </p:cNvPr>
          <p:cNvSpPr>
            <a:spLocks noChangeArrowheads="1"/>
          </p:cNvSpPr>
          <p:nvPr/>
        </p:nvSpPr>
        <p:spPr bwMode="auto">
          <a:xfrm>
            <a:off x="6267717"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4" name="Rectangle 46">
            <a:extLst>
              <a:ext uri="{FF2B5EF4-FFF2-40B4-BE49-F238E27FC236}">
                <a16:creationId xmlns:a16="http://schemas.microsoft.com/office/drawing/2014/main" id="{E5AE97FB-206B-4E16-BB3C-161246A67640}"/>
              </a:ext>
            </a:extLst>
          </p:cNvPr>
          <p:cNvSpPr>
            <a:spLocks noChangeArrowheads="1"/>
          </p:cNvSpPr>
          <p:nvPr/>
        </p:nvSpPr>
        <p:spPr bwMode="auto">
          <a:xfrm>
            <a:off x="6721980"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5" name="Rectangle 47">
            <a:extLst>
              <a:ext uri="{FF2B5EF4-FFF2-40B4-BE49-F238E27FC236}">
                <a16:creationId xmlns:a16="http://schemas.microsoft.com/office/drawing/2014/main" id="{E2148554-6A62-41A8-B70A-3265589BB172}"/>
              </a:ext>
            </a:extLst>
          </p:cNvPr>
          <p:cNvSpPr>
            <a:spLocks noChangeArrowheads="1"/>
          </p:cNvSpPr>
          <p:nvPr/>
        </p:nvSpPr>
        <p:spPr bwMode="auto">
          <a:xfrm>
            <a:off x="7177414"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6" name="Rectangle 48">
            <a:extLst>
              <a:ext uri="{FF2B5EF4-FFF2-40B4-BE49-F238E27FC236}">
                <a16:creationId xmlns:a16="http://schemas.microsoft.com/office/drawing/2014/main" id="{1F2DBB84-56F7-4574-B1C3-59A49824B840}"/>
              </a:ext>
            </a:extLst>
          </p:cNvPr>
          <p:cNvSpPr>
            <a:spLocks noChangeArrowheads="1"/>
          </p:cNvSpPr>
          <p:nvPr/>
        </p:nvSpPr>
        <p:spPr bwMode="auto">
          <a:xfrm>
            <a:off x="7631676"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7" name="Rectangle 49">
            <a:extLst>
              <a:ext uri="{FF2B5EF4-FFF2-40B4-BE49-F238E27FC236}">
                <a16:creationId xmlns:a16="http://schemas.microsoft.com/office/drawing/2014/main" id="{3803743A-8621-4AD5-9BEE-D1FBC8D62207}"/>
              </a:ext>
            </a:extLst>
          </p:cNvPr>
          <p:cNvSpPr>
            <a:spLocks noChangeArrowheads="1"/>
          </p:cNvSpPr>
          <p:nvPr/>
        </p:nvSpPr>
        <p:spPr bwMode="auto">
          <a:xfrm>
            <a:off x="8087109"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8" name="Rectangle 50">
            <a:extLst>
              <a:ext uri="{FF2B5EF4-FFF2-40B4-BE49-F238E27FC236}">
                <a16:creationId xmlns:a16="http://schemas.microsoft.com/office/drawing/2014/main" id="{2940D20D-CE5D-4F7F-87D5-4081213E1F25}"/>
              </a:ext>
            </a:extLst>
          </p:cNvPr>
          <p:cNvSpPr>
            <a:spLocks noChangeArrowheads="1"/>
          </p:cNvSpPr>
          <p:nvPr/>
        </p:nvSpPr>
        <p:spPr bwMode="auto">
          <a:xfrm>
            <a:off x="8541372"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9" name="Rectangle 51">
            <a:extLst>
              <a:ext uri="{FF2B5EF4-FFF2-40B4-BE49-F238E27FC236}">
                <a16:creationId xmlns:a16="http://schemas.microsoft.com/office/drawing/2014/main" id="{F24365F1-8EF6-4443-AB20-203041B14D4A}"/>
              </a:ext>
            </a:extLst>
          </p:cNvPr>
          <p:cNvSpPr>
            <a:spLocks noChangeArrowheads="1"/>
          </p:cNvSpPr>
          <p:nvPr/>
        </p:nvSpPr>
        <p:spPr bwMode="auto">
          <a:xfrm>
            <a:off x="8996805"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0" name="Rectangle 52">
            <a:extLst>
              <a:ext uri="{FF2B5EF4-FFF2-40B4-BE49-F238E27FC236}">
                <a16:creationId xmlns:a16="http://schemas.microsoft.com/office/drawing/2014/main" id="{43BD6223-42F5-4EA4-BED3-40CDDED810F2}"/>
              </a:ext>
            </a:extLst>
          </p:cNvPr>
          <p:cNvSpPr>
            <a:spLocks noChangeArrowheads="1"/>
          </p:cNvSpPr>
          <p:nvPr/>
        </p:nvSpPr>
        <p:spPr bwMode="auto">
          <a:xfrm>
            <a:off x="9451068"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1" name="Rectangle 53">
            <a:extLst>
              <a:ext uri="{FF2B5EF4-FFF2-40B4-BE49-F238E27FC236}">
                <a16:creationId xmlns:a16="http://schemas.microsoft.com/office/drawing/2014/main" id="{C44C46DF-3231-4732-836F-60E5D9F31465}"/>
              </a:ext>
            </a:extLst>
          </p:cNvPr>
          <p:cNvSpPr>
            <a:spLocks noChangeArrowheads="1"/>
          </p:cNvSpPr>
          <p:nvPr/>
        </p:nvSpPr>
        <p:spPr bwMode="auto">
          <a:xfrm>
            <a:off x="9906501"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2" name="Rectangle 54">
            <a:extLst>
              <a:ext uri="{FF2B5EF4-FFF2-40B4-BE49-F238E27FC236}">
                <a16:creationId xmlns:a16="http://schemas.microsoft.com/office/drawing/2014/main" id="{19478349-0B6B-45A3-A8D0-F9FFADAB4607}"/>
              </a:ext>
            </a:extLst>
          </p:cNvPr>
          <p:cNvSpPr>
            <a:spLocks noChangeArrowheads="1"/>
          </p:cNvSpPr>
          <p:nvPr/>
        </p:nvSpPr>
        <p:spPr bwMode="auto">
          <a:xfrm>
            <a:off x="10360763"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3" name="Rectangle 55">
            <a:extLst>
              <a:ext uri="{FF2B5EF4-FFF2-40B4-BE49-F238E27FC236}">
                <a16:creationId xmlns:a16="http://schemas.microsoft.com/office/drawing/2014/main" id="{AECC5927-A5DD-4BD3-91EB-7B58FC036A0F}"/>
              </a:ext>
            </a:extLst>
          </p:cNvPr>
          <p:cNvSpPr>
            <a:spLocks noChangeArrowheads="1"/>
          </p:cNvSpPr>
          <p:nvPr/>
        </p:nvSpPr>
        <p:spPr bwMode="auto">
          <a:xfrm>
            <a:off x="10816197"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4" name="Rectangle 56">
            <a:extLst>
              <a:ext uri="{FF2B5EF4-FFF2-40B4-BE49-F238E27FC236}">
                <a16:creationId xmlns:a16="http://schemas.microsoft.com/office/drawing/2014/main" id="{2592B56B-0EE5-44E3-8D4E-C331547A46D6}"/>
              </a:ext>
            </a:extLst>
          </p:cNvPr>
          <p:cNvSpPr>
            <a:spLocks noChangeArrowheads="1"/>
          </p:cNvSpPr>
          <p:nvPr/>
        </p:nvSpPr>
        <p:spPr bwMode="auto">
          <a:xfrm>
            <a:off x="11270460"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5" name="Rectangle 57">
            <a:extLst>
              <a:ext uri="{FF2B5EF4-FFF2-40B4-BE49-F238E27FC236}">
                <a16:creationId xmlns:a16="http://schemas.microsoft.com/office/drawing/2014/main" id="{E5B2E8AF-A971-4061-B059-E39A6A85852A}"/>
              </a:ext>
            </a:extLst>
          </p:cNvPr>
          <p:cNvSpPr>
            <a:spLocks noChangeArrowheads="1"/>
          </p:cNvSpPr>
          <p:nvPr/>
        </p:nvSpPr>
        <p:spPr bwMode="auto">
          <a:xfrm>
            <a:off x="1172589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6" name="Rectangle 59">
            <a:extLst>
              <a:ext uri="{FF2B5EF4-FFF2-40B4-BE49-F238E27FC236}">
                <a16:creationId xmlns:a16="http://schemas.microsoft.com/office/drawing/2014/main" id="{63258960-6D1D-4D67-AFE7-6C7417FA7977}"/>
              </a:ext>
            </a:extLst>
          </p:cNvPr>
          <p:cNvSpPr>
            <a:spLocks noChangeArrowheads="1"/>
          </p:cNvSpPr>
          <p:nvPr/>
        </p:nvSpPr>
        <p:spPr bwMode="auto">
          <a:xfrm>
            <a:off x="354110" y="1342187"/>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7" name="Rectangle 60">
            <a:extLst>
              <a:ext uri="{FF2B5EF4-FFF2-40B4-BE49-F238E27FC236}">
                <a16:creationId xmlns:a16="http://schemas.microsoft.com/office/drawing/2014/main" id="{CF3B53C2-CA07-4D06-8438-0D7F9828ABAE}"/>
              </a:ext>
            </a:extLst>
          </p:cNvPr>
          <p:cNvSpPr>
            <a:spLocks noChangeArrowheads="1"/>
          </p:cNvSpPr>
          <p:nvPr/>
        </p:nvSpPr>
        <p:spPr bwMode="auto">
          <a:xfrm>
            <a:off x="809542"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8" name="Rectangle 61">
            <a:extLst>
              <a:ext uri="{FF2B5EF4-FFF2-40B4-BE49-F238E27FC236}">
                <a16:creationId xmlns:a16="http://schemas.microsoft.com/office/drawing/2014/main" id="{D0868746-D1A0-47AC-9F34-0192B3B37043}"/>
              </a:ext>
            </a:extLst>
          </p:cNvPr>
          <p:cNvSpPr>
            <a:spLocks noChangeArrowheads="1"/>
          </p:cNvSpPr>
          <p:nvPr/>
        </p:nvSpPr>
        <p:spPr bwMode="auto">
          <a:xfrm>
            <a:off x="1263805"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9" name="Rectangle 62">
            <a:extLst>
              <a:ext uri="{FF2B5EF4-FFF2-40B4-BE49-F238E27FC236}">
                <a16:creationId xmlns:a16="http://schemas.microsoft.com/office/drawing/2014/main" id="{009DD5A6-ADDF-48C9-BC16-9426AEC40A6B}"/>
              </a:ext>
            </a:extLst>
          </p:cNvPr>
          <p:cNvSpPr>
            <a:spLocks noChangeArrowheads="1"/>
          </p:cNvSpPr>
          <p:nvPr/>
        </p:nvSpPr>
        <p:spPr bwMode="auto">
          <a:xfrm>
            <a:off x="1719239"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0" name="Rectangle 63">
            <a:extLst>
              <a:ext uri="{FF2B5EF4-FFF2-40B4-BE49-F238E27FC236}">
                <a16:creationId xmlns:a16="http://schemas.microsoft.com/office/drawing/2014/main" id="{2285F7C8-078E-440F-95B4-A367E03BE7E4}"/>
              </a:ext>
            </a:extLst>
          </p:cNvPr>
          <p:cNvSpPr>
            <a:spLocks noChangeArrowheads="1"/>
          </p:cNvSpPr>
          <p:nvPr/>
        </p:nvSpPr>
        <p:spPr bwMode="auto">
          <a:xfrm>
            <a:off x="2173502"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1" name="Rectangle 64">
            <a:extLst>
              <a:ext uri="{FF2B5EF4-FFF2-40B4-BE49-F238E27FC236}">
                <a16:creationId xmlns:a16="http://schemas.microsoft.com/office/drawing/2014/main" id="{26CCF678-B825-4A9D-AF59-68723A33343A}"/>
              </a:ext>
            </a:extLst>
          </p:cNvPr>
          <p:cNvSpPr>
            <a:spLocks noChangeArrowheads="1"/>
          </p:cNvSpPr>
          <p:nvPr/>
        </p:nvSpPr>
        <p:spPr bwMode="auto">
          <a:xfrm>
            <a:off x="2628934"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2" name="Rectangle 65">
            <a:extLst>
              <a:ext uri="{FF2B5EF4-FFF2-40B4-BE49-F238E27FC236}">
                <a16:creationId xmlns:a16="http://schemas.microsoft.com/office/drawing/2014/main" id="{ECE3A29D-36C2-447D-BAC8-F721C873D213}"/>
              </a:ext>
            </a:extLst>
          </p:cNvPr>
          <p:cNvSpPr>
            <a:spLocks noChangeArrowheads="1"/>
          </p:cNvSpPr>
          <p:nvPr/>
        </p:nvSpPr>
        <p:spPr bwMode="auto">
          <a:xfrm>
            <a:off x="3083197"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3" name="Rectangle 66">
            <a:extLst>
              <a:ext uri="{FF2B5EF4-FFF2-40B4-BE49-F238E27FC236}">
                <a16:creationId xmlns:a16="http://schemas.microsoft.com/office/drawing/2014/main" id="{3EAFBB34-6EA0-4152-8AD7-5299E7456621}"/>
              </a:ext>
            </a:extLst>
          </p:cNvPr>
          <p:cNvSpPr>
            <a:spLocks noChangeArrowheads="1"/>
          </p:cNvSpPr>
          <p:nvPr/>
        </p:nvSpPr>
        <p:spPr bwMode="auto">
          <a:xfrm>
            <a:off x="3538630"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4" name="Rectangle 67">
            <a:extLst>
              <a:ext uri="{FF2B5EF4-FFF2-40B4-BE49-F238E27FC236}">
                <a16:creationId xmlns:a16="http://schemas.microsoft.com/office/drawing/2014/main" id="{2F86D70C-2640-4E78-9AC8-499F31B082EF}"/>
              </a:ext>
            </a:extLst>
          </p:cNvPr>
          <p:cNvSpPr>
            <a:spLocks noChangeArrowheads="1"/>
          </p:cNvSpPr>
          <p:nvPr/>
        </p:nvSpPr>
        <p:spPr bwMode="auto">
          <a:xfrm>
            <a:off x="3992893"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5" name="Rectangle 68">
            <a:extLst>
              <a:ext uri="{FF2B5EF4-FFF2-40B4-BE49-F238E27FC236}">
                <a16:creationId xmlns:a16="http://schemas.microsoft.com/office/drawing/2014/main" id="{A275C0EA-73CC-4699-B3C9-4A3708797370}"/>
              </a:ext>
            </a:extLst>
          </p:cNvPr>
          <p:cNvSpPr>
            <a:spLocks noChangeArrowheads="1"/>
          </p:cNvSpPr>
          <p:nvPr/>
        </p:nvSpPr>
        <p:spPr bwMode="auto">
          <a:xfrm>
            <a:off x="4448326"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6" name="Rectangle 69">
            <a:extLst>
              <a:ext uri="{FF2B5EF4-FFF2-40B4-BE49-F238E27FC236}">
                <a16:creationId xmlns:a16="http://schemas.microsoft.com/office/drawing/2014/main" id="{F86BBF02-3C76-4314-A0E0-F7356FA340F1}"/>
              </a:ext>
            </a:extLst>
          </p:cNvPr>
          <p:cNvSpPr>
            <a:spLocks noChangeArrowheads="1"/>
          </p:cNvSpPr>
          <p:nvPr/>
        </p:nvSpPr>
        <p:spPr bwMode="auto">
          <a:xfrm>
            <a:off x="4902589"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7" name="Rectangle 70">
            <a:extLst>
              <a:ext uri="{FF2B5EF4-FFF2-40B4-BE49-F238E27FC236}">
                <a16:creationId xmlns:a16="http://schemas.microsoft.com/office/drawing/2014/main" id="{F2323DB0-CBBB-4827-9FCF-88B352492E24}"/>
              </a:ext>
            </a:extLst>
          </p:cNvPr>
          <p:cNvSpPr>
            <a:spLocks noChangeArrowheads="1"/>
          </p:cNvSpPr>
          <p:nvPr/>
        </p:nvSpPr>
        <p:spPr bwMode="auto">
          <a:xfrm>
            <a:off x="5358022"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8" name="Rectangle 71">
            <a:extLst>
              <a:ext uri="{FF2B5EF4-FFF2-40B4-BE49-F238E27FC236}">
                <a16:creationId xmlns:a16="http://schemas.microsoft.com/office/drawing/2014/main" id="{6C55D080-856F-44CE-A0EC-C7625E2A2D45}"/>
              </a:ext>
            </a:extLst>
          </p:cNvPr>
          <p:cNvSpPr>
            <a:spLocks noChangeArrowheads="1"/>
          </p:cNvSpPr>
          <p:nvPr/>
        </p:nvSpPr>
        <p:spPr bwMode="auto">
          <a:xfrm>
            <a:off x="5812285"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9" name="Rectangle 72">
            <a:extLst>
              <a:ext uri="{FF2B5EF4-FFF2-40B4-BE49-F238E27FC236}">
                <a16:creationId xmlns:a16="http://schemas.microsoft.com/office/drawing/2014/main" id="{8BF6FDB3-DFE2-48BE-8E96-9C26D4FD9092}"/>
              </a:ext>
            </a:extLst>
          </p:cNvPr>
          <p:cNvSpPr>
            <a:spLocks noChangeArrowheads="1"/>
          </p:cNvSpPr>
          <p:nvPr/>
        </p:nvSpPr>
        <p:spPr bwMode="auto">
          <a:xfrm>
            <a:off x="6267717"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0" name="Rectangle 73">
            <a:extLst>
              <a:ext uri="{FF2B5EF4-FFF2-40B4-BE49-F238E27FC236}">
                <a16:creationId xmlns:a16="http://schemas.microsoft.com/office/drawing/2014/main" id="{D430B815-9711-421A-B4EE-DC1E51BD09E7}"/>
              </a:ext>
            </a:extLst>
          </p:cNvPr>
          <p:cNvSpPr>
            <a:spLocks noChangeArrowheads="1"/>
          </p:cNvSpPr>
          <p:nvPr/>
        </p:nvSpPr>
        <p:spPr bwMode="auto">
          <a:xfrm>
            <a:off x="6721980"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1" name="Rectangle 74">
            <a:extLst>
              <a:ext uri="{FF2B5EF4-FFF2-40B4-BE49-F238E27FC236}">
                <a16:creationId xmlns:a16="http://schemas.microsoft.com/office/drawing/2014/main" id="{B8A5CB15-B1A9-4CE5-AD04-579255B67651}"/>
              </a:ext>
            </a:extLst>
          </p:cNvPr>
          <p:cNvSpPr>
            <a:spLocks noChangeArrowheads="1"/>
          </p:cNvSpPr>
          <p:nvPr/>
        </p:nvSpPr>
        <p:spPr bwMode="auto">
          <a:xfrm>
            <a:off x="7177414"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2" name="Rectangle 75">
            <a:extLst>
              <a:ext uri="{FF2B5EF4-FFF2-40B4-BE49-F238E27FC236}">
                <a16:creationId xmlns:a16="http://schemas.microsoft.com/office/drawing/2014/main" id="{6F6AC38A-D3A1-44B2-8398-DA177502859A}"/>
              </a:ext>
            </a:extLst>
          </p:cNvPr>
          <p:cNvSpPr>
            <a:spLocks noChangeArrowheads="1"/>
          </p:cNvSpPr>
          <p:nvPr/>
        </p:nvSpPr>
        <p:spPr bwMode="auto">
          <a:xfrm>
            <a:off x="7631676"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3" name="Rectangle 76">
            <a:extLst>
              <a:ext uri="{FF2B5EF4-FFF2-40B4-BE49-F238E27FC236}">
                <a16:creationId xmlns:a16="http://schemas.microsoft.com/office/drawing/2014/main" id="{6A4C12CD-07BF-46EB-AC44-6B119866CF4B}"/>
              </a:ext>
            </a:extLst>
          </p:cNvPr>
          <p:cNvSpPr>
            <a:spLocks noChangeArrowheads="1"/>
          </p:cNvSpPr>
          <p:nvPr/>
        </p:nvSpPr>
        <p:spPr bwMode="auto">
          <a:xfrm>
            <a:off x="8087109"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4" name="Rectangle 77">
            <a:extLst>
              <a:ext uri="{FF2B5EF4-FFF2-40B4-BE49-F238E27FC236}">
                <a16:creationId xmlns:a16="http://schemas.microsoft.com/office/drawing/2014/main" id="{5C4A1230-B968-451A-B024-8739FD0C1F93}"/>
              </a:ext>
            </a:extLst>
          </p:cNvPr>
          <p:cNvSpPr>
            <a:spLocks noChangeArrowheads="1"/>
          </p:cNvSpPr>
          <p:nvPr/>
        </p:nvSpPr>
        <p:spPr bwMode="auto">
          <a:xfrm>
            <a:off x="8541372"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5" name="Rectangle 78">
            <a:extLst>
              <a:ext uri="{FF2B5EF4-FFF2-40B4-BE49-F238E27FC236}">
                <a16:creationId xmlns:a16="http://schemas.microsoft.com/office/drawing/2014/main" id="{D75AC3CE-9734-481C-9D3F-2AF13116EE55}"/>
              </a:ext>
            </a:extLst>
          </p:cNvPr>
          <p:cNvSpPr>
            <a:spLocks noChangeArrowheads="1"/>
          </p:cNvSpPr>
          <p:nvPr/>
        </p:nvSpPr>
        <p:spPr bwMode="auto">
          <a:xfrm>
            <a:off x="8996805"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6" name="Rectangle 79">
            <a:extLst>
              <a:ext uri="{FF2B5EF4-FFF2-40B4-BE49-F238E27FC236}">
                <a16:creationId xmlns:a16="http://schemas.microsoft.com/office/drawing/2014/main" id="{69A12AE9-4D1E-4F86-ABCC-DC9AA3068AA9}"/>
              </a:ext>
            </a:extLst>
          </p:cNvPr>
          <p:cNvSpPr>
            <a:spLocks noChangeArrowheads="1"/>
          </p:cNvSpPr>
          <p:nvPr/>
        </p:nvSpPr>
        <p:spPr bwMode="auto">
          <a:xfrm>
            <a:off x="9451068"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7" name="Rectangle 80">
            <a:extLst>
              <a:ext uri="{FF2B5EF4-FFF2-40B4-BE49-F238E27FC236}">
                <a16:creationId xmlns:a16="http://schemas.microsoft.com/office/drawing/2014/main" id="{30C6E2D2-A01B-4BF9-9EAF-4F62A9AF7214}"/>
              </a:ext>
            </a:extLst>
          </p:cNvPr>
          <p:cNvSpPr>
            <a:spLocks noChangeArrowheads="1"/>
          </p:cNvSpPr>
          <p:nvPr/>
        </p:nvSpPr>
        <p:spPr bwMode="auto">
          <a:xfrm>
            <a:off x="9906501"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8" name="Rectangle 81">
            <a:extLst>
              <a:ext uri="{FF2B5EF4-FFF2-40B4-BE49-F238E27FC236}">
                <a16:creationId xmlns:a16="http://schemas.microsoft.com/office/drawing/2014/main" id="{C9F10DE1-A75B-4DA6-AACE-23581D8E642C}"/>
              </a:ext>
            </a:extLst>
          </p:cNvPr>
          <p:cNvSpPr>
            <a:spLocks noChangeArrowheads="1"/>
          </p:cNvSpPr>
          <p:nvPr/>
        </p:nvSpPr>
        <p:spPr bwMode="auto">
          <a:xfrm>
            <a:off x="10360763"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9" name="Rectangle 82">
            <a:extLst>
              <a:ext uri="{FF2B5EF4-FFF2-40B4-BE49-F238E27FC236}">
                <a16:creationId xmlns:a16="http://schemas.microsoft.com/office/drawing/2014/main" id="{0A775802-DD96-46A9-9F60-3C0D0736E331}"/>
              </a:ext>
            </a:extLst>
          </p:cNvPr>
          <p:cNvSpPr>
            <a:spLocks noChangeArrowheads="1"/>
          </p:cNvSpPr>
          <p:nvPr/>
        </p:nvSpPr>
        <p:spPr bwMode="auto">
          <a:xfrm>
            <a:off x="10816197"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0" name="Rectangle 83">
            <a:extLst>
              <a:ext uri="{FF2B5EF4-FFF2-40B4-BE49-F238E27FC236}">
                <a16:creationId xmlns:a16="http://schemas.microsoft.com/office/drawing/2014/main" id="{D665EA6F-14AA-4648-AB60-F7117F986461}"/>
              </a:ext>
            </a:extLst>
          </p:cNvPr>
          <p:cNvSpPr>
            <a:spLocks noChangeArrowheads="1"/>
          </p:cNvSpPr>
          <p:nvPr/>
        </p:nvSpPr>
        <p:spPr bwMode="auto">
          <a:xfrm>
            <a:off x="11270460"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1" name="Rectangle 84">
            <a:extLst>
              <a:ext uri="{FF2B5EF4-FFF2-40B4-BE49-F238E27FC236}">
                <a16:creationId xmlns:a16="http://schemas.microsoft.com/office/drawing/2014/main" id="{ACB843B8-638E-4047-9D91-8223083C0D1C}"/>
              </a:ext>
            </a:extLst>
          </p:cNvPr>
          <p:cNvSpPr>
            <a:spLocks noChangeArrowheads="1"/>
          </p:cNvSpPr>
          <p:nvPr/>
        </p:nvSpPr>
        <p:spPr bwMode="auto">
          <a:xfrm>
            <a:off x="11725892"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2" name="Rectangle 86">
            <a:extLst>
              <a:ext uri="{FF2B5EF4-FFF2-40B4-BE49-F238E27FC236}">
                <a16:creationId xmlns:a16="http://schemas.microsoft.com/office/drawing/2014/main" id="{B7163B2C-02BA-42E9-BFC1-6A12FD59E5B3}"/>
              </a:ext>
            </a:extLst>
          </p:cNvPr>
          <p:cNvSpPr>
            <a:spLocks noChangeArrowheads="1"/>
          </p:cNvSpPr>
          <p:nvPr/>
        </p:nvSpPr>
        <p:spPr bwMode="auto">
          <a:xfrm>
            <a:off x="354110"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3" name="Rectangle 87">
            <a:extLst>
              <a:ext uri="{FF2B5EF4-FFF2-40B4-BE49-F238E27FC236}">
                <a16:creationId xmlns:a16="http://schemas.microsoft.com/office/drawing/2014/main" id="{0B2288ED-33E4-4DE9-A750-24B68416FDD7}"/>
              </a:ext>
            </a:extLst>
          </p:cNvPr>
          <p:cNvSpPr>
            <a:spLocks noChangeArrowheads="1"/>
          </p:cNvSpPr>
          <p:nvPr/>
        </p:nvSpPr>
        <p:spPr bwMode="auto">
          <a:xfrm>
            <a:off x="809542"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4" name="Rectangle 88">
            <a:extLst>
              <a:ext uri="{FF2B5EF4-FFF2-40B4-BE49-F238E27FC236}">
                <a16:creationId xmlns:a16="http://schemas.microsoft.com/office/drawing/2014/main" id="{69096790-3EDA-447C-B893-B58EB23115A1}"/>
              </a:ext>
            </a:extLst>
          </p:cNvPr>
          <p:cNvSpPr>
            <a:spLocks noChangeArrowheads="1"/>
          </p:cNvSpPr>
          <p:nvPr/>
        </p:nvSpPr>
        <p:spPr bwMode="auto">
          <a:xfrm>
            <a:off x="1263805"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5" name="Rectangle 89">
            <a:extLst>
              <a:ext uri="{FF2B5EF4-FFF2-40B4-BE49-F238E27FC236}">
                <a16:creationId xmlns:a16="http://schemas.microsoft.com/office/drawing/2014/main" id="{CE854A02-0132-4C04-ADC5-9E062CF231BE}"/>
              </a:ext>
            </a:extLst>
          </p:cNvPr>
          <p:cNvSpPr>
            <a:spLocks noChangeArrowheads="1"/>
          </p:cNvSpPr>
          <p:nvPr/>
        </p:nvSpPr>
        <p:spPr bwMode="auto">
          <a:xfrm>
            <a:off x="1719239" y="18505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6" name="Rectangle 90">
            <a:extLst>
              <a:ext uri="{FF2B5EF4-FFF2-40B4-BE49-F238E27FC236}">
                <a16:creationId xmlns:a16="http://schemas.microsoft.com/office/drawing/2014/main" id="{E95D99AF-99D5-475B-AE63-90F7E8CC67AF}"/>
              </a:ext>
            </a:extLst>
          </p:cNvPr>
          <p:cNvSpPr>
            <a:spLocks noChangeArrowheads="1"/>
          </p:cNvSpPr>
          <p:nvPr/>
        </p:nvSpPr>
        <p:spPr bwMode="auto">
          <a:xfrm>
            <a:off x="2173502"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7" name="Rectangle 91">
            <a:extLst>
              <a:ext uri="{FF2B5EF4-FFF2-40B4-BE49-F238E27FC236}">
                <a16:creationId xmlns:a16="http://schemas.microsoft.com/office/drawing/2014/main" id="{A34BE509-D4BA-40A3-A4CD-3DF07B9E19D0}"/>
              </a:ext>
            </a:extLst>
          </p:cNvPr>
          <p:cNvSpPr>
            <a:spLocks noChangeArrowheads="1"/>
          </p:cNvSpPr>
          <p:nvPr/>
        </p:nvSpPr>
        <p:spPr bwMode="auto">
          <a:xfrm>
            <a:off x="2628934"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8" name="Rectangle 92">
            <a:extLst>
              <a:ext uri="{FF2B5EF4-FFF2-40B4-BE49-F238E27FC236}">
                <a16:creationId xmlns:a16="http://schemas.microsoft.com/office/drawing/2014/main" id="{A37FB970-0E25-4676-BC34-1A82728AF1D7}"/>
              </a:ext>
            </a:extLst>
          </p:cNvPr>
          <p:cNvSpPr>
            <a:spLocks noChangeArrowheads="1"/>
          </p:cNvSpPr>
          <p:nvPr/>
        </p:nvSpPr>
        <p:spPr bwMode="auto">
          <a:xfrm>
            <a:off x="3083197"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9" name="Rectangle 105">
            <a:extLst>
              <a:ext uri="{FF2B5EF4-FFF2-40B4-BE49-F238E27FC236}">
                <a16:creationId xmlns:a16="http://schemas.microsoft.com/office/drawing/2014/main" id="{970F9FCF-AA68-4E8F-8EA5-AAC4C5810EAB}"/>
              </a:ext>
            </a:extLst>
          </p:cNvPr>
          <p:cNvSpPr>
            <a:spLocks noChangeArrowheads="1"/>
          </p:cNvSpPr>
          <p:nvPr/>
        </p:nvSpPr>
        <p:spPr bwMode="auto">
          <a:xfrm>
            <a:off x="8996805"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0" name="Rectangle 106">
            <a:extLst>
              <a:ext uri="{FF2B5EF4-FFF2-40B4-BE49-F238E27FC236}">
                <a16:creationId xmlns:a16="http://schemas.microsoft.com/office/drawing/2014/main" id="{9D296959-779A-4776-ABF7-2FF2A73C81D2}"/>
              </a:ext>
            </a:extLst>
          </p:cNvPr>
          <p:cNvSpPr>
            <a:spLocks noChangeArrowheads="1"/>
          </p:cNvSpPr>
          <p:nvPr/>
        </p:nvSpPr>
        <p:spPr bwMode="auto">
          <a:xfrm>
            <a:off x="9451068"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1" name="Rectangle 107">
            <a:extLst>
              <a:ext uri="{FF2B5EF4-FFF2-40B4-BE49-F238E27FC236}">
                <a16:creationId xmlns:a16="http://schemas.microsoft.com/office/drawing/2014/main" id="{59855A4C-2548-423F-B57F-42922BC9B572}"/>
              </a:ext>
            </a:extLst>
          </p:cNvPr>
          <p:cNvSpPr>
            <a:spLocks noChangeArrowheads="1"/>
          </p:cNvSpPr>
          <p:nvPr/>
        </p:nvSpPr>
        <p:spPr bwMode="auto">
          <a:xfrm>
            <a:off x="9906501"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2" name="Rectangle 108">
            <a:extLst>
              <a:ext uri="{FF2B5EF4-FFF2-40B4-BE49-F238E27FC236}">
                <a16:creationId xmlns:a16="http://schemas.microsoft.com/office/drawing/2014/main" id="{54509127-BDD5-48E1-BE65-947CAC6B0439}"/>
              </a:ext>
            </a:extLst>
          </p:cNvPr>
          <p:cNvSpPr>
            <a:spLocks noChangeArrowheads="1"/>
          </p:cNvSpPr>
          <p:nvPr/>
        </p:nvSpPr>
        <p:spPr bwMode="auto">
          <a:xfrm>
            <a:off x="10360763"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3" name="Rectangle 109">
            <a:extLst>
              <a:ext uri="{FF2B5EF4-FFF2-40B4-BE49-F238E27FC236}">
                <a16:creationId xmlns:a16="http://schemas.microsoft.com/office/drawing/2014/main" id="{58C13B87-F971-4720-889B-EE6DE93E6B49}"/>
              </a:ext>
            </a:extLst>
          </p:cNvPr>
          <p:cNvSpPr>
            <a:spLocks noChangeArrowheads="1"/>
          </p:cNvSpPr>
          <p:nvPr/>
        </p:nvSpPr>
        <p:spPr bwMode="auto">
          <a:xfrm>
            <a:off x="10816197"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4" name="Rectangle 110">
            <a:extLst>
              <a:ext uri="{FF2B5EF4-FFF2-40B4-BE49-F238E27FC236}">
                <a16:creationId xmlns:a16="http://schemas.microsoft.com/office/drawing/2014/main" id="{681AD0E1-0BA7-4208-8DF7-EAB9E75AECF0}"/>
              </a:ext>
            </a:extLst>
          </p:cNvPr>
          <p:cNvSpPr>
            <a:spLocks noChangeArrowheads="1"/>
          </p:cNvSpPr>
          <p:nvPr/>
        </p:nvSpPr>
        <p:spPr bwMode="auto">
          <a:xfrm>
            <a:off x="11270460"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5" name="Rectangle 111">
            <a:extLst>
              <a:ext uri="{FF2B5EF4-FFF2-40B4-BE49-F238E27FC236}">
                <a16:creationId xmlns:a16="http://schemas.microsoft.com/office/drawing/2014/main" id="{FCBB3D30-B78E-44FC-8174-C95F9A1641DF}"/>
              </a:ext>
            </a:extLst>
          </p:cNvPr>
          <p:cNvSpPr>
            <a:spLocks noChangeArrowheads="1"/>
          </p:cNvSpPr>
          <p:nvPr/>
        </p:nvSpPr>
        <p:spPr bwMode="auto">
          <a:xfrm>
            <a:off x="11725892"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6" name="Rectangle 113">
            <a:extLst>
              <a:ext uri="{FF2B5EF4-FFF2-40B4-BE49-F238E27FC236}">
                <a16:creationId xmlns:a16="http://schemas.microsoft.com/office/drawing/2014/main" id="{699FABD8-D290-42AB-87FC-C9A58ADC7A0F}"/>
              </a:ext>
            </a:extLst>
          </p:cNvPr>
          <p:cNvSpPr>
            <a:spLocks noChangeArrowheads="1"/>
          </p:cNvSpPr>
          <p:nvPr/>
        </p:nvSpPr>
        <p:spPr bwMode="auto">
          <a:xfrm>
            <a:off x="354110"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7" name="Rectangle 114">
            <a:extLst>
              <a:ext uri="{FF2B5EF4-FFF2-40B4-BE49-F238E27FC236}">
                <a16:creationId xmlns:a16="http://schemas.microsoft.com/office/drawing/2014/main" id="{0B4D148D-F129-4DB7-88C2-471CB37E2DFF}"/>
              </a:ext>
            </a:extLst>
          </p:cNvPr>
          <p:cNvSpPr>
            <a:spLocks noChangeArrowheads="1"/>
          </p:cNvSpPr>
          <p:nvPr/>
        </p:nvSpPr>
        <p:spPr bwMode="auto">
          <a:xfrm>
            <a:off x="809542"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8" name="Rectangle 115">
            <a:extLst>
              <a:ext uri="{FF2B5EF4-FFF2-40B4-BE49-F238E27FC236}">
                <a16:creationId xmlns:a16="http://schemas.microsoft.com/office/drawing/2014/main" id="{6DF2FDEE-C085-4999-B8E9-1B5D1D8FDA58}"/>
              </a:ext>
            </a:extLst>
          </p:cNvPr>
          <p:cNvSpPr>
            <a:spLocks noChangeArrowheads="1"/>
          </p:cNvSpPr>
          <p:nvPr/>
        </p:nvSpPr>
        <p:spPr bwMode="auto">
          <a:xfrm>
            <a:off x="1263805" y="235897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9" name="Rectangle 116">
            <a:extLst>
              <a:ext uri="{FF2B5EF4-FFF2-40B4-BE49-F238E27FC236}">
                <a16:creationId xmlns:a16="http://schemas.microsoft.com/office/drawing/2014/main" id="{2F001154-22EC-4762-9895-75CD714E3181}"/>
              </a:ext>
            </a:extLst>
          </p:cNvPr>
          <p:cNvSpPr>
            <a:spLocks noChangeArrowheads="1"/>
          </p:cNvSpPr>
          <p:nvPr/>
        </p:nvSpPr>
        <p:spPr bwMode="auto">
          <a:xfrm>
            <a:off x="1719239"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0" name="Rectangle 117">
            <a:extLst>
              <a:ext uri="{FF2B5EF4-FFF2-40B4-BE49-F238E27FC236}">
                <a16:creationId xmlns:a16="http://schemas.microsoft.com/office/drawing/2014/main" id="{8CB1148A-8A8E-4217-B7AD-E1D5D2B0D9EB}"/>
              </a:ext>
            </a:extLst>
          </p:cNvPr>
          <p:cNvSpPr>
            <a:spLocks noChangeArrowheads="1"/>
          </p:cNvSpPr>
          <p:nvPr/>
        </p:nvSpPr>
        <p:spPr bwMode="auto">
          <a:xfrm>
            <a:off x="2173502" y="2358971"/>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1" name="Rectangle 118">
            <a:extLst>
              <a:ext uri="{FF2B5EF4-FFF2-40B4-BE49-F238E27FC236}">
                <a16:creationId xmlns:a16="http://schemas.microsoft.com/office/drawing/2014/main" id="{20FE1950-CE5A-4D2F-96A0-94186638CA98}"/>
              </a:ext>
            </a:extLst>
          </p:cNvPr>
          <p:cNvSpPr>
            <a:spLocks noChangeArrowheads="1"/>
          </p:cNvSpPr>
          <p:nvPr/>
        </p:nvSpPr>
        <p:spPr bwMode="auto">
          <a:xfrm>
            <a:off x="2628934"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2" name="Rectangle 119">
            <a:extLst>
              <a:ext uri="{FF2B5EF4-FFF2-40B4-BE49-F238E27FC236}">
                <a16:creationId xmlns:a16="http://schemas.microsoft.com/office/drawing/2014/main" id="{83A14354-B3F5-4073-AA5C-F099A82F6A08}"/>
              </a:ext>
            </a:extLst>
          </p:cNvPr>
          <p:cNvSpPr>
            <a:spLocks noChangeArrowheads="1"/>
          </p:cNvSpPr>
          <p:nvPr/>
        </p:nvSpPr>
        <p:spPr bwMode="auto">
          <a:xfrm>
            <a:off x="3083197"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3" name="Rectangle 132">
            <a:extLst>
              <a:ext uri="{FF2B5EF4-FFF2-40B4-BE49-F238E27FC236}">
                <a16:creationId xmlns:a16="http://schemas.microsoft.com/office/drawing/2014/main" id="{76AA0892-AC62-4F6F-833D-458C99E021BD}"/>
              </a:ext>
            </a:extLst>
          </p:cNvPr>
          <p:cNvSpPr>
            <a:spLocks noChangeArrowheads="1"/>
          </p:cNvSpPr>
          <p:nvPr/>
        </p:nvSpPr>
        <p:spPr bwMode="auto">
          <a:xfrm>
            <a:off x="8996805"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4" name="Rectangle 133">
            <a:extLst>
              <a:ext uri="{FF2B5EF4-FFF2-40B4-BE49-F238E27FC236}">
                <a16:creationId xmlns:a16="http://schemas.microsoft.com/office/drawing/2014/main" id="{A9C2DB91-40AA-4597-9B38-C5864CB8F9BE}"/>
              </a:ext>
            </a:extLst>
          </p:cNvPr>
          <p:cNvSpPr>
            <a:spLocks noChangeArrowheads="1"/>
          </p:cNvSpPr>
          <p:nvPr/>
        </p:nvSpPr>
        <p:spPr bwMode="auto">
          <a:xfrm>
            <a:off x="9451068"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5" name="Rectangle 134">
            <a:extLst>
              <a:ext uri="{FF2B5EF4-FFF2-40B4-BE49-F238E27FC236}">
                <a16:creationId xmlns:a16="http://schemas.microsoft.com/office/drawing/2014/main" id="{4C7BF4BD-0F20-4B33-94A1-72CA3EDF2983}"/>
              </a:ext>
            </a:extLst>
          </p:cNvPr>
          <p:cNvSpPr>
            <a:spLocks noChangeArrowheads="1"/>
          </p:cNvSpPr>
          <p:nvPr/>
        </p:nvSpPr>
        <p:spPr bwMode="auto">
          <a:xfrm>
            <a:off x="9906501"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6" name="Rectangle 135">
            <a:extLst>
              <a:ext uri="{FF2B5EF4-FFF2-40B4-BE49-F238E27FC236}">
                <a16:creationId xmlns:a16="http://schemas.microsoft.com/office/drawing/2014/main" id="{06A886E0-5EF6-4EF7-A054-B2E0B10BC970}"/>
              </a:ext>
            </a:extLst>
          </p:cNvPr>
          <p:cNvSpPr>
            <a:spLocks noChangeArrowheads="1"/>
          </p:cNvSpPr>
          <p:nvPr/>
        </p:nvSpPr>
        <p:spPr bwMode="auto">
          <a:xfrm>
            <a:off x="10360763"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7" name="Rectangle 136">
            <a:extLst>
              <a:ext uri="{FF2B5EF4-FFF2-40B4-BE49-F238E27FC236}">
                <a16:creationId xmlns:a16="http://schemas.microsoft.com/office/drawing/2014/main" id="{15585719-9169-4D98-80F3-2CB8A58F3F5E}"/>
              </a:ext>
            </a:extLst>
          </p:cNvPr>
          <p:cNvSpPr>
            <a:spLocks noChangeArrowheads="1"/>
          </p:cNvSpPr>
          <p:nvPr/>
        </p:nvSpPr>
        <p:spPr bwMode="auto">
          <a:xfrm>
            <a:off x="10816197"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8" name="Rectangle 137">
            <a:extLst>
              <a:ext uri="{FF2B5EF4-FFF2-40B4-BE49-F238E27FC236}">
                <a16:creationId xmlns:a16="http://schemas.microsoft.com/office/drawing/2014/main" id="{1528ECA1-B6B5-4F12-B518-F98298404AD8}"/>
              </a:ext>
            </a:extLst>
          </p:cNvPr>
          <p:cNvSpPr>
            <a:spLocks noChangeArrowheads="1"/>
          </p:cNvSpPr>
          <p:nvPr/>
        </p:nvSpPr>
        <p:spPr bwMode="auto">
          <a:xfrm>
            <a:off x="11270460"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9" name="Rectangle 138">
            <a:extLst>
              <a:ext uri="{FF2B5EF4-FFF2-40B4-BE49-F238E27FC236}">
                <a16:creationId xmlns:a16="http://schemas.microsoft.com/office/drawing/2014/main" id="{A5E04FCD-9144-4125-B905-01BA90E876FE}"/>
              </a:ext>
            </a:extLst>
          </p:cNvPr>
          <p:cNvSpPr>
            <a:spLocks noChangeArrowheads="1"/>
          </p:cNvSpPr>
          <p:nvPr/>
        </p:nvSpPr>
        <p:spPr bwMode="auto">
          <a:xfrm>
            <a:off x="11725892"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0" name="Rectangle 140">
            <a:extLst>
              <a:ext uri="{FF2B5EF4-FFF2-40B4-BE49-F238E27FC236}">
                <a16:creationId xmlns:a16="http://schemas.microsoft.com/office/drawing/2014/main" id="{A3A97D31-5EE8-448D-8A5F-2BFCFB9E7036}"/>
              </a:ext>
            </a:extLst>
          </p:cNvPr>
          <p:cNvSpPr>
            <a:spLocks noChangeArrowheads="1"/>
          </p:cNvSpPr>
          <p:nvPr/>
        </p:nvSpPr>
        <p:spPr bwMode="auto">
          <a:xfrm>
            <a:off x="354110" y="28661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1" name="Rectangle 141">
            <a:extLst>
              <a:ext uri="{FF2B5EF4-FFF2-40B4-BE49-F238E27FC236}">
                <a16:creationId xmlns:a16="http://schemas.microsoft.com/office/drawing/2014/main" id="{D5A6A0D9-0DCB-4C02-B821-ECBB42E71769}"/>
              </a:ext>
            </a:extLst>
          </p:cNvPr>
          <p:cNvSpPr>
            <a:spLocks noChangeArrowheads="1"/>
          </p:cNvSpPr>
          <p:nvPr/>
        </p:nvSpPr>
        <p:spPr bwMode="auto">
          <a:xfrm>
            <a:off x="809542" y="28661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2" name="Rectangle 142">
            <a:extLst>
              <a:ext uri="{FF2B5EF4-FFF2-40B4-BE49-F238E27FC236}">
                <a16:creationId xmlns:a16="http://schemas.microsoft.com/office/drawing/2014/main" id="{E4CFE5B5-7797-4C7B-B3D9-787A3D923EFF}"/>
              </a:ext>
            </a:extLst>
          </p:cNvPr>
          <p:cNvSpPr>
            <a:spLocks noChangeArrowheads="1"/>
          </p:cNvSpPr>
          <p:nvPr/>
        </p:nvSpPr>
        <p:spPr bwMode="auto">
          <a:xfrm>
            <a:off x="1263805"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3" name="Rectangle 143">
            <a:extLst>
              <a:ext uri="{FF2B5EF4-FFF2-40B4-BE49-F238E27FC236}">
                <a16:creationId xmlns:a16="http://schemas.microsoft.com/office/drawing/2014/main" id="{16868543-F08E-4EF2-A138-A5D60AD4C433}"/>
              </a:ext>
            </a:extLst>
          </p:cNvPr>
          <p:cNvSpPr>
            <a:spLocks noChangeArrowheads="1"/>
          </p:cNvSpPr>
          <p:nvPr/>
        </p:nvSpPr>
        <p:spPr bwMode="auto">
          <a:xfrm>
            <a:off x="1719239"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4" name="Rectangle 144">
            <a:extLst>
              <a:ext uri="{FF2B5EF4-FFF2-40B4-BE49-F238E27FC236}">
                <a16:creationId xmlns:a16="http://schemas.microsoft.com/office/drawing/2014/main" id="{7AA615AC-F660-426D-A925-78A832B1F87C}"/>
              </a:ext>
            </a:extLst>
          </p:cNvPr>
          <p:cNvSpPr>
            <a:spLocks noChangeArrowheads="1"/>
          </p:cNvSpPr>
          <p:nvPr/>
        </p:nvSpPr>
        <p:spPr bwMode="auto">
          <a:xfrm>
            <a:off x="2173502"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5" name="Rectangle 145">
            <a:extLst>
              <a:ext uri="{FF2B5EF4-FFF2-40B4-BE49-F238E27FC236}">
                <a16:creationId xmlns:a16="http://schemas.microsoft.com/office/drawing/2014/main" id="{DA02DEE7-518D-4550-A98E-419A429F2830}"/>
              </a:ext>
            </a:extLst>
          </p:cNvPr>
          <p:cNvSpPr>
            <a:spLocks noChangeArrowheads="1"/>
          </p:cNvSpPr>
          <p:nvPr/>
        </p:nvSpPr>
        <p:spPr bwMode="auto">
          <a:xfrm>
            <a:off x="2628934"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6" name="Rectangle 146">
            <a:extLst>
              <a:ext uri="{FF2B5EF4-FFF2-40B4-BE49-F238E27FC236}">
                <a16:creationId xmlns:a16="http://schemas.microsoft.com/office/drawing/2014/main" id="{CF13D66E-ABF4-4967-B8B3-F517D9B3C45C}"/>
              </a:ext>
            </a:extLst>
          </p:cNvPr>
          <p:cNvSpPr>
            <a:spLocks noChangeArrowheads="1"/>
          </p:cNvSpPr>
          <p:nvPr/>
        </p:nvSpPr>
        <p:spPr bwMode="auto">
          <a:xfrm>
            <a:off x="3083197"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7" name="Rectangle 159">
            <a:extLst>
              <a:ext uri="{FF2B5EF4-FFF2-40B4-BE49-F238E27FC236}">
                <a16:creationId xmlns:a16="http://schemas.microsoft.com/office/drawing/2014/main" id="{7B7E4AC4-5592-4DE6-AD9F-62E8E5E7C391}"/>
              </a:ext>
            </a:extLst>
          </p:cNvPr>
          <p:cNvSpPr>
            <a:spLocks noChangeArrowheads="1"/>
          </p:cNvSpPr>
          <p:nvPr/>
        </p:nvSpPr>
        <p:spPr bwMode="auto">
          <a:xfrm>
            <a:off x="8996805"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8" name="Rectangle 160">
            <a:extLst>
              <a:ext uri="{FF2B5EF4-FFF2-40B4-BE49-F238E27FC236}">
                <a16:creationId xmlns:a16="http://schemas.microsoft.com/office/drawing/2014/main" id="{64C2F106-22BF-42DB-B523-838D7919E609}"/>
              </a:ext>
            </a:extLst>
          </p:cNvPr>
          <p:cNvSpPr>
            <a:spLocks noChangeArrowheads="1"/>
          </p:cNvSpPr>
          <p:nvPr/>
        </p:nvSpPr>
        <p:spPr bwMode="auto">
          <a:xfrm>
            <a:off x="9451068"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9" name="Rectangle 161">
            <a:extLst>
              <a:ext uri="{FF2B5EF4-FFF2-40B4-BE49-F238E27FC236}">
                <a16:creationId xmlns:a16="http://schemas.microsoft.com/office/drawing/2014/main" id="{476760DC-3414-46D3-8ED3-E57574242DE7}"/>
              </a:ext>
            </a:extLst>
          </p:cNvPr>
          <p:cNvSpPr>
            <a:spLocks noChangeArrowheads="1"/>
          </p:cNvSpPr>
          <p:nvPr/>
        </p:nvSpPr>
        <p:spPr bwMode="auto">
          <a:xfrm>
            <a:off x="9906501"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0" name="Rectangle 162">
            <a:extLst>
              <a:ext uri="{FF2B5EF4-FFF2-40B4-BE49-F238E27FC236}">
                <a16:creationId xmlns:a16="http://schemas.microsoft.com/office/drawing/2014/main" id="{35BC5B5E-6559-46F0-8351-DB26B20688E7}"/>
              </a:ext>
            </a:extLst>
          </p:cNvPr>
          <p:cNvSpPr>
            <a:spLocks noChangeArrowheads="1"/>
          </p:cNvSpPr>
          <p:nvPr/>
        </p:nvSpPr>
        <p:spPr bwMode="auto">
          <a:xfrm>
            <a:off x="10360763"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1" name="Rectangle 163">
            <a:extLst>
              <a:ext uri="{FF2B5EF4-FFF2-40B4-BE49-F238E27FC236}">
                <a16:creationId xmlns:a16="http://schemas.microsoft.com/office/drawing/2014/main" id="{524E5712-0FF8-47E1-B2AE-812F34F65ED9}"/>
              </a:ext>
            </a:extLst>
          </p:cNvPr>
          <p:cNvSpPr>
            <a:spLocks noChangeArrowheads="1"/>
          </p:cNvSpPr>
          <p:nvPr/>
        </p:nvSpPr>
        <p:spPr bwMode="auto">
          <a:xfrm>
            <a:off x="10816197"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2" name="Rectangle 164">
            <a:extLst>
              <a:ext uri="{FF2B5EF4-FFF2-40B4-BE49-F238E27FC236}">
                <a16:creationId xmlns:a16="http://schemas.microsoft.com/office/drawing/2014/main" id="{617C8CE6-515E-494D-A867-E140F467B681}"/>
              </a:ext>
            </a:extLst>
          </p:cNvPr>
          <p:cNvSpPr>
            <a:spLocks noChangeArrowheads="1"/>
          </p:cNvSpPr>
          <p:nvPr/>
        </p:nvSpPr>
        <p:spPr bwMode="auto">
          <a:xfrm>
            <a:off x="11270460"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3" name="Rectangle 165">
            <a:extLst>
              <a:ext uri="{FF2B5EF4-FFF2-40B4-BE49-F238E27FC236}">
                <a16:creationId xmlns:a16="http://schemas.microsoft.com/office/drawing/2014/main" id="{D8599EDD-A959-45FB-8FD2-64277464E977}"/>
              </a:ext>
            </a:extLst>
          </p:cNvPr>
          <p:cNvSpPr>
            <a:spLocks noChangeArrowheads="1"/>
          </p:cNvSpPr>
          <p:nvPr/>
        </p:nvSpPr>
        <p:spPr bwMode="auto">
          <a:xfrm>
            <a:off x="11725892"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4" name="Rectangle 167">
            <a:extLst>
              <a:ext uri="{FF2B5EF4-FFF2-40B4-BE49-F238E27FC236}">
                <a16:creationId xmlns:a16="http://schemas.microsoft.com/office/drawing/2014/main" id="{0603D8C1-859C-43D4-B068-9EB9FBCE206C}"/>
              </a:ext>
            </a:extLst>
          </p:cNvPr>
          <p:cNvSpPr>
            <a:spLocks noChangeArrowheads="1"/>
          </p:cNvSpPr>
          <p:nvPr/>
        </p:nvSpPr>
        <p:spPr bwMode="auto">
          <a:xfrm>
            <a:off x="354110"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5" name="Rectangle 168">
            <a:extLst>
              <a:ext uri="{FF2B5EF4-FFF2-40B4-BE49-F238E27FC236}">
                <a16:creationId xmlns:a16="http://schemas.microsoft.com/office/drawing/2014/main" id="{B93977AF-46E4-45C2-8A01-209FA245E2C2}"/>
              </a:ext>
            </a:extLst>
          </p:cNvPr>
          <p:cNvSpPr>
            <a:spLocks noChangeArrowheads="1"/>
          </p:cNvSpPr>
          <p:nvPr/>
        </p:nvSpPr>
        <p:spPr bwMode="auto">
          <a:xfrm>
            <a:off x="809542"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6" name="Rectangle 169">
            <a:extLst>
              <a:ext uri="{FF2B5EF4-FFF2-40B4-BE49-F238E27FC236}">
                <a16:creationId xmlns:a16="http://schemas.microsoft.com/office/drawing/2014/main" id="{50A4256E-5C7A-4A2F-AB2B-C8EFA85293EA}"/>
              </a:ext>
            </a:extLst>
          </p:cNvPr>
          <p:cNvSpPr>
            <a:spLocks noChangeArrowheads="1"/>
          </p:cNvSpPr>
          <p:nvPr/>
        </p:nvSpPr>
        <p:spPr bwMode="auto">
          <a:xfrm>
            <a:off x="1263805"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7" name="Rectangle 170">
            <a:extLst>
              <a:ext uri="{FF2B5EF4-FFF2-40B4-BE49-F238E27FC236}">
                <a16:creationId xmlns:a16="http://schemas.microsoft.com/office/drawing/2014/main" id="{59DD1AC1-2925-4164-9326-E23F394AFACB}"/>
              </a:ext>
            </a:extLst>
          </p:cNvPr>
          <p:cNvSpPr>
            <a:spLocks noChangeArrowheads="1"/>
          </p:cNvSpPr>
          <p:nvPr/>
        </p:nvSpPr>
        <p:spPr bwMode="auto">
          <a:xfrm>
            <a:off x="1719239"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8" name="Rectangle 171">
            <a:extLst>
              <a:ext uri="{FF2B5EF4-FFF2-40B4-BE49-F238E27FC236}">
                <a16:creationId xmlns:a16="http://schemas.microsoft.com/office/drawing/2014/main" id="{D9BD2BBC-9899-4590-8E1D-9C58972E57A8}"/>
              </a:ext>
            </a:extLst>
          </p:cNvPr>
          <p:cNvSpPr>
            <a:spLocks noChangeArrowheads="1"/>
          </p:cNvSpPr>
          <p:nvPr/>
        </p:nvSpPr>
        <p:spPr bwMode="auto">
          <a:xfrm>
            <a:off x="2173502"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9" name="Rectangle 172">
            <a:extLst>
              <a:ext uri="{FF2B5EF4-FFF2-40B4-BE49-F238E27FC236}">
                <a16:creationId xmlns:a16="http://schemas.microsoft.com/office/drawing/2014/main" id="{A93CAC56-6630-4410-BA23-589CFEF93313}"/>
              </a:ext>
            </a:extLst>
          </p:cNvPr>
          <p:cNvSpPr>
            <a:spLocks noChangeArrowheads="1"/>
          </p:cNvSpPr>
          <p:nvPr/>
        </p:nvSpPr>
        <p:spPr bwMode="auto">
          <a:xfrm>
            <a:off x="2628934"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0" name="Rectangle 173">
            <a:extLst>
              <a:ext uri="{FF2B5EF4-FFF2-40B4-BE49-F238E27FC236}">
                <a16:creationId xmlns:a16="http://schemas.microsoft.com/office/drawing/2014/main" id="{721D7B09-2669-42D7-A71A-2581A0113F13}"/>
              </a:ext>
            </a:extLst>
          </p:cNvPr>
          <p:cNvSpPr>
            <a:spLocks noChangeArrowheads="1"/>
          </p:cNvSpPr>
          <p:nvPr/>
        </p:nvSpPr>
        <p:spPr bwMode="auto">
          <a:xfrm>
            <a:off x="3083197"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1" name="Rectangle 186">
            <a:extLst>
              <a:ext uri="{FF2B5EF4-FFF2-40B4-BE49-F238E27FC236}">
                <a16:creationId xmlns:a16="http://schemas.microsoft.com/office/drawing/2014/main" id="{A024ED31-769A-4A0C-A18B-E09709B473F7}"/>
              </a:ext>
            </a:extLst>
          </p:cNvPr>
          <p:cNvSpPr>
            <a:spLocks noChangeArrowheads="1"/>
          </p:cNvSpPr>
          <p:nvPr/>
        </p:nvSpPr>
        <p:spPr bwMode="auto">
          <a:xfrm>
            <a:off x="8996805"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2" name="Rectangle 187">
            <a:extLst>
              <a:ext uri="{FF2B5EF4-FFF2-40B4-BE49-F238E27FC236}">
                <a16:creationId xmlns:a16="http://schemas.microsoft.com/office/drawing/2014/main" id="{5D25C9B2-51EB-439E-B42C-8439DBE38630}"/>
              </a:ext>
            </a:extLst>
          </p:cNvPr>
          <p:cNvSpPr>
            <a:spLocks noChangeArrowheads="1"/>
          </p:cNvSpPr>
          <p:nvPr/>
        </p:nvSpPr>
        <p:spPr bwMode="auto">
          <a:xfrm>
            <a:off x="9451068"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3" name="Rectangle 188">
            <a:extLst>
              <a:ext uri="{FF2B5EF4-FFF2-40B4-BE49-F238E27FC236}">
                <a16:creationId xmlns:a16="http://schemas.microsoft.com/office/drawing/2014/main" id="{CB51A720-AF45-41F9-BAA4-2D2D9B1A8F06}"/>
              </a:ext>
            </a:extLst>
          </p:cNvPr>
          <p:cNvSpPr>
            <a:spLocks noChangeArrowheads="1"/>
          </p:cNvSpPr>
          <p:nvPr/>
        </p:nvSpPr>
        <p:spPr bwMode="auto">
          <a:xfrm>
            <a:off x="9906501"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4" name="Rectangle 189">
            <a:extLst>
              <a:ext uri="{FF2B5EF4-FFF2-40B4-BE49-F238E27FC236}">
                <a16:creationId xmlns:a16="http://schemas.microsoft.com/office/drawing/2014/main" id="{C79495A3-835C-4974-A319-4B7063E8D511}"/>
              </a:ext>
            </a:extLst>
          </p:cNvPr>
          <p:cNvSpPr>
            <a:spLocks noChangeArrowheads="1"/>
          </p:cNvSpPr>
          <p:nvPr/>
        </p:nvSpPr>
        <p:spPr bwMode="auto">
          <a:xfrm>
            <a:off x="10360763"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5" name="Rectangle 190">
            <a:extLst>
              <a:ext uri="{FF2B5EF4-FFF2-40B4-BE49-F238E27FC236}">
                <a16:creationId xmlns:a16="http://schemas.microsoft.com/office/drawing/2014/main" id="{A635A506-51C2-4991-9EE9-6D4F58B2A78B}"/>
              </a:ext>
            </a:extLst>
          </p:cNvPr>
          <p:cNvSpPr>
            <a:spLocks noChangeArrowheads="1"/>
          </p:cNvSpPr>
          <p:nvPr/>
        </p:nvSpPr>
        <p:spPr bwMode="auto">
          <a:xfrm>
            <a:off x="10816197"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6" name="Rectangle 191">
            <a:extLst>
              <a:ext uri="{FF2B5EF4-FFF2-40B4-BE49-F238E27FC236}">
                <a16:creationId xmlns:a16="http://schemas.microsoft.com/office/drawing/2014/main" id="{08D7A92B-AB5F-4B0A-887C-7D9EBE4B1B93}"/>
              </a:ext>
            </a:extLst>
          </p:cNvPr>
          <p:cNvSpPr>
            <a:spLocks noChangeArrowheads="1"/>
          </p:cNvSpPr>
          <p:nvPr/>
        </p:nvSpPr>
        <p:spPr bwMode="auto">
          <a:xfrm>
            <a:off x="11270460"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7" name="Rectangle 192">
            <a:extLst>
              <a:ext uri="{FF2B5EF4-FFF2-40B4-BE49-F238E27FC236}">
                <a16:creationId xmlns:a16="http://schemas.microsoft.com/office/drawing/2014/main" id="{35958760-CFAF-4281-9A3D-2676F1188443}"/>
              </a:ext>
            </a:extLst>
          </p:cNvPr>
          <p:cNvSpPr>
            <a:spLocks noChangeArrowheads="1"/>
          </p:cNvSpPr>
          <p:nvPr/>
        </p:nvSpPr>
        <p:spPr bwMode="auto">
          <a:xfrm>
            <a:off x="11725892" y="33745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8" name="Rectangle 194">
            <a:extLst>
              <a:ext uri="{FF2B5EF4-FFF2-40B4-BE49-F238E27FC236}">
                <a16:creationId xmlns:a16="http://schemas.microsoft.com/office/drawing/2014/main" id="{92029F51-881A-43F7-9AA5-93A2ED11CBE1}"/>
              </a:ext>
            </a:extLst>
          </p:cNvPr>
          <p:cNvSpPr>
            <a:spLocks noChangeArrowheads="1"/>
          </p:cNvSpPr>
          <p:nvPr/>
        </p:nvSpPr>
        <p:spPr bwMode="auto">
          <a:xfrm>
            <a:off x="354110"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9" name="Rectangle 195">
            <a:extLst>
              <a:ext uri="{FF2B5EF4-FFF2-40B4-BE49-F238E27FC236}">
                <a16:creationId xmlns:a16="http://schemas.microsoft.com/office/drawing/2014/main" id="{42A3ED3D-6F9D-4F03-B4CA-936ED0F204F2}"/>
              </a:ext>
            </a:extLst>
          </p:cNvPr>
          <p:cNvSpPr>
            <a:spLocks noChangeArrowheads="1"/>
          </p:cNvSpPr>
          <p:nvPr/>
        </p:nvSpPr>
        <p:spPr bwMode="auto">
          <a:xfrm>
            <a:off x="809542" y="38829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0" name="Rectangle 196">
            <a:extLst>
              <a:ext uri="{FF2B5EF4-FFF2-40B4-BE49-F238E27FC236}">
                <a16:creationId xmlns:a16="http://schemas.microsoft.com/office/drawing/2014/main" id="{AC2A2B9C-988E-4A8C-8FAE-5034533F2906}"/>
              </a:ext>
            </a:extLst>
          </p:cNvPr>
          <p:cNvSpPr>
            <a:spLocks noChangeArrowheads="1"/>
          </p:cNvSpPr>
          <p:nvPr/>
        </p:nvSpPr>
        <p:spPr bwMode="auto">
          <a:xfrm>
            <a:off x="1263805"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1" name="Rectangle 197">
            <a:extLst>
              <a:ext uri="{FF2B5EF4-FFF2-40B4-BE49-F238E27FC236}">
                <a16:creationId xmlns:a16="http://schemas.microsoft.com/office/drawing/2014/main" id="{E2C4B438-1F77-4FA1-8C82-F295DAA97AAD}"/>
              </a:ext>
            </a:extLst>
          </p:cNvPr>
          <p:cNvSpPr>
            <a:spLocks noChangeArrowheads="1"/>
          </p:cNvSpPr>
          <p:nvPr/>
        </p:nvSpPr>
        <p:spPr bwMode="auto">
          <a:xfrm>
            <a:off x="1719239"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2" name="Rectangle 198">
            <a:extLst>
              <a:ext uri="{FF2B5EF4-FFF2-40B4-BE49-F238E27FC236}">
                <a16:creationId xmlns:a16="http://schemas.microsoft.com/office/drawing/2014/main" id="{79DC185F-3902-41A7-806F-A84ACBB11EA3}"/>
              </a:ext>
            </a:extLst>
          </p:cNvPr>
          <p:cNvSpPr>
            <a:spLocks noChangeArrowheads="1"/>
          </p:cNvSpPr>
          <p:nvPr/>
        </p:nvSpPr>
        <p:spPr bwMode="auto">
          <a:xfrm>
            <a:off x="2173502"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3" name="Rectangle 199">
            <a:extLst>
              <a:ext uri="{FF2B5EF4-FFF2-40B4-BE49-F238E27FC236}">
                <a16:creationId xmlns:a16="http://schemas.microsoft.com/office/drawing/2014/main" id="{C6E21298-E9AA-4E0A-BD16-901A320D5070}"/>
              </a:ext>
            </a:extLst>
          </p:cNvPr>
          <p:cNvSpPr>
            <a:spLocks noChangeArrowheads="1"/>
          </p:cNvSpPr>
          <p:nvPr/>
        </p:nvSpPr>
        <p:spPr bwMode="auto">
          <a:xfrm>
            <a:off x="2628934"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4" name="Rectangle 200">
            <a:extLst>
              <a:ext uri="{FF2B5EF4-FFF2-40B4-BE49-F238E27FC236}">
                <a16:creationId xmlns:a16="http://schemas.microsoft.com/office/drawing/2014/main" id="{71546F84-807D-4F8E-A64C-9BFECFED6303}"/>
              </a:ext>
            </a:extLst>
          </p:cNvPr>
          <p:cNvSpPr>
            <a:spLocks noChangeArrowheads="1"/>
          </p:cNvSpPr>
          <p:nvPr/>
        </p:nvSpPr>
        <p:spPr bwMode="auto">
          <a:xfrm>
            <a:off x="3083197"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5" name="Rectangle 214">
            <a:extLst>
              <a:ext uri="{FF2B5EF4-FFF2-40B4-BE49-F238E27FC236}">
                <a16:creationId xmlns:a16="http://schemas.microsoft.com/office/drawing/2014/main" id="{CFB4EA3C-FFA6-432E-9174-8C7700EBF454}"/>
              </a:ext>
            </a:extLst>
          </p:cNvPr>
          <p:cNvSpPr>
            <a:spLocks noChangeArrowheads="1"/>
          </p:cNvSpPr>
          <p:nvPr/>
        </p:nvSpPr>
        <p:spPr bwMode="auto">
          <a:xfrm>
            <a:off x="8996805"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6" name="Rectangle 215">
            <a:extLst>
              <a:ext uri="{FF2B5EF4-FFF2-40B4-BE49-F238E27FC236}">
                <a16:creationId xmlns:a16="http://schemas.microsoft.com/office/drawing/2014/main" id="{F8864E38-6F87-4A94-998C-DA1B4D050F30}"/>
              </a:ext>
            </a:extLst>
          </p:cNvPr>
          <p:cNvSpPr>
            <a:spLocks noChangeArrowheads="1"/>
          </p:cNvSpPr>
          <p:nvPr/>
        </p:nvSpPr>
        <p:spPr bwMode="auto">
          <a:xfrm>
            <a:off x="9451068"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7" name="Rectangle 216">
            <a:extLst>
              <a:ext uri="{FF2B5EF4-FFF2-40B4-BE49-F238E27FC236}">
                <a16:creationId xmlns:a16="http://schemas.microsoft.com/office/drawing/2014/main" id="{CE27A9F8-9958-4033-AB44-66F20B12EB24}"/>
              </a:ext>
            </a:extLst>
          </p:cNvPr>
          <p:cNvSpPr>
            <a:spLocks noChangeArrowheads="1"/>
          </p:cNvSpPr>
          <p:nvPr/>
        </p:nvSpPr>
        <p:spPr bwMode="auto">
          <a:xfrm>
            <a:off x="9906502"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8" name="Rectangle 217">
            <a:extLst>
              <a:ext uri="{FF2B5EF4-FFF2-40B4-BE49-F238E27FC236}">
                <a16:creationId xmlns:a16="http://schemas.microsoft.com/office/drawing/2014/main" id="{4B9DD88C-AAF5-42E9-B1D0-E407BBE2562D}"/>
              </a:ext>
            </a:extLst>
          </p:cNvPr>
          <p:cNvSpPr>
            <a:spLocks noChangeArrowheads="1"/>
          </p:cNvSpPr>
          <p:nvPr/>
        </p:nvSpPr>
        <p:spPr bwMode="auto">
          <a:xfrm>
            <a:off x="10360764"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9" name="Rectangle 218">
            <a:extLst>
              <a:ext uri="{FF2B5EF4-FFF2-40B4-BE49-F238E27FC236}">
                <a16:creationId xmlns:a16="http://schemas.microsoft.com/office/drawing/2014/main" id="{19811468-3F50-46A5-9FCC-E142EB047E28}"/>
              </a:ext>
            </a:extLst>
          </p:cNvPr>
          <p:cNvSpPr>
            <a:spLocks noChangeArrowheads="1"/>
          </p:cNvSpPr>
          <p:nvPr/>
        </p:nvSpPr>
        <p:spPr bwMode="auto">
          <a:xfrm>
            <a:off x="10816197"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0" name="Rectangle 219">
            <a:extLst>
              <a:ext uri="{FF2B5EF4-FFF2-40B4-BE49-F238E27FC236}">
                <a16:creationId xmlns:a16="http://schemas.microsoft.com/office/drawing/2014/main" id="{8B7D78B3-2097-4A23-9C3F-1125A291261D}"/>
              </a:ext>
            </a:extLst>
          </p:cNvPr>
          <p:cNvSpPr>
            <a:spLocks noChangeArrowheads="1"/>
          </p:cNvSpPr>
          <p:nvPr/>
        </p:nvSpPr>
        <p:spPr bwMode="auto">
          <a:xfrm>
            <a:off x="11270460" y="38829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1" name="Rectangle 220">
            <a:extLst>
              <a:ext uri="{FF2B5EF4-FFF2-40B4-BE49-F238E27FC236}">
                <a16:creationId xmlns:a16="http://schemas.microsoft.com/office/drawing/2014/main" id="{DBB4AA29-F514-41F3-B6B4-9610813E1395}"/>
              </a:ext>
            </a:extLst>
          </p:cNvPr>
          <p:cNvSpPr>
            <a:spLocks noChangeArrowheads="1"/>
          </p:cNvSpPr>
          <p:nvPr/>
        </p:nvSpPr>
        <p:spPr bwMode="auto">
          <a:xfrm>
            <a:off x="11725893"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2" name="Rectangle 222">
            <a:extLst>
              <a:ext uri="{FF2B5EF4-FFF2-40B4-BE49-F238E27FC236}">
                <a16:creationId xmlns:a16="http://schemas.microsoft.com/office/drawing/2014/main" id="{287D0D65-4B00-4631-B5FC-94D7E43E842D}"/>
              </a:ext>
            </a:extLst>
          </p:cNvPr>
          <p:cNvSpPr>
            <a:spLocks noChangeArrowheads="1"/>
          </p:cNvSpPr>
          <p:nvPr/>
        </p:nvSpPr>
        <p:spPr bwMode="auto">
          <a:xfrm>
            <a:off x="354110"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3" name="Rectangle 223">
            <a:extLst>
              <a:ext uri="{FF2B5EF4-FFF2-40B4-BE49-F238E27FC236}">
                <a16:creationId xmlns:a16="http://schemas.microsoft.com/office/drawing/2014/main" id="{FBB8768D-6FD5-4CB0-A06E-CF3727089158}"/>
              </a:ext>
            </a:extLst>
          </p:cNvPr>
          <p:cNvSpPr>
            <a:spLocks noChangeArrowheads="1"/>
          </p:cNvSpPr>
          <p:nvPr/>
        </p:nvSpPr>
        <p:spPr bwMode="auto">
          <a:xfrm>
            <a:off x="809543"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4" name="Rectangle 224">
            <a:extLst>
              <a:ext uri="{FF2B5EF4-FFF2-40B4-BE49-F238E27FC236}">
                <a16:creationId xmlns:a16="http://schemas.microsoft.com/office/drawing/2014/main" id="{281CA9FD-C68E-46EE-A725-A9F8AA1B82A2}"/>
              </a:ext>
            </a:extLst>
          </p:cNvPr>
          <p:cNvSpPr>
            <a:spLocks noChangeArrowheads="1"/>
          </p:cNvSpPr>
          <p:nvPr/>
        </p:nvSpPr>
        <p:spPr bwMode="auto">
          <a:xfrm>
            <a:off x="1263806"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5" name="Rectangle 225">
            <a:extLst>
              <a:ext uri="{FF2B5EF4-FFF2-40B4-BE49-F238E27FC236}">
                <a16:creationId xmlns:a16="http://schemas.microsoft.com/office/drawing/2014/main" id="{2C929F36-95D0-44EF-A29A-4917FCAA9DC8}"/>
              </a:ext>
            </a:extLst>
          </p:cNvPr>
          <p:cNvSpPr>
            <a:spLocks noChangeArrowheads="1"/>
          </p:cNvSpPr>
          <p:nvPr/>
        </p:nvSpPr>
        <p:spPr bwMode="auto">
          <a:xfrm>
            <a:off x="1719239"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6" name="Rectangle 226">
            <a:extLst>
              <a:ext uri="{FF2B5EF4-FFF2-40B4-BE49-F238E27FC236}">
                <a16:creationId xmlns:a16="http://schemas.microsoft.com/office/drawing/2014/main" id="{358BC528-6DA1-42F6-96D0-4B4BA226AB53}"/>
              </a:ext>
            </a:extLst>
          </p:cNvPr>
          <p:cNvSpPr>
            <a:spLocks noChangeArrowheads="1"/>
          </p:cNvSpPr>
          <p:nvPr/>
        </p:nvSpPr>
        <p:spPr bwMode="auto">
          <a:xfrm>
            <a:off x="2173502"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7" name="Rectangle 227">
            <a:extLst>
              <a:ext uri="{FF2B5EF4-FFF2-40B4-BE49-F238E27FC236}">
                <a16:creationId xmlns:a16="http://schemas.microsoft.com/office/drawing/2014/main" id="{70AA7180-339A-4FFD-AF13-4DDD53BCB65F}"/>
              </a:ext>
            </a:extLst>
          </p:cNvPr>
          <p:cNvSpPr>
            <a:spLocks noChangeArrowheads="1"/>
          </p:cNvSpPr>
          <p:nvPr/>
        </p:nvSpPr>
        <p:spPr bwMode="auto">
          <a:xfrm>
            <a:off x="2628935"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8" name="Rectangle 228">
            <a:extLst>
              <a:ext uri="{FF2B5EF4-FFF2-40B4-BE49-F238E27FC236}">
                <a16:creationId xmlns:a16="http://schemas.microsoft.com/office/drawing/2014/main" id="{29F2CEBB-46BC-4448-9E54-C7750D8C8F54}"/>
              </a:ext>
            </a:extLst>
          </p:cNvPr>
          <p:cNvSpPr>
            <a:spLocks noChangeArrowheads="1"/>
          </p:cNvSpPr>
          <p:nvPr/>
        </p:nvSpPr>
        <p:spPr bwMode="auto">
          <a:xfrm>
            <a:off x="3083198"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9" name="Rectangle 241">
            <a:extLst>
              <a:ext uri="{FF2B5EF4-FFF2-40B4-BE49-F238E27FC236}">
                <a16:creationId xmlns:a16="http://schemas.microsoft.com/office/drawing/2014/main" id="{728033F9-6F38-4655-93DC-83583534C14D}"/>
              </a:ext>
            </a:extLst>
          </p:cNvPr>
          <p:cNvSpPr>
            <a:spLocks noChangeArrowheads="1"/>
          </p:cNvSpPr>
          <p:nvPr/>
        </p:nvSpPr>
        <p:spPr bwMode="auto">
          <a:xfrm>
            <a:off x="8996805"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0" name="Rectangle 242">
            <a:extLst>
              <a:ext uri="{FF2B5EF4-FFF2-40B4-BE49-F238E27FC236}">
                <a16:creationId xmlns:a16="http://schemas.microsoft.com/office/drawing/2014/main" id="{31C757BD-CB68-4FDF-94B8-7CD58F1FB71C}"/>
              </a:ext>
            </a:extLst>
          </p:cNvPr>
          <p:cNvSpPr>
            <a:spLocks noChangeArrowheads="1"/>
          </p:cNvSpPr>
          <p:nvPr/>
        </p:nvSpPr>
        <p:spPr bwMode="auto">
          <a:xfrm>
            <a:off x="9451068"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1" name="Rectangle 243">
            <a:extLst>
              <a:ext uri="{FF2B5EF4-FFF2-40B4-BE49-F238E27FC236}">
                <a16:creationId xmlns:a16="http://schemas.microsoft.com/office/drawing/2014/main" id="{9B0E4C87-6738-405B-883B-AAE740C4C799}"/>
              </a:ext>
            </a:extLst>
          </p:cNvPr>
          <p:cNvSpPr>
            <a:spLocks noChangeArrowheads="1"/>
          </p:cNvSpPr>
          <p:nvPr/>
        </p:nvSpPr>
        <p:spPr bwMode="auto">
          <a:xfrm>
            <a:off x="9906502"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2" name="Rectangle 244">
            <a:extLst>
              <a:ext uri="{FF2B5EF4-FFF2-40B4-BE49-F238E27FC236}">
                <a16:creationId xmlns:a16="http://schemas.microsoft.com/office/drawing/2014/main" id="{DA32B563-8524-4670-AB69-252BDC266634}"/>
              </a:ext>
            </a:extLst>
          </p:cNvPr>
          <p:cNvSpPr>
            <a:spLocks noChangeArrowheads="1"/>
          </p:cNvSpPr>
          <p:nvPr/>
        </p:nvSpPr>
        <p:spPr bwMode="auto">
          <a:xfrm>
            <a:off x="10360764"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3" name="Rectangle 245">
            <a:extLst>
              <a:ext uri="{FF2B5EF4-FFF2-40B4-BE49-F238E27FC236}">
                <a16:creationId xmlns:a16="http://schemas.microsoft.com/office/drawing/2014/main" id="{6EC4888D-ACC8-4037-B218-9E9421F8C155}"/>
              </a:ext>
            </a:extLst>
          </p:cNvPr>
          <p:cNvSpPr>
            <a:spLocks noChangeArrowheads="1"/>
          </p:cNvSpPr>
          <p:nvPr/>
        </p:nvSpPr>
        <p:spPr bwMode="auto">
          <a:xfrm>
            <a:off x="10816197"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4" name="Rectangle 246">
            <a:extLst>
              <a:ext uri="{FF2B5EF4-FFF2-40B4-BE49-F238E27FC236}">
                <a16:creationId xmlns:a16="http://schemas.microsoft.com/office/drawing/2014/main" id="{E79B4470-BBFB-4BE1-89AB-C7574F8C4983}"/>
              </a:ext>
            </a:extLst>
          </p:cNvPr>
          <p:cNvSpPr>
            <a:spLocks noChangeArrowheads="1"/>
          </p:cNvSpPr>
          <p:nvPr/>
        </p:nvSpPr>
        <p:spPr bwMode="auto">
          <a:xfrm>
            <a:off x="11270460"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5" name="Rectangle 247">
            <a:extLst>
              <a:ext uri="{FF2B5EF4-FFF2-40B4-BE49-F238E27FC236}">
                <a16:creationId xmlns:a16="http://schemas.microsoft.com/office/drawing/2014/main" id="{2E2BFF5D-548A-437A-838D-19C1F071EED0}"/>
              </a:ext>
            </a:extLst>
          </p:cNvPr>
          <p:cNvSpPr>
            <a:spLocks noChangeArrowheads="1"/>
          </p:cNvSpPr>
          <p:nvPr/>
        </p:nvSpPr>
        <p:spPr bwMode="auto">
          <a:xfrm>
            <a:off x="11725893"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6" name="Rectangle 249">
            <a:extLst>
              <a:ext uri="{FF2B5EF4-FFF2-40B4-BE49-F238E27FC236}">
                <a16:creationId xmlns:a16="http://schemas.microsoft.com/office/drawing/2014/main" id="{FFCA5316-A321-453C-8CE2-53AF9364363F}"/>
              </a:ext>
            </a:extLst>
          </p:cNvPr>
          <p:cNvSpPr>
            <a:spLocks noChangeArrowheads="1"/>
          </p:cNvSpPr>
          <p:nvPr/>
        </p:nvSpPr>
        <p:spPr bwMode="auto">
          <a:xfrm>
            <a:off x="354110"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7" name="Rectangle 250">
            <a:extLst>
              <a:ext uri="{FF2B5EF4-FFF2-40B4-BE49-F238E27FC236}">
                <a16:creationId xmlns:a16="http://schemas.microsoft.com/office/drawing/2014/main" id="{AA681E6A-C814-482F-A76C-24B20AD9D03F}"/>
              </a:ext>
            </a:extLst>
          </p:cNvPr>
          <p:cNvSpPr>
            <a:spLocks noChangeArrowheads="1"/>
          </p:cNvSpPr>
          <p:nvPr/>
        </p:nvSpPr>
        <p:spPr bwMode="auto">
          <a:xfrm>
            <a:off x="809543"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8" name="Rectangle 251">
            <a:extLst>
              <a:ext uri="{FF2B5EF4-FFF2-40B4-BE49-F238E27FC236}">
                <a16:creationId xmlns:a16="http://schemas.microsoft.com/office/drawing/2014/main" id="{301C7270-7CAD-49F2-B66B-B28D94E0EF77}"/>
              </a:ext>
            </a:extLst>
          </p:cNvPr>
          <p:cNvSpPr>
            <a:spLocks noChangeArrowheads="1"/>
          </p:cNvSpPr>
          <p:nvPr/>
        </p:nvSpPr>
        <p:spPr bwMode="auto">
          <a:xfrm>
            <a:off x="1263806"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9" name="Rectangle 252">
            <a:extLst>
              <a:ext uri="{FF2B5EF4-FFF2-40B4-BE49-F238E27FC236}">
                <a16:creationId xmlns:a16="http://schemas.microsoft.com/office/drawing/2014/main" id="{979CEB10-3E83-4407-BEDC-D49144AA153C}"/>
              </a:ext>
            </a:extLst>
          </p:cNvPr>
          <p:cNvSpPr>
            <a:spLocks noChangeArrowheads="1"/>
          </p:cNvSpPr>
          <p:nvPr/>
        </p:nvSpPr>
        <p:spPr bwMode="auto">
          <a:xfrm>
            <a:off x="1719239"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0" name="Rectangle 253">
            <a:extLst>
              <a:ext uri="{FF2B5EF4-FFF2-40B4-BE49-F238E27FC236}">
                <a16:creationId xmlns:a16="http://schemas.microsoft.com/office/drawing/2014/main" id="{2F6B505E-6719-4385-8C9E-80108E1D7F7B}"/>
              </a:ext>
            </a:extLst>
          </p:cNvPr>
          <p:cNvSpPr>
            <a:spLocks noChangeArrowheads="1"/>
          </p:cNvSpPr>
          <p:nvPr/>
        </p:nvSpPr>
        <p:spPr bwMode="auto">
          <a:xfrm>
            <a:off x="2173502"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1" name="Rectangle 254">
            <a:extLst>
              <a:ext uri="{FF2B5EF4-FFF2-40B4-BE49-F238E27FC236}">
                <a16:creationId xmlns:a16="http://schemas.microsoft.com/office/drawing/2014/main" id="{032E3D58-EF2F-47C1-84FC-FFC2C3C663F7}"/>
              </a:ext>
            </a:extLst>
          </p:cNvPr>
          <p:cNvSpPr>
            <a:spLocks noChangeArrowheads="1"/>
          </p:cNvSpPr>
          <p:nvPr/>
        </p:nvSpPr>
        <p:spPr bwMode="auto">
          <a:xfrm>
            <a:off x="2628935"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2" name="Rectangle 255">
            <a:extLst>
              <a:ext uri="{FF2B5EF4-FFF2-40B4-BE49-F238E27FC236}">
                <a16:creationId xmlns:a16="http://schemas.microsoft.com/office/drawing/2014/main" id="{AE4B524B-159B-4639-80B1-B1298E934946}"/>
              </a:ext>
            </a:extLst>
          </p:cNvPr>
          <p:cNvSpPr>
            <a:spLocks noChangeArrowheads="1"/>
          </p:cNvSpPr>
          <p:nvPr/>
        </p:nvSpPr>
        <p:spPr bwMode="auto">
          <a:xfrm>
            <a:off x="3083198"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3" name="Rectangle 268">
            <a:extLst>
              <a:ext uri="{FF2B5EF4-FFF2-40B4-BE49-F238E27FC236}">
                <a16:creationId xmlns:a16="http://schemas.microsoft.com/office/drawing/2014/main" id="{F44A1C49-7120-46FC-ADFE-3126D15DCC8B}"/>
              </a:ext>
            </a:extLst>
          </p:cNvPr>
          <p:cNvSpPr>
            <a:spLocks noChangeArrowheads="1"/>
          </p:cNvSpPr>
          <p:nvPr/>
        </p:nvSpPr>
        <p:spPr bwMode="auto">
          <a:xfrm>
            <a:off x="8996805"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4" name="Rectangle 269">
            <a:extLst>
              <a:ext uri="{FF2B5EF4-FFF2-40B4-BE49-F238E27FC236}">
                <a16:creationId xmlns:a16="http://schemas.microsoft.com/office/drawing/2014/main" id="{E81048C2-AD36-49EE-9F83-DE219A886273}"/>
              </a:ext>
            </a:extLst>
          </p:cNvPr>
          <p:cNvSpPr>
            <a:spLocks noChangeArrowheads="1"/>
          </p:cNvSpPr>
          <p:nvPr/>
        </p:nvSpPr>
        <p:spPr bwMode="auto">
          <a:xfrm>
            <a:off x="9451068"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5" name="Rectangle 270">
            <a:extLst>
              <a:ext uri="{FF2B5EF4-FFF2-40B4-BE49-F238E27FC236}">
                <a16:creationId xmlns:a16="http://schemas.microsoft.com/office/drawing/2014/main" id="{1C51B872-4D89-44AD-BEC3-889DD85942BD}"/>
              </a:ext>
            </a:extLst>
          </p:cNvPr>
          <p:cNvSpPr>
            <a:spLocks noChangeArrowheads="1"/>
          </p:cNvSpPr>
          <p:nvPr/>
        </p:nvSpPr>
        <p:spPr bwMode="auto">
          <a:xfrm>
            <a:off x="9906502"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6" name="Rectangle 271">
            <a:extLst>
              <a:ext uri="{FF2B5EF4-FFF2-40B4-BE49-F238E27FC236}">
                <a16:creationId xmlns:a16="http://schemas.microsoft.com/office/drawing/2014/main" id="{9DA5806A-0222-4504-B311-47FFFE9AE4A6}"/>
              </a:ext>
            </a:extLst>
          </p:cNvPr>
          <p:cNvSpPr>
            <a:spLocks noChangeArrowheads="1"/>
          </p:cNvSpPr>
          <p:nvPr/>
        </p:nvSpPr>
        <p:spPr bwMode="auto">
          <a:xfrm>
            <a:off x="10360764"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7" name="Rectangle 272">
            <a:extLst>
              <a:ext uri="{FF2B5EF4-FFF2-40B4-BE49-F238E27FC236}">
                <a16:creationId xmlns:a16="http://schemas.microsoft.com/office/drawing/2014/main" id="{6B98E2B9-61AD-4E8B-8BCB-EB7830DF08DC}"/>
              </a:ext>
            </a:extLst>
          </p:cNvPr>
          <p:cNvSpPr>
            <a:spLocks noChangeArrowheads="1"/>
          </p:cNvSpPr>
          <p:nvPr/>
        </p:nvSpPr>
        <p:spPr bwMode="auto">
          <a:xfrm>
            <a:off x="10816197" y="48985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8" name="Rectangle 273">
            <a:extLst>
              <a:ext uri="{FF2B5EF4-FFF2-40B4-BE49-F238E27FC236}">
                <a16:creationId xmlns:a16="http://schemas.microsoft.com/office/drawing/2014/main" id="{4B0DA759-2C7B-4700-8A97-72281E91C804}"/>
              </a:ext>
            </a:extLst>
          </p:cNvPr>
          <p:cNvSpPr>
            <a:spLocks noChangeArrowheads="1"/>
          </p:cNvSpPr>
          <p:nvPr/>
        </p:nvSpPr>
        <p:spPr bwMode="auto">
          <a:xfrm>
            <a:off x="11270460" y="48985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9" name="Rectangle 274">
            <a:extLst>
              <a:ext uri="{FF2B5EF4-FFF2-40B4-BE49-F238E27FC236}">
                <a16:creationId xmlns:a16="http://schemas.microsoft.com/office/drawing/2014/main" id="{908809DC-2628-4896-B87F-004226030EBC}"/>
              </a:ext>
            </a:extLst>
          </p:cNvPr>
          <p:cNvSpPr>
            <a:spLocks noChangeArrowheads="1"/>
          </p:cNvSpPr>
          <p:nvPr/>
        </p:nvSpPr>
        <p:spPr bwMode="auto">
          <a:xfrm>
            <a:off x="11725893" y="48985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0" name="Rectangle 276">
            <a:extLst>
              <a:ext uri="{FF2B5EF4-FFF2-40B4-BE49-F238E27FC236}">
                <a16:creationId xmlns:a16="http://schemas.microsoft.com/office/drawing/2014/main" id="{623F1777-4E55-4093-B250-548D46D62488}"/>
              </a:ext>
            </a:extLst>
          </p:cNvPr>
          <p:cNvSpPr>
            <a:spLocks noChangeArrowheads="1"/>
          </p:cNvSpPr>
          <p:nvPr/>
        </p:nvSpPr>
        <p:spPr bwMode="auto">
          <a:xfrm>
            <a:off x="35411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1" name="Rectangle 277">
            <a:extLst>
              <a:ext uri="{FF2B5EF4-FFF2-40B4-BE49-F238E27FC236}">
                <a16:creationId xmlns:a16="http://schemas.microsoft.com/office/drawing/2014/main" id="{2515C3B5-603D-401D-A531-447BA1E7FDD7}"/>
              </a:ext>
            </a:extLst>
          </p:cNvPr>
          <p:cNvSpPr>
            <a:spLocks noChangeArrowheads="1"/>
          </p:cNvSpPr>
          <p:nvPr/>
        </p:nvSpPr>
        <p:spPr bwMode="auto">
          <a:xfrm>
            <a:off x="809543"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2" name="Rectangle 278">
            <a:extLst>
              <a:ext uri="{FF2B5EF4-FFF2-40B4-BE49-F238E27FC236}">
                <a16:creationId xmlns:a16="http://schemas.microsoft.com/office/drawing/2014/main" id="{DE5E7D55-A437-437C-A5CD-CE16F8BDC721}"/>
              </a:ext>
            </a:extLst>
          </p:cNvPr>
          <p:cNvSpPr>
            <a:spLocks noChangeArrowheads="1"/>
          </p:cNvSpPr>
          <p:nvPr/>
        </p:nvSpPr>
        <p:spPr bwMode="auto">
          <a:xfrm>
            <a:off x="1263806"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3" name="Rectangle 279">
            <a:extLst>
              <a:ext uri="{FF2B5EF4-FFF2-40B4-BE49-F238E27FC236}">
                <a16:creationId xmlns:a16="http://schemas.microsoft.com/office/drawing/2014/main" id="{6867695A-35E0-4E03-955E-5542EBF0247E}"/>
              </a:ext>
            </a:extLst>
          </p:cNvPr>
          <p:cNvSpPr>
            <a:spLocks noChangeArrowheads="1"/>
          </p:cNvSpPr>
          <p:nvPr/>
        </p:nvSpPr>
        <p:spPr bwMode="auto">
          <a:xfrm>
            <a:off x="1719239"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4" name="Rectangle 280">
            <a:extLst>
              <a:ext uri="{FF2B5EF4-FFF2-40B4-BE49-F238E27FC236}">
                <a16:creationId xmlns:a16="http://schemas.microsoft.com/office/drawing/2014/main" id="{4E871617-5158-41C5-BB14-EBADA1396FA2}"/>
              </a:ext>
            </a:extLst>
          </p:cNvPr>
          <p:cNvSpPr>
            <a:spLocks noChangeArrowheads="1"/>
          </p:cNvSpPr>
          <p:nvPr/>
        </p:nvSpPr>
        <p:spPr bwMode="auto">
          <a:xfrm>
            <a:off x="2173502"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5" name="Rectangle 281">
            <a:extLst>
              <a:ext uri="{FF2B5EF4-FFF2-40B4-BE49-F238E27FC236}">
                <a16:creationId xmlns:a16="http://schemas.microsoft.com/office/drawing/2014/main" id="{4E2D5191-ECDB-4D1B-A3F5-436A79475BF7}"/>
              </a:ext>
            </a:extLst>
          </p:cNvPr>
          <p:cNvSpPr>
            <a:spLocks noChangeArrowheads="1"/>
          </p:cNvSpPr>
          <p:nvPr/>
        </p:nvSpPr>
        <p:spPr bwMode="auto">
          <a:xfrm>
            <a:off x="2628935"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6" name="Rectangle 282">
            <a:extLst>
              <a:ext uri="{FF2B5EF4-FFF2-40B4-BE49-F238E27FC236}">
                <a16:creationId xmlns:a16="http://schemas.microsoft.com/office/drawing/2014/main" id="{71BE142B-C02B-4FD1-A332-6902B7131A16}"/>
              </a:ext>
            </a:extLst>
          </p:cNvPr>
          <p:cNvSpPr>
            <a:spLocks noChangeArrowheads="1"/>
          </p:cNvSpPr>
          <p:nvPr/>
        </p:nvSpPr>
        <p:spPr bwMode="auto">
          <a:xfrm>
            <a:off x="3083198"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7" name="Rectangle 283">
            <a:extLst>
              <a:ext uri="{FF2B5EF4-FFF2-40B4-BE49-F238E27FC236}">
                <a16:creationId xmlns:a16="http://schemas.microsoft.com/office/drawing/2014/main" id="{1C1A90F5-08ED-4AB6-9F35-63A8866025D0}"/>
              </a:ext>
            </a:extLst>
          </p:cNvPr>
          <p:cNvSpPr>
            <a:spLocks noChangeArrowheads="1"/>
          </p:cNvSpPr>
          <p:nvPr/>
        </p:nvSpPr>
        <p:spPr bwMode="auto">
          <a:xfrm>
            <a:off x="3538630"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8" name="Rectangle 284">
            <a:extLst>
              <a:ext uri="{FF2B5EF4-FFF2-40B4-BE49-F238E27FC236}">
                <a16:creationId xmlns:a16="http://schemas.microsoft.com/office/drawing/2014/main" id="{163D79BB-8C1C-4D0D-AFDD-A8EEE07F4DC4}"/>
              </a:ext>
            </a:extLst>
          </p:cNvPr>
          <p:cNvSpPr>
            <a:spLocks noChangeArrowheads="1"/>
          </p:cNvSpPr>
          <p:nvPr/>
        </p:nvSpPr>
        <p:spPr bwMode="auto">
          <a:xfrm>
            <a:off x="3992893"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9" name="Rectangle 285">
            <a:extLst>
              <a:ext uri="{FF2B5EF4-FFF2-40B4-BE49-F238E27FC236}">
                <a16:creationId xmlns:a16="http://schemas.microsoft.com/office/drawing/2014/main" id="{1B2DF357-EFD3-403D-A136-E53ACA518239}"/>
              </a:ext>
            </a:extLst>
          </p:cNvPr>
          <p:cNvSpPr>
            <a:spLocks noChangeArrowheads="1"/>
          </p:cNvSpPr>
          <p:nvPr/>
        </p:nvSpPr>
        <p:spPr bwMode="auto">
          <a:xfrm>
            <a:off x="4448327"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0" name="Rectangle 286">
            <a:extLst>
              <a:ext uri="{FF2B5EF4-FFF2-40B4-BE49-F238E27FC236}">
                <a16:creationId xmlns:a16="http://schemas.microsoft.com/office/drawing/2014/main" id="{99BE0D0E-EECE-441B-9B0B-10138A8DC6DD}"/>
              </a:ext>
            </a:extLst>
          </p:cNvPr>
          <p:cNvSpPr>
            <a:spLocks noChangeArrowheads="1"/>
          </p:cNvSpPr>
          <p:nvPr/>
        </p:nvSpPr>
        <p:spPr bwMode="auto">
          <a:xfrm>
            <a:off x="490259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1" name="Rectangle 287">
            <a:extLst>
              <a:ext uri="{FF2B5EF4-FFF2-40B4-BE49-F238E27FC236}">
                <a16:creationId xmlns:a16="http://schemas.microsoft.com/office/drawing/2014/main" id="{5F8922A9-01DD-4E8E-A435-E9368C30AC56}"/>
              </a:ext>
            </a:extLst>
          </p:cNvPr>
          <p:cNvSpPr>
            <a:spLocks noChangeArrowheads="1"/>
          </p:cNvSpPr>
          <p:nvPr/>
        </p:nvSpPr>
        <p:spPr bwMode="auto">
          <a:xfrm>
            <a:off x="5358022"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2" name="Rectangle 288">
            <a:extLst>
              <a:ext uri="{FF2B5EF4-FFF2-40B4-BE49-F238E27FC236}">
                <a16:creationId xmlns:a16="http://schemas.microsoft.com/office/drawing/2014/main" id="{BE148054-6735-4808-92F8-53F3E0FF27FD}"/>
              </a:ext>
            </a:extLst>
          </p:cNvPr>
          <p:cNvSpPr>
            <a:spLocks noChangeArrowheads="1"/>
          </p:cNvSpPr>
          <p:nvPr/>
        </p:nvSpPr>
        <p:spPr bwMode="auto">
          <a:xfrm>
            <a:off x="5812285"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3" name="Rectangle 289">
            <a:extLst>
              <a:ext uri="{FF2B5EF4-FFF2-40B4-BE49-F238E27FC236}">
                <a16:creationId xmlns:a16="http://schemas.microsoft.com/office/drawing/2014/main" id="{83EF7D19-EE81-4C8B-BB74-1EBFE79A10D4}"/>
              </a:ext>
            </a:extLst>
          </p:cNvPr>
          <p:cNvSpPr>
            <a:spLocks noChangeArrowheads="1"/>
          </p:cNvSpPr>
          <p:nvPr/>
        </p:nvSpPr>
        <p:spPr bwMode="auto">
          <a:xfrm>
            <a:off x="6267718"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4" name="Rectangle 290">
            <a:extLst>
              <a:ext uri="{FF2B5EF4-FFF2-40B4-BE49-F238E27FC236}">
                <a16:creationId xmlns:a16="http://schemas.microsoft.com/office/drawing/2014/main" id="{4F511F31-AAA8-4436-8486-592CB8944FC3}"/>
              </a:ext>
            </a:extLst>
          </p:cNvPr>
          <p:cNvSpPr>
            <a:spLocks noChangeArrowheads="1"/>
          </p:cNvSpPr>
          <p:nvPr/>
        </p:nvSpPr>
        <p:spPr bwMode="auto">
          <a:xfrm>
            <a:off x="6721981"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5" name="Rectangle 291">
            <a:extLst>
              <a:ext uri="{FF2B5EF4-FFF2-40B4-BE49-F238E27FC236}">
                <a16:creationId xmlns:a16="http://schemas.microsoft.com/office/drawing/2014/main" id="{369EBF34-9826-4B91-A306-5839D20C49EC}"/>
              </a:ext>
            </a:extLst>
          </p:cNvPr>
          <p:cNvSpPr>
            <a:spLocks noChangeArrowheads="1"/>
          </p:cNvSpPr>
          <p:nvPr/>
        </p:nvSpPr>
        <p:spPr bwMode="auto">
          <a:xfrm>
            <a:off x="7177414"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6" name="Rectangle 292">
            <a:extLst>
              <a:ext uri="{FF2B5EF4-FFF2-40B4-BE49-F238E27FC236}">
                <a16:creationId xmlns:a16="http://schemas.microsoft.com/office/drawing/2014/main" id="{859A171A-D946-4682-BEB2-E7822CAF95FD}"/>
              </a:ext>
            </a:extLst>
          </p:cNvPr>
          <p:cNvSpPr>
            <a:spLocks noChangeArrowheads="1"/>
          </p:cNvSpPr>
          <p:nvPr/>
        </p:nvSpPr>
        <p:spPr bwMode="auto">
          <a:xfrm>
            <a:off x="7631676"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7" name="Rectangle 293">
            <a:extLst>
              <a:ext uri="{FF2B5EF4-FFF2-40B4-BE49-F238E27FC236}">
                <a16:creationId xmlns:a16="http://schemas.microsoft.com/office/drawing/2014/main" id="{AF93A40B-14CA-4CA7-9133-C7B48DAC4152}"/>
              </a:ext>
            </a:extLst>
          </p:cNvPr>
          <p:cNvSpPr>
            <a:spLocks noChangeArrowheads="1"/>
          </p:cNvSpPr>
          <p:nvPr/>
        </p:nvSpPr>
        <p:spPr bwMode="auto">
          <a:xfrm>
            <a:off x="8087110"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8" name="Rectangle 294">
            <a:extLst>
              <a:ext uri="{FF2B5EF4-FFF2-40B4-BE49-F238E27FC236}">
                <a16:creationId xmlns:a16="http://schemas.microsoft.com/office/drawing/2014/main" id="{30BB7367-2D64-40A9-8FC2-6664A0872F69}"/>
              </a:ext>
            </a:extLst>
          </p:cNvPr>
          <p:cNvSpPr>
            <a:spLocks noChangeArrowheads="1"/>
          </p:cNvSpPr>
          <p:nvPr/>
        </p:nvSpPr>
        <p:spPr bwMode="auto">
          <a:xfrm>
            <a:off x="8541373"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9" name="Rectangle 295">
            <a:extLst>
              <a:ext uri="{FF2B5EF4-FFF2-40B4-BE49-F238E27FC236}">
                <a16:creationId xmlns:a16="http://schemas.microsoft.com/office/drawing/2014/main" id="{14A42AB5-CCB0-416F-85D7-152BACA427FC}"/>
              </a:ext>
            </a:extLst>
          </p:cNvPr>
          <p:cNvSpPr>
            <a:spLocks noChangeArrowheads="1"/>
          </p:cNvSpPr>
          <p:nvPr/>
        </p:nvSpPr>
        <p:spPr bwMode="auto">
          <a:xfrm>
            <a:off x="8996805"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0" name="Rectangle 296">
            <a:extLst>
              <a:ext uri="{FF2B5EF4-FFF2-40B4-BE49-F238E27FC236}">
                <a16:creationId xmlns:a16="http://schemas.microsoft.com/office/drawing/2014/main" id="{31700671-BD7D-40A1-81C9-CF9CE4C2A725}"/>
              </a:ext>
            </a:extLst>
          </p:cNvPr>
          <p:cNvSpPr>
            <a:spLocks noChangeArrowheads="1"/>
          </p:cNvSpPr>
          <p:nvPr/>
        </p:nvSpPr>
        <p:spPr bwMode="auto">
          <a:xfrm>
            <a:off x="9451068"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1" name="Rectangle 297">
            <a:extLst>
              <a:ext uri="{FF2B5EF4-FFF2-40B4-BE49-F238E27FC236}">
                <a16:creationId xmlns:a16="http://schemas.microsoft.com/office/drawing/2014/main" id="{1C490051-C4F6-4F21-9CBD-DFB84514AD2B}"/>
              </a:ext>
            </a:extLst>
          </p:cNvPr>
          <p:cNvSpPr>
            <a:spLocks noChangeArrowheads="1"/>
          </p:cNvSpPr>
          <p:nvPr/>
        </p:nvSpPr>
        <p:spPr bwMode="auto">
          <a:xfrm>
            <a:off x="9906502" y="54069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2" name="Rectangle 298">
            <a:extLst>
              <a:ext uri="{FF2B5EF4-FFF2-40B4-BE49-F238E27FC236}">
                <a16:creationId xmlns:a16="http://schemas.microsoft.com/office/drawing/2014/main" id="{14B47FB0-304B-408C-AA3F-0F5BB6A5AA3F}"/>
              </a:ext>
            </a:extLst>
          </p:cNvPr>
          <p:cNvSpPr>
            <a:spLocks noChangeArrowheads="1"/>
          </p:cNvSpPr>
          <p:nvPr/>
        </p:nvSpPr>
        <p:spPr bwMode="auto">
          <a:xfrm>
            <a:off x="10360764"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3" name="Rectangle 299">
            <a:extLst>
              <a:ext uri="{FF2B5EF4-FFF2-40B4-BE49-F238E27FC236}">
                <a16:creationId xmlns:a16="http://schemas.microsoft.com/office/drawing/2014/main" id="{9AE02871-B6BC-490F-A388-280843B2B1F3}"/>
              </a:ext>
            </a:extLst>
          </p:cNvPr>
          <p:cNvSpPr>
            <a:spLocks noChangeArrowheads="1"/>
          </p:cNvSpPr>
          <p:nvPr/>
        </p:nvSpPr>
        <p:spPr bwMode="auto">
          <a:xfrm>
            <a:off x="10816197" y="5406987"/>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4" name="Rectangle 300">
            <a:extLst>
              <a:ext uri="{FF2B5EF4-FFF2-40B4-BE49-F238E27FC236}">
                <a16:creationId xmlns:a16="http://schemas.microsoft.com/office/drawing/2014/main" id="{BCA5BD2F-9032-4907-8901-2774F8E56D47}"/>
              </a:ext>
            </a:extLst>
          </p:cNvPr>
          <p:cNvSpPr>
            <a:spLocks noChangeArrowheads="1"/>
          </p:cNvSpPr>
          <p:nvPr/>
        </p:nvSpPr>
        <p:spPr bwMode="auto">
          <a:xfrm>
            <a:off x="1127046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5" name="Rectangle 301">
            <a:extLst>
              <a:ext uri="{FF2B5EF4-FFF2-40B4-BE49-F238E27FC236}">
                <a16:creationId xmlns:a16="http://schemas.microsoft.com/office/drawing/2014/main" id="{36189607-33CC-47D6-88FA-F4CD1D7D1954}"/>
              </a:ext>
            </a:extLst>
          </p:cNvPr>
          <p:cNvSpPr>
            <a:spLocks noChangeArrowheads="1"/>
          </p:cNvSpPr>
          <p:nvPr/>
        </p:nvSpPr>
        <p:spPr bwMode="auto">
          <a:xfrm>
            <a:off x="11725893"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6" name="Rectangle 303">
            <a:extLst>
              <a:ext uri="{FF2B5EF4-FFF2-40B4-BE49-F238E27FC236}">
                <a16:creationId xmlns:a16="http://schemas.microsoft.com/office/drawing/2014/main" id="{7926FB0B-1EC7-42B6-A9AF-4F352A02DE93}"/>
              </a:ext>
            </a:extLst>
          </p:cNvPr>
          <p:cNvSpPr>
            <a:spLocks noChangeArrowheads="1"/>
          </p:cNvSpPr>
          <p:nvPr/>
        </p:nvSpPr>
        <p:spPr bwMode="auto">
          <a:xfrm>
            <a:off x="354110"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7" name="Rectangle 304">
            <a:extLst>
              <a:ext uri="{FF2B5EF4-FFF2-40B4-BE49-F238E27FC236}">
                <a16:creationId xmlns:a16="http://schemas.microsoft.com/office/drawing/2014/main" id="{C6CE7582-1C15-40D6-A04B-3AB4A11174B4}"/>
              </a:ext>
            </a:extLst>
          </p:cNvPr>
          <p:cNvSpPr>
            <a:spLocks noChangeArrowheads="1"/>
          </p:cNvSpPr>
          <p:nvPr/>
        </p:nvSpPr>
        <p:spPr bwMode="auto">
          <a:xfrm>
            <a:off x="809543"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8" name="Rectangle 305">
            <a:extLst>
              <a:ext uri="{FF2B5EF4-FFF2-40B4-BE49-F238E27FC236}">
                <a16:creationId xmlns:a16="http://schemas.microsoft.com/office/drawing/2014/main" id="{1A4C7EDE-CAE5-4A0E-A085-D115521EE112}"/>
              </a:ext>
            </a:extLst>
          </p:cNvPr>
          <p:cNvSpPr>
            <a:spLocks noChangeArrowheads="1"/>
          </p:cNvSpPr>
          <p:nvPr/>
        </p:nvSpPr>
        <p:spPr bwMode="auto">
          <a:xfrm>
            <a:off x="1263806"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9" name="Rectangle 306">
            <a:extLst>
              <a:ext uri="{FF2B5EF4-FFF2-40B4-BE49-F238E27FC236}">
                <a16:creationId xmlns:a16="http://schemas.microsoft.com/office/drawing/2014/main" id="{A45537C6-B529-4B21-AD2D-EF53D7A3A687}"/>
              </a:ext>
            </a:extLst>
          </p:cNvPr>
          <p:cNvSpPr>
            <a:spLocks noChangeArrowheads="1"/>
          </p:cNvSpPr>
          <p:nvPr/>
        </p:nvSpPr>
        <p:spPr bwMode="auto">
          <a:xfrm>
            <a:off x="1719239"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0" name="Rectangle 307">
            <a:extLst>
              <a:ext uri="{FF2B5EF4-FFF2-40B4-BE49-F238E27FC236}">
                <a16:creationId xmlns:a16="http://schemas.microsoft.com/office/drawing/2014/main" id="{BD7156AF-407F-4067-A722-2F7D5A6CBD41}"/>
              </a:ext>
            </a:extLst>
          </p:cNvPr>
          <p:cNvSpPr>
            <a:spLocks noChangeArrowheads="1"/>
          </p:cNvSpPr>
          <p:nvPr/>
        </p:nvSpPr>
        <p:spPr bwMode="auto">
          <a:xfrm>
            <a:off x="2173502"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1" name="Rectangle 308">
            <a:extLst>
              <a:ext uri="{FF2B5EF4-FFF2-40B4-BE49-F238E27FC236}">
                <a16:creationId xmlns:a16="http://schemas.microsoft.com/office/drawing/2014/main" id="{DB5E4949-C1A1-462A-A907-81360D68C1D5}"/>
              </a:ext>
            </a:extLst>
          </p:cNvPr>
          <p:cNvSpPr>
            <a:spLocks noChangeArrowheads="1"/>
          </p:cNvSpPr>
          <p:nvPr/>
        </p:nvSpPr>
        <p:spPr bwMode="auto">
          <a:xfrm>
            <a:off x="2628935"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2" name="Rectangle 309">
            <a:extLst>
              <a:ext uri="{FF2B5EF4-FFF2-40B4-BE49-F238E27FC236}">
                <a16:creationId xmlns:a16="http://schemas.microsoft.com/office/drawing/2014/main" id="{FAD5200A-AC76-4A0D-9277-A1C8E4D69729}"/>
              </a:ext>
            </a:extLst>
          </p:cNvPr>
          <p:cNvSpPr>
            <a:spLocks noChangeArrowheads="1"/>
          </p:cNvSpPr>
          <p:nvPr/>
        </p:nvSpPr>
        <p:spPr bwMode="auto">
          <a:xfrm>
            <a:off x="3083198"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3" name="Rectangle 310">
            <a:extLst>
              <a:ext uri="{FF2B5EF4-FFF2-40B4-BE49-F238E27FC236}">
                <a16:creationId xmlns:a16="http://schemas.microsoft.com/office/drawing/2014/main" id="{B10E8F52-7FCD-4B17-964A-1A97E2CB0669}"/>
              </a:ext>
            </a:extLst>
          </p:cNvPr>
          <p:cNvSpPr>
            <a:spLocks noChangeArrowheads="1"/>
          </p:cNvSpPr>
          <p:nvPr/>
        </p:nvSpPr>
        <p:spPr bwMode="auto">
          <a:xfrm>
            <a:off x="3538630"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4" name="Rectangle 311">
            <a:extLst>
              <a:ext uri="{FF2B5EF4-FFF2-40B4-BE49-F238E27FC236}">
                <a16:creationId xmlns:a16="http://schemas.microsoft.com/office/drawing/2014/main" id="{199F53BC-5327-4C34-A560-B7D93F5F951E}"/>
              </a:ext>
            </a:extLst>
          </p:cNvPr>
          <p:cNvSpPr>
            <a:spLocks noChangeArrowheads="1"/>
          </p:cNvSpPr>
          <p:nvPr/>
        </p:nvSpPr>
        <p:spPr bwMode="auto">
          <a:xfrm>
            <a:off x="3992893"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5" name="Rectangle 312">
            <a:extLst>
              <a:ext uri="{FF2B5EF4-FFF2-40B4-BE49-F238E27FC236}">
                <a16:creationId xmlns:a16="http://schemas.microsoft.com/office/drawing/2014/main" id="{2FC7F96E-2AA5-4430-8933-303E0E254435}"/>
              </a:ext>
            </a:extLst>
          </p:cNvPr>
          <p:cNvSpPr>
            <a:spLocks noChangeArrowheads="1"/>
          </p:cNvSpPr>
          <p:nvPr/>
        </p:nvSpPr>
        <p:spPr bwMode="auto">
          <a:xfrm>
            <a:off x="4448327"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6" name="Rectangle 313">
            <a:extLst>
              <a:ext uri="{FF2B5EF4-FFF2-40B4-BE49-F238E27FC236}">
                <a16:creationId xmlns:a16="http://schemas.microsoft.com/office/drawing/2014/main" id="{6F48430D-4266-4379-B0B9-939C11A824B5}"/>
              </a:ext>
            </a:extLst>
          </p:cNvPr>
          <p:cNvSpPr>
            <a:spLocks noChangeArrowheads="1"/>
          </p:cNvSpPr>
          <p:nvPr/>
        </p:nvSpPr>
        <p:spPr bwMode="auto">
          <a:xfrm>
            <a:off x="4902590"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7" name="Rectangle 314">
            <a:extLst>
              <a:ext uri="{FF2B5EF4-FFF2-40B4-BE49-F238E27FC236}">
                <a16:creationId xmlns:a16="http://schemas.microsoft.com/office/drawing/2014/main" id="{E96290E6-15F2-4B8D-BD72-D47344F70D55}"/>
              </a:ext>
            </a:extLst>
          </p:cNvPr>
          <p:cNvSpPr>
            <a:spLocks noChangeArrowheads="1"/>
          </p:cNvSpPr>
          <p:nvPr/>
        </p:nvSpPr>
        <p:spPr bwMode="auto">
          <a:xfrm>
            <a:off x="5358022"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8" name="Rectangle 315">
            <a:extLst>
              <a:ext uri="{FF2B5EF4-FFF2-40B4-BE49-F238E27FC236}">
                <a16:creationId xmlns:a16="http://schemas.microsoft.com/office/drawing/2014/main" id="{FBC8EBAB-9D6C-48D6-BE00-C2F53C03F66A}"/>
              </a:ext>
            </a:extLst>
          </p:cNvPr>
          <p:cNvSpPr>
            <a:spLocks noChangeArrowheads="1"/>
          </p:cNvSpPr>
          <p:nvPr/>
        </p:nvSpPr>
        <p:spPr bwMode="auto">
          <a:xfrm>
            <a:off x="5812285"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9" name="Rectangle 316">
            <a:extLst>
              <a:ext uri="{FF2B5EF4-FFF2-40B4-BE49-F238E27FC236}">
                <a16:creationId xmlns:a16="http://schemas.microsoft.com/office/drawing/2014/main" id="{2E89C0F2-BC8E-4CA4-A11F-96B5B0E77AA2}"/>
              </a:ext>
            </a:extLst>
          </p:cNvPr>
          <p:cNvSpPr>
            <a:spLocks noChangeArrowheads="1"/>
          </p:cNvSpPr>
          <p:nvPr/>
        </p:nvSpPr>
        <p:spPr bwMode="auto">
          <a:xfrm>
            <a:off x="6267718"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0" name="Rectangle 317">
            <a:extLst>
              <a:ext uri="{FF2B5EF4-FFF2-40B4-BE49-F238E27FC236}">
                <a16:creationId xmlns:a16="http://schemas.microsoft.com/office/drawing/2014/main" id="{ABB2F2E5-0B78-4924-8C02-91133456E04E}"/>
              </a:ext>
            </a:extLst>
          </p:cNvPr>
          <p:cNvSpPr>
            <a:spLocks noChangeArrowheads="1"/>
          </p:cNvSpPr>
          <p:nvPr/>
        </p:nvSpPr>
        <p:spPr bwMode="auto">
          <a:xfrm>
            <a:off x="6721981"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1" name="Rectangle 318">
            <a:extLst>
              <a:ext uri="{FF2B5EF4-FFF2-40B4-BE49-F238E27FC236}">
                <a16:creationId xmlns:a16="http://schemas.microsoft.com/office/drawing/2014/main" id="{8A77E39A-3439-42E5-864E-07050A9B949A}"/>
              </a:ext>
            </a:extLst>
          </p:cNvPr>
          <p:cNvSpPr>
            <a:spLocks noChangeArrowheads="1"/>
          </p:cNvSpPr>
          <p:nvPr/>
        </p:nvSpPr>
        <p:spPr bwMode="auto">
          <a:xfrm>
            <a:off x="7177414"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2" name="Rectangle 319">
            <a:extLst>
              <a:ext uri="{FF2B5EF4-FFF2-40B4-BE49-F238E27FC236}">
                <a16:creationId xmlns:a16="http://schemas.microsoft.com/office/drawing/2014/main" id="{25EAA1C5-3174-4F4B-BFF3-90C5CCB903EC}"/>
              </a:ext>
            </a:extLst>
          </p:cNvPr>
          <p:cNvSpPr>
            <a:spLocks noChangeArrowheads="1"/>
          </p:cNvSpPr>
          <p:nvPr/>
        </p:nvSpPr>
        <p:spPr bwMode="auto">
          <a:xfrm>
            <a:off x="7631676"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3" name="Rectangle 320">
            <a:extLst>
              <a:ext uri="{FF2B5EF4-FFF2-40B4-BE49-F238E27FC236}">
                <a16:creationId xmlns:a16="http://schemas.microsoft.com/office/drawing/2014/main" id="{1F2DB9F1-C65F-4052-A053-3F8F3AF0F08F}"/>
              </a:ext>
            </a:extLst>
          </p:cNvPr>
          <p:cNvSpPr>
            <a:spLocks noChangeArrowheads="1"/>
          </p:cNvSpPr>
          <p:nvPr/>
        </p:nvSpPr>
        <p:spPr bwMode="auto">
          <a:xfrm>
            <a:off x="8087110"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4" name="Rectangle 321">
            <a:extLst>
              <a:ext uri="{FF2B5EF4-FFF2-40B4-BE49-F238E27FC236}">
                <a16:creationId xmlns:a16="http://schemas.microsoft.com/office/drawing/2014/main" id="{AFFB727D-B40C-4F86-915F-7329F028339A}"/>
              </a:ext>
            </a:extLst>
          </p:cNvPr>
          <p:cNvSpPr>
            <a:spLocks noChangeArrowheads="1"/>
          </p:cNvSpPr>
          <p:nvPr/>
        </p:nvSpPr>
        <p:spPr bwMode="auto">
          <a:xfrm>
            <a:off x="8541373"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5" name="Rectangle 322">
            <a:extLst>
              <a:ext uri="{FF2B5EF4-FFF2-40B4-BE49-F238E27FC236}">
                <a16:creationId xmlns:a16="http://schemas.microsoft.com/office/drawing/2014/main" id="{584872F2-AD23-451B-B00B-D48843FDC2F0}"/>
              </a:ext>
            </a:extLst>
          </p:cNvPr>
          <p:cNvSpPr>
            <a:spLocks noChangeArrowheads="1"/>
          </p:cNvSpPr>
          <p:nvPr/>
        </p:nvSpPr>
        <p:spPr bwMode="auto">
          <a:xfrm>
            <a:off x="8996805"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6" name="Rectangle 323">
            <a:extLst>
              <a:ext uri="{FF2B5EF4-FFF2-40B4-BE49-F238E27FC236}">
                <a16:creationId xmlns:a16="http://schemas.microsoft.com/office/drawing/2014/main" id="{59E7ABF1-EA01-439C-89DC-4066F7684B5B}"/>
              </a:ext>
            </a:extLst>
          </p:cNvPr>
          <p:cNvSpPr>
            <a:spLocks noChangeArrowheads="1"/>
          </p:cNvSpPr>
          <p:nvPr/>
        </p:nvSpPr>
        <p:spPr bwMode="auto">
          <a:xfrm>
            <a:off x="9451068"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7" name="Rectangle 324">
            <a:extLst>
              <a:ext uri="{FF2B5EF4-FFF2-40B4-BE49-F238E27FC236}">
                <a16:creationId xmlns:a16="http://schemas.microsoft.com/office/drawing/2014/main" id="{F5673CC4-BA29-4135-9BA9-AED7EAA77A45}"/>
              </a:ext>
            </a:extLst>
          </p:cNvPr>
          <p:cNvSpPr>
            <a:spLocks noChangeArrowheads="1"/>
          </p:cNvSpPr>
          <p:nvPr/>
        </p:nvSpPr>
        <p:spPr bwMode="auto">
          <a:xfrm>
            <a:off x="9906502"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8" name="Rectangle 325">
            <a:extLst>
              <a:ext uri="{FF2B5EF4-FFF2-40B4-BE49-F238E27FC236}">
                <a16:creationId xmlns:a16="http://schemas.microsoft.com/office/drawing/2014/main" id="{06B3D335-F1DF-4E26-A5A1-31E9CD919EA6}"/>
              </a:ext>
            </a:extLst>
          </p:cNvPr>
          <p:cNvSpPr>
            <a:spLocks noChangeArrowheads="1"/>
          </p:cNvSpPr>
          <p:nvPr/>
        </p:nvSpPr>
        <p:spPr bwMode="auto">
          <a:xfrm>
            <a:off x="10360764"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9" name="Rectangle 326">
            <a:extLst>
              <a:ext uri="{FF2B5EF4-FFF2-40B4-BE49-F238E27FC236}">
                <a16:creationId xmlns:a16="http://schemas.microsoft.com/office/drawing/2014/main" id="{834239CB-0B66-488B-B963-CD4BC4A66C7E}"/>
              </a:ext>
            </a:extLst>
          </p:cNvPr>
          <p:cNvSpPr>
            <a:spLocks noChangeArrowheads="1"/>
          </p:cNvSpPr>
          <p:nvPr/>
        </p:nvSpPr>
        <p:spPr bwMode="auto">
          <a:xfrm>
            <a:off x="10816197"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0" name="Rectangle 327">
            <a:extLst>
              <a:ext uri="{FF2B5EF4-FFF2-40B4-BE49-F238E27FC236}">
                <a16:creationId xmlns:a16="http://schemas.microsoft.com/office/drawing/2014/main" id="{5DF8D3AD-C701-45DA-A09C-0B72B8B4D062}"/>
              </a:ext>
            </a:extLst>
          </p:cNvPr>
          <p:cNvSpPr>
            <a:spLocks noChangeArrowheads="1"/>
          </p:cNvSpPr>
          <p:nvPr/>
        </p:nvSpPr>
        <p:spPr bwMode="auto">
          <a:xfrm>
            <a:off x="11270460"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1" name="Rectangle 328">
            <a:extLst>
              <a:ext uri="{FF2B5EF4-FFF2-40B4-BE49-F238E27FC236}">
                <a16:creationId xmlns:a16="http://schemas.microsoft.com/office/drawing/2014/main" id="{4A5BD061-AFE7-47F7-A037-4635A1719163}"/>
              </a:ext>
            </a:extLst>
          </p:cNvPr>
          <p:cNvSpPr>
            <a:spLocks noChangeArrowheads="1"/>
          </p:cNvSpPr>
          <p:nvPr/>
        </p:nvSpPr>
        <p:spPr bwMode="auto">
          <a:xfrm>
            <a:off x="11725893" y="5915379"/>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2" name="Rectangle 303">
            <a:extLst>
              <a:ext uri="{FF2B5EF4-FFF2-40B4-BE49-F238E27FC236}">
                <a16:creationId xmlns:a16="http://schemas.microsoft.com/office/drawing/2014/main" id="{72E47367-DB80-4AEF-B453-F2874E290804}"/>
              </a:ext>
            </a:extLst>
          </p:cNvPr>
          <p:cNvSpPr>
            <a:spLocks noChangeArrowheads="1"/>
          </p:cNvSpPr>
          <p:nvPr/>
        </p:nvSpPr>
        <p:spPr bwMode="auto">
          <a:xfrm>
            <a:off x="35411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3" name="Rectangle 304">
            <a:extLst>
              <a:ext uri="{FF2B5EF4-FFF2-40B4-BE49-F238E27FC236}">
                <a16:creationId xmlns:a16="http://schemas.microsoft.com/office/drawing/2014/main" id="{A5D11ACD-18C7-4BD8-97B9-7564D82EECED}"/>
              </a:ext>
            </a:extLst>
          </p:cNvPr>
          <p:cNvSpPr>
            <a:spLocks noChangeArrowheads="1"/>
          </p:cNvSpPr>
          <p:nvPr/>
        </p:nvSpPr>
        <p:spPr bwMode="auto">
          <a:xfrm>
            <a:off x="809543"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4" name="Rectangle 305">
            <a:extLst>
              <a:ext uri="{FF2B5EF4-FFF2-40B4-BE49-F238E27FC236}">
                <a16:creationId xmlns:a16="http://schemas.microsoft.com/office/drawing/2014/main" id="{7304767C-0411-429C-B5FC-DE14E770D4E3}"/>
              </a:ext>
            </a:extLst>
          </p:cNvPr>
          <p:cNvSpPr>
            <a:spLocks noChangeArrowheads="1"/>
          </p:cNvSpPr>
          <p:nvPr/>
        </p:nvSpPr>
        <p:spPr bwMode="auto">
          <a:xfrm>
            <a:off x="1263806"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5" name="Rectangle 306">
            <a:extLst>
              <a:ext uri="{FF2B5EF4-FFF2-40B4-BE49-F238E27FC236}">
                <a16:creationId xmlns:a16="http://schemas.microsoft.com/office/drawing/2014/main" id="{D74BCE79-1C15-40ED-A6B2-30D89DC13305}"/>
              </a:ext>
            </a:extLst>
          </p:cNvPr>
          <p:cNvSpPr>
            <a:spLocks noChangeArrowheads="1"/>
          </p:cNvSpPr>
          <p:nvPr/>
        </p:nvSpPr>
        <p:spPr bwMode="auto">
          <a:xfrm>
            <a:off x="1719239"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6" name="Rectangle 307">
            <a:extLst>
              <a:ext uri="{FF2B5EF4-FFF2-40B4-BE49-F238E27FC236}">
                <a16:creationId xmlns:a16="http://schemas.microsoft.com/office/drawing/2014/main" id="{4966B602-0BC1-433A-A6DC-60644E5D1576}"/>
              </a:ext>
            </a:extLst>
          </p:cNvPr>
          <p:cNvSpPr>
            <a:spLocks noChangeArrowheads="1"/>
          </p:cNvSpPr>
          <p:nvPr/>
        </p:nvSpPr>
        <p:spPr bwMode="auto">
          <a:xfrm>
            <a:off x="2173502"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7" name="Rectangle 308">
            <a:extLst>
              <a:ext uri="{FF2B5EF4-FFF2-40B4-BE49-F238E27FC236}">
                <a16:creationId xmlns:a16="http://schemas.microsoft.com/office/drawing/2014/main" id="{5FA73E87-F9E1-4922-AB56-257040A0C260}"/>
              </a:ext>
            </a:extLst>
          </p:cNvPr>
          <p:cNvSpPr>
            <a:spLocks noChangeArrowheads="1"/>
          </p:cNvSpPr>
          <p:nvPr/>
        </p:nvSpPr>
        <p:spPr bwMode="auto">
          <a:xfrm>
            <a:off x="2628935"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8" name="Rectangle 309">
            <a:extLst>
              <a:ext uri="{FF2B5EF4-FFF2-40B4-BE49-F238E27FC236}">
                <a16:creationId xmlns:a16="http://schemas.microsoft.com/office/drawing/2014/main" id="{3523D0D6-BF5C-4992-89BC-D80F4B65DDA7}"/>
              </a:ext>
            </a:extLst>
          </p:cNvPr>
          <p:cNvSpPr>
            <a:spLocks noChangeArrowheads="1"/>
          </p:cNvSpPr>
          <p:nvPr/>
        </p:nvSpPr>
        <p:spPr bwMode="auto">
          <a:xfrm>
            <a:off x="3083198"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9" name="Rectangle 310">
            <a:extLst>
              <a:ext uri="{FF2B5EF4-FFF2-40B4-BE49-F238E27FC236}">
                <a16:creationId xmlns:a16="http://schemas.microsoft.com/office/drawing/2014/main" id="{5D76C7BC-28B0-4D32-B952-79C61B9622E0}"/>
              </a:ext>
            </a:extLst>
          </p:cNvPr>
          <p:cNvSpPr>
            <a:spLocks noChangeArrowheads="1"/>
          </p:cNvSpPr>
          <p:nvPr/>
        </p:nvSpPr>
        <p:spPr bwMode="auto">
          <a:xfrm>
            <a:off x="3538630"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0" name="Rectangle 311">
            <a:extLst>
              <a:ext uri="{FF2B5EF4-FFF2-40B4-BE49-F238E27FC236}">
                <a16:creationId xmlns:a16="http://schemas.microsoft.com/office/drawing/2014/main" id="{02B04400-D266-4DBE-913D-B08E3CF680B4}"/>
              </a:ext>
            </a:extLst>
          </p:cNvPr>
          <p:cNvSpPr>
            <a:spLocks noChangeArrowheads="1"/>
          </p:cNvSpPr>
          <p:nvPr/>
        </p:nvSpPr>
        <p:spPr bwMode="auto">
          <a:xfrm>
            <a:off x="3992893"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1" name="Rectangle 312">
            <a:extLst>
              <a:ext uri="{FF2B5EF4-FFF2-40B4-BE49-F238E27FC236}">
                <a16:creationId xmlns:a16="http://schemas.microsoft.com/office/drawing/2014/main" id="{7B93B4CC-C4D7-437E-A267-7391A7627D42}"/>
              </a:ext>
            </a:extLst>
          </p:cNvPr>
          <p:cNvSpPr>
            <a:spLocks noChangeArrowheads="1"/>
          </p:cNvSpPr>
          <p:nvPr/>
        </p:nvSpPr>
        <p:spPr bwMode="auto">
          <a:xfrm>
            <a:off x="4448327"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2" name="Rectangle 313">
            <a:extLst>
              <a:ext uri="{FF2B5EF4-FFF2-40B4-BE49-F238E27FC236}">
                <a16:creationId xmlns:a16="http://schemas.microsoft.com/office/drawing/2014/main" id="{4B2581D9-C04D-4A48-A51B-2934BA88C105}"/>
              </a:ext>
            </a:extLst>
          </p:cNvPr>
          <p:cNvSpPr>
            <a:spLocks noChangeArrowheads="1"/>
          </p:cNvSpPr>
          <p:nvPr/>
        </p:nvSpPr>
        <p:spPr bwMode="auto">
          <a:xfrm>
            <a:off x="490259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3" name="Rectangle 314">
            <a:extLst>
              <a:ext uri="{FF2B5EF4-FFF2-40B4-BE49-F238E27FC236}">
                <a16:creationId xmlns:a16="http://schemas.microsoft.com/office/drawing/2014/main" id="{6F9A094D-9E36-418E-BD81-0BED0CA37542}"/>
              </a:ext>
            </a:extLst>
          </p:cNvPr>
          <p:cNvSpPr>
            <a:spLocks noChangeArrowheads="1"/>
          </p:cNvSpPr>
          <p:nvPr/>
        </p:nvSpPr>
        <p:spPr bwMode="auto">
          <a:xfrm>
            <a:off x="5358022"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4" name="Rectangle 315">
            <a:extLst>
              <a:ext uri="{FF2B5EF4-FFF2-40B4-BE49-F238E27FC236}">
                <a16:creationId xmlns:a16="http://schemas.microsoft.com/office/drawing/2014/main" id="{99CE1A4E-E309-4173-B637-E7FA8780A5B0}"/>
              </a:ext>
            </a:extLst>
          </p:cNvPr>
          <p:cNvSpPr>
            <a:spLocks noChangeArrowheads="1"/>
          </p:cNvSpPr>
          <p:nvPr/>
        </p:nvSpPr>
        <p:spPr bwMode="auto">
          <a:xfrm>
            <a:off x="5812285"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5" name="Rectangle 316">
            <a:extLst>
              <a:ext uri="{FF2B5EF4-FFF2-40B4-BE49-F238E27FC236}">
                <a16:creationId xmlns:a16="http://schemas.microsoft.com/office/drawing/2014/main" id="{35908A89-8ABE-4EA6-AB07-7C6C075084C7}"/>
              </a:ext>
            </a:extLst>
          </p:cNvPr>
          <p:cNvSpPr>
            <a:spLocks noChangeArrowheads="1"/>
          </p:cNvSpPr>
          <p:nvPr/>
        </p:nvSpPr>
        <p:spPr bwMode="auto">
          <a:xfrm>
            <a:off x="6267718"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6" name="Rectangle 317">
            <a:extLst>
              <a:ext uri="{FF2B5EF4-FFF2-40B4-BE49-F238E27FC236}">
                <a16:creationId xmlns:a16="http://schemas.microsoft.com/office/drawing/2014/main" id="{52D7FC56-1108-4D22-9631-D0A08F954F2D}"/>
              </a:ext>
            </a:extLst>
          </p:cNvPr>
          <p:cNvSpPr>
            <a:spLocks noChangeArrowheads="1"/>
          </p:cNvSpPr>
          <p:nvPr/>
        </p:nvSpPr>
        <p:spPr bwMode="auto">
          <a:xfrm>
            <a:off x="6721981"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7" name="Rectangle 318">
            <a:extLst>
              <a:ext uri="{FF2B5EF4-FFF2-40B4-BE49-F238E27FC236}">
                <a16:creationId xmlns:a16="http://schemas.microsoft.com/office/drawing/2014/main" id="{E6B3457F-C39E-40F4-B8B4-741981759F9C}"/>
              </a:ext>
            </a:extLst>
          </p:cNvPr>
          <p:cNvSpPr>
            <a:spLocks noChangeArrowheads="1"/>
          </p:cNvSpPr>
          <p:nvPr/>
        </p:nvSpPr>
        <p:spPr bwMode="auto">
          <a:xfrm>
            <a:off x="7177414"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8" name="Rectangle 319">
            <a:extLst>
              <a:ext uri="{FF2B5EF4-FFF2-40B4-BE49-F238E27FC236}">
                <a16:creationId xmlns:a16="http://schemas.microsoft.com/office/drawing/2014/main" id="{08E774A7-E1DE-46A1-A6F9-D13721437291}"/>
              </a:ext>
            </a:extLst>
          </p:cNvPr>
          <p:cNvSpPr>
            <a:spLocks noChangeArrowheads="1"/>
          </p:cNvSpPr>
          <p:nvPr/>
        </p:nvSpPr>
        <p:spPr bwMode="auto">
          <a:xfrm>
            <a:off x="7631676"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9" name="Rectangle 320">
            <a:extLst>
              <a:ext uri="{FF2B5EF4-FFF2-40B4-BE49-F238E27FC236}">
                <a16:creationId xmlns:a16="http://schemas.microsoft.com/office/drawing/2014/main" id="{7B8BB479-CE5F-4C3D-9C65-414F6B72D38F}"/>
              </a:ext>
            </a:extLst>
          </p:cNvPr>
          <p:cNvSpPr>
            <a:spLocks noChangeArrowheads="1"/>
          </p:cNvSpPr>
          <p:nvPr/>
        </p:nvSpPr>
        <p:spPr bwMode="auto">
          <a:xfrm>
            <a:off x="8087110"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0" name="Rectangle 321">
            <a:extLst>
              <a:ext uri="{FF2B5EF4-FFF2-40B4-BE49-F238E27FC236}">
                <a16:creationId xmlns:a16="http://schemas.microsoft.com/office/drawing/2014/main" id="{2E97BD59-5139-4C10-8550-C855D2D1FEC1}"/>
              </a:ext>
            </a:extLst>
          </p:cNvPr>
          <p:cNvSpPr>
            <a:spLocks noChangeArrowheads="1"/>
          </p:cNvSpPr>
          <p:nvPr/>
        </p:nvSpPr>
        <p:spPr bwMode="auto">
          <a:xfrm>
            <a:off x="8541373"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1" name="Rectangle 322">
            <a:extLst>
              <a:ext uri="{FF2B5EF4-FFF2-40B4-BE49-F238E27FC236}">
                <a16:creationId xmlns:a16="http://schemas.microsoft.com/office/drawing/2014/main" id="{3AA2DF57-9830-4A49-9748-4ADE27F46F6D}"/>
              </a:ext>
            </a:extLst>
          </p:cNvPr>
          <p:cNvSpPr>
            <a:spLocks noChangeArrowheads="1"/>
          </p:cNvSpPr>
          <p:nvPr/>
        </p:nvSpPr>
        <p:spPr bwMode="auto">
          <a:xfrm>
            <a:off x="8996805"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2" name="Rectangle 323">
            <a:extLst>
              <a:ext uri="{FF2B5EF4-FFF2-40B4-BE49-F238E27FC236}">
                <a16:creationId xmlns:a16="http://schemas.microsoft.com/office/drawing/2014/main" id="{01A36D7F-15E1-44B8-9B0F-4F2DAABB6669}"/>
              </a:ext>
            </a:extLst>
          </p:cNvPr>
          <p:cNvSpPr>
            <a:spLocks noChangeArrowheads="1"/>
          </p:cNvSpPr>
          <p:nvPr/>
        </p:nvSpPr>
        <p:spPr bwMode="auto">
          <a:xfrm>
            <a:off x="9451068" y="6422607"/>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3" name="Rectangle 324">
            <a:extLst>
              <a:ext uri="{FF2B5EF4-FFF2-40B4-BE49-F238E27FC236}">
                <a16:creationId xmlns:a16="http://schemas.microsoft.com/office/drawing/2014/main" id="{716C32D4-81F1-4B63-9A1A-24136249381B}"/>
              </a:ext>
            </a:extLst>
          </p:cNvPr>
          <p:cNvSpPr>
            <a:spLocks noChangeArrowheads="1"/>
          </p:cNvSpPr>
          <p:nvPr/>
        </p:nvSpPr>
        <p:spPr bwMode="auto">
          <a:xfrm>
            <a:off x="9906502"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4" name="Rectangle 325">
            <a:extLst>
              <a:ext uri="{FF2B5EF4-FFF2-40B4-BE49-F238E27FC236}">
                <a16:creationId xmlns:a16="http://schemas.microsoft.com/office/drawing/2014/main" id="{6341F2A0-638B-4AEC-A1C2-759E1F2E1FE8}"/>
              </a:ext>
            </a:extLst>
          </p:cNvPr>
          <p:cNvSpPr>
            <a:spLocks noChangeArrowheads="1"/>
          </p:cNvSpPr>
          <p:nvPr/>
        </p:nvSpPr>
        <p:spPr bwMode="auto">
          <a:xfrm>
            <a:off x="10360764"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5" name="Rectangle 326">
            <a:extLst>
              <a:ext uri="{FF2B5EF4-FFF2-40B4-BE49-F238E27FC236}">
                <a16:creationId xmlns:a16="http://schemas.microsoft.com/office/drawing/2014/main" id="{AC3BBC0F-0B8D-458F-94A7-D77F591B6038}"/>
              </a:ext>
            </a:extLst>
          </p:cNvPr>
          <p:cNvSpPr>
            <a:spLocks noChangeArrowheads="1"/>
          </p:cNvSpPr>
          <p:nvPr/>
        </p:nvSpPr>
        <p:spPr bwMode="auto">
          <a:xfrm>
            <a:off x="10816197" y="6422607"/>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6" name="Rectangle 327">
            <a:extLst>
              <a:ext uri="{FF2B5EF4-FFF2-40B4-BE49-F238E27FC236}">
                <a16:creationId xmlns:a16="http://schemas.microsoft.com/office/drawing/2014/main" id="{2BCB09AE-15F7-4D67-9547-C60DDCB0CEA6}"/>
              </a:ext>
            </a:extLst>
          </p:cNvPr>
          <p:cNvSpPr>
            <a:spLocks noChangeArrowheads="1"/>
          </p:cNvSpPr>
          <p:nvPr/>
        </p:nvSpPr>
        <p:spPr bwMode="auto">
          <a:xfrm>
            <a:off x="1127046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7" name="Rectangle 328">
            <a:extLst>
              <a:ext uri="{FF2B5EF4-FFF2-40B4-BE49-F238E27FC236}">
                <a16:creationId xmlns:a16="http://schemas.microsoft.com/office/drawing/2014/main" id="{19811182-AAD5-444A-AEBF-DA4474795936}"/>
              </a:ext>
            </a:extLst>
          </p:cNvPr>
          <p:cNvSpPr>
            <a:spLocks noChangeArrowheads="1"/>
          </p:cNvSpPr>
          <p:nvPr/>
        </p:nvSpPr>
        <p:spPr bwMode="auto">
          <a:xfrm>
            <a:off x="11725893"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8" name="Rectangle 91">
            <a:extLst>
              <a:ext uri="{FF2B5EF4-FFF2-40B4-BE49-F238E27FC236}">
                <a16:creationId xmlns:a16="http://schemas.microsoft.com/office/drawing/2014/main" id="{F5F1C36C-3F5F-453A-8021-577AF8102B7D}"/>
              </a:ext>
            </a:extLst>
          </p:cNvPr>
          <p:cNvSpPr>
            <a:spLocks noChangeArrowheads="1"/>
          </p:cNvSpPr>
          <p:nvPr userDrawn="1"/>
        </p:nvSpPr>
        <p:spPr bwMode="auto">
          <a:xfrm>
            <a:off x="3538630" y="186278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9" name="Rectangle 92">
            <a:extLst>
              <a:ext uri="{FF2B5EF4-FFF2-40B4-BE49-F238E27FC236}">
                <a16:creationId xmlns:a16="http://schemas.microsoft.com/office/drawing/2014/main" id="{B68E0835-F6A9-4C24-80BC-2C4982644A6B}"/>
              </a:ext>
            </a:extLst>
          </p:cNvPr>
          <p:cNvSpPr>
            <a:spLocks noChangeArrowheads="1"/>
          </p:cNvSpPr>
          <p:nvPr userDrawn="1"/>
        </p:nvSpPr>
        <p:spPr bwMode="auto">
          <a:xfrm>
            <a:off x="3992893" y="186278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118">
            <a:extLst>
              <a:ext uri="{FF2B5EF4-FFF2-40B4-BE49-F238E27FC236}">
                <a16:creationId xmlns:a16="http://schemas.microsoft.com/office/drawing/2014/main" id="{C7E8024E-9FFB-4AFF-946C-F32504357775}"/>
              </a:ext>
            </a:extLst>
          </p:cNvPr>
          <p:cNvSpPr>
            <a:spLocks noChangeArrowheads="1"/>
          </p:cNvSpPr>
          <p:nvPr userDrawn="1"/>
        </p:nvSpPr>
        <p:spPr bwMode="auto">
          <a:xfrm>
            <a:off x="3538630" y="2371175"/>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119">
            <a:extLst>
              <a:ext uri="{FF2B5EF4-FFF2-40B4-BE49-F238E27FC236}">
                <a16:creationId xmlns:a16="http://schemas.microsoft.com/office/drawing/2014/main" id="{542FA810-66E0-4E5C-A29B-2F35550C8B07}"/>
              </a:ext>
            </a:extLst>
          </p:cNvPr>
          <p:cNvSpPr>
            <a:spLocks noChangeArrowheads="1"/>
          </p:cNvSpPr>
          <p:nvPr userDrawn="1"/>
        </p:nvSpPr>
        <p:spPr bwMode="auto">
          <a:xfrm>
            <a:off x="3992893" y="2371175"/>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145">
            <a:extLst>
              <a:ext uri="{FF2B5EF4-FFF2-40B4-BE49-F238E27FC236}">
                <a16:creationId xmlns:a16="http://schemas.microsoft.com/office/drawing/2014/main" id="{E3ADD3A0-60F3-4CCF-A787-C83FEFD7452B}"/>
              </a:ext>
            </a:extLst>
          </p:cNvPr>
          <p:cNvSpPr>
            <a:spLocks noChangeArrowheads="1"/>
          </p:cNvSpPr>
          <p:nvPr userDrawn="1"/>
        </p:nvSpPr>
        <p:spPr bwMode="auto">
          <a:xfrm>
            <a:off x="3538630" y="287839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146">
            <a:extLst>
              <a:ext uri="{FF2B5EF4-FFF2-40B4-BE49-F238E27FC236}">
                <a16:creationId xmlns:a16="http://schemas.microsoft.com/office/drawing/2014/main" id="{03B5D2C0-D46F-4CA6-BB0C-7E966C3AB9DB}"/>
              </a:ext>
            </a:extLst>
          </p:cNvPr>
          <p:cNvSpPr>
            <a:spLocks noChangeArrowheads="1"/>
          </p:cNvSpPr>
          <p:nvPr userDrawn="1"/>
        </p:nvSpPr>
        <p:spPr bwMode="auto">
          <a:xfrm>
            <a:off x="3992893" y="287839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172">
            <a:extLst>
              <a:ext uri="{FF2B5EF4-FFF2-40B4-BE49-F238E27FC236}">
                <a16:creationId xmlns:a16="http://schemas.microsoft.com/office/drawing/2014/main" id="{A5A79340-EBE4-4E04-AF35-EAB781F1CA7F}"/>
              </a:ext>
            </a:extLst>
          </p:cNvPr>
          <p:cNvSpPr>
            <a:spLocks noChangeArrowheads="1"/>
          </p:cNvSpPr>
          <p:nvPr userDrawn="1"/>
        </p:nvSpPr>
        <p:spPr bwMode="auto">
          <a:xfrm>
            <a:off x="3538630" y="338679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173">
            <a:extLst>
              <a:ext uri="{FF2B5EF4-FFF2-40B4-BE49-F238E27FC236}">
                <a16:creationId xmlns:a16="http://schemas.microsoft.com/office/drawing/2014/main" id="{A3D2A4FF-3DD1-4D92-A192-6C0C4D36720E}"/>
              </a:ext>
            </a:extLst>
          </p:cNvPr>
          <p:cNvSpPr>
            <a:spLocks noChangeArrowheads="1"/>
          </p:cNvSpPr>
          <p:nvPr userDrawn="1"/>
        </p:nvSpPr>
        <p:spPr bwMode="auto">
          <a:xfrm>
            <a:off x="3992893" y="338679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199">
            <a:extLst>
              <a:ext uri="{FF2B5EF4-FFF2-40B4-BE49-F238E27FC236}">
                <a16:creationId xmlns:a16="http://schemas.microsoft.com/office/drawing/2014/main" id="{F8123DF8-9385-4180-994E-0FB3C83AB056}"/>
              </a:ext>
            </a:extLst>
          </p:cNvPr>
          <p:cNvSpPr>
            <a:spLocks noChangeArrowheads="1"/>
          </p:cNvSpPr>
          <p:nvPr userDrawn="1"/>
        </p:nvSpPr>
        <p:spPr bwMode="auto">
          <a:xfrm>
            <a:off x="3538630" y="389518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200">
            <a:extLst>
              <a:ext uri="{FF2B5EF4-FFF2-40B4-BE49-F238E27FC236}">
                <a16:creationId xmlns:a16="http://schemas.microsoft.com/office/drawing/2014/main" id="{35B83622-CCF4-4468-AC64-CB149002826E}"/>
              </a:ext>
            </a:extLst>
          </p:cNvPr>
          <p:cNvSpPr>
            <a:spLocks noChangeArrowheads="1"/>
          </p:cNvSpPr>
          <p:nvPr userDrawn="1"/>
        </p:nvSpPr>
        <p:spPr bwMode="auto">
          <a:xfrm>
            <a:off x="3992893" y="389518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227">
            <a:extLst>
              <a:ext uri="{FF2B5EF4-FFF2-40B4-BE49-F238E27FC236}">
                <a16:creationId xmlns:a16="http://schemas.microsoft.com/office/drawing/2014/main" id="{BFBE24A8-7F94-482E-85C3-410179531E60}"/>
              </a:ext>
            </a:extLst>
          </p:cNvPr>
          <p:cNvSpPr>
            <a:spLocks noChangeArrowheads="1"/>
          </p:cNvSpPr>
          <p:nvPr userDrawn="1"/>
        </p:nvSpPr>
        <p:spPr bwMode="auto">
          <a:xfrm>
            <a:off x="3538631" y="4403575"/>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228">
            <a:extLst>
              <a:ext uri="{FF2B5EF4-FFF2-40B4-BE49-F238E27FC236}">
                <a16:creationId xmlns:a16="http://schemas.microsoft.com/office/drawing/2014/main" id="{7BB41F2F-EDE1-4BB3-B582-2B31560A4BBC}"/>
              </a:ext>
            </a:extLst>
          </p:cNvPr>
          <p:cNvSpPr>
            <a:spLocks noChangeArrowheads="1"/>
          </p:cNvSpPr>
          <p:nvPr userDrawn="1"/>
        </p:nvSpPr>
        <p:spPr bwMode="auto">
          <a:xfrm>
            <a:off x="3992894" y="4403575"/>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254">
            <a:extLst>
              <a:ext uri="{FF2B5EF4-FFF2-40B4-BE49-F238E27FC236}">
                <a16:creationId xmlns:a16="http://schemas.microsoft.com/office/drawing/2014/main" id="{B7B10579-D69C-4FCC-AF11-0E5789DC7BAB}"/>
              </a:ext>
            </a:extLst>
          </p:cNvPr>
          <p:cNvSpPr>
            <a:spLocks noChangeArrowheads="1"/>
          </p:cNvSpPr>
          <p:nvPr userDrawn="1"/>
        </p:nvSpPr>
        <p:spPr bwMode="auto">
          <a:xfrm>
            <a:off x="3538631" y="491079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255">
            <a:extLst>
              <a:ext uri="{FF2B5EF4-FFF2-40B4-BE49-F238E27FC236}">
                <a16:creationId xmlns:a16="http://schemas.microsoft.com/office/drawing/2014/main" id="{A4A3592F-5BAF-4960-8617-39A5A4418C41}"/>
              </a:ext>
            </a:extLst>
          </p:cNvPr>
          <p:cNvSpPr>
            <a:spLocks noChangeArrowheads="1"/>
          </p:cNvSpPr>
          <p:nvPr userDrawn="1"/>
        </p:nvSpPr>
        <p:spPr bwMode="auto">
          <a:xfrm>
            <a:off x="3992894" y="491079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91">
            <a:extLst>
              <a:ext uri="{FF2B5EF4-FFF2-40B4-BE49-F238E27FC236}">
                <a16:creationId xmlns:a16="http://schemas.microsoft.com/office/drawing/2014/main" id="{D185731F-D098-4E64-B7BB-077680516CB5}"/>
              </a:ext>
            </a:extLst>
          </p:cNvPr>
          <p:cNvSpPr>
            <a:spLocks noChangeArrowheads="1"/>
          </p:cNvSpPr>
          <p:nvPr userDrawn="1"/>
        </p:nvSpPr>
        <p:spPr bwMode="auto">
          <a:xfrm>
            <a:off x="4448326" y="185485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92">
            <a:extLst>
              <a:ext uri="{FF2B5EF4-FFF2-40B4-BE49-F238E27FC236}">
                <a16:creationId xmlns:a16="http://schemas.microsoft.com/office/drawing/2014/main" id="{C9CCA8BE-3357-4F70-B832-4B61283439F8}"/>
              </a:ext>
            </a:extLst>
          </p:cNvPr>
          <p:cNvSpPr>
            <a:spLocks noChangeArrowheads="1"/>
          </p:cNvSpPr>
          <p:nvPr userDrawn="1"/>
        </p:nvSpPr>
        <p:spPr bwMode="auto">
          <a:xfrm>
            <a:off x="4902589" y="185485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118">
            <a:extLst>
              <a:ext uri="{FF2B5EF4-FFF2-40B4-BE49-F238E27FC236}">
                <a16:creationId xmlns:a16="http://schemas.microsoft.com/office/drawing/2014/main" id="{E455E6B1-820F-4874-9998-3F33FDF6762A}"/>
              </a:ext>
            </a:extLst>
          </p:cNvPr>
          <p:cNvSpPr>
            <a:spLocks noChangeArrowheads="1"/>
          </p:cNvSpPr>
          <p:nvPr userDrawn="1"/>
        </p:nvSpPr>
        <p:spPr bwMode="auto">
          <a:xfrm>
            <a:off x="4448326" y="2363244"/>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119">
            <a:extLst>
              <a:ext uri="{FF2B5EF4-FFF2-40B4-BE49-F238E27FC236}">
                <a16:creationId xmlns:a16="http://schemas.microsoft.com/office/drawing/2014/main" id="{A5878F30-11F9-4620-BB7C-A20308D54D2A}"/>
              </a:ext>
            </a:extLst>
          </p:cNvPr>
          <p:cNvSpPr>
            <a:spLocks noChangeArrowheads="1"/>
          </p:cNvSpPr>
          <p:nvPr userDrawn="1"/>
        </p:nvSpPr>
        <p:spPr bwMode="auto">
          <a:xfrm>
            <a:off x="4902589" y="2363244"/>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145">
            <a:extLst>
              <a:ext uri="{FF2B5EF4-FFF2-40B4-BE49-F238E27FC236}">
                <a16:creationId xmlns:a16="http://schemas.microsoft.com/office/drawing/2014/main" id="{282B328E-96DE-404A-8A33-DD08463AA16C}"/>
              </a:ext>
            </a:extLst>
          </p:cNvPr>
          <p:cNvSpPr>
            <a:spLocks noChangeArrowheads="1"/>
          </p:cNvSpPr>
          <p:nvPr userDrawn="1"/>
        </p:nvSpPr>
        <p:spPr bwMode="auto">
          <a:xfrm>
            <a:off x="4448326" y="287046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146">
            <a:extLst>
              <a:ext uri="{FF2B5EF4-FFF2-40B4-BE49-F238E27FC236}">
                <a16:creationId xmlns:a16="http://schemas.microsoft.com/office/drawing/2014/main" id="{6B4AC90D-580B-4B11-8435-170433BF37CE}"/>
              </a:ext>
            </a:extLst>
          </p:cNvPr>
          <p:cNvSpPr>
            <a:spLocks noChangeArrowheads="1"/>
          </p:cNvSpPr>
          <p:nvPr userDrawn="1"/>
        </p:nvSpPr>
        <p:spPr bwMode="auto">
          <a:xfrm>
            <a:off x="4902589" y="287046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172">
            <a:extLst>
              <a:ext uri="{FF2B5EF4-FFF2-40B4-BE49-F238E27FC236}">
                <a16:creationId xmlns:a16="http://schemas.microsoft.com/office/drawing/2014/main" id="{9FF1A1F4-2E5F-4786-B499-D60DC75B214B}"/>
              </a:ext>
            </a:extLst>
          </p:cNvPr>
          <p:cNvSpPr>
            <a:spLocks noChangeArrowheads="1"/>
          </p:cNvSpPr>
          <p:nvPr userDrawn="1"/>
        </p:nvSpPr>
        <p:spPr bwMode="auto">
          <a:xfrm>
            <a:off x="4448326" y="337886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173">
            <a:extLst>
              <a:ext uri="{FF2B5EF4-FFF2-40B4-BE49-F238E27FC236}">
                <a16:creationId xmlns:a16="http://schemas.microsoft.com/office/drawing/2014/main" id="{0F1C8560-0B43-4D98-ADB6-195504D71D3D}"/>
              </a:ext>
            </a:extLst>
          </p:cNvPr>
          <p:cNvSpPr>
            <a:spLocks noChangeArrowheads="1"/>
          </p:cNvSpPr>
          <p:nvPr userDrawn="1"/>
        </p:nvSpPr>
        <p:spPr bwMode="auto">
          <a:xfrm>
            <a:off x="4902589" y="337886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199">
            <a:extLst>
              <a:ext uri="{FF2B5EF4-FFF2-40B4-BE49-F238E27FC236}">
                <a16:creationId xmlns:a16="http://schemas.microsoft.com/office/drawing/2014/main" id="{A4D091FA-192E-4111-9D0A-1154813D182B}"/>
              </a:ext>
            </a:extLst>
          </p:cNvPr>
          <p:cNvSpPr>
            <a:spLocks noChangeArrowheads="1"/>
          </p:cNvSpPr>
          <p:nvPr userDrawn="1"/>
        </p:nvSpPr>
        <p:spPr bwMode="auto">
          <a:xfrm>
            <a:off x="4448326" y="388725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200">
            <a:extLst>
              <a:ext uri="{FF2B5EF4-FFF2-40B4-BE49-F238E27FC236}">
                <a16:creationId xmlns:a16="http://schemas.microsoft.com/office/drawing/2014/main" id="{2456DB9E-FD91-4F1E-8D75-71C5A435799A}"/>
              </a:ext>
            </a:extLst>
          </p:cNvPr>
          <p:cNvSpPr>
            <a:spLocks noChangeArrowheads="1"/>
          </p:cNvSpPr>
          <p:nvPr userDrawn="1"/>
        </p:nvSpPr>
        <p:spPr bwMode="auto">
          <a:xfrm>
            <a:off x="4902589" y="388725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227">
            <a:extLst>
              <a:ext uri="{FF2B5EF4-FFF2-40B4-BE49-F238E27FC236}">
                <a16:creationId xmlns:a16="http://schemas.microsoft.com/office/drawing/2014/main" id="{82ADDEB8-4944-41EC-9927-6FCED6B44E0F}"/>
              </a:ext>
            </a:extLst>
          </p:cNvPr>
          <p:cNvSpPr>
            <a:spLocks noChangeArrowheads="1"/>
          </p:cNvSpPr>
          <p:nvPr userDrawn="1"/>
        </p:nvSpPr>
        <p:spPr bwMode="auto">
          <a:xfrm>
            <a:off x="4448327" y="4395644"/>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228">
            <a:extLst>
              <a:ext uri="{FF2B5EF4-FFF2-40B4-BE49-F238E27FC236}">
                <a16:creationId xmlns:a16="http://schemas.microsoft.com/office/drawing/2014/main" id="{3E7F6ABB-32D8-4D9F-8019-5A6F21704275}"/>
              </a:ext>
            </a:extLst>
          </p:cNvPr>
          <p:cNvSpPr>
            <a:spLocks noChangeArrowheads="1"/>
          </p:cNvSpPr>
          <p:nvPr userDrawn="1"/>
        </p:nvSpPr>
        <p:spPr bwMode="auto">
          <a:xfrm>
            <a:off x="4902590" y="4395644"/>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254">
            <a:extLst>
              <a:ext uri="{FF2B5EF4-FFF2-40B4-BE49-F238E27FC236}">
                <a16:creationId xmlns:a16="http://schemas.microsoft.com/office/drawing/2014/main" id="{FF3C13CA-9CE5-4787-9D9F-6F33F6D7219E}"/>
              </a:ext>
            </a:extLst>
          </p:cNvPr>
          <p:cNvSpPr>
            <a:spLocks noChangeArrowheads="1"/>
          </p:cNvSpPr>
          <p:nvPr userDrawn="1"/>
        </p:nvSpPr>
        <p:spPr bwMode="auto">
          <a:xfrm>
            <a:off x="4448327" y="490286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5" name="Rectangle 255">
            <a:extLst>
              <a:ext uri="{FF2B5EF4-FFF2-40B4-BE49-F238E27FC236}">
                <a16:creationId xmlns:a16="http://schemas.microsoft.com/office/drawing/2014/main" id="{F45F3084-D5DF-4E2A-9FD2-8FADA756F908}"/>
              </a:ext>
            </a:extLst>
          </p:cNvPr>
          <p:cNvSpPr>
            <a:spLocks noChangeArrowheads="1"/>
          </p:cNvSpPr>
          <p:nvPr userDrawn="1"/>
        </p:nvSpPr>
        <p:spPr bwMode="auto">
          <a:xfrm>
            <a:off x="4902590" y="490286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6" name="Rectangle 91">
            <a:extLst>
              <a:ext uri="{FF2B5EF4-FFF2-40B4-BE49-F238E27FC236}">
                <a16:creationId xmlns:a16="http://schemas.microsoft.com/office/drawing/2014/main" id="{C8C188D8-825C-491C-B927-12A86B68F9C8}"/>
              </a:ext>
            </a:extLst>
          </p:cNvPr>
          <p:cNvSpPr>
            <a:spLocks noChangeArrowheads="1"/>
          </p:cNvSpPr>
          <p:nvPr userDrawn="1"/>
        </p:nvSpPr>
        <p:spPr bwMode="auto">
          <a:xfrm>
            <a:off x="5358022" y="183043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7" name="Rectangle 92">
            <a:extLst>
              <a:ext uri="{FF2B5EF4-FFF2-40B4-BE49-F238E27FC236}">
                <a16:creationId xmlns:a16="http://schemas.microsoft.com/office/drawing/2014/main" id="{F1A1CAD1-7E2F-491A-A2F7-752577008BAE}"/>
              </a:ext>
            </a:extLst>
          </p:cNvPr>
          <p:cNvSpPr>
            <a:spLocks noChangeArrowheads="1"/>
          </p:cNvSpPr>
          <p:nvPr userDrawn="1"/>
        </p:nvSpPr>
        <p:spPr bwMode="auto">
          <a:xfrm>
            <a:off x="5812285" y="183043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8" name="Rectangle 118">
            <a:extLst>
              <a:ext uri="{FF2B5EF4-FFF2-40B4-BE49-F238E27FC236}">
                <a16:creationId xmlns:a16="http://schemas.microsoft.com/office/drawing/2014/main" id="{C9F7170B-09CB-4F23-B86C-E3C5A5A9526F}"/>
              </a:ext>
            </a:extLst>
          </p:cNvPr>
          <p:cNvSpPr>
            <a:spLocks noChangeArrowheads="1"/>
          </p:cNvSpPr>
          <p:nvPr userDrawn="1"/>
        </p:nvSpPr>
        <p:spPr bwMode="auto">
          <a:xfrm>
            <a:off x="5358022" y="233882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9" name="Rectangle 119">
            <a:extLst>
              <a:ext uri="{FF2B5EF4-FFF2-40B4-BE49-F238E27FC236}">
                <a16:creationId xmlns:a16="http://schemas.microsoft.com/office/drawing/2014/main" id="{91FF46E2-A356-45DF-9FE0-6D68E8BBB82B}"/>
              </a:ext>
            </a:extLst>
          </p:cNvPr>
          <p:cNvSpPr>
            <a:spLocks noChangeArrowheads="1"/>
          </p:cNvSpPr>
          <p:nvPr userDrawn="1"/>
        </p:nvSpPr>
        <p:spPr bwMode="auto">
          <a:xfrm>
            <a:off x="5812285" y="233882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0" name="Rectangle 145">
            <a:extLst>
              <a:ext uri="{FF2B5EF4-FFF2-40B4-BE49-F238E27FC236}">
                <a16:creationId xmlns:a16="http://schemas.microsoft.com/office/drawing/2014/main" id="{233DF4C6-7DB2-4DEC-965E-4E0FD1AE2F7E}"/>
              </a:ext>
            </a:extLst>
          </p:cNvPr>
          <p:cNvSpPr>
            <a:spLocks noChangeArrowheads="1"/>
          </p:cNvSpPr>
          <p:nvPr userDrawn="1"/>
        </p:nvSpPr>
        <p:spPr bwMode="auto">
          <a:xfrm>
            <a:off x="5358022" y="284605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1" name="Rectangle 146">
            <a:extLst>
              <a:ext uri="{FF2B5EF4-FFF2-40B4-BE49-F238E27FC236}">
                <a16:creationId xmlns:a16="http://schemas.microsoft.com/office/drawing/2014/main" id="{BA0EBE02-0FF5-4E5F-B07E-C74F70CB3BB6}"/>
              </a:ext>
            </a:extLst>
          </p:cNvPr>
          <p:cNvSpPr>
            <a:spLocks noChangeArrowheads="1"/>
          </p:cNvSpPr>
          <p:nvPr userDrawn="1"/>
        </p:nvSpPr>
        <p:spPr bwMode="auto">
          <a:xfrm>
            <a:off x="5812285" y="284605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2" name="Rectangle 172">
            <a:extLst>
              <a:ext uri="{FF2B5EF4-FFF2-40B4-BE49-F238E27FC236}">
                <a16:creationId xmlns:a16="http://schemas.microsoft.com/office/drawing/2014/main" id="{C1FFCEB5-7D01-4DF1-AE5C-13AA614FBB24}"/>
              </a:ext>
            </a:extLst>
          </p:cNvPr>
          <p:cNvSpPr>
            <a:spLocks noChangeArrowheads="1"/>
          </p:cNvSpPr>
          <p:nvPr userDrawn="1"/>
        </p:nvSpPr>
        <p:spPr bwMode="auto">
          <a:xfrm>
            <a:off x="5358022" y="335444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3" name="Rectangle 173">
            <a:extLst>
              <a:ext uri="{FF2B5EF4-FFF2-40B4-BE49-F238E27FC236}">
                <a16:creationId xmlns:a16="http://schemas.microsoft.com/office/drawing/2014/main" id="{4E743A8D-CDF1-43FE-9A64-273018A788F5}"/>
              </a:ext>
            </a:extLst>
          </p:cNvPr>
          <p:cNvSpPr>
            <a:spLocks noChangeArrowheads="1"/>
          </p:cNvSpPr>
          <p:nvPr userDrawn="1"/>
        </p:nvSpPr>
        <p:spPr bwMode="auto">
          <a:xfrm>
            <a:off x="5812285" y="335444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4" name="Rectangle 199">
            <a:extLst>
              <a:ext uri="{FF2B5EF4-FFF2-40B4-BE49-F238E27FC236}">
                <a16:creationId xmlns:a16="http://schemas.microsoft.com/office/drawing/2014/main" id="{5816494B-7CF7-4661-9520-ECF2157C306A}"/>
              </a:ext>
            </a:extLst>
          </p:cNvPr>
          <p:cNvSpPr>
            <a:spLocks noChangeArrowheads="1"/>
          </p:cNvSpPr>
          <p:nvPr userDrawn="1"/>
        </p:nvSpPr>
        <p:spPr bwMode="auto">
          <a:xfrm>
            <a:off x="5358022" y="386283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5" name="Rectangle 200">
            <a:extLst>
              <a:ext uri="{FF2B5EF4-FFF2-40B4-BE49-F238E27FC236}">
                <a16:creationId xmlns:a16="http://schemas.microsoft.com/office/drawing/2014/main" id="{D5F4C1D4-E8FC-483F-82E0-C314B4887C06}"/>
              </a:ext>
            </a:extLst>
          </p:cNvPr>
          <p:cNvSpPr>
            <a:spLocks noChangeArrowheads="1"/>
          </p:cNvSpPr>
          <p:nvPr userDrawn="1"/>
        </p:nvSpPr>
        <p:spPr bwMode="auto">
          <a:xfrm>
            <a:off x="5812285" y="386283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6" name="Rectangle 227">
            <a:extLst>
              <a:ext uri="{FF2B5EF4-FFF2-40B4-BE49-F238E27FC236}">
                <a16:creationId xmlns:a16="http://schemas.microsoft.com/office/drawing/2014/main" id="{1DE23893-72CE-44E4-9514-E4A35927AD0D}"/>
              </a:ext>
            </a:extLst>
          </p:cNvPr>
          <p:cNvSpPr>
            <a:spLocks noChangeArrowheads="1"/>
          </p:cNvSpPr>
          <p:nvPr userDrawn="1"/>
        </p:nvSpPr>
        <p:spPr bwMode="auto">
          <a:xfrm>
            <a:off x="5358023" y="437122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7" name="Rectangle 228">
            <a:extLst>
              <a:ext uri="{FF2B5EF4-FFF2-40B4-BE49-F238E27FC236}">
                <a16:creationId xmlns:a16="http://schemas.microsoft.com/office/drawing/2014/main" id="{FDAE80AB-A18F-4777-8A7E-3AF3817C0054}"/>
              </a:ext>
            </a:extLst>
          </p:cNvPr>
          <p:cNvSpPr>
            <a:spLocks noChangeArrowheads="1"/>
          </p:cNvSpPr>
          <p:nvPr userDrawn="1"/>
        </p:nvSpPr>
        <p:spPr bwMode="auto">
          <a:xfrm>
            <a:off x="5812286" y="437122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8" name="Rectangle 254">
            <a:extLst>
              <a:ext uri="{FF2B5EF4-FFF2-40B4-BE49-F238E27FC236}">
                <a16:creationId xmlns:a16="http://schemas.microsoft.com/office/drawing/2014/main" id="{057CEA97-FB2D-4753-85A3-0C33E822D3CE}"/>
              </a:ext>
            </a:extLst>
          </p:cNvPr>
          <p:cNvSpPr>
            <a:spLocks noChangeArrowheads="1"/>
          </p:cNvSpPr>
          <p:nvPr userDrawn="1"/>
        </p:nvSpPr>
        <p:spPr bwMode="auto">
          <a:xfrm>
            <a:off x="5358023" y="487845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9" name="Rectangle 255">
            <a:extLst>
              <a:ext uri="{FF2B5EF4-FFF2-40B4-BE49-F238E27FC236}">
                <a16:creationId xmlns:a16="http://schemas.microsoft.com/office/drawing/2014/main" id="{79420A4A-5528-4EC0-987F-DF7C0EEB41F6}"/>
              </a:ext>
            </a:extLst>
          </p:cNvPr>
          <p:cNvSpPr>
            <a:spLocks noChangeArrowheads="1"/>
          </p:cNvSpPr>
          <p:nvPr userDrawn="1"/>
        </p:nvSpPr>
        <p:spPr bwMode="auto">
          <a:xfrm>
            <a:off x="5812286" y="487845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0" name="Rectangle 91">
            <a:extLst>
              <a:ext uri="{FF2B5EF4-FFF2-40B4-BE49-F238E27FC236}">
                <a16:creationId xmlns:a16="http://schemas.microsoft.com/office/drawing/2014/main" id="{DBC80B5A-0476-410E-B60C-6450F79B3E0B}"/>
              </a:ext>
            </a:extLst>
          </p:cNvPr>
          <p:cNvSpPr>
            <a:spLocks noChangeArrowheads="1"/>
          </p:cNvSpPr>
          <p:nvPr userDrawn="1"/>
        </p:nvSpPr>
        <p:spPr bwMode="auto">
          <a:xfrm>
            <a:off x="6267716" y="184296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1" name="Rectangle 92">
            <a:extLst>
              <a:ext uri="{FF2B5EF4-FFF2-40B4-BE49-F238E27FC236}">
                <a16:creationId xmlns:a16="http://schemas.microsoft.com/office/drawing/2014/main" id="{65FABB81-DBF4-42B4-8D90-A98EC802144F}"/>
              </a:ext>
            </a:extLst>
          </p:cNvPr>
          <p:cNvSpPr>
            <a:spLocks noChangeArrowheads="1"/>
          </p:cNvSpPr>
          <p:nvPr userDrawn="1"/>
        </p:nvSpPr>
        <p:spPr bwMode="auto">
          <a:xfrm>
            <a:off x="6721979" y="184296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2" name="Rectangle 118">
            <a:extLst>
              <a:ext uri="{FF2B5EF4-FFF2-40B4-BE49-F238E27FC236}">
                <a16:creationId xmlns:a16="http://schemas.microsoft.com/office/drawing/2014/main" id="{A6202184-9808-4043-9640-D0544AB5D404}"/>
              </a:ext>
            </a:extLst>
          </p:cNvPr>
          <p:cNvSpPr>
            <a:spLocks noChangeArrowheads="1"/>
          </p:cNvSpPr>
          <p:nvPr userDrawn="1"/>
        </p:nvSpPr>
        <p:spPr bwMode="auto">
          <a:xfrm>
            <a:off x="6267716" y="2351358"/>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3" name="Rectangle 119">
            <a:extLst>
              <a:ext uri="{FF2B5EF4-FFF2-40B4-BE49-F238E27FC236}">
                <a16:creationId xmlns:a16="http://schemas.microsoft.com/office/drawing/2014/main" id="{FEED1DE3-7FCB-412B-AD9F-396C8AFC0B44}"/>
              </a:ext>
            </a:extLst>
          </p:cNvPr>
          <p:cNvSpPr>
            <a:spLocks noChangeArrowheads="1"/>
          </p:cNvSpPr>
          <p:nvPr userDrawn="1"/>
        </p:nvSpPr>
        <p:spPr bwMode="auto">
          <a:xfrm>
            <a:off x="6721979" y="2351358"/>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4" name="Rectangle 145">
            <a:extLst>
              <a:ext uri="{FF2B5EF4-FFF2-40B4-BE49-F238E27FC236}">
                <a16:creationId xmlns:a16="http://schemas.microsoft.com/office/drawing/2014/main" id="{E3D106F5-B3BA-48C7-BB89-5F7A7B3FD30F}"/>
              </a:ext>
            </a:extLst>
          </p:cNvPr>
          <p:cNvSpPr>
            <a:spLocks noChangeArrowheads="1"/>
          </p:cNvSpPr>
          <p:nvPr userDrawn="1"/>
        </p:nvSpPr>
        <p:spPr bwMode="auto">
          <a:xfrm>
            <a:off x="6267716" y="285858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5" name="Rectangle 146">
            <a:extLst>
              <a:ext uri="{FF2B5EF4-FFF2-40B4-BE49-F238E27FC236}">
                <a16:creationId xmlns:a16="http://schemas.microsoft.com/office/drawing/2014/main" id="{98A5D359-1B62-4D55-856B-6A4D9015C636}"/>
              </a:ext>
            </a:extLst>
          </p:cNvPr>
          <p:cNvSpPr>
            <a:spLocks noChangeArrowheads="1"/>
          </p:cNvSpPr>
          <p:nvPr userDrawn="1"/>
        </p:nvSpPr>
        <p:spPr bwMode="auto">
          <a:xfrm>
            <a:off x="6721979" y="285858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6" name="Rectangle 172">
            <a:extLst>
              <a:ext uri="{FF2B5EF4-FFF2-40B4-BE49-F238E27FC236}">
                <a16:creationId xmlns:a16="http://schemas.microsoft.com/office/drawing/2014/main" id="{8AEB6855-7DCA-4BAB-B081-5EAFB1014586}"/>
              </a:ext>
            </a:extLst>
          </p:cNvPr>
          <p:cNvSpPr>
            <a:spLocks noChangeArrowheads="1"/>
          </p:cNvSpPr>
          <p:nvPr userDrawn="1"/>
        </p:nvSpPr>
        <p:spPr bwMode="auto">
          <a:xfrm>
            <a:off x="6267716" y="3366974"/>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7" name="Rectangle 173">
            <a:extLst>
              <a:ext uri="{FF2B5EF4-FFF2-40B4-BE49-F238E27FC236}">
                <a16:creationId xmlns:a16="http://schemas.microsoft.com/office/drawing/2014/main" id="{18A0DCB0-4E9E-42D7-ABF1-2CB0A069240A}"/>
              </a:ext>
            </a:extLst>
          </p:cNvPr>
          <p:cNvSpPr>
            <a:spLocks noChangeArrowheads="1"/>
          </p:cNvSpPr>
          <p:nvPr userDrawn="1"/>
        </p:nvSpPr>
        <p:spPr bwMode="auto">
          <a:xfrm>
            <a:off x="6721979" y="3366974"/>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8" name="Rectangle 199">
            <a:extLst>
              <a:ext uri="{FF2B5EF4-FFF2-40B4-BE49-F238E27FC236}">
                <a16:creationId xmlns:a16="http://schemas.microsoft.com/office/drawing/2014/main" id="{C94A534B-EDB6-41CC-BFD6-C8E5C64E30CF}"/>
              </a:ext>
            </a:extLst>
          </p:cNvPr>
          <p:cNvSpPr>
            <a:spLocks noChangeArrowheads="1"/>
          </p:cNvSpPr>
          <p:nvPr userDrawn="1"/>
        </p:nvSpPr>
        <p:spPr bwMode="auto">
          <a:xfrm>
            <a:off x="6267716" y="387536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9" name="Rectangle 200">
            <a:extLst>
              <a:ext uri="{FF2B5EF4-FFF2-40B4-BE49-F238E27FC236}">
                <a16:creationId xmlns:a16="http://schemas.microsoft.com/office/drawing/2014/main" id="{D3305D9B-7E5D-4A06-B20C-705E7AADA0EE}"/>
              </a:ext>
            </a:extLst>
          </p:cNvPr>
          <p:cNvSpPr>
            <a:spLocks noChangeArrowheads="1"/>
          </p:cNvSpPr>
          <p:nvPr userDrawn="1"/>
        </p:nvSpPr>
        <p:spPr bwMode="auto">
          <a:xfrm>
            <a:off x="6721979" y="387536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0" name="Rectangle 227">
            <a:extLst>
              <a:ext uri="{FF2B5EF4-FFF2-40B4-BE49-F238E27FC236}">
                <a16:creationId xmlns:a16="http://schemas.microsoft.com/office/drawing/2014/main" id="{10DC9989-B0C3-40E8-9A23-4DD46B61F186}"/>
              </a:ext>
            </a:extLst>
          </p:cNvPr>
          <p:cNvSpPr>
            <a:spLocks noChangeArrowheads="1"/>
          </p:cNvSpPr>
          <p:nvPr userDrawn="1"/>
        </p:nvSpPr>
        <p:spPr bwMode="auto">
          <a:xfrm>
            <a:off x="6267717" y="4383758"/>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1" name="Rectangle 228">
            <a:extLst>
              <a:ext uri="{FF2B5EF4-FFF2-40B4-BE49-F238E27FC236}">
                <a16:creationId xmlns:a16="http://schemas.microsoft.com/office/drawing/2014/main" id="{802DD19F-ACAF-462C-9EF0-03BED7E8C2A2}"/>
              </a:ext>
            </a:extLst>
          </p:cNvPr>
          <p:cNvSpPr>
            <a:spLocks noChangeArrowheads="1"/>
          </p:cNvSpPr>
          <p:nvPr userDrawn="1"/>
        </p:nvSpPr>
        <p:spPr bwMode="auto">
          <a:xfrm>
            <a:off x="6721980" y="4383758"/>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2" name="Rectangle 254">
            <a:extLst>
              <a:ext uri="{FF2B5EF4-FFF2-40B4-BE49-F238E27FC236}">
                <a16:creationId xmlns:a16="http://schemas.microsoft.com/office/drawing/2014/main" id="{B675BA60-6E6B-4897-B172-3FEB85B0A6BE}"/>
              </a:ext>
            </a:extLst>
          </p:cNvPr>
          <p:cNvSpPr>
            <a:spLocks noChangeArrowheads="1"/>
          </p:cNvSpPr>
          <p:nvPr userDrawn="1"/>
        </p:nvSpPr>
        <p:spPr bwMode="auto">
          <a:xfrm>
            <a:off x="6267717" y="489098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3" name="Rectangle 255">
            <a:extLst>
              <a:ext uri="{FF2B5EF4-FFF2-40B4-BE49-F238E27FC236}">
                <a16:creationId xmlns:a16="http://schemas.microsoft.com/office/drawing/2014/main" id="{90EC0740-4B58-4786-864F-D6202316E36B}"/>
              </a:ext>
            </a:extLst>
          </p:cNvPr>
          <p:cNvSpPr>
            <a:spLocks noChangeArrowheads="1"/>
          </p:cNvSpPr>
          <p:nvPr userDrawn="1"/>
        </p:nvSpPr>
        <p:spPr bwMode="auto">
          <a:xfrm>
            <a:off x="6721980" y="489098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4" name="Rectangle 91">
            <a:extLst>
              <a:ext uri="{FF2B5EF4-FFF2-40B4-BE49-F238E27FC236}">
                <a16:creationId xmlns:a16="http://schemas.microsoft.com/office/drawing/2014/main" id="{6F4C6DA5-9C32-43AB-9B2B-D5F64DCD5B48}"/>
              </a:ext>
            </a:extLst>
          </p:cNvPr>
          <p:cNvSpPr>
            <a:spLocks noChangeArrowheads="1"/>
          </p:cNvSpPr>
          <p:nvPr userDrawn="1"/>
        </p:nvSpPr>
        <p:spPr bwMode="auto">
          <a:xfrm>
            <a:off x="7177412" y="18551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5" name="Rectangle 92">
            <a:extLst>
              <a:ext uri="{FF2B5EF4-FFF2-40B4-BE49-F238E27FC236}">
                <a16:creationId xmlns:a16="http://schemas.microsoft.com/office/drawing/2014/main" id="{2E98FFFB-1367-4885-A347-2B10A92AF779}"/>
              </a:ext>
            </a:extLst>
          </p:cNvPr>
          <p:cNvSpPr>
            <a:spLocks noChangeArrowheads="1"/>
          </p:cNvSpPr>
          <p:nvPr userDrawn="1"/>
        </p:nvSpPr>
        <p:spPr bwMode="auto">
          <a:xfrm>
            <a:off x="7631675" y="18551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6" name="Rectangle 118">
            <a:extLst>
              <a:ext uri="{FF2B5EF4-FFF2-40B4-BE49-F238E27FC236}">
                <a16:creationId xmlns:a16="http://schemas.microsoft.com/office/drawing/2014/main" id="{B0EE3A07-2F28-4D28-AD64-4E71640B185F}"/>
              </a:ext>
            </a:extLst>
          </p:cNvPr>
          <p:cNvSpPr>
            <a:spLocks noChangeArrowheads="1"/>
          </p:cNvSpPr>
          <p:nvPr userDrawn="1"/>
        </p:nvSpPr>
        <p:spPr bwMode="auto">
          <a:xfrm>
            <a:off x="7177412" y="23635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7" name="Rectangle 119">
            <a:extLst>
              <a:ext uri="{FF2B5EF4-FFF2-40B4-BE49-F238E27FC236}">
                <a16:creationId xmlns:a16="http://schemas.microsoft.com/office/drawing/2014/main" id="{CCE2A03B-C80B-42F1-9230-C10251D1238C}"/>
              </a:ext>
            </a:extLst>
          </p:cNvPr>
          <p:cNvSpPr>
            <a:spLocks noChangeArrowheads="1"/>
          </p:cNvSpPr>
          <p:nvPr userDrawn="1"/>
        </p:nvSpPr>
        <p:spPr bwMode="auto">
          <a:xfrm>
            <a:off x="7631675" y="23635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8" name="Rectangle 145">
            <a:extLst>
              <a:ext uri="{FF2B5EF4-FFF2-40B4-BE49-F238E27FC236}">
                <a16:creationId xmlns:a16="http://schemas.microsoft.com/office/drawing/2014/main" id="{87375277-0EF5-4601-B688-CC287F3E6A48}"/>
              </a:ext>
            </a:extLst>
          </p:cNvPr>
          <p:cNvSpPr>
            <a:spLocks noChangeArrowheads="1"/>
          </p:cNvSpPr>
          <p:nvPr userDrawn="1"/>
        </p:nvSpPr>
        <p:spPr bwMode="auto">
          <a:xfrm>
            <a:off x="7177412" y="28707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9" name="Rectangle 146">
            <a:extLst>
              <a:ext uri="{FF2B5EF4-FFF2-40B4-BE49-F238E27FC236}">
                <a16:creationId xmlns:a16="http://schemas.microsoft.com/office/drawing/2014/main" id="{19099545-7878-4215-9ADA-69237497B88B}"/>
              </a:ext>
            </a:extLst>
          </p:cNvPr>
          <p:cNvSpPr>
            <a:spLocks noChangeArrowheads="1"/>
          </p:cNvSpPr>
          <p:nvPr userDrawn="1"/>
        </p:nvSpPr>
        <p:spPr bwMode="auto">
          <a:xfrm>
            <a:off x="7631675" y="28707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0" name="Rectangle 172">
            <a:extLst>
              <a:ext uri="{FF2B5EF4-FFF2-40B4-BE49-F238E27FC236}">
                <a16:creationId xmlns:a16="http://schemas.microsoft.com/office/drawing/2014/main" id="{13AB64CA-71E8-4F3D-8A8F-48ADB8EE76DD}"/>
              </a:ext>
            </a:extLst>
          </p:cNvPr>
          <p:cNvSpPr>
            <a:spLocks noChangeArrowheads="1"/>
          </p:cNvSpPr>
          <p:nvPr userDrawn="1"/>
        </p:nvSpPr>
        <p:spPr bwMode="auto">
          <a:xfrm>
            <a:off x="7177412" y="337917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1" name="Rectangle 173">
            <a:extLst>
              <a:ext uri="{FF2B5EF4-FFF2-40B4-BE49-F238E27FC236}">
                <a16:creationId xmlns:a16="http://schemas.microsoft.com/office/drawing/2014/main" id="{E6E68EB4-8B4F-4659-85F0-F33EB0681EAB}"/>
              </a:ext>
            </a:extLst>
          </p:cNvPr>
          <p:cNvSpPr>
            <a:spLocks noChangeArrowheads="1"/>
          </p:cNvSpPr>
          <p:nvPr userDrawn="1"/>
        </p:nvSpPr>
        <p:spPr bwMode="auto">
          <a:xfrm>
            <a:off x="7631675" y="337917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2" name="Rectangle 199">
            <a:extLst>
              <a:ext uri="{FF2B5EF4-FFF2-40B4-BE49-F238E27FC236}">
                <a16:creationId xmlns:a16="http://schemas.microsoft.com/office/drawing/2014/main" id="{FD5D2EFE-78D7-47A0-B41B-A6D123F33258}"/>
              </a:ext>
            </a:extLst>
          </p:cNvPr>
          <p:cNvSpPr>
            <a:spLocks noChangeArrowheads="1"/>
          </p:cNvSpPr>
          <p:nvPr userDrawn="1"/>
        </p:nvSpPr>
        <p:spPr bwMode="auto">
          <a:xfrm>
            <a:off x="7177412" y="38875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3" name="Rectangle 200">
            <a:extLst>
              <a:ext uri="{FF2B5EF4-FFF2-40B4-BE49-F238E27FC236}">
                <a16:creationId xmlns:a16="http://schemas.microsoft.com/office/drawing/2014/main" id="{43DD1F99-EF92-4FA7-A688-DFB8CA0428A2}"/>
              </a:ext>
            </a:extLst>
          </p:cNvPr>
          <p:cNvSpPr>
            <a:spLocks noChangeArrowheads="1"/>
          </p:cNvSpPr>
          <p:nvPr userDrawn="1"/>
        </p:nvSpPr>
        <p:spPr bwMode="auto">
          <a:xfrm>
            <a:off x="7631675" y="38875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4" name="Rectangle 227">
            <a:extLst>
              <a:ext uri="{FF2B5EF4-FFF2-40B4-BE49-F238E27FC236}">
                <a16:creationId xmlns:a16="http://schemas.microsoft.com/office/drawing/2014/main" id="{61B66908-9A89-4CAA-82BB-1B0CBBA7121D}"/>
              </a:ext>
            </a:extLst>
          </p:cNvPr>
          <p:cNvSpPr>
            <a:spLocks noChangeArrowheads="1"/>
          </p:cNvSpPr>
          <p:nvPr userDrawn="1"/>
        </p:nvSpPr>
        <p:spPr bwMode="auto">
          <a:xfrm>
            <a:off x="7177413" y="43959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5" name="Rectangle 228">
            <a:extLst>
              <a:ext uri="{FF2B5EF4-FFF2-40B4-BE49-F238E27FC236}">
                <a16:creationId xmlns:a16="http://schemas.microsoft.com/office/drawing/2014/main" id="{A25ADF27-53D5-47C3-A679-6359C6A587B3}"/>
              </a:ext>
            </a:extLst>
          </p:cNvPr>
          <p:cNvSpPr>
            <a:spLocks noChangeArrowheads="1"/>
          </p:cNvSpPr>
          <p:nvPr userDrawn="1"/>
        </p:nvSpPr>
        <p:spPr bwMode="auto">
          <a:xfrm>
            <a:off x="7631676" y="43959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6" name="Rectangle 254">
            <a:extLst>
              <a:ext uri="{FF2B5EF4-FFF2-40B4-BE49-F238E27FC236}">
                <a16:creationId xmlns:a16="http://schemas.microsoft.com/office/drawing/2014/main" id="{3571E780-2740-4415-A8FC-0A7B70032679}"/>
              </a:ext>
            </a:extLst>
          </p:cNvPr>
          <p:cNvSpPr>
            <a:spLocks noChangeArrowheads="1"/>
          </p:cNvSpPr>
          <p:nvPr userDrawn="1"/>
        </p:nvSpPr>
        <p:spPr bwMode="auto">
          <a:xfrm>
            <a:off x="7177413" y="49031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7" name="Rectangle 255">
            <a:extLst>
              <a:ext uri="{FF2B5EF4-FFF2-40B4-BE49-F238E27FC236}">
                <a16:creationId xmlns:a16="http://schemas.microsoft.com/office/drawing/2014/main" id="{D4DFF327-57BB-4D9E-A2B7-F0DD5B949776}"/>
              </a:ext>
            </a:extLst>
          </p:cNvPr>
          <p:cNvSpPr>
            <a:spLocks noChangeArrowheads="1"/>
          </p:cNvSpPr>
          <p:nvPr userDrawn="1"/>
        </p:nvSpPr>
        <p:spPr bwMode="auto">
          <a:xfrm>
            <a:off x="7631676" y="49031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5" name="Rectangle 91">
            <a:extLst>
              <a:ext uri="{FF2B5EF4-FFF2-40B4-BE49-F238E27FC236}">
                <a16:creationId xmlns:a16="http://schemas.microsoft.com/office/drawing/2014/main" id="{8A3B7425-E369-4F53-BA6F-5242DA61BF30}"/>
              </a:ext>
            </a:extLst>
          </p:cNvPr>
          <p:cNvSpPr>
            <a:spLocks noChangeArrowheads="1"/>
          </p:cNvSpPr>
          <p:nvPr userDrawn="1"/>
        </p:nvSpPr>
        <p:spPr bwMode="auto">
          <a:xfrm>
            <a:off x="8087107" y="18551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6" name="Rectangle 92">
            <a:extLst>
              <a:ext uri="{FF2B5EF4-FFF2-40B4-BE49-F238E27FC236}">
                <a16:creationId xmlns:a16="http://schemas.microsoft.com/office/drawing/2014/main" id="{4E6A839F-6FCF-4E31-8BD0-E16864EEE062}"/>
              </a:ext>
            </a:extLst>
          </p:cNvPr>
          <p:cNvSpPr>
            <a:spLocks noChangeArrowheads="1"/>
          </p:cNvSpPr>
          <p:nvPr userDrawn="1"/>
        </p:nvSpPr>
        <p:spPr bwMode="auto">
          <a:xfrm>
            <a:off x="8541370" y="18551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7" name="Rectangle 118">
            <a:extLst>
              <a:ext uri="{FF2B5EF4-FFF2-40B4-BE49-F238E27FC236}">
                <a16:creationId xmlns:a16="http://schemas.microsoft.com/office/drawing/2014/main" id="{E30405E0-3BAF-415C-962D-57EEE5D59061}"/>
              </a:ext>
            </a:extLst>
          </p:cNvPr>
          <p:cNvSpPr>
            <a:spLocks noChangeArrowheads="1"/>
          </p:cNvSpPr>
          <p:nvPr userDrawn="1"/>
        </p:nvSpPr>
        <p:spPr bwMode="auto">
          <a:xfrm>
            <a:off x="8087107" y="23635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8" name="Rectangle 119">
            <a:extLst>
              <a:ext uri="{FF2B5EF4-FFF2-40B4-BE49-F238E27FC236}">
                <a16:creationId xmlns:a16="http://schemas.microsoft.com/office/drawing/2014/main" id="{2F0D6E87-BA13-4616-837F-44E6418D2BE9}"/>
              </a:ext>
            </a:extLst>
          </p:cNvPr>
          <p:cNvSpPr>
            <a:spLocks noChangeArrowheads="1"/>
          </p:cNvSpPr>
          <p:nvPr userDrawn="1"/>
        </p:nvSpPr>
        <p:spPr bwMode="auto">
          <a:xfrm>
            <a:off x="8541370" y="23635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9" name="Rectangle 145">
            <a:extLst>
              <a:ext uri="{FF2B5EF4-FFF2-40B4-BE49-F238E27FC236}">
                <a16:creationId xmlns:a16="http://schemas.microsoft.com/office/drawing/2014/main" id="{6E4DC2C7-60E2-4E39-A040-33E1148C84D5}"/>
              </a:ext>
            </a:extLst>
          </p:cNvPr>
          <p:cNvSpPr>
            <a:spLocks noChangeArrowheads="1"/>
          </p:cNvSpPr>
          <p:nvPr userDrawn="1"/>
        </p:nvSpPr>
        <p:spPr bwMode="auto">
          <a:xfrm>
            <a:off x="8087107" y="28707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0" name="Rectangle 146">
            <a:extLst>
              <a:ext uri="{FF2B5EF4-FFF2-40B4-BE49-F238E27FC236}">
                <a16:creationId xmlns:a16="http://schemas.microsoft.com/office/drawing/2014/main" id="{966097DC-FD1B-4AB8-9270-D63BF4F1A3CB}"/>
              </a:ext>
            </a:extLst>
          </p:cNvPr>
          <p:cNvSpPr>
            <a:spLocks noChangeArrowheads="1"/>
          </p:cNvSpPr>
          <p:nvPr userDrawn="1"/>
        </p:nvSpPr>
        <p:spPr bwMode="auto">
          <a:xfrm>
            <a:off x="8541370" y="28707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1" name="Rectangle 172">
            <a:extLst>
              <a:ext uri="{FF2B5EF4-FFF2-40B4-BE49-F238E27FC236}">
                <a16:creationId xmlns:a16="http://schemas.microsoft.com/office/drawing/2014/main" id="{F9963C2C-FE13-4B53-9E0A-33833EBFF4BC}"/>
              </a:ext>
            </a:extLst>
          </p:cNvPr>
          <p:cNvSpPr>
            <a:spLocks noChangeArrowheads="1"/>
          </p:cNvSpPr>
          <p:nvPr userDrawn="1"/>
        </p:nvSpPr>
        <p:spPr bwMode="auto">
          <a:xfrm>
            <a:off x="8087107" y="337917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2" name="Rectangle 173">
            <a:extLst>
              <a:ext uri="{FF2B5EF4-FFF2-40B4-BE49-F238E27FC236}">
                <a16:creationId xmlns:a16="http://schemas.microsoft.com/office/drawing/2014/main" id="{E25FDE01-0116-404D-AED3-856484360C6A}"/>
              </a:ext>
            </a:extLst>
          </p:cNvPr>
          <p:cNvSpPr>
            <a:spLocks noChangeArrowheads="1"/>
          </p:cNvSpPr>
          <p:nvPr userDrawn="1"/>
        </p:nvSpPr>
        <p:spPr bwMode="auto">
          <a:xfrm>
            <a:off x="8541370" y="337917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3" name="Rectangle 199">
            <a:extLst>
              <a:ext uri="{FF2B5EF4-FFF2-40B4-BE49-F238E27FC236}">
                <a16:creationId xmlns:a16="http://schemas.microsoft.com/office/drawing/2014/main" id="{6301786C-8F5C-45F8-9EBB-5C24E924F8FB}"/>
              </a:ext>
            </a:extLst>
          </p:cNvPr>
          <p:cNvSpPr>
            <a:spLocks noChangeArrowheads="1"/>
          </p:cNvSpPr>
          <p:nvPr userDrawn="1"/>
        </p:nvSpPr>
        <p:spPr bwMode="auto">
          <a:xfrm>
            <a:off x="8087107" y="38875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4" name="Rectangle 200">
            <a:extLst>
              <a:ext uri="{FF2B5EF4-FFF2-40B4-BE49-F238E27FC236}">
                <a16:creationId xmlns:a16="http://schemas.microsoft.com/office/drawing/2014/main" id="{5F732FBA-FE3A-4BD8-BBC1-9C523E6253B3}"/>
              </a:ext>
            </a:extLst>
          </p:cNvPr>
          <p:cNvSpPr>
            <a:spLocks noChangeArrowheads="1"/>
          </p:cNvSpPr>
          <p:nvPr userDrawn="1"/>
        </p:nvSpPr>
        <p:spPr bwMode="auto">
          <a:xfrm>
            <a:off x="8541370" y="38875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5" name="Rectangle 227">
            <a:extLst>
              <a:ext uri="{FF2B5EF4-FFF2-40B4-BE49-F238E27FC236}">
                <a16:creationId xmlns:a16="http://schemas.microsoft.com/office/drawing/2014/main" id="{C637BBAC-97AA-4D18-AA59-2A7536613F5A}"/>
              </a:ext>
            </a:extLst>
          </p:cNvPr>
          <p:cNvSpPr>
            <a:spLocks noChangeArrowheads="1"/>
          </p:cNvSpPr>
          <p:nvPr userDrawn="1"/>
        </p:nvSpPr>
        <p:spPr bwMode="auto">
          <a:xfrm>
            <a:off x="8087108" y="43959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6" name="Rectangle 228">
            <a:extLst>
              <a:ext uri="{FF2B5EF4-FFF2-40B4-BE49-F238E27FC236}">
                <a16:creationId xmlns:a16="http://schemas.microsoft.com/office/drawing/2014/main" id="{6065E043-00A0-4681-9A2D-6DCA1E6EF993}"/>
              </a:ext>
            </a:extLst>
          </p:cNvPr>
          <p:cNvSpPr>
            <a:spLocks noChangeArrowheads="1"/>
          </p:cNvSpPr>
          <p:nvPr userDrawn="1"/>
        </p:nvSpPr>
        <p:spPr bwMode="auto">
          <a:xfrm>
            <a:off x="8541371" y="43959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7" name="Rectangle 254">
            <a:extLst>
              <a:ext uri="{FF2B5EF4-FFF2-40B4-BE49-F238E27FC236}">
                <a16:creationId xmlns:a16="http://schemas.microsoft.com/office/drawing/2014/main" id="{CE169FB0-5491-4F5D-BC9E-C9846ADDC0B8}"/>
              </a:ext>
            </a:extLst>
          </p:cNvPr>
          <p:cNvSpPr>
            <a:spLocks noChangeArrowheads="1"/>
          </p:cNvSpPr>
          <p:nvPr userDrawn="1"/>
        </p:nvSpPr>
        <p:spPr bwMode="auto">
          <a:xfrm>
            <a:off x="8087108" y="49031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8" name="Rectangle 255">
            <a:extLst>
              <a:ext uri="{FF2B5EF4-FFF2-40B4-BE49-F238E27FC236}">
                <a16:creationId xmlns:a16="http://schemas.microsoft.com/office/drawing/2014/main" id="{2057D317-5E06-487E-8C29-ACF2FBFDAD7B}"/>
              </a:ext>
            </a:extLst>
          </p:cNvPr>
          <p:cNvSpPr>
            <a:spLocks noChangeArrowheads="1"/>
          </p:cNvSpPr>
          <p:nvPr userDrawn="1"/>
        </p:nvSpPr>
        <p:spPr bwMode="auto">
          <a:xfrm>
            <a:off x="8541371" y="49031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8652853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hank You">
    <p:bg>
      <p:bgPr>
        <a:solidFill>
          <a:schemeClr val="accent1"/>
        </a:solidFill>
        <a:effectLst/>
      </p:bgPr>
    </p:bg>
    <p:spTree>
      <p:nvGrpSpPr>
        <p:cNvPr id="1" name=""/>
        <p:cNvGrpSpPr/>
        <p:nvPr/>
      </p:nvGrpSpPr>
      <p:grpSpPr>
        <a:xfrm>
          <a:off x="0" y="0"/>
          <a:ext cx="0" cy="0"/>
          <a:chOff x="0" y="0"/>
          <a:chExt cx="0" cy="0"/>
        </a:xfrm>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3283"/>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3283"/>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3283"/>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38827"/>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38827"/>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3882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4553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45539"/>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225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2251"/>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577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50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6763"/>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nvGrpSpPr>
          <p:cNvPr id="7" name="Group 6">
            <a:extLst>
              <a:ext uri="{FF2B5EF4-FFF2-40B4-BE49-F238E27FC236}">
                <a16:creationId xmlns:a16="http://schemas.microsoft.com/office/drawing/2014/main" id="{27DA42D9-3528-406D-A6F9-46DF735F0B1B}"/>
              </a:ext>
            </a:extLst>
          </p:cNvPr>
          <p:cNvGrpSpPr/>
          <p:nvPr userDrawn="1"/>
        </p:nvGrpSpPr>
        <p:grpSpPr>
          <a:xfrm>
            <a:off x="354110" y="6402442"/>
            <a:ext cx="11480604" cy="109990"/>
            <a:chOff x="354110" y="6402442"/>
            <a:chExt cx="11480604" cy="109990"/>
          </a:xfrm>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
        <p:nvSpPr>
          <p:cNvPr id="2" name="Date Placeholder 1"/>
          <p:cNvSpPr>
            <a:spLocks noGrp="1"/>
          </p:cNvSpPr>
          <p:nvPr userDrawn="1">
            <p:ph type="dt" sz="half" idx="10"/>
          </p:nvPr>
        </p:nvSpPr>
        <p:spPr/>
        <p:txBody>
          <a:bodyPr/>
          <a:lstStyle/>
          <a:p>
            <a:fld id="{425404F2-BE9A-4460-8815-8F645183555F}" type="datetimeFigureOut">
              <a:rPr lang="en-US" smtClean="0"/>
              <a:pPr/>
              <a:t>7/13/2026</a:t>
            </a:fld>
            <a:endParaRPr lang="en-US"/>
          </a:p>
        </p:txBody>
      </p:sp>
      <p:sp>
        <p:nvSpPr>
          <p:cNvPr id="3" name="Footer Placeholder 2"/>
          <p:cNvSpPr>
            <a:spLocks noGrp="1"/>
          </p:cNvSpPr>
          <p:nvPr userDrawn="1">
            <p:ph type="ftr" sz="quarter" idx="11"/>
          </p:nvPr>
        </p:nvSpPr>
        <p:spPr/>
        <p:txBody>
          <a:bodyPr/>
          <a:lstStyle/>
          <a:p>
            <a:endParaRPr lang="en-US"/>
          </a:p>
        </p:txBody>
      </p:sp>
      <p:sp>
        <p:nvSpPr>
          <p:cNvPr id="4" name="Slide Number Placeholder 3"/>
          <p:cNvSpPr>
            <a:spLocks noGrp="1"/>
          </p:cNvSpPr>
          <p:nvPr userDrawn="1">
            <p:ph type="sldNum" sz="quarter" idx="12"/>
          </p:nvPr>
        </p:nvSpPr>
        <p:spPr/>
        <p:txBody>
          <a:bodyPr/>
          <a:lstStyle/>
          <a:p>
            <a:r>
              <a:rPr lang="en-US" dirty="0"/>
              <a:t>www.anubhavtrainings.com</a:t>
            </a:r>
          </a:p>
        </p:txBody>
      </p:sp>
      <p:grpSp>
        <p:nvGrpSpPr>
          <p:cNvPr id="618" name="Group 617">
            <a:extLst>
              <a:ext uri="{FF2B5EF4-FFF2-40B4-BE49-F238E27FC236}">
                <a16:creationId xmlns:a16="http://schemas.microsoft.com/office/drawing/2014/main" id="{B5B99429-15CB-4646-807F-6B01F4253B13}"/>
              </a:ext>
            </a:extLst>
          </p:cNvPr>
          <p:cNvGrpSpPr/>
          <p:nvPr userDrawn="1"/>
        </p:nvGrpSpPr>
        <p:grpSpPr>
          <a:xfrm>
            <a:off x="354110" y="5904602"/>
            <a:ext cx="11480604" cy="109990"/>
            <a:chOff x="354110" y="6402442"/>
            <a:chExt cx="11480604" cy="109990"/>
          </a:xfrm>
        </p:grpSpPr>
        <p:sp>
          <p:nvSpPr>
            <p:cNvPr id="619" name="Rectangle 59">
              <a:extLst>
                <a:ext uri="{FF2B5EF4-FFF2-40B4-BE49-F238E27FC236}">
                  <a16:creationId xmlns:a16="http://schemas.microsoft.com/office/drawing/2014/main" id="{624494D0-607C-4971-A357-ED99F45D7C21}"/>
                </a:ext>
              </a:extLst>
            </p:cNvPr>
            <p:cNvSpPr>
              <a:spLocks noChangeArrowheads="1"/>
            </p:cNvSpPr>
            <p:nvPr/>
          </p:nvSpPr>
          <p:spPr bwMode="auto">
            <a:xfrm>
              <a:off x="35411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60">
              <a:extLst>
                <a:ext uri="{FF2B5EF4-FFF2-40B4-BE49-F238E27FC236}">
                  <a16:creationId xmlns:a16="http://schemas.microsoft.com/office/drawing/2014/main" id="{22FD15BA-8E62-417D-8392-658E5E86C2FF}"/>
                </a:ext>
              </a:extLst>
            </p:cNvPr>
            <p:cNvSpPr>
              <a:spLocks noChangeArrowheads="1"/>
            </p:cNvSpPr>
            <p:nvPr/>
          </p:nvSpPr>
          <p:spPr bwMode="auto">
            <a:xfrm>
              <a:off x="80954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61">
              <a:extLst>
                <a:ext uri="{FF2B5EF4-FFF2-40B4-BE49-F238E27FC236}">
                  <a16:creationId xmlns:a16="http://schemas.microsoft.com/office/drawing/2014/main" id="{C665A07F-2AFB-49CF-8EE0-C81377FC2A54}"/>
                </a:ext>
              </a:extLst>
            </p:cNvPr>
            <p:cNvSpPr>
              <a:spLocks noChangeArrowheads="1"/>
            </p:cNvSpPr>
            <p:nvPr/>
          </p:nvSpPr>
          <p:spPr bwMode="auto">
            <a:xfrm>
              <a:off x="126380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62">
              <a:extLst>
                <a:ext uri="{FF2B5EF4-FFF2-40B4-BE49-F238E27FC236}">
                  <a16:creationId xmlns:a16="http://schemas.microsoft.com/office/drawing/2014/main" id="{74997C49-7ACC-4BCC-BC8D-58EBD77EE72A}"/>
                </a:ext>
              </a:extLst>
            </p:cNvPr>
            <p:cNvSpPr>
              <a:spLocks noChangeArrowheads="1"/>
            </p:cNvSpPr>
            <p:nvPr/>
          </p:nvSpPr>
          <p:spPr bwMode="auto">
            <a:xfrm>
              <a:off x="171923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63">
              <a:extLst>
                <a:ext uri="{FF2B5EF4-FFF2-40B4-BE49-F238E27FC236}">
                  <a16:creationId xmlns:a16="http://schemas.microsoft.com/office/drawing/2014/main" id="{E3CDD2FB-079B-43EA-89D5-5FD9D7644AC4}"/>
                </a:ext>
              </a:extLst>
            </p:cNvPr>
            <p:cNvSpPr>
              <a:spLocks noChangeArrowheads="1"/>
            </p:cNvSpPr>
            <p:nvPr/>
          </p:nvSpPr>
          <p:spPr bwMode="auto">
            <a:xfrm>
              <a:off x="217350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64">
              <a:extLst>
                <a:ext uri="{FF2B5EF4-FFF2-40B4-BE49-F238E27FC236}">
                  <a16:creationId xmlns:a16="http://schemas.microsoft.com/office/drawing/2014/main" id="{9C1479D9-3647-44C4-99E1-C660E2C8E306}"/>
                </a:ext>
              </a:extLst>
            </p:cNvPr>
            <p:cNvSpPr>
              <a:spLocks noChangeArrowheads="1"/>
            </p:cNvSpPr>
            <p:nvPr/>
          </p:nvSpPr>
          <p:spPr bwMode="auto">
            <a:xfrm>
              <a:off x="262893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65">
              <a:extLst>
                <a:ext uri="{FF2B5EF4-FFF2-40B4-BE49-F238E27FC236}">
                  <a16:creationId xmlns:a16="http://schemas.microsoft.com/office/drawing/2014/main" id="{AA8F3E10-CD9D-49C0-B0AE-24ABBF3BDC07}"/>
                </a:ext>
              </a:extLst>
            </p:cNvPr>
            <p:cNvSpPr>
              <a:spLocks noChangeArrowheads="1"/>
            </p:cNvSpPr>
            <p:nvPr/>
          </p:nvSpPr>
          <p:spPr bwMode="auto">
            <a:xfrm>
              <a:off x="3083197"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66">
              <a:extLst>
                <a:ext uri="{FF2B5EF4-FFF2-40B4-BE49-F238E27FC236}">
                  <a16:creationId xmlns:a16="http://schemas.microsoft.com/office/drawing/2014/main" id="{9C3B6F09-A4DD-4A26-B213-51E23205497E}"/>
                </a:ext>
              </a:extLst>
            </p:cNvPr>
            <p:cNvSpPr>
              <a:spLocks noChangeArrowheads="1"/>
            </p:cNvSpPr>
            <p:nvPr/>
          </p:nvSpPr>
          <p:spPr bwMode="auto">
            <a:xfrm>
              <a:off x="3538630"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67">
              <a:extLst>
                <a:ext uri="{FF2B5EF4-FFF2-40B4-BE49-F238E27FC236}">
                  <a16:creationId xmlns:a16="http://schemas.microsoft.com/office/drawing/2014/main" id="{2BA14941-5A2D-4CDB-9C2E-79C930D22256}"/>
                </a:ext>
              </a:extLst>
            </p:cNvPr>
            <p:cNvSpPr>
              <a:spLocks noChangeArrowheads="1"/>
            </p:cNvSpPr>
            <p:nvPr/>
          </p:nvSpPr>
          <p:spPr bwMode="auto">
            <a:xfrm>
              <a:off x="399289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68">
              <a:extLst>
                <a:ext uri="{FF2B5EF4-FFF2-40B4-BE49-F238E27FC236}">
                  <a16:creationId xmlns:a16="http://schemas.microsoft.com/office/drawing/2014/main" id="{6C5B2E84-85D6-4DD5-88FE-F8495F5E3CA2}"/>
                </a:ext>
              </a:extLst>
            </p:cNvPr>
            <p:cNvSpPr>
              <a:spLocks noChangeArrowheads="1"/>
            </p:cNvSpPr>
            <p:nvPr/>
          </p:nvSpPr>
          <p:spPr bwMode="auto">
            <a:xfrm>
              <a:off x="4448326"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69">
              <a:extLst>
                <a:ext uri="{FF2B5EF4-FFF2-40B4-BE49-F238E27FC236}">
                  <a16:creationId xmlns:a16="http://schemas.microsoft.com/office/drawing/2014/main" id="{1987B595-96EB-427F-8E00-533CBBEB5E66}"/>
                </a:ext>
              </a:extLst>
            </p:cNvPr>
            <p:cNvSpPr>
              <a:spLocks noChangeArrowheads="1"/>
            </p:cNvSpPr>
            <p:nvPr/>
          </p:nvSpPr>
          <p:spPr bwMode="auto">
            <a:xfrm>
              <a:off x="4902589"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70">
              <a:extLst>
                <a:ext uri="{FF2B5EF4-FFF2-40B4-BE49-F238E27FC236}">
                  <a16:creationId xmlns:a16="http://schemas.microsoft.com/office/drawing/2014/main" id="{99D33392-C824-498D-AF8A-7AF58A9F3321}"/>
                </a:ext>
              </a:extLst>
            </p:cNvPr>
            <p:cNvSpPr>
              <a:spLocks noChangeArrowheads="1"/>
            </p:cNvSpPr>
            <p:nvPr/>
          </p:nvSpPr>
          <p:spPr bwMode="auto">
            <a:xfrm>
              <a:off x="535802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71">
              <a:extLst>
                <a:ext uri="{FF2B5EF4-FFF2-40B4-BE49-F238E27FC236}">
                  <a16:creationId xmlns:a16="http://schemas.microsoft.com/office/drawing/2014/main" id="{6D1CAD59-FE6E-48A2-AE71-1BB80553F20C}"/>
                </a:ext>
              </a:extLst>
            </p:cNvPr>
            <p:cNvSpPr>
              <a:spLocks noChangeArrowheads="1"/>
            </p:cNvSpPr>
            <p:nvPr/>
          </p:nvSpPr>
          <p:spPr bwMode="auto">
            <a:xfrm>
              <a:off x="581228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72">
              <a:extLst>
                <a:ext uri="{FF2B5EF4-FFF2-40B4-BE49-F238E27FC236}">
                  <a16:creationId xmlns:a16="http://schemas.microsoft.com/office/drawing/2014/main" id="{BD936CE6-00F6-4CAF-A200-A693710C89B3}"/>
                </a:ext>
              </a:extLst>
            </p:cNvPr>
            <p:cNvSpPr>
              <a:spLocks noChangeArrowheads="1"/>
            </p:cNvSpPr>
            <p:nvPr/>
          </p:nvSpPr>
          <p:spPr bwMode="auto">
            <a:xfrm>
              <a:off x="626771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73">
              <a:extLst>
                <a:ext uri="{FF2B5EF4-FFF2-40B4-BE49-F238E27FC236}">
                  <a16:creationId xmlns:a16="http://schemas.microsoft.com/office/drawing/2014/main" id="{10329E52-6B3F-4897-BFBC-A6C4F2D26958}"/>
                </a:ext>
              </a:extLst>
            </p:cNvPr>
            <p:cNvSpPr>
              <a:spLocks noChangeArrowheads="1"/>
            </p:cNvSpPr>
            <p:nvPr/>
          </p:nvSpPr>
          <p:spPr bwMode="auto">
            <a:xfrm>
              <a:off x="672198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74">
              <a:extLst>
                <a:ext uri="{FF2B5EF4-FFF2-40B4-BE49-F238E27FC236}">
                  <a16:creationId xmlns:a16="http://schemas.microsoft.com/office/drawing/2014/main" id="{B9A5FD8E-2005-457D-B36F-5BD162CB6407}"/>
                </a:ext>
              </a:extLst>
            </p:cNvPr>
            <p:cNvSpPr>
              <a:spLocks noChangeArrowheads="1"/>
            </p:cNvSpPr>
            <p:nvPr/>
          </p:nvSpPr>
          <p:spPr bwMode="auto">
            <a:xfrm>
              <a:off x="717741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75">
              <a:extLst>
                <a:ext uri="{FF2B5EF4-FFF2-40B4-BE49-F238E27FC236}">
                  <a16:creationId xmlns:a16="http://schemas.microsoft.com/office/drawing/2014/main" id="{2C1FBF6B-A7C3-4F83-AD53-33D9E848D4A4}"/>
                </a:ext>
              </a:extLst>
            </p:cNvPr>
            <p:cNvSpPr>
              <a:spLocks noChangeArrowheads="1"/>
            </p:cNvSpPr>
            <p:nvPr/>
          </p:nvSpPr>
          <p:spPr bwMode="auto">
            <a:xfrm>
              <a:off x="7631676"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76">
              <a:extLst>
                <a:ext uri="{FF2B5EF4-FFF2-40B4-BE49-F238E27FC236}">
                  <a16:creationId xmlns:a16="http://schemas.microsoft.com/office/drawing/2014/main" id="{964A4B57-1B27-4010-9A9F-F2BCD2530127}"/>
                </a:ext>
              </a:extLst>
            </p:cNvPr>
            <p:cNvSpPr>
              <a:spLocks noChangeArrowheads="1"/>
            </p:cNvSpPr>
            <p:nvPr/>
          </p:nvSpPr>
          <p:spPr bwMode="auto">
            <a:xfrm>
              <a:off x="808710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77">
              <a:extLst>
                <a:ext uri="{FF2B5EF4-FFF2-40B4-BE49-F238E27FC236}">
                  <a16:creationId xmlns:a16="http://schemas.microsoft.com/office/drawing/2014/main" id="{D961087D-A1D8-48DD-8BD9-550D63557439}"/>
                </a:ext>
              </a:extLst>
            </p:cNvPr>
            <p:cNvSpPr>
              <a:spLocks noChangeArrowheads="1"/>
            </p:cNvSpPr>
            <p:nvPr/>
          </p:nvSpPr>
          <p:spPr bwMode="auto">
            <a:xfrm>
              <a:off x="854137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78">
              <a:extLst>
                <a:ext uri="{FF2B5EF4-FFF2-40B4-BE49-F238E27FC236}">
                  <a16:creationId xmlns:a16="http://schemas.microsoft.com/office/drawing/2014/main" id="{64FADA1C-663B-4FF6-8D80-B311B8ABCD02}"/>
                </a:ext>
              </a:extLst>
            </p:cNvPr>
            <p:cNvSpPr>
              <a:spLocks noChangeArrowheads="1"/>
            </p:cNvSpPr>
            <p:nvPr/>
          </p:nvSpPr>
          <p:spPr bwMode="auto">
            <a:xfrm>
              <a:off x="8996805"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79">
              <a:extLst>
                <a:ext uri="{FF2B5EF4-FFF2-40B4-BE49-F238E27FC236}">
                  <a16:creationId xmlns:a16="http://schemas.microsoft.com/office/drawing/2014/main" id="{E96330D1-4BBF-4D0A-B45F-77999C5C74D6}"/>
                </a:ext>
              </a:extLst>
            </p:cNvPr>
            <p:cNvSpPr>
              <a:spLocks noChangeArrowheads="1"/>
            </p:cNvSpPr>
            <p:nvPr/>
          </p:nvSpPr>
          <p:spPr bwMode="auto">
            <a:xfrm>
              <a:off x="9451068"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80">
              <a:extLst>
                <a:ext uri="{FF2B5EF4-FFF2-40B4-BE49-F238E27FC236}">
                  <a16:creationId xmlns:a16="http://schemas.microsoft.com/office/drawing/2014/main" id="{78AFE672-0739-4A26-8B51-D71BAD6A4326}"/>
                </a:ext>
              </a:extLst>
            </p:cNvPr>
            <p:cNvSpPr>
              <a:spLocks noChangeArrowheads="1"/>
            </p:cNvSpPr>
            <p:nvPr/>
          </p:nvSpPr>
          <p:spPr bwMode="auto">
            <a:xfrm>
              <a:off x="9906501"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81">
              <a:extLst>
                <a:ext uri="{FF2B5EF4-FFF2-40B4-BE49-F238E27FC236}">
                  <a16:creationId xmlns:a16="http://schemas.microsoft.com/office/drawing/2014/main" id="{AA3E4254-137D-4797-BF52-FAB6866F0F05}"/>
                </a:ext>
              </a:extLst>
            </p:cNvPr>
            <p:cNvSpPr>
              <a:spLocks noChangeArrowheads="1"/>
            </p:cNvSpPr>
            <p:nvPr/>
          </p:nvSpPr>
          <p:spPr bwMode="auto">
            <a:xfrm>
              <a:off x="1036076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82">
              <a:extLst>
                <a:ext uri="{FF2B5EF4-FFF2-40B4-BE49-F238E27FC236}">
                  <a16:creationId xmlns:a16="http://schemas.microsoft.com/office/drawing/2014/main" id="{81844ED9-0C33-41B9-8D6C-0C959F9E0F48}"/>
                </a:ext>
              </a:extLst>
            </p:cNvPr>
            <p:cNvSpPr>
              <a:spLocks noChangeArrowheads="1"/>
            </p:cNvSpPr>
            <p:nvPr/>
          </p:nvSpPr>
          <p:spPr bwMode="auto">
            <a:xfrm>
              <a:off x="1081619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83">
              <a:extLst>
                <a:ext uri="{FF2B5EF4-FFF2-40B4-BE49-F238E27FC236}">
                  <a16:creationId xmlns:a16="http://schemas.microsoft.com/office/drawing/2014/main" id="{69541354-1FEF-4A05-8852-E0866C02411F}"/>
                </a:ext>
              </a:extLst>
            </p:cNvPr>
            <p:cNvSpPr>
              <a:spLocks noChangeArrowheads="1"/>
            </p:cNvSpPr>
            <p:nvPr/>
          </p:nvSpPr>
          <p:spPr bwMode="auto">
            <a:xfrm>
              <a:off x="1127046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84">
              <a:extLst>
                <a:ext uri="{FF2B5EF4-FFF2-40B4-BE49-F238E27FC236}">
                  <a16:creationId xmlns:a16="http://schemas.microsoft.com/office/drawing/2014/main" id="{22323587-A6E2-4D2C-9D71-B6D0B4DAF0A2}"/>
                </a:ext>
              </a:extLst>
            </p:cNvPr>
            <p:cNvSpPr>
              <a:spLocks noChangeArrowheads="1"/>
            </p:cNvSpPr>
            <p:nvPr/>
          </p:nvSpPr>
          <p:spPr bwMode="auto">
            <a:xfrm>
              <a:off x="1172589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Tree>
    <p:extLst>
      <p:ext uri="{BB962C8B-B14F-4D97-AF65-F5344CB8AC3E}">
        <p14:creationId xmlns:p14="http://schemas.microsoft.com/office/powerpoint/2010/main" val="10021944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Images and Contents Layout">
    <p:spTree>
      <p:nvGrpSpPr>
        <p:cNvPr id="1" name=""/>
        <p:cNvGrpSpPr/>
        <p:nvPr/>
      </p:nvGrpSpPr>
      <p:grpSpPr>
        <a:xfrm>
          <a:off x="0" y="0"/>
          <a:ext cx="0" cy="0"/>
          <a:chOff x="0" y="0"/>
          <a:chExt cx="0" cy="0"/>
        </a:xfrm>
      </p:grpSpPr>
      <p:sp>
        <p:nvSpPr>
          <p:cNvPr id="4" name="Picture Placeholder 2"/>
          <p:cNvSpPr>
            <a:spLocks noGrp="1"/>
          </p:cNvSpPr>
          <p:nvPr>
            <p:ph type="pic" idx="1" hasCustomPrompt="1"/>
          </p:nvPr>
        </p:nvSpPr>
        <p:spPr>
          <a:xfrm>
            <a:off x="0" y="-1"/>
            <a:ext cx="12188825" cy="685799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265" indent="0">
              <a:buNone/>
              <a:defRPr sz="3732"/>
            </a:lvl2pPr>
            <a:lvl3pPr marL="1218529" indent="0">
              <a:buNone/>
              <a:defRPr sz="3198"/>
            </a:lvl3pPr>
            <a:lvl4pPr marL="1827794" indent="0">
              <a:buNone/>
              <a:defRPr sz="2665"/>
            </a:lvl4pPr>
            <a:lvl5pPr marL="2437060" indent="0">
              <a:buNone/>
              <a:defRPr sz="2665"/>
            </a:lvl5pPr>
            <a:lvl6pPr marL="3046324" indent="0">
              <a:buNone/>
              <a:defRPr sz="2665"/>
            </a:lvl6pPr>
            <a:lvl7pPr marL="3655589" indent="0">
              <a:buNone/>
              <a:defRPr sz="2665"/>
            </a:lvl7pPr>
            <a:lvl8pPr marL="4264853" indent="0">
              <a:buNone/>
              <a:defRPr sz="2665"/>
            </a:lvl8pPr>
            <a:lvl9pPr marL="4874118" indent="0">
              <a:buNone/>
              <a:defRPr sz="2665"/>
            </a:lvl9pPr>
          </a:lstStyle>
          <a:p>
            <a:r>
              <a:rPr lang="en-US" altLang="ko-KR" dirty="0"/>
              <a:t>Insert Your Image</a:t>
            </a:r>
            <a:endParaRPr lang="ko-KR" altLang="en-US" dirty="0"/>
          </a:p>
        </p:txBody>
      </p:sp>
    </p:spTree>
    <p:extLst>
      <p:ext uri="{BB962C8B-B14F-4D97-AF65-F5344CB8AC3E}">
        <p14:creationId xmlns:p14="http://schemas.microsoft.com/office/powerpoint/2010/main" val="1448418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2_Full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E11C3564-CF67-FE45-A9E2-4B3C230C88D2}"/>
              </a:ext>
            </a:extLst>
          </p:cNvPr>
          <p:cNvSpPr>
            <a:spLocks noGrp="1"/>
          </p:cNvSpPr>
          <p:nvPr>
            <p:ph type="pic" sz="quarter" idx="14"/>
          </p:nvPr>
        </p:nvSpPr>
        <p:spPr>
          <a:xfrm>
            <a:off x="0" y="-1"/>
            <a:ext cx="12188825" cy="3429001"/>
          </a:xfrm>
          <a:prstGeom prst="rect">
            <a:avLst/>
          </a:prstGeom>
          <a:solidFill>
            <a:schemeClr val="bg1">
              <a:lumMod val="95000"/>
            </a:schemeClr>
          </a:solidFill>
        </p:spPr>
        <p:txBody>
          <a:bodyPr>
            <a:normAutofit/>
          </a:bodyPr>
          <a:lstStyle>
            <a:lvl1pPr>
              <a:defRPr sz="1051"/>
            </a:lvl1pPr>
          </a:lstStyle>
          <a:p>
            <a:endParaRPr lang="en-US" dirty="0"/>
          </a:p>
        </p:txBody>
      </p:sp>
    </p:spTree>
    <p:extLst>
      <p:ext uri="{BB962C8B-B14F-4D97-AF65-F5344CB8AC3E}">
        <p14:creationId xmlns:p14="http://schemas.microsoft.com/office/powerpoint/2010/main" val="3644077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441" y="274639"/>
            <a:ext cx="10969943" cy="711081"/>
          </a:xfrm>
          <a:prstGeom prst="rect">
            <a:avLst/>
          </a:prstGeom>
        </p:spPr>
        <p:txBody>
          <a:bodyPr vert="horz" lIns="0" tIns="60949" rIns="0" bIns="60949" rtlCol="0" anchor="ctr">
            <a:normAutofit/>
          </a:bodyPr>
          <a:lstStyle/>
          <a:p>
            <a:r>
              <a:rPr lang="en-US" dirty="0"/>
              <a:t>Click to edit Master title style</a:t>
            </a:r>
          </a:p>
        </p:txBody>
      </p:sp>
      <p:sp>
        <p:nvSpPr>
          <p:cNvPr id="3" name="Text Placeholder 2"/>
          <p:cNvSpPr>
            <a:spLocks noGrp="1"/>
          </p:cNvSpPr>
          <p:nvPr>
            <p:ph type="body" idx="1"/>
          </p:nvPr>
        </p:nvSpPr>
        <p:spPr>
          <a:xfrm>
            <a:off x="609441" y="1138425"/>
            <a:ext cx="10969943" cy="4987739"/>
          </a:xfrm>
          <a:prstGeom prst="rect">
            <a:avLst/>
          </a:prstGeom>
        </p:spPr>
        <p:txBody>
          <a:bodyPr vert="horz" lIns="0" tIns="60949" rIns="0" bIns="60949"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441" y="6356351"/>
            <a:ext cx="2844059" cy="365125"/>
          </a:xfrm>
          <a:prstGeom prst="rect">
            <a:avLst/>
          </a:prstGeom>
        </p:spPr>
        <p:txBody>
          <a:bodyPr vert="horz" lIns="0" tIns="60949" rIns="0" bIns="60949" rtlCol="0" anchor="ctr"/>
          <a:lstStyle>
            <a:lvl1pPr algn="l">
              <a:defRPr sz="1600">
                <a:solidFill>
                  <a:schemeClr val="tx1">
                    <a:tint val="75000"/>
                  </a:schemeClr>
                </a:solidFill>
              </a:defRPr>
            </a:lvl1pPr>
          </a:lstStyle>
          <a:p>
            <a:fld id="{425404F2-BE9A-4460-8815-8F645183555F}" type="datetimeFigureOut">
              <a:rPr lang="en-US" smtClean="0"/>
              <a:pPr/>
              <a:t>7/13/2026</a:t>
            </a:fld>
            <a:endParaRPr lang="en-US"/>
          </a:p>
        </p:txBody>
      </p:sp>
      <p:sp>
        <p:nvSpPr>
          <p:cNvPr id="5" name="Footer Placeholder 4"/>
          <p:cNvSpPr>
            <a:spLocks noGrp="1"/>
          </p:cNvSpPr>
          <p:nvPr>
            <p:ph type="ftr" sz="quarter" idx="3"/>
          </p:nvPr>
        </p:nvSpPr>
        <p:spPr>
          <a:xfrm>
            <a:off x="4164515" y="6356351"/>
            <a:ext cx="3859795" cy="365125"/>
          </a:xfrm>
          <a:prstGeom prst="rect">
            <a:avLst/>
          </a:prstGeom>
        </p:spPr>
        <p:txBody>
          <a:bodyPr vert="horz" lIns="0" tIns="60949" rIns="0" bIns="60949" rtlCol="0" anchor="ctr"/>
          <a:lstStyle>
            <a:lvl1pPr algn="ctr">
              <a:defRPr sz="16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5325" y="6356351"/>
            <a:ext cx="2844059" cy="365125"/>
          </a:xfrm>
          <a:prstGeom prst="rect">
            <a:avLst/>
          </a:prstGeom>
        </p:spPr>
        <p:txBody>
          <a:bodyPr vert="horz" lIns="0" tIns="60949" rIns="0" bIns="60949" rtlCol="0" anchor="ctr"/>
          <a:lstStyle>
            <a:lvl1pPr algn="r">
              <a:defRPr sz="1600">
                <a:solidFill>
                  <a:schemeClr val="tx1">
                    <a:tint val="75000"/>
                  </a:schemeClr>
                </a:solidFill>
              </a:defRPr>
            </a:lvl1pPr>
          </a:lstStyle>
          <a:p>
            <a:r>
              <a:rPr lang="en-US" dirty="0"/>
              <a:t>www.anubhavtrainings.com</a:t>
            </a:r>
          </a:p>
        </p:txBody>
      </p:sp>
      <p:pic>
        <p:nvPicPr>
          <p:cNvPr id="7" name="Picture 4">
            <a:extLst>
              <a:ext uri="{FF2B5EF4-FFF2-40B4-BE49-F238E27FC236}">
                <a16:creationId xmlns:a16="http://schemas.microsoft.com/office/drawing/2014/main" id="{3DEB2B14-6477-2927-E581-527B2BB61E12}"/>
              </a:ext>
            </a:extLst>
          </p:cNvPr>
          <p:cNvPicPr>
            <a:picLocks noChangeAspect="1" noChangeArrowheads="1"/>
          </p:cNvPicPr>
          <p:nvPr userDrawn="1"/>
        </p:nvPicPr>
        <p:blipFill>
          <a:blip r:embed="rId13" cstate="print">
            <a:extLst>
              <a:ext uri="{28A0092B-C50C-407E-A947-70E740481C1C}">
                <a14:useLocalDpi xmlns:a14="http://schemas.microsoft.com/office/drawing/2010/main" val="0"/>
              </a:ext>
            </a:extLst>
          </a:blip>
          <a:srcRect/>
          <a:stretch>
            <a:fillRect/>
          </a:stretch>
        </p:blipFill>
        <p:spPr bwMode="auto">
          <a:xfrm>
            <a:off x="11350996" y="78420"/>
            <a:ext cx="652887" cy="6448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74508044"/>
      </p:ext>
    </p:extLst>
  </p:cSld>
  <p:clrMap bg1="lt1" tx1="dk1" bg2="lt2" tx2="dk2" accent1="accent1" accent2="accent2" accent3="accent3" accent4="accent4" accent5="accent5" accent6="accent6" hlink="hlink" folHlink="folHlink"/>
  <p:sldLayoutIdLst>
    <p:sldLayoutId id="2147483661" r:id="rId1"/>
    <p:sldLayoutId id="2147483664" r:id="rId2"/>
    <p:sldLayoutId id="2147483663" r:id="rId3"/>
    <p:sldLayoutId id="2147483666" r:id="rId4"/>
    <p:sldLayoutId id="2147483668" r:id="rId5"/>
    <p:sldLayoutId id="2147483669" r:id="rId6"/>
    <p:sldLayoutId id="2147483667" r:id="rId7"/>
    <p:sldLayoutId id="2147483670" r:id="rId8"/>
    <p:sldLayoutId id="2147483665" r:id="rId9"/>
    <p:sldLayoutId id="2147483671" r:id="rId10"/>
    <p:sldLayoutId id="2147483672" r:id="rId11"/>
  </p:sldLayoutIdLst>
  <p:txStyles>
    <p:titleStyle>
      <a:lvl1pPr algn="l" defTabSz="1218987" rtl="0" eaLnBrk="1" latinLnBrk="0" hangingPunct="1">
        <a:spcBef>
          <a:spcPct val="0"/>
        </a:spcBef>
        <a:buNone/>
        <a:defRPr sz="3600" b="1" kern="1200">
          <a:solidFill>
            <a:schemeClr val="tx1"/>
          </a:solidFill>
          <a:latin typeface="+mn-lt"/>
          <a:ea typeface="+mj-ea"/>
          <a:cs typeface="+mj-cs"/>
        </a:defRPr>
      </a:lvl1pPr>
    </p:titleStyle>
    <p:bodyStyle>
      <a:lvl1pPr marL="457120" indent="-457120" algn="l" defTabSz="1218987" rtl="0" eaLnBrk="1" latinLnBrk="0" hangingPunct="1">
        <a:spcBef>
          <a:spcPct val="20000"/>
        </a:spcBef>
        <a:buFont typeface="Arial" pitchFamily="34" charset="0"/>
        <a:buChar char="•"/>
        <a:defRPr sz="3600" kern="1200">
          <a:solidFill>
            <a:schemeClr val="tx1"/>
          </a:solidFill>
          <a:latin typeface="+mj-lt"/>
          <a:ea typeface="+mn-ea"/>
          <a:cs typeface="+mn-cs"/>
        </a:defRPr>
      </a:lvl1pPr>
      <a:lvl2pPr marL="990427" indent="-380933" algn="l" defTabSz="1218987" rtl="0" eaLnBrk="1" latinLnBrk="0" hangingPunct="1">
        <a:spcBef>
          <a:spcPct val="20000"/>
        </a:spcBef>
        <a:buFont typeface="Arial" pitchFamily="34" charset="0"/>
        <a:buChar char="–"/>
        <a:defRPr sz="3200" kern="1200">
          <a:solidFill>
            <a:schemeClr val="tx1"/>
          </a:solidFill>
          <a:latin typeface="+mj-lt"/>
          <a:ea typeface="+mn-ea"/>
          <a:cs typeface="+mn-cs"/>
        </a:defRPr>
      </a:lvl2pPr>
      <a:lvl3pPr marL="1523733" indent="-304747" algn="l" defTabSz="1218987" rtl="0" eaLnBrk="1" latinLnBrk="0" hangingPunct="1">
        <a:spcBef>
          <a:spcPct val="20000"/>
        </a:spcBef>
        <a:buFont typeface="Arial" pitchFamily="34" charset="0"/>
        <a:buChar char="•"/>
        <a:defRPr sz="2400" kern="1200">
          <a:solidFill>
            <a:schemeClr val="tx1"/>
          </a:solidFill>
          <a:latin typeface="+mj-lt"/>
          <a:ea typeface="+mn-ea"/>
          <a:cs typeface="+mn-cs"/>
        </a:defRPr>
      </a:lvl3pPr>
      <a:lvl4pPr marL="2133227"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4pPr>
      <a:lvl5pPr marL="2742720"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p:bodyStyle>
    <p:other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customXml" Target="../ink/ink1.xml"/><Relationship Id="rId1" Type="http://schemas.openxmlformats.org/officeDocument/2006/relationships/slideLayout" Target="../slideLayouts/slideLayout2.xml"/><Relationship Id="rId177" Type="http://schemas.openxmlformats.org/officeDocument/2006/relationships/image" Target="../media/image217.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https://github.com/soyuztechnologies/SAP_BTP_Training_CLD200/blob/master/Day%203/01%20db.zip"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customXml" Target="../ink/ink2.xml"/><Relationship Id="rId2" Type="http://schemas.openxmlformats.org/officeDocument/2006/relationships/hyperlink" Target="https://github.com/soyuztechnologies/SAP_BTP_Training_CLD200/blob/master/Day%203/01%20db/01db/CDSViews.cds" TargetMode="External"/><Relationship Id="rId1" Type="http://schemas.openxmlformats.org/officeDocument/2006/relationships/slideLayout" Target="../slideLayouts/slideLayout2.xml"/><Relationship Id="rId4" Type="http://schemas.openxmlformats.org/officeDocument/2006/relationships/image" Target="../media/image217.png"/></Relationships>
</file>

<file path=ppt/slides/_rels/slide8.xml.rels><?xml version="1.0" encoding="UTF-8" standalone="yes"?>
<Relationships xmlns="http://schemas.openxmlformats.org/package/2006/relationships"><Relationship Id="rId117" Type="http://schemas.openxmlformats.org/officeDocument/2006/relationships/image" Target="../media/image62.png"/><Relationship Id="rId21" Type="http://schemas.openxmlformats.org/officeDocument/2006/relationships/image" Target="../media/image14.png"/><Relationship Id="rId42" Type="http://schemas.openxmlformats.org/officeDocument/2006/relationships/customXml" Target="../ink/ink23.xml"/><Relationship Id="rId63" Type="http://schemas.openxmlformats.org/officeDocument/2006/relationships/image" Target="../media/image35.png"/><Relationship Id="rId84" Type="http://schemas.openxmlformats.org/officeDocument/2006/relationships/customXml" Target="../ink/ink44.xml"/><Relationship Id="rId138" Type="http://schemas.openxmlformats.org/officeDocument/2006/relationships/customXml" Target="../ink/ink71.xml"/><Relationship Id="rId107" Type="http://schemas.openxmlformats.org/officeDocument/2006/relationships/image" Target="../media/image57.png"/><Relationship Id="rId11" Type="http://schemas.openxmlformats.org/officeDocument/2006/relationships/image" Target="../media/image9.png"/><Relationship Id="rId32" Type="http://schemas.openxmlformats.org/officeDocument/2006/relationships/customXml" Target="../ink/ink18.xml"/><Relationship Id="rId53" Type="http://schemas.openxmlformats.org/officeDocument/2006/relationships/image" Target="../media/image30.png"/><Relationship Id="rId74" Type="http://schemas.openxmlformats.org/officeDocument/2006/relationships/customXml" Target="../ink/ink39.xml"/><Relationship Id="rId128" Type="http://schemas.openxmlformats.org/officeDocument/2006/relationships/customXml" Target="../ink/ink66.xml"/><Relationship Id="rId5" Type="http://schemas.openxmlformats.org/officeDocument/2006/relationships/image" Target="../media/image6.png"/><Relationship Id="rId90" Type="http://schemas.openxmlformats.org/officeDocument/2006/relationships/customXml" Target="../ink/ink47.xml"/><Relationship Id="rId95" Type="http://schemas.openxmlformats.org/officeDocument/2006/relationships/image" Target="../media/image51.png"/><Relationship Id="rId22" Type="http://schemas.openxmlformats.org/officeDocument/2006/relationships/customXml" Target="../ink/ink13.xml"/><Relationship Id="rId27" Type="http://schemas.openxmlformats.org/officeDocument/2006/relationships/image" Target="../media/image17.png"/><Relationship Id="rId43" Type="http://schemas.openxmlformats.org/officeDocument/2006/relationships/image" Target="../media/image25.png"/><Relationship Id="rId48" Type="http://schemas.openxmlformats.org/officeDocument/2006/relationships/customXml" Target="../ink/ink26.xml"/><Relationship Id="rId64" Type="http://schemas.openxmlformats.org/officeDocument/2006/relationships/customXml" Target="../ink/ink34.xml"/><Relationship Id="rId69" Type="http://schemas.openxmlformats.org/officeDocument/2006/relationships/image" Target="../media/image38.png"/><Relationship Id="rId113" Type="http://schemas.openxmlformats.org/officeDocument/2006/relationships/image" Target="../media/image60.png"/><Relationship Id="rId118" Type="http://schemas.openxmlformats.org/officeDocument/2006/relationships/customXml" Target="../ink/ink61.xml"/><Relationship Id="rId134" Type="http://schemas.openxmlformats.org/officeDocument/2006/relationships/customXml" Target="../ink/ink69.xml"/><Relationship Id="rId139" Type="http://schemas.openxmlformats.org/officeDocument/2006/relationships/image" Target="../media/image73.png"/><Relationship Id="rId80" Type="http://schemas.openxmlformats.org/officeDocument/2006/relationships/customXml" Target="../ink/ink42.xml"/><Relationship Id="rId85" Type="http://schemas.openxmlformats.org/officeDocument/2006/relationships/image" Target="../media/image46.png"/><Relationship Id="rId12" Type="http://schemas.openxmlformats.org/officeDocument/2006/relationships/customXml" Target="../ink/ink8.xml"/><Relationship Id="rId17" Type="http://schemas.openxmlformats.org/officeDocument/2006/relationships/image" Target="../media/image12.png"/><Relationship Id="rId33" Type="http://schemas.openxmlformats.org/officeDocument/2006/relationships/image" Target="../media/image20.png"/><Relationship Id="rId38" Type="http://schemas.openxmlformats.org/officeDocument/2006/relationships/customXml" Target="../ink/ink21.xml"/><Relationship Id="rId59" Type="http://schemas.openxmlformats.org/officeDocument/2006/relationships/image" Target="../media/image33.png"/><Relationship Id="rId103" Type="http://schemas.openxmlformats.org/officeDocument/2006/relationships/image" Target="../media/image55.png"/><Relationship Id="rId108" Type="http://schemas.openxmlformats.org/officeDocument/2006/relationships/customXml" Target="../ink/ink56.xml"/><Relationship Id="rId124" Type="http://schemas.openxmlformats.org/officeDocument/2006/relationships/customXml" Target="../ink/ink64.xml"/><Relationship Id="rId129" Type="http://schemas.openxmlformats.org/officeDocument/2006/relationships/image" Target="../media/image68.png"/><Relationship Id="rId54" Type="http://schemas.openxmlformats.org/officeDocument/2006/relationships/customXml" Target="../ink/ink29.xml"/><Relationship Id="rId70" Type="http://schemas.openxmlformats.org/officeDocument/2006/relationships/customXml" Target="../ink/ink37.xml"/><Relationship Id="rId75" Type="http://schemas.openxmlformats.org/officeDocument/2006/relationships/image" Target="../media/image41.png"/><Relationship Id="rId91" Type="http://schemas.openxmlformats.org/officeDocument/2006/relationships/image" Target="../media/image49.png"/><Relationship Id="rId96" Type="http://schemas.openxmlformats.org/officeDocument/2006/relationships/customXml" Target="../ink/ink50.xml"/><Relationship Id="rId140" Type="http://schemas.openxmlformats.org/officeDocument/2006/relationships/customXml" Target="../ink/ink72.xml"/><Relationship Id="rId145" Type="http://schemas.openxmlformats.org/officeDocument/2006/relationships/image" Target="../media/image76.png"/><Relationship Id="rId1" Type="http://schemas.openxmlformats.org/officeDocument/2006/relationships/slideLayout" Target="../slideLayouts/slideLayout2.xml"/><Relationship Id="rId6" Type="http://schemas.openxmlformats.org/officeDocument/2006/relationships/customXml" Target="../ink/ink5.xml"/><Relationship Id="rId23" Type="http://schemas.openxmlformats.org/officeDocument/2006/relationships/image" Target="../media/image15.png"/><Relationship Id="rId28" Type="http://schemas.openxmlformats.org/officeDocument/2006/relationships/customXml" Target="../ink/ink16.xml"/><Relationship Id="rId49" Type="http://schemas.openxmlformats.org/officeDocument/2006/relationships/image" Target="../media/image28.png"/><Relationship Id="rId114" Type="http://schemas.openxmlformats.org/officeDocument/2006/relationships/customXml" Target="../ink/ink59.xml"/><Relationship Id="rId119" Type="http://schemas.openxmlformats.org/officeDocument/2006/relationships/image" Target="../media/image63.png"/><Relationship Id="rId44" Type="http://schemas.openxmlformats.org/officeDocument/2006/relationships/customXml" Target="../ink/ink24.xml"/><Relationship Id="rId60" Type="http://schemas.openxmlformats.org/officeDocument/2006/relationships/customXml" Target="../ink/ink32.xml"/><Relationship Id="rId65" Type="http://schemas.openxmlformats.org/officeDocument/2006/relationships/image" Target="../media/image36.png"/><Relationship Id="rId81" Type="http://schemas.openxmlformats.org/officeDocument/2006/relationships/image" Target="../media/image44.png"/><Relationship Id="rId86" Type="http://schemas.openxmlformats.org/officeDocument/2006/relationships/customXml" Target="../ink/ink45.xml"/><Relationship Id="rId130" Type="http://schemas.openxmlformats.org/officeDocument/2006/relationships/customXml" Target="../ink/ink67.xml"/><Relationship Id="rId135" Type="http://schemas.openxmlformats.org/officeDocument/2006/relationships/image" Target="../media/image71.png"/><Relationship Id="rId13" Type="http://schemas.openxmlformats.org/officeDocument/2006/relationships/image" Target="../media/image10.png"/><Relationship Id="rId18" Type="http://schemas.openxmlformats.org/officeDocument/2006/relationships/customXml" Target="../ink/ink11.xml"/><Relationship Id="rId39" Type="http://schemas.openxmlformats.org/officeDocument/2006/relationships/image" Target="../media/image23.png"/><Relationship Id="rId109" Type="http://schemas.openxmlformats.org/officeDocument/2006/relationships/image" Target="../media/image58.png"/><Relationship Id="rId34" Type="http://schemas.openxmlformats.org/officeDocument/2006/relationships/customXml" Target="../ink/ink19.xml"/><Relationship Id="rId50" Type="http://schemas.openxmlformats.org/officeDocument/2006/relationships/customXml" Target="../ink/ink27.xml"/><Relationship Id="rId55" Type="http://schemas.openxmlformats.org/officeDocument/2006/relationships/image" Target="../media/image31.png"/><Relationship Id="rId76" Type="http://schemas.openxmlformats.org/officeDocument/2006/relationships/customXml" Target="../ink/ink40.xml"/><Relationship Id="rId97" Type="http://schemas.openxmlformats.org/officeDocument/2006/relationships/image" Target="../media/image52.png"/><Relationship Id="rId104" Type="http://schemas.openxmlformats.org/officeDocument/2006/relationships/customXml" Target="../ink/ink54.xml"/><Relationship Id="rId120" Type="http://schemas.openxmlformats.org/officeDocument/2006/relationships/customXml" Target="../ink/ink62.xml"/><Relationship Id="rId125" Type="http://schemas.openxmlformats.org/officeDocument/2006/relationships/image" Target="../media/image66.png"/><Relationship Id="rId141" Type="http://schemas.openxmlformats.org/officeDocument/2006/relationships/image" Target="../media/image74.png"/><Relationship Id="rId146" Type="http://schemas.openxmlformats.org/officeDocument/2006/relationships/customXml" Target="../ink/ink75.xml"/><Relationship Id="rId7" Type="http://schemas.openxmlformats.org/officeDocument/2006/relationships/image" Target="../media/image7.png"/><Relationship Id="rId71" Type="http://schemas.openxmlformats.org/officeDocument/2006/relationships/image" Target="../media/image39.png"/><Relationship Id="rId92" Type="http://schemas.openxmlformats.org/officeDocument/2006/relationships/customXml" Target="../ink/ink48.xml"/><Relationship Id="rId2" Type="http://schemas.openxmlformats.org/officeDocument/2006/relationships/customXml" Target="../ink/ink3.xml"/><Relationship Id="rId29" Type="http://schemas.openxmlformats.org/officeDocument/2006/relationships/image" Target="../media/image18.png"/><Relationship Id="rId24" Type="http://schemas.openxmlformats.org/officeDocument/2006/relationships/customXml" Target="../ink/ink14.xml"/><Relationship Id="rId40" Type="http://schemas.openxmlformats.org/officeDocument/2006/relationships/customXml" Target="../ink/ink22.xml"/><Relationship Id="rId45" Type="http://schemas.openxmlformats.org/officeDocument/2006/relationships/image" Target="../media/image26.png"/><Relationship Id="rId66" Type="http://schemas.openxmlformats.org/officeDocument/2006/relationships/customXml" Target="../ink/ink35.xml"/><Relationship Id="rId87" Type="http://schemas.openxmlformats.org/officeDocument/2006/relationships/image" Target="../media/image47.png"/><Relationship Id="rId110" Type="http://schemas.openxmlformats.org/officeDocument/2006/relationships/customXml" Target="../ink/ink57.xml"/><Relationship Id="rId115" Type="http://schemas.openxmlformats.org/officeDocument/2006/relationships/image" Target="../media/image61.png"/><Relationship Id="rId131" Type="http://schemas.openxmlformats.org/officeDocument/2006/relationships/image" Target="../media/image69.png"/><Relationship Id="rId136" Type="http://schemas.openxmlformats.org/officeDocument/2006/relationships/customXml" Target="../ink/ink70.xml"/><Relationship Id="rId61" Type="http://schemas.openxmlformats.org/officeDocument/2006/relationships/image" Target="../media/image34.png"/><Relationship Id="rId82" Type="http://schemas.openxmlformats.org/officeDocument/2006/relationships/customXml" Target="../ink/ink43.xml"/><Relationship Id="rId19" Type="http://schemas.openxmlformats.org/officeDocument/2006/relationships/image" Target="../media/image13.png"/><Relationship Id="rId14" Type="http://schemas.openxmlformats.org/officeDocument/2006/relationships/customXml" Target="../ink/ink9.xml"/><Relationship Id="rId30" Type="http://schemas.openxmlformats.org/officeDocument/2006/relationships/customXml" Target="../ink/ink17.xml"/><Relationship Id="rId35" Type="http://schemas.openxmlformats.org/officeDocument/2006/relationships/image" Target="../media/image21.png"/><Relationship Id="rId56" Type="http://schemas.openxmlformats.org/officeDocument/2006/relationships/customXml" Target="../ink/ink30.xml"/><Relationship Id="rId77" Type="http://schemas.openxmlformats.org/officeDocument/2006/relationships/image" Target="../media/image42.png"/><Relationship Id="rId100" Type="http://schemas.openxmlformats.org/officeDocument/2006/relationships/customXml" Target="../ink/ink52.xml"/><Relationship Id="rId105" Type="http://schemas.openxmlformats.org/officeDocument/2006/relationships/image" Target="../media/image56.png"/><Relationship Id="rId126" Type="http://schemas.openxmlformats.org/officeDocument/2006/relationships/customXml" Target="../ink/ink65.xml"/><Relationship Id="rId147" Type="http://schemas.openxmlformats.org/officeDocument/2006/relationships/image" Target="../media/image77.png"/><Relationship Id="rId8" Type="http://schemas.openxmlformats.org/officeDocument/2006/relationships/customXml" Target="../ink/ink6.xml"/><Relationship Id="rId51" Type="http://schemas.openxmlformats.org/officeDocument/2006/relationships/image" Target="../media/image29.png"/><Relationship Id="rId72" Type="http://schemas.openxmlformats.org/officeDocument/2006/relationships/customXml" Target="../ink/ink38.xml"/><Relationship Id="rId93" Type="http://schemas.openxmlformats.org/officeDocument/2006/relationships/image" Target="../media/image50.png"/><Relationship Id="rId98" Type="http://schemas.openxmlformats.org/officeDocument/2006/relationships/customXml" Target="../ink/ink51.xml"/><Relationship Id="rId121" Type="http://schemas.openxmlformats.org/officeDocument/2006/relationships/image" Target="../media/image64.png"/><Relationship Id="rId142" Type="http://schemas.openxmlformats.org/officeDocument/2006/relationships/customXml" Target="../ink/ink73.xml"/><Relationship Id="rId3" Type="http://schemas.openxmlformats.org/officeDocument/2006/relationships/image" Target="../media/image5.png"/><Relationship Id="rId25" Type="http://schemas.openxmlformats.org/officeDocument/2006/relationships/image" Target="../media/image16.png"/><Relationship Id="rId46" Type="http://schemas.openxmlformats.org/officeDocument/2006/relationships/customXml" Target="../ink/ink25.xml"/><Relationship Id="rId67" Type="http://schemas.openxmlformats.org/officeDocument/2006/relationships/image" Target="../media/image37.png"/><Relationship Id="rId116" Type="http://schemas.openxmlformats.org/officeDocument/2006/relationships/customXml" Target="../ink/ink60.xml"/><Relationship Id="rId137" Type="http://schemas.openxmlformats.org/officeDocument/2006/relationships/image" Target="../media/image72.png"/><Relationship Id="rId20" Type="http://schemas.openxmlformats.org/officeDocument/2006/relationships/customXml" Target="../ink/ink12.xml"/><Relationship Id="rId41" Type="http://schemas.openxmlformats.org/officeDocument/2006/relationships/image" Target="../media/image24.png"/><Relationship Id="rId62" Type="http://schemas.openxmlformats.org/officeDocument/2006/relationships/customXml" Target="../ink/ink33.xml"/><Relationship Id="rId83" Type="http://schemas.openxmlformats.org/officeDocument/2006/relationships/image" Target="../media/image45.png"/><Relationship Id="rId88" Type="http://schemas.openxmlformats.org/officeDocument/2006/relationships/customXml" Target="../ink/ink46.xml"/><Relationship Id="rId111" Type="http://schemas.openxmlformats.org/officeDocument/2006/relationships/image" Target="../media/image59.png"/><Relationship Id="rId132" Type="http://schemas.openxmlformats.org/officeDocument/2006/relationships/customXml" Target="../ink/ink68.xml"/><Relationship Id="rId15" Type="http://schemas.openxmlformats.org/officeDocument/2006/relationships/image" Target="../media/image11.png"/><Relationship Id="rId36" Type="http://schemas.openxmlformats.org/officeDocument/2006/relationships/customXml" Target="../ink/ink20.xml"/><Relationship Id="rId57" Type="http://schemas.openxmlformats.org/officeDocument/2006/relationships/image" Target="../media/image32.png"/><Relationship Id="rId106" Type="http://schemas.openxmlformats.org/officeDocument/2006/relationships/customXml" Target="../ink/ink55.xml"/><Relationship Id="rId127" Type="http://schemas.openxmlformats.org/officeDocument/2006/relationships/image" Target="../media/image67.png"/><Relationship Id="rId10" Type="http://schemas.openxmlformats.org/officeDocument/2006/relationships/customXml" Target="../ink/ink7.xml"/><Relationship Id="rId31" Type="http://schemas.openxmlformats.org/officeDocument/2006/relationships/image" Target="../media/image19.png"/><Relationship Id="rId52" Type="http://schemas.openxmlformats.org/officeDocument/2006/relationships/customXml" Target="../ink/ink28.xml"/><Relationship Id="rId73" Type="http://schemas.openxmlformats.org/officeDocument/2006/relationships/image" Target="../media/image40.png"/><Relationship Id="rId78" Type="http://schemas.openxmlformats.org/officeDocument/2006/relationships/customXml" Target="../ink/ink41.xml"/><Relationship Id="rId94" Type="http://schemas.openxmlformats.org/officeDocument/2006/relationships/customXml" Target="../ink/ink49.xml"/><Relationship Id="rId99" Type="http://schemas.openxmlformats.org/officeDocument/2006/relationships/image" Target="../media/image53.png"/><Relationship Id="rId101" Type="http://schemas.openxmlformats.org/officeDocument/2006/relationships/image" Target="../media/image54.png"/><Relationship Id="rId122" Type="http://schemas.openxmlformats.org/officeDocument/2006/relationships/customXml" Target="../ink/ink63.xml"/><Relationship Id="rId143" Type="http://schemas.openxmlformats.org/officeDocument/2006/relationships/image" Target="../media/image75.png"/><Relationship Id="rId4" Type="http://schemas.openxmlformats.org/officeDocument/2006/relationships/customXml" Target="../ink/ink4.xml"/><Relationship Id="rId9" Type="http://schemas.openxmlformats.org/officeDocument/2006/relationships/image" Target="../media/image8.png"/><Relationship Id="rId26" Type="http://schemas.openxmlformats.org/officeDocument/2006/relationships/customXml" Target="../ink/ink15.xml"/><Relationship Id="rId47" Type="http://schemas.openxmlformats.org/officeDocument/2006/relationships/image" Target="../media/image27.png"/><Relationship Id="rId68" Type="http://schemas.openxmlformats.org/officeDocument/2006/relationships/customXml" Target="../ink/ink36.xml"/><Relationship Id="rId89" Type="http://schemas.openxmlformats.org/officeDocument/2006/relationships/image" Target="../media/image48.png"/><Relationship Id="rId112" Type="http://schemas.openxmlformats.org/officeDocument/2006/relationships/customXml" Target="../ink/ink58.xml"/><Relationship Id="rId133" Type="http://schemas.openxmlformats.org/officeDocument/2006/relationships/image" Target="../media/image70.png"/><Relationship Id="rId16" Type="http://schemas.openxmlformats.org/officeDocument/2006/relationships/customXml" Target="../ink/ink10.xml"/><Relationship Id="rId37" Type="http://schemas.openxmlformats.org/officeDocument/2006/relationships/image" Target="../media/image22.png"/><Relationship Id="rId58" Type="http://schemas.openxmlformats.org/officeDocument/2006/relationships/customXml" Target="../ink/ink31.xml"/><Relationship Id="rId79" Type="http://schemas.openxmlformats.org/officeDocument/2006/relationships/image" Target="../media/image43.png"/><Relationship Id="rId102" Type="http://schemas.openxmlformats.org/officeDocument/2006/relationships/customXml" Target="../ink/ink53.xml"/><Relationship Id="rId123" Type="http://schemas.openxmlformats.org/officeDocument/2006/relationships/image" Target="../media/image65.png"/><Relationship Id="rId144" Type="http://schemas.openxmlformats.org/officeDocument/2006/relationships/customXml" Target="../ink/ink74.xml"/></Relationships>
</file>

<file path=ppt/slides/_rels/slide9.xml.rels><?xml version="1.0" encoding="UTF-8" standalone="yes"?>
<Relationships xmlns="http://schemas.openxmlformats.org/package/2006/relationships"><Relationship Id="rId3" Type="http://schemas.openxmlformats.org/officeDocument/2006/relationships/hyperlink" Target="https://github.com/soyuztechnologies/SAP_BTP_Training_CLD200/blob/master/Day%203/02%20srv.zip" TargetMode="External"/><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github.com/soyuztechnologies/SAP_BTP_Training_CLD200/blob/master/Day%203/02srv/tester.http" TargetMode="External"/><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0.jp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hyperlink" Target="http://www.twitter.com/" TargetMode="External"/><Relationship Id="rId2" Type="http://schemas.openxmlformats.org/officeDocument/2006/relationships/hyperlink" Target="http://www.facebook.com/" TargetMode="External"/><Relationship Id="rId1" Type="http://schemas.openxmlformats.org/officeDocument/2006/relationships/slideLayout" Target="../slideLayouts/slideLayout9.xml"/><Relationship Id="rId5" Type="http://schemas.openxmlformats.org/officeDocument/2006/relationships/image" Target="../media/image81.png"/><Relationship Id="rId4" Type="http://schemas.openxmlformats.org/officeDocument/2006/relationships/hyperlink" Target="http://www.dribbble.com/" TargetMode="External"/></Relationships>
</file>

<file path=ppt/slides/_rels/slide14.xml.rels><?xml version="1.0" encoding="UTF-8" standalone="yes"?>
<Relationships xmlns="http://schemas.openxmlformats.org/package/2006/relationships"><Relationship Id="rId8" Type="http://schemas.openxmlformats.org/officeDocument/2006/relationships/image" Target="../media/image87.jpeg"/><Relationship Id="rId3" Type="http://schemas.openxmlformats.org/officeDocument/2006/relationships/image" Target="../media/image82.jpeg"/><Relationship Id="rId7" Type="http://schemas.openxmlformats.org/officeDocument/2006/relationships/image" Target="../media/image86.tiff"/><Relationship Id="rId2" Type="http://schemas.openxmlformats.org/officeDocument/2006/relationships/notesSlide" Target="../notesSlides/notesSlide1.xml"/><Relationship Id="rId1" Type="http://schemas.openxmlformats.org/officeDocument/2006/relationships/slideLayout" Target="../slideLayouts/slideLayout11.xml"/><Relationship Id="rId6" Type="http://schemas.openxmlformats.org/officeDocument/2006/relationships/image" Target="../media/image85.tiff"/><Relationship Id="rId5" Type="http://schemas.openxmlformats.org/officeDocument/2006/relationships/image" Target="../media/image84.tiff"/><Relationship Id="rId4" Type="http://schemas.openxmlformats.org/officeDocument/2006/relationships/image" Target="../media/image83.tiff"/><Relationship Id="rId9"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736" name="Title 735">
            <a:extLst>
              <a:ext uri="{FF2B5EF4-FFF2-40B4-BE49-F238E27FC236}">
                <a16:creationId xmlns:a16="http://schemas.microsoft.com/office/drawing/2014/main" id="{CE57EBF5-7CB4-4746-AB9E-3E8717897D0F}"/>
              </a:ext>
            </a:extLst>
          </p:cNvPr>
          <p:cNvSpPr>
            <a:spLocks noGrp="1"/>
          </p:cNvSpPr>
          <p:nvPr>
            <p:ph type="ctrTitle"/>
          </p:nvPr>
        </p:nvSpPr>
        <p:spPr>
          <a:xfrm>
            <a:off x="3530893" y="2601545"/>
            <a:ext cx="5086633" cy="827455"/>
          </a:xfrm>
        </p:spPr>
        <p:txBody>
          <a:bodyPr anchor="ctr"/>
          <a:lstStyle/>
          <a:p>
            <a:r>
              <a:rPr lang="en-US" sz="4800" dirty="0">
                <a:solidFill>
                  <a:schemeClr val="bg1"/>
                </a:solidFill>
                <a:latin typeface="Arial Black" panose="020B0A04020102020204" pitchFamily="34" charset="0"/>
              </a:rPr>
              <a:t>SAP BTP Architect Training</a:t>
            </a:r>
            <a:endParaRPr lang="en-IN" dirty="0">
              <a:solidFill>
                <a:schemeClr val="bg1"/>
              </a:solidFill>
              <a:latin typeface="Arial Black" panose="020B0A04020102020204" pitchFamily="34" charset="0"/>
            </a:endParaRPr>
          </a:p>
        </p:txBody>
      </p:sp>
      <p:sp>
        <p:nvSpPr>
          <p:cNvPr id="737" name="Subtitle 736">
            <a:extLst>
              <a:ext uri="{FF2B5EF4-FFF2-40B4-BE49-F238E27FC236}">
                <a16:creationId xmlns:a16="http://schemas.microsoft.com/office/drawing/2014/main" id="{700EA347-9CC8-4879-9255-16687B0BED48}"/>
              </a:ext>
            </a:extLst>
          </p:cNvPr>
          <p:cNvSpPr>
            <a:spLocks noGrp="1"/>
          </p:cNvSpPr>
          <p:nvPr>
            <p:ph type="subTitle" idx="1"/>
          </p:nvPr>
        </p:nvSpPr>
        <p:spPr/>
        <p:txBody>
          <a:bodyPr/>
          <a:lstStyle/>
          <a:p>
            <a:r>
              <a:rPr lang="en-IN" spc="100" dirty="0">
                <a:latin typeface="Cooper Black" panose="0208090404030B020404" pitchFamily="18" charset="0"/>
              </a:rPr>
              <a:t>www.AnubhavTrainings.com</a:t>
            </a:r>
          </a:p>
        </p:txBody>
      </p:sp>
      <p:sp>
        <p:nvSpPr>
          <p:cNvPr id="4" name="Subtitle 736">
            <a:extLst>
              <a:ext uri="{FF2B5EF4-FFF2-40B4-BE49-F238E27FC236}">
                <a16:creationId xmlns:a16="http://schemas.microsoft.com/office/drawing/2014/main" id="{3F065217-DE63-4532-8B57-61ED049613CD}"/>
              </a:ext>
            </a:extLst>
          </p:cNvPr>
          <p:cNvSpPr txBox="1">
            <a:spLocks/>
          </p:cNvSpPr>
          <p:nvPr/>
        </p:nvSpPr>
        <p:spPr>
          <a:xfrm>
            <a:off x="3296764" y="3933056"/>
            <a:ext cx="5595296" cy="531269"/>
          </a:xfrm>
          <a:prstGeom prst="rect">
            <a:avLst/>
          </a:prstGeom>
        </p:spPr>
        <p:txBody>
          <a:bodyPr vert="horz" lIns="0" tIns="60949" rIns="0" bIns="60949" rtlCol="0">
            <a:normAutofit/>
          </a:bodyPr>
          <a:lstStyle>
            <a:lvl1pPr marL="0" indent="0" algn="ctr" defTabSz="1218987" rtl="0" eaLnBrk="1" latinLnBrk="0" hangingPunct="1">
              <a:spcBef>
                <a:spcPct val="20000"/>
              </a:spcBef>
              <a:buFont typeface="Arial" pitchFamily="34" charset="0"/>
              <a:buNone/>
              <a:defRPr lang="en-US" sz="2400" kern="1200" smtClean="0">
                <a:solidFill>
                  <a:schemeClr val="accent2"/>
                </a:solidFill>
                <a:latin typeface="+mn-lt"/>
                <a:ea typeface="+mj-ea"/>
                <a:cs typeface="+mj-cs"/>
              </a:defRPr>
            </a:lvl1pPr>
            <a:lvl2pPr marL="609468" indent="0" algn="ctr" defTabSz="1218987" rtl="0" eaLnBrk="1" latinLnBrk="0" hangingPunct="1">
              <a:spcBef>
                <a:spcPct val="20000"/>
              </a:spcBef>
              <a:buFont typeface="Arial" pitchFamily="34" charset="0"/>
              <a:buNone/>
              <a:defRPr sz="3200" kern="1200">
                <a:solidFill>
                  <a:schemeClr val="tx1">
                    <a:tint val="75000"/>
                  </a:schemeClr>
                </a:solidFill>
                <a:latin typeface="+mj-lt"/>
                <a:ea typeface="+mn-ea"/>
                <a:cs typeface="+mn-cs"/>
              </a:defRPr>
            </a:lvl2pPr>
            <a:lvl3pPr marL="1218936" indent="0" algn="ctr" defTabSz="1218987" rtl="0" eaLnBrk="1" latinLnBrk="0" hangingPunct="1">
              <a:spcBef>
                <a:spcPct val="20000"/>
              </a:spcBef>
              <a:buFont typeface="Arial" pitchFamily="34" charset="0"/>
              <a:buNone/>
              <a:defRPr sz="2400" kern="1200">
                <a:solidFill>
                  <a:schemeClr val="tx1">
                    <a:tint val="75000"/>
                  </a:schemeClr>
                </a:solidFill>
                <a:latin typeface="+mj-lt"/>
                <a:ea typeface="+mn-ea"/>
                <a:cs typeface="+mn-cs"/>
              </a:defRPr>
            </a:lvl3pPr>
            <a:lvl4pPr marL="1828404" indent="0" algn="ctr" defTabSz="1218987" rtl="0" eaLnBrk="1" latinLnBrk="0" hangingPunct="1">
              <a:spcBef>
                <a:spcPct val="20000"/>
              </a:spcBef>
              <a:buFont typeface="Arial" pitchFamily="34" charset="0"/>
              <a:buNone/>
              <a:defRPr sz="2000" kern="1200">
                <a:solidFill>
                  <a:schemeClr val="tx1">
                    <a:tint val="75000"/>
                  </a:schemeClr>
                </a:solidFill>
                <a:latin typeface="+mj-lt"/>
                <a:ea typeface="+mn-ea"/>
                <a:cs typeface="+mn-cs"/>
              </a:defRPr>
            </a:lvl4pPr>
            <a:lvl5pPr marL="2437872" indent="0" algn="ctr" defTabSz="1218987" rtl="0" eaLnBrk="1" latinLnBrk="0" hangingPunct="1">
              <a:spcBef>
                <a:spcPct val="20000"/>
              </a:spcBef>
              <a:buFont typeface="Arial" pitchFamily="34" charset="0"/>
              <a:buNone/>
              <a:defRPr sz="2000" kern="1200">
                <a:solidFill>
                  <a:schemeClr val="tx1">
                    <a:tint val="75000"/>
                  </a:schemeClr>
                </a:solidFill>
                <a:latin typeface="+mj-lt"/>
                <a:ea typeface="+mn-ea"/>
                <a:cs typeface="+mn-cs"/>
              </a:defRPr>
            </a:lvl5pPr>
            <a:lvl6pPr marL="3047340"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6pPr>
            <a:lvl7pPr marL="3656808"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7pPr>
            <a:lvl8pPr marL="4266275"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8pPr>
            <a:lvl9pPr marL="4875744"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9pPr>
          </a:lstStyle>
          <a:p>
            <a:r>
              <a:rPr lang="en-IN" sz="2000" dirty="0">
                <a:solidFill>
                  <a:srgbClr val="00B0F0"/>
                </a:solidFill>
                <a:latin typeface="Amasis MT Pro Black" panose="02040A04050005020304" pitchFamily="18" charset="0"/>
              </a:rPr>
              <a:t>Anubhav Oberoy</a:t>
            </a:r>
          </a:p>
        </p:txBody>
      </p:sp>
      <p:sp>
        <p:nvSpPr>
          <p:cNvPr id="2" name="TextBox 1">
            <a:extLst>
              <a:ext uri="{FF2B5EF4-FFF2-40B4-BE49-F238E27FC236}">
                <a16:creationId xmlns:a16="http://schemas.microsoft.com/office/drawing/2014/main" id="{66565992-7E12-89E4-D7DB-B3B44A1FB17D}"/>
              </a:ext>
            </a:extLst>
          </p:cNvPr>
          <p:cNvSpPr txBox="1"/>
          <p:nvPr/>
        </p:nvSpPr>
        <p:spPr>
          <a:xfrm>
            <a:off x="5230316" y="4968381"/>
            <a:ext cx="3963274" cy="338554"/>
          </a:xfrm>
          <a:prstGeom prst="rect">
            <a:avLst/>
          </a:prstGeom>
          <a:noFill/>
        </p:spPr>
        <p:txBody>
          <a:bodyPr wrap="square" rtlCol="0">
            <a:spAutoFit/>
          </a:bodyPr>
          <a:lstStyle/>
          <a:p>
            <a:r>
              <a:rPr lang="en-US" sz="1600" dirty="0">
                <a:solidFill>
                  <a:srgbClr val="FFFF00"/>
                </a:solidFill>
              </a:rPr>
              <a:t>Follow excellence with sheer passion</a:t>
            </a:r>
          </a:p>
        </p:txBody>
      </p:sp>
      <p:sp>
        <p:nvSpPr>
          <p:cNvPr id="3" name="Rectangle 2">
            <a:extLst>
              <a:ext uri="{FF2B5EF4-FFF2-40B4-BE49-F238E27FC236}">
                <a16:creationId xmlns:a16="http://schemas.microsoft.com/office/drawing/2014/main" id="{2BBA527F-59AB-2E34-6331-8D67B5F5CA3E}"/>
              </a:ext>
            </a:extLst>
          </p:cNvPr>
          <p:cNvSpPr/>
          <p:nvPr/>
        </p:nvSpPr>
        <p:spPr>
          <a:xfrm>
            <a:off x="3530893" y="1196752"/>
            <a:ext cx="2059463" cy="648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b="1" dirty="0">
                <a:solidFill>
                  <a:schemeClr val="accent2">
                    <a:lumMod val="50000"/>
                  </a:schemeClr>
                </a:solidFill>
              </a:rPr>
              <a:t>Day 6</a:t>
            </a:r>
          </a:p>
        </p:txBody>
      </p:sp>
    </p:spTree>
    <p:extLst>
      <p:ext uri="{BB962C8B-B14F-4D97-AF65-F5344CB8AC3E}">
        <p14:creationId xmlns:p14="http://schemas.microsoft.com/office/powerpoint/2010/main" val="6864161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p:cNvPicPr>
            <a:picLocks noGrp="1" noChangeAspect="1"/>
          </p:cNvPicPr>
          <p:nvPr>
            <p:ph type="pic" idx="1"/>
          </p:nvPr>
        </p:nvPicPr>
        <p:blipFill rotWithShape="1">
          <a:blip r:embed="rId2" cstate="email">
            <a:extLst>
              <a:ext uri="{28A0092B-C50C-407E-A947-70E740481C1C}">
                <a14:useLocalDpi xmlns:a14="http://schemas.microsoft.com/office/drawing/2010/main"/>
              </a:ext>
            </a:extLst>
          </a:blip>
          <a:srcRect/>
          <a:stretch/>
        </p:blipFill>
        <p:spPr>
          <a:solidFill>
            <a:schemeClr val="bg1">
              <a:lumMod val="95000"/>
            </a:schemeClr>
          </a:solidFill>
        </p:spPr>
      </p:pic>
      <p:sp>
        <p:nvSpPr>
          <p:cNvPr id="13" name="Rectangle 12">
            <a:extLst>
              <a:ext uri="{FF2B5EF4-FFF2-40B4-BE49-F238E27FC236}">
                <a16:creationId xmlns:a16="http://schemas.microsoft.com/office/drawing/2014/main" id="{EE1D1380-BC28-F74F-8866-BD4C0AD42595}"/>
              </a:ext>
            </a:extLst>
          </p:cNvPr>
          <p:cNvSpPr/>
          <p:nvPr/>
        </p:nvSpPr>
        <p:spPr>
          <a:xfrm>
            <a:off x="1587" y="-13391"/>
            <a:ext cx="12185651" cy="7589135"/>
          </a:xfrm>
          <a:prstGeom prst="rect">
            <a:avLst/>
          </a:prstGeom>
          <a:solidFill>
            <a:schemeClr val="bg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en-US" sz="1799">
              <a:solidFill>
                <a:srgbClr val="FFFFFF"/>
              </a:solidFill>
              <a:latin typeface="Arial" panose="020B0604020202020204"/>
            </a:endParaRPr>
          </a:p>
        </p:txBody>
      </p:sp>
      <p:sp>
        <p:nvSpPr>
          <p:cNvPr id="6" name="Rectangle 5"/>
          <p:cNvSpPr/>
          <p:nvPr/>
        </p:nvSpPr>
        <p:spPr>
          <a:xfrm>
            <a:off x="1587" y="3190483"/>
            <a:ext cx="12185651" cy="2509639"/>
          </a:xfrm>
          <a:prstGeom prst="rect">
            <a:avLst/>
          </a:prstGeom>
          <a:gradFill flip="none" rotWithShape="1">
            <a:gsLst>
              <a:gs pos="13000">
                <a:srgbClr val="25B6C2">
                  <a:alpha val="50000"/>
                </a:srgbClr>
              </a:gs>
              <a:gs pos="100000">
                <a:srgbClr val="0692DB">
                  <a:alpha val="50000"/>
                </a:srgbClr>
              </a:gs>
            </a:gsLst>
            <a:lin ang="2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ko-KR" altLang="en-US" sz="1799">
              <a:solidFill>
                <a:srgbClr val="FFFFFF"/>
              </a:solidFill>
              <a:latin typeface="Arial" panose="020B0604020202020204"/>
              <a:ea typeface="굴림" panose="020B0600000101010101" pitchFamily="34" charset="-127"/>
            </a:endParaRPr>
          </a:p>
        </p:txBody>
      </p:sp>
      <p:sp>
        <p:nvSpPr>
          <p:cNvPr id="7" name="Rectangle 6"/>
          <p:cNvSpPr/>
          <p:nvPr/>
        </p:nvSpPr>
        <p:spPr>
          <a:xfrm>
            <a:off x="1587" y="3362982"/>
            <a:ext cx="12185651" cy="2127761"/>
          </a:xfrm>
          <a:prstGeom prst="rect">
            <a:avLst/>
          </a:prstGeom>
          <a:gradFill flip="none" rotWithShape="1">
            <a:gsLst>
              <a:gs pos="13000">
                <a:srgbClr val="25B6C2"/>
              </a:gs>
              <a:gs pos="100000">
                <a:srgbClr val="0692DB"/>
              </a:gs>
            </a:gsLst>
            <a:lin ang="2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ko-KR" altLang="en-US" sz="1799">
              <a:solidFill>
                <a:srgbClr val="FFFFFF"/>
              </a:solidFill>
              <a:latin typeface="Arial" panose="020B0604020202020204"/>
              <a:ea typeface="굴림" panose="020B0600000101010101" pitchFamily="34" charset="-127"/>
            </a:endParaRPr>
          </a:p>
        </p:txBody>
      </p:sp>
      <p:sp>
        <p:nvSpPr>
          <p:cNvPr id="19" name="TextBox 18">
            <a:extLst>
              <a:ext uri="{FF2B5EF4-FFF2-40B4-BE49-F238E27FC236}">
                <a16:creationId xmlns:a16="http://schemas.microsoft.com/office/drawing/2014/main" id="{B945CD40-9ABD-7441-A0F8-C5ACA34BB34C}"/>
              </a:ext>
            </a:extLst>
          </p:cNvPr>
          <p:cNvSpPr txBox="1"/>
          <p:nvPr/>
        </p:nvSpPr>
        <p:spPr>
          <a:xfrm>
            <a:off x="3840714" y="3436579"/>
            <a:ext cx="4507397" cy="646163"/>
          </a:xfrm>
          <a:prstGeom prst="rect">
            <a:avLst/>
          </a:prstGeom>
          <a:noFill/>
          <a:ln>
            <a:noFill/>
          </a:ln>
        </p:spPr>
        <p:txBody>
          <a:bodyPr wrap="square" rtlCol="0">
            <a:spAutoFit/>
          </a:bodyPr>
          <a:lstStyle/>
          <a:p>
            <a:pPr algn="ctr" defTabSz="913943">
              <a:defRPr/>
            </a:pPr>
            <a:r>
              <a:rPr lang="en-IN" sz="3599" b="1" dirty="0">
                <a:solidFill>
                  <a:srgbClr val="FFFFFF"/>
                </a:solidFill>
                <a:latin typeface="Arial" panose="020B0604020202020204" pitchFamily="34" charset="0"/>
                <a:ea typeface="Cambria" panose="02040503050406030204" pitchFamily="18" charset="0"/>
                <a:cs typeface="Arial" panose="020B0604020202020204" pitchFamily="34" charset="0"/>
              </a:rPr>
              <a:t>DISCLAIMER</a:t>
            </a:r>
            <a:endParaRPr lang="en-US" sz="3299" spc="150" dirty="0">
              <a:solidFill>
                <a:srgbClr val="FFFFFF"/>
              </a:solidFill>
              <a:latin typeface="Arial" panose="020B0604020202020204" pitchFamily="34" charset="0"/>
              <a:ea typeface="Lato Medium" panose="020F0502020204030203" pitchFamily="34" charset="0"/>
              <a:cs typeface="Arial" panose="020B0604020202020204" pitchFamily="34" charset="0"/>
            </a:endParaRPr>
          </a:p>
        </p:txBody>
      </p:sp>
      <p:sp>
        <p:nvSpPr>
          <p:cNvPr id="20" name="TextBox 19">
            <a:extLst>
              <a:ext uri="{FF2B5EF4-FFF2-40B4-BE49-F238E27FC236}">
                <a16:creationId xmlns:a16="http://schemas.microsoft.com/office/drawing/2014/main" id="{B945CD40-9ABD-7441-A0F8-C5ACA34BB34C}"/>
              </a:ext>
            </a:extLst>
          </p:cNvPr>
          <p:cNvSpPr txBox="1"/>
          <p:nvPr/>
        </p:nvSpPr>
        <p:spPr>
          <a:xfrm>
            <a:off x="442020" y="4059852"/>
            <a:ext cx="11304786" cy="1200016"/>
          </a:xfrm>
          <a:prstGeom prst="rect">
            <a:avLst/>
          </a:prstGeom>
          <a:noFill/>
          <a:ln>
            <a:noFill/>
          </a:ln>
        </p:spPr>
        <p:txBody>
          <a:bodyPr wrap="square" rtlCol="0">
            <a:spAutoFit/>
          </a:bodyPr>
          <a:lstStyle/>
          <a:p>
            <a:pPr algn="ctr" defTabSz="913943">
              <a:defRPr/>
            </a:pPr>
            <a:r>
              <a:rPr lang="en-IN" sz="2399" dirty="0">
                <a:solidFill>
                  <a:srgbClr val="FFFFFF"/>
                </a:solidFill>
                <a:latin typeface="Arial" panose="020B0604020202020204" pitchFamily="34" charset="0"/>
                <a:cs typeface="Arial" panose="020B0604020202020204" pitchFamily="34" charset="0"/>
              </a:rPr>
              <a:t>The training content and delivery of this presentation is confidential, and cannot be recorded, or copied and distributed to any third party, without the written consent of Anubhav Trainings</a:t>
            </a:r>
          </a:p>
        </p:txBody>
      </p:sp>
      <p:pic>
        <p:nvPicPr>
          <p:cNvPr id="9"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46940" y="0"/>
            <a:ext cx="1173316" cy="11588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731916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Rounded Corners 18">
            <a:extLst>
              <a:ext uri="{FF2B5EF4-FFF2-40B4-BE49-F238E27FC236}">
                <a16:creationId xmlns:a16="http://schemas.microsoft.com/office/drawing/2014/main" id="{44CCC398-65A7-46D8-A239-10DEF44C09D8}"/>
              </a:ext>
            </a:extLst>
          </p:cNvPr>
          <p:cNvSpPr/>
          <p:nvPr/>
        </p:nvSpPr>
        <p:spPr>
          <a:xfrm>
            <a:off x="2998068" y="1340768"/>
            <a:ext cx="5281051" cy="1428357"/>
          </a:xfrm>
          <a:prstGeom prst="roundRect">
            <a:avLst>
              <a:gd name="adj" fmla="val 8960"/>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25" name="Rectangle: Rounded Corners 1124">
            <a:extLst>
              <a:ext uri="{FF2B5EF4-FFF2-40B4-BE49-F238E27FC236}">
                <a16:creationId xmlns:a16="http://schemas.microsoft.com/office/drawing/2014/main" id="{DD83FDAB-84C0-4E56-A834-5F4759E4D1B1}"/>
              </a:ext>
            </a:extLst>
          </p:cNvPr>
          <p:cNvSpPr/>
          <p:nvPr/>
        </p:nvSpPr>
        <p:spPr>
          <a:xfrm>
            <a:off x="2998068" y="3096490"/>
            <a:ext cx="5281051" cy="1428357"/>
          </a:xfrm>
          <a:prstGeom prst="roundRect">
            <a:avLst>
              <a:gd name="adj" fmla="val 8960"/>
            </a:avLst>
          </a:prstGeom>
          <a:solidFill>
            <a:schemeClr val="accent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26" name="Rectangle: Rounded Corners 1125">
            <a:extLst>
              <a:ext uri="{FF2B5EF4-FFF2-40B4-BE49-F238E27FC236}">
                <a16:creationId xmlns:a16="http://schemas.microsoft.com/office/drawing/2014/main" id="{FED1BB6A-A9A9-4E0A-A8CD-EEFB5750C983}"/>
              </a:ext>
            </a:extLst>
          </p:cNvPr>
          <p:cNvSpPr/>
          <p:nvPr/>
        </p:nvSpPr>
        <p:spPr>
          <a:xfrm>
            <a:off x="2998068" y="4852213"/>
            <a:ext cx="5281051" cy="1428357"/>
          </a:xfrm>
          <a:prstGeom prst="roundRect">
            <a:avLst>
              <a:gd name="adj" fmla="val 8960"/>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21" name="Group 20">
            <a:extLst>
              <a:ext uri="{FF2B5EF4-FFF2-40B4-BE49-F238E27FC236}">
                <a16:creationId xmlns:a16="http://schemas.microsoft.com/office/drawing/2014/main" id="{21E75565-DE97-493A-B6B7-3FEC1D7EC345}"/>
              </a:ext>
            </a:extLst>
          </p:cNvPr>
          <p:cNvGrpSpPr/>
          <p:nvPr/>
        </p:nvGrpSpPr>
        <p:grpSpPr>
          <a:xfrm>
            <a:off x="3662754" y="1593781"/>
            <a:ext cx="3951680" cy="922336"/>
            <a:chOff x="1395616" y="871285"/>
            <a:chExt cx="3825734" cy="1064137"/>
          </a:xfrm>
        </p:grpSpPr>
        <p:sp>
          <p:nvSpPr>
            <p:cNvPr id="1136" name="TextBox 1135">
              <a:extLst>
                <a:ext uri="{FF2B5EF4-FFF2-40B4-BE49-F238E27FC236}">
                  <a16:creationId xmlns:a16="http://schemas.microsoft.com/office/drawing/2014/main" id="{19597974-6BD9-4F46-93D5-8E798AE68BD9}"/>
                </a:ext>
              </a:extLst>
            </p:cNvPr>
            <p:cNvSpPr txBox="1"/>
            <p:nvPr/>
          </p:nvSpPr>
          <p:spPr>
            <a:xfrm>
              <a:off x="2984420" y="1243564"/>
              <a:ext cx="2236930" cy="319585"/>
            </a:xfrm>
            <a:prstGeom prst="rect">
              <a:avLst/>
            </a:prstGeom>
            <a:noFill/>
          </p:spPr>
          <p:txBody>
            <a:bodyPr wrap="square" lIns="0" tIns="0" rIns="0" bIns="0" rtlCol="0" anchor="ctr">
              <a:spAutoFit/>
            </a:bodyPr>
            <a:lstStyle/>
            <a:p>
              <a:r>
                <a:rPr lang="en-US" sz="1800" dirty="0">
                  <a:solidFill>
                    <a:schemeClr val="bg1"/>
                  </a:solidFill>
                  <a:latin typeface="Segoe UI" panose="020B0502040204020203" pitchFamily="34" charset="0"/>
                  <a:ea typeface="Calibri Light" charset="0"/>
                  <a:cs typeface="Segoe UI" panose="020B0502040204020203" pitchFamily="34" charset="0"/>
                </a:rPr>
                <a:t>Create Data Models</a:t>
              </a:r>
            </a:p>
          </p:txBody>
        </p:sp>
        <p:sp>
          <p:nvSpPr>
            <p:cNvPr id="1137" name="TextBox 1136">
              <a:extLst>
                <a:ext uri="{FF2B5EF4-FFF2-40B4-BE49-F238E27FC236}">
                  <a16:creationId xmlns:a16="http://schemas.microsoft.com/office/drawing/2014/main" id="{F9DA7F84-AF3C-4C6B-8FBC-ADC07F02F13B}"/>
                </a:ext>
              </a:extLst>
            </p:cNvPr>
            <p:cNvSpPr txBox="1"/>
            <p:nvPr/>
          </p:nvSpPr>
          <p:spPr>
            <a:xfrm>
              <a:off x="1395616" y="871285"/>
              <a:ext cx="1395288" cy="1064137"/>
            </a:xfrm>
            <a:prstGeom prst="rect">
              <a:avLst/>
            </a:prstGeom>
            <a:noFill/>
          </p:spPr>
          <p:txBody>
            <a:bodyPr wrap="square" lIns="0" tIns="0" rIns="0" bIns="0" rtlCol="0" anchor="ctr">
              <a:spAutoFit/>
            </a:bodyPr>
            <a:lstStyle/>
            <a:p>
              <a:pPr algn="ctr"/>
              <a:r>
                <a:rPr lang="en-US" sz="6000" b="1" kern="0" dirty="0">
                  <a:solidFill>
                    <a:schemeClr val="bg1"/>
                  </a:solidFill>
                  <a:latin typeface="Segoe UI" panose="020B0502040204020203" pitchFamily="34" charset="0"/>
                  <a:ea typeface="Calibri Light" charset="0"/>
                  <a:cs typeface="Segoe UI" panose="020B0502040204020203" pitchFamily="34" charset="0"/>
                </a:rPr>
                <a:t>01</a:t>
              </a:r>
              <a:endParaRPr lang="en-US" sz="6000" b="1" dirty="0">
                <a:solidFill>
                  <a:schemeClr val="bg1"/>
                </a:solidFill>
                <a:latin typeface="Segoe UI" panose="020B0502040204020203" pitchFamily="34" charset="0"/>
                <a:ea typeface="Calibri Light" charset="0"/>
                <a:cs typeface="Segoe UI" panose="020B0502040204020203" pitchFamily="34" charset="0"/>
              </a:endParaRPr>
            </a:p>
          </p:txBody>
        </p:sp>
      </p:grpSp>
      <p:grpSp>
        <p:nvGrpSpPr>
          <p:cNvPr id="1138" name="Group 1137">
            <a:extLst>
              <a:ext uri="{FF2B5EF4-FFF2-40B4-BE49-F238E27FC236}">
                <a16:creationId xmlns:a16="http://schemas.microsoft.com/office/drawing/2014/main" id="{1689CC76-F5C8-4D9A-940D-D0E9511DAD27}"/>
              </a:ext>
            </a:extLst>
          </p:cNvPr>
          <p:cNvGrpSpPr/>
          <p:nvPr/>
        </p:nvGrpSpPr>
        <p:grpSpPr>
          <a:xfrm>
            <a:off x="3662754" y="3349500"/>
            <a:ext cx="3951680" cy="922336"/>
            <a:chOff x="1395616" y="871285"/>
            <a:chExt cx="3825734" cy="1064137"/>
          </a:xfrm>
        </p:grpSpPr>
        <p:sp>
          <p:nvSpPr>
            <p:cNvPr id="1139" name="TextBox 1138">
              <a:extLst>
                <a:ext uri="{FF2B5EF4-FFF2-40B4-BE49-F238E27FC236}">
                  <a16:creationId xmlns:a16="http://schemas.microsoft.com/office/drawing/2014/main" id="{0EC594F9-42AA-48F0-91E3-A523A590A6A2}"/>
                </a:ext>
              </a:extLst>
            </p:cNvPr>
            <p:cNvSpPr txBox="1"/>
            <p:nvPr/>
          </p:nvSpPr>
          <p:spPr>
            <a:xfrm>
              <a:off x="2984420" y="1243564"/>
              <a:ext cx="2236930" cy="319585"/>
            </a:xfrm>
            <a:prstGeom prst="rect">
              <a:avLst/>
            </a:prstGeom>
            <a:noFill/>
          </p:spPr>
          <p:txBody>
            <a:bodyPr wrap="square" lIns="0" tIns="0" rIns="0" bIns="0" rtlCol="0" anchor="ctr">
              <a:spAutoFit/>
            </a:bodyPr>
            <a:lstStyle/>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FFFF"/>
                  </a:solidFill>
                  <a:effectLst/>
                  <a:uLnTx/>
                  <a:uFillTx/>
                  <a:latin typeface="Segoe UI" panose="020B0502040204020203" pitchFamily="34" charset="0"/>
                  <a:ea typeface="Calibri Light" panose="020F0302020204030204" pitchFamily="34" charset="0"/>
                  <a:cs typeface="Segoe UI" panose="020B0502040204020203" pitchFamily="34" charset="0"/>
                </a:rPr>
                <a:t>Working with aspects</a:t>
              </a:r>
              <a:endParaRPr kumimoji="0" lang="en-US" sz="1800" b="0" i="0" u="none" strike="noStrike" kern="1200" cap="none" spc="0" normalizeH="0" baseline="0" noProof="0" dirty="0">
                <a:ln>
                  <a:noFill/>
                </a:ln>
                <a:solidFill>
                  <a:prstClr val="white"/>
                </a:solidFill>
                <a:effectLst/>
                <a:uLnTx/>
                <a:uFillTx/>
                <a:latin typeface="Segoe UI" panose="020B0502040204020203" pitchFamily="34" charset="0"/>
                <a:ea typeface="Calibri Light" charset="0"/>
                <a:cs typeface="Segoe UI" panose="020B0502040204020203" pitchFamily="34" charset="0"/>
              </a:endParaRPr>
            </a:p>
          </p:txBody>
        </p:sp>
        <p:sp>
          <p:nvSpPr>
            <p:cNvPr id="1140" name="TextBox 1139">
              <a:extLst>
                <a:ext uri="{FF2B5EF4-FFF2-40B4-BE49-F238E27FC236}">
                  <a16:creationId xmlns:a16="http://schemas.microsoft.com/office/drawing/2014/main" id="{958156DC-3EA6-4EBE-BADE-2321E29D81DE}"/>
                </a:ext>
              </a:extLst>
            </p:cNvPr>
            <p:cNvSpPr txBox="1"/>
            <p:nvPr/>
          </p:nvSpPr>
          <p:spPr>
            <a:xfrm>
              <a:off x="1395616" y="871285"/>
              <a:ext cx="1395288" cy="1064137"/>
            </a:xfrm>
            <a:prstGeom prst="rect">
              <a:avLst/>
            </a:prstGeom>
            <a:noFill/>
          </p:spPr>
          <p:txBody>
            <a:bodyPr wrap="square" lIns="0" tIns="0" rIns="0" bIns="0" rtlCol="0" anchor="ctr">
              <a:spAutoFit/>
            </a:bodyPr>
            <a:lstStyle/>
            <a:p>
              <a:pPr algn="ctr"/>
              <a:r>
                <a:rPr lang="en-US" sz="6000" b="1" kern="0">
                  <a:solidFill>
                    <a:schemeClr val="bg1"/>
                  </a:solidFill>
                  <a:latin typeface="Segoe UI" panose="020B0502040204020203" pitchFamily="34" charset="0"/>
                  <a:ea typeface="Calibri Light" charset="0"/>
                  <a:cs typeface="Segoe UI" panose="020B0502040204020203" pitchFamily="34" charset="0"/>
                </a:rPr>
                <a:t>02</a:t>
              </a:r>
              <a:endParaRPr lang="en-US" sz="6000" b="1" dirty="0">
                <a:solidFill>
                  <a:schemeClr val="bg1"/>
                </a:solidFill>
                <a:latin typeface="Segoe UI" panose="020B0502040204020203" pitchFamily="34" charset="0"/>
                <a:ea typeface="Calibri Light" charset="0"/>
                <a:cs typeface="Segoe UI" panose="020B0502040204020203" pitchFamily="34" charset="0"/>
              </a:endParaRPr>
            </a:p>
          </p:txBody>
        </p:sp>
      </p:grpSp>
      <p:grpSp>
        <p:nvGrpSpPr>
          <p:cNvPr id="1147" name="Group 1146">
            <a:extLst>
              <a:ext uri="{FF2B5EF4-FFF2-40B4-BE49-F238E27FC236}">
                <a16:creationId xmlns:a16="http://schemas.microsoft.com/office/drawing/2014/main" id="{17C38255-E89D-4911-9EAA-F048C7DFE484}"/>
              </a:ext>
            </a:extLst>
          </p:cNvPr>
          <p:cNvGrpSpPr/>
          <p:nvPr/>
        </p:nvGrpSpPr>
        <p:grpSpPr>
          <a:xfrm>
            <a:off x="3662754" y="5105223"/>
            <a:ext cx="3951680" cy="922336"/>
            <a:chOff x="1395616" y="871285"/>
            <a:chExt cx="3825734" cy="1064137"/>
          </a:xfrm>
        </p:grpSpPr>
        <p:sp>
          <p:nvSpPr>
            <p:cNvPr id="1148" name="TextBox 1147">
              <a:extLst>
                <a:ext uri="{FF2B5EF4-FFF2-40B4-BE49-F238E27FC236}">
                  <a16:creationId xmlns:a16="http://schemas.microsoft.com/office/drawing/2014/main" id="{E50F2C64-4496-4A40-ACCB-C5159AEC70D5}"/>
                </a:ext>
              </a:extLst>
            </p:cNvPr>
            <p:cNvSpPr txBox="1"/>
            <p:nvPr/>
          </p:nvSpPr>
          <p:spPr>
            <a:xfrm>
              <a:off x="2984420" y="1083771"/>
              <a:ext cx="2236930" cy="639170"/>
            </a:xfrm>
            <a:prstGeom prst="rect">
              <a:avLst/>
            </a:prstGeom>
            <a:noFill/>
          </p:spPr>
          <p:txBody>
            <a:bodyPr wrap="square" lIns="0" tIns="0" rIns="0" bIns="0" rtlCol="0" anchor="ctr">
              <a:spAutoFit/>
            </a:bodyPr>
            <a:lstStyle/>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Segoe UI" panose="020B0502040204020203" pitchFamily="34" charset="0"/>
                  <a:ea typeface="Calibri Light" charset="0"/>
                  <a:cs typeface="Segoe UI" panose="020B0502040204020203" pitchFamily="34" charset="0"/>
                </a:rPr>
                <a:t>Translations and CDS views</a:t>
              </a:r>
            </a:p>
          </p:txBody>
        </p:sp>
        <p:sp>
          <p:nvSpPr>
            <p:cNvPr id="1149" name="TextBox 1148">
              <a:extLst>
                <a:ext uri="{FF2B5EF4-FFF2-40B4-BE49-F238E27FC236}">
                  <a16:creationId xmlns:a16="http://schemas.microsoft.com/office/drawing/2014/main" id="{0B9CA9D5-F695-4802-BE21-8B05D2B75909}"/>
                </a:ext>
              </a:extLst>
            </p:cNvPr>
            <p:cNvSpPr txBox="1"/>
            <p:nvPr/>
          </p:nvSpPr>
          <p:spPr>
            <a:xfrm>
              <a:off x="1395616" y="871285"/>
              <a:ext cx="1395288" cy="1064137"/>
            </a:xfrm>
            <a:prstGeom prst="rect">
              <a:avLst/>
            </a:prstGeom>
            <a:noFill/>
          </p:spPr>
          <p:txBody>
            <a:bodyPr wrap="square" lIns="0" tIns="0" rIns="0" bIns="0" rtlCol="0" anchor="ctr">
              <a:spAutoFit/>
            </a:bodyPr>
            <a:lstStyle/>
            <a:p>
              <a:pPr algn="ctr"/>
              <a:r>
                <a:rPr lang="en-US" sz="6000" b="1" kern="0" dirty="0">
                  <a:solidFill>
                    <a:schemeClr val="bg1"/>
                  </a:solidFill>
                  <a:latin typeface="Segoe UI" panose="020B0502040204020203" pitchFamily="34" charset="0"/>
                  <a:ea typeface="Calibri Light" charset="0"/>
                  <a:cs typeface="Segoe UI" panose="020B0502040204020203" pitchFamily="34" charset="0"/>
                </a:rPr>
                <a:t>03</a:t>
              </a:r>
              <a:endParaRPr lang="en-US" sz="6000" b="1" dirty="0">
                <a:solidFill>
                  <a:schemeClr val="bg1"/>
                </a:solidFill>
                <a:latin typeface="Segoe UI" panose="020B0502040204020203" pitchFamily="34" charset="0"/>
                <a:ea typeface="Calibri Light" charset="0"/>
                <a:cs typeface="Segoe UI" panose="020B0502040204020203" pitchFamily="34" charset="0"/>
              </a:endParaRPr>
            </a:p>
          </p:txBody>
        </p:sp>
      </p:grpSp>
      <p:sp>
        <p:nvSpPr>
          <p:cNvPr id="23" name="Title 22">
            <a:extLst>
              <a:ext uri="{FF2B5EF4-FFF2-40B4-BE49-F238E27FC236}">
                <a16:creationId xmlns:a16="http://schemas.microsoft.com/office/drawing/2014/main" id="{C261B0E4-159A-4067-AFE4-41EEF3B38F9B}"/>
              </a:ext>
            </a:extLst>
          </p:cNvPr>
          <p:cNvSpPr>
            <a:spLocks noGrp="1"/>
          </p:cNvSpPr>
          <p:nvPr>
            <p:ph type="title"/>
          </p:nvPr>
        </p:nvSpPr>
        <p:spPr/>
        <p:txBody>
          <a:bodyPr/>
          <a:lstStyle/>
          <a:p>
            <a:pPr algn="l"/>
            <a:r>
              <a:rPr lang="en-US" dirty="0">
                <a:solidFill>
                  <a:schemeClr val="bg1"/>
                </a:solidFill>
                <a:latin typeface="Cooper Black" panose="0208090404030B020404" pitchFamily="18" charset="0"/>
              </a:rPr>
              <a:t>Agenda – Day </a:t>
            </a:r>
            <a:r>
              <a:rPr lang="en-US" dirty="0"/>
              <a:t>6</a:t>
            </a:r>
            <a:endParaRPr lang="en-IN" dirty="0">
              <a:solidFill>
                <a:schemeClr val="bg1"/>
              </a:solidFill>
              <a:latin typeface="Cooper Black" panose="0208090404030B020404" pitchFamily="18" charset="0"/>
            </a:endParaRPr>
          </a:p>
        </p:txBody>
      </p:sp>
    </p:spTree>
    <p:extLst>
      <p:ext uri="{BB962C8B-B14F-4D97-AF65-F5344CB8AC3E}">
        <p14:creationId xmlns:p14="http://schemas.microsoft.com/office/powerpoint/2010/main" val="39761990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6D0D1-C360-929C-6634-B73035BFFD79}"/>
              </a:ext>
            </a:extLst>
          </p:cNvPr>
          <p:cNvSpPr>
            <a:spLocks noGrp="1"/>
          </p:cNvSpPr>
          <p:nvPr>
            <p:ph type="title"/>
          </p:nvPr>
        </p:nvSpPr>
        <p:spPr/>
        <p:txBody>
          <a:bodyPr/>
          <a:lstStyle/>
          <a:p>
            <a:r>
              <a:rPr lang="en-US" dirty="0"/>
              <a:t>DB Design</a:t>
            </a:r>
          </a:p>
        </p:txBody>
      </p:sp>
      <p:sp>
        <p:nvSpPr>
          <p:cNvPr id="3" name="Rectangle 2">
            <a:extLst>
              <a:ext uri="{FF2B5EF4-FFF2-40B4-BE49-F238E27FC236}">
                <a16:creationId xmlns:a16="http://schemas.microsoft.com/office/drawing/2014/main" id="{EA20F50A-CB9E-23E1-DC37-E78CCBD617BA}"/>
              </a:ext>
            </a:extLst>
          </p:cNvPr>
          <p:cNvSpPr/>
          <p:nvPr/>
        </p:nvSpPr>
        <p:spPr>
          <a:xfrm>
            <a:off x="449806" y="2889216"/>
            <a:ext cx="2448272" cy="1296144"/>
          </a:xfrm>
          <a:prstGeom prst="rect">
            <a:avLst/>
          </a:prstGeom>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Segoe UI"/>
                <a:ea typeface="+mn-ea"/>
                <a:cs typeface="+mn-cs"/>
              </a:rPr>
              <a:t>Business partner</a:t>
            </a:r>
          </a:p>
          <a:p>
            <a:pPr marL="0" marR="0" lvl="0" indent="0" algn="ctr" defTabSz="1218987"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Segoe UI"/>
                <a:ea typeface="+mn-ea"/>
                <a:cs typeface="+mn-cs"/>
              </a:rPr>
              <a:t>(</a:t>
            </a:r>
            <a:r>
              <a:rPr kumimoji="0" lang="en-US" sz="1800" b="0" i="0" u="none" strike="noStrike" kern="1200" cap="none" spc="0" normalizeH="0" baseline="0" noProof="0" dirty="0">
                <a:ln>
                  <a:noFill/>
                </a:ln>
                <a:solidFill>
                  <a:prstClr val="white"/>
                </a:solidFill>
                <a:effectLst/>
                <a:uLnTx/>
                <a:uFillTx/>
                <a:latin typeface="Segoe UI"/>
                <a:ea typeface="+mn-ea"/>
                <a:cs typeface="+mn-cs"/>
              </a:rPr>
              <a:t>Customers, Suppliers)</a:t>
            </a:r>
            <a:endParaRPr kumimoji="0" lang="en-US" sz="2400" b="0" i="0" u="none" strike="noStrike" kern="1200" cap="none" spc="0" normalizeH="0" baseline="0" noProof="0" dirty="0">
              <a:ln>
                <a:noFill/>
              </a:ln>
              <a:solidFill>
                <a:prstClr val="white"/>
              </a:solidFill>
              <a:effectLst/>
              <a:uLnTx/>
              <a:uFillTx/>
              <a:latin typeface="Segoe UI"/>
              <a:ea typeface="+mn-ea"/>
              <a:cs typeface="+mn-cs"/>
            </a:endParaRPr>
          </a:p>
        </p:txBody>
      </p:sp>
      <p:sp>
        <p:nvSpPr>
          <p:cNvPr id="4" name="Rectangle 3">
            <a:extLst>
              <a:ext uri="{FF2B5EF4-FFF2-40B4-BE49-F238E27FC236}">
                <a16:creationId xmlns:a16="http://schemas.microsoft.com/office/drawing/2014/main" id="{3C70A250-995E-4FAE-671E-12D15849E10E}"/>
              </a:ext>
            </a:extLst>
          </p:cNvPr>
          <p:cNvSpPr/>
          <p:nvPr/>
        </p:nvSpPr>
        <p:spPr>
          <a:xfrm>
            <a:off x="449806" y="1310939"/>
            <a:ext cx="2448272" cy="786189"/>
          </a:xfrm>
          <a:prstGeom prst="rect">
            <a:avLst/>
          </a:prstGeom>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Segoe UI"/>
                <a:ea typeface="+mn-ea"/>
                <a:cs typeface="+mn-cs"/>
              </a:rPr>
              <a:t>Addresses</a:t>
            </a:r>
          </a:p>
        </p:txBody>
      </p:sp>
      <p:cxnSp>
        <p:nvCxnSpPr>
          <p:cNvPr id="5" name="Straight Connector 4">
            <a:extLst>
              <a:ext uri="{FF2B5EF4-FFF2-40B4-BE49-F238E27FC236}">
                <a16:creationId xmlns:a16="http://schemas.microsoft.com/office/drawing/2014/main" id="{23CAA533-07B7-451A-408E-566D8082B1EF}"/>
              </a:ext>
            </a:extLst>
          </p:cNvPr>
          <p:cNvCxnSpPr>
            <a:stCxn id="4" idx="2"/>
            <a:endCxn id="3" idx="0"/>
          </p:cNvCxnSpPr>
          <p:nvPr/>
        </p:nvCxnSpPr>
        <p:spPr>
          <a:xfrm>
            <a:off x="1673942" y="2097128"/>
            <a:ext cx="0" cy="792088"/>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85EE02F7-7DF6-2EE9-BEA7-743EC18A42AE}"/>
              </a:ext>
            </a:extLst>
          </p:cNvPr>
          <p:cNvSpPr/>
          <p:nvPr/>
        </p:nvSpPr>
        <p:spPr>
          <a:xfrm>
            <a:off x="4122214" y="2924944"/>
            <a:ext cx="2448272" cy="822507"/>
          </a:xfrm>
          <a:prstGeom prst="rect">
            <a:avLst/>
          </a:prstGeom>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Segoe UI"/>
                <a:ea typeface="+mn-ea"/>
                <a:cs typeface="+mn-cs"/>
              </a:rPr>
              <a:t>Purchase order</a:t>
            </a:r>
          </a:p>
        </p:txBody>
      </p:sp>
      <p:cxnSp>
        <p:nvCxnSpPr>
          <p:cNvPr id="7" name="Connector: Elbow 6">
            <a:extLst>
              <a:ext uri="{FF2B5EF4-FFF2-40B4-BE49-F238E27FC236}">
                <a16:creationId xmlns:a16="http://schemas.microsoft.com/office/drawing/2014/main" id="{F917C211-2860-8724-D9F5-9329ABAE0B00}"/>
              </a:ext>
            </a:extLst>
          </p:cNvPr>
          <p:cNvCxnSpPr>
            <a:cxnSpLocks/>
            <a:stCxn id="3" idx="3"/>
            <a:endCxn id="6" idx="1"/>
          </p:cNvCxnSpPr>
          <p:nvPr/>
        </p:nvCxnSpPr>
        <p:spPr>
          <a:xfrm flipV="1">
            <a:off x="2898078" y="3336198"/>
            <a:ext cx="1224136" cy="201090"/>
          </a:xfrm>
          <a:prstGeom prst="bentConnector3">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42F37EE8-FC34-37D5-E210-AFE042B15CA9}"/>
              </a:ext>
            </a:extLst>
          </p:cNvPr>
          <p:cNvSpPr/>
          <p:nvPr/>
        </p:nvSpPr>
        <p:spPr>
          <a:xfrm>
            <a:off x="4103572" y="4703191"/>
            <a:ext cx="2448272" cy="822507"/>
          </a:xfrm>
          <a:prstGeom prst="rect">
            <a:avLst/>
          </a:prstGeom>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Segoe UI"/>
                <a:ea typeface="+mn-ea"/>
                <a:cs typeface="+mn-cs"/>
              </a:rPr>
              <a:t>Purchase order Items</a:t>
            </a:r>
          </a:p>
        </p:txBody>
      </p:sp>
      <p:cxnSp>
        <p:nvCxnSpPr>
          <p:cNvPr id="9" name="Connector: Elbow 8">
            <a:extLst>
              <a:ext uri="{FF2B5EF4-FFF2-40B4-BE49-F238E27FC236}">
                <a16:creationId xmlns:a16="http://schemas.microsoft.com/office/drawing/2014/main" id="{B5AE692E-309C-6D07-FB96-3BDA7FC1B78D}"/>
              </a:ext>
            </a:extLst>
          </p:cNvPr>
          <p:cNvCxnSpPr>
            <a:stCxn id="6" idx="2"/>
            <a:endCxn id="8" idx="0"/>
          </p:cNvCxnSpPr>
          <p:nvPr/>
        </p:nvCxnSpPr>
        <p:spPr>
          <a:xfrm rot="5400000">
            <a:off x="4859159" y="4216000"/>
            <a:ext cx="955740" cy="18642"/>
          </a:xfrm>
          <a:prstGeom prst="bentConnector3">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DDDE7273-06D2-D315-6382-B8DD1BF36F53}"/>
              </a:ext>
            </a:extLst>
          </p:cNvPr>
          <p:cNvSpPr/>
          <p:nvPr/>
        </p:nvSpPr>
        <p:spPr>
          <a:xfrm>
            <a:off x="8442694" y="4617408"/>
            <a:ext cx="2736304" cy="1015663"/>
          </a:xfrm>
          <a:prstGeom prst="rect">
            <a:avLst/>
          </a:prstGeom>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Segoe UI"/>
                <a:ea typeface="+mn-ea"/>
                <a:cs typeface="+mn-cs"/>
              </a:rPr>
              <a:t>Product</a:t>
            </a:r>
          </a:p>
        </p:txBody>
      </p:sp>
      <p:cxnSp>
        <p:nvCxnSpPr>
          <p:cNvPr id="11" name="Connector: Elbow 10">
            <a:extLst>
              <a:ext uri="{FF2B5EF4-FFF2-40B4-BE49-F238E27FC236}">
                <a16:creationId xmlns:a16="http://schemas.microsoft.com/office/drawing/2014/main" id="{6ECB2D63-79EE-1B31-E55B-79CAEC7FF367}"/>
              </a:ext>
            </a:extLst>
          </p:cNvPr>
          <p:cNvCxnSpPr>
            <a:stCxn id="8" idx="3"/>
            <a:endCxn id="10" idx="1"/>
          </p:cNvCxnSpPr>
          <p:nvPr/>
        </p:nvCxnSpPr>
        <p:spPr>
          <a:xfrm>
            <a:off x="6551844" y="5114445"/>
            <a:ext cx="1890850" cy="10795"/>
          </a:xfrm>
          <a:prstGeom prst="bentConnector3">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09DF3925-FFE3-01C8-92A3-82EA23EC9784}"/>
              </a:ext>
            </a:extLst>
          </p:cNvPr>
          <p:cNvSpPr/>
          <p:nvPr/>
        </p:nvSpPr>
        <p:spPr>
          <a:xfrm>
            <a:off x="8457382" y="2828365"/>
            <a:ext cx="2736304" cy="1015663"/>
          </a:xfrm>
          <a:prstGeom prst="rect">
            <a:avLst/>
          </a:prstGeom>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Segoe UI"/>
                <a:ea typeface="+mn-ea"/>
                <a:cs typeface="+mn-cs"/>
              </a:rPr>
              <a:t>Product Text</a:t>
            </a:r>
          </a:p>
          <a:p>
            <a:pPr marL="0" marR="0" lvl="0" indent="0" algn="ctr" defTabSz="1218987"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Segoe UI"/>
                <a:ea typeface="+mn-ea"/>
                <a:cs typeface="+mn-cs"/>
              </a:rPr>
              <a:t>(localized)</a:t>
            </a:r>
          </a:p>
        </p:txBody>
      </p:sp>
      <p:cxnSp>
        <p:nvCxnSpPr>
          <p:cNvPr id="13" name="Connector: Elbow 12">
            <a:extLst>
              <a:ext uri="{FF2B5EF4-FFF2-40B4-BE49-F238E27FC236}">
                <a16:creationId xmlns:a16="http://schemas.microsoft.com/office/drawing/2014/main" id="{EBDD0C4B-85D4-E4B5-4A6C-6D11C2F9A5D5}"/>
              </a:ext>
            </a:extLst>
          </p:cNvPr>
          <p:cNvCxnSpPr>
            <a:stCxn id="12" idx="2"/>
            <a:endCxn id="10" idx="0"/>
          </p:cNvCxnSpPr>
          <p:nvPr/>
        </p:nvCxnSpPr>
        <p:spPr>
          <a:xfrm rot="5400000">
            <a:off x="9431500" y="4223374"/>
            <a:ext cx="773380" cy="14688"/>
          </a:xfrm>
          <a:prstGeom prst="bentConnector3">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F3DC6AFA-1A63-88AE-E9CA-25885343CC64}"/>
              </a:ext>
            </a:extLst>
          </p:cNvPr>
          <p:cNvSpPr txBox="1"/>
          <p:nvPr/>
        </p:nvSpPr>
        <p:spPr>
          <a:xfrm>
            <a:off x="1853963" y="2241144"/>
            <a:ext cx="1116122" cy="461665"/>
          </a:xfrm>
          <a:prstGeom prst="rect">
            <a:avLst/>
          </a:prstGeom>
          <a:noFill/>
          <a:ln>
            <a:noFill/>
          </a:ln>
        </p:spPr>
        <p:txBody>
          <a:bodyPr wrap="square" rtlCol="0">
            <a:spAutoFit/>
          </a:bodyPr>
          <a:lstStyle/>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Segoe UI"/>
                <a:ea typeface="+mn-ea"/>
                <a:cs typeface="+mn-cs"/>
              </a:rPr>
              <a:t>1..1</a:t>
            </a:r>
          </a:p>
        </p:txBody>
      </p:sp>
      <p:sp>
        <p:nvSpPr>
          <p:cNvPr id="15" name="TextBox 14">
            <a:extLst>
              <a:ext uri="{FF2B5EF4-FFF2-40B4-BE49-F238E27FC236}">
                <a16:creationId xmlns:a16="http://schemas.microsoft.com/office/drawing/2014/main" id="{E3F4B239-2E8C-B6BF-1237-BF1705B90805}"/>
              </a:ext>
            </a:extLst>
          </p:cNvPr>
          <p:cNvSpPr txBox="1"/>
          <p:nvPr/>
        </p:nvSpPr>
        <p:spPr>
          <a:xfrm>
            <a:off x="3096377" y="2895202"/>
            <a:ext cx="881821" cy="461665"/>
          </a:xfrm>
          <a:prstGeom prst="rect">
            <a:avLst/>
          </a:prstGeom>
          <a:noFill/>
          <a:ln>
            <a:noFill/>
          </a:ln>
        </p:spPr>
        <p:txBody>
          <a:bodyPr wrap="square">
            <a:spAutoFit/>
          </a:bodyPr>
          <a:lstStyle/>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Segoe UI"/>
                <a:ea typeface="+mn-ea"/>
                <a:cs typeface="+mn-cs"/>
              </a:rPr>
              <a:t>1..*</a:t>
            </a:r>
          </a:p>
        </p:txBody>
      </p:sp>
      <p:sp>
        <p:nvSpPr>
          <p:cNvPr id="16" name="TextBox 15">
            <a:extLst>
              <a:ext uri="{FF2B5EF4-FFF2-40B4-BE49-F238E27FC236}">
                <a16:creationId xmlns:a16="http://schemas.microsoft.com/office/drawing/2014/main" id="{4FAE37F6-701D-F062-A38D-693DE4C4C026}"/>
              </a:ext>
            </a:extLst>
          </p:cNvPr>
          <p:cNvSpPr txBox="1"/>
          <p:nvPr/>
        </p:nvSpPr>
        <p:spPr>
          <a:xfrm>
            <a:off x="5571790" y="3994488"/>
            <a:ext cx="881821" cy="461665"/>
          </a:xfrm>
          <a:prstGeom prst="rect">
            <a:avLst/>
          </a:prstGeom>
          <a:noFill/>
          <a:ln>
            <a:noFill/>
          </a:ln>
        </p:spPr>
        <p:txBody>
          <a:bodyPr wrap="square">
            <a:spAutoFit/>
          </a:bodyPr>
          <a:lstStyle/>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Segoe UI"/>
                <a:ea typeface="+mn-ea"/>
                <a:cs typeface="+mn-cs"/>
              </a:rPr>
              <a:t>1..*</a:t>
            </a:r>
          </a:p>
        </p:txBody>
      </p:sp>
      <p:sp>
        <p:nvSpPr>
          <p:cNvPr id="17" name="TextBox 16">
            <a:extLst>
              <a:ext uri="{FF2B5EF4-FFF2-40B4-BE49-F238E27FC236}">
                <a16:creationId xmlns:a16="http://schemas.microsoft.com/office/drawing/2014/main" id="{8B15D7C1-BF60-5530-53BD-C009CCE0D8F0}"/>
              </a:ext>
            </a:extLst>
          </p:cNvPr>
          <p:cNvSpPr txBox="1"/>
          <p:nvPr/>
        </p:nvSpPr>
        <p:spPr>
          <a:xfrm>
            <a:off x="7218558" y="4730269"/>
            <a:ext cx="881821" cy="461665"/>
          </a:xfrm>
          <a:prstGeom prst="rect">
            <a:avLst/>
          </a:prstGeom>
          <a:noFill/>
          <a:ln>
            <a:noFill/>
          </a:ln>
        </p:spPr>
        <p:txBody>
          <a:bodyPr wrap="square">
            <a:spAutoFit/>
          </a:bodyPr>
          <a:lstStyle/>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Segoe UI"/>
                <a:ea typeface="+mn-ea"/>
                <a:cs typeface="+mn-cs"/>
              </a:rPr>
              <a:t>1..1</a:t>
            </a:r>
          </a:p>
        </p:txBody>
      </p:sp>
      <p:sp>
        <p:nvSpPr>
          <p:cNvPr id="18" name="TextBox 17">
            <a:extLst>
              <a:ext uri="{FF2B5EF4-FFF2-40B4-BE49-F238E27FC236}">
                <a16:creationId xmlns:a16="http://schemas.microsoft.com/office/drawing/2014/main" id="{DAB2FCD0-92E2-B406-33F3-FB25960B1291}"/>
              </a:ext>
            </a:extLst>
          </p:cNvPr>
          <p:cNvSpPr txBox="1"/>
          <p:nvPr/>
        </p:nvSpPr>
        <p:spPr>
          <a:xfrm>
            <a:off x="9954862" y="3985420"/>
            <a:ext cx="881821" cy="461665"/>
          </a:xfrm>
          <a:prstGeom prst="rect">
            <a:avLst/>
          </a:prstGeom>
          <a:noFill/>
          <a:ln>
            <a:noFill/>
          </a:ln>
        </p:spPr>
        <p:txBody>
          <a:bodyPr wrap="square">
            <a:spAutoFit/>
          </a:bodyPr>
          <a:lstStyle/>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Segoe UI"/>
                <a:ea typeface="+mn-ea"/>
                <a:cs typeface="+mn-cs"/>
              </a:rPr>
              <a:t>1..*</a:t>
            </a:r>
          </a:p>
        </p:txBody>
      </p:sp>
      <mc:AlternateContent xmlns:mc="http://schemas.openxmlformats.org/markup-compatibility/2006" xmlns:p14="http://schemas.microsoft.com/office/powerpoint/2010/main">
        <mc:Choice Requires="p14">
          <p:contentPart p14:bwMode="auto" r:id="rId2">
            <p14:nvContentPartPr>
              <p14:cNvPr id="121" name="Ink 120">
                <a:extLst>
                  <a:ext uri="{FF2B5EF4-FFF2-40B4-BE49-F238E27FC236}">
                    <a16:creationId xmlns:a16="http://schemas.microsoft.com/office/drawing/2014/main" id="{3CB2F287-2F5F-4C15-FCB4-145BE73B7353}"/>
                  </a:ext>
                </a:extLst>
              </p14:cNvPr>
              <p14:cNvContentPartPr/>
              <p14:nvPr/>
            </p14:nvContentPartPr>
            <p14:xfrm>
              <a:off x="7440112" y="4117892"/>
              <a:ext cx="360" cy="360"/>
            </p14:xfrm>
          </p:contentPart>
        </mc:Choice>
        <mc:Fallback xmlns="">
          <p:pic>
            <p:nvPicPr>
              <p:cNvPr id="121" name="Ink 120">
                <a:extLst>
                  <a:ext uri="{FF2B5EF4-FFF2-40B4-BE49-F238E27FC236}">
                    <a16:creationId xmlns:a16="http://schemas.microsoft.com/office/drawing/2014/main" id="{3CB2F287-2F5F-4C15-FCB4-145BE73B7353}"/>
                  </a:ext>
                </a:extLst>
              </p:cNvPr>
              <p:cNvPicPr/>
              <p:nvPr/>
            </p:nvPicPr>
            <p:blipFill>
              <a:blip r:embed="rId177"/>
              <a:stretch>
                <a:fillRect/>
              </a:stretch>
            </p:blipFill>
            <p:spPr>
              <a:xfrm>
                <a:off x="7431112" y="4108892"/>
                <a:ext cx="18000" cy="18000"/>
              </a:xfrm>
              <a:prstGeom prst="rect">
                <a:avLst/>
              </a:prstGeom>
            </p:spPr>
          </p:pic>
        </mc:Fallback>
      </mc:AlternateContent>
    </p:spTree>
    <p:extLst>
      <p:ext uri="{BB962C8B-B14F-4D97-AF65-F5344CB8AC3E}">
        <p14:creationId xmlns:p14="http://schemas.microsoft.com/office/powerpoint/2010/main" val="18454923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6D0D1-C360-929C-6634-B73035BFFD79}"/>
              </a:ext>
            </a:extLst>
          </p:cNvPr>
          <p:cNvSpPr>
            <a:spLocks noGrp="1"/>
          </p:cNvSpPr>
          <p:nvPr>
            <p:ph type="title"/>
          </p:nvPr>
        </p:nvSpPr>
        <p:spPr/>
        <p:txBody>
          <a:bodyPr/>
          <a:lstStyle/>
          <a:p>
            <a:r>
              <a:rPr lang="en-US" sz="3600" dirty="0">
                <a:latin typeface="Cooper Black" panose="0208090404030B020404" pitchFamily="18" charset="0"/>
              </a:rPr>
              <a:t>Hands on: Create DB Module</a:t>
            </a:r>
            <a:endParaRPr lang="en-US" dirty="0"/>
          </a:p>
        </p:txBody>
      </p:sp>
      <p:sp>
        <p:nvSpPr>
          <p:cNvPr id="5" name="TextBox 4">
            <a:extLst>
              <a:ext uri="{FF2B5EF4-FFF2-40B4-BE49-F238E27FC236}">
                <a16:creationId xmlns:a16="http://schemas.microsoft.com/office/drawing/2014/main" id="{C21469E4-175F-C0F0-122A-A58E62C81574}"/>
              </a:ext>
            </a:extLst>
          </p:cNvPr>
          <p:cNvSpPr txBox="1"/>
          <p:nvPr/>
        </p:nvSpPr>
        <p:spPr>
          <a:xfrm>
            <a:off x="189756" y="980728"/>
            <a:ext cx="11665296" cy="1200329"/>
          </a:xfrm>
          <a:prstGeom prst="rect">
            <a:avLst/>
          </a:prstGeom>
          <a:noFill/>
          <a:ln>
            <a:solidFill>
              <a:schemeClr val="bg1"/>
            </a:solidFill>
          </a:ln>
        </p:spPr>
        <p:txBody>
          <a:bodyPr wrap="square" rtlCol="0">
            <a:spAutoFit/>
          </a:bodyPr>
          <a:lstStyle/>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Segoe UI"/>
                <a:ea typeface="+mn-ea"/>
                <a:cs typeface="+mn-cs"/>
              </a:rPr>
              <a:t>Solution:</a:t>
            </a:r>
          </a:p>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Segoe UI"/>
                <a:ea typeface="+mn-ea"/>
                <a:cs typeface="+mn-cs"/>
                <a:hlinkClick r:id="rId2"/>
              </a:rPr>
              <a:t>https://github.com/soyuztechnologies/SAP_BTP_Training_CLD200/blob/master/Day%203/01%20db.zip</a:t>
            </a:r>
            <a:endParaRPr kumimoji="0" lang="en-US" sz="2400" b="0" i="0" u="none" strike="noStrike" kern="1200" cap="none" spc="0" normalizeH="0" baseline="0" noProof="0" dirty="0">
              <a:ln>
                <a:noFill/>
              </a:ln>
              <a:solidFill>
                <a:prstClr val="black"/>
              </a:solidFill>
              <a:effectLst/>
              <a:uLnTx/>
              <a:uFillTx/>
              <a:latin typeface="Segoe UI"/>
              <a:ea typeface="+mn-ea"/>
              <a:cs typeface="+mn-cs"/>
            </a:endParaRPr>
          </a:p>
        </p:txBody>
      </p:sp>
      <p:pic>
        <p:nvPicPr>
          <p:cNvPr id="1026" name="Picture 2" descr="Database icons for free download | Freepik">
            <a:extLst>
              <a:ext uri="{FF2B5EF4-FFF2-40B4-BE49-F238E27FC236}">
                <a16:creationId xmlns:a16="http://schemas.microsoft.com/office/drawing/2014/main" id="{53697E66-CE08-835A-8815-829DBD6ED94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34172" y="2708920"/>
            <a:ext cx="3580656" cy="35806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231520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6D0D1-C360-929C-6634-B73035BFFD79}"/>
              </a:ext>
            </a:extLst>
          </p:cNvPr>
          <p:cNvSpPr>
            <a:spLocks noGrp="1"/>
          </p:cNvSpPr>
          <p:nvPr>
            <p:ph type="title"/>
          </p:nvPr>
        </p:nvSpPr>
        <p:spPr/>
        <p:txBody>
          <a:bodyPr/>
          <a:lstStyle/>
          <a:p>
            <a:r>
              <a:rPr lang="en-US" sz="3600" dirty="0">
                <a:latin typeface="Cooper Black" panose="0208090404030B020404" pitchFamily="18" charset="0"/>
              </a:rPr>
              <a:t>Reuse Types and aspects</a:t>
            </a:r>
            <a:endParaRPr lang="en-US" dirty="0"/>
          </a:p>
        </p:txBody>
      </p:sp>
      <p:sp>
        <p:nvSpPr>
          <p:cNvPr id="3" name="TextBox 2">
            <a:extLst>
              <a:ext uri="{FF2B5EF4-FFF2-40B4-BE49-F238E27FC236}">
                <a16:creationId xmlns:a16="http://schemas.microsoft.com/office/drawing/2014/main" id="{7D710071-42A0-95C3-A71A-A66D7DB444D3}"/>
              </a:ext>
            </a:extLst>
          </p:cNvPr>
          <p:cNvSpPr txBox="1"/>
          <p:nvPr/>
        </p:nvSpPr>
        <p:spPr>
          <a:xfrm>
            <a:off x="189756" y="791728"/>
            <a:ext cx="11809312" cy="3170099"/>
          </a:xfrm>
          <a:prstGeom prst="rect">
            <a:avLst/>
          </a:prstGeom>
          <a:noFill/>
        </p:spPr>
        <p:txBody>
          <a:bodyPr wrap="square" rtlCol="0">
            <a:spAutoFit/>
          </a:bodyPr>
          <a:lstStyle/>
          <a:p>
            <a:r>
              <a:rPr lang="en-US" sz="2000" dirty="0">
                <a:solidFill>
                  <a:schemeClr val="bg1"/>
                </a:solidFill>
              </a:rPr>
              <a:t>When we design database artefacts, at times we have many similar objects and their data types. Instead of hardcoding the type as primitive type, it is recommended to create custom data types. Using custom data type increase reusability and reduce maintenance.</a:t>
            </a:r>
          </a:p>
          <a:p>
            <a:r>
              <a:rPr lang="en-US" sz="2000" dirty="0">
                <a:solidFill>
                  <a:schemeClr val="bg1"/>
                </a:solidFill>
              </a:rPr>
              <a:t>When we create a separate CDS file for reuse purpose and consume it. This file contain types, enumerators and aspects.</a:t>
            </a:r>
          </a:p>
          <a:p>
            <a:endParaRPr lang="en-US" sz="2000" dirty="0">
              <a:solidFill>
                <a:schemeClr val="bg1"/>
              </a:solidFill>
            </a:endParaRPr>
          </a:p>
          <a:p>
            <a:r>
              <a:rPr lang="en-US" sz="2000" dirty="0">
                <a:solidFill>
                  <a:schemeClr val="bg1"/>
                </a:solidFill>
              </a:rPr>
              <a:t>Every project would need some common aspects and types related to primary key generation, admin data (created by, created on, changed by, changed on) – temporal, Currency.</a:t>
            </a:r>
          </a:p>
          <a:p>
            <a:endParaRPr lang="en-IN" sz="2000" dirty="0">
              <a:solidFill>
                <a:schemeClr val="bg1"/>
              </a:solidFill>
            </a:endParaRPr>
          </a:p>
          <a:p>
            <a:r>
              <a:rPr lang="en-IN" sz="2000" dirty="0">
                <a:solidFill>
                  <a:schemeClr val="bg1"/>
                </a:solidFill>
              </a:rPr>
              <a:t>Aspect (structures in </a:t>
            </a:r>
            <a:r>
              <a:rPr lang="en-IN" sz="2000" dirty="0" err="1">
                <a:solidFill>
                  <a:schemeClr val="bg1"/>
                </a:solidFill>
              </a:rPr>
              <a:t>abap</a:t>
            </a:r>
            <a:r>
              <a:rPr lang="en-IN" sz="2000" dirty="0">
                <a:solidFill>
                  <a:schemeClr val="bg1"/>
                </a:solidFill>
              </a:rPr>
              <a:t>) is combination of many fields.</a:t>
            </a:r>
          </a:p>
        </p:txBody>
      </p:sp>
    </p:spTree>
    <p:extLst>
      <p:ext uri="{BB962C8B-B14F-4D97-AF65-F5344CB8AC3E}">
        <p14:creationId xmlns:p14="http://schemas.microsoft.com/office/powerpoint/2010/main" val="33397932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FE71F3-7223-6535-6631-0650302FAD8B}"/>
              </a:ext>
            </a:extLst>
          </p:cNvPr>
          <p:cNvSpPr>
            <a:spLocks noGrp="1"/>
          </p:cNvSpPr>
          <p:nvPr>
            <p:ph type="title"/>
          </p:nvPr>
        </p:nvSpPr>
        <p:spPr/>
        <p:txBody>
          <a:bodyPr/>
          <a:lstStyle/>
          <a:p>
            <a:r>
              <a:rPr lang="en-US" dirty="0"/>
              <a:t>Introduction to CDS Views</a:t>
            </a:r>
          </a:p>
        </p:txBody>
      </p:sp>
      <p:sp>
        <p:nvSpPr>
          <p:cNvPr id="4" name="TextBox 3">
            <a:extLst>
              <a:ext uri="{FF2B5EF4-FFF2-40B4-BE49-F238E27FC236}">
                <a16:creationId xmlns:a16="http://schemas.microsoft.com/office/drawing/2014/main" id="{F93B2F40-10EC-C526-D717-5D1C55DAF2E7}"/>
              </a:ext>
            </a:extLst>
          </p:cNvPr>
          <p:cNvSpPr txBox="1"/>
          <p:nvPr/>
        </p:nvSpPr>
        <p:spPr>
          <a:xfrm>
            <a:off x="130881" y="784925"/>
            <a:ext cx="11927061" cy="2862322"/>
          </a:xfrm>
          <a:prstGeom prst="rect">
            <a:avLst/>
          </a:prstGeom>
          <a:noFill/>
        </p:spPr>
        <p:txBody>
          <a:bodyPr wrap="square">
            <a:spAutoFit/>
          </a:bodyPr>
          <a:lstStyle/>
          <a:p>
            <a:r>
              <a:rPr lang="en-US" sz="2000" dirty="0">
                <a:solidFill>
                  <a:schemeClr val="bg1"/>
                </a:solidFill>
              </a:rPr>
              <a:t>1. Usually we have all our data distributed across multiple tables, and if we need to get this data out, we need to write complex queries with joins. It becomes very complex to handle the maintenance of these large queries. Views will simplify the consumption and make it easy to maintenance.</a:t>
            </a:r>
          </a:p>
          <a:p>
            <a:r>
              <a:rPr lang="en-US" sz="2000" dirty="0">
                <a:solidFill>
                  <a:schemeClr val="bg1"/>
                </a:solidFill>
              </a:rPr>
              <a:t>2. We can perform operations like aggregation on the view.</a:t>
            </a:r>
          </a:p>
          <a:p>
            <a:r>
              <a:rPr lang="en-US" sz="2000" dirty="0">
                <a:solidFill>
                  <a:schemeClr val="bg1"/>
                </a:solidFill>
              </a:rPr>
              <a:t>3. Security</a:t>
            </a:r>
          </a:p>
          <a:p>
            <a:r>
              <a:rPr lang="en-US" sz="2000" dirty="0">
                <a:solidFill>
                  <a:schemeClr val="bg1"/>
                </a:solidFill>
              </a:rPr>
              <a:t>4. CDS views are also the contracts for data consumption</a:t>
            </a:r>
          </a:p>
          <a:p>
            <a:r>
              <a:rPr lang="en-US" sz="2000" dirty="0">
                <a:solidFill>
                  <a:schemeClr val="bg1"/>
                </a:solidFill>
              </a:rPr>
              <a:t>5. They include annotations which drive functionality.</a:t>
            </a:r>
          </a:p>
          <a:p>
            <a:r>
              <a:rPr lang="en-US" sz="2000" dirty="0">
                <a:solidFill>
                  <a:schemeClr val="bg1"/>
                </a:solidFill>
              </a:rPr>
              <a:t>6. View provide lose coupling to load data. Whereas when we use queries and joins, they are always tight coupling.</a:t>
            </a:r>
            <a:endParaRPr lang="en-IN" sz="2000" dirty="0">
              <a:solidFill>
                <a:schemeClr val="bg1"/>
              </a:solidFill>
            </a:endParaRPr>
          </a:p>
        </p:txBody>
      </p:sp>
      <p:sp>
        <p:nvSpPr>
          <p:cNvPr id="5" name="Rectangle 4">
            <a:extLst>
              <a:ext uri="{FF2B5EF4-FFF2-40B4-BE49-F238E27FC236}">
                <a16:creationId xmlns:a16="http://schemas.microsoft.com/office/drawing/2014/main" id="{F0D287AE-20B2-4CAD-0046-02C2B69712EA}"/>
              </a:ext>
            </a:extLst>
          </p:cNvPr>
          <p:cNvSpPr/>
          <p:nvPr/>
        </p:nvSpPr>
        <p:spPr>
          <a:xfrm>
            <a:off x="5446340" y="3789040"/>
            <a:ext cx="1800200" cy="2160240"/>
          </a:xfrm>
          <a:prstGeom prst="rect">
            <a:avLst/>
          </a:prstGeom>
          <a:solidFill>
            <a:srgbClr val="92D05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Purchase order</a:t>
            </a:r>
          </a:p>
        </p:txBody>
      </p:sp>
      <p:sp>
        <p:nvSpPr>
          <p:cNvPr id="6" name="Arrow: Right 5">
            <a:extLst>
              <a:ext uri="{FF2B5EF4-FFF2-40B4-BE49-F238E27FC236}">
                <a16:creationId xmlns:a16="http://schemas.microsoft.com/office/drawing/2014/main" id="{2000159E-ACDA-6DBB-DC5F-1AC1515897A5}"/>
              </a:ext>
            </a:extLst>
          </p:cNvPr>
          <p:cNvSpPr/>
          <p:nvPr/>
        </p:nvSpPr>
        <p:spPr>
          <a:xfrm>
            <a:off x="7179342" y="4213674"/>
            <a:ext cx="1944216" cy="936104"/>
          </a:xfrm>
          <a:prstGeom prst="rightArrow">
            <a:avLst/>
          </a:prstGeom>
          <a:solidFill>
            <a:srgbClr val="92D05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Load what is needed</a:t>
            </a:r>
          </a:p>
        </p:txBody>
      </p:sp>
      <p:sp>
        <p:nvSpPr>
          <p:cNvPr id="7" name="Rectangle 6">
            <a:extLst>
              <a:ext uri="{FF2B5EF4-FFF2-40B4-BE49-F238E27FC236}">
                <a16:creationId xmlns:a16="http://schemas.microsoft.com/office/drawing/2014/main" id="{F745815F-5E17-7D9A-42DC-0AA3D9422CB3}"/>
              </a:ext>
            </a:extLst>
          </p:cNvPr>
          <p:cNvSpPr/>
          <p:nvPr/>
        </p:nvSpPr>
        <p:spPr>
          <a:xfrm>
            <a:off x="9123558" y="3853634"/>
            <a:ext cx="2664296" cy="1872208"/>
          </a:xfrm>
          <a:prstGeom prst="rect">
            <a:avLst/>
          </a:prstGeom>
          <a:solidFill>
            <a:srgbClr val="92D05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Purchase order items</a:t>
            </a:r>
          </a:p>
        </p:txBody>
      </p:sp>
      <p:sp>
        <p:nvSpPr>
          <p:cNvPr id="8" name="Rectangle 7">
            <a:extLst>
              <a:ext uri="{FF2B5EF4-FFF2-40B4-BE49-F238E27FC236}">
                <a16:creationId xmlns:a16="http://schemas.microsoft.com/office/drawing/2014/main" id="{24B7DD77-5F7E-3374-6366-C97D3A0D58E3}"/>
              </a:ext>
            </a:extLst>
          </p:cNvPr>
          <p:cNvSpPr/>
          <p:nvPr/>
        </p:nvSpPr>
        <p:spPr>
          <a:xfrm>
            <a:off x="189756" y="3789040"/>
            <a:ext cx="4968552" cy="2284035"/>
          </a:xfrm>
          <a:prstGeom prst="rect">
            <a:avLst/>
          </a:prstGeom>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t>Exercise:</a:t>
            </a:r>
          </a:p>
          <a:p>
            <a:r>
              <a:rPr lang="en-US" dirty="0">
                <a:hlinkClick r:id="rId2"/>
              </a:rPr>
              <a:t>https://github.com/soyuztechnologies/SAP_BTP_Training_CLD200/blob/master/Day%203/01%20db/01db/CDSViews.cds</a:t>
            </a:r>
            <a:endParaRPr lang="en-US" dirty="0"/>
          </a:p>
        </p:txBody>
      </p:sp>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331A7E74-7ACA-2784-0EF5-08882F676870}"/>
                  </a:ext>
                </a:extLst>
              </p14:cNvPr>
              <p14:cNvContentPartPr/>
              <p14:nvPr/>
            </p14:nvContentPartPr>
            <p14:xfrm>
              <a:off x="6881032" y="5334692"/>
              <a:ext cx="360" cy="360"/>
            </p14:xfrm>
          </p:contentPart>
        </mc:Choice>
        <mc:Fallback xmlns="">
          <p:pic>
            <p:nvPicPr>
              <p:cNvPr id="3" name="Ink 2">
                <a:extLst>
                  <a:ext uri="{FF2B5EF4-FFF2-40B4-BE49-F238E27FC236}">
                    <a16:creationId xmlns:a16="http://schemas.microsoft.com/office/drawing/2014/main" id="{331A7E74-7ACA-2784-0EF5-08882F676870}"/>
                  </a:ext>
                </a:extLst>
              </p:cNvPr>
              <p:cNvPicPr/>
              <p:nvPr/>
            </p:nvPicPr>
            <p:blipFill>
              <a:blip r:embed="rId4"/>
              <a:stretch>
                <a:fillRect/>
              </a:stretch>
            </p:blipFill>
            <p:spPr>
              <a:xfrm>
                <a:off x="6872032" y="5326052"/>
                <a:ext cx="18000" cy="18000"/>
              </a:xfrm>
              <a:prstGeom prst="rect">
                <a:avLst/>
              </a:prstGeom>
            </p:spPr>
          </p:pic>
        </mc:Fallback>
      </mc:AlternateContent>
    </p:spTree>
    <p:extLst>
      <p:ext uri="{BB962C8B-B14F-4D97-AF65-F5344CB8AC3E}">
        <p14:creationId xmlns:p14="http://schemas.microsoft.com/office/powerpoint/2010/main" val="38396302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4">
                                            <p:txEl>
                                              <p:pRg st="1" end="1"/>
                                            </p:txEl>
                                          </p:spTgt>
                                        </p:tgtEl>
                                        <p:attrNameLst>
                                          <p:attrName>style.visibility</p:attrName>
                                        </p:attrNameLst>
                                      </p:cBhvr>
                                      <p:to>
                                        <p:strVal val="visible"/>
                                      </p:to>
                                    </p:set>
                                    <p:animEffect transition="in" filter="fade">
                                      <p:cBhvr>
                                        <p:cTn id="14" dur="1000"/>
                                        <p:tgtEl>
                                          <p:spTgt spid="4">
                                            <p:txEl>
                                              <p:pRg st="1" end="1"/>
                                            </p:txEl>
                                          </p:spTgt>
                                        </p:tgtEl>
                                      </p:cBhvr>
                                    </p:animEffect>
                                    <p:anim calcmode="lin" valueType="num">
                                      <p:cBhvr>
                                        <p:cTn id="15"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4">
                                            <p:txEl>
                                              <p:pRg st="2" end="2"/>
                                            </p:txEl>
                                          </p:spTgt>
                                        </p:tgtEl>
                                        <p:attrNameLst>
                                          <p:attrName>style.visibility</p:attrName>
                                        </p:attrNameLst>
                                      </p:cBhvr>
                                      <p:to>
                                        <p:strVal val="visible"/>
                                      </p:to>
                                    </p:set>
                                    <p:animEffect transition="in" filter="fade">
                                      <p:cBhvr>
                                        <p:cTn id="21" dur="1000"/>
                                        <p:tgtEl>
                                          <p:spTgt spid="4">
                                            <p:txEl>
                                              <p:pRg st="2" end="2"/>
                                            </p:txEl>
                                          </p:spTgt>
                                        </p:tgtEl>
                                      </p:cBhvr>
                                    </p:animEffect>
                                    <p:anim calcmode="lin" valueType="num">
                                      <p:cBhvr>
                                        <p:cTn id="22"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4">
                                            <p:txEl>
                                              <p:pRg st="3" end="3"/>
                                            </p:txEl>
                                          </p:spTgt>
                                        </p:tgtEl>
                                        <p:attrNameLst>
                                          <p:attrName>style.visibility</p:attrName>
                                        </p:attrNameLst>
                                      </p:cBhvr>
                                      <p:to>
                                        <p:strVal val="visible"/>
                                      </p:to>
                                    </p:set>
                                    <p:animEffect transition="in" filter="fade">
                                      <p:cBhvr>
                                        <p:cTn id="28" dur="1000"/>
                                        <p:tgtEl>
                                          <p:spTgt spid="4">
                                            <p:txEl>
                                              <p:pRg st="3" end="3"/>
                                            </p:txEl>
                                          </p:spTgt>
                                        </p:tgtEl>
                                      </p:cBhvr>
                                    </p:animEffect>
                                    <p:anim calcmode="lin" valueType="num">
                                      <p:cBhvr>
                                        <p:cTn id="29"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4">
                                            <p:txEl>
                                              <p:pRg st="4" end="4"/>
                                            </p:txEl>
                                          </p:spTgt>
                                        </p:tgtEl>
                                        <p:attrNameLst>
                                          <p:attrName>style.visibility</p:attrName>
                                        </p:attrNameLst>
                                      </p:cBhvr>
                                      <p:to>
                                        <p:strVal val="visible"/>
                                      </p:to>
                                    </p:set>
                                    <p:animEffect transition="in" filter="fade">
                                      <p:cBhvr>
                                        <p:cTn id="35" dur="1000"/>
                                        <p:tgtEl>
                                          <p:spTgt spid="4">
                                            <p:txEl>
                                              <p:pRg st="4" end="4"/>
                                            </p:txEl>
                                          </p:spTgt>
                                        </p:tgtEl>
                                      </p:cBhvr>
                                    </p:animEffect>
                                    <p:anim calcmode="lin" valueType="num">
                                      <p:cBhvr>
                                        <p:cTn id="36"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4">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4">
                                            <p:txEl>
                                              <p:pRg st="5" end="5"/>
                                            </p:txEl>
                                          </p:spTgt>
                                        </p:tgtEl>
                                        <p:attrNameLst>
                                          <p:attrName>style.visibility</p:attrName>
                                        </p:attrNameLst>
                                      </p:cBhvr>
                                      <p:to>
                                        <p:strVal val="visible"/>
                                      </p:to>
                                    </p:set>
                                    <p:animEffect transition="in" filter="fade">
                                      <p:cBhvr>
                                        <p:cTn id="42" dur="1000"/>
                                        <p:tgtEl>
                                          <p:spTgt spid="4">
                                            <p:txEl>
                                              <p:pRg st="5" end="5"/>
                                            </p:txEl>
                                          </p:spTgt>
                                        </p:tgtEl>
                                      </p:cBhvr>
                                    </p:animEffect>
                                    <p:anim calcmode="lin" valueType="num">
                                      <p:cBhvr>
                                        <p:cTn id="43" dur="1000" fill="hold"/>
                                        <p:tgtEl>
                                          <p:spTgt spid="4">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4">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8D8EE8-2F47-E654-5193-972019328A90}"/>
              </a:ext>
            </a:extLst>
          </p:cNvPr>
          <p:cNvSpPr>
            <a:spLocks noGrp="1"/>
          </p:cNvSpPr>
          <p:nvPr>
            <p:ph type="title"/>
          </p:nvPr>
        </p:nvSpPr>
        <p:spPr/>
        <p:txBody>
          <a:bodyPr/>
          <a:lstStyle/>
          <a:p>
            <a:endParaRPr lang="en-IN"/>
          </a:p>
        </p:txBody>
      </p:sp>
      <p:grpSp>
        <p:nvGrpSpPr>
          <p:cNvPr id="69" name="Group 68">
            <a:extLst>
              <a:ext uri="{FF2B5EF4-FFF2-40B4-BE49-F238E27FC236}">
                <a16:creationId xmlns:a16="http://schemas.microsoft.com/office/drawing/2014/main" id="{64B917F1-CDB3-1A41-3518-A174ED1C53DF}"/>
              </a:ext>
            </a:extLst>
          </p:cNvPr>
          <p:cNvGrpSpPr/>
          <p:nvPr/>
        </p:nvGrpSpPr>
        <p:grpSpPr>
          <a:xfrm>
            <a:off x="1189242" y="1138630"/>
            <a:ext cx="10387800" cy="3901320"/>
            <a:chOff x="1189242" y="1138630"/>
            <a:chExt cx="10387800" cy="3901320"/>
          </a:xfrm>
        </p:grpSpPr>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D2ADD1F6-DAE1-1CFC-11B5-FBA320B1B10A}"/>
                    </a:ext>
                  </a:extLst>
                </p14:cNvPr>
                <p14:cNvContentPartPr/>
                <p14:nvPr/>
              </p14:nvContentPartPr>
              <p14:xfrm>
                <a:off x="1189242" y="2373070"/>
                <a:ext cx="3144600" cy="2666880"/>
              </p14:xfrm>
            </p:contentPart>
          </mc:Choice>
          <mc:Fallback>
            <p:pic>
              <p:nvPicPr>
                <p:cNvPr id="3" name="Ink 2">
                  <a:extLst>
                    <a:ext uri="{FF2B5EF4-FFF2-40B4-BE49-F238E27FC236}">
                      <a16:creationId xmlns:a16="http://schemas.microsoft.com/office/drawing/2014/main" id="{D2ADD1F6-DAE1-1CFC-11B5-FBA320B1B10A}"/>
                    </a:ext>
                  </a:extLst>
                </p:cNvPr>
                <p:cNvPicPr/>
                <p:nvPr/>
              </p:nvPicPr>
              <p:blipFill>
                <a:blip r:embed="rId3"/>
                <a:stretch>
                  <a:fillRect/>
                </a:stretch>
              </p:blipFill>
              <p:spPr>
                <a:xfrm>
                  <a:off x="1180242" y="2364430"/>
                  <a:ext cx="3162240" cy="268452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4" name="Ink 3">
                  <a:extLst>
                    <a:ext uri="{FF2B5EF4-FFF2-40B4-BE49-F238E27FC236}">
                      <a16:creationId xmlns:a16="http://schemas.microsoft.com/office/drawing/2014/main" id="{6E51FB4C-6864-035B-A3A2-9926B68612F6}"/>
                    </a:ext>
                  </a:extLst>
                </p14:cNvPr>
                <p14:cNvContentPartPr/>
                <p14:nvPr/>
              </p14:nvContentPartPr>
              <p14:xfrm>
                <a:off x="1590642" y="2702830"/>
                <a:ext cx="148680" cy="333360"/>
              </p14:xfrm>
            </p:contentPart>
          </mc:Choice>
          <mc:Fallback>
            <p:pic>
              <p:nvPicPr>
                <p:cNvPr id="4" name="Ink 3">
                  <a:extLst>
                    <a:ext uri="{FF2B5EF4-FFF2-40B4-BE49-F238E27FC236}">
                      <a16:creationId xmlns:a16="http://schemas.microsoft.com/office/drawing/2014/main" id="{6E51FB4C-6864-035B-A3A2-9926B68612F6}"/>
                    </a:ext>
                  </a:extLst>
                </p:cNvPr>
                <p:cNvPicPr/>
                <p:nvPr/>
              </p:nvPicPr>
              <p:blipFill>
                <a:blip r:embed="rId5"/>
                <a:stretch>
                  <a:fillRect/>
                </a:stretch>
              </p:blipFill>
              <p:spPr>
                <a:xfrm>
                  <a:off x="1581642" y="2693830"/>
                  <a:ext cx="166320" cy="35100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5" name="Ink 4">
                  <a:extLst>
                    <a:ext uri="{FF2B5EF4-FFF2-40B4-BE49-F238E27FC236}">
                      <a16:creationId xmlns:a16="http://schemas.microsoft.com/office/drawing/2014/main" id="{FEF3B357-CB57-4C9F-6CBD-1681D74A3C72}"/>
                    </a:ext>
                  </a:extLst>
                </p14:cNvPr>
                <p14:cNvContentPartPr/>
                <p14:nvPr/>
              </p14:nvContentPartPr>
              <p14:xfrm>
                <a:off x="1791882" y="2814430"/>
                <a:ext cx="128160" cy="130680"/>
              </p14:xfrm>
            </p:contentPart>
          </mc:Choice>
          <mc:Fallback>
            <p:pic>
              <p:nvPicPr>
                <p:cNvPr id="5" name="Ink 4">
                  <a:extLst>
                    <a:ext uri="{FF2B5EF4-FFF2-40B4-BE49-F238E27FC236}">
                      <a16:creationId xmlns:a16="http://schemas.microsoft.com/office/drawing/2014/main" id="{FEF3B357-CB57-4C9F-6CBD-1681D74A3C72}"/>
                    </a:ext>
                  </a:extLst>
                </p:cNvPr>
                <p:cNvPicPr/>
                <p:nvPr/>
              </p:nvPicPr>
              <p:blipFill>
                <a:blip r:embed="rId7"/>
                <a:stretch>
                  <a:fillRect/>
                </a:stretch>
              </p:blipFill>
              <p:spPr>
                <a:xfrm>
                  <a:off x="1782882" y="2805430"/>
                  <a:ext cx="145800" cy="14832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6" name="Ink 5">
                  <a:extLst>
                    <a:ext uri="{FF2B5EF4-FFF2-40B4-BE49-F238E27FC236}">
                      <a16:creationId xmlns:a16="http://schemas.microsoft.com/office/drawing/2014/main" id="{7D21D64A-5B8E-ADDA-7F21-869818E57F96}"/>
                    </a:ext>
                  </a:extLst>
                </p14:cNvPr>
                <p14:cNvContentPartPr/>
                <p14:nvPr/>
              </p14:nvContentPartPr>
              <p14:xfrm>
                <a:off x="1979802" y="2822710"/>
                <a:ext cx="139320" cy="197280"/>
              </p14:xfrm>
            </p:contentPart>
          </mc:Choice>
          <mc:Fallback>
            <p:pic>
              <p:nvPicPr>
                <p:cNvPr id="6" name="Ink 5">
                  <a:extLst>
                    <a:ext uri="{FF2B5EF4-FFF2-40B4-BE49-F238E27FC236}">
                      <a16:creationId xmlns:a16="http://schemas.microsoft.com/office/drawing/2014/main" id="{7D21D64A-5B8E-ADDA-7F21-869818E57F96}"/>
                    </a:ext>
                  </a:extLst>
                </p:cNvPr>
                <p:cNvPicPr/>
                <p:nvPr/>
              </p:nvPicPr>
              <p:blipFill>
                <a:blip r:embed="rId9"/>
                <a:stretch>
                  <a:fillRect/>
                </a:stretch>
              </p:blipFill>
              <p:spPr>
                <a:xfrm>
                  <a:off x="1970802" y="2814070"/>
                  <a:ext cx="156960" cy="21492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7" name="Ink 6">
                  <a:extLst>
                    <a:ext uri="{FF2B5EF4-FFF2-40B4-BE49-F238E27FC236}">
                      <a16:creationId xmlns:a16="http://schemas.microsoft.com/office/drawing/2014/main" id="{EE51CDE9-D0F9-6B1E-C18E-C38843EF5FFD}"/>
                    </a:ext>
                  </a:extLst>
                </p14:cNvPr>
                <p14:cNvContentPartPr/>
                <p14:nvPr/>
              </p14:nvContentPartPr>
              <p14:xfrm>
                <a:off x="2185722" y="2761150"/>
                <a:ext cx="25560" cy="137880"/>
              </p14:xfrm>
            </p:contentPart>
          </mc:Choice>
          <mc:Fallback>
            <p:pic>
              <p:nvPicPr>
                <p:cNvPr id="7" name="Ink 6">
                  <a:extLst>
                    <a:ext uri="{FF2B5EF4-FFF2-40B4-BE49-F238E27FC236}">
                      <a16:creationId xmlns:a16="http://schemas.microsoft.com/office/drawing/2014/main" id="{EE51CDE9-D0F9-6B1E-C18E-C38843EF5FFD}"/>
                    </a:ext>
                  </a:extLst>
                </p:cNvPr>
                <p:cNvPicPr/>
                <p:nvPr/>
              </p:nvPicPr>
              <p:blipFill>
                <a:blip r:embed="rId11"/>
                <a:stretch>
                  <a:fillRect/>
                </a:stretch>
              </p:blipFill>
              <p:spPr>
                <a:xfrm>
                  <a:off x="2177082" y="2752150"/>
                  <a:ext cx="43200" cy="15552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8" name="Ink 7">
                  <a:extLst>
                    <a:ext uri="{FF2B5EF4-FFF2-40B4-BE49-F238E27FC236}">
                      <a16:creationId xmlns:a16="http://schemas.microsoft.com/office/drawing/2014/main" id="{6A6480AB-50F8-E77F-2954-65DC72A245CF}"/>
                    </a:ext>
                  </a:extLst>
                </p14:cNvPr>
                <p14:cNvContentPartPr/>
                <p14:nvPr/>
              </p14:nvContentPartPr>
              <p14:xfrm>
                <a:off x="2162682" y="2810470"/>
                <a:ext cx="243000" cy="106560"/>
              </p14:xfrm>
            </p:contentPart>
          </mc:Choice>
          <mc:Fallback>
            <p:pic>
              <p:nvPicPr>
                <p:cNvPr id="8" name="Ink 7">
                  <a:extLst>
                    <a:ext uri="{FF2B5EF4-FFF2-40B4-BE49-F238E27FC236}">
                      <a16:creationId xmlns:a16="http://schemas.microsoft.com/office/drawing/2014/main" id="{6A6480AB-50F8-E77F-2954-65DC72A245CF}"/>
                    </a:ext>
                  </a:extLst>
                </p:cNvPr>
                <p:cNvPicPr/>
                <p:nvPr/>
              </p:nvPicPr>
              <p:blipFill>
                <a:blip r:embed="rId13"/>
                <a:stretch>
                  <a:fillRect/>
                </a:stretch>
              </p:blipFill>
              <p:spPr>
                <a:xfrm>
                  <a:off x="2153682" y="2801830"/>
                  <a:ext cx="260640" cy="12420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9" name="Ink 8">
                  <a:extLst>
                    <a:ext uri="{FF2B5EF4-FFF2-40B4-BE49-F238E27FC236}">
                      <a16:creationId xmlns:a16="http://schemas.microsoft.com/office/drawing/2014/main" id="{E1A41E3A-CFC2-D9EF-25CB-3E151039AC51}"/>
                    </a:ext>
                  </a:extLst>
                </p14:cNvPr>
                <p14:cNvContentPartPr/>
                <p14:nvPr/>
              </p14:nvContentPartPr>
              <p14:xfrm>
                <a:off x="2458602" y="2778790"/>
                <a:ext cx="124560" cy="250200"/>
              </p14:xfrm>
            </p:contentPart>
          </mc:Choice>
          <mc:Fallback>
            <p:pic>
              <p:nvPicPr>
                <p:cNvPr id="9" name="Ink 8">
                  <a:extLst>
                    <a:ext uri="{FF2B5EF4-FFF2-40B4-BE49-F238E27FC236}">
                      <a16:creationId xmlns:a16="http://schemas.microsoft.com/office/drawing/2014/main" id="{E1A41E3A-CFC2-D9EF-25CB-3E151039AC51}"/>
                    </a:ext>
                  </a:extLst>
                </p:cNvPr>
                <p:cNvPicPr/>
                <p:nvPr/>
              </p:nvPicPr>
              <p:blipFill>
                <a:blip r:embed="rId15"/>
                <a:stretch>
                  <a:fillRect/>
                </a:stretch>
              </p:blipFill>
              <p:spPr>
                <a:xfrm>
                  <a:off x="2449602" y="2769790"/>
                  <a:ext cx="142200" cy="26784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10" name="Ink 9">
                  <a:extLst>
                    <a:ext uri="{FF2B5EF4-FFF2-40B4-BE49-F238E27FC236}">
                      <a16:creationId xmlns:a16="http://schemas.microsoft.com/office/drawing/2014/main" id="{971E685C-E73E-5C31-4D62-A907DBD6737D}"/>
                    </a:ext>
                  </a:extLst>
                </p14:cNvPr>
                <p14:cNvContentPartPr/>
                <p14:nvPr/>
              </p14:nvContentPartPr>
              <p14:xfrm>
                <a:off x="1774242" y="3604270"/>
                <a:ext cx="14760" cy="124560"/>
              </p14:xfrm>
            </p:contentPart>
          </mc:Choice>
          <mc:Fallback>
            <p:pic>
              <p:nvPicPr>
                <p:cNvPr id="10" name="Ink 9">
                  <a:extLst>
                    <a:ext uri="{FF2B5EF4-FFF2-40B4-BE49-F238E27FC236}">
                      <a16:creationId xmlns:a16="http://schemas.microsoft.com/office/drawing/2014/main" id="{971E685C-E73E-5C31-4D62-A907DBD6737D}"/>
                    </a:ext>
                  </a:extLst>
                </p:cNvPr>
                <p:cNvPicPr/>
                <p:nvPr/>
              </p:nvPicPr>
              <p:blipFill>
                <a:blip r:embed="rId17"/>
                <a:stretch>
                  <a:fillRect/>
                </a:stretch>
              </p:blipFill>
              <p:spPr>
                <a:xfrm>
                  <a:off x="1765242" y="3595630"/>
                  <a:ext cx="32400" cy="14220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11" name="Ink 10">
                  <a:extLst>
                    <a:ext uri="{FF2B5EF4-FFF2-40B4-BE49-F238E27FC236}">
                      <a16:creationId xmlns:a16="http://schemas.microsoft.com/office/drawing/2014/main" id="{DDB10788-01FA-5AF5-E99B-CBA896E8E607}"/>
                    </a:ext>
                  </a:extLst>
                </p14:cNvPr>
                <p14:cNvContentPartPr/>
                <p14:nvPr/>
              </p14:nvContentPartPr>
              <p14:xfrm>
                <a:off x="1798362" y="3499150"/>
                <a:ext cx="6480" cy="13320"/>
              </p14:xfrm>
            </p:contentPart>
          </mc:Choice>
          <mc:Fallback>
            <p:pic>
              <p:nvPicPr>
                <p:cNvPr id="11" name="Ink 10">
                  <a:extLst>
                    <a:ext uri="{FF2B5EF4-FFF2-40B4-BE49-F238E27FC236}">
                      <a16:creationId xmlns:a16="http://schemas.microsoft.com/office/drawing/2014/main" id="{DDB10788-01FA-5AF5-E99B-CBA896E8E607}"/>
                    </a:ext>
                  </a:extLst>
                </p:cNvPr>
                <p:cNvPicPr/>
                <p:nvPr/>
              </p:nvPicPr>
              <p:blipFill>
                <a:blip r:embed="rId19"/>
                <a:stretch>
                  <a:fillRect/>
                </a:stretch>
              </p:blipFill>
              <p:spPr>
                <a:xfrm>
                  <a:off x="1789362" y="3490510"/>
                  <a:ext cx="24120" cy="3096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12" name="Ink 11">
                  <a:extLst>
                    <a:ext uri="{FF2B5EF4-FFF2-40B4-BE49-F238E27FC236}">
                      <a16:creationId xmlns:a16="http://schemas.microsoft.com/office/drawing/2014/main" id="{D2850FEB-3C31-9B46-4FB1-2C19BF6A591D}"/>
                    </a:ext>
                  </a:extLst>
                </p14:cNvPr>
                <p14:cNvContentPartPr/>
                <p14:nvPr/>
              </p14:nvContentPartPr>
              <p14:xfrm>
                <a:off x="1863162" y="3562510"/>
                <a:ext cx="123840" cy="284400"/>
              </p14:xfrm>
            </p:contentPart>
          </mc:Choice>
          <mc:Fallback>
            <p:pic>
              <p:nvPicPr>
                <p:cNvPr id="12" name="Ink 11">
                  <a:extLst>
                    <a:ext uri="{FF2B5EF4-FFF2-40B4-BE49-F238E27FC236}">
                      <a16:creationId xmlns:a16="http://schemas.microsoft.com/office/drawing/2014/main" id="{D2850FEB-3C31-9B46-4FB1-2C19BF6A591D}"/>
                    </a:ext>
                  </a:extLst>
                </p:cNvPr>
                <p:cNvPicPr/>
                <p:nvPr/>
              </p:nvPicPr>
              <p:blipFill>
                <a:blip r:embed="rId21"/>
                <a:stretch>
                  <a:fillRect/>
                </a:stretch>
              </p:blipFill>
              <p:spPr>
                <a:xfrm>
                  <a:off x="1854162" y="3553870"/>
                  <a:ext cx="141480" cy="30204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13" name="Ink 12">
                  <a:extLst>
                    <a:ext uri="{FF2B5EF4-FFF2-40B4-BE49-F238E27FC236}">
                      <a16:creationId xmlns:a16="http://schemas.microsoft.com/office/drawing/2014/main" id="{EDB3D004-432D-0121-F788-AF71BF85AC03}"/>
                    </a:ext>
                  </a:extLst>
                </p14:cNvPr>
                <p14:cNvContentPartPr/>
                <p14:nvPr/>
              </p14:nvContentPartPr>
              <p14:xfrm>
                <a:off x="2028762" y="3530110"/>
                <a:ext cx="183600" cy="175680"/>
              </p14:xfrm>
            </p:contentPart>
          </mc:Choice>
          <mc:Fallback>
            <p:pic>
              <p:nvPicPr>
                <p:cNvPr id="13" name="Ink 12">
                  <a:extLst>
                    <a:ext uri="{FF2B5EF4-FFF2-40B4-BE49-F238E27FC236}">
                      <a16:creationId xmlns:a16="http://schemas.microsoft.com/office/drawing/2014/main" id="{EDB3D004-432D-0121-F788-AF71BF85AC03}"/>
                    </a:ext>
                  </a:extLst>
                </p:cNvPr>
                <p:cNvPicPr/>
                <p:nvPr/>
              </p:nvPicPr>
              <p:blipFill>
                <a:blip r:embed="rId23"/>
                <a:stretch>
                  <a:fillRect/>
                </a:stretch>
              </p:blipFill>
              <p:spPr>
                <a:xfrm>
                  <a:off x="2019762" y="3521110"/>
                  <a:ext cx="201240" cy="19332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14" name="Ink 13">
                  <a:extLst>
                    <a:ext uri="{FF2B5EF4-FFF2-40B4-BE49-F238E27FC236}">
                      <a16:creationId xmlns:a16="http://schemas.microsoft.com/office/drawing/2014/main" id="{F74C7A17-8A14-1F28-90AB-7D88F8AEACB9}"/>
                    </a:ext>
                  </a:extLst>
                </p14:cNvPr>
                <p14:cNvContentPartPr/>
                <p14:nvPr/>
              </p14:nvContentPartPr>
              <p14:xfrm>
                <a:off x="2294442" y="3602830"/>
                <a:ext cx="49680" cy="95400"/>
              </p14:xfrm>
            </p:contentPart>
          </mc:Choice>
          <mc:Fallback>
            <p:pic>
              <p:nvPicPr>
                <p:cNvPr id="14" name="Ink 13">
                  <a:extLst>
                    <a:ext uri="{FF2B5EF4-FFF2-40B4-BE49-F238E27FC236}">
                      <a16:creationId xmlns:a16="http://schemas.microsoft.com/office/drawing/2014/main" id="{F74C7A17-8A14-1F28-90AB-7D88F8AEACB9}"/>
                    </a:ext>
                  </a:extLst>
                </p:cNvPr>
                <p:cNvPicPr/>
                <p:nvPr/>
              </p:nvPicPr>
              <p:blipFill>
                <a:blip r:embed="rId25"/>
                <a:stretch>
                  <a:fillRect/>
                </a:stretch>
              </p:blipFill>
              <p:spPr>
                <a:xfrm>
                  <a:off x="2285802" y="3594190"/>
                  <a:ext cx="67320" cy="11304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15" name="Ink 14">
                  <a:extLst>
                    <a:ext uri="{FF2B5EF4-FFF2-40B4-BE49-F238E27FC236}">
                      <a16:creationId xmlns:a16="http://schemas.microsoft.com/office/drawing/2014/main" id="{4F92E10F-E0A5-747E-D5F0-8995DD03354D}"/>
                    </a:ext>
                  </a:extLst>
                </p14:cNvPr>
                <p14:cNvContentPartPr/>
                <p14:nvPr/>
              </p14:nvContentPartPr>
              <p14:xfrm>
                <a:off x="2421882" y="3562150"/>
                <a:ext cx="130680" cy="105840"/>
              </p14:xfrm>
            </p:contentPart>
          </mc:Choice>
          <mc:Fallback>
            <p:pic>
              <p:nvPicPr>
                <p:cNvPr id="15" name="Ink 14">
                  <a:extLst>
                    <a:ext uri="{FF2B5EF4-FFF2-40B4-BE49-F238E27FC236}">
                      <a16:creationId xmlns:a16="http://schemas.microsoft.com/office/drawing/2014/main" id="{4F92E10F-E0A5-747E-D5F0-8995DD03354D}"/>
                    </a:ext>
                  </a:extLst>
                </p:cNvPr>
                <p:cNvPicPr/>
                <p:nvPr/>
              </p:nvPicPr>
              <p:blipFill>
                <a:blip r:embed="rId27"/>
                <a:stretch>
                  <a:fillRect/>
                </a:stretch>
              </p:blipFill>
              <p:spPr>
                <a:xfrm>
                  <a:off x="2413242" y="3553150"/>
                  <a:ext cx="148320" cy="12348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16" name="Ink 15">
                  <a:extLst>
                    <a:ext uri="{FF2B5EF4-FFF2-40B4-BE49-F238E27FC236}">
                      <a16:creationId xmlns:a16="http://schemas.microsoft.com/office/drawing/2014/main" id="{25EA0072-8D91-F6E8-8DBF-38560FA72A7F}"/>
                    </a:ext>
                  </a:extLst>
                </p14:cNvPr>
                <p14:cNvContentPartPr/>
                <p14:nvPr/>
              </p14:nvContentPartPr>
              <p14:xfrm>
                <a:off x="2623842" y="3525790"/>
                <a:ext cx="81360" cy="149760"/>
              </p14:xfrm>
            </p:contentPart>
          </mc:Choice>
          <mc:Fallback>
            <p:pic>
              <p:nvPicPr>
                <p:cNvPr id="16" name="Ink 15">
                  <a:extLst>
                    <a:ext uri="{FF2B5EF4-FFF2-40B4-BE49-F238E27FC236}">
                      <a16:creationId xmlns:a16="http://schemas.microsoft.com/office/drawing/2014/main" id="{25EA0072-8D91-F6E8-8DBF-38560FA72A7F}"/>
                    </a:ext>
                  </a:extLst>
                </p:cNvPr>
                <p:cNvPicPr/>
                <p:nvPr/>
              </p:nvPicPr>
              <p:blipFill>
                <a:blip r:embed="rId29"/>
                <a:stretch>
                  <a:fillRect/>
                </a:stretch>
              </p:blipFill>
              <p:spPr>
                <a:xfrm>
                  <a:off x="2614842" y="3516790"/>
                  <a:ext cx="99000" cy="16740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19" name="Ink 18">
                  <a:extLst>
                    <a:ext uri="{FF2B5EF4-FFF2-40B4-BE49-F238E27FC236}">
                      <a16:creationId xmlns:a16="http://schemas.microsoft.com/office/drawing/2014/main" id="{1D58C963-ED13-4EE4-D2E3-36E507C28578}"/>
                    </a:ext>
                  </a:extLst>
                </p14:cNvPr>
                <p14:cNvContentPartPr/>
                <p14:nvPr/>
              </p14:nvContentPartPr>
              <p14:xfrm>
                <a:off x="1738962" y="4296910"/>
                <a:ext cx="83160" cy="241200"/>
              </p14:xfrm>
            </p:contentPart>
          </mc:Choice>
          <mc:Fallback>
            <p:pic>
              <p:nvPicPr>
                <p:cNvPr id="19" name="Ink 18">
                  <a:extLst>
                    <a:ext uri="{FF2B5EF4-FFF2-40B4-BE49-F238E27FC236}">
                      <a16:creationId xmlns:a16="http://schemas.microsoft.com/office/drawing/2014/main" id="{1D58C963-ED13-4EE4-D2E3-36E507C28578}"/>
                    </a:ext>
                  </a:extLst>
                </p:cNvPr>
                <p:cNvPicPr/>
                <p:nvPr/>
              </p:nvPicPr>
              <p:blipFill>
                <a:blip r:embed="rId31"/>
                <a:stretch>
                  <a:fillRect/>
                </a:stretch>
              </p:blipFill>
              <p:spPr>
                <a:xfrm>
                  <a:off x="1729962" y="4287910"/>
                  <a:ext cx="100800" cy="25884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20" name="Ink 19">
                  <a:extLst>
                    <a:ext uri="{FF2B5EF4-FFF2-40B4-BE49-F238E27FC236}">
                      <a16:creationId xmlns:a16="http://schemas.microsoft.com/office/drawing/2014/main" id="{290654AA-B7C4-99A4-0389-FCE3066F1AA5}"/>
                    </a:ext>
                  </a:extLst>
                </p14:cNvPr>
                <p14:cNvContentPartPr/>
                <p14:nvPr/>
              </p14:nvContentPartPr>
              <p14:xfrm>
                <a:off x="1895202" y="4375030"/>
                <a:ext cx="273960" cy="176400"/>
              </p14:xfrm>
            </p:contentPart>
          </mc:Choice>
          <mc:Fallback>
            <p:pic>
              <p:nvPicPr>
                <p:cNvPr id="20" name="Ink 19">
                  <a:extLst>
                    <a:ext uri="{FF2B5EF4-FFF2-40B4-BE49-F238E27FC236}">
                      <a16:creationId xmlns:a16="http://schemas.microsoft.com/office/drawing/2014/main" id="{290654AA-B7C4-99A4-0389-FCE3066F1AA5}"/>
                    </a:ext>
                  </a:extLst>
                </p:cNvPr>
                <p:cNvPicPr/>
                <p:nvPr/>
              </p:nvPicPr>
              <p:blipFill>
                <a:blip r:embed="rId33"/>
                <a:stretch>
                  <a:fillRect/>
                </a:stretch>
              </p:blipFill>
              <p:spPr>
                <a:xfrm>
                  <a:off x="1886202" y="4366390"/>
                  <a:ext cx="291600" cy="19404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21" name="Ink 20">
                  <a:extLst>
                    <a:ext uri="{FF2B5EF4-FFF2-40B4-BE49-F238E27FC236}">
                      <a16:creationId xmlns:a16="http://schemas.microsoft.com/office/drawing/2014/main" id="{4C2A3F28-5721-B124-EDCF-05E40CC38136}"/>
                    </a:ext>
                  </a:extLst>
                </p14:cNvPr>
                <p14:cNvContentPartPr/>
                <p14:nvPr/>
              </p14:nvContentPartPr>
              <p14:xfrm>
                <a:off x="2241882" y="4291870"/>
                <a:ext cx="108720" cy="237600"/>
              </p14:xfrm>
            </p:contentPart>
          </mc:Choice>
          <mc:Fallback>
            <p:pic>
              <p:nvPicPr>
                <p:cNvPr id="21" name="Ink 20">
                  <a:extLst>
                    <a:ext uri="{FF2B5EF4-FFF2-40B4-BE49-F238E27FC236}">
                      <a16:creationId xmlns:a16="http://schemas.microsoft.com/office/drawing/2014/main" id="{4C2A3F28-5721-B124-EDCF-05E40CC38136}"/>
                    </a:ext>
                  </a:extLst>
                </p:cNvPr>
                <p:cNvPicPr/>
                <p:nvPr/>
              </p:nvPicPr>
              <p:blipFill>
                <a:blip r:embed="rId35"/>
                <a:stretch>
                  <a:fillRect/>
                </a:stretch>
              </p:blipFill>
              <p:spPr>
                <a:xfrm>
                  <a:off x="2232882" y="4282870"/>
                  <a:ext cx="126360" cy="255240"/>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22" name="Ink 21">
                  <a:extLst>
                    <a:ext uri="{FF2B5EF4-FFF2-40B4-BE49-F238E27FC236}">
                      <a16:creationId xmlns:a16="http://schemas.microsoft.com/office/drawing/2014/main" id="{5919D866-435E-016D-AA1B-8C750E4BC342}"/>
                    </a:ext>
                  </a:extLst>
                </p14:cNvPr>
                <p14:cNvContentPartPr/>
                <p14:nvPr/>
              </p14:nvContentPartPr>
              <p14:xfrm>
                <a:off x="2398482" y="4366390"/>
                <a:ext cx="100440" cy="181800"/>
              </p14:xfrm>
            </p:contentPart>
          </mc:Choice>
          <mc:Fallback>
            <p:pic>
              <p:nvPicPr>
                <p:cNvPr id="22" name="Ink 21">
                  <a:extLst>
                    <a:ext uri="{FF2B5EF4-FFF2-40B4-BE49-F238E27FC236}">
                      <a16:creationId xmlns:a16="http://schemas.microsoft.com/office/drawing/2014/main" id="{5919D866-435E-016D-AA1B-8C750E4BC342}"/>
                    </a:ext>
                  </a:extLst>
                </p:cNvPr>
                <p:cNvPicPr/>
                <p:nvPr/>
              </p:nvPicPr>
              <p:blipFill>
                <a:blip r:embed="rId37"/>
                <a:stretch>
                  <a:fillRect/>
                </a:stretch>
              </p:blipFill>
              <p:spPr>
                <a:xfrm>
                  <a:off x="2389842" y="4357750"/>
                  <a:ext cx="118080" cy="19944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23" name="Ink 22">
                  <a:extLst>
                    <a:ext uri="{FF2B5EF4-FFF2-40B4-BE49-F238E27FC236}">
                      <a16:creationId xmlns:a16="http://schemas.microsoft.com/office/drawing/2014/main" id="{74E03E1C-997B-6AD8-D183-A5D4405440BA}"/>
                    </a:ext>
                  </a:extLst>
                </p14:cNvPr>
                <p14:cNvContentPartPr/>
                <p14:nvPr/>
              </p14:nvContentPartPr>
              <p14:xfrm>
                <a:off x="2525202" y="4276390"/>
                <a:ext cx="195480" cy="229320"/>
              </p14:xfrm>
            </p:contentPart>
          </mc:Choice>
          <mc:Fallback>
            <p:pic>
              <p:nvPicPr>
                <p:cNvPr id="23" name="Ink 22">
                  <a:extLst>
                    <a:ext uri="{FF2B5EF4-FFF2-40B4-BE49-F238E27FC236}">
                      <a16:creationId xmlns:a16="http://schemas.microsoft.com/office/drawing/2014/main" id="{74E03E1C-997B-6AD8-D183-A5D4405440BA}"/>
                    </a:ext>
                  </a:extLst>
                </p:cNvPr>
                <p:cNvPicPr/>
                <p:nvPr/>
              </p:nvPicPr>
              <p:blipFill>
                <a:blip r:embed="rId39"/>
                <a:stretch>
                  <a:fillRect/>
                </a:stretch>
              </p:blipFill>
              <p:spPr>
                <a:xfrm>
                  <a:off x="2516202" y="4267390"/>
                  <a:ext cx="213120" cy="246960"/>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24" name="Ink 23">
                  <a:extLst>
                    <a:ext uri="{FF2B5EF4-FFF2-40B4-BE49-F238E27FC236}">
                      <a16:creationId xmlns:a16="http://schemas.microsoft.com/office/drawing/2014/main" id="{988320EF-C600-FC35-7234-96D991DCCFCB}"/>
                    </a:ext>
                  </a:extLst>
                </p14:cNvPr>
                <p14:cNvContentPartPr/>
                <p14:nvPr/>
              </p14:nvContentPartPr>
              <p14:xfrm>
                <a:off x="2712762" y="4330750"/>
                <a:ext cx="142920" cy="65880"/>
              </p14:xfrm>
            </p:contentPart>
          </mc:Choice>
          <mc:Fallback>
            <p:pic>
              <p:nvPicPr>
                <p:cNvPr id="24" name="Ink 23">
                  <a:extLst>
                    <a:ext uri="{FF2B5EF4-FFF2-40B4-BE49-F238E27FC236}">
                      <a16:creationId xmlns:a16="http://schemas.microsoft.com/office/drawing/2014/main" id="{988320EF-C600-FC35-7234-96D991DCCFCB}"/>
                    </a:ext>
                  </a:extLst>
                </p:cNvPr>
                <p:cNvPicPr/>
                <p:nvPr/>
              </p:nvPicPr>
              <p:blipFill>
                <a:blip r:embed="rId41"/>
                <a:stretch>
                  <a:fillRect/>
                </a:stretch>
              </p:blipFill>
              <p:spPr>
                <a:xfrm>
                  <a:off x="2704122" y="4321750"/>
                  <a:ext cx="160560" cy="83520"/>
                </a:xfrm>
                <a:prstGeom prst="rect">
                  <a:avLst/>
                </a:prstGeom>
              </p:spPr>
            </p:pic>
          </mc:Fallback>
        </mc:AlternateContent>
        <mc:AlternateContent xmlns:mc="http://schemas.openxmlformats.org/markup-compatibility/2006">
          <mc:Choice xmlns:p14="http://schemas.microsoft.com/office/powerpoint/2010/main" Requires="p14">
            <p:contentPart p14:bwMode="auto" r:id="rId42">
              <p14:nvContentPartPr>
                <p14:cNvPr id="41" name="Ink 40">
                  <a:extLst>
                    <a:ext uri="{FF2B5EF4-FFF2-40B4-BE49-F238E27FC236}">
                      <a16:creationId xmlns:a16="http://schemas.microsoft.com/office/drawing/2014/main" id="{14F1F03A-0E6F-3855-6F75-6A2B90DDD92A}"/>
                    </a:ext>
                  </a:extLst>
                </p14:cNvPr>
                <p14:cNvContentPartPr/>
                <p14:nvPr/>
              </p14:nvContentPartPr>
              <p14:xfrm>
                <a:off x="6925842" y="2361910"/>
                <a:ext cx="1550160" cy="638280"/>
              </p14:xfrm>
            </p:contentPart>
          </mc:Choice>
          <mc:Fallback>
            <p:pic>
              <p:nvPicPr>
                <p:cNvPr id="41" name="Ink 40">
                  <a:extLst>
                    <a:ext uri="{FF2B5EF4-FFF2-40B4-BE49-F238E27FC236}">
                      <a16:creationId xmlns:a16="http://schemas.microsoft.com/office/drawing/2014/main" id="{14F1F03A-0E6F-3855-6F75-6A2B90DDD92A}"/>
                    </a:ext>
                  </a:extLst>
                </p:cNvPr>
                <p:cNvPicPr/>
                <p:nvPr/>
              </p:nvPicPr>
              <p:blipFill>
                <a:blip r:embed="rId43"/>
                <a:stretch>
                  <a:fillRect/>
                </a:stretch>
              </p:blipFill>
              <p:spPr>
                <a:xfrm>
                  <a:off x="6916842" y="2352910"/>
                  <a:ext cx="1567800" cy="655920"/>
                </a:xfrm>
                <a:prstGeom prst="rect">
                  <a:avLst/>
                </a:prstGeom>
              </p:spPr>
            </p:pic>
          </mc:Fallback>
        </mc:AlternateContent>
        <mc:AlternateContent xmlns:mc="http://schemas.openxmlformats.org/markup-compatibility/2006">
          <mc:Choice xmlns:p14="http://schemas.microsoft.com/office/powerpoint/2010/main" Requires="p14">
            <p:contentPart p14:bwMode="auto" r:id="rId44">
              <p14:nvContentPartPr>
                <p14:cNvPr id="43" name="Ink 42">
                  <a:extLst>
                    <a:ext uri="{FF2B5EF4-FFF2-40B4-BE49-F238E27FC236}">
                      <a16:creationId xmlns:a16="http://schemas.microsoft.com/office/drawing/2014/main" id="{3F82B3BB-151C-47B5-59A7-B429DB2B25F8}"/>
                    </a:ext>
                  </a:extLst>
                </p14:cNvPr>
                <p14:cNvContentPartPr/>
                <p14:nvPr/>
              </p14:nvContentPartPr>
              <p14:xfrm>
                <a:off x="2567322" y="2004430"/>
                <a:ext cx="13320" cy="207720"/>
              </p14:xfrm>
            </p:contentPart>
          </mc:Choice>
          <mc:Fallback>
            <p:pic>
              <p:nvPicPr>
                <p:cNvPr id="43" name="Ink 42">
                  <a:extLst>
                    <a:ext uri="{FF2B5EF4-FFF2-40B4-BE49-F238E27FC236}">
                      <a16:creationId xmlns:a16="http://schemas.microsoft.com/office/drawing/2014/main" id="{3F82B3BB-151C-47B5-59A7-B429DB2B25F8}"/>
                    </a:ext>
                  </a:extLst>
                </p:cNvPr>
                <p:cNvPicPr/>
                <p:nvPr/>
              </p:nvPicPr>
              <p:blipFill>
                <a:blip r:embed="rId45"/>
                <a:stretch>
                  <a:fillRect/>
                </a:stretch>
              </p:blipFill>
              <p:spPr>
                <a:xfrm>
                  <a:off x="2558322" y="1995430"/>
                  <a:ext cx="30960" cy="225360"/>
                </a:xfrm>
                <a:prstGeom prst="rect">
                  <a:avLst/>
                </a:prstGeom>
              </p:spPr>
            </p:pic>
          </mc:Fallback>
        </mc:AlternateContent>
        <mc:AlternateContent xmlns:mc="http://schemas.openxmlformats.org/markup-compatibility/2006">
          <mc:Choice xmlns:p14="http://schemas.microsoft.com/office/powerpoint/2010/main" Requires="p14">
            <p:contentPart p14:bwMode="auto" r:id="rId46">
              <p14:nvContentPartPr>
                <p14:cNvPr id="44" name="Ink 43">
                  <a:extLst>
                    <a:ext uri="{FF2B5EF4-FFF2-40B4-BE49-F238E27FC236}">
                      <a16:creationId xmlns:a16="http://schemas.microsoft.com/office/drawing/2014/main" id="{2EBA7C7C-C5A1-6525-04E3-254DFA4675E4}"/>
                    </a:ext>
                  </a:extLst>
                </p14:cNvPr>
                <p14:cNvContentPartPr/>
                <p14:nvPr/>
              </p14:nvContentPartPr>
              <p14:xfrm>
                <a:off x="2380122" y="1919470"/>
                <a:ext cx="425160" cy="406440"/>
              </p14:xfrm>
            </p:contentPart>
          </mc:Choice>
          <mc:Fallback>
            <p:pic>
              <p:nvPicPr>
                <p:cNvPr id="44" name="Ink 43">
                  <a:extLst>
                    <a:ext uri="{FF2B5EF4-FFF2-40B4-BE49-F238E27FC236}">
                      <a16:creationId xmlns:a16="http://schemas.microsoft.com/office/drawing/2014/main" id="{2EBA7C7C-C5A1-6525-04E3-254DFA4675E4}"/>
                    </a:ext>
                  </a:extLst>
                </p:cNvPr>
                <p:cNvPicPr/>
                <p:nvPr/>
              </p:nvPicPr>
              <p:blipFill>
                <a:blip r:embed="rId47"/>
                <a:stretch>
                  <a:fillRect/>
                </a:stretch>
              </p:blipFill>
              <p:spPr>
                <a:xfrm>
                  <a:off x="2371122" y="1910830"/>
                  <a:ext cx="442800" cy="424080"/>
                </a:xfrm>
                <a:prstGeom prst="rect">
                  <a:avLst/>
                </a:prstGeom>
              </p:spPr>
            </p:pic>
          </mc:Fallback>
        </mc:AlternateContent>
        <mc:AlternateContent xmlns:mc="http://schemas.openxmlformats.org/markup-compatibility/2006">
          <mc:Choice xmlns:p14="http://schemas.microsoft.com/office/powerpoint/2010/main" Requires="p14">
            <p:contentPart p14:bwMode="auto" r:id="rId48">
              <p14:nvContentPartPr>
                <p14:cNvPr id="45" name="Ink 44">
                  <a:extLst>
                    <a:ext uri="{FF2B5EF4-FFF2-40B4-BE49-F238E27FC236}">
                      <a16:creationId xmlns:a16="http://schemas.microsoft.com/office/drawing/2014/main" id="{44644147-BE8D-3C79-F20A-FE0EA5F47A67}"/>
                    </a:ext>
                  </a:extLst>
                </p14:cNvPr>
                <p14:cNvContentPartPr/>
                <p14:nvPr/>
              </p14:nvContentPartPr>
              <p14:xfrm>
                <a:off x="3227562" y="2181910"/>
                <a:ext cx="12960" cy="208800"/>
              </p14:xfrm>
            </p:contentPart>
          </mc:Choice>
          <mc:Fallback>
            <p:pic>
              <p:nvPicPr>
                <p:cNvPr id="45" name="Ink 44">
                  <a:extLst>
                    <a:ext uri="{FF2B5EF4-FFF2-40B4-BE49-F238E27FC236}">
                      <a16:creationId xmlns:a16="http://schemas.microsoft.com/office/drawing/2014/main" id="{44644147-BE8D-3C79-F20A-FE0EA5F47A67}"/>
                    </a:ext>
                  </a:extLst>
                </p:cNvPr>
                <p:cNvPicPr/>
                <p:nvPr/>
              </p:nvPicPr>
              <p:blipFill>
                <a:blip r:embed="rId49"/>
                <a:stretch>
                  <a:fillRect/>
                </a:stretch>
              </p:blipFill>
              <p:spPr>
                <a:xfrm>
                  <a:off x="3218562" y="2173270"/>
                  <a:ext cx="30600" cy="226440"/>
                </a:xfrm>
                <a:prstGeom prst="rect">
                  <a:avLst/>
                </a:prstGeom>
              </p:spPr>
            </p:pic>
          </mc:Fallback>
        </mc:AlternateContent>
        <mc:AlternateContent xmlns:mc="http://schemas.openxmlformats.org/markup-compatibility/2006">
          <mc:Choice xmlns:p14="http://schemas.microsoft.com/office/powerpoint/2010/main" Requires="p14">
            <p:contentPart p14:bwMode="auto" r:id="rId50">
              <p14:nvContentPartPr>
                <p14:cNvPr id="46" name="Ink 45">
                  <a:extLst>
                    <a:ext uri="{FF2B5EF4-FFF2-40B4-BE49-F238E27FC236}">
                      <a16:creationId xmlns:a16="http://schemas.microsoft.com/office/drawing/2014/main" id="{3C3CB8E8-E6BE-1D38-AFD4-5E8E1B486BD7}"/>
                    </a:ext>
                  </a:extLst>
                </p14:cNvPr>
                <p14:cNvContentPartPr/>
                <p14:nvPr/>
              </p14:nvContentPartPr>
              <p14:xfrm>
                <a:off x="3229722" y="1882030"/>
                <a:ext cx="122400" cy="394920"/>
              </p14:xfrm>
            </p:contentPart>
          </mc:Choice>
          <mc:Fallback>
            <p:pic>
              <p:nvPicPr>
                <p:cNvPr id="46" name="Ink 45">
                  <a:extLst>
                    <a:ext uri="{FF2B5EF4-FFF2-40B4-BE49-F238E27FC236}">
                      <a16:creationId xmlns:a16="http://schemas.microsoft.com/office/drawing/2014/main" id="{3C3CB8E8-E6BE-1D38-AFD4-5E8E1B486BD7}"/>
                    </a:ext>
                  </a:extLst>
                </p:cNvPr>
                <p:cNvPicPr/>
                <p:nvPr/>
              </p:nvPicPr>
              <p:blipFill>
                <a:blip r:embed="rId51"/>
                <a:stretch>
                  <a:fillRect/>
                </a:stretch>
              </p:blipFill>
              <p:spPr>
                <a:xfrm>
                  <a:off x="3220722" y="1873390"/>
                  <a:ext cx="140040" cy="412560"/>
                </a:xfrm>
                <a:prstGeom prst="rect">
                  <a:avLst/>
                </a:prstGeom>
              </p:spPr>
            </p:pic>
          </mc:Fallback>
        </mc:AlternateContent>
        <mc:AlternateContent xmlns:mc="http://schemas.openxmlformats.org/markup-compatibility/2006">
          <mc:Choice xmlns:p14="http://schemas.microsoft.com/office/powerpoint/2010/main" Requires="p14">
            <p:contentPart p14:bwMode="auto" r:id="rId52">
              <p14:nvContentPartPr>
                <p14:cNvPr id="47" name="Ink 46">
                  <a:extLst>
                    <a:ext uri="{FF2B5EF4-FFF2-40B4-BE49-F238E27FC236}">
                      <a16:creationId xmlns:a16="http://schemas.microsoft.com/office/drawing/2014/main" id="{A4BF2EF0-87A4-7530-FF68-EDAA90286B05}"/>
                    </a:ext>
                  </a:extLst>
                </p14:cNvPr>
                <p14:cNvContentPartPr/>
                <p14:nvPr/>
              </p14:nvContentPartPr>
              <p14:xfrm>
                <a:off x="3306042" y="2159230"/>
                <a:ext cx="146520" cy="176040"/>
              </p14:xfrm>
            </p:contentPart>
          </mc:Choice>
          <mc:Fallback>
            <p:pic>
              <p:nvPicPr>
                <p:cNvPr id="47" name="Ink 46">
                  <a:extLst>
                    <a:ext uri="{FF2B5EF4-FFF2-40B4-BE49-F238E27FC236}">
                      <a16:creationId xmlns:a16="http://schemas.microsoft.com/office/drawing/2014/main" id="{A4BF2EF0-87A4-7530-FF68-EDAA90286B05}"/>
                    </a:ext>
                  </a:extLst>
                </p:cNvPr>
                <p:cNvPicPr/>
                <p:nvPr/>
              </p:nvPicPr>
              <p:blipFill>
                <a:blip r:embed="rId53"/>
                <a:stretch>
                  <a:fillRect/>
                </a:stretch>
              </p:blipFill>
              <p:spPr>
                <a:xfrm>
                  <a:off x="3297402" y="2150230"/>
                  <a:ext cx="164160" cy="193680"/>
                </a:xfrm>
                <a:prstGeom prst="rect">
                  <a:avLst/>
                </a:prstGeom>
              </p:spPr>
            </p:pic>
          </mc:Fallback>
        </mc:AlternateContent>
        <mc:AlternateContent xmlns:mc="http://schemas.openxmlformats.org/markup-compatibility/2006">
          <mc:Choice xmlns:p14="http://schemas.microsoft.com/office/powerpoint/2010/main" Requires="p14">
            <p:contentPart p14:bwMode="auto" r:id="rId54">
              <p14:nvContentPartPr>
                <p14:cNvPr id="48" name="Ink 47">
                  <a:extLst>
                    <a:ext uri="{FF2B5EF4-FFF2-40B4-BE49-F238E27FC236}">
                      <a16:creationId xmlns:a16="http://schemas.microsoft.com/office/drawing/2014/main" id="{DFE07B75-A302-C90E-0F0D-C9E4192B32C4}"/>
                    </a:ext>
                  </a:extLst>
                </p14:cNvPr>
                <p14:cNvContentPartPr/>
                <p14:nvPr/>
              </p14:nvContentPartPr>
              <p14:xfrm>
                <a:off x="3499002" y="1975990"/>
                <a:ext cx="301320" cy="339120"/>
              </p14:xfrm>
            </p:contentPart>
          </mc:Choice>
          <mc:Fallback>
            <p:pic>
              <p:nvPicPr>
                <p:cNvPr id="48" name="Ink 47">
                  <a:extLst>
                    <a:ext uri="{FF2B5EF4-FFF2-40B4-BE49-F238E27FC236}">
                      <a16:creationId xmlns:a16="http://schemas.microsoft.com/office/drawing/2014/main" id="{DFE07B75-A302-C90E-0F0D-C9E4192B32C4}"/>
                    </a:ext>
                  </a:extLst>
                </p:cNvPr>
                <p:cNvPicPr/>
                <p:nvPr/>
              </p:nvPicPr>
              <p:blipFill>
                <a:blip r:embed="rId55"/>
                <a:stretch>
                  <a:fillRect/>
                </a:stretch>
              </p:blipFill>
              <p:spPr>
                <a:xfrm>
                  <a:off x="3490002" y="1966990"/>
                  <a:ext cx="318960" cy="356760"/>
                </a:xfrm>
                <a:prstGeom prst="rect">
                  <a:avLst/>
                </a:prstGeom>
              </p:spPr>
            </p:pic>
          </mc:Fallback>
        </mc:AlternateContent>
        <mc:AlternateContent xmlns:mc="http://schemas.openxmlformats.org/markup-compatibility/2006">
          <mc:Choice xmlns:p14="http://schemas.microsoft.com/office/powerpoint/2010/main" Requires="p14">
            <p:contentPart p14:bwMode="auto" r:id="rId56">
              <p14:nvContentPartPr>
                <p14:cNvPr id="32" name="Ink 31">
                  <a:extLst>
                    <a:ext uri="{FF2B5EF4-FFF2-40B4-BE49-F238E27FC236}">
                      <a16:creationId xmlns:a16="http://schemas.microsoft.com/office/drawing/2014/main" id="{F60ABE18-329C-0054-C0E9-6AC479341669}"/>
                    </a:ext>
                  </a:extLst>
                </p14:cNvPr>
                <p14:cNvContentPartPr/>
                <p14:nvPr/>
              </p14:nvContentPartPr>
              <p14:xfrm>
                <a:off x="7399602" y="2694550"/>
                <a:ext cx="74520" cy="194040"/>
              </p14:xfrm>
            </p:contentPart>
          </mc:Choice>
          <mc:Fallback>
            <p:pic>
              <p:nvPicPr>
                <p:cNvPr id="32" name="Ink 31">
                  <a:extLst>
                    <a:ext uri="{FF2B5EF4-FFF2-40B4-BE49-F238E27FC236}">
                      <a16:creationId xmlns:a16="http://schemas.microsoft.com/office/drawing/2014/main" id="{F60ABE18-329C-0054-C0E9-6AC479341669}"/>
                    </a:ext>
                  </a:extLst>
                </p:cNvPr>
                <p:cNvPicPr/>
                <p:nvPr/>
              </p:nvPicPr>
              <p:blipFill>
                <a:blip r:embed="rId57"/>
                <a:stretch>
                  <a:fillRect/>
                </a:stretch>
              </p:blipFill>
              <p:spPr>
                <a:xfrm>
                  <a:off x="7390962" y="2685550"/>
                  <a:ext cx="92160" cy="211680"/>
                </a:xfrm>
                <a:prstGeom prst="rect">
                  <a:avLst/>
                </a:prstGeom>
              </p:spPr>
            </p:pic>
          </mc:Fallback>
        </mc:AlternateContent>
        <mc:AlternateContent xmlns:mc="http://schemas.openxmlformats.org/markup-compatibility/2006">
          <mc:Choice xmlns:p14="http://schemas.microsoft.com/office/powerpoint/2010/main" Requires="p14">
            <p:contentPart p14:bwMode="auto" r:id="rId58">
              <p14:nvContentPartPr>
                <p14:cNvPr id="33" name="Ink 32">
                  <a:extLst>
                    <a:ext uri="{FF2B5EF4-FFF2-40B4-BE49-F238E27FC236}">
                      <a16:creationId xmlns:a16="http://schemas.microsoft.com/office/drawing/2014/main" id="{69735F17-186C-1540-5094-8724678FBFE2}"/>
                    </a:ext>
                  </a:extLst>
                </p14:cNvPr>
                <p14:cNvContentPartPr/>
                <p14:nvPr/>
              </p14:nvContentPartPr>
              <p14:xfrm>
                <a:off x="7422642" y="2555230"/>
                <a:ext cx="7560" cy="3600"/>
              </p14:xfrm>
            </p:contentPart>
          </mc:Choice>
          <mc:Fallback>
            <p:pic>
              <p:nvPicPr>
                <p:cNvPr id="33" name="Ink 32">
                  <a:extLst>
                    <a:ext uri="{FF2B5EF4-FFF2-40B4-BE49-F238E27FC236}">
                      <a16:creationId xmlns:a16="http://schemas.microsoft.com/office/drawing/2014/main" id="{69735F17-186C-1540-5094-8724678FBFE2}"/>
                    </a:ext>
                  </a:extLst>
                </p:cNvPr>
                <p:cNvPicPr/>
                <p:nvPr/>
              </p:nvPicPr>
              <p:blipFill>
                <a:blip r:embed="rId59"/>
                <a:stretch>
                  <a:fillRect/>
                </a:stretch>
              </p:blipFill>
              <p:spPr>
                <a:xfrm>
                  <a:off x="7414002" y="2546590"/>
                  <a:ext cx="25200" cy="21240"/>
                </a:xfrm>
                <a:prstGeom prst="rect">
                  <a:avLst/>
                </a:prstGeom>
              </p:spPr>
            </p:pic>
          </mc:Fallback>
        </mc:AlternateContent>
        <mc:AlternateContent xmlns:mc="http://schemas.openxmlformats.org/markup-compatibility/2006">
          <mc:Choice xmlns:p14="http://schemas.microsoft.com/office/powerpoint/2010/main" Requires="p14">
            <p:contentPart p14:bwMode="auto" r:id="rId60">
              <p14:nvContentPartPr>
                <p14:cNvPr id="34" name="Ink 33">
                  <a:extLst>
                    <a:ext uri="{FF2B5EF4-FFF2-40B4-BE49-F238E27FC236}">
                      <a16:creationId xmlns:a16="http://schemas.microsoft.com/office/drawing/2014/main" id="{478059F0-EC18-6172-689C-6DB0885CD940}"/>
                    </a:ext>
                  </a:extLst>
                </p14:cNvPr>
                <p14:cNvContentPartPr/>
                <p14:nvPr/>
              </p14:nvContentPartPr>
              <p14:xfrm>
                <a:off x="7526682" y="2561350"/>
                <a:ext cx="22680" cy="254160"/>
              </p14:xfrm>
            </p:contentPart>
          </mc:Choice>
          <mc:Fallback>
            <p:pic>
              <p:nvPicPr>
                <p:cNvPr id="34" name="Ink 33">
                  <a:extLst>
                    <a:ext uri="{FF2B5EF4-FFF2-40B4-BE49-F238E27FC236}">
                      <a16:creationId xmlns:a16="http://schemas.microsoft.com/office/drawing/2014/main" id="{478059F0-EC18-6172-689C-6DB0885CD940}"/>
                    </a:ext>
                  </a:extLst>
                </p:cNvPr>
                <p:cNvPicPr/>
                <p:nvPr/>
              </p:nvPicPr>
              <p:blipFill>
                <a:blip r:embed="rId61"/>
                <a:stretch>
                  <a:fillRect/>
                </a:stretch>
              </p:blipFill>
              <p:spPr>
                <a:xfrm>
                  <a:off x="7518042" y="2552350"/>
                  <a:ext cx="40320" cy="271800"/>
                </a:xfrm>
                <a:prstGeom prst="rect">
                  <a:avLst/>
                </a:prstGeom>
              </p:spPr>
            </p:pic>
          </mc:Fallback>
        </mc:AlternateContent>
        <mc:AlternateContent xmlns:mc="http://schemas.openxmlformats.org/markup-compatibility/2006">
          <mc:Choice xmlns:p14="http://schemas.microsoft.com/office/powerpoint/2010/main" Requires="p14">
            <p:contentPart p14:bwMode="auto" r:id="rId62">
              <p14:nvContentPartPr>
                <p14:cNvPr id="35" name="Ink 34">
                  <a:extLst>
                    <a:ext uri="{FF2B5EF4-FFF2-40B4-BE49-F238E27FC236}">
                      <a16:creationId xmlns:a16="http://schemas.microsoft.com/office/drawing/2014/main" id="{9112CE07-0E7A-498B-70DE-53CFB2B2F134}"/>
                    </a:ext>
                  </a:extLst>
                </p14:cNvPr>
                <p14:cNvContentPartPr/>
                <p14:nvPr/>
              </p14:nvContentPartPr>
              <p14:xfrm>
                <a:off x="7506522" y="2689870"/>
                <a:ext cx="214920" cy="143280"/>
              </p14:xfrm>
            </p:contentPart>
          </mc:Choice>
          <mc:Fallback>
            <p:pic>
              <p:nvPicPr>
                <p:cNvPr id="35" name="Ink 34">
                  <a:extLst>
                    <a:ext uri="{FF2B5EF4-FFF2-40B4-BE49-F238E27FC236}">
                      <a16:creationId xmlns:a16="http://schemas.microsoft.com/office/drawing/2014/main" id="{9112CE07-0E7A-498B-70DE-53CFB2B2F134}"/>
                    </a:ext>
                  </a:extLst>
                </p:cNvPr>
                <p:cNvPicPr/>
                <p:nvPr/>
              </p:nvPicPr>
              <p:blipFill>
                <a:blip r:embed="rId63"/>
                <a:stretch>
                  <a:fillRect/>
                </a:stretch>
              </p:blipFill>
              <p:spPr>
                <a:xfrm>
                  <a:off x="7497882" y="2681230"/>
                  <a:ext cx="232560" cy="160920"/>
                </a:xfrm>
                <a:prstGeom prst="rect">
                  <a:avLst/>
                </a:prstGeom>
              </p:spPr>
            </p:pic>
          </mc:Fallback>
        </mc:AlternateContent>
        <mc:AlternateContent xmlns:mc="http://schemas.openxmlformats.org/markup-compatibility/2006">
          <mc:Choice xmlns:p14="http://schemas.microsoft.com/office/powerpoint/2010/main" Requires="p14">
            <p:contentPart p14:bwMode="auto" r:id="rId64">
              <p14:nvContentPartPr>
                <p14:cNvPr id="36" name="Ink 35">
                  <a:extLst>
                    <a:ext uri="{FF2B5EF4-FFF2-40B4-BE49-F238E27FC236}">
                      <a16:creationId xmlns:a16="http://schemas.microsoft.com/office/drawing/2014/main" id="{A53CD0F2-0067-6A87-20D0-D4E8532D92CA}"/>
                    </a:ext>
                  </a:extLst>
                </p14:cNvPr>
                <p14:cNvContentPartPr/>
                <p14:nvPr/>
              </p14:nvContentPartPr>
              <p14:xfrm>
                <a:off x="7744122" y="2697790"/>
                <a:ext cx="286920" cy="133560"/>
              </p14:xfrm>
            </p:contentPart>
          </mc:Choice>
          <mc:Fallback>
            <p:pic>
              <p:nvPicPr>
                <p:cNvPr id="36" name="Ink 35">
                  <a:extLst>
                    <a:ext uri="{FF2B5EF4-FFF2-40B4-BE49-F238E27FC236}">
                      <a16:creationId xmlns:a16="http://schemas.microsoft.com/office/drawing/2014/main" id="{A53CD0F2-0067-6A87-20D0-D4E8532D92CA}"/>
                    </a:ext>
                  </a:extLst>
                </p:cNvPr>
                <p:cNvPicPr/>
                <p:nvPr/>
              </p:nvPicPr>
              <p:blipFill>
                <a:blip r:embed="rId65"/>
                <a:stretch>
                  <a:fillRect/>
                </a:stretch>
              </p:blipFill>
              <p:spPr>
                <a:xfrm>
                  <a:off x="7735122" y="2688790"/>
                  <a:ext cx="304560" cy="151200"/>
                </a:xfrm>
                <a:prstGeom prst="rect">
                  <a:avLst/>
                </a:prstGeom>
              </p:spPr>
            </p:pic>
          </mc:Fallback>
        </mc:AlternateContent>
        <mc:AlternateContent xmlns:mc="http://schemas.openxmlformats.org/markup-compatibility/2006">
          <mc:Choice xmlns:p14="http://schemas.microsoft.com/office/powerpoint/2010/main" Requires="p14">
            <p:contentPart p14:bwMode="auto" r:id="rId66">
              <p14:nvContentPartPr>
                <p14:cNvPr id="37" name="Ink 36">
                  <a:extLst>
                    <a:ext uri="{FF2B5EF4-FFF2-40B4-BE49-F238E27FC236}">
                      <a16:creationId xmlns:a16="http://schemas.microsoft.com/office/drawing/2014/main" id="{5B1BE40A-89FE-A414-DD34-19EB11E190BC}"/>
                    </a:ext>
                  </a:extLst>
                </p14:cNvPr>
                <p14:cNvContentPartPr/>
                <p14:nvPr/>
              </p14:nvContentPartPr>
              <p14:xfrm>
                <a:off x="8071362" y="2676550"/>
                <a:ext cx="114120" cy="193680"/>
              </p14:xfrm>
            </p:contentPart>
          </mc:Choice>
          <mc:Fallback>
            <p:pic>
              <p:nvPicPr>
                <p:cNvPr id="37" name="Ink 36">
                  <a:extLst>
                    <a:ext uri="{FF2B5EF4-FFF2-40B4-BE49-F238E27FC236}">
                      <a16:creationId xmlns:a16="http://schemas.microsoft.com/office/drawing/2014/main" id="{5B1BE40A-89FE-A414-DD34-19EB11E190BC}"/>
                    </a:ext>
                  </a:extLst>
                </p:cNvPr>
                <p:cNvPicPr/>
                <p:nvPr/>
              </p:nvPicPr>
              <p:blipFill>
                <a:blip r:embed="rId67"/>
                <a:stretch>
                  <a:fillRect/>
                </a:stretch>
              </p:blipFill>
              <p:spPr>
                <a:xfrm>
                  <a:off x="8062362" y="2667550"/>
                  <a:ext cx="131760" cy="211320"/>
                </a:xfrm>
                <a:prstGeom prst="rect">
                  <a:avLst/>
                </a:prstGeom>
              </p:spPr>
            </p:pic>
          </mc:Fallback>
        </mc:AlternateContent>
        <mc:AlternateContent xmlns:mc="http://schemas.openxmlformats.org/markup-compatibility/2006">
          <mc:Choice xmlns:p14="http://schemas.microsoft.com/office/powerpoint/2010/main" Requires="p14">
            <p:contentPart p14:bwMode="auto" r:id="rId68">
              <p14:nvContentPartPr>
                <p14:cNvPr id="26" name="Ink 25">
                  <a:extLst>
                    <a:ext uri="{FF2B5EF4-FFF2-40B4-BE49-F238E27FC236}">
                      <a16:creationId xmlns:a16="http://schemas.microsoft.com/office/drawing/2014/main" id="{F0E8F074-18A0-A22D-5B35-1324B5A66598}"/>
                    </a:ext>
                  </a:extLst>
                </p14:cNvPr>
                <p14:cNvContentPartPr/>
                <p14:nvPr/>
              </p14:nvContentPartPr>
              <p14:xfrm>
                <a:off x="3559482" y="3525430"/>
                <a:ext cx="131400" cy="104400"/>
              </p14:xfrm>
            </p:contentPart>
          </mc:Choice>
          <mc:Fallback>
            <p:pic>
              <p:nvPicPr>
                <p:cNvPr id="26" name="Ink 25">
                  <a:extLst>
                    <a:ext uri="{FF2B5EF4-FFF2-40B4-BE49-F238E27FC236}">
                      <a16:creationId xmlns:a16="http://schemas.microsoft.com/office/drawing/2014/main" id="{F0E8F074-18A0-A22D-5B35-1324B5A66598}"/>
                    </a:ext>
                  </a:extLst>
                </p:cNvPr>
                <p:cNvPicPr/>
                <p:nvPr/>
              </p:nvPicPr>
              <p:blipFill>
                <a:blip r:embed="rId69"/>
                <a:stretch>
                  <a:fillRect/>
                </a:stretch>
              </p:blipFill>
              <p:spPr>
                <a:xfrm>
                  <a:off x="3550842" y="3516790"/>
                  <a:ext cx="149040" cy="122040"/>
                </a:xfrm>
                <a:prstGeom prst="rect">
                  <a:avLst/>
                </a:prstGeom>
              </p:spPr>
            </p:pic>
          </mc:Fallback>
        </mc:AlternateContent>
        <mc:AlternateContent xmlns:mc="http://schemas.openxmlformats.org/markup-compatibility/2006">
          <mc:Choice xmlns:p14="http://schemas.microsoft.com/office/powerpoint/2010/main" Requires="p14">
            <p:contentPart p14:bwMode="auto" r:id="rId70">
              <p14:nvContentPartPr>
                <p14:cNvPr id="27" name="Ink 26">
                  <a:extLst>
                    <a:ext uri="{FF2B5EF4-FFF2-40B4-BE49-F238E27FC236}">
                      <a16:creationId xmlns:a16="http://schemas.microsoft.com/office/drawing/2014/main" id="{65AAA6B5-636D-965F-19F9-0551349DAF19}"/>
                    </a:ext>
                  </a:extLst>
                </p14:cNvPr>
                <p14:cNvContentPartPr/>
                <p14:nvPr/>
              </p14:nvContentPartPr>
              <p14:xfrm>
                <a:off x="3717882" y="3468910"/>
                <a:ext cx="2632680" cy="85320"/>
              </p14:xfrm>
            </p:contentPart>
          </mc:Choice>
          <mc:Fallback>
            <p:pic>
              <p:nvPicPr>
                <p:cNvPr id="27" name="Ink 26">
                  <a:extLst>
                    <a:ext uri="{FF2B5EF4-FFF2-40B4-BE49-F238E27FC236}">
                      <a16:creationId xmlns:a16="http://schemas.microsoft.com/office/drawing/2014/main" id="{65AAA6B5-636D-965F-19F9-0551349DAF19}"/>
                    </a:ext>
                  </a:extLst>
                </p:cNvPr>
                <p:cNvPicPr/>
                <p:nvPr/>
              </p:nvPicPr>
              <p:blipFill>
                <a:blip r:embed="rId71"/>
                <a:stretch>
                  <a:fillRect/>
                </a:stretch>
              </p:blipFill>
              <p:spPr>
                <a:xfrm>
                  <a:off x="3709242" y="3460270"/>
                  <a:ext cx="2650320" cy="102960"/>
                </a:xfrm>
                <a:prstGeom prst="rect">
                  <a:avLst/>
                </a:prstGeom>
              </p:spPr>
            </p:pic>
          </mc:Fallback>
        </mc:AlternateContent>
        <mc:AlternateContent xmlns:mc="http://schemas.openxmlformats.org/markup-compatibility/2006">
          <mc:Choice xmlns:p14="http://schemas.microsoft.com/office/powerpoint/2010/main" Requires="p14">
            <p:contentPart p14:bwMode="auto" r:id="rId72">
              <p14:nvContentPartPr>
                <p14:cNvPr id="28" name="Ink 27">
                  <a:extLst>
                    <a:ext uri="{FF2B5EF4-FFF2-40B4-BE49-F238E27FC236}">
                      <a16:creationId xmlns:a16="http://schemas.microsoft.com/office/drawing/2014/main" id="{A4323120-89F2-6F0B-BA7C-C53557AA7E30}"/>
                    </a:ext>
                  </a:extLst>
                </p14:cNvPr>
                <p14:cNvContentPartPr/>
                <p14:nvPr/>
              </p14:nvContentPartPr>
              <p14:xfrm>
                <a:off x="6311682" y="3362350"/>
                <a:ext cx="92520" cy="158040"/>
              </p14:xfrm>
            </p:contentPart>
          </mc:Choice>
          <mc:Fallback>
            <p:pic>
              <p:nvPicPr>
                <p:cNvPr id="28" name="Ink 27">
                  <a:extLst>
                    <a:ext uri="{FF2B5EF4-FFF2-40B4-BE49-F238E27FC236}">
                      <a16:creationId xmlns:a16="http://schemas.microsoft.com/office/drawing/2014/main" id="{A4323120-89F2-6F0B-BA7C-C53557AA7E30}"/>
                    </a:ext>
                  </a:extLst>
                </p:cNvPr>
                <p:cNvPicPr/>
                <p:nvPr/>
              </p:nvPicPr>
              <p:blipFill>
                <a:blip r:embed="rId73"/>
                <a:stretch>
                  <a:fillRect/>
                </a:stretch>
              </p:blipFill>
              <p:spPr>
                <a:xfrm>
                  <a:off x="6303042" y="3353350"/>
                  <a:ext cx="110160" cy="175680"/>
                </a:xfrm>
                <a:prstGeom prst="rect">
                  <a:avLst/>
                </a:prstGeom>
              </p:spPr>
            </p:pic>
          </mc:Fallback>
        </mc:AlternateContent>
        <mc:AlternateContent xmlns:mc="http://schemas.openxmlformats.org/markup-compatibility/2006">
          <mc:Choice xmlns:p14="http://schemas.microsoft.com/office/powerpoint/2010/main" Requires="p14">
            <p:contentPart p14:bwMode="auto" r:id="rId74">
              <p14:nvContentPartPr>
                <p14:cNvPr id="29" name="Ink 28">
                  <a:extLst>
                    <a:ext uri="{FF2B5EF4-FFF2-40B4-BE49-F238E27FC236}">
                      <a16:creationId xmlns:a16="http://schemas.microsoft.com/office/drawing/2014/main" id="{71F5926B-2275-11BB-5FF9-73CB0AEAFE6F}"/>
                    </a:ext>
                  </a:extLst>
                </p14:cNvPr>
                <p14:cNvContentPartPr/>
                <p14:nvPr/>
              </p14:nvContentPartPr>
              <p14:xfrm>
                <a:off x="6655842" y="3000190"/>
                <a:ext cx="4541760" cy="1977120"/>
              </p14:xfrm>
            </p:contentPart>
          </mc:Choice>
          <mc:Fallback>
            <p:pic>
              <p:nvPicPr>
                <p:cNvPr id="29" name="Ink 28">
                  <a:extLst>
                    <a:ext uri="{FF2B5EF4-FFF2-40B4-BE49-F238E27FC236}">
                      <a16:creationId xmlns:a16="http://schemas.microsoft.com/office/drawing/2014/main" id="{71F5926B-2275-11BB-5FF9-73CB0AEAFE6F}"/>
                    </a:ext>
                  </a:extLst>
                </p:cNvPr>
                <p:cNvPicPr/>
                <p:nvPr/>
              </p:nvPicPr>
              <p:blipFill>
                <a:blip r:embed="rId75"/>
                <a:stretch>
                  <a:fillRect/>
                </a:stretch>
              </p:blipFill>
              <p:spPr>
                <a:xfrm>
                  <a:off x="6646842" y="2991550"/>
                  <a:ext cx="4559400" cy="1994760"/>
                </a:xfrm>
                <a:prstGeom prst="rect">
                  <a:avLst/>
                </a:prstGeom>
              </p:spPr>
            </p:pic>
          </mc:Fallback>
        </mc:AlternateContent>
        <mc:AlternateContent xmlns:mc="http://schemas.openxmlformats.org/markup-compatibility/2006">
          <mc:Choice xmlns:p14="http://schemas.microsoft.com/office/powerpoint/2010/main" Requires="p14">
            <p:contentPart p14:bwMode="auto" r:id="rId76">
              <p14:nvContentPartPr>
                <p14:cNvPr id="30" name="Ink 29">
                  <a:extLst>
                    <a:ext uri="{FF2B5EF4-FFF2-40B4-BE49-F238E27FC236}">
                      <a16:creationId xmlns:a16="http://schemas.microsoft.com/office/drawing/2014/main" id="{27E78833-D041-8869-660C-1795A2010858}"/>
                    </a:ext>
                  </a:extLst>
                </p14:cNvPr>
                <p14:cNvContentPartPr/>
                <p14:nvPr/>
              </p14:nvContentPartPr>
              <p14:xfrm>
                <a:off x="6995682" y="3010630"/>
                <a:ext cx="4581360" cy="1944000"/>
              </p14:xfrm>
            </p:contentPart>
          </mc:Choice>
          <mc:Fallback>
            <p:pic>
              <p:nvPicPr>
                <p:cNvPr id="30" name="Ink 29">
                  <a:extLst>
                    <a:ext uri="{FF2B5EF4-FFF2-40B4-BE49-F238E27FC236}">
                      <a16:creationId xmlns:a16="http://schemas.microsoft.com/office/drawing/2014/main" id="{27E78833-D041-8869-660C-1795A2010858}"/>
                    </a:ext>
                  </a:extLst>
                </p:cNvPr>
                <p:cNvPicPr/>
                <p:nvPr/>
              </p:nvPicPr>
              <p:blipFill>
                <a:blip r:embed="rId77"/>
                <a:stretch>
                  <a:fillRect/>
                </a:stretch>
              </p:blipFill>
              <p:spPr>
                <a:xfrm>
                  <a:off x="6986682" y="3001990"/>
                  <a:ext cx="4599000" cy="1961640"/>
                </a:xfrm>
                <a:prstGeom prst="rect">
                  <a:avLst/>
                </a:prstGeom>
              </p:spPr>
            </p:pic>
          </mc:Fallback>
        </mc:AlternateContent>
        <mc:AlternateContent xmlns:mc="http://schemas.openxmlformats.org/markup-compatibility/2006">
          <mc:Choice xmlns:p14="http://schemas.microsoft.com/office/powerpoint/2010/main" Requires="p14">
            <p:contentPart p14:bwMode="auto" r:id="rId78">
              <p14:nvContentPartPr>
                <p14:cNvPr id="39" name="Ink 38">
                  <a:extLst>
                    <a:ext uri="{FF2B5EF4-FFF2-40B4-BE49-F238E27FC236}">
                      <a16:creationId xmlns:a16="http://schemas.microsoft.com/office/drawing/2014/main" id="{BC3AEAC4-EB0E-7FB8-D41B-86872708EB0E}"/>
                    </a:ext>
                  </a:extLst>
                </p14:cNvPr>
                <p14:cNvContentPartPr/>
                <p14:nvPr/>
              </p14:nvContentPartPr>
              <p14:xfrm>
                <a:off x="6657642" y="3008830"/>
                <a:ext cx="503280" cy="31320"/>
              </p14:xfrm>
            </p:contentPart>
          </mc:Choice>
          <mc:Fallback>
            <p:pic>
              <p:nvPicPr>
                <p:cNvPr id="39" name="Ink 38">
                  <a:extLst>
                    <a:ext uri="{FF2B5EF4-FFF2-40B4-BE49-F238E27FC236}">
                      <a16:creationId xmlns:a16="http://schemas.microsoft.com/office/drawing/2014/main" id="{BC3AEAC4-EB0E-7FB8-D41B-86872708EB0E}"/>
                    </a:ext>
                  </a:extLst>
                </p:cNvPr>
                <p:cNvPicPr/>
                <p:nvPr/>
              </p:nvPicPr>
              <p:blipFill>
                <a:blip r:embed="rId79"/>
                <a:stretch>
                  <a:fillRect/>
                </a:stretch>
              </p:blipFill>
              <p:spPr>
                <a:xfrm>
                  <a:off x="6648642" y="3000190"/>
                  <a:ext cx="520920" cy="48960"/>
                </a:xfrm>
                <a:prstGeom prst="rect">
                  <a:avLst/>
                </a:prstGeom>
              </p:spPr>
            </p:pic>
          </mc:Fallback>
        </mc:AlternateContent>
        <mc:AlternateContent xmlns:mc="http://schemas.openxmlformats.org/markup-compatibility/2006">
          <mc:Choice xmlns:p14="http://schemas.microsoft.com/office/powerpoint/2010/main" Requires="p14">
            <p:contentPart p14:bwMode="auto" r:id="rId80">
              <p14:nvContentPartPr>
                <p14:cNvPr id="51" name="Ink 50">
                  <a:extLst>
                    <a:ext uri="{FF2B5EF4-FFF2-40B4-BE49-F238E27FC236}">
                      <a16:creationId xmlns:a16="http://schemas.microsoft.com/office/drawing/2014/main" id="{7A837641-B3A6-5A0D-EDD4-2DC89F606A8D}"/>
                    </a:ext>
                  </a:extLst>
                </p14:cNvPr>
                <p14:cNvContentPartPr/>
                <p14:nvPr/>
              </p14:nvContentPartPr>
              <p14:xfrm>
                <a:off x="3441762" y="3386110"/>
                <a:ext cx="350280" cy="382680"/>
              </p14:xfrm>
            </p:contentPart>
          </mc:Choice>
          <mc:Fallback>
            <p:pic>
              <p:nvPicPr>
                <p:cNvPr id="51" name="Ink 50">
                  <a:extLst>
                    <a:ext uri="{FF2B5EF4-FFF2-40B4-BE49-F238E27FC236}">
                      <a16:creationId xmlns:a16="http://schemas.microsoft.com/office/drawing/2014/main" id="{7A837641-B3A6-5A0D-EDD4-2DC89F606A8D}"/>
                    </a:ext>
                  </a:extLst>
                </p:cNvPr>
                <p:cNvPicPr/>
                <p:nvPr/>
              </p:nvPicPr>
              <p:blipFill>
                <a:blip r:embed="rId81"/>
                <a:stretch>
                  <a:fillRect/>
                </a:stretch>
              </p:blipFill>
              <p:spPr>
                <a:xfrm>
                  <a:off x="3433122" y="3377470"/>
                  <a:ext cx="367920" cy="400320"/>
                </a:xfrm>
                <a:prstGeom prst="rect">
                  <a:avLst/>
                </a:prstGeom>
              </p:spPr>
            </p:pic>
          </mc:Fallback>
        </mc:AlternateContent>
        <mc:AlternateContent xmlns:mc="http://schemas.openxmlformats.org/markup-compatibility/2006">
          <mc:Choice xmlns:p14="http://schemas.microsoft.com/office/powerpoint/2010/main" Requires="p14">
            <p:contentPart p14:bwMode="auto" r:id="rId82">
              <p14:nvContentPartPr>
                <p14:cNvPr id="53" name="Ink 52">
                  <a:extLst>
                    <a:ext uri="{FF2B5EF4-FFF2-40B4-BE49-F238E27FC236}">
                      <a16:creationId xmlns:a16="http://schemas.microsoft.com/office/drawing/2014/main" id="{C00F016E-DEAE-980A-0FA1-6148CD9F4B4F}"/>
                    </a:ext>
                  </a:extLst>
                </p14:cNvPr>
                <p14:cNvContentPartPr/>
                <p14:nvPr/>
              </p14:nvContentPartPr>
              <p14:xfrm>
                <a:off x="7131762" y="3472150"/>
                <a:ext cx="1791360" cy="46440"/>
              </p14:xfrm>
            </p:contentPart>
          </mc:Choice>
          <mc:Fallback>
            <p:pic>
              <p:nvPicPr>
                <p:cNvPr id="53" name="Ink 52">
                  <a:extLst>
                    <a:ext uri="{FF2B5EF4-FFF2-40B4-BE49-F238E27FC236}">
                      <a16:creationId xmlns:a16="http://schemas.microsoft.com/office/drawing/2014/main" id="{C00F016E-DEAE-980A-0FA1-6148CD9F4B4F}"/>
                    </a:ext>
                  </a:extLst>
                </p:cNvPr>
                <p:cNvPicPr/>
                <p:nvPr/>
              </p:nvPicPr>
              <p:blipFill>
                <a:blip r:embed="rId83"/>
                <a:stretch>
                  <a:fillRect/>
                </a:stretch>
              </p:blipFill>
              <p:spPr>
                <a:xfrm>
                  <a:off x="7123122" y="3463150"/>
                  <a:ext cx="1809000" cy="64080"/>
                </a:xfrm>
                <a:prstGeom prst="rect">
                  <a:avLst/>
                </a:prstGeom>
              </p:spPr>
            </p:pic>
          </mc:Fallback>
        </mc:AlternateContent>
        <mc:AlternateContent xmlns:mc="http://schemas.openxmlformats.org/markup-compatibility/2006">
          <mc:Choice xmlns:p14="http://schemas.microsoft.com/office/powerpoint/2010/main" Requires="p14">
            <p:contentPart p14:bwMode="auto" r:id="rId84">
              <p14:nvContentPartPr>
                <p14:cNvPr id="54" name="Ink 53">
                  <a:extLst>
                    <a:ext uri="{FF2B5EF4-FFF2-40B4-BE49-F238E27FC236}">
                      <a16:creationId xmlns:a16="http://schemas.microsoft.com/office/drawing/2014/main" id="{81A168A8-B68A-BC17-A0BD-0E63BA7220D0}"/>
                    </a:ext>
                  </a:extLst>
                </p14:cNvPr>
                <p14:cNvContentPartPr/>
                <p14:nvPr/>
              </p14:nvContentPartPr>
              <p14:xfrm>
                <a:off x="6876882" y="3893710"/>
                <a:ext cx="2178720" cy="27360"/>
              </p14:xfrm>
            </p:contentPart>
          </mc:Choice>
          <mc:Fallback>
            <p:pic>
              <p:nvPicPr>
                <p:cNvPr id="54" name="Ink 53">
                  <a:extLst>
                    <a:ext uri="{FF2B5EF4-FFF2-40B4-BE49-F238E27FC236}">
                      <a16:creationId xmlns:a16="http://schemas.microsoft.com/office/drawing/2014/main" id="{81A168A8-B68A-BC17-A0BD-0E63BA7220D0}"/>
                    </a:ext>
                  </a:extLst>
                </p:cNvPr>
                <p:cNvPicPr/>
                <p:nvPr/>
              </p:nvPicPr>
              <p:blipFill>
                <a:blip r:embed="rId85"/>
                <a:stretch>
                  <a:fillRect/>
                </a:stretch>
              </p:blipFill>
              <p:spPr>
                <a:xfrm>
                  <a:off x="6868242" y="3884710"/>
                  <a:ext cx="2196360" cy="45000"/>
                </a:xfrm>
                <a:prstGeom prst="rect">
                  <a:avLst/>
                </a:prstGeom>
              </p:spPr>
            </p:pic>
          </mc:Fallback>
        </mc:AlternateContent>
        <mc:AlternateContent xmlns:mc="http://schemas.openxmlformats.org/markup-compatibility/2006">
          <mc:Choice xmlns:p14="http://schemas.microsoft.com/office/powerpoint/2010/main" Requires="p14">
            <p:contentPart p14:bwMode="auto" r:id="rId86">
              <p14:nvContentPartPr>
                <p14:cNvPr id="55" name="Ink 54">
                  <a:extLst>
                    <a:ext uri="{FF2B5EF4-FFF2-40B4-BE49-F238E27FC236}">
                      <a16:creationId xmlns:a16="http://schemas.microsoft.com/office/drawing/2014/main" id="{9BA8ADAC-DE2A-AB5F-A5E2-50EC98E94465}"/>
                    </a:ext>
                  </a:extLst>
                </p14:cNvPr>
                <p14:cNvContentPartPr/>
                <p14:nvPr/>
              </p14:nvContentPartPr>
              <p14:xfrm>
                <a:off x="6824322" y="4335430"/>
                <a:ext cx="2071800" cy="47880"/>
              </p14:xfrm>
            </p:contentPart>
          </mc:Choice>
          <mc:Fallback>
            <p:pic>
              <p:nvPicPr>
                <p:cNvPr id="55" name="Ink 54">
                  <a:extLst>
                    <a:ext uri="{FF2B5EF4-FFF2-40B4-BE49-F238E27FC236}">
                      <a16:creationId xmlns:a16="http://schemas.microsoft.com/office/drawing/2014/main" id="{9BA8ADAC-DE2A-AB5F-A5E2-50EC98E94465}"/>
                    </a:ext>
                  </a:extLst>
                </p:cNvPr>
                <p:cNvPicPr/>
                <p:nvPr/>
              </p:nvPicPr>
              <p:blipFill>
                <a:blip r:embed="rId87"/>
                <a:stretch>
                  <a:fillRect/>
                </a:stretch>
              </p:blipFill>
              <p:spPr>
                <a:xfrm>
                  <a:off x="6815682" y="4326790"/>
                  <a:ext cx="2089440" cy="65520"/>
                </a:xfrm>
                <a:prstGeom prst="rect">
                  <a:avLst/>
                </a:prstGeom>
              </p:spPr>
            </p:pic>
          </mc:Fallback>
        </mc:AlternateContent>
        <mc:AlternateContent xmlns:mc="http://schemas.openxmlformats.org/markup-compatibility/2006">
          <mc:Choice xmlns:p14="http://schemas.microsoft.com/office/powerpoint/2010/main" Requires="p14">
            <p:contentPart p14:bwMode="auto" r:id="rId88">
              <p14:nvContentPartPr>
                <p14:cNvPr id="57" name="Ink 56">
                  <a:extLst>
                    <a:ext uri="{FF2B5EF4-FFF2-40B4-BE49-F238E27FC236}">
                      <a16:creationId xmlns:a16="http://schemas.microsoft.com/office/drawing/2014/main" id="{4018D286-9892-5E76-5800-AA9E5940DD13}"/>
                    </a:ext>
                  </a:extLst>
                </p14:cNvPr>
                <p14:cNvContentPartPr/>
                <p14:nvPr/>
              </p14:nvContentPartPr>
              <p14:xfrm>
                <a:off x="4820202" y="1138630"/>
                <a:ext cx="1538280" cy="746640"/>
              </p14:xfrm>
            </p:contentPart>
          </mc:Choice>
          <mc:Fallback>
            <p:pic>
              <p:nvPicPr>
                <p:cNvPr id="57" name="Ink 56">
                  <a:extLst>
                    <a:ext uri="{FF2B5EF4-FFF2-40B4-BE49-F238E27FC236}">
                      <a16:creationId xmlns:a16="http://schemas.microsoft.com/office/drawing/2014/main" id="{4018D286-9892-5E76-5800-AA9E5940DD13}"/>
                    </a:ext>
                  </a:extLst>
                </p:cNvPr>
                <p:cNvPicPr/>
                <p:nvPr/>
              </p:nvPicPr>
              <p:blipFill>
                <a:blip r:embed="rId89"/>
                <a:stretch>
                  <a:fillRect/>
                </a:stretch>
              </p:blipFill>
              <p:spPr>
                <a:xfrm>
                  <a:off x="4811202" y="1129990"/>
                  <a:ext cx="1555920" cy="764280"/>
                </a:xfrm>
                <a:prstGeom prst="rect">
                  <a:avLst/>
                </a:prstGeom>
              </p:spPr>
            </p:pic>
          </mc:Fallback>
        </mc:AlternateContent>
        <mc:AlternateContent xmlns:mc="http://schemas.openxmlformats.org/markup-compatibility/2006">
          <mc:Choice xmlns:p14="http://schemas.microsoft.com/office/powerpoint/2010/main" Requires="p14">
            <p:contentPart p14:bwMode="auto" r:id="rId90">
              <p14:nvContentPartPr>
                <p14:cNvPr id="58" name="Ink 57">
                  <a:extLst>
                    <a:ext uri="{FF2B5EF4-FFF2-40B4-BE49-F238E27FC236}">
                      <a16:creationId xmlns:a16="http://schemas.microsoft.com/office/drawing/2014/main" id="{08E03A4C-7A81-77C4-6CC0-94BA80E3F772}"/>
                    </a:ext>
                  </a:extLst>
                </p14:cNvPr>
                <p14:cNvContentPartPr/>
                <p14:nvPr/>
              </p14:nvContentPartPr>
              <p14:xfrm>
                <a:off x="5068242" y="1372270"/>
                <a:ext cx="260640" cy="287280"/>
              </p14:xfrm>
            </p:contentPart>
          </mc:Choice>
          <mc:Fallback>
            <p:pic>
              <p:nvPicPr>
                <p:cNvPr id="58" name="Ink 57">
                  <a:extLst>
                    <a:ext uri="{FF2B5EF4-FFF2-40B4-BE49-F238E27FC236}">
                      <a16:creationId xmlns:a16="http://schemas.microsoft.com/office/drawing/2014/main" id="{08E03A4C-7A81-77C4-6CC0-94BA80E3F772}"/>
                    </a:ext>
                  </a:extLst>
                </p:cNvPr>
                <p:cNvPicPr/>
                <p:nvPr/>
              </p:nvPicPr>
              <p:blipFill>
                <a:blip r:embed="rId91"/>
                <a:stretch>
                  <a:fillRect/>
                </a:stretch>
              </p:blipFill>
              <p:spPr>
                <a:xfrm>
                  <a:off x="5059602" y="1363630"/>
                  <a:ext cx="278280" cy="304920"/>
                </a:xfrm>
                <a:prstGeom prst="rect">
                  <a:avLst/>
                </a:prstGeom>
              </p:spPr>
            </p:pic>
          </mc:Fallback>
        </mc:AlternateContent>
        <mc:AlternateContent xmlns:mc="http://schemas.openxmlformats.org/markup-compatibility/2006">
          <mc:Choice xmlns:p14="http://schemas.microsoft.com/office/powerpoint/2010/main" Requires="p14">
            <p:contentPart p14:bwMode="auto" r:id="rId92">
              <p14:nvContentPartPr>
                <p14:cNvPr id="59" name="Ink 58">
                  <a:extLst>
                    <a:ext uri="{FF2B5EF4-FFF2-40B4-BE49-F238E27FC236}">
                      <a16:creationId xmlns:a16="http://schemas.microsoft.com/office/drawing/2014/main" id="{8BD0452D-3481-9E19-3D60-223AD138AC90}"/>
                    </a:ext>
                  </a:extLst>
                </p14:cNvPr>
                <p14:cNvContentPartPr/>
                <p14:nvPr/>
              </p14:nvContentPartPr>
              <p14:xfrm>
                <a:off x="5359122" y="1471270"/>
                <a:ext cx="36000" cy="175320"/>
              </p14:xfrm>
            </p:contentPart>
          </mc:Choice>
          <mc:Fallback>
            <p:pic>
              <p:nvPicPr>
                <p:cNvPr id="59" name="Ink 58">
                  <a:extLst>
                    <a:ext uri="{FF2B5EF4-FFF2-40B4-BE49-F238E27FC236}">
                      <a16:creationId xmlns:a16="http://schemas.microsoft.com/office/drawing/2014/main" id="{8BD0452D-3481-9E19-3D60-223AD138AC90}"/>
                    </a:ext>
                  </a:extLst>
                </p:cNvPr>
                <p:cNvPicPr/>
                <p:nvPr/>
              </p:nvPicPr>
              <p:blipFill>
                <a:blip r:embed="rId93"/>
                <a:stretch>
                  <a:fillRect/>
                </a:stretch>
              </p:blipFill>
              <p:spPr>
                <a:xfrm>
                  <a:off x="5350122" y="1462270"/>
                  <a:ext cx="53640" cy="192960"/>
                </a:xfrm>
                <a:prstGeom prst="rect">
                  <a:avLst/>
                </a:prstGeom>
              </p:spPr>
            </p:pic>
          </mc:Fallback>
        </mc:AlternateContent>
        <mc:AlternateContent xmlns:mc="http://schemas.openxmlformats.org/markup-compatibility/2006">
          <mc:Choice xmlns:p14="http://schemas.microsoft.com/office/powerpoint/2010/main" Requires="p14">
            <p:contentPart p14:bwMode="auto" r:id="rId94">
              <p14:nvContentPartPr>
                <p14:cNvPr id="60" name="Ink 59">
                  <a:extLst>
                    <a:ext uri="{FF2B5EF4-FFF2-40B4-BE49-F238E27FC236}">
                      <a16:creationId xmlns:a16="http://schemas.microsoft.com/office/drawing/2014/main" id="{E0F3B22F-AF0B-94F2-C9F8-FD22E1F94C3A}"/>
                    </a:ext>
                  </a:extLst>
                </p14:cNvPr>
                <p14:cNvContentPartPr/>
                <p14:nvPr/>
              </p14:nvContentPartPr>
              <p14:xfrm>
                <a:off x="5437602" y="1352830"/>
                <a:ext cx="360" cy="21960"/>
              </p14:xfrm>
            </p:contentPart>
          </mc:Choice>
          <mc:Fallback>
            <p:pic>
              <p:nvPicPr>
                <p:cNvPr id="60" name="Ink 59">
                  <a:extLst>
                    <a:ext uri="{FF2B5EF4-FFF2-40B4-BE49-F238E27FC236}">
                      <a16:creationId xmlns:a16="http://schemas.microsoft.com/office/drawing/2014/main" id="{E0F3B22F-AF0B-94F2-C9F8-FD22E1F94C3A}"/>
                    </a:ext>
                  </a:extLst>
                </p:cNvPr>
                <p:cNvPicPr/>
                <p:nvPr/>
              </p:nvPicPr>
              <p:blipFill>
                <a:blip r:embed="rId95"/>
                <a:stretch>
                  <a:fillRect/>
                </a:stretch>
              </p:blipFill>
              <p:spPr>
                <a:xfrm>
                  <a:off x="5428962" y="1343830"/>
                  <a:ext cx="18000" cy="39600"/>
                </a:xfrm>
                <a:prstGeom prst="rect">
                  <a:avLst/>
                </a:prstGeom>
              </p:spPr>
            </p:pic>
          </mc:Fallback>
        </mc:AlternateContent>
        <mc:AlternateContent xmlns:mc="http://schemas.openxmlformats.org/markup-compatibility/2006">
          <mc:Choice xmlns:p14="http://schemas.microsoft.com/office/powerpoint/2010/main" Requires="p14">
            <p:contentPart p14:bwMode="auto" r:id="rId96">
              <p14:nvContentPartPr>
                <p14:cNvPr id="61" name="Ink 60">
                  <a:extLst>
                    <a:ext uri="{FF2B5EF4-FFF2-40B4-BE49-F238E27FC236}">
                      <a16:creationId xmlns:a16="http://schemas.microsoft.com/office/drawing/2014/main" id="{F0621A63-ADDC-0DE1-ACA6-9724D383CBB5}"/>
                    </a:ext>
                  </a:extLst>
                </p14:cNvPr>
                <p14:cNvContentPartPr/>
                <p14:nvPr/>
              </p14:nvContentPartPr>
              <p14:xfrm>
                <a:off x="5516082" y="1454350"/>
                <a:ext cx="516600" cy="193680"/>
              </p14:xfrm>
            </p:contentPart>
          </mc:Choice>
          <mc:Fallback>
            <p:pic>
              <p:nvPicPr>
                <p:cNvPr id="61" name="Ink 60">
                  <a:extLst>
                    <a:ext uri="{FF2B5EF4-FFF2-40B4-BE49-F238E27FC236}">
                      <a16:creationId xmlns:a16="http://schemas.microsoft.com/office/drawing/2014/main" id="{F0621A63-ADDC-0DE1-ACA6-9724D383CBB5}"/>
                    </a:ext>
                  </a:extLst>
                </p:cNvPr>
                <p:cNvPicPr/>
                <p:nvPr/>
              </p:nvPicPr>
              <p:blipFill>
                <a:blip r:embed="rId97"/>
                <a:stretch>
                  <a:fillRect/>
                </a:stretch>
              </p:blipFill>
              <p:spPr>
                <a:xfrm>
                  <a:off x="5507442" y="1445350"/>
                  <a:ext cx="534240" cy="211320"/>
                </a:xfrm>
                <a:prstGeom prst="rect">
                  <a:avLst/>
                </a:prstGeom>
              </p:spPr>
            </p:pic>
          </mc:Fallback>
        </mc:AlternateContent>
        <mc:AlternateContent xmlns:mc="http://schemas.openxmlformats.org/markup-compatibility/2006">
          <mc:Choice xmlns:p14="http://schemas.microsoft.com/office/powerpoint/2010/main" Requires="p14">
            <p:contentPart p14:bwMode="auto" r:id="rId98">
              <p14:nvContentPartPr>
                <p14:cNvPr id="62" name="Ink 61">
                  <a:extLst>
                    <a:ext uri="{FF2B5EF4-FFF2-40B4-BE49-F238E27FC236}">
                      <a16:creationId xmlns:a16="http://schemas.microsoft.com/office/drawing/2014/main" id="{03EF81DE-66E1-9DD2-E57B-C0DDB0B8C44B}"/>
                    </a:ext>
                  </a:extLst>
                </p14:cNvPr>
                <p14:cNvContentPartPr/>
                <p14:nvPr/>
              </p14:nvContentPartPr>
              <p14:xfrm>
                <a:off x="4498362" y="1858270"/>
                <a:ext cx="1231200" cy="800280"/>
              </p14:xfrm>
            </p:contentPart>
          </mc:Choice>
          <mc:Fallback>
            <p:pic>
              <p:nvPicPr>
                <p:cNvPr id="62" name="Ink 61">
                  <a:extLst>
                    <a:ext uri="{FF2B5EF4-FFF2-40B4-BE49-F238E27FC236}">
                      <a16:creationId xmlns:a16="http://schemas.microsoft.com/office/drawing/2014/main" id="{03EF81DE-66E1-9DD2-E57B-C0DDB0B8C44B}"/>
                    </a:ext>
                  </a:extLst>
                </p:cNvPr>
                <p:cNvPicPr/>
                <p:nvPr/>
              </p:nvPicPr>
              <p:blipFill>
                <a:blip r:embed="rId99"/>
                <a:stretch>
                  <a:fillRect/>
                </a:stretch>
              </p:blipFill>
              <p:spPr>
                <a:xfrm>
                  <a:off x="4489722" y="1849270"/>
                  <a:ext cx="1248840" cy="817920"/>
                </a:xfrm>
                <a:prstGeom prst="rect">
                  <a:avLst/>
                </a:prstGeom>
              </p:spPr>
            </p:pic>
          </mc:Fallback>
        </mc:AlternateContent>
        <mc:AlternateContent xmlns:mc="http://schemas.openxmlformats.org/markup-compatibility/2006">
          <mc:Choice xmlns:p14="http://schemas.microsoft.com/office/powerpoint/2010/main" Requires="p14">
            <p:contentPart p14:bwMode="auto" r:id="rId100">
              <p14:nvContentPartPr>
                <p14:cNvPr id="63" name="Ink 62">
                  <a:extLst>
                    <a:ext uri="{FF2B5EF4-FFF2-40B4-BE49-F238E27FC236}">
                      <a16:creationId xmlns:a16="http://schemas.microsoft.com/office/drawing/2014/main" id="{6A2AD098-6E29-D98A-DEA5-0BF1377EB56A}"/>
                    </a:ext>
                  </a:extLst>
                </p14:cNvPr>
                <p14:cNvContentPartPr/>
                <p14:nvPr/>
              </p14:nvContentPartPr>
              <p14:xfrm>
                <a:off x="4500162" y="2502670"/>
                <a:ext cx="95760" cy="229320"/>
              </p14:xfrm>
            </p:contentPart>
          </mc:Choice>
          <mc:Fallback>
            <p:pic>
              <p:nvPicPr>
                <p:cNvPr id="63" name="Ink 62">
                  <a:extLst>
                    <a:ext uri="{FF2B5EF4-FFF2-40B4-BE49-F238E27FC236}">
                      <a16:creationId xmlns:a16="http://schemas.microsoft.com/office/drawing/2014/main" id="{6A2AD098-6E29-D98A-DEA5-0BF1377EB56A}"/>
                    </a:ext>
                  </a:extLst>
                </p:cNvPr>
                <p:cNvPicPr/>
                <p:nvPr/>
              </p:nvPicPr>
              <p:blipFill>
                <a:blip r:embed="rId101"/>
                <a:stretch>
                  <a:fillRect/>
                </a:stretch>
              </p:blipFill>
              <p:spPr>
                <a:xfrm>
                  <a:off x="4491522" y="2493670"/>
                  <a:ext cx="113400" cy="246960"/>
                </a:xfrm>
                <a:prstGeom prst="rect">
                  <a:avLst/>
                </a:prstGeom>
              </p:spPr>
            </p:pic>
          </mc:Fallback>
        </mc:AlternateContent>
        <mc:AlternateContent xmlns:mc="http://schemas.openxmlformats.org/markup-compatibility/2006">
          <mc:Choice xmlns:p14="http://schemas.microsoft.com/office/powerpoint/2010/main" Requires="p14">
            <p:contentPart p14:bwMode="auto" r:id="rId102">
              <p14:nvContentPartPr>
                <p14:cNvPr id="65" name="Ink 64">
                  <a:extLst>
                    <a:ext uri="{FF2B5EF4-FFF2-40B4-BE49-F238E27FC236}">
                      <a16:creationId xmlns:a16="http://schemas.microsoft.com/office/drawing/2014/main" id="{3CA86AE1-C999-097A-4983-4CBF7FB3DDD5}"/>
                    </a:ext>
                  </a:extLst>
                </p14:cNvPr>
                <p14:cNvContentPartPr/>
                <p14:nvPr/>
              </p14:nvContentPartPr>
              <p14:xfrm>
                <a:off x="3376602" y="3382870"/>
                <a:ext cx="528840" cy="478080"/>
              </p14:xfrm>
            </p:contentPart>
          </mc:Choice>
          <mc:Fallback>
            <p:pic>
              <p:nvPicPr>
                <p:cNvPr id="65" name="Ink 64">
                  <a:extLst>
                    <a:ext uri="{FF2B5EF4-FFF2-40B4-BE49-F238E27FC236}">
                      <a16:creationId xmlns:a16="http://schemas.microsoft.com/office/drawing/2014/main" id="{3CA86AE1-C999-097A-4983-4CBF7FB3DDD5}"/>
                    </a:ext>
                  </a:extLst>
                </p:cNvPr>
                <p:cNvPicPr/>
                <p:nvPr/>
              </p:nvPicPr>
              <p:blipFill>
                <a:blip r:embed="rId103"/>
                <a:stretch>
                  <a:fillRect/>
                </a:stretch>
              </p:blipFill>
              <p:spPr>
                <a:xfrm>
                  <a:off x="3367602" y="3374230"/>
                  <a:ext cx="546480" cy="495720"/>
                </a:xfrm>
                <a:prstGeom prst="rect">
                  <a:avLst/>
                </a:prstGeom>
              </p:spPr>
            </p:pic>
          </mc:Fallback>
        </mc:AlternateContent>
        <mc:AlternateContent xmlns:mc="http://schemas.openxmlformats.org/markup-compatibility/2006">
          <mc:Choice xmlns:p14="http://schemas.microsoft.com/office/powerpoint/2010/main" Requires="p14">
            <p:contentPart p14:bwMode="auto" r:id="rId104">
              <p14:nvContentPartPr>
                <p14:cNvPr id="66" name="Ink 65">
                  <a:extLst>
                    <a:ext uri="{FF2B5EF4-FFF2-40B4-BE49-F238E27FC236}">
                      <a16:creationId xmlns:a16="http://schemas.microsoft.com/office/drawing/2014/main" id="{EF3A3A1A-807B-0DF2-BED7-A09BEDE296EC}"/>
                    </a:ext>
                  </a:extLst>
                </p14:cNvPr>
                <p14:cNvContentPartPr/>
                <p14:nvPr/>
              </p14:nvContentPartPr>
              <p14:xfrm>
                <a:off x="3777642" y="1947190"/>
                <a:ext cx="2490480" cy="1468800"/>
              </p14:xfrm>
            </p:contentPart>
          </mc:Choice>
          <mc:Fallback>
            <p:pic>
              <p:nvPicPr>
                <p:cNvPr id="66" name="Ink 65">
                  <a:extLst>
                    <a:ext uri="{FF2B5EF4-FFF2-40B4-BE49-F238E27FC236}">
                      <a16:creationId xmlns:a16="http://schemas.microsoft.com/office/drawing/2014/main" id="{EF3A3A1A-807B-0DF2-BED7-A09BEDE296EC}"/>
                    </a:ext>
                  </a:extLst>
                </p:cNvPr>
                <p:cNvPicPr/>
                <p:nvPr/>
              </p:nvPicPr>
              <p:blipFill>
                <a:blip r:embed="rId105"/>
                <a:stretch>
                  <a:fillRect/>
                </a:stretch>
              </p:blipFill>
              <p:spPr>
                <a:xfrm>
                  <a:off x="3768642" y="1938190"/>
                  <a:ext cx="2508120" cy="1486440"/>
                </a:xfrm>
                <a:prstGeom prst="rect">
                  <a:avLst/>
                </a:prstGeom>
              </p:spPr>
            </p:pic>
          </mc:Fallback>
        </mc:AlternateContent>
        <mc:AlternateContent xmlns:mc="http://schemas.openxmlformats.org/markup-compatibility/2006">
          <mc:Choice xmlns:p14="http://schemas.microsoft.com/office/powerpoint/2010/main" Requires="p14">
            <p:contentPart p14:bwMode="auto" r:id="rId106">
              <p14:nvContentPartPr>
                <p14:cNvPr id="67" name="Ink 66">
                  <a:extLst>
                    <a:ext uri="{FF2B5EF4-FFF2-40B4-BE49-F238E27FC236}">
                      <a16:creationId xmlns:a16="http://schemas.microsoft.com/office/drawing/2014/main" id="{92B54E6C-E46D-10BF-2851-739FD656A610}"/>
                    </a:ext>
                  </a:extLst>
                </p14:cNvPr>
                <p14:cNvContentPartPr/>
                <p14:nvPr/>
              </p14:nvContentPartPr>
              <p14:xfrm>
                <a:off x="4683042" y="1858270"/>
                <a:ext cx="1802880" cy="2451960"/>
              </p14:xfrm>
            </p:contentPart>
          </mc:Choice>
          <mc:Fallback>
            <p:pic>
              <p:nvPicPr>
                <p:cNvPr id="67" name="Ink 66">
                  <a:extLst>
                    <a:ext uri="{FF2B5EF4-FFF2-40B4-BE49-F238E27FC236}">
                      <a16:creationId xmlns:a16="http://schemas.microsoft.com/office/drawing/2014/main" id="{92B54E6C-E46D-10BF-2851-739FD656A610}"/>
                    </a:ext>
                  </a:extLst>
                </p:cNvPr>
                <p:cNvPicPr/>
                <p:nvPr/>
              </p:nvPicPr>
              <p:blipFill>
                <a:blip r:embed="rId107"/>
                <a:stretch>
                  <a:fillRect/>
                </a:stretch>
              </p:blipFill>
              <p:spPr>
                <a:xfrm>
                  <a:off x="4674042" y="1849630"/>
                  <a:ext cx="1820520" cy="2469600"/>
                </a:xfrm>
                <a:prstGeom prst="rect">
                  <a:avLst/>
                </a:prstGeom>
              </p:spPr>
            </p:pic>
          </mc:Fallback>
        </mc:AlternateContent>
        <mc:AlternateContent xmlns:mc="http://schemas.openxmlformats.org/markup-compatibility/2006">
          <mc:Choice xmlns:p14="http://schemas.microsoft.com/office/powerpoint/2010/main" Requires="p14">
            <p:contentPart p14:bwMode="auto" r:id="rId108">
              <p14:nvContentPartPr>
                <p14:cNvPr id="68" name="Ink 67">
                  <a:extLst>
                    <a:ext uri="{FF2B5EF4-FFF2-40B4-BE49-F238E27FC236}">
                      <a16:creationId xmlns:a16="http://schemas.microsoft.com/office/drawing/2014/main" id="{A2F5A932-213E-DA99-EF26-624702EF5BC2}"/>
                    </a:ext>
                  </a:extLst>
                </p14:cNvPr>
                <p14:cNvContentPartPr/>
                <p14:nvPr/>
              </p14:nvContentPartPr>
              <p14:xfrm>
                <a:off x="6356682" y="4065070"/>
                <a:ext cx="342720" cy="274320"/>
              </p14:xfrm>
            </p:contentPart>
          </mc:Choice>
          <mc:Fallback>
            <p:pic>
              <p:nvPicPr>
                <p:cNvPr id="68" name="Ink 67">
                  <a:extLst>
                    <a:ext uri="{FF2B5EF4-FFF2-40B4-BE49-F238E27FC236}">
                      <a16:creationId xmlns:a16="http://schemas.microsoft.com/office/drawing/2014/main" id="{A2F5A932-213E-DA99-EF26-624702EF5BC2}"/>
                    </a:ext>
                  </a:extLst>
                </p:cNvPr>
                <p:cNvPicPr/>
                <p:nvPr/>
              </p:nvPicPr>
              <p:blipFill>
                <a:blip r:embed="rId109"/>
                <a:stretch>
                  <a:fillRect/>
                </a:stretch>
              </p:blipFill>
              <p:spPr>
                <a:xfrm>
                  <a:off x="6347682" y="4056070"/>
                  <a:ext cx="360360" cy="29196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10">
            <p14:nvContentPartPr>
              <p14:cNvPr id="70" name="Ink 69">
                <a:extLst>
                  <a:ext uri="{FF2B5EF4-FFF2-40B4-BE49-F238E27FC236}">
                    <a16:creationId xmlns:a16="http://schemas.microsoft.com/office/drawing/2014/main" id="{160513A7-678A-34AD-3C28-9155CEC75149}"/>
                  </a:ext>
                </a:extLst>
              </p14:cNvPr>
              <p14:cNvContentPartPr/>
              <p14:nvPr/>
            </p14:nvContentPartPr>
            <p14:xfrm>
              <a:off x="5098482" y="4323910"/>
              <a:ext cx="133560" cy="969840"/>
            </p14:xfrm>
          </p:contentPart>
        </mc:Choice>
        <mc:Fallback>
          <p:pic>
            <p:nvPicPr>
              <p:cNvPr id="70" name="Ink 69">
                <a:extLst>
                  <a:ext uri="{FF2B5EF4-FFF2-40B4-BE49-F238E27FC236}">
                    <a16:creationId xmlns:a16="http://schemas.microsoft.com/office/drawing/2014/main" id="{160513A7-678A-34AD-3C28-9155CEC75149}"/>
                  </a:ext>
                </a:extLst>
              </p:cNvPr>
              <p:cNvPicPr/>
              <p:nvPr/>
            </p:nvPicPr>
            <p:blipFill>
              <a:blip r:embed="rId111"/>
              <a:stretch>
                <a:fillRect/>
              </a:stretch>
            </p:blipFill>
            <p:spPr>
              <a:xfrm>
                <a:off x="5089482" y="4314910"/>
                <a:ext cx="151200" cy="987480"/>
              </a:xfrm>
              <a:prstGeom prst="rect">
                <a:avLst/>
              </a:prstGeom>
            </p:spPr>
          </p:pic>
        </mc:Fallback>
      </mc:AlternateContent>
      <p:grpSp>
        <p:nvGrpSpPr>
          <p:cNvPr id="90" name="Group 89">
            <a:extLst>
              <a:ext uri="{FF2B5EF4-FFF2-40B4-BE49-F238E27FC236}">
                <a16:creationId xmlns:a16="http://schemas.microsoft.com/office/drawing/2014/main" id="{B424E08F-F64C-6243-B878-D445B4FBE0A5}"/>
              </a:ext>
            </a:extLst>
          </p:cNvPr>
          <p:cNvGrpSpPr/>
          <p:nvPr/>
        </p:nvGrpSpPr>
        <p:grpSpPr>
          <a:xfrm>
            <a:off x="4446162" y="5471590"/>
            <a:ext cx="1463040" cy="564480"/>
            <a:chOff x="4446162" y="5471590"/>
            <a:chExt cx="1463040" cy="564480"/>
          </a:xfrm>
        </p:grpSpPr>
        <mc:AlternateContent xmlns:mc="http://schemas.openxmlformats.org/markup-compatibility/2006">
          <mc:Choice xmlns:p14="http://schemas.microsoft.com/office/powerpoint/2010/main" Requires="p14">
            <p:contentPart p14:bwMode="auto" r:id="rId112">
              <p14:nvContentPartPr>
                <p14:cNvPr id="71" name="Ink 70">
                  <a:extLst>
                    <a:ext uri="{FF2B5EF4-FFF2-40B4-BE49-F238E27FC236}">
                      <a16:creationId xmlns:a16="http://schemas.microsoft.com/office/drawing/2014/main" id="{E76A5C32-7CFA-B569-71B8-66DF3B679649}"/>
                    </a:ext>
                  </a:extLst>
                </p14:cNvPr>
                <p14:cNvContentPartPr/>
                <p14:nvPr/>
              </p14:nvContentPartPr>
              <p14:xfrm>
                <a:off x="4535442" y="5564470"/>
                <a:ext cx="417240" cy="313920"/>
              </p14:xfrm>
            </p:contentPart>
          </mc:Choice>
          <mc:Fallback>
            <p:pic>
              <p:nvPicPr>
                <p:cNvPr id="71" name="Ink 70">
                  <a:extLst>
                    <a:ext uri="{FF2B5EF4-FFF2-40B4-BE49-F238E27FC236}">
                      <a16:creationId xmlns:a16="http://schemas.microsoft.com/office/drawing/2014/main" id="{E76A5C32-7CFA-B569-71B8-66DF3B679649}"/>
                    </a:ext>
                  </a:extLst>
                </p:cNvPr>
                <p:cNvPicPr/>
                <p:nvPr/>
              </p:nvPicPr>
              <p:blipFill>
                <a:blip r:embed="rId113"/>
                <a:stretch>
                  <a:fillRect/>
                </a:stretch>
              </p:blipFill>
              <p:spPr>
                <a:xfrm>
                  <a:off x="4526802" y="5555470"/>
                  <a:ext cx="434880" cy="331560"/>
                </a:xfrm>
                <a:prstGeom prst="rect">
                  <a:avLst/>
                </a:prstGeom>
              </p:spPr>
            </p:pic>
          </mc:Fallback>
        </mc:AlternateContent>
        <mc:AlternateContent xmlns:mc="http://schemas.openxmlformats.org/markup-compatibility/2006">
          <mc:Choice xmlns:p14="http://schemas.microsoft.com/office/powerpoint/2010/main" Requires="p14">
            <p:contentPart p14:bwMode="auto" r:id="rId114">
              <p14:nvContentPartPr>
                <p14:cNvPr id="72" name="Ink 71">
                  <a:extLst>
                    <a:ext uri="{FF2B5EF4-FFF2-40B4-BE49-F238E27FC236}">
                      <a16:creationId xmlns:a16="http://schemas.microsoft.com/office/drawing/2014/main" id="{73A0499A-42E6-C96F-8580-17B1C4BE48C0}"/>
                    </a:ext>
                  </a:extLst>
                </p14:cNvPr>
                <p14:cNvContentPartPr/>
                <p14:nvPr/>
              </p14:nvContentPartPr>
              <p14:xfrm>
                <a:off x="5044122" y="5566990"/>
                <a:ext cx="10800" cy="36000"/>
              </p14:xfrm>
            </p:contentPart>
          </mc:Choice>
          <mc:Fallback>
            <p:pic>
              <p:nvPicPr>
                <p:cNvPr id="72" name="Ink 71">
                  <a:extLst>
                    <a:ext uri="{FF2B5EF4-FFF2-40B4-BE49-F238E27FC236}">
                      <a16:creationId xmlns:a16="http://schemas.microsoft.com/office/drawing/2014/main" id="{73A0499A-42E6-C96F-8580-17B1C4BE48C0}"/>
                    </a:ext>
                  </a:extLst>
                </p:cNvPr>
                <p:cNvPicPr/>
                <p:nvPr/>
              </p:nvPicPr>
              <p:blipFill>
                <a:blip r:embed="rId115"/>
                <a:stretch>
                  <a:fillRect/>
                </a:stretch>
              </p:blipFill>
              <p:spPr>
                <a:xfrm>
                  <a:off x="5035482" y="5558350"/>
                  <a:ext cx="28440" cy="53640"/>
                </a:xfrm>
                <a:prstGeom prst="rect">
                  <a:avLst/>
                </a:prstGeom>
              </p:spPr>
            </p:pic>
          </mc:Fallback>
        </mc:AlternateContent>
        <mc:AlternateContent xmlns:mc="http://schemas.openxmlformats.org/markup-compatibility/2006">
          <mc:Choice xmlns:p14="http://schemas.microsoft.com/office/powerpoint/2010/main" Requires="p14">
            <p:contentPart p14:bwMode="auto" r:id="rId116">
              <p14:nvContentPartPr>
                <p14:cNvPr id="73" name="Ink 72">
                  <a:extLst>
                    <a:ext uri="{FF2B5EF4-FFF2-40B4-BE49-F238E27FC236}">
                      <a16:creationId xmlns:a16="http://schemas.microsoft.com/office/drawing/2014/main" id="{D629C602-B9C6-3B13-5B72-BF64C6C1A9A2}"/>
                    </a:ext>
                  </a:extLst>
                </p14:cNvPr>
                <p14:cNvContentPartPr/>
                <p14:nvPr/>
              </p14:nvContentPartPr>
              <p14:xfrm>
                <a:off x="5050242" y="5577070"/>
                <a:ext cx="6840" cy="239760"/>
              </p14:xfrm>
            </p:contentPart>
          </mc:Choice>
          <mc:Fallback>
            <p:pic>
              <p:nvPicPr>
                <p:cNvPr id="73" name="Ink 72">
                  <a:extLst>
                    <a:ext uri="{FF2B5EF4-FFF2-40B4-BE49-F238E27FC236}">
                      <a16:creationId xmlns:a16="http://schemas.microsoft.com/office/drawing/2014/main" id="{D629C602-B9C6-3B13-5B72-BF64C6C1A9A2}"/>
                    </a:ext>
                  </a:extLst>
                </p:cNvPr>
                <p:cNvPicPr/>
                <p:nvPr/>
              </p:nvPicPr>
              <p:blipFill>
                <a:blip r:embed="rId117"/>
                <a:stretch>
                  <a:fillRect/>
                </a:stretch>
              </p:blipFill>
              <p:spPr>
                <a:xfrm>
                  <a:off x="5041242" y="5568070"/>
                  <a:ext cx="24480" cy="257400"/>
                </a:xfrm>
                <a:prstGeom prst="rect">
                  <a:avLst/>
                </a:prstGeom>
              </p:spPr>
            </p:pic>
          </mc:Fallback>
        </mc:AlternateContent>
        <mc:AlternateContent xmlns:mc="http://schemas.openxmlformats.org/markup-compatibility/2006">
          <mc:Choice xmlns:p14="http://schemas.microsoft.com/office/powerpoint/2010/main" Requires="p14">
            <p:contentPart p14:bwMode="auto" r:id="rId118">
              <p14:nvContentPartPr>
                <p14:cNvPr id="74" name="Ink 73">
                  <a:extLst>
                    <a:ext uri="{FF2B5EF4-FFF2-40B4-BE49-F238E27FC236}">
                      <a16:creationId xmlns:a16="http://schemas.microsoft.com/office/drawing/2014/main" id="{D03A84AB-9D85-6BD4-B5F1-020228981B04}"/>
                    </a:ext>
                  </a:extLst>
                </p14:cNvPr>
                <p14:cNvContentPartPr/>
                <p14:nvPr/>
              </p14:nvContentPartPr>
              <p14:xfrm>
                <a:off x="5085522" y="5473390"/>
                <a:ext cx="1440" cy="1440"/>
              </p14:xfrm>
            </p:contentPart>
          </mc:Choice>
          <mc:Fallback>
            <p:pic>
              <p:nvPicPr>
                <p:cNvPr id="74" name="Ink 73">
                  <a:extLst>
                    <a:ext uri="{FF2B5EF4-FFF2-40B4-BE49-F238E27FC236}">
                      <a16:creationId xmlns:a16="http://schemas.microsoft.com/office/drawing/2014/main" id="{D03A84AB-9D85-6BD4-B5F1-020228981B04}"/>
                    </a:ext>
                  </a:extLst>
                </p:cNvPr>
                <p:cNvPicPr/>
                <p:nvPr/>
              </p:nvPicPr>
              <p:blipFill>
                <a:blip r:embed="rId119"/>
                <a:stretch>
                  <a:fillRect/>
                </a:stretch>
              </p:blipFill>
              <p:spPr>
                <a:xfrm>
                  <a:off x="5076522" y="5464390"/>
                  <a:ext cx="19080" cy="19080"/>
                </a:xfrm>
                <a:prstGeom prst="rect">
                  <a:avLst/>
                </a:prstGeom>
              </p:spPr>
            </p:pic>
          </mc:Fallback>
        </mc:AlternateContent>
        <mc:AlternateContent xmlns:mc="http://schemas.openxmlformats.org/markup-compatibility/2006">
          <mc:Choice xmlns:p14="http://schemas.microsoft.com/office/powerpoint/2010/main" Requires="p14">
            <p:contentPart p14:bwMode="auto" r:id="rId120">
              <p14:nvContentPartPr>
                <p14:cNvPr id="75" name="Ink 74">
                  <a:extLst>
                    <a:ext uri="{FF2B5EF4-FFF2-40B4-BE49-F238E27FC236}">
                      <a16:creationId xmlns:a16="http://schemas.microsoft.com/office/drawing/2014/main" id="{26396576-72A0-D5F1-3B0F-6C9B46F6F7C9}"/>
                    </a:ext>
                  </a:extLst>
                </p14:cNvPr>
                <p14:cNvContentPartPr/>
                <p14:nvPr/>
              </p14:nvContentPartPr>
              <p14:xfrm>
                <a:off x="5214042" y="5564470"/>
                <a:ext cx="111600" cy="222480"/>
              </p14:xfrm>
            </p:contentPart>
          </mc:Choice>
          <mc:Fallback>
            <p:pic>
              <p:nvPicPr>
                <p:cNvPr id="75" name="Ink 74">
                  <a:extLst>
                    <a:ext uri="{FF2B5EF4-FFF2-40B4-BE49-F238E27FC236}">
                      <a16:creationId xmlns:a16="http://schemas.microsoft.com/office/drawing/2014/main" id="{26396576-72A0-D5F1-3B0F-6C9B46F6F7C9}"/>
                    </a:ext>
                  </a:extLst>
                </p:cNvPr>
                <p:cNvPicPr/>
                <p:nvPr/>
              </p:nvPicPr>
              <p:blipFill>
                <a:blip r:embed="rId121"/>
                <a:stretch>
                  <a:fillRect/>
                </a:stretch>
              </p:blipFill>
              <p:spPr>
                <a:xfrm>
                  <a:off x="5205042" y="5555470"/>
                  <a:ext cx="129240" cy="240120"/>
                </a:xfrm>
                <a:prstGeom prst="rect">
                  <a:avLst/>
                </a:prstGeom>
              </p:spPr>
            </p:pic>
          </mc:Fallback>
        </mc:AlternateContent>
        <mc:AlternateContent xmlns:mc="http://schemas.openxmlformats.org/markup-compatibility/2006">
          <mc:Choice xmlns:p14="http://schemas.microsoft.com/office/powerpoint/2010/main" Requires="p14">
            <p:contentPart p14:bwMode="auto" r:id="rId122">
              <p14:nvContentPartPr>
                <p14:cNvPr id="76" name="Ink 75">
                  <a:extLst>
                    <a:ext uri="{FF2B5EF4-FFF2-40B4-BE49-F238E27FC236}">
                      <a16:creationId xmlns:a16="http://schemas.microsoft.com/office/drawing/2014/main" id="{693FB534-DF85-CB05-1353-D64BC76C5533}"/>
                    </a:ext>
                  </a:extLst>
                </p14:cNvPr>
                <p14:cNvContentPartPr/>
                <p14:nvPr/>
              </p14:nvContentPartPr>
              <p14:xfrm>
                <a:off x="5193882" y="5569510"/>
                <a:ext cx="165600" cy="254520"/>
              </p14:xfrm>
            </p:contentPart>
          </mc:Choice>
          <mc:Fallback>
            <p:pic>
              <p:nvPicPr>
                <p:cNvPr id="76" name="Ink 75">
                  <a:extLst>
                    <a:ext uri="{FF2B5EF4-FFF2-40B4-BE49-F238E27FC236}">
                      <a16:creationId xmlns:a16="http://schemas.microsoft.com/office/drawing/2014/main" id="{693FB534-DF85-CB05-1353-D64BC76C5533}"/>
                    </a:ext>
                  </a:extLst>
                </p:cNvPr>
                <p:cNvPicPr/>
                <p:nvPr/>
              </p:nvPicPr>
              <p:blipFill>
                <a:blip r:embed="rId123"/>
                <a:stretch>
                  <a:fillRect/>
                </a:stretch>
              </p:blipFill>
              <p:spPr>
                <a:xfrm>
                  <a:off x="5184882" y="5560870"/>
                  <a:ext cx="183240" cy="272160"/>
                </a:xfrm>
                <a:prstGeom prst="rect">
                  <a:avLst/>
                </a:prstGeom>
              </p:spPr>
            </p:pic>
          </mc:Fallback>
        </mc:AlternateContent>
        <mc:AlternateContent xmlns:mc="http://schemas.openxmlformats.org/markup-compatibility/2006">
          <mc:Choice xmlns:p14="http://schemas.microsoft.com/office/powerpoint/2010/main" Requires="p14">
            <p:contentPart p14:bwMode="auto" r:id="rId124">
              <p14:nvContentPartPr>
                <p14:cNvPr id="77" name="Ink 76">
                  <a:extLst>
                    <a:ext uri="{FF2B5EF4-FFF2-40B4-BE49-F238E27FC236}">
                      <a16:creationId xmlns:a16="http://schemas.microsoft.com/office/drawing/2014/main" id="{E9838A27-D9D7-C9B7-2C6A-7DFE01CE37D8}"/>
                    </a:ext>
                  </a:extLst>
                </p14:cNvPr>
                <p14:cNvContentPartPr/>
                <p14:nvPr/>
              </p14:nvContentPartPr>
              <p14:xfrm>
                <a:off x="5425722" y="5575990"/>
                <a:ext cx="37080" cy="182160"/>
              </p14:xfrm>
            </p:contentPart>
          </mc:Choice>
          <mc:Fallback>
            <p:pic>
              <p:nvPicPr>
                <p:cNvPr id="77" name="Ink 76">
                  <a:extLst>
                    <a:ext uri="{FF2B5EF4-FFF2-40B4-BE49-F238E27FC236}">
                      <a16:creationId xmlns:a16="http://schemas.microsoft.com/office/drawing/2014/main" id="{E9838A27-D9D7-C9B7-2C6A-7DFE01CE37D8}"/>
                    </a:ext>
                  </a:extLst>
                </p:cNvPr>
                <p:cNvPicPr/>
                <p:nvPr/>
              </p:nvPicPr>
              <p:blipFill>
                <a:blip r:embed="rId125"/>
                <a:stretch>
                  <a:fillRect/>
                </a:stretch>
              </p:blipFill>
              <p:spPr>
                <a:xfrm>
                  <a:off x="5416722" y="5567350"/>
                  <a:ext cx="54720" cy="199800"/>
                </a:xfrm>
                <a:prstGeom prst="rect">
                  <a:avLst/>
                </a:prstGeom>
              </p:spPr>
            </p:pic>
          </mc:Fallback>
        </mc:AlternateContent>
        <mc:AlternateContent xmlns:mc="http://schemas.openxmlformats.org/markup-compatibility/2006">
          <mc:Choice xmlns:p14="http://schemas.microsoft.com/office/powerpoint/2010/main" Requires="p14">
            <p:contentPart p14:bwMode="auto" r:id="rId126">
              <p14:nvContentPartPr>
                <p14:cNvPr id="78" name="Ink 77">
                  <a:extLst>
                    <a:ext uri="{FF2B5EF4-FFF2-40B4-BE49-F238E27FC236}">
                      <a16:creationId xmlns:a16="http://schemas.microsoft.com/office/drawing/2014/main" id="{2611A22F-EA2A-8664-8CE1-70155B2D0182}"/>
                    </a:ext>
                  </a:extLst>
                </p14:cNvPr>
                <p14:cNvContentPartPr/>
                <p14:nvPr/>
              </p14:nvContentPartPr>
              <p14:xfrm>
                <a:off x="5462082" y="5471590"/>
                <a:ext cx="6120" cy="15120"/>
              </p14:xfrm>
            </p:contentPart>
          </mc:Choice>
          <mc:Fallback>
            <p:pic>
              <p:nvPicPr>
                <p:cNvPr id="78" name="Ink 77">
                  <a:extLst>
                    <a:ext uri="{FF2B5EF4-FFF2-40B4-BE49-F238E27FC236}">
                      <a16:creationId xmlns:a16="http://schemas.microsoft.com/office/drawing/2014/main" id="{2611A22F-EA2A-8664-8CE1-70155B2D0182}"/>
                    </a:ext>
                  </a:extLst>
                </p:cNvPr>
                <p:cNvPicPr/>
                <p:nvPr/>
              </p:nvPicPr>
              <p:blipFill>
                <a:blip r:embed="rId127"/>
                <a:stretch>
                  <a:fillRect/>
                </a:stretch>
              </p:blipFill>
              <p:spPr>
                <a:xfrm>
                  <a:off x="5453442" y="5462950"/>
                  <a:ext cx="23760" cy="32760"/>
                </a:xfrm>
                <a:prstGeom prst="rect">
                  <a:avLst/>
                </a:prstGeom>
              </p:spPr>
            </p:pic>
          </mc:Fallback>
        </mc:AlternateContent>
        <mc:AlternateContent xmlns:mc="http://schemas.openxmlformats.org/markup-compatibility/2006">
          <mc:Choice xmlns:p14="http://schemas.microsoft.com/office/powerpoint/2010/main" Requires="p14">
            <p:contentPart p14:bwMode="auto" r:id="rId128">
              <p14:nvContentPartPr>
                <p14:cNvPr id="79" name="Ink 78">
                  <a:extLst>
                    <a:ext uri="{FF2B5EF4-FFF2-40B4-BE49-F238E27FC236}">
                      <a16:creationId xmlns:a16="http://schemas.microsoft.com/office/drawing/2014/main" id="{00E51FAA-6E31-E99E-BDD7-9497DC5C68D5}"/>
                    </a:ext>
                  </a:extLst>
                </p14:cNvPr>
                <p14:cNvContentPartPr/>
                <p14:nvPr/>
              </p14:nvContentPartPr>
              <p14:xfrm>
                <a:off x="5522562" y="5591830"/>
                <a:ext cx="265320" cy="184680"/>
              </p14:xfrm>
            </p:contentPart>
          </mc:Choice>
          <mc:Fallback>
            <p:pic>
              <p:nvPicPr>
                <p:cNvPr id="79" name="Ink 78">
                  <a:extLst>
                    <a:ext uri="{FF2B5EF4-FFF2-40B4-BE49-F238E27FC236}">
                      <a16:creationId xmlns:a16="http://schemas.microsoft.com/office/drawing/2014/main" id="{00E51FAA-6E31-E99E-BDD7-9497DC5C68D5}"/>
                    </a:ext>
                  </a:extLst>
                </p:cNvPr>
                <p:cNvPicPr/>
                <p:nvPr/>
              </p:nvPicPr>
              <p:blipFill>
                <a:blip r:embed="rId129"/>
                <a:stretch>
                  <a:fillRect/>
                </a:stretch>
              </p:blipFill>
              <p:spPr>
                <a:xfrm>
                  <a:off x="5513562" y="5582830"/>
                  <a:ext cx="282960" cy="202320"/>
                </a:xfrm>
                <a:prstGeom prst="rect">
                  <a:avLst/>
                </a:prstGeom>
              </p:spPr>
            </p:pic>
          </mc:Fallback>
        </mc:AlternateContent>
        <mc:AlternateContent xmlns:mc="http://schemas.openxmlformats.org/markup-compatibility/2006">
          <mc:Choice xmlns:p14="http://schemas.microsoft.com/office/powerpoint/2010/main" Requires="p14">
            <p:contentPart p14:bwMode="auto" r:id="rId130">
              <p14:nvContentPartPr>
                <p14:cNvPr id="80" name="Ink 79">
                  <a:extLst>
                    <a:ext uri="{FF2B5EF4-FFF2-40B4-BE49-F238E27FC236}">
                      <a16:creationId xmlns:a16="http://schemas.microsoft.com/office/drawing/2014/main" id="{67537504-7C27-FB5A-CAE4-F309F6CDABD0}"/>
                    </a:ext>
                  </a:extLst>
                </p14:cNvPr>
                <p14:cNvContentPartPr/>
                <p14:nvPr/>
              </p14:nvContentPartPr>
              <p14:xfrm>
                <a:off x="4446162" y="5512630"/>
                <a:ext cx="322560" cy="523440"/>
              </p14:xfrm>
            </p:contentPart>
          </mc:Choice>
          <mc:Fallback>
            <p:pic>
              <p:nvPicPr>
                <p:cNvPr id="80" name="Ink 79">
                  <a:extLst>
                    <a:ext uri="{FF2B5EF4-FFF2-40B4-BE49-F238E27FC236}">
                      <a16:creationId xmlns:a16="http://schemas.microsoft.com/office/drawing/2014/main" id="{67537504-7C27-FB5A-CAE4-F309F6CDABD0}"/>
                    </a:ext>
                  </a:extLst>
                </p:cNvPr>
                <p:cNvPicPr/>
                <p:nvPr/>
              </p:nvPicPr>
              <p:blipFill>
                <a:blip r:embed="rId131"/>
                <a:stretch>
                  <a:fillRect/>
                </a:stretch>
              </p:blipFill>
              <p:spPr>
                <a:xfrm>
                  <a:off x="4437522" y="5503630"/>
                  <a:ext cx="340200" cy="541080"/>
                </a:xfrm>
                <a:prstGeom prst="rect">
                  <a:avLst/>
                </a:prstGeom>
              </p:spPr>
            </p:pic>
          </mc:Fallback>
        </mc:AlternateContent>
        <mc:AlternateContent xmlns:mc="http://schemas.openxmlformats.org/markup-compatibility/2006">
          <mc:Choice xmlns:p14="http://schemas.microsoft.com/office/powerpoint/2010/main" Requires="p14">
            <p:contentPart p14:bwMode="auto" r:id="rId132">
              <p14:nvContentPartPr>
                <p14:cNvPr id="81" name="Ink 80">
                  <a:extLst>
                    <a:ext uri="{FF2B5EF4-FFF2-40B4-BE49-F238E27FC236}">
                      <a16:creationId xmlns:a16="http://schemas.microsoft.com/office/drawing/2014/main" id="{EE7AB51F-8E64-6C4A-9516-93181080A939}"/>
                    </a:ext>
                  </a:extLst>
                </p14:cNvPr>
                <p14:cNvContentPartPr/>
                <p14:nvPr/>
              </p14:nvContentPartPr>
              <p14:xfrm>
                <a:off x="5795082" y="5510470"/>
                <a:ext cx="114120" cy="388440"/>
              </p14:xfrm>
            </p:contentPart>
          </mc:Choice>
          <mc:Fallback>
            <p:pic>
              <p:nvPicPr>
                <p:cNvPr id="81" name="Ink 80">
                  <a:extLst>
                    <a:ext uri="{FF2B5EF4-FFF2-40B4-BE49-F238E27FC236}">
                      <a16:creationId xmlns:a16="http://schemas.microsoft.com/office/drawing/2014/main" id="{EE7AB51F-8E64-6C4A-9516-93181080A939}"/>
                    </a:ext>
                  </a:extLst>
                </p:cNvPr>
                <p:cNvPicPr/>
                <p:nvPr/>
              </p:nvPicPr>
              <p:blipFill>
                <a:blip r:embed="rId133"/>
                <a:stretch>
                  <a:fillRect/>
                </a:stretch>
              </p:blipFill>
              <p:spPr>
                <a:xfrm>
                  <a:off x="5786442" y="5501470"/>
                  <a:ext cx="131760" cy="406080"/>
                </a:xfrm>
                <a:prstGeom prst="rect">
                  <a:avLst/>
                </a:prstGeom>
              </p:spPr>
            </p:pic>
          </mc:Fallback>
        </mc:AlternateContent>
      </p:grpSp>
      <p:grpSp>
        <p:nvGrpSpPr>
          <p:cNvPr id="89" name="Group 88">
            <a:extLst>
              <a:ext uri="{FF2B5EF4-FFF2-40B4-BE49-F238E27FC236}">
                <a16:creationId xmlns:a16="http://schemas.microsoft.com/office/drawing/2014/main" id="{B341164A-850A-25EE-DE5A-84E429B45C72}"/>
              </a:ext>
            </a:extLst>
          </p:cNvPr>
          <p:cNvGrpSpPr/>
          <p:nvPr/>
        </p:nvGrpSpPr>
        <p:grpSpPr>
          <a:xfrm>
            <a:off x="5633082" y="6108430"/>
            <a:ext cx="2556720" cy="369720"/>
            <a:chOff x="5633082" y="6108430"/>
            <a:chExt cx="2556720" cy="369720"/>
          </a:xfrm>
        </p:grpSpPr>
        <mc:AlternateContent xmlns:mc="http://schemas.openxmlformats.org/markup-compatibility/2006">
          <mc:Choice xmlns:p14="http://schemas.microsoft.com/office/powerpoint/2010/main" Requires="p14">
            <p:contentPart p14:bwMode="auto" r:id="rId134">
              <p14:nvContentPartPr>
                <p14:cNvPr id="82" name="Ink 81">
                  <a:extLst>
                    <a:ext uri="{FF2B5EF4-FFF2-40B4-BE49-F238E27FC236}">
                      <a16:creationId xmlns:a16="http://schemas.microsoft.com/office/drawing/2014/main" id="{2B12025A-A897-5181-9928-38EEBB9698DA}"/>
                    </a:ext>
                  </a:extLst>
                </p14:cNvPr>
                <p14:cNvContentPartPr/>
                <p14:nvPr/>
              </p14:nvContentPartPr>
              <p14:xfrm>
                <a:off x="5633082" y="6211750"/>
                <a:ext cx="163440" cy="266400"/>
              </p14:xfrm>
            </p:contentPart>
          </mc:Choice>
          <mc:Fallback>
            <p:pic>
              <p:nvPicPr>
                <p:cNvPr id="82" name="Ink 81">
                  <a:extLst>
                    <a:ext uri="{FF2B5EF4-FFF2-40B4-BE49-F238E27FC236}">
                      <a16:creationId xmlns:a16="http://schemas.microsoft.com/office/drawing/2014/main" id="{2B12025A-A897-5181-9928-38EEBB9698DA}"/>
                    </a:ext>
                  </a:extLst>
                </p:cNvPr>
                <p:cNvPicPr/>
                <p:nvPr/>
              </p:nvPicPr>
              <p:blipFill>
                <a:blip r:embed="rId135"/>
                <a:stretch>
                  <a:fillRect/>
                </a:stretch>
              </p:blipFill>
              <p:spPr>
                <a:xfrm>
                  <a:off x="5624442" y="6203110"/>
                  <a:ext cx="181080" cy="284040"/>
                </a:xfrm>
                <a:prstGeom prst="rect">
                  <a:avLst/>
                </a:prstGeom>
              </p:spPr>
            </p:pic>
          </mc:Fallback>
        </mc:AlternateContent>
        <mc:AlternateContent xmlns:mc="http://schemas.openxmlformats.org/markup-compatibility/2006">
          <mc:Choice xmlns:p14="http://schemas.microsoft.com/office/powerpoint/2010/main" Requires="p14">
            <p:contentPart p14:bwMode="auto" r:id="rId136">
              <p14:nvContentPartPr>
                <p14:cNvPr id="83" name="Ink 82">
                  <a:extLst>
                    <a:ext uri="{FF2B5EF4-FFF2-40B4-BE49-F238E27FC236}">
                      <a16:creationId xmlns:a16="http://schemas.microsoft.com/office/drawing/2014/main" id="{39553D80-B9B3-6B15-E447-7E384B92554C}"/>
                    </a:ext>
                  </a:extLst>
                </p14:cNvPr>
                <p14:cNvContentPartPr/>
                <p14:nvPr/>
              </p14:nvContentPartPr>
              <p14:xfrm>
                <a:off x="5836842" y="6215710"/>
                <a:ext cx="213840" cy="202680"/>
              </p14:xfrm>
            </p:contentPart>
          </mc:Choice>
          <mc:Fallback>
            <p:pic>
              <p:nvPicPr>
                <p:cNvPr id="83" name="Ink 82">
                  <a:extLst>
                    <a:ext uri="{FF2B5EF4-FFF2-40B4-BE49-F238E27FC236}">
                      <a16:creationId xmlns:a16="http://schemas.microsoft.com/office/drawing/2014/main" id="{39553D80-B9B3-6B15-E447-7E384B92554C}"/>
                    </a:ext>
                  </a:extLst>
                </p:cNvPr>
                <p:cNvPicPr/>
                <p:nvPr/>
              </p:nvPicPr>
              <p:blipFill>
                <a:blip r:embed="rId137"/>
                <a:stretch>
                  <a:fillRect/>
                </a:stretch>
              </p:blipFill>
              <p:spPr>
                <a:xfrm>
                  <a:off x="5828202" y="6206710"/>
                  <a:ext cx="231480" cy="220320"/>
                </a:xfrm>
                <a:prstGeom prst="rect">
                  <a:avLst/>
                </a:prstGeom>
              </p:spPr>
            </p:pic>
          </mc:Fallback>
        </mc:AlternateContent>
        <mc:AlternateContent xmlns:mc="http://schemas.openxmlformats.org/markup-compatibility/2006">
          <mc:Choice xmlns:p14="http://schemas.microsoft.com/office/powerpoint/2010/main" Requires="p14">
            <p:contentPart p14:bwMode="auto" r:id="rId138">
              <p14:nvContentPartPr>
                <p14:cNvPr id="84" name="Ink 83">
                  <a:extLst>
                    <a:ext uri="{FF2B5EF4-FFF2-40B4-BE49-F238E27FC236}">
                      <a16:creationId xmlns:a16="http://schemas.microsoft.com/office/drawing/2014/main" id="{6E464E8D-6326-E33E-4095-4CAFF4BA6884}"/>
                    </a:ext>
                  </a:extLst>
                </p14:cNvPr>
                <p14:cNvContentPartPr/>
                <p14:nvPr/>
              </p14:nvContentPartPr>
              <p14:xfrm>
                <a:off x="6140322" y="6257110"/>
                <a:ext cx="128520" cy="22680"/>
              </p14:xfrm>
            </p:contentPart>
          </mc:Choice>
          <mc:Fallback>
            <p:pic>
              <p:nvPicPr>
                <p:cNvPr id="84" name="Ink 83">
                  <a:extLst>
                    <a:ext uri="{FF2B5EF4-FFF2-40B4-BE49-F238E27FC236}">
                      <a16:creationId xmlns:a16="http://schemas.microsoft.com/office/drawing/2014/main" id="{6E464E8D-6326-E33E-4095-4CAFF4BA6884}"/>
                    </a:ext>
                  </a:extLst>
                </p:cNvPr>
                <p:cNvPicPr/>
                <p:nvPr/>
              </p:nvPicPr>
              <p:blipFill>
                <a:blip r:embed="rId139"/>
                <a:stretch>
                  <a:fillRect/>
                </a:stretch>
              </p:blipFill>
              <p:spPr>
                <a:xfrm>
                  <a:off x="6131322" y="6248470"/>
                  <a:ext cx="146160" cy="40320"/>
                </a:xfrm>
                <a:prstGeom prst="rect">
                  <a:avLst/>
                </a:prstGeom>
              </p:spPr>
            </p:pic>
          </mc:Fallback>
        </mc:AlternateContent>
        <mc:AlternateContent xmlns:mc="http://schemas.openxmlformats.org/markup-compatibility/2006">
          <mc:Choice xmlns:p14="http://schemas.microsoft.com/office/powerpoint/2010/main" Requires="p14">
            <p:contentPart p14:bwMode="auto" r:id="rId140">
              <p14:nvContentPartPr>
                <p14:cNvPr id="85" name="Ink 84">
                  <a:extLst>
                    <a:ext uri="{FF2B5EF4-FFF2-40B4-BE49-F238E27FC236}">
                      <a16:creationId xmlns:a16="http://schemas.microsoft.com/office/drawing/2014/main" id="{8A99DF97-F5FB-C843-333E-8AFBBAE44F79}"/>
                    </a:ext>
                  </a:extLst>
                </p14:cNvPr>
                <p14:cNvContentPartPr/>
                <p14:nvPr/>
              </p14:nvContentPartPr>
              <p14:xfrm>
                <a:off x="6375402" y="6116710"/>
                <a:ext cx="1135800" cy="299520"/>
              </p14:xfrm>
            </p:contentPart>
          </mc:Choice>
          <mc:Fallback>
            <p:pic>
              <p:nvPicPr>
                <p:cNvPr id="85" name="Ink 84">
                  <a:extLst>
                    <a:ext uri="{FF2B5EF4-FFF2-40B4-BE49-F238E27FC236}">
                      <a16:creationId xmlns:a16="http://schemas.microsoft.com/office/drawing/2014/main" id="{8A99DF97-F5FB-C843-333E-8AFBBAE44F79}"/>
                    </a:ext>
                  </a:extLst>
                </p:cNvPr>
                <p:cNvPicPr/>
                <p:nvPr/>
              </p:nvPicPr>
              <p:blipFill>
                <a:blip r:embed="rId141"/>
                <a:stretch>
                  <a:fillRect/>
                </a:stretch>
              </p:blipFill>
              <p:spPr>
                <a:xfrm>
                  <a:off x="6366762" y="6108070"/>
                  <a:ext cx="1153440" cy="317160"/>
                </a:xfrm>
                <a:prstGeom prst="rect">
                  <a:avLst/>
                </a:prstGeom>
              </p:spPr>
            </p:pic>
          </mc:Fallback>
        </mc:AlternateContent>
        <mc:AlternateContent xmlns:mc="http://schemas.openxmlformats.org/markup-compatibility/2006">
          <mc:Choice xmlns:p14="http://schemas.microsoft.com/office/powerpoint/2010/main" Requires="p14">
            <p:contentPart p14:bwMode="auto" r:id="rId142">
              <p14:nvContentPartPr>
                <p14:cNvPr id="86" name="Ink 85">
                  <a:extLst>
                    <a:ext uri="{FF2B5EF4-FFF2-40B4-BE49-F238E27FC236}">
                      <a16:creationId xmlns:a16="http://schemas.microsoft.com/office/drawing/2014/main" id="{D399FFD4-6016-1CD8-2743-5B3F12C7300D}"/>
                    </a:ext>
                  </a:extLst>
                </p14:cNvPr>
                <p14:cNvContentPartPr/>
                <p14:nvPr/>
              </p14:nvContentPartPr>
              <p14:xfrm>
                <a:off x="7579962" y="6238390"/>
                <a:ext cx="141840" cy="161640"/>
              </p14:xfrm>
            </p:contentPart>
          </mc:Choice>
          <mc:Fallback>
            <p:pic>
              <p:nvPicPr>
                <p:cNvPr id="86" name="Ink 85">
                  <a:extLst>
                    <a:ext uri="{FF2B5EF4-FFF2-40B4-BE49-F238E27FC236}">
                      <a16:creationId xmlns:a16="http://schemas.microsoft.com/office/drawing/2014/main" id="{D399FFD4-6016-1CD8-2743-5B3F12C7300D}"/>
                    </a:ext>
                  </a:extLst>
                </p:cNvPr>
                <p:cNvPicPr/>
                <p:nvPr/>
              </p:nvPicPr>
              <p:blipFill>
                <a:blip r:embed="rId143"/>
                <a:stretch>
                  <a:fillRect/>
                </a:stretch>
              </p:blipFill>
              <p:spPr>
                <a:xfrm>
                  <a:off x="7571322" y="6229750"/>
                  <a:ext cx="159480" cy="179280"/>
                </a:xfrm>
                <a:prstGeom prst="rect">
                  <a:avLst/>
                </a:prstGeom>
              </p:spPr>
            </p:pic>
          </mc:Fallback>
        </mc:AlternateContent>
        <mc:AlternateContent xmlns:mc="http://schemas.openxmlformats.org/markup-compatibility/2006">
          <mc:Choice xmlns:p14="http://schemas.microsoft.com/office/powerpoint/2010/main" Requires="p14">
            <p:contentPart p14:bwMode="auto" r:id="rId144">
              <p14:nvContentPartPr>
                <p14:cNvPr id="87" name="Ink 86">
                  <a:extLst>
                    <a:ext uri="{FF2B5EF4-FFF2-40B4-BE49-F238E27FC236}">
                      <a16:creationId xmlns:a16="http://schemas.microsoft.com/office/drawing/2014/main" id="{611AAC95-C12F-4FC0-2C2C-741FBE0C50D2}"/>
                    </a:ext>
                  </a:extLst>
                </p14:cNvPr>
                <p14:cNvContentPartPr/>
                <p14:nvPr/>
              </p14:nvContentPartPr>
              <p14:xfrm>
                <a:off x="7775802" y="6108430"/>
                <a:ext cx="225720" cy="263520"/>
              </p14:xfrm>
            </p:contentPart>
          </mc:Choice>
          <mc:Fallback>
            <p:pic>
              <p:nvPicPr>
                <p:cNvPr id="87" name="Ink 86">
                  <a:extLst>
                    <a:ext uri="{FF2B5EF4-FFF2-40B4-BE49-F238E27FC236}">
                      <a16:creationId xmlns:a16="http://schemas.microsoft.com/office/drawing/2014/main" id="{611AAC95-C12F-4FC0-2C2C-741FBE0C50D2}"/>
                    </a:ext>
                  </a:extLst>
                </p:cNvPr>
                <p:cNvPicPr/>
                <p:nvPr/>
              </p:nvPicPr>
              <p:blipFill>
                <a:blip r:embed="rId145"/>
                <a:stretch>
                  <a:fillRect/>
                </a:stretch>
              </p:blipFill>
              <p:spPr>
                <a:xfrm>
                  <a:off x="7767162" y="6099430"/>
                  <a:ext cx="243360" cy="281160"/>
                </a:xfrm>
                <a:prstGeom prst="rect">
                  <a:avLst/>
                </a:prstGeom>
              </p:spPr>
            </p:pic>
          </mc:Fallback>
        </mc:AlternateContent>
        <mc:AlternateContent xmlns:mc="http://schemas.openxmlformats.org/markup-compatibility/2006">
          <mc:Choice xmlns:p14="http://schemas.microsoft.com/office/powerpoint/2010/main" Requires="p14">
            <p:contentPart p14:bwMode="auto" r:id="rId146">
              <p14:nvContentPartPr>
                <p14:cNvPr id="88" name="Ink 87">
                  <a:extLst>
                    <a:ext uri="{FF2B5EF4-FFF2-40B4-BE49-F238E27FC236}">
                      <a16:creationId xmlns:a16="http://schemas.microsoft.com/office/drawing/2014/main" id="{6AC5B3E0-CA22-FF50-0B22-1EB245EDEB9A}"/>
                    </a:ext>
                  </a:extLst>
                </p14:cNvPr>
                <p14:cNvContentPartPr/>
                <p14:nvPr/>
              </p14:nvContentPartPr>
              <p14:xfrm>
                <a:off x="8186922" y="6285550"/>
                <a:ext cx="2880" cy="1440"/>
              </p14:xfrm>
            </p:contentPart>
          </mc:Choice>
          <mc:Fallback>
            <p:pic>
              <p:nvPicPr>
                <p:cNvPr id="88" name="Ink 87">
                  <a:extLst>
                    <a:ext uri="{FF2B5EF4-FFF2-40B4-BE49-F238E27FC236}">
                      <a16:creationId xmlns:a16="http://schemas.microsoft.com/office/drawing/2014/main" id="{6AC5B3E0-CA22-FF50-0B22-1EB245EDEB9A}"/>
                    </a:ext>
                  </a:extLst>
                </p:cNvPr>
                <p:cNvPicPr/>
                <p:nvPr/>
              </p:nvPicPr>
              <p:blipFill>
                <a:blip r:embed="rId147"/>
                <a:stretch>
                  <a:fillRect/>
                </a:stretch>
              </p:blipFill>
              <p:spPr>
                <a:xfrm>
                  <a:off x="8178282" y="6276550"/>
                  <a:ext cx="20520" cy="19080"/>
                </a:xfrm>
                <a:prstGeom prst="rect">
                  <a:avLst/>
                </a:prstGeom>
              </p:spPr>
            </p:pic>
          </mc:Fallback>
        </mc:AlternateContent>
      </p:grpSp>
    </p:spTree>
    <p:extLst>
      <p:ext uri="{BB962C8B-B14F-4D97-AF65-F5344CB8AC3E}">
        <p14:creationId xmlns:p14="http://schemas.microsoft.com/office/powerpoint/2010/main" val="40417688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6D0D1-C360-929C-6634-B73035BFFD79}"/>
              </a:ext>
            </a:extLst>
          </p:cNvPr>
          <p:cNvSpPr>
            <a:spLocks noGrp="1"/>
          </p:cNvSpPr>
          <p:nvPr>
            <p:ph type="title"/>
          </p:nvPr>
        </p:nvSpPr>
        <p:spPr/>
        <p:txBody>
          <a:bodyPr/>
          <a:lstStyle/>
          <a:p>
            <a:r>
              <a:rPr lang="en-US" sz="3600" dirty="0">
                <a:latin typeface="Cooper Black" panose="0208090404030B020404" pitchFamily="18" charset="0"/>
              </a:rPr>
              <a:t>Hands on: Service creation</a:t>
            </a:r>
            <a:endParaRPr lang="en-US" dirty="0"/>
          </a:p>
        </p:txBody>
      </p:sp>
      <p:pic>
        <p:nvPicPr>
          <p:cNvPr id="2050" name="Picture 2" descr="Page 12 | Clean Input Images - Free Download on Freepik">
            <a:extLst>
              <a:ext uri="{FF2B5EF4-FFF2-40B4-BE49-F238E27FC236}">
                <a16:creationId xmlns:a16="http://schemas.microsoft.com/office/drawing/2014/main" id="{BAA36297-F35D-C0B5-2012-493056F9819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46140" y="2996952"/>
            <a:ext cx="3374505" cy="3374505"/>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035E34EB-DCB8-C785-1853-C655B5BF6A95}"/>
              </a:ext>
            </a:extLst>
          </p:cNvPr>
          <p:cNvSpPr txBox="1"/>
          <p:nvPr/>
        </p:nvSpPr>
        <p:spPr>
          <a:xfrm>
            <a:off x="189756" y="980728"/>
            <a:ext cx="11737304" cy="1200329"/>
          </a:xfrm>
          <a:prstGeom prst="rect">
            <a:avLst/>
          </a:prstGeom>
          <a:noFill/>
          <a:ln>
            <a:solidFill>
              <a:schemeClr val="bg1"/>
            </a:solidFill>
          </a:ln>
        </p:spPr>
        <p:txBody>
          <a:bodyPr wrap="square" rtlCol="0">
            <a:spAutoFit/>
          </a:bodyPr>
          <a:lstStyle/>
          <a:p>
            <a:r>
              <a:rPr lang="en-US" dirty="0">
                <a:solidFill>
                  <a:schemeClr val="bg1"/>
                </a:solidFill>
              </a:rPr>
              <a:t>Solution</a:t>
            </a:r>
          </a:p>
          <a:p>
            <a:r>
              <a:rPr lang="en-US" dirty="0">
                <a:solidFill>
                  <a:schemeClr val="bg1"/>
                </a:solidFill>
                <a:hlinkClick r:id="rId3"/>
              </a:rPr>
              <a:t>https://github.com/soyuztechnologies/SAP_BTP_Training_CLD200/blob/master/Day%203/02%20srv.zip</a:t>
            </a:r>
            <a:endParaRPr lang="en-US" dirty="0">
              <a:solidFill>
                <a:schemeClr val="bg1"/>
              </a:solidFill>
            </a:endParaRPr>
          </a:p>
        </p:txBody>
      </p:sp>
    </p:spTree>
    <p:extLst>
      <p:ext uri="{BB962C8B-B14F-4D97-AF65-F5344CB8AC3E}">
        <p14:creationId xmlns:p14="http://schemas.microsoft.com/office/powerpoint/2010/main" val="38530889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5E1937-8B4B-AB16-1953-F007EE5EF58A}"/>
              </a:ext>
            </a:extLst>
          </p:cNvPr>
          <p:cNvSpPr>
            <a:spLocks noGrp="1"/>
          </p:cNvSpPr>
          <p:nvPr>
            <p:ph type="title"/>
          </p:nvPr>
        </p:nvSpPr>
        <p:spPr/>
        <p:txBody>
          <a:bodyPr/>
          <a:lstStyle/>
          <a:p>
            <a:r>
              <a:rPr lang="en-US" dirty="0"/>
              <a:t>Testing Services in BAS</a:t>
            </a:r>
          </a:p>
        </p:txBody>
      </p:sp>
      <p:pic>
        <p:nvPicPr>
          <p:cNvPr id="1026" name="Picture 2" descr="Web APIs, Web Services, &amp; Microservices: Basics &amp; Differences">
            <a:extLst>
              <a:ext uri="{FF2B5EF4-FFF2-40B4-BE49-F238E27FC236}">
                <a16:creationId xmlns:a16="http://schemas.microsoft.com/office/drawing/2014/main" id="{5863E59F-FEA2-F1F7-81D5-92DF06FB8EA7}"/>
              </a:ext>
            </a:extLst>
          </p:cNvPr>
          <p:cNvPicPr>
            <a:picLocks noChangeAspect="1" noChangeArrowheads="1"/>
          </p:cNvPicPr>
          <p:nvPr/>
        </p:nvPicPr>
        <p:blipFill>
          <a:blip r:embed="rId2">
            <a:lum bright="70000" contrast="-70000"/>
            <a:extLst>
              <a:ext uri="{28A0092B-C50C-407E-A947-70E740481C1C}">
                <a14:useLocalDpi xmlns:a14="http://schemas.microsoft.com/office/drawing/2010/main" val="0"/>
              </a:ext>
            </a:extLst>
          </a:blip>
          <a:srcRect/>
          <a:stretch>
            <a:fillRect/>
          </a:stretch>
        </p:blipFill>
        <p:spPr bwMode="auto">
          <a:xfrm>
            <a:off x="405780" y="1124744"/>
            <a:ext cx="7929352" cy="3744416"/>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EFFAC21C-5D87-BA73-AE11-24E807D9A8A3}"/>
              </a:ext>
            </a:extLst>
          </p:cNvPr>
          <p:cNvSpPr/>
          <p:nvPr/>
        </p:nvSpPr>
        <p:spPr>
          <a:xfrm>
            <a:off x="4726260" y="4066961"/>
            <a:ext cx="6984776" cy="2284035"/>
          </a:xfrm>
          <a:prstGeom prst="rect">
            <a:avLst/>
          </a:prstGeom>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t>Exercise:</a:t>
            </a:r>
          </a:p>
          <a:p>
            <a:r>
              <a:rPr lang="en-US" dirty="0">
                <a:hlinkClick r:id="rId3"/>
              </a:rPr>
              <a:t>https://github.com/soyuztechnologies/SAP_BTP_Training_CLD200/blob/master/Day%203/02srv/tester.http</a:t>
            </a:r>
            <a:endParaRPr lang="en-US" dirty="0"/>
          </a:p>
          <a:p>
            <a:endParaRPr lang="en-US" dirty="0"/>
          </a:p>
        </p:txBody>
      </p:sp>
    </p:spTree>
    <p:extLst>
      <p:ext uri="{BB962C8B-B14F-4D97-AF65-F5344CB8AC3E}">
        <p14:creationId xmlns:p14="http://schemas.microsoft.com/office/powerpoint/2010/main" val="12224796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ED1B55-C69F-0885-3A9B-69BAF965655E}"/>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28648133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Placeholder 11">
            <a:extLst>
              <a:ext uri="{FF2B5EF4-FFF2-40B4-BE49-F238E27FC236}">
                <a16:creationId xmlns:a16="http://schemas.microsoft.com/office/drawing/2014/main" id="{420F5850-2D59-4C25-ADFF-E9013C5A6AAE}"/>
              </a:ext>
            </a:extLst>
          </p:cNvPr>
          <p:cNvPicPr>
            <a:picLocks noGrp="1" noChangeAspect="1"/>
          </p:cNvPicPr>
          <p:nvPr>
            <p:ph type="pic" sz="quarter" idx="14"/>
          </p:nvPr>
        </p:nvPicPr>
        <p:blipFill>
          <a:blip r:embed="rId2">
            <a:duotone>
              <a:schemeClr val="accent3">
                <a:shade val="45000"/>
                <a:satMod val="135000"/>
              </a:schemeClr>
              <a:prstClr val="white"/>
            </a:duotone>
            <a:extLst>
              <a:ext uri="{28A0092B-C50C-407E-A947-70E740481C1C}">
                <a14:useLocalDpi xmlns:a14="http://schemas.microsoft.com/office/drawing/2010/main" val="0"/>
              </a:ext>
            </a:extLst>
          </a:blip>
          <a:srcRect l="10185" r="10185"/>
          <a:stretch>
            <a:fillRect/>
          </a:stretch>
        </p:blipFill>
        <p:spPr/>
      </p:pic>
      <p:sp>
        <p:nvSpPr>
          <p:cNvPr id="4" name="Rectangle: Rounded Corners 3">
            <a:extLst>
              <a:ext uri="{FF2B5EF4-FFF2-40B4-BE49-F238E27FC236}">
                <a16:creationId xmlns:a16="http://schemas.microsoft.com/office/drawing/2014/main" id="{4DCA9A03-C201-42B6-AF8D-AB31333C8852}"/>
              </a:ext>
            </a:extLst>
          </p:cNvPr>
          <p:cNvSpPr/>
          <p:nvPr/>
        </p:nvSpPr>
        <p:spPr>
          <a:xfrm>
            <a:off x="6065406" y="980728"/>
            <a:ext cx="5298342" cy="2776268"/>
          </a:xfrm>
          <a:prstGeom prst="roundRect">
            <a:avLst>
              <a:gd name="adj" fmla="val 8835"/>
            </a:avLst>
          </a:prstGeom>
          <a:solidFill>
            <a:schemeClr val="bg1"/>
          </a:solidFill>
          <a:ln>
            <a:noFill/>
          </a:ln>
          <a:effectLst>
            <a:outerShdw blurRad="635000" dist="825500" dir="9600000" algn="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 name="TextBox 4">
            <a:extLst>
              <a:ext uri="{FF2B5EF4-FFF2-40B4-BE49-F238E27FC236}">
                <a16:creationId xmlns:a16="http://schemas.microsoft.com/office/drawing/2014/main" id="{4B09D3EC-7881-4341-8189-469046CA259E}"/>
              </a:ext>
            </a:extLst>
          </p:cNvPr>
          <p:cNvSpPr txBox="1"/>
          <p:nvPr/>
        </p:nvSpPr>
        <p:spPr>
          <a:xfrm>
            <a:off x="6641014" y="1389517"/>
            <a:ext cx="4239950" cy="615553"/>
          </a:xfrm>
          <a:prstGeom prst="rect">
            <a:avLst/>
          </a:prstGeom>
          <a:noFill/>
        </p:spPr>
        <p:txBody>
          <a:bodyPr wrap="square" lIns="0" tIns="0" rIns="0" bIns="0" rtlCol="0">
            <a:spAutoFit/>
          </a:bodyPr>
          <a:lstStyle/>
          <a:p>
            <a:r>
              <a:rPr lang="en-IN" sz="4000" b="1" i="0" dirty="0">
                <a:solidFill>
                  <a:schemeClr val="accent3"/>
                </a:solidFill>
                <a:effectLst/>
              </a:rPr>
              <a:t>What We</a:t>
            </a:r>
            <a:r>
              <a:rPr lang="en-IN" sz="4000" b="1" i="0" dirty="0">
                <a:solidFill>
                  <a:schemeClr val="accent1"/>
                </a:solidFill>
                <a:effectLst/>
              </a:rPr>
              <a:t> </a:t>
            </a:r>
            <a:r>
              <a:rPr lang="en-IN" sz="4000" b="1" i="0" dirty="0">
                <a:solidFill>
                  <a:schemeClr val="accent2"/>
                </a:solidFill>
                <a:effectLst/>
                <a:latin typeface="Segoe UI Light" panose="020B0502040204020203" pitchFamily="34" charset="0"/>
                <a:cs typeface="Segoe UI Light" panose="020B0502040204020203" pitchFamily="34" charset="0"/>
              </a:rPr>
              <a:t>Did</a:t>
            </a:r>
            <a:endParaRPr lang="en-IN" sz="4000" b="1" dirty="0">
              <a:solidFill>
                <a:schemeClr val="accent2"/>
              </a:solidFill>
              <a:latin typeface="Segoe UI Light" panose="020B0502040204020203" pitchFamily="34" charset="0"/>
              <a:cs typeface="Segoe UI Light" panose="020B0502040204020203" pitchFamily="34" charset="0"/>
            </a:endParaRPr>
          </a:p>
        </p:txBody>
      </p:sp>
      <p:sp>
        <p:nvSpPr>
          <p:cNvPr id="6" name="TextBox 5">
            <a:extLst>
              <a:ext uri="{FF2B5EF4-FFF2-40B4-BE49-F238E27FC236}">
                <a16:creationId xmlns:a16="http://schemas.microsoft.com/office/drawing/2014/main" id="{A0CBE2D0-9475-4BE8-AC62-B9A03DC275C3}"/>
              </a:ext>
            </a:extLst>
          </p:cNvPr>
          <p:cNvSpPr txBox="1"/>
          <p:nvPr/>
        </p:nvSpPr>
        <p:spPr>
          <a:xfrm>
            <a:off x="6641014" y="2147518"/>
            <a:ext cx="4239950" cy="615553"/>
          </a:xfrm>
          <a:prstGeom prst="rect">
            <a:avLst/>
          </a:prstGeom>
          <a:noFill/>
        </p:spPr>
        <p:txBody>
          <a:bodyPr wrap="square" lIns="0" tIns="0" rIns="0" bIns="0" rtlCol="0" anchor="t">
            <a:spAutoFit/>
          </a:bodyPr>
          <a:lstStyle/>
          <a:p>
            <a:r>
              <a:rPr lang="en-US" sz="4000" kern="0" dirty="0">
                <a:solidFill>
                  <a:schemeClr val="tx1">
                    <a:lumMod val="75000"/>
                    <a:lumOff val="25000"/>
                  </a:schemeClr>
                </a:solidFill>
                <a:latin typeface="Segoe UI" panose="020B0502040204020203" pitchFamily="34" charset="0"/>
                <a:ea typeface="Calibri Light" charset="0"/>
                <a:cs typeface="Segoe UI" panose="020B0502040204020203" pitchFamily="34" charset="0"/>
              </a:rPr>
              <a:t>Let’s Summarize</a:t>
            </a:r>
            <a:endParaRPr lang="en-US" sz="4000" dirty="0">
              <a:solidFill>
                <a:schemeClr val="tx1">
                  <a:lumMod val="75000"/>
                  <a:lumOff val="25000"/>
                </a:schemeClr>
              </a:solidFill>
              <a:latin typeface="Segoe UI" panose="020B0502040204020203" pitchFamily="34" charset="0"/>
              <a:ea typeface="Calibri Light" charset="0"/>
              <a:cs typeface="Segoe UI" panose="020B0502040204020203" pitchFamily="34" charset="0"/>
            </a:endParaRPr>
          </a:p>
        </p:txBody>
      </p:sp>
      <p:grpSp>
        <p:nvGrpSpPr>
          <p:cNvPr id="7" name="Group 6">
            <a:extLst>
              <a:ext uri="{FF2B5EF4-FFF2-40B4-BE49-F238E27FC236}">
                <a16:creationId xmlns:a16="http://schemas.microsoft.com/office/drawing/2014/main" id="{CBADDFA3-0336-41F5-81AE-B9456B828C2C}"/>
              </a:ext>
            </a:extLst>
          </p:cNvPr>
          <p:cNvGrpSpPr/>
          <p:nvPr/>
        </p:nvGrpSpPr>
        <p:grpSpPr>
          <a:xfrm>
            <a:off x="6664269" y="3161139"/>
            <a:ext cx="617354" cy="109990"/>
            <a:chOff x="6006451" y="5603130"/>
            <a:chExt cx="617354" cy="109990"/>
          </a:xfrm>
        </p:grpSpPr>
        <p:sp>
          <p:nvSpPr>
            <p:cNvPr id="8" name="Rectangle 5">
              <a:extLst>
                <a:ext uri="{FF2B5EF4-FFF2-40B4-BE49-F238E27FC236}">
                  <a16:creationId xmlns:a16="http://schemas.microsoft.com/office/drawing/2014/main" id="{EF42471A-33F9-4E04-8306-66A59FCEE04D}"/>
                </a:ext>
              </a:extLst>
            </p:cNvPr>
            <p:cNvSpPr>
              <a:spLocks noChangeArrowheads="1"/>
            </p:cNvSpPr>
            <p:nvPr/>
          </p:nvSpPr>
          <p:spPr bwMode="auto">
            <a:xfrm>
              <a:off x="6006451" y="5603130"/>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 name="Rectangle 5">
              <a:extLst>
                <a:ext uri="{FF2B5EF4-FFF2-40B4-BE49-F238E27FC236}">
                  <a16:creationId xmlns:a16="http://schemas.microsoft.com/office/drawing/2014/main" id="{C99CB4F6-0149-49F4-8A24-BEB708A29F1A}"/>
                </a:ext>
              </a:extLst>
            </p:cNvPr>
            <p:cNvSpPr>
              <a:spLocks noChangeArrowheads="1"/>
            </p:cNvSpPr>
            <p:nvPr/>
          </p:nvSpPr>
          <p:spPr bwMode="auto">
            <a:xfrm>
              <a:off x="6260132" y="5603130"/>
              <a:ext cx="109992" cy="109990"/>
            </a:xfrm>
            <a:prstGeom prst="rect">
              <a:avLst/>
            </a:prstGeom>
            <a:solidFill>
              <a:schemeClr val="accent2">
                <a:lumMod val="75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 name="Rectangle 5">
              <a:extLst>
                <a:ext uri="{FF2B5EF4-FFF2-40B4-BE49-F238E27FC236}">
                  <a16:creationId xmlns:a16="http://schemas.microsoft.com/office/drawing/2014/main" id="{8BED369E-8B8A-45FD-8B5A-703CE09C2946}"/>
                </a:ext>
              </a:extLst>
            </p:cNvPr>
            <p:cNvSpPr>
              <a:spLocks noChangeArrowheads="1"/>
            </p:cNvSpPr>
            <p:nvPr/>
          </p:nvSpPr>
          <p:spPr bwMode="auto">
            <a:xfrm>
              <a:off x="6513813" y="5603130"/>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Tree>
    <p:extLst>
      <p:ext uri="{BB962C8B-B14F-4D97-AF65-F5344CB8AC3E}">
        <p14:creationId xmlns:p14="http://schemas.microsoft.com/office/powerpoint/2010/main" val="7715616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BBB0BAE-F023-4B67-BE79-3E1A8ACA9361}"/>
              </a:ext>
            </a:extLst>
          </p:cNvPr>
          <p:cNvSpPr txBox="1"/>
          <p:nvPr/>
        </p:nvSpPr>
        <p:spPr>
          <a:xfrm>
            <a:off x="1260763" y="3440863"/>
            <a:ext cx="5583381" cy="923330"/>
          </a:xfrm>
          <a:prstGeom prst="rect">
            <a:avLst/>
          </a:prstGeom>
          <a:noFill/>
        </p:spPr>
        <p:txBody>
          <a:bodyPr wrap="square" lIns="0" tIns="0" rIns="0" bIns="0" rtlCol="0">
            <a:spAutoFit/>
          </a:bodyPr>
          <a:lstStyle/>
          <a:p>
            <a:r>
              <a:rPr lang="en-IN" sz="6000" b="1" i="0" dirty="0">
                <a:solidFill>
                  <a:schemeClr val="bg1"/>
                </a:solidFill>
                <a:effectLst/>
              </a:rPr>
              <a:t>Thank</a:t>
            </a:r>
            <a:r>
              <a:rPr lang="en-IN" sz="6000" b="1" i="0" dirty="0">
                <a:solidFill>
                  <a:schemeClr val="accent1"/>
                </a:solidFill>
                <a:effectLst/>
              </a:rPr>
              <a:t> </a:t>
            </a:r>
            <a:r>
              <a:rPr lang="en-IN" sz="6000" b="1" dirty="0">
                <a:solidFill>
                  <a:schemeClr val="accent2"/>
                </a:solidFill>
                <a:latin typeface="Segoe UI Light" panose="020B0502040204020203" pitchFamily="34" charset="0"/>
                <a:cs typeface="Segoe UI Light" panose="020B0502040204020203" pitchFamily="34" charset="0"/>
              </a:rPr>
              <a:t>You</a:t>
            </a:r>
            <a:endParaRPr lang="en-IN" sz="6000" dirty="0">
              <a:solidFill>
                <a:schemeClr val="accent2"/>
              </a:solidFill>
              <a:latin typeface="Segoe UI Light" panose="020B0502040204020203" pitchFamily="34" charset="0"/>
              <a:cs typeface="Segoe UI Light" panose="020B0502040204020203" pitchFamily="34" charset="0"/>
            </a:endParaRPr>
          </a:p>
        </p:txBody>
      </p:sp>
      <p:sp>
        <p:nvSpPr>
          <p:cNvPr id="4" name="TextBox 3">
            <a:extLst>
              <a:ext uri="{FF2B5EF4-FFF2-40B4-BE49-F238E27FC236}">
                <a16:creationId xmlns:a16="http://schemas.microsoft.com/office/drawing/2014/main" id="{CCD57203-1FF5-432E-8E3E-4DFC442AA54C}"/>
              </a:ext>
            </a:extLst>
          </p:cNvPr>
          <p:cNvSpPr txBox="1"/>
          <p:nvPr/>
        </p:nvSpPr>
        <p:spPr>
          <a:xfrm>
            <a:off x="1260763" y="4581128"/>
            <a:ext cx="5583381" cy="830997"/>
          </a:xfrm>
          <a:prstGeom prst="rect">
            <a:avLst/>
          </a:prstGeom>
          <a:noFill/>
        </p:spPr>
        <p:txBody>
          <a:bodyPr wrap="square" lIns="0" tIns="0" rIns="0" bIns="0" rtlCol="0" anchor="t">
            <a:spAutoFit/>
          </a:bodyPr>
          <a:lstStyle/>
          <a:p>
            <a:r>
              <a:rPr lang="en-US" sz="5400" b="1" kern="0" dirty="0">
                <a:solidFill>
                  <a:schemeClr val="accent2"/>
                </a:solidFill>
                <a:latin typeface="Segoe UI" panose="020B0502040204020203" pitchFamily="34" charset="0"/>
                <a:ea typeface="Calibri Light" charset="0"/>
                <a:cs typeface="Segoe UI" panose="020B0502040204020203" pitchFamily="34" charset="0"/>
              </a:rPr>
              <a:t>End of Day 6</a:t>
            </a:r>
            <a:endParaRPr lang="en-US" sz="5400" b="1" dirty="0">
              <a:solidFill>
                <a:schemeClr val="accent2"/>
              </a:solidFill>
              <a:latin typeface="Segoe UI" panose="020B0502040204020203" pitchFamily="34" charset="0"/>
              <a:ea typeface="Calibri Light" charset="0"/>
              <a:cs typeface="Segoe UI" panose="020B0502040204020203" pitchFamily="34" charset="0"/>
            </a:endParaRPr>
          </a:p>
        </p:txBody>
      </p:sp>
      <p:cxnSp>
        <p:nvCxnSpPr>
          <p:cNvPr id="6" name="Straight Connector 5">
            <a:extLst>
              <a:ext uri="{FF2B5EF4-FFF2-40B4-BE49-F238E27FC236}">
                <a16:creationId xmlns:a16="http://schemas.microsoft.com/office/drawing/2014/main" id="{3CB110C8-9FFD-4804-BDCA-1C9EB581BD4D}"/>
              </a:ext>
            </a:extLst>
          </p:cNvPr>
          <p:cNvCxnSpPr>
            <a:cxnSpLocks/>
          </p:cNvCxnSpPr>
          <p:nvPr/>
        </p:nvCxnSpPr>
        <p:spPr>
          <a:xfrm flipV="1">
            <a:off x="1300694" y="-21772"/>
            <a:ext cx="0" cy="3284984"/>
          </a:xfrm>
          <a:prstGeom prst="line">
            <a:avLst/>
          </a:prstGeom>
          <a:ln w="63500" cap="rnd">
            <a:gradFill flip="none" rotWithShape="1">
              <a:gsLst>
                <a:gs pos="0">
                  <a:schemeClr val="accent2"/>
                </a:gs>
                <a:gs pos="100000">
                  <a:schemeClr val="accent3"/>
                </a:gs>
              </a:gsLst>
              <a:lin ang="16200000" scaled="1"/>
              <a:tileRect/>
            </a:gradFill>
          </a:ln>
        </p:spPr>
        <p:style>
          <a:lnRef idx="1">
            <a:schemeClr val="accent1"/>
          </a:lnRef>
          <a:fillRef idx="0">
            <a:schemeClr val="accent1"/>
          </a:fillRef>
          <a:effectRef idx="0">
            <a:schemeClr val="accent1"/>
          </a:effectRef>
          <a:fontRef idx="minor">
            <a:schemeClr val="tx1"/>
          </a:fontRef>
        </p:style>
      </p:cxnSp>
      <p:grpSp>
        <p:nvGrpSpPr>
          <p:cNvPr id="2" name="Group 1">
            <a:extLst>
              <a:ext uri="{FF2B5EF4-FFF2-40B4-BE49-F238E27FC236}">
                <a16:creationId xmlns:a16="http://schemas.microsoft.com/office/drawing/2014/main" id="{E98CF33A-90E6-4EA2-B3D7-0B26F42FF079}"/>
              </a:ext>
            </a:extLst>
          </p:cNvPr>
          <p:cNvGrpSpPr/>
          <p:nvPr/>
        </p:nvGrpSpPr>
        <p:grpSpPr>
          <a:xfrm>
            <a:off x="1260763" y="5662865"/>
            <a:ext cx="1311594" cy="371301"/>
            <a:chOff x="1162522" y="5662865"/>
            <a:chExt cx="1311594" cy="371301"/>
          </a:xfrm>
        </p:grpSpPr>
        <p:sp>
          <p:nvSpPr>
            <p:cNvPr id="14" name="Oval 13">
              <a:extLst>
                <a:ext uri="{FF2B5EF4-FFF2-40B4-BE49-F238E27FC236}">
                  <a16:creationId xmlns:a16="http://schemas.microsoft.com/office/drawing/2014/main" id="{C21818D1-4413-4BFC-80DF-9BAF80F237AF}"/>
                </a:ext>
              </a:extLst>
            </p:cNvPr>
            <p:cNvSpPr/>
            <p:nvPr/>
          </p:nvSpPr>
          <p:spPr>
            <a:xfrm>
              <a:off x="1162522"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Shape">
              <a:hlinkClick r:id="rId2"/>
              <a:extLst>
                <a:ext uri="{FF2B5EF4-FFF2-40B4-BE49-F238E27FC236}">
                  <a16:creationId xmlns:a16="http://schemas.microsoft.com/office/drawing/2014/main" id="{EDFC2025-1ECF-4924-AE38-C781400903DF}"/>
                </a:ext>
              </a:extLst>
            </p:cNvPr>
            <p:cNvSpPr/>
            <p:nvPr/>
          </p:nvSpPr>
          <p:spPr>
            <a:xfrm>
              <a:off x="1296648" y="5763560"/>
              <a:ext cx="85868" cy="184254"/>
            </a:xfrm>
            <a:custGeom>
              <a:avLst/>
              <a:gdLst/>
              <a:ahLst/>
              <a:cxnLst>
                <a:cxn ang="0">
                  <a:pos x="wd2" y="hd2"/>
                </a:cxn>
                <a:cxn ang="5400000">
                  <a:pos x="wd2" y="hd2"/>
                </a:cxn>
                <a:cxn ang="10800000">
                  <a:pos x="wd2" y="hd2"/>
                </a:cxn>
                <a:cxn ang="16200000">
                  <a:pos x="wd2" y="hd2"/>
                </a:cxn>
              </a:cxnLst>
              <a:rect l="0" t="0" r="r" b="b"/>
              <a:pathLst>
                <a:path w="21600" h="21600" extrusionOk="0">
                  <a:moveTo>
                    <a:pt x="14372" y="7078"/>
                  </a:moveTo>
                  <a:lnTo>
                    <a:pt x="14372" y="5216"/>
                  </a:lnTo>
                  <a:cubicBezTo>
                    <a:pt x="14372" y="4937"/>
                    <a:pt x="14400" y="4721"/>
                    <a:pt x="14456" y="4568"/>
                  </a:cubicBezTo>
                  <a:cubicBezTo>
                    <a:pt x="14512" y="4415"/>
                    <a:pt x="14639" y="4264"/>
                    <a:pt x="14836" y="4115"/>
                  </a:cubicBezTo>
                  <a:cubicBezTo>
                    <a:pt x="15033" y="3967"/>
                    <a:pt x="15352" y="3864"/>
                    <a:pt x="15793" y="3808"/>
                  </a:cubicBezTo>
                  <a:cubicBezTo>
                    <a:pt x="16233" y="3751"/>
                    <a:pt x="16819" y="3722"/>
                    <a:pt x="17551" y="3722"/>
                  </a:cubicBezTo>
                  <a:lnTo>
                    <a:pt x="21544" y="3722"/>
                  </a:lnTo>
                  <a:lnTo>
                    <a:pt x="21544" y="0"/>
                  </a:lnTo>
                  <a:lnTo>
                    <a:pt x="15160" y="0"/>
                  </a:lnTo>
                  <a:cubicBezTo>
                    <a:pt x="11466" y="0"/>
                    <a:pt x="8813" y="409"/>
                    <a:pt x="7200" y="1225"/>
                  </a:cubicBezTo>
                  <a:cubicBezTo>
                    <a:pt x="5588" y="2042"/>
                    <a:pt x="4782" y="3246"/>
                    <a:pt x="4782" y="4836"/>
                  </a:cubicBezTo>
                  <a:lnTo>
                    <a:pt x="4782" y="7077"/>
                  </a:lnTo>
                  <a:lnTo>
                    <a:pt x="0" y="7077"/>
                  </a:lnTo>
                  <a:lnTo>
                    <a:pt x="0" y="10800"/>
                  </a:lnTo>
                  <a:lnTo>
                    <a:pt x="4781" y="10800"/>
                  </a:lnTo>
                  <a:lnTo>
                    <a:pt x="4781" y="21600"/>
                  </a:lnTo>
                  <a:lnTo>
                    <a:pt x="14372" y="21600"/>
                  </a:lnTo>
                  <a:lnTo>
                    <a:pt x="14372" y="10800"/>
                  </a:lnTo>
                  <a:lnTo>
                    <a:pt x="20756" y="10800"/>
                  </a:lnTo>
                  <a:lnTo>
                    <a:pt x="21600" y="7078"/>
                  </a:lnTo>
                  <a:cubicBezTo>
                    <a:pt x="21600" y="7078"/>
                    <a:pt x="14372" y="7078"/>
                    <a:pt x="14372" y="7078"/>
                  </a:cubicBezTo>
                  <a:close/>
                </a:path>
              </a:pathLst>
            </a:custGeom>
            <a:solidFill>
              <a:schemeClr val="bg1"/>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a:p>
          </p:txBody>
        </p:sp>
        <p:sp>
          <p:nvSpPr>
            <p:cNvPr id="12" name="Oval 11">
              <a:extLst>
                <a:ext uri="{FF2B5EF4-FFF2-40B4-BE49-F238E27FC236}">
                  <a16:creationId xmlns:a16="http://schemas.microsoft.com/office/drawing/2014/main" id="{5C594A17-950B-4231-AA93-6E8DB90F8098}"/>
                </a:ext>
              </a:extLst>
            </p:cNvPr>
            <p:cNvSpPr/>
            <p:nvPr/>
          </p:nvSpPr>
          <p:spPr>
            <a:xfrm>
              <a:off x="1632668"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Shape">
              <a:hlinkClick r:id="rId3"/>
              <a:extLst>
                <a:ext uri="{FF2B5EF4-FFF2-40B4-BE49-F238E27FC236}">
                  <a16:creationId xmlns:a16="http://schemas.microsoft.com/office/drawing/2014/main" id="{C70A3C55-CE25-4C0F-9537-824AEA080D1D}"/>
                </a:ext>
              </a:extLst>
            </p:cNvPr>
            <p:cNvSpPr/>
            <p:nvPr/>
          </p:nvSpPr>
          <p:spPr>
            <a:xfrm>
              <a:off x="1716213" y="5774232"/>
              <a:ext cx="200503" cy="162908"/>
            </a:xfrm>
            <a:custGeom>
              <a:avLst/>
              <a:gdLst/>
              <a:ahLst/>
              <a:cxnLst>
                <a:cxn ang="0">
                  <a:pos x="wd2" y="hd2"/>
                </a:cxn>
                <a:cxn ang="5400000">
                  <a:pos x="wd2" y="hd2"/>
                </a:cxn>
                <a:cxn ang="10800000">
                  <a:pos x="wd2" y="hd2"/>
                </a:cxn>
                <a:cxn ang="16200000">
                  <a:pos x="wd2" y="hd2"/>
                </a:cxn>
              </a:cxnLst>
              <a:rect l="0" t="0" r="r" b="b"/>
              <a:pathLst>
                <a:path w="21600" h="21600" extrusionOk="0">
                  <a:moveTo>
                    <a:pt x="21600" y="2557"/>
                  </a:moveTo>
                  <a:cubicBezTo>
                    <a:pt x="20797" y="2991"/>
                    <a:pt x="19941" y="3278"/>
                    <a:pt x="19048" y="3418"/>
                  </a:cubicBezTo>
                  <a:cubicBezTo>
                    <a:pt x="19966" y="2743"/>
                    <a:pt x="20667" y="1683"/>
                    <a:pt x="20997" y="405"/>
                  </a:cubicBezTo>
                  <a:cubicBezTo>
                    <a:pt x="20141" y="1034"/>
                    <a:pt x="19196" y="1477"/>
                    <a:pt x="18188" y="1725"/>
                  </a:cubicBezTo>
                  <a:cubicBezTo>
                    <a:pt x="17376" y="660"/>
                    <a:pt x="16217" y="0"/>
                    <a:pt x="14954" y="0"/>
                  </a:cubicBezTo>
                  <a:cubicBezTo>
                    <a:pt x="12502" y="0"/>
                    <a:pt x="10529" y="2449"/>
                    <a:pt x="10529" y="5451"/>
                  </a:cubicBezTo>
                  <a:cubicBezTo>
                    <a:pt x="10529" y="5883"/>
                    <a:pt x="10558" y="6299"/>
                    <a:pt x="10631" y="6694"/>
                  </a:cubicBezTo>
                  <a:cubicBezTo>
                    <a:pt x="6950" y="6473"/>
                    <a:pt x="3692" y="4302"/>
                    <a:pt x="1504" y="994"/>
                  </a:cubicBezTo>
                  <a:cubicBezTo>
                    <a:pt x="1122" y="1809"/>
                    <a:pt x="898" y="2743"/>
                    <a:pt x="898" y="3748"/>
                  </a:cubicBezTo>
                  <a:cubicBezTo>
                    <a:pt x="898" y="5636"/>
                    <a:pt x="1687" y="7309"/>
                    <a:pt x="2865" y="8278"/>
                  </a:cubicBezTo>
                  <a:cubicBezTo>
                    <a:pt x="2153" y="8261"/>
                    <a:pt x="1455" y="8007"/>
                    <a:pt x="864" y="7606"/>
                  </a:cubicBezTo>
                  <a:cubicBezTo>
                    <a:pt x="864" y="7623"/>
                    <a:pt x="864" y="7645"/>
                    <a:pt x="864" y="7666"/>
                  </a:cubicBezTo>
                  <a:cubicBezTo>
                    <a:pt x="864" y="10315"/>
                    <a:pt x="2399" y="12515"/>
                    <a:pt x="4412" y="13022"/>
                  </a:cubicBezTo>
                  <a:cubicBezTo>
                    <a:pt x="4051" y="13143"/>
                    <a:pt x="3658" y="13201"/>
                    <a:pt x="3251" y="13201"/>
                  </a:cubicBezTo>
                  <a:cubicBezTo>
                    <a:pt x="2967" y="13201"/>
                    <a:pt x="2681" y="13181"/>
                    <a:pt x="2412" y="13108"/>
                  </a:cubicBezTo>
                  <a:cubicBezTo>
                    <a:pt x="2986" y="15266"/>
                    <a:pt x="4614" y="16853"/>
                    <a:pt x="6550" y="16905"/>
                  </a:cubicBezTo>
                  <a:cubicBezTo>
                    <a:pt x="5044" y="18355"/>
                    <a:pt x="3131" y="19229"/>
                    <a:pt x="1060" y="19229"/>
                  </a:cubicBezTo>
                  <a:cubicBezTo>
                    <a:pt x="697" y="19229"/>
                    <a:pt x="348" y="19209"/>
                    <a:pt x="0" y="19154"/>
                  </a:cubicBezTo>
                  <a:cubicBezTo>
                    <a:pt x="1962" y="20711"/>
                    <a:pt x="4286" y="21600"/>
                    <a:pt x="6793" y="21600"/>
                  </a:cubicBezTo>
                  <a:cubicBezTo>
                    <a:pt x="14942" y="21600"/>
                    <a:pt x="19397" y="13292"/>
                    <a:pt x="19397" y="6091"/>
                  </a:cubicBezTo>
                  <a:cubicBezTo>
                    <a:pt x="19397" y="5850"/>
                    <a:pt x="19390" y="5618"/>
                    <a:pt x="19380" y="5387"/>
                  </a:cubicBezTo>
                  <a:cubicBezTo>
                    <a:pt x="20259" y="4619"/>
                    <a:pt x="20998" y="3660"/>
                    <a:pt x="21600" y="2557"/>
                  </a:cubicBezTo>
                  <a:cubicBezTo>
                    <a:pt x="21600" y="2557"/>
                    <a:pt x="21600" y="2557"/>
                    <a:pt x="21600" y="2557"/>
                  </a:cubicBezTo>
                  <a:close/>
                </a:path>
              </a:pathLst>
            </a:custGeom>
            <a:solidFill>
              <a:schemeClr val="bg1"/>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a:p>
          </p:txBody>
        </p:sp>
        <p:sp>
          <p:nvSpPr>
            <p:cNvPr id="10" name="Oval 9">
              <a:extLst>
                <a:ext uri="{FF2B5EF4-FFF2-40B4-BE49-F238E27FC236}">
                  <a16:creationId xmlns:a16="http://schemas.microsoft.com/office/drawing/2014/main" id="{AF389CA4-9215-4DA8-BFFA-FA4329B49979}"/>
                </a:ext>
              </a:extLst>
            </p:cNvPr>
            <p:cNvSpPr/>
            <p:nvPr/>
          </p:nvSpPr>
          <p:spPr>
            <a:xfrm>
              <a:off x="2102815"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Shape">
              <a:hlinkClick r:id="rId4"/>
              <a:extLst>
                <a:ext uri="{FF2B5EF4-FFF2-40B4-BE49-F238E27FC236}">
                  <a16:creationId xmlns:a16="http://schemas.microsoft.com/office/drawing/2014/main" id="{F0CB12D6-F0DA-4BB6-B2C7-4BE43A29C51F}"/>
                </a:ext>
              </a:extLst>
            </p:cNvPr>
            <p:cNvSpPr/>
            <p:nvPr/>
          </p:nvSpPr>
          <p:spPr>
            <a:xfrm>
              <a:off x="2189003" y="5751342"/>
              <a:ext cx="202748" cy="202749"/>
            </a:xfrm>
            <a:custGeom>
              <a:avLst/>
              <a:gdLst/>
              <a:ahLst/>
              <a:cxnLst>
                <a:cxn ang="0">
                  <a:pos x="wd2" y="hd2"/>
                </a:cxn>
                <a:cxn ang="5400000">
                  <a:pos x="wd2" y="hd2"/>
                </a:cxn>
                <a:cxn ang="10800000">
                  <a:pos x="wd2" y="hd2"/>
                </a:cxn>
                <a:cxn ang="16200000">
                  <a:pos x="wd2" y="hd2"/>
                </a:cxn>
              </a:cxnLst>
              <a:rect l="0" t="0" r="r" b="b"/>
              <a:pathLst>
                <a:path w="21600" h="21600" extrusionOk="0">
                  <a:moveTo>
                    <a:pt x="19427" y="11280"/>
                  </a:moveTo>
                  <a:cubicBezTo>
                    <a:pt x="17712" y="10975"/>
                    <a:pt x="15821" y="11022"/>
                    <a:pt x="13768" y="11419"/>
                  </a:cubicBezTo>
                  <a:cubicBezTo>
                    <a:pt x="13571" y="10725"/>
                    <a:pt x="13362" y="10071"/>
                    <a:pt x="13146" y="9456"/>
                  </a:cubicBezTo>
                  <a:cubicBezTo>
                    <a:pt x="15173" y="8681"/>
                    <a:pt x="16814" y="7539"/>
                    <a:pt x="18018" y="6057"/>
                  </a:cubicBezTo>
                  <a:cubicBezTo>
                    <a:pt x="18916" y="7419"/>
                    <a:pt x="19440" y="9050"/>
                    <a:pt x="19440" y="10800"/>
                  </a:cubicBezTo>
                  <a:cubicBezTo>
                    <a:pt x="19440" y="10961"/>
                    <a:pt x="19435" y="11121"/>
                    <a:pt x="19427" y="11280"/>
                  </a:cubicBezTo>
                  <a:cubicBezTo>
                    <a:pt x="19427" y="11280"/>
                    <a:pt x="19427" y="11280"/>
                    <a:pt x="19427" y="11280"/>
                  </a:cubicBezTo>
                  <a:close/>
                  <a:moveTo>
                    <a:pt x="15025" y="18334"/>
                  </a:moveTo>
                  <a:cubicBezTo>
                    <a:pt x="14873" y="16593"/>
                    <a:pt x="14617" y="14987"/>
                    <a:pt x="14296" y="13522"/>
                  </a:cubicBezTo>
                  <a:cubicBezTo>
                    <a:pt x="15886" y="13225"/>
                    <a:pt x="17507" y="13137"/>
                    <a:pt x="19038" y="13406"/>
                  </a:cubicBezTo>
                  <a:cubicBezTo>
                    <a:pt x="18371" y="15511"/>
                    <a:pt x="16918" y="17268"/>
                    <a:pt x="15025" y="18334"/>
                  </a:cubicBezTo>
                  <a:cubicBezTo>
                    <a:pt x="15025" y="18334"/>
                    <a:pt x="15025" y="18334"/>
                    <a:pt x="15025" y="18334"/>
                  </a:cubicBezTo>
                  <a:close/>
                  <a:moveTo>
                    <a:pt x="10800" y="19440"/>
                  </a:moveTo>
                  <a:cubicBezTo>
                    <a:pt x="8577" y="19440"/>
                    <a:pt x="6548" y="18596"/>
                    <a:pt x="5015" y="17212"/>
                  </a:cubicBezTo>
                  <a:cubicBezTo>
                    <a:pt x="6456" y="16365"/>
                    <a:pt x="9162" y="14922"/>
                    <a:pt x="12199" y="14029"/>
                  </a:cubicBezTo>
                  <a:cubicBezTo>
                    <a:pt x="12538" y="15587"/>
                    <a:pt x="12795" y="17303"/>
                    <a:pt x="12924" y="19176"/>
                  </a:cubicBezTo>
                  <a:cubicBezTo>
                    <a:pt x="12244" y="19348"/>
                    <a:pt x="11533" y="19440"/>
                    <a:pt x="10800" y="19440"/>
                  </a:cubicBezTo>
                  <a:cubicBezTo>
                    <a:pt x="10800" y="19440"/>
                    <a:pt x="10800" y="19440"/>
                    <a:pt x="10800" y="19440"/>
                  </a:cubicBezTo>
                  <a:close/>
                  <a:moveTo>
                    <a:pt x="2160" y="10800"/>
                  </a:moveTo>
                  <a:cubicBezTo>
                    <a:pt x="2160" y="10677"/>
                    <a:pt x="2163" y="10555"/>
                    <a:pt x="2168" y="10434"/>
                  </a:cubicBezTo>
                  <a:cubicBezTo>
                    <a:pt x="3029" y="10541"/>
                    <a:pt x="4305" y="10658"/>
                    <a:pt x="5793" y="10658"/>
                  </a:cubicBezTo>
                  <a:cubicBezTo>
                    <a:pt x="6514" y="10658"/>
                    <a:pt x="7284" y="10631"/>
                    <a:pt x="8081" y="10562"/>
                  </a:cubicBezTo>
                  <a:cubicBezTo>
                    <a:pt x="9142" y="10470"/>
                    <a:pt x="10142" y="10310"/>
                    <a:pt x="11081" y="10088"/>
                  </a:cubicBezTo>
                  <a:cubicBezTo>
                    <a:pt x="11287" y="10669"/>
                    <a:pt x="11485" y="11281"/>
                    <a:pt x="11671" y="11928"/>
                  </a:cubicBezTo>
                  <a:cubicBezTo>
                    <a:pt x="10698" y="12211"/>
                    <a:pt x="9693" y="12565"/>
                    <a:pt x="8656" y="12990"/>
                  </a:cubicBezTo>
                  <a:cubicBezTo>
                    <a:pt x="6423" y="13906"/>
                    <a:pt x="4601" y="14931"/>
                    <a:pt x="3585" y="15547"/>
                  </a:cubicBezTo>
                  <a:cubicBezTo>
                    <a:pt x="2685" y="14184"/>
                    <a:pt x="2160" y="12552"/>
                    <a:pt x="2160" y="10800"/>
                  </a:cubicBezTo>
                  <a:cubicBezTo>
                    <a:pt x="2160" y="10800"/>
                    <a:pt x="2160" y="10800"/>
                    <a:pt x="2160" y="10800"/>
                  </a:cubicBezTo>
                  <a:close/>
                  <a:moveTo>
                    <a:pt x="7253" y="2922"/>
                  </a:moveTo>
                  <a:cubicBezTo>
                    <a:pt x="7897" y="3727"/>
                    <a:pt x="9119" y="5437"/>
                    <a:pt x="10273" y="8054"/>
                  </a:cubicBezTo>
                  <a:cubicBezTo>
                    <a:pt x="7243" y="8704"/>
                    <a:pt x="4136" y="8489"/>
                    <a:pt x="2530" y="8298"/>
                  </a:cubicBezTo>
                  <a:cubicBezTo>
                    <a:pt x="3257" y="5901"/>
                    <a:pt x="4998" y="3941"/>
                    <a:pt x="7253" y="2922"/>
                  </a:cubicBezTo>
                  <a:cubicBezTo>
                    <a:pt x="7253" y="2922"/>
                    <a:pt x="7253" y="2922"/>
                    <a:pt x="7253" y="2922"/>
                  </a:cubicBezTo>
                  <a:close/>
                  <a:moveTo>
                    <a:pt x="10800" y="2160"/>
                  </a:moveTo>
                  <a:cubicBezTo>
                    <a:pt x="13021" y="2160"/>
                    <a:pt x="15049" y="3003"/>
                    <a:pt x="16581" y="4385"/>
                  </a:cubicBezTo>
                  <a:cubicBezTo>
                    <a:pt x="15509" y="5855"/>
                    <a:pt x="14008" y="6822"/>
                    <a:pt x="12365" y="7445"/>
                  </a:cubicBezTo>
                  <a:cubicBezTo>
                    <a:pt x="12091" y="6806"/>
                    <a:pt x="11817" y="6226"/>
                    <a:pt x="11555" y="5709"/>
                  </a:cubicBezTo>
                  <a:cubicBezTo>
                    <a:pt x="10795" y="4211"/>
                    <a:pt x="10048" y="3064"/>
                    <a:pt x="9466" y="2263"/>
                  </a:cubicBezTo>
                  <a:cubicBezTo>
                    <a:pt x="9901" y="2195"/>
                    <a:pt x="10346" y="2160"/>
                    <a:pt x="10800" y="2160"/>
                  </a:cubicBezTo>
                  <a:cubicBezTo>
                    <a:pt x="10800" y="2160"/>
                    <a:pt x="10800" y="2160"/>
                    <a:pt x="10800" y="2160"/>
                  </a:cubicBezTo>
                  <a:close/>
                  <a:moveTo>
                    <a:pt x="18834" y="3590"/>
                  </a:moveTo>
                  <a:lnTo>
                    <a:pt x="18682" y="3425"/>
                  </a:lnTo>
                  <a:cubicBezTo>
                    <a:pt x="16710" y="1318"/>
                    <a:pt x="13906" y="0"/>
                    <a:pt x="10800" y="0"/>
                  </a:cubicBezTo>
                  <a:cubicBezTo>
                    <a:pt x="9564" y="0"/>
                    <a:pt x="8376" y="209"/>
                    <a:pt x="7269" y="593"/>
                  </a:cubicBezTo>
                  <a:lnTo>
                    <a:pt x="7157" y="633"/>
                  </a:lnTo>
                  <a:cubicBezTo>
                    <a:pt x="3542" y="1932"/>
                    <a:pt x="814" y="5108"/>
                    <a:pt x="154" y="8980"/>
                  </a:cubicBezTo>
                  <a:cubicBezTo>
                    <a:pt x="153" y="8984"/>
                    <a:pt x="152" y="8988"/>
                    <a:pt x="152" y="8991"/>
                  </a:cubicBezTo>
                  <a:cubicBezTo>
                    <a:pt x="149" y="9004"/>
                    <a:pt x="148" y="9016"/>
                    <a:pt x="146" y="9028"/>
                  </a:cubicBezTo>
                  <a:cubicBezTo>
                    <a:pt x="51" y="9605"/>
                    <a:pt x="0" y="10197"/>
                    <a:pt x="0" y="10800"/>
                  </a:cubicBezTo>
                  <a:cubicBezTo>
                    <a:pt x="0" y="13375"/>
                    <a:pt x="906" y="15741"/>
                    <a:pt x="2416" y="17599"/>
                  </a:cubicBezTo>
                  <a:cubicBezTo>
                    <a:pt x="2417" y="17600"/>
                    <a:pt x="2541" y="17751"/>
                    <a:pt x="2541" y="17751"/>
                  </a:cubicBezTo>
                  <a:cubicBezTo>
                    <a:pt x="4524" y="20103"/>
                    <a:pt x="7490" y="21600"/>
                    <a:pt x="10800" y="21600"/>
                  </a:cubicBezTo>
                  <a:cubicBezTo>
                    <a:pt x="12051" y="21600"/>
                    <a:pt x="13252" y="21385"/>
                    <a:pt x="14370" y="20993"/>
                  </a:cubicBezTo>
                  <a:cubicBezTo>
                    <a:pt x="14400" y="20983"/>
                    <a:pt x="14429" y="20974"/>
                    <a:pt x="14457" y="20962"/>
                  </a:cubicBezTo>
                  <a:cubicBezTo>
                    <a:pt x="18004" y="19681"/>
                    <a:pt x="20694" y="16594"/>
                    <a:pt x="21411" y="12816"/>
                  </a:cubicBezTo>
                  <a:cubicBezTo>
                    <a:pt x="21412" y="12806"/>
                    <a:pt x="21414" y="12797"/>
                    <a:pt x="21416" y="12788"/>
                  </a:cubicBezTo>
                  <a:cubicBezTo>
                    <a:pt x="21536" y="12143"/>
                    <a:pt x="21600" y="11479"/>
                    <a:pt x="21600" y="10800"/>
                  </a:cubicBezTo>
                  <a:cubicBezTo>
                    <a:pt x="21600" y="8032"/>
                    <a:pt x="20553" y="5503"/>
                    <a:pt x="18834" y="3590"/>
                  </a:cubicBezTo>
                  <a:cubicBezTo>
                    <a:pt x="18834" y="3590"/>
                    <a:pt x="18834" y="3590"/>
                    <a:pt x="18834" y="3590"/>
                  </a:cubicBezTo>
                  <a:close/>
                </a:path>
              </a:pathLst>
            </a:custGeom>
            <a:solidFill>
              <a:schemeClr val="bg1"/>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a:p>
          </p:txBody>
        </p:sp>
      </p:grpSp>
      <p:pic>
        <p:nvPicPr>
          <p:cNvPr id="16" name="Picture 2" descr="E:\cloud\drive\websites\slidemodel\logo\sebastian\slidemodel-logo-trans.png">
            <a:extLst>
              <a:ext uri="{FF2B5EF4-FFF2-40B4-BE49-F238E27FC236}">
                <a16:creationId xmlns:a16="http://schemas.microsoft.com/office/drawing/2014/main" id="{59E8070B-51C3-4A5F-B241-A7744B4F61DD}"/>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0638418" y="6398156"/>
            <a:ext cx="1432658" cy="271204"/>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DE739AA3-A794-9F54-6A5A-CA2C7ED598BB}"/>
              </a:ext>
            </a:extLst>
          </p:cNvPr>
          <p:cNvSpPr/>
          <p:nvPr/>
        </p:nvSpPr>
        <p:spPr>
          <a:xfrm>
            <a:off x="1300694" y="2272374"/>
            <a:ext cx="5297771" cy="986340"/>
          </a:xfrm>
          <a:prstGeom prst="rect">
            <a:avLst/>
          </a:prstGeom>
          <a:ln>
            <a:solidFill>
              <a:schemeClr val="accent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t>www.anubhavtrainings.com</a:t>
            </a:r>
          </a:p>
        </p:txBody>
      </p:sp>
    </p:spTree>
    <p:extLst>
      <p:ext uri="{BB962C8B-B14F-4D97-AF65-F5344CB8AC3E}">
        <p14:creationId xmlns:p14="http://schemas.microsoft.com/office/powerpoint/2010/main" val="18420444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ight Triangle 6">
            <a:extLst>
              <a:ext uri="{FF2B5EF4-FFF2-40B4-BE49-F238E27FC236}">
                <a16:creationId xmlns:a16="http://schemas.microsoft.com/office/drawing/2014/main" id="{EAF14BF4-9A45-8B4E-AA65-A815CC72E5A3}"/>
              </a:ext>
            </a:extLst>
          </p:cNvPr>
          <p:cNvSpPr/>
          <p:nvPr/>
        </p:nvSpPr>
        <p:spPr>
          <a:xfrm flipH="1">
            <a:off x="3029488" y="2339447"/>
            <a:ext cx="9159332" cy="4517660"/>
          </a:xfrm>
          <a:prstGeom prst="rtTriangle">
            <a:avLst/>
          </a:prstGeom>
          <a:solidFill>
            <a:srgbClr val="18A7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126">
              <a:defRPr/>
            </a:pPr>
            <a:endParaRPr lang="en-US" sz="1799">
              <a:solidFill>
                <a:srgbClr val="FFFFFF"/>
              </a:solidFill>
              <a:latin typeface="Arial" panose="020B0604020202020204"/>
            </a:endParaRPr>
          </a:p>
        </p:txBody>
      </p:sp>
      <p:sp>
        <p:nvSpPr>
          <p:cNvPr id="2" name="Picture Placeholder 1">
            <a:extLst>
              <a:ext uri="{FF2B5EF4-FFF2-40B4-BE49-F238E27FC236}">
                <a16:creationId xmlns:a16="http://schemas.microsoft.com/office/drawing/2014/main" id="{5901FB9E-D5D8-0E42-9064-309ADD0ECF57}"/>
              </a:ext>
            </a:extLst>
          </p:cNvPr>
          <p:cNvSpPr>
            <a:spLocks noGrp="1"/>
          </p:cNvSpPr>
          <p:nvPr>
            <p:ph type="pic" sz="quarter" idx="14"/>
          </p:nvPr>
        </p:nvSpPr>
        <p:spPr>
          <a:xfrm>
            <a:off x="-1" y="892"/>
            <a:ext cx="12188825" cy="4876667"/>
          </a:xfrm>
        </p:spPr>
        <p:txBody>
          <a:bodyPr/>
          <a:lstStyle/>
          <a:p>
            <a:endParaRPr lang="en-US"/>
          </a:p>
        </p:txBody>
      </p:sp>
      <p:pic>
        <p:nvPicPr>
          <p:cNvPr id="4" name="Picture 3">
            <a:extLst>
              <a:ext uri="{FF2B5EF4-FFF2-40B4-BE49-F238E27FC236}">
                <a16:creationId xmlns:a16="http://schemas.microsoft.com/office/drawing/2014/main" id="{520F6EAF-BDD9-FA40-9881-470C78C023CA}"/>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1586" y="892"/>
            <a:ext cx="12185652" cy="4876667"/>
          </a:xfrm>
          <a:prstGeom prst="rect">
            <a:avLst/>
          </a:prstGeom>
        </p:spPr>
      </p:pic>
      <p:sp>
        <p:nvSpPr>
          <p:cNvPr id="20" name="Rectangle 19">
            <a:extLst>
              <a:ext uri="{FF2B5EF4-FFF2-40B4-BE49-F238E27FC236}">
                <a16:creationId xmlns:a16="http://schemas.microsoft.com/office/drawing/2014/main" id="{7D8E97E7-E23C-4E4A-A0AF-1C43E32D5148}"/>
              </a:ext>
            </a:extLst>
          </p:cNvPr>
          <p:cNvSpPr/>
          <p:nvPr/>
        </p:nvSpPr>
        <p:spPr>
          <a:xfrm>
            <a:off x="3175" y="-9395"/>
            <a:ext cx="12184064" cy="4886954"/>
          </a:xfrm>
          <a:prstGeom prst="rect">
            <a:avLst/>
          </a:prstGeom>
          <a:gradFill>
            <a:gsLst>
              <a:gs pos="89000">
                <a:schemeClr val="accent4">
                  <a:lumMod val="75000"/>
                  <a:alpha val="96000"/>
                </a:schemeClr>
              </a:gs>
              <a:gs pos="29000">
                <a:schemeClr val="tx2">
                  <a:alpha val="84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en-US" sz="1799">
              <a:solidFill>
                <a:srgbClr val="FFFFFF"/>
              </a:solidFill>
              <a:latin typeface="Arial" panose="020B0604020202020204" pitchFamily="34" charset="0"/>
              <a:cs typeface="Arial" panose="020B0604020202020204" pitchFamily="34" charset="0"/>
            </a:endParaRPr>
          </a:p>
        </p:txBody>
      </p:sp>
      <p:sp>
        <p:nvSpPr>
          <p:cNvPr id="35" name="Rectangle 34">
            <a:extLst>
              <a:ext uri="{FF2B5EF4-FFF2-40B4-BE49-F238E27FC236}">
                <a16:creationId xmlns:a16="http://schemas.microsoft.com/office/drawing/2014/main" id="{F6FFC3F4-1A5C-6446-9CE3-98CE002CFF5F}"/>
              </a:ext>
            </a:extLst>
          </p:cNvPr>
          <p:cNvSpPr/>
          <p:nvPr/>
        </p:nvSpPr>
        <p:spPr>
          <a:xfrm>
            <a:off x="350568" y="5992010"/>
            <a:ext cx="3553364" cy="646163"/>
          </a:xfrm>
          <a:prstGeom prst="rect">
            <a:avLst/>
          </a:prstGeom>
        </p:spPr>
        <p:txBody>
          <a:bodyPr wrap="square">
            <a:spAutoFit/>
          </a:bodyPr>
          <a:lstStyle/>
          <a:p>
            <a:pPr defTabSz="913943">
              <a:defRPr/>
            </a:pPr>
            <a:r>
              <a:rPr lang="en-US" sz="1799" b="1" dirty="0">
                <a:solidFill>
                  <a:srgbClr val="44546A"/>
                </a:solidFill>
                <a:latin typeface="Arial" panose="020B0604020202020204" pitchFamily="34" charset="0"/>
                <a:cs typeface="Arial" panose="020B0604020202020204" pitchFamily="34" charset="0"/>
              </a:rPr>
              <a:t>Contact us today!</a:t>
            </a:r>
          </a:p>
          <a:p>
            <a:pPr defTabSz="913943">
              <a:defRPr/>
            </a:pPr>
            <a:r>
              <a:rPr lang="en-US" sz="1799" dirty="0">
                <a:solidFill>
                  <a:srgbClr val="44546A"/>
                </a:solidFill>
                <a:latin typeface="Arial" panose="020B0604020202020204"/>
              </a:rPr>
              <a:t>https://anubhavtrainings.com</a:t>
            </a:r>
          </a:p>
        </p:txBody>
      </p:sp>
      <p:sp>
        <p:nvSpPr>
          <p:cNvPr id="6" name="Rectangle 5">
            <a:extLst>
              <a:ext uri="{FF2B5EF4-FFF2-40B4-BE49-F238E27FC236}">
                <a16:creationId xmlns:a16="http://schemas.microsoft.com/office/drawing/2014/main" id="{7A91E6F4-0EB3-3446-B962-79A0A253F3F7}"/>
              </a:ext>
            </a:extLst>
          </p:cNvPr>
          <p:cNvSpPr/>
          <p:nvPr/>
        </p:nvSpPr>
        <p:spPr>
          <a:xfrm>
            <a:off x="8178219" y="2926031"/>
            <a:ext cx="3229442" cy="276927"/>
          </a:xfrm>
          <a:prstGeom prst="rect">
            <a:avLst/>
          </a:prstGeom>
        </p:spPr>
        <p:txBody>
          <a:bodyPr wrap="square">
            <a:spAutoFit/>
          </a:bodyPr>
          <a:lstStyle/>
          <a:p>
            <a:pPr algn="ctr" defTabSz="914126">
              <a:defRPr/>
            </a:pPr>
            <a:r>
              <a:rPr lang="en-IN" sz="1200" spc="50" dirty="0">
                <a:solidFill>
                  <a:srgbClr val="FFFFFF">
                    <a:lumMod val="95000"/>
                  </a:srgbClr>
                </a:solidFill>
                <a:latin typeface="Arial" panose="020B0604020202020204" pitchFamily="34" charset="0"/>
                <a:cs typeface="Arial" panose="020B0604020202020204" pitchFamily="34" charset="0"/>
              </a:rPr>
              <a:t>We build the workforce of the future.</a:t>
            </a:r>
            <a:endParaRPr lang="en-US" sz="1200" spc="50" dirty="0">
              <a:solidFill>
                <a:srgbClr val="FFFFFF">
                  <a:lumMod val="95000"/>
                </a:srgbClr>
              </a:solidFill>
              <a:latin typeface="Arial" panose="020B0604020202020204" pitchFamily="34" charset="0"/>
              <a:cs typeface="Arial" panose="020B0604020202020204" pitchFamily="34" charset="0"/>
            </a:endParaRPr>
          </a:p>
        </p:txBody>
      </p:sp>
      <p:sp>
        <p:nvSpPr>
          <p:cNvPr id="40" name="Rectangle 39">
            <a:extLst>
              <a:ext uri="{FF2B5EF4-FFF2-40B4-BE49-F238E27FC236}">
                <a16:creationId xmlns:a16="http://schemas.microsoft.com/office/drawing/2014/main" id="{89EED0AA-D6A0-854A-9888-8400B6D1FE48}"/>
              </a:ext>
            </a:extLst>
          </p:cNvPr>
          <p:cNvSpPr/>
          <p:nvPr/>
        </p:nvSpPr>
        <p:spPr>
          <a:xfrm>
            <a:off x="1221676" y="3113856"/>
            <a:ext cx="1801447" cy="646163"/>
          </a:xfrm>
          <a:prstGeom prst="rect">
            <a:avLst/>
          </a:prstGeom>
        </p:spPr>
        <p:txBody>
          <a:bodyPr wrap="square">
            <a:spAutoFit/>
          </a:bodyPr>
          <a:lstStyle/>
          <a:p>
            <a:pPr algn="ctr" defTabSz="914126">
              <a:defRPr/>
            </a:pPr>
            <a:r>
              <a:rPr lang="en-US" sz="2399" dirty="0">
                <a:solidFill>
                  <a:srgbClr val="FFFFFF"/>
                </a:solidFill>
                <a:latin typeface="Arial" panose="020B0604020202020204"/>
              </a:rPr>
              <a:t>250+ </a:t>
            </a:r>
          </a:p>
          <a:p>
            <a:pPr algn="ctr" defTabSz="914126">
              <a:defRPr/>
            </a:pPr>
            <a:r>
              <a:rPr lang="en-US" sz="1200" dirty="0">
                <a:solidFill>
                  <a:srgbClr val="FFFFFF"/>
                </a:solidFill>
                <a:latin typeface="Arial" panose="020B0604020202020204"/>
              </a:rPr>
              <a:t>Corporate Clients</a:t>
            </a:r>
          </a:p>
        </p:txBody>
      </p:sp>
      <p:sp>
        <p:nvSpPr>
          <p:cNvPr id="49" name="Rectangle 48">
            <a:extLst>
              <a:ext uri="{FF2B5EF4-FFF2-40B4-BE49-F238E27FC236}">
                <a16:creationId xmlns:a16="http://schemas.microsoft.com/office/drawing/2014/main" id="{DFBD6F02-53D0-BF4D-BF2A-4BD3E0AC1D30}"/>
              </a:ext>
            </a:extLst>
          </p:cNvPr>
          <p:cNvSpPr/>
          <p:nvPr/>
        </p:nvSpPr>
        <p:spPr>
          <a:xfrm>
            <a:off x="2825143" y="3113856"/>
            <a:ext cx="1801447" cy="646163"/>
          </a:xfrm>
          <a:prstGeom prst="rect">
            <a:avLst/>
          </a:prstGeom>
        </p:spPr>
        <p:txBody>
          <a:bodyPr wrap="square">
            <a:spAutoFit/>
          </a:bodyPr>
          <a:lstStyle/>
          <a:p>
            <a:pPr algn="ctr" defTabSz="914126">
              <a:defRPr/>
            </a:pPr>
            <a:r>
              <a:rPr lang="en-US" sz="2399" dirty="0">
                <a:solidFill>
                  <a:srgbClr val="FFFFFF"/>
                </a:solidFill>
                <a:latin typeface="Arial" panose="020B0604020202020204"/>
              </a:rPr>
              <a:t>40,000+</a:t>
            </a:r>
          </a:p>
          <a:p>
            <a:pPr algn="ctr" defTabSz="914126">
              <a:defRPr/>
            </a:pPr>
            <a:r>
              <a:rPr lang="en-US" sz="1200" dirty="0">
                <a:solidFill>
                  <a:srgbClr val="FFFFFF"/>
                </a:solidFill>
                <a:latin typeface="Arial" panose="020B0604020202020204"/>
              </a:rPr>
              <a:t>Learners Trained</a:t>
            </a:r>
          </a:p>
        </p:txBody>
      </p:sp>
      <p:sp>
        <p:nvSpPr>
          <p:cNvPr id="75" name="Rectangle 74">
            <a:extLst>
              <a:ext uri="{FF2B5EF4-FFF2-40B4-BE49-F238E27FC236}">
                <a16:creationId xmlns:a16="http://schemas.microsoft.com/office/drawing/2014/main" id="{B3EFFD71-D9A6-F843-8D97-4553654A0BAE}"/>
              </a:ext>
            </a:extLst>
          </p:cNvPr>
          <p:cNvSpPr/>
          <p:nvPr/>
        </p:nvSpPr>
        <p:spPr>
          <a:xfrm>
            <a:off x="4495429" y="3111497"/>
            <a:ext cx="1801447" cy="646163"/>
          </a:xfrm>
          <a:prstGeom prst="rect">
            <a:avLst/>
          </a:prstGeom>
        </p:spPr>
        <p:txBody>
          <a:bodyPr wrap="square">
            <a:spAutoFit/>
          </a:bodyPr>
          <a:lstStyle/>
          <a:p>
            <a:pPr algn="ctr" defTabSz="914126">
              <a:defRPr/>
            </a:pPr>
            <a:r>
              <a:rPr lang="en-US" sz="2399" dirty="0">
                <a:solidFill>
                  <a:srgbClr val="FFFFFF"/>
                </a:solidFill>
                <a:latin typeface="Arial" panose="020B0604020202020204"/>
              </a:rPr>
              <a:t>25000+ </a:t>
            </a:r>
          </a:p>
          <a:p>
            <a:pPr algn="ctr" defTabSz="914126">
              <a:defRPr/>
            </a:pPr>
            <a:r>
              <a:rPr lang="en-US" sz="1200" dirty="0">
                <a:solidFill>
                  <a:srgbClr val="FFFFFF"/>
                </a:solidFill>
                <a:latin typeface="Arial" panose="020B0604020202020204"/>
              </a:rPr>
              <a:t>Learners Placed</a:t>
            </a:r>
          </a:p>
        </p:txBody>
      </p:sp>
      <p:pic>
        <p:nvPicPr>
          <p:cNvPr id="9" name="Picture 8">
            <a:extLst>
              <a:ext uri="{FF2B5EF4-FFF2-40B4-BE49-F238E27FC236}">
                <a16:creationId xmlns:a16="http://schemas.microsoft.com/office/drawing/2014/main" id="{6BBB1580-5754-8F41-9AD0-21D8AE6FD293}"/>
              </a:ext>
            </a:extLst>
          </p:cNvPr>
          <p:cNvPicPr>
            <a:picLocks noChangeAspect="1"/>
          </p:cNvPicPr>
          <p:nvPr/>
        </p:nvPicPr>
        <p:blipFill>
          <a:blip r:embed="rId4" cstate="email">
            <a:lum bright="70000" contrast="-70000"/>
            <a:extLst>
              <a:ext uri="{28A0092B-C50C-407E-A947-70E740481C1C}">
                <a14:useLocalDpi xmlns:a14="http://schemas.microsoft.com/office/drawing/2010/main"/>
              </a:ext>
            </a:extLst>
          </a:blip>
          <a:stretch>
            <a:fillRect/>
          </a:stretch>
        </p:blipFill>
        <p:spPr>
          <a:xfrm>
            <a:off x="1783127" y="2279841"/>
            <a:ext cx="640059" cy="640059"/>
          </a:xfrm>
          <a:prstGeom prst="rect">
            <a:avLst/>
          </a:prstGeom>
        </p:spPr>
      </p:pic>
      <p:pic>
        <p:nvPicPr>
          <p:cNvPr id="11" name="Picture 10">
            <a:extLst>
              <a:ext uri="{FF2B5EF4-FFF2-40B4-BE49-F238E27FC236}">
                <a16:creationId xmlns:a16="http://schemas.microsoft.com/office/drawing/2014/main" id="{465C330F-D3B3-C54E-A760-411AF08F9062}"/>
              </a:ext>
            </a:extLst>
          </p:cNvPr>
          <p:cNvPicPr>
            <a:picLocks noChangeAspect="1"/>
          </p:cNvPicPr>
          <p:nvPr/>
        </p:nvPicPr>
        <p:blipFill>
          <a:blip r:embed="rId5" cstate="email">
            <a:lum bright="70000" contrast="-70000"/>
            <a:extLst>
              <a:ext uri="{28A0092B-C50C-407E-A947-70E740481C1C}">
                <a14:useLocalDpi xmlns:a14="http://schemas.microsoft.com/office/drawing/2010/main"/>
              </a:ext>
            </a:extLst>
          </a:blip>
          <a:stretch>
            <a:fillRect/>
          </a:stretch>
        </p:blipFill>
        <p:spPr>
          <a:xfrm>
            <a:off x="3405530" y="2272765"/>
            <a:ext cx="671928" cy="671928"/>
          </a:xfrm>
          <a:prstGeom prst="rect">
            <a:avLst/>
          </a:prstGeom>
        </p:spPr>
      </p:pic>
      <p:sp>
        <p:nvSpPr>
          <p:cNvPr id="48" name="Rectangle 47"/>
          <p:cNvSpPr/>
          <p:nvPr/>
        </p:nvSpPr>
        <p:spPr>
          <a:xfrm>
            <a:off x="632520" y="692233"/>
            <a:ext cx="6570959" cy="1138476"/>
          </a:xfrm>
          <a:prstGeom prst="rect">
            <a:avLst/>
          </a:prstGeom>
        </p:spPr>
        <p:txBody>
          <a:bodyPr wrap="square">
            <a:spAutoFit/>
          </a:bodyPr>
          <a:lstStyle/>
          <a:p>
            <a:pPr algn="ctr" defTabSz="914126">
              <a:defRPr/>
            </a:pPr>
            <a:r>
              <a:rPr lang="en-US" sz="1999" b="1" dirty="0">
                <a:solidFill>
                  <a:srgbClr val="FFFFFF"/>
                </a:solidFill>
                <a:latin typeface="Arial" panose="020B0604020202020204" pitchFamily="34" charset="0"/>
                <a:cs typeface="Arial" panose="020B0604020202020204" pitchFamily="34" charset="0"/>
              </a:rPr>
              <a:t>We’re committed to empower you to be</a:t>
            </a:r>
          </a:p>
          <a:p>
            <a:pPr algn="ctr" defTabSz="914126">
              <a:defRPr/>
            </a:pPr>
            <a:r>
              <a:rPr lang="en-US" sz="1999" b="1" dirty="0">
                <a:solidFill>
                  <a:srgbClr val="FFFFFF"/>
                </a:solidFill>
                <a:latin typeface="Arial" panose="020B0604020202020204" pitchFamily="34" charset="0"/>
                <a:cs typeface="Arial" panose="020B0604020202020204" pitchFamily="34" charset="0"/>
              </a:rPr>
              <a:t> </a:t>
            </a:r>
            <a:r>
              <a:rPr lang="en-US" sz="2799" b="1" dirty="0">
                <a:solidFill>
                  <a:srgbClr val="2AC6D1">
                    <a:lumMod val="40000"/>
                    <a:lumOff val="60000"/>
                  </a:srgbClr>
                </a:solidFill>
                <a:latin typeface="Arial" panose="020B0604020202020204" pitchFamily="34" charset="0"/>
                <a:cs typeface="Arial" panose="020B0604020202020204" pitchFamily="34" charset="0"/>
              </a:rPr>
              <a:t>#</a:t>
            </a:r>
            <a:r>
              <a:rPr lang="en-US" sz="2799" b="1" dirty="0" err="1">
                <a:solidFill>
                  <a:srgbClr val="2AC6D1">
                    <a:lumMod val="40000"/>
                    <a:lumOff val="60000"/>
                  </a:srgbClr>
                </a:solidFill>
                <a:latin typeface="Arial" panose="020B0604020202020204" pitchFamily="34" charset="0"/>
                <a:cs typeface="Arial" panose="020B0604020202020204" pitchFamily="34" charset="0"/>
              </a:rPr>
              <a:t>FutureReady</a:t>
            </a:r>
            <a:r>
              <a:rPr lang="en-US" sz="2799" b="1" dirty="0">
                <a:solidFill>
                  <a:srgbClr val="2AC6D1">
                    <a:lumMod val="40000"/>
                    <a:lumOff val="60000"/>
                  </a:srgbClr>
                </a:solidFill>
                <a:latin typeface="Arial" panose="020B0604020202020204" pitchFamily="34" charset="0"/>
                <a:cs typeface="Arial" panose="020B0604020202020204" pitchFamily="34" charset="0"/>
              </a:rPr>
              <a:t> </a:t>
            </a:r>
          </a:p>
          <a:p>
            <a:pPr algn="ctr" defTabSz="914126">
              <a:defRPr/>
            </a:pPr>
            <a:r>
              <a:rPr lang="en-US" sz="1999" b="1" dirty="0">
                <a:solidFill>
                  <a:srgbClr val="FFFFFF"/>
                </a:solidFill>
                <a:latin typeface="Arial" panose="020B0604020202020204" pitchFamily="34" charset="0"/>
                <a:cs typeface="Arial" panose="020B0604020202020204" pitchFamily="34" charset="0"/>
              </a:rPr>
              <a:t>through powerful training solutions.</a:t>
            </a:r>
          </a:p>
        </p:txBody>
      </p:sp>
      <p:sp>
        <p:nvSpPr>
          <p:cNvPr id="54" name="Rectangle 53">
            <a:extLst>
              <a:ext uri="{FF2B5EF4-FFF2-40B4-BE49-F238E27FC236}">
                <a16:creationId xmlns:a16="http://schemas.microsoft.com/office/drawing/2014/main" id="{29B88429-5E3E-E649-B2EC-6D73DF20380B}"/>
              </a:ext>
            </a:extLst>
          </p:cNvPr>
          <p:cNvSpPr/>
          <p:nvPr/>
        </p:nvSpPr>
        <p:spPr>
          <a:xfrm>
            <a:off x="350569" y="4998498"/>
            <a:ext cx="3900557" cy="892320"/>
          </a:xfrm>
          <a:prstGeom prst="rect">
            <a:avLst/>
          </a:prstGeom>
        </p:spPr>
        <p:txBody>
          <a:bodyPr wrap="square">
            <a:spAutoFit/>
          </a:bodyPr>
          <a:lstStyle/>
          <a:p>
            <a:pPr defTabSz="914126">
              <a:defRPr/>
            </a:pPr>
            <a:r>
              <a:rPr lang="en-US" sz="1999" b="1" spc="100" dirty="0">
                <a:solidFill>
                  <a:srgbClr val="F97700"/>
                </a:solidFill>
                <a:latin typeface="Arial" panose="020B0604020202020204"/>
              </a:rPr>
              <a:t>FREE WEBINARS </a:t>
            </a:r>
          </a:p>
          <a:p>
            <a:pPr defTabSz="914126">
              <a:defRPr/>
            </a:pPr>
            <a:r>
              <a:rPr lang="en-US" sz="1600" i="1" dirty="0">
                <a:solidFill>
                  <a:srgbClr val="F97700"/>
                </a:solidFill>
                <a:latin typeface="Arial" panose="020B0604020202020204"/>
              </a:rPr>
              <a:t>Sign up for free webinars with industry experts every fortnight!</a:t>
            </a:r>
          </a:p>
        </p:txBody>
      </p:sp>
      <p:pic>
        <p:nvPicPr>
          <p:cNvPr id="56" name="Picture 55">
            <a:extLst>
              <a:ext uri="{FF2B5EF4-FFF2-40B4-BE49-F238E27FC236}">
                <a16:creationId xmlns:a16="http://schemas.microsoft.com/office/drawing/2014/main" id="{A2992D5F-5E6B-654B-9458-11A35BA426B5}"/>
              </a:ext>
            </a:extLst>
          </p:cNvPr>
          <p:cNvPicPr>
            <a:picLocks noChangeAspect="1"/>
          </p:cNvPicPr>
          <p:nvPr/>
        </p:nvPicPr>
        <p:blipFill>
          <a:blip r:embed="rId6" cstate="email">
            <a:lum bright="70000" contrast="-70000"/>
            <a:extLst>
              <a:ext uri="{28A0092B-C50C-407E-A947-70E740481C1C}">
                <a14:useLocalDpi xmlns:a14="http://schemas.microsoft.com/office/drawing/2010/main"/>
              </a:ext>
            </a:extLst>
          </a:blip>
          <a:stretch>
            <a:fillRect/>
          </a:stretch>
        </p:blipFill>
        <p:spPr>
          <a:xfrm>
            <a:off x="4951451" y="2194693"/>
            <a:ext cx="851865" cy="851865"/>
          </a:xfrm>
          <a:prstGeom prst="rect">
            <a:avLst/>
          </a:prstGeom>
        </p:spPr>
      </p:pic>
      <p:grpSp>
        <p:nvGrpSpPr>
          <p:cNvPr id="8" name="Group 13">
            <a:extLst>
              <a:ext uri="{FF2B5EF4-FFF2-40B4-BE49-F238E27FC236}">
                <a16:creationId xmlns:a16="http://schemas.microsoft.com/office/drawing/2014/main" id="{C4CE162D-F9BF-9140-A233-D39001B36CFD}"/>
              </a:ext>
            </a:extLst>
          </p:cNvPr>
          <p:cNvGrpSpPr/>
          <p:nvPr/>
        </p:nvGrpSpPr>
        <p:grpSpPr>
          <a:xfrm>
            <a:off x="6517598" y="3369121"/>
            <a:ext cx="5611184" cy="3380860"/>
            <a:chOff x="4482563" y="4980191"/>
            <a:chExt cx="3128574" cy="1841396"/>
          </a:xfrm>
        </p:grpSpPr>
        <p:pic>
          <p:nvPicPr>
            <p:cNvPr id="19" name="Picture 18">
              <a:extLst>
                <a:ext uri="{FF2B5EF4-FFF2-40B4-BE49-F238E27FC236}">
                  <a16:creationId xmlns:a16="http://schemas.microsoft.com/office/drawing/2014/main" id="{62C3C8DA-341B-5A4B-82D2-EE674B9C2DAF}"/>
                </a:ext>
              </a:extLst>
            </p:cNvPr>
            <p:cNvPicPr>
              <a:picLocks noChangeAspect="1"/>
            </p:cNvPicPr>
            <p:nvPr/>
          </p:nvPicPr>
          <p:blipFill>
            <a:blip r:embed="rId7"/>
            <a:stretch>
              <a:fillRect/>
            </a:stretch>
          </p:blipFill>
          <p:spPr>
            <a:xfrm>
              <a:off x="4482563" y="4980191"/>
              <a:ext cx="3128574" cy="1841396"/>
            </a:xfrm>
            <a:prstGeom prst="rect">
              <a:avLst/>
            </a:prstGeom>
          </p:spPr>
        </p:pic>
        <p:pic>
          <p:nvPicPr>
            <p:cNvPr id="13" name="Picture 12">
              <a:extLst>
                <a:ext uri="{FF2B5EF4-FFF2-40B4-BE49-F238E27FC236}">
                  <a16:creationId xmlns:a16="http://schemas.microsoft.com/office/drawing/2014/main" id="{3F68CD41-8EF3-B443-924E-319DE8B16892}"/>
                </a:ext>
              </a:extLst>
            </p:cNvPr>
            <p:cNvPicPr>
              <a:picLocks noChangeAspect="1"/>
            </p:cNvPicPr>
            <p:nvPr/>
          </p:nvPicPr>
          <p:blipFill rotWithShape="1">
            <a:blip r:embed="rId8" cstate="email">
              <a:extLst>
                <a:ext uri="{28A0092B-C50C-407E-A947-70E740481C1C}">
                  <a14:useLocalDpi xmlns:a14="http://schemas.microsoft.com/office/drawing/2010/main"/>
                </a:ext>
              </a:extLst>
            </a:blip>
            <a:srcRect/>
            <a:stretch/>
          </p:blipFill>
          <p:spPr>
            <a:xfrm>
              <a:off x="4906220" y="5127342"/>
              <a:ext cx="2275190" cy="1498325"/>
            </a:xfrm>
            <a:prstGeom prst="rect">
              <a:avLst/>
            </a:prstGeom>
          </p:spPr>
        </p:pic>
      </p:grpSp>
      <p:sp>
        <p:nvSpPr>
          <p:cNvPr id="3" name="Rectangle 2">
            <a:extLst>
              <a:ext uri="{FF2B5EF4-FFF2-40B4-BE49-F238E27FC236}">
                <a16:creationId xmlns:a16="http://schemas.microsoft.com/office/drawing/2014/main" id="{34C82462-A6A9-9F40-B874-C2786492A285}"/>
              </a:ext>
            </a:extLst>
          </p:cNvPr>
          <p:cNvSpPr/>
          <p:nvPr/>
        </p:nvSpPr>
        <p:spPr>
          <a:xfrm>
            <a:off x="4492569" y="5574754"/>
            <a:ext cx="2196235" cy="54735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126">
              <a:defRPr/>
            </a:pPr>
            <a:endParaRPr lang="en-US" sz="1799">
              <a:solidFill>
                <a:srgbClr val="FFFFFF"/>
              </a:solidFill>
              <a:latin typeface="Arial" panose="020B0604020202020204"/>
            </a:endParaRPr>
          </a:p>
        </p:txBody>
      </p:sp>
      <p:sp>
        <p:nvSpPr>
          <p:cNvPr id="23" name="Rectangle 22">
            <a:extLst>
              <a:ext uri="{FF2B5EF4-FFF2-40B4-BE49-F238E27FC236}">
                <a16:creationId xmlns:a16="http://schemas.microsoft.com/office/drawing/2014/main" id="{B7D41E04-1B35-BD4F-8B37-C6CC88C6B995}"/>
              </a:ext>
            </a:extLst>
          </p:cNvPr>
          <p:cNvSpPr/>
          <p:nvPr/>
        </p:nvSpPr>
        <p:spPr>
          <a:xfrm>
            <a:off x="4399734" y="5490332"/>
            <a:ext cx="2196235" cy="547351"/>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126">
              <a:defRPr/>
            </a:pPr>
            <a:endParaRPr lang="en-US" sz="1799" dirty="0">
              <a:solidFill>
                <a:srgbClr val="FFFFFF"/>
              </a:solidFill>
              <a:latin typeface="Arial" panose="020B0604020202020204"/>
            </a:endParaRPr>
          </a:p>
        </p:txBody>
      </p:sp>
      <p:sp>
        <p:nvSpPr>
          <p:cNvPr id="5" name="Rectangle 4">
            <a:extLst>
              <a:ext uri="{FF2B5EF4-FFF2-40B4-BE49-F238E27FC236}">
                <a16:creationId xmlns:a16="http://schemas.microsoft.com/office/drawing/2014/main" id="{6AA9D7C5-0368-6645-B73F-D51BF9C01567}"/>
              </a:ext>
            </a:extLst>
          </p:cNvPr>
          <p:cNvSpPr/>
          <p:nvPr/>
        </p:nvSpPr>
        <p:spPr>
          <a:xfrm>
            <a:off x="4802969" y="5590298"/>
            <a:ext cx="1466686" cy="369236"/>
          </a:xfrm>
          <a:prstGeom prst="rect">
            <a:avLst/>
          </a:prstGeom>
        </p:spPr>
        <p:txBody>
          <a:bodyPr wrap="none">
            <a:spAutoFit/>
          </a:bodyPr>
          <a:lstStyle/>
          <a:p>
            <a:pPr defTabSz="914126">
              <a:defRPr/>
            </a:pPr>
            <a:r>
              <a:rPr lang="en-US" sz="1799" b="1" dirty="0">
                <a:solidFill>
                  <a:srgbClr val="44546A"/>
                </a:solidFill>
                <a:latin typeface="Arial" panose="020B0604020202020204"/>
              </a:rPr>
              <a:t>Enroll Now!</a:t>
            </a:r>
            <a:endParaRPr lang="en-US" sz="1799" b="1" dirty="0">
              <a:solidFill>
                <a:srgbClr val="000000"/>
              </a:solidFill>
              <a:latin typeface="Arial" panose="020B0604020202020204"/>
            </a:endParaRPr>
          </a:p>
        </p:txBody>
      </p:sp>
      <p:pic>
        <p:nvPicPr>
          <p:cNvPr id="24" name="Picture 4">
            <a:extLst>
              <a:ext uri="{FF2B5EF4-FFF2-40B4-BE49-F238E27FC236}">
                <a16:creationId xmlns:a16="http://schemas.microsoft.com/office/drawing/2014/main" id="{42A5B84E-0F13-E020-C1B3-A338EB41685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482236" y="444130"/>
            <a:ext cx="2323495" cy="22949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265723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show="0">
  <p:cSld>
    <p:bg>
      <p:bgPr>
        <a:solidFill>
          <a:schemeClr val="accent1"/>
        </a:solidFill>
        <a:effectLst/>
      </p:bgPr>
    </p:bg>
    <p:spTree>
      <p:nvGrpSpPr>
        <p:cNvPr id="1" name=""/>
        <p:cNvGrpSpPr/>
        <p:nvPr/>
      </p:nvGrpSpPr>
      <p:grpSpPr>
        <a:xfrm>
          <a:off x="0" y="0"/>
          <a:ext cx="0" cy="0"/>
          <a:chOff x="0" y="0"/>
          <a:chExt cx="0" cy="0"/>
        </a:xfrm>
      </p:grpSpPr>
      <p:sp>
        <p:nvSpPr>
          <p:cNvPr id="19" name="Rectangle: Rounded Corners 18">
            <a:extLst>
              <a:ext uri="{FF2B5EF4-FFF2-40B4-BE49-F238E27FC236}">
                <a16:creationId xmlns:a16="http://schemas.microsoft.com/office/drawing/2014/main" id="{44CCC398-65A7-46D8-A239-10DEF44C09D8}"/>
              </a:ext>
            </a:extLst>
          </p:cNvPr>
          <p:cNvSpPr/>
          <p:nvPr/>
        </p:nvSpPr>
        <p:spPr>
          <a:xfrm>
            <a:off x="581024" y="1338826"/>
            <a:ext cx="5281051" cy="1428357"/>
          </a:xfrm>
          <a:prstGeom prst="roundRect">
            <a:avLst>
              <a:gd name="adj" fmla="val 8960"/>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endParaRPr kumimoji="0" lang="en-IN" sz="2400" b="0" i="0" u="none" strike="noStrike" kern="1200" cap="none" spc="0" normalizeH="0" baseline="0" noProof="0">
              <a:ln>
                <a:noFill/>
              </a:ln>
              <a:solidFill>
                <a:prstClr val="white"/>
              </a:solidFill>
              <a:effectLst/>
              <a:uLnTx/>
              <a:uFillTx/>
              <a:latin typeface="Segoe UI"/>
              <a:ea typeface="+mn-ea"/>
              <a:cs typeface="+mn-cs"/>
            </a:endParaRPr>
          </a:p>
        </p:txBody>
      </p:sp>
      <p:sp>
        <p:nvSpPr>
          <p:cNvPr id="1125" name="Rectangle: Rounded Corners 1124">
            <a:extLst>
              <a:ext uri="{FF2B5EF4-FFF2-40B4-BE49-F238E27FC236}">
                <a16:creationId xmlns:a16="http://schemas.microsoft.com/office/drawing/2014/main" id="{DD83FDAB-84C0-4E56-A834-5F4759E4D1B1}"/>
              </a:ext>
            </a:extLst>
          </p:cNvPr>
          <p:cNvSpPr/>
          <p:nvPr/>
        </p:nvSpPr>
        <p:spPr>
          <a:xfrm>
            <a:off x="581024" y="3094548"/>
            <a:ext cx="5281051" cy="1428357"/>
          </a:xfrm>
          <a:prstGeom prst="roundRect">
            <a:avLst>
              <a:gd name="adj" fmla="val 8960"/>
            </a:avLst>
          </a:prstGeom>
          <a:solidFill>
            <a:schemeClr val="accent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endParaRPr kumimoji="0" lang="en-IN" sz="2400" b="0" i="0" u="none" strike="noStrike" kern="1200" cap="none" spc="0" normalizeH="0" baseline="0" noProof="0">
              <a:ln>
                <a:noFill/>
              </a:ln>
              <a:solidFill>
                <a:prstClr val="white"/>
              </a:solidFill>
              <a:effectLst/>
              <a:uLnTx/>
              <a:uFillTx/>
              <a:latin typeface="Segoe UI"/>
              <a:ea typeface="+mn-ea"/>
              <a:cs typeface="+mn-cs"/>
            </a:endParaRPr>
          </a:p>
        </p:txBody>
      </p:sp>
      <p:sp>
        <p:nvSpPr>
          <p:cNvPr id="1126" name="Rectangle: Rounded Corners 1125">
            <a:extLst>
              <a:ext uri="{FF2B5EF4-FFF2-40B4-BE49-F238E27FC236}">
                <a16:creationId xmlns:a16="http://schemas.microsoft.com/office/drawing/2014/main" id="{FED1BB6A-A9A9-4E0A-A8CD-EEFB5750C983}"/>
              </a:ext>
            </a:extLst>
          </p:cNvPr>
          <p:cNvSpPr/>
          <p:nvPr/>
        </p:nvSpPr>
        <p:spPr>
          <a:xfrm>
            <a:off x="581024" y="4850271"/>
            <a:ext cx="5281051" cy="1428357"/>
          </a:xfrm>
          <a:prstGeom prst="roundRect">
            <a:avLst>
              <a:gd name="adj" fmla="val 8960"/>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endParaRPr kumimoji="0" lang="en-IN" sz="2400" b="0" i="0" u="none" strike="noStrike" kern="1200" cap="none" spc="0" normalizeH="0" baseline="0" noProof="0">
              <a:ln>
                <a:noFill/>
              </a:ln>
              <a:solidFill>
                <a:prstClr val="white"/>
              </a:solidFill>
              <a:effectLst/>
              <a:uLnTx/>
              <a:uFillTx/>
              <a:latin typeface="Segoe UI"/>
              <a:ea typeface="+mn-ea"/>
              <a:cs typeface="+mn-cs"/>
            </a:endParaRPr>
          </a:p>
        </p:txBody>
      </p:sp>
      <p:sp>
        <p:nvSpPr>
          <p:cNvPr id="1133" name="Rectangle: Rounded Corners 1132">
            <a:extLst>
              <a:ext uri="{FF2B5EF4-FFF2-40B4-BE49-F238E27FC236}">
                <a16:creationId xmlns:a16="http://schemas.microsoft.com/office/drawing/2014/main" id="{47299741-729A-4FA6-A73E-373218C0B948}"/>
              </a:ext>
            </a:extLst>
          </p:cNvPr>
          <p:cNvSpPr/>
          <p:nvPr/>
        </p:nvSpPr>
        <p:spPr>
          <a:xfrm>
            <a:off x="6326749" y="1338826"/>
            <a:ext cx="5281051" cy="1428357"/>
          </a:xfrm>
          <a:prstGeom prst="roundRect">
            <a:avLst>
              <a:gd name="adj" fmla="val 8960"/>
            </a:avLst>
          </a:prstGeom>
          <a:solidFill>
            <a:schemeClr val="accent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endParaRPr kumimoji="0" lang="en-IN" sz="2400" b="0" i="0" u="none" strike="noStrike" kern="1200" cap="none" spc="0" normalizeH="0" baseline="0" noProof="0">
              <a:ln>
                <a:noFill/>
              </a:ln>
              <a:solidFill>
                <a:prstClr val="white"/>
              </a:solidFill>
              <a:effectLst/>
              <a:uLnTx/>
              <a:uFillTx/>
              <a:latin typeface="Segoe UI"/>
              <a:ea typeface="+mn-ea"/>
              <a:cs typeface="+mn-cs"/>
            </a:endParaRPr>
          </a:p>
        </p:txBody>
      </p:sp>
      <p:sp>
        <p:nvSpPr>
          <p:cNvPr id="1134" name="Rectangle: Rounded Corners 1133">
            <a:extLst>
              <a:ext uri="{FF2B5EF4-FFF2-40B4-BE49-F238E27FC236}">
                <a16:creationId xmlns:a16="http://schemas.microsoft.com/office/drawing/2014/main" id="{E8655933-ABB5-4D15-AE7F-B0D014A5A5FB}"/>
              </a:ext>
            </a:extLst>
          </p:cNvPr>
          <p:cNvSpPr/>
          <p:nvPr/>
        </p:nvSpPr>
        <p:spPr>
          <a:xfrm>
            <a:off x="6326749" y="3094548"/>
            <a:ext cx="5281051" cy="1428357"/>
          </a:xfrm>
          <a:prstGeom prst="roundRect">
            <a:avLst>
              <a:gd name="adj" fmla="val 8960"/>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endParaRPr kumimoji="0" lang="en-IN" sz="2400" b="0" i="0" u="none" strike="noStrike" kern="1200" cap="none" spc="0" normalizeH="0" baseline="0" noProof="0">
              <a:ln>
                <a:noFill/>
              </a:ln>
              <a:solidFill>
                <a:prstClr val="white"/>
              </a:solidFill>
              <a:effectLst/>
              <a:uLnTx/>
              <a:uFillTx/>
              <a:latin typeface="Segoe UI"/>
              <a:ea typeface="+mn-ea"/>
              <a:cs typeface="+mn-cs"/>
            </a:endParaRPr>
          </a:p>
        </p:txBody>
      </p:sp>
      <p:sp>
        <p:nvSpPr>
          <p:cNvPr id="1135" name="Rectangle: Rounded Corners 1134">
            <a:extLst>
              <a:ext uri="{FF2B5EF4-FFF2-40B4-BE49-F238E27FC236}">
                <a16:creationId xmlns:a16="http://schemas.microsoft.com/office/drawing/2014/main" id="{7ADD6B3E-784D-4B47-A705-C73AEB0275B4}"/>
              </a:ext>
            </a:extLst>
          </p:cNvPr>
          <p:cNvSpPr/>
          <p:nvPr/>
        </p:nvSpPr>
        <p:spPr>
          <a:xfrm>
            <a:off x="6326749" y="4850271"/>
            <a:ext cx="5281051" cy="1428357"/>
          </a:xfrm>
          <a:prstGeom prst="roundRect">
            <a:avLst>
              <a:gd name="adj" fmla="val 8960"/>
            </a:avLst>
          </a:prstGeom>
          <a:solidFill>
            <a:schemeClr val="accent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endParaRPr kumimoji="0" lang="en-IN" sz="2400" b="0" i="0" u="none" strike="noStrike" kern="1200" cap="none" spc="0" normalizeH="0" baseline="0" noProof="0">
              <a:ln>
                <a:noFill/>
              </a:ln>
              <a:solidFill>
                <a:prstClr val="white"/>
              </a:solidFill>
              <a:effectLst/>
              <a:uLnTx/>
              <a:uFillTx/>
              <a:latin typeface="Segoe UI"/>
              <a:ea typeface="+mn-ea"/>
              <a:cs typeface="+mn-cs"/>
            </a:endParaRPr>
          </a:p>
        </p:txBody>
      </p:sp>
      <p:grpSp>
        <p:nvGrpSpPr>
          <p:cNvPr id="21" name="Group 20">
            <a:extLst>
              <a:ext uri="{FF2B5EF4-FFF2-40B4-BE49-F238E27FC236}">
                <a16:creationId xmlns:a16="http://schemas.microsoft.com/office/drawing/2014/main" id="{21E75565-DE97-493A-B6B7-3FEC1D7EC345}"/>
              </a:ext>
            </a:extLst>
          </p:cNvPr>
          <p:cNvGrpSpPr/>
          <p:nvPr/>
        </p:nvGrpSpPr>
        <p:grpSpPr>
          <a:xfrm>
            <a:off x="1245710" y="1591839"/>
            <a:ext cx="3951680" cy="922336"/>
            <a:chOff x="1395616" y="871285"/>
            <a:chExt cx="3825734" cy="1064137"/>
          </a:xfrm>
        </p:grpSpPr>
        <p:sp>
          <p:nvSpPr>
            <p:cNvPr id="1136" name="TextBox 1135">
              <a:extLst>
                <a:ext uri="{FF2B5EF4-FFF2-40B4-BE49-F238E27FC236}">
                  <a16:creationId xmlns:a16="http://schemas.microsoft.com/office/drawing/2014/main" id="{19597974-6BD9-4F46-93D5-8E798AE68BD9}"/>
                </a:ext>
              </a:extLst>
            </p:cNvPr>
            <p:cNvSpPr txBox="1"/>
            <p:nvPr/>
          </p:nvSpPr>
          <p:spPr>
            <a:xfrm>
              <a:off x="2984420" y="923980"/>
              <a:ext cx="2236930" cy="958755"/>
            </a:xfrm>
            <a:prstGeom prst="rect">
              <a:avLst/>
            </a:prstGeom>
            <a:noFill/>
          </p:spPr>
          <p:txBody>
            <a:bodyPr wrap="square" lIns="0" tIns="0" rIns="0" bIns="0" rtlCol="0" anchor="ctr">
              <a:spAutoFit/>
            </a:bodyPr>
            <a:lstStyle/>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Segoe UI" panose="020B0502040204020203" pitchFamily="34" charset="0"/>
                  <a:ea typeface="Calibri Light" charset="0"/>
                  <a:cs typeface="Segoe UI" panose="020B0502040204020203" pitchFamily="34" charset="0"/>
                </a:rPr>
                <a:t>Understanding Aspects and associations</a:t>
              </a:r>
            </a:p>
          </p:txBody>
        </p:sp>
        <p:sp>
          <p:nvSpPr>
            <p:cNvPr id="1137" name="TextBox 1136">
              <a:extLst>
                <a:ext uri="{FF2B5EF4-FFF2-40B4-BE49-F238E27FC236}">
                  <a16:creationId xmlns:a16="http://schemas.microsoft.com/office/drawing/2014/main" id="{F9DA7F84-AF3C-4C6B-8FBC-ADC07F02F13B}"/>
                </a:ext>
              </a:extLst>
            </p:cNvPr>
            <p:cNvSpPr txBox="1"/>
            <p:nvPr/>
          </p:nvSpPr>
          <p:spPr>
            <a:xfrm>
              <a:off x="1395616" y="871285"/>
              <a:ext cx="1395288" cy="1064137"/>
            </a:xfrm>
            <a:prstGeom prst="rect">
              <a:avLst/>
            </a:prstGeom>
            <a:noFill/>
          </p:spPr>
          <p:txBody>
            <a:bodyPr wrap="square" lIns="0" tIns="0" rIns="0" bIns="0" rtlCol="0" anchor="ctr">
              <a:spAutoFit/>
            </a:bodyPr>
            <a:lstStyle/>
            <a:p>
              <a:pPr marL="0" marR="0" lvl="0" indent="0" algn="ctr" defTabSz="1218987" rtl="0" eaLnBrk="1" fontAlgn="auto" latinLnBrk="0" hangingPunct="1">
                <a:lnSpc>
                  <a:spcPct val="100000"/>
                </a:lnSpc>
                <a:spcBef>
                  <a:spcPts val="0"/>
                </a:spcBef>
                <a:spcAft>
                  <a:spcPts val="0"/>
                </a:spcAft>
                <a:buClrTx/>
                <a:buSzTx/>
                <a:buFontTx/>
                <a:buNone/>
                <a:tabLst/>
                <a:defRPr/>
              </a:pPr>
              <a:r>
                <a:rPr kumimoji="0" lang="en-US" sz="6000" b="1" i="0" u="none" strike="noStrike" kern="0" cap="none" spc="0" normalizeH="0" baseline="0" noProof="0" dirty="0">
                  <a:ln>
                    <a:noFill/>
                  </a:ln>
                  <a:solidFill>
                    <a:prstClr val="white"/>
                  </a:solidFill>
                  <a:effectLst/>
                  <a:uLnTx/>
                  <a:uFillTx/>
                  <a:latin typeface="Segoe UI" panose="020B0502040204020203" pitchFamily="34" charset="0"/>
                  <a:ea typeface="Calibri Light" charset="0"/>
                  <a:cs typeface="Segoe UI" panose="020B0502040204020203" pitchFamily="34" charset="0"/>
                </a:rPr>
                <a:t>01</a:t>
              </a:r>
              <a:endParaRPr kumimoji="0" lang="en-US" sz="6000" b="1" i="0" u="none" strike="noStrike" kern="1200" cap="none" spc="0" normalizeH="0" baseline="0" noProof="0" dirty="0">
                <a:ln>
                  <a:noFill/>
                </a:ln>
                <a:solidFill>
                  <a:prstClr val="white"/>
                </a:solidFill>
                <a:effectLst/>
                <a:uLnTx/>
                <a:uFillTx/>
                <a:latin typeface="Segoe UI" panose="020B0502040204020203" pitchFamily="34" charset="0"/>
                <a:ea typeface="Calibri Light" charset="0"/>
                <a:cs typeface="Segoe UI" panose="020B0502040204020203" pitchFamily="34" charset="0"/>
              </a:endParaRPr>
            </a:p>
          </p:txBody>
        </p:sp>
      </p:grpSp>
      <p:grpSp>
        <p:nvGrpSpPr>
          <p:cNvPr id="1138" name="Group 1137">
            <a:extLst>
              <a:ext uri="{FF2B5EF4-FFF2-40B4-BE49-F238E27FC236}">
                <a16:creationId xmlns:a16="http://schemas.microsoft.com/office/drawing/2014/main" id="{1689CC76-F5C8-4D9A-940D-D0E9511DAD27}"/>
              </a:ext>
            </a:extLst>
          </p:cNvPr>
          <p:cNvGrpSpPr/>
          <p:nvPr/>
        </p:nvGrpSpPr>
        <p:grpSpPr>
          <a:xfrm>
            <a:off x="1245710" y="3347558"/>
            <a:ext cx="3951680" cy="922336"/>
            <a:chOff x="1395616" y="871285"/>
            <a:chExt cx="3825734" cy="1064137"/>
          </a:xfrm>
        </p:grpSpPr>
        <p:sp>
          <p:nvSpPr>
            <p:cNvPr id="1139" name="TextBox 1138">
              <a:extLst>
                <a:ext uri="{FF2B5EF4-FFF2-40B4-BE49-F238E27FC236}">
                  <a16:creationId xmlns:a16="http://schemas.microsoft.com/office/drawing/2014/main" id="{0EC594F9-42AA-48F0-91E3-A523A590A6A2}"/>
                </a:ext>
              </a:extLst>
            </p:cNvPr>
            <p:cNvSpPr txBox="1"/>
            <p:nvPr/>
          </p:nvSpPr>
          <p:spPr>
            <a:xfrm>
              <a:off x="2984420" y="1083772"/>
              <a:ext cx="2236930" cy="639170"/>
            </a:xfrm>
            <a:prstGeom prst="rect">
              <a:avLst/>
            </a:prstGeom>
            <a:noFill/>
          </p:spPr>
          <p:txBody>
            <a:bodyPr wrap="square" lIns="0" tIns="0" rIns="0" bIns="0" rtlCol="0" anchor="ctr">
              <a:spAutoFit/>
            </a:bodyPr>
            <a:lstStyle/>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Segoe UI" panose="020B0502040204020203" pitchFamily="34" charset="0"/>
                  <a:ea typeface="Calibri Light" charset="0"/>
                  <a:cs typeface="Segoe UI" panose="020B0502040204020203" pitchFamily="34" charset="0"/>
                </a:rPr>
                <a:t>Working with Service Layer</a:t>
              </a:r>
            </a:p>
          </p:txBody>
        </p:sp>
        <p:sp>
          <p:nvSpPr>
            <p:cNvPr id="1140" name="TextBox 1139">
              <a:extLst>
                <a:ext uri="{FF2B5EF4-FFF2-40B4-BE49-F238E27FC236}">
                  <a16:creationId xmlns:a16="http://schemas.microsoft.com/office/drawing/2014/main" id="{958156DC-3EA6-4EBE-BADE-2321E29D81DE}"/>
                </a:ext>
              </a:extLst>
            </p:cNvPr>
            <p:cNvSpPr txBox="1"/>
            <p:nvPr/>
          </p:nvSpPr>
          <p:spPr>
            <a:xfrm>
              <a:off x="1395616" y="871285"/>
              <a:ext cx="1395288" cy="1064137"/>
            </a:xfrm>
            <a:prstGeom prst="rect">
              <a:avLst/>
            </a:prstGeom>
            <a:noFill/>
          </p:spPr>
          <p:txBody>
            <a:bodyPr wrap="square" lIns="0" tIns="0" rIns="0" bIns="0" rtlCol="0" anchor="ctr">
              <a:spAutoFit/>
            </a:bodyPr>
            <a:lstStyle/>
            <a:p>
              <a:pPr marL="0" marR="0" lvl="0" indent="0" algn="ctr" defTabSz="1218987" rtl="0" eaLnBrk="1" fontAlgn="auto" latinLnBrk="0" hangingPunct="1">
                <a:lnSpc>
                  <a:spcPct val="100000"/>
                </a:lnSpc>
                <a:spcBef>
                  <a:spcPts val="0"/>
                </a:spcBef>
                <a:spcAft>
                  <a:spcPts val="0"/>
                </a:spcAft>
                <a:buClrTx/>
                <a:buSzTx/>
                <a:buFontTx/>
                <a:buNone/>
                <a:tabLst/>
                <a:defRPr/>
              </a:pPr>
              <a:r>
                <a:rPr kumimoji="0" lang="en-US" sz="6000" b="1" i="0" u="none" strike="noStrike" kern="0" cap="none" spc="0" normalizeH="0" baseline="0" noProof="0">
                  <a:ln>
                    <a:noFill/>
                  </a:ln>
                  <a:solidFill>
                    <a:prstClr val="white"/>
                  </a:solidFill>
                  <a:effectLst/>
                  <a:uLnTx/>
                  <a:uFillTx/>
                  <a:latin typeface="Segoe UI" panose="020B0502040204020203" pitchFamily="34" charset="0"/>
                  <a:ea typeface="Calibri Light" charset="0"/>
                  <a:cs typeface="Segoe UI" panose="020B0502040204020203" pitchFamily="34" charset="0"/>
                </a:rPr>
                <a:t>02</a:t>
              </a:r>
              <a:endParaRPr kumimoji="0" lang="en-US" sz="6000" b="1" i="0" u="none" strike="noStrike" kern="1200" cap="none" spc="0" normalizeH="0" baseline="0" noProof="0" dirty="0">
                <a:ln>
                  <a:noFill/>
                </a:ln>
                <a:solidFill>
                  <a:prstClr val="white"/>
                </a:solidFill>
                <a:effectLst/>
                <a:uLnTx/>
                <a:uFillTx/>
                <a:latin typeface="Segoe UI" panose="020B0502040204020203" pitchFamily="34" charset="0"/>
                <a:ea typeface="Calibri Light" charset="0"/>
                <a:cs typeface="Segoe UI" panose="020B0502040204020203" pitchFamily="34" charset="0"/>
              </a:endParaRPr>
            </a:p>
          </p:txBody>
        </p:sp>
      </p:grpSp>
      <p:grpSp>
        <p:nvGrpSpPr>
          <p:cNvPr id="1141" name="Group 1140">
            <a:extLst>
              <a:ext uri="{FF2B5EF4-FFF2-40B4-BE49-F238E27FC236}">
                <a16:creationId xmlns:a16="http://schemas.microsoft.com/office/drawing/2014/main" id="{010C7D28-B781-409B-AFDB-2EB8DCBAB471}"/>
              </a:ext>
            </a:extLst>
          </p:cNvPr>
          <p:cNvGrpSpPr/>
          <p:nvPr/>
        </p:nvGrpSpPr>
        <p:grpSpPr>
          <a:xfrm>
            <a:off x="6991434" y="1591839"/>
            <a:ext cx="4359562" cy="922336"/>
            <a:chOff x="1395616" y="871285"/>
            <a:chExt cx="3825734" cy="1064137"/>
          </a:xfrm>
        </p:grpSpPr>
        <p:sp>
          <p:nvSpPr>
            <p:cNvPr id="1142" name="TextBox 1141">
              <a:extLst>
                <a:ext uri="{FF2B5EF4-FFF2-40B4-BE49-F238E27FC236}">
                  <a16:creationId xmlns:a16="http://schemas.microsoft.com/office/drawing/2014/main" id="{3F09AA1F-FEA7-4D17-88ED-2CD603C4E9A6}"/>
                </a:ext>
              </a:extLst>
            </p:cNvPr>
            <p:cNvSpPr txBox="1"/>
            <p:nvPr/>
          </p:nvSpPr>
          <p:spPr>
            <a:xfrm>
              <a:off x="2984420" y="1243564"/>
              <a:ext cx="2236930" cy="319585"/>
            </a:xfrm>
            <a:prstGeom prst="rect">
              <a:avLst/>
            </a:prstGeom>
            <a:noFill/>
          </p:spPr>
          <p:txBody>
            <a:bodyPr wrap="square" lIns="0" tIns="0" rIns="0" bIns="0" rtlCol="0" anchor="ctr">
              <a:spAutoFit/>
            </a:bodyPr>
            <a:lstStyle/>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Segoe UI" panose="020B0502040204020203" pitchFamily="34" charset="0"/>
                  <a:ea typeface="Calibri Light" charset="0"/>
                  <a:cs typeface="Segoe UI" panose="020B0502040204020203" pitchFamily="34" charset="0"/>
                </a:rPr>
                <a:t>Generic Service handlers</a:t>
              </a:r>
            </a:p>
          </p:txBody>
        </p:sp>
        <p:sp>
          <p:nvSpPr>
            <p:cNvPr id="1143" name="TextBox 1142">
              <a:extLst>
                <a:ext uri="{FF2B5EF4-FFF2-40B4-BE49-F238E27FC236}">
                  <a16:creationId xmlns:a16="http://schemas.microsoft.com/office/drawing/2014/main" id="{C88A509D-C2AF-4500-8C21-D7071BE4DE69}"/>
                </a:ext>
              </a:extLst>
            </p:cNvPr>
            <p:cNvSpPr txBox="1"/>
            <p:nvPr/>
          </p:nvSpPr>
          <p:spPr>
            <a:xfrm>
              <a:off x="1395616" y="871285"/>
              <a:ext cx="1395288" cy="1064137"/>
            </a:xfrm>
            <a:prstGeom prst="rect">
              <a:avLst/>
            </a:prstGeom>
            <a:noFill/>
          </p:spPr>
          <p:txBody>
            <a:bodyPr wrap="square" lIns="0" tIns="0" rIns="0" bIns="0" rtlCol="0" anchor="ctr">
              <a:spAutoFit/>
            </a:bodyPr>
            <a:lstStyle/>
            <a:p>
              <a:pPr marL="0" marR="0" lvl="0" indent="0" algn="ctr" defTabSz="1218987" rtl="0" eaLnBrk="1" fontAlgn="auto" latinLnBrk="0" hangingPunct="1">
                <a:lnSpc>
                  <a:spcPct val="100000"/>
                </a:lnSpc>
                <a:spcBef>
                  <a:spcPts val="0"/>
                </a:spcBef>
                <a:spcAft>
                  <a:spcPts val="0"/>
                </a:spcAft>
                <a:buClrTx/>
                <a:buSzTx/>
                <a:buFontTx/>
                <a:buNone/>
                <a:tabLst/>
                <a:defRPr/>
              </a:pPr>
              <a:r>
                <a:rPr kumimoji="0" lang="en-US" sz="6000" b="1" i="0" u="none" strike="noStrike" kern="0" cap="none" spc="0" normalizeH="0" baseline="0" noProof="0">
                  <a:ln>
                    <a:noFill/>
                  </a:ln>
                  <a:solidFill>
                    <a:prstClr val="white"/>
                  </a:solidFill>
                  <a:effectLst/>
                  <a:uLnTx/>
                  <a:uFillTx/>
                  <a:latin typeface="Segoe UI" panose="020B0502040204020203" pitchFamily="34" charset="0"/>
                  <a:ea typeface="Calibri Light" charset="0"/>
                  <a:cs typeface="Segoe UI" panose="020B0502040204020203" pitchFamily="34" charset="0"/>
                </a:rPr>
                <a:t>04</a:t>
              </a:r>
              <a:endParaRPr kumimoji="0" lang="en-US" sz="6000" b="1" i="0" u="none" strike="noStrike" kern="1200" cap="none" spc="0" normalizeH="0" baseline="0" noProof="0" dirty="0">
                <a:ln>
                  <a:noFill/>
                </a:ln>
                <a:solidFill>
                  <a:prstClr val="white"/>
                </a:solidFill>
                <a:effectLst/>
                <a:uLnTx/>
                <a:uFillTx/>
                <a:latin typeface="Segoe UI" panose="020B0502040204020203" pitchFamily="34" charset="0"/>
                <a:ea typeface="Calibri Light" charset="0"/>
                <a:cs typeface="Segoe UI" panose="020B0502040204020203" pitchFamily="34" charset="0"/>
              </a:endParaRPr>
            </a:p>
          </p:txBody>
        </p:sp>
      </p:grpSp>
      <p:grpSp>
        <p:nvGrpSpPr>
          <p:cNvPr id="1144" name="Group 1143">
            <a:extLst>
              <a:ext uri="{FF2B5EF4-FFF2-40B4-BE49-F238E27FC236}">
                <a16:creationId xmlns:a16="http://schemas.microsoft.com/office/drawing/2014/main" id="{8A3A5AE5-D342-4BA3-9A55-5165158B260D}"/>
              </a:ext>
            </a:extLst>
          </p:cNvPr>
          <p:cNvGrpSpPr/>
          <p:nvPr/>
        </p:nvGrpSpPr>
        <p:grpSpPr>
          <a:xfrm>
            <a:off x="6991434" y="3347558"/>
            <a:ext cx="4431570" cy="922336"/>
            <a:chOff x="1395616" y="871285"/>
            <a:chExt cx="3825734" cy="1064137"/>
          </a:xfrm>
        </p:grpSpPr>
        <p:sp>
          <p:nvSpPr>
            <p:cNvPr id="1145" name="TextBox 1144">
              <a:extLst>
                <a:ext uri="{FF2B5EF4-FFF2-40B4-BE49-F238E27FC236}">
                  <a16:creationId xmlns:a16="http://schemas.microsoft.com/office/drawing/2014/main" id="{D50FB645-94BC-4B73-BC01-70A868E236E0}"/>
                </a:ext>
              </a:extLst>
            </p:cNvPr>
            <p:cNvSpPr txBox="1"/>
            <p:nvPr/>
          </p:nvSpPr>
          <p:spPr>
            <a:xfrm>
              <a:off x="2984420" y="1083770"/>
              <a:ext cx="2236930" cy="639170"/>
            </a:xfrm>
            <a:prstGeom prst="rect">
              <a:avLst/>
            </a:prstGeom>
            <a:noFill/>
          </p:spPr>
          <p:txBody>
            <a:bodyPr wrap="square" lIns="0" tIns="0" rIns="0" bIns="0" rtlCol="0" anchor="ctr">
              <a:spAutoFit/>
            </a:bodyPr>
            <a:lstStyle/>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FFFF"/>
                  </a:solidFill>
                  <a:effectLst/>
                  <a:uLnTx/>
                  <a:uFillTx/>
                  <a:latin typeface="Segoe UI" panose="020B0502040204020203" pitchFamily="34" charset="0"/>
                  <a:ea typeface="Calibri Light" panose="020F0302020204030204" pitchFamily="34" charset="0"/>
                  <a:cs typeface="Segoe UI" panose="020B0502040204020203" pitchFamily="34" charset="0"/>
                </a:rPr>
                <a:t>Introduction to Fiori Elements</a:t>
              </a:r>
              <a:endParaRPr kumimoji="0" lang="en-US" sz="1800" b="0" i="0" u="none" strike="noStrike" kern="1200" cap="none" spc="0" normalizeH="0" baseline="0" noProof="0" dirty="0">
                <a:ln>
                  <a:noFill/>
                </a:ln>
                <a:solidFill>
                  <a:prstClr val="white"/>
                </a:solidFill>
                <a:effectLst/>
                <a:uLnTx/>
                <a:uFillTx/>
                <a:latin typeface="Segoe UI" panose="020B0502040204020203" pitchFamily="34" charset="0"/>
                <a:ea typeface="Calibri Light" charset="0"/>
                <a:cs typeface="Segoe UI" panose="020B0502040204020203" pitchFamily="34" charset="0"/>
              </a:endParaRPr>
            </a:p>
          </p:txBody>
        </p:sp>
        <p:sp>
          <p:nvSpPr>
            <p:cNvPr id="1146" name="TextBox 1145">
              <a:extLst>
                <a:ext uri="{FF2B5EF4-FFF2-40B4-BE49-F238E27FC236}">
                  <a16:creationId xmlns:a16="http://schemas.microsoft.com/office/drawing/2014/main" id="{D6E845BF-0649-4FED-BF91-2541D1DCB0D6}"/>
                </a:ext>
              </a:extLst>
            </p:cNvPr>
            <p:cNvSpPr txBox="1"/>
            <p:nvPr/>
          </p:nvSpPr>
          <p:spPr>
            <a:xfrm>
              <a:off x="1395616" y="871285"/>
              <a:ext cx="1395288" cy="1064137"/>
            </a:xfrm>
            <a:prstGeom prst="rect">
              <a:avLst/>
            </a:prstGeom>
            <a:noFill/>
          </p:spPr>
          <p:txBody>
            <a:bodyPr wrap="square" lIns="0" tIns="0" rIns="0" bIns="0" rtlCol="0" anchor="ctr">
              <a:spAutoFit/>
            </a:bodyPr>
            <a:lstStyle/>
            <a:p>
              <a:pPr marL="0" marR="0" lvl="0" indent="0" algn="ctr" defTabSz="1218987" rtl="0" eaLnBrk="1" fontAlgn="auto" latinLnBrk="0" hangingPunct="1">
                <a:lnSpc>
                  <a:spcPct val="100000"/>
                </a:lnSpc>
                <a:spcBef>
                  <a:spcPts val="0"/>
                </a:spcBef>
                <a:spcAft>
                  <a:spcPts val="0"/>
                </a:spcAft>
                <a:buClrTx/>
                <a:buSzTx/>
                <a:buFontTx/>
                <a:buNone/>
                <a:tabLst/>
                <a:defRPr/>
              </a:pPr>
              <a:r>
                <a:rPr kumimoji="0" lang="en-US" sz="6000" b="1" i="0" u="none" strike="noStrike" kern="0" cap="none" spc="0" normalizeH="0" baseline="0" noProof="0">
                  <a:ln>
                    <a:noFill/>
                  </a:ln>
                  <a:solidFill>
                    <a:prstClr val="white"/>
                  </a:solidFill>
                  <a:effectLst/>
                  <a:uLnTx/>
                  <a:uFillTx/>
                  <a:latin typeface="Segoe UI" panose="020B0502040204020203" pitchFamily="34" charset="0"/>
                  <a:ea typeface="Calibri Light" charset="0"/>
                  <a:cs typeface="Segoe UI" panose="020B0502040204020203" pitchFamily="34" charset="0"/>
                </a:rPr>
                <a:t>05</a:t>
              </a:r>
              <a:endParaRPr kumimoji="0" lang="en-US" sz="6000" b="1" i="0" u="none" strike="noStrike" kern="1200" cap="none" spc="0" normalizeH="0" baseline="0" noProof="0" dirty="0">
                <a:ln>
                  <a:noFill/>
                </a:ln>
                <a:solidFill>
                  <a:prstClr val="white"/>
                </a:solidFill>
                <a:effectLst/>
                <a:uLnTx/>
                <a:uFillTx/>
                <a:latin typeface="Segoe UI" panose="020B0502040204020203" pitchFamily="34" charset="0"/>
                <a:ea typeface="Calibri Light" charset="0"/>
                <a:cs typeface="Segoe UI" panose="020B0502040204020203" pitchFamily="34" charset="0"/>
              </a:endParaRPr>
            </a:p>
          </p:txBody>
        </p:sp>
      </p:grpSp>
      <p:grpSp>
        <p:nvGrpSpPr>
          <p:cNvPr id="1147" name="Group 1146">
            <a:extLst>
              <a:ext uri="{FF2B5EF4-FFF2-40B4-BE49-F238E27FC236}">
                <a16:creationId xmlns:a16="http://schemas.microsoft.com/office/drawing/2014/main" id="{17C38255-E89D-4911-9EAA-F048C7DFE484}"/>
              </a:ext>
            </a:extLst>
          </p:cNvPr>
          <p:cNvGrpSpPr/>
          <p:nvPr/>
        </p:nvGrpSpPr>
        <p:grpSpPr>
          <a:xfrm>
            <a:off x="1245710" y="5103281"/>
            <a:ext cx="3951680" cy="922336"/>
            <a:chOff x="1395616" y="871285"/>
            <a:chExt cx="3825734" cy="1064137"/>
          </a:xfrm>
        </p:grpSpPr>
        <p:sp>
          <p:nvSpPr>
            <p:cNvPr id="1148" name="TextBox 1147">
              <a:extLst>
                <a:ext uri="{FF2B5EF4-FFF2-40B4-BE49-F238E27FC236}">
                  <a16:creationId xmlns:a16="http://schemas.microsoft.com/office/drawing/2014/main" id="{E50F2C64-4496-4A40-ACCB-C5159AEC70D5}"/>
                </a:ext>
              </a:extLst>
            </p:cNvPr>
            <p:cNvSpPr txBox="1"/>
            <p:nvPr/>
          </p:nvSpPr>
          <p:spPr>
            <a:xfrm>
              <a:off x="2984420" y="1083771"/>
              <a:ext cx="2236930" cy="639170"/>
            </a:xfrm>
            <a:prstGeom prst="rect">
              <a:avLst/>
            </a:prstGeom>
            <a:noFill/>
          </p:spPr>
          <p:txBody>
            <a:bodyPr wrap="square" lIns="0" tIns="0" rIns="0" bIns="0" rtlCol="0" anchor="ctr">
              <a:spAutoFit/>
            </a:bodyPr>
            <a:lstStyle/>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FFFF"/>
                  </a:solidFill>
                  <a:effectLst/>
                  <a:uLnTx/>
                  <a:uFillTx/>
                  <a:latin typeface="Segoe UI" panose="020B0502040204020203" pitchFamily="34" charset="0"/>
                  <a:ea typeface="Calibri Light" panose="020F0302020204030204" pitchFamily="34" charset="0"/>
                  <a:cs typeface="Segoe UI" panose="020B0502040204020203" pitchFamily="34" charset="0"/>
                </a:rPr>
                <a:t>Business Application Studio</a:t>
              </a:r>
              <a:endParaRPr kumimoji="0" lang="en-US" sz="1800" b="0" i="0" u="none" strike="noStrike" kern="1200" cap="none" spc="0" normalizeH="0" baseline="0" noProof="0" dirty="0">
                <a:ln>
                  <a:noFill/>
                </a:ln>
                <a:solidFill>
                  <a:prstClr val="white"/>
                </a:solidFill>
                <a:effectLst/>
                <a:uLnTx/>
                <a:uFillTx/>
                <a:latin typeface="Segoe UI" panose="020B0502040204020203" pitchFamily="34" charset="0"/>
                <a:ea typeface="Calibri Light" charset="0"/>
                <a:cs typeface="Segoe UI" panose="020B0502040204020203" pitchFamily="34" charset="0"/>
              </a:endParaRPr>
            </a:p>
          </p:txBody>
        </p:sp>
        <p:sp>
          <p:nvSpPr>
            <p:cNvPr id="1149" name="TextBox 1148">
              <a:extLst>
                <a:ext uri="{FF2B5EF4-FFF2-40B4-BE49-F238E27FC236}">
                  <a16:creationId xmlns:a16="http://schemas.microsoft.com/office/drawing/2014/main" id="{0B9CA9D5-F695-4802-BE21-8B05D2B75909}"/>
                </a:ext>
              </a:extLst>
            </p:cNvPr>
            <p:cNvSpPr txBox="1"/>
            <p:nvPr/>
          </p:nvSpPr>
          <p:spPr>
            <a:xfrm>
              <a:off x="1395616" y="871285"/>
              <a:ext cx="1395288" cy="1064137"/>
            </a:xfrm>
            <a:prstGeom prst="rect">
              <a:avLst/>
            </a:prstGeom>
            <a:noFill/>
          </p:spPr>
          <p:txBody>
            <a:bodyPr wrap="square" lIns="0" tIns="0" rIns="0" bIns="0" rtlCol="0" anchor="ctr">
              <a:spAutoFit/>
            </a:bodyPr>
            <a:lstStyle/>
            <a:p>
              <a:pPr marL="0" marR="0" lvl="0" indent="0" algn="ctr" defTabSz="1218987" rtl="0" eaLnBrk="1" fontAlgn="auto" latinLnBrk="0" hangingPunct="1">
                <a:lnSpc>
                  <a:spcPct val="100000"/>
                </a:lnSpc>
                <a:spcBef>
                  <a:spcPts val="0"/>
                </a:spcBef>
                <a:spcAft>
                  <a:spcPts val="0"/>
                </a:spcAft>
                <a:buClrTx/>
                <a:buSzTx/>
                <a:buFontTx/>
                <a:buNone/>
                <a:tabLst/>
                <a:defRPr/>
              </a:pPr>
              <a:r>
                <a:rPr kumimoji="0" lang="en-US" sz="6000" b="1" i="0" u="none" strike="noStrike" kern="0" cap="none" spc="0" normalizeH="0" baseline="0" noProof="0" dirty="0">
                  <a:ln>
                    <a:noFill/>
                  </a:ln>
                  <a:solidFill>
                    <a:prstClr val="white"/>
                  </a:solidFill>
                  <a:effectLst/>
                  <a:uLnTx/>
                  <a:uFillTx/>
                  <a:latin typeface="Segoe UI" panose="020B0502040204020203" pitchFamily="34" charset="0"/>
                  <a:ea typeface="Calibri Light" charset="0"/>
                  <a:cs typeface="Segoe UI" panose="020B0502040204020203" pitchFamily="34" charset="0"/>
                </a:rPr>
                <a:t>04</a:t>
              </a:r>
              <a:endParaRPr kumimoji="0" lang="en-US" sz="6000" b="1" i="0" u="none" strike="noStrike" kern="1200" cap="none" spc="0" normalizeH="0" baseline="0" noProof="0" dirty="0">
                <a:ln>
                  <a:noFill/>
                </a:ln>
                <a:solidFill>
                  <a:prstClr val="white"/>
                </a:solidFill>
                <a:effectLst/>
                <a:uLnTx/>
                <a:uFillTx/>
                <a:latin typeface="Segoe UI" panose="020B0502040204020203" pitchFamily="34" charset="0"/>
                <a:ea typeface="Calibri Light" charset="0"/>
                <a:cs typeface="Segoe UI" panose="020B0502040204020203" pitchFamily="34" charset="0"/>
              </a:endParaRPr>
            </a:p>
          </p:txBody>
        </p:sp>
      </p:grpSp>
      <p:grpSp>
        <p:nvGrpSpPr>
          <p:cNvPr id="1150" name="Group 1149">
            <a:extLst>
              <a:ext uri="{FF2B5EF4-FFF2-40B4-BE49-F238E27FC236}">
                <a16:creationId xmlns:a16="http://schemas.microsoft.com/office/drawing/2014/main" id="{64D36160-176A-49B7-AEAE-FF1ECF022B7A}"/>
              </a:ext>
            </a:extLst>
          </p:cNvPr>
          <p:cNvGrpSpPr/>
          <p:nvPr/>
        </p:nvGrpSpPr>
        <p:grpSpPr>
          <a:xfrm>
            <a:off x="6991434" y="5103281"/>
            <a:ext cx="4431570" cy="922336"/>
            <a:chOff x="1395616" y="871285"/>
            <a:chExt cx="4290329" cy="1064137"/>
          </a:xfrm>
        </p:grpSpPr>
        <p:sp>
          <p:nvSpPr>
            <p:cNvPr id="1151" name="TextBox 1150">
              <a:extLst>
                <a:ext uri="{FF2B5EF4-FFF2-40B4-BE49-F238E27FC236}">
                  <a16:creationId xmlns:a16="http://schemas.microsoft.com/office/drawing/2014/main" id="{571E5D2F-CB43-41BD-B4D3-A2160034C400}"/>
                </a:ext>
              </a:extLst>
            </p:cNvPr>
            <p:cNvSpPr txBox="1"/>
            <p:nvPr/>
          </p:nvSpPr>
          <p:spPr>
            <a:xfrm>
              <a:off x="2984420" y="1243560"/>
              <a:ext cx="2701525" cy="319585"/>
            </a:xfrm>
            <a:prstGeom prst="rect">
              <a:avLst/>
            </a:prstGeom>
            <a:noFill/>
          </p:spPr>
          <p:txBody>
            <a:bodyPr wrap="square" lIns="0" tIns="0" rIns="0" bIns="0" rtlCol="0" anchor="ctr">
              <a:spAutoFit/>
            </a:bodyPr>
            <a:lstStyle/>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Segoe UI" panose="020B0502040204020203" pitchFamily="34" charset="0"/>
                  <a:ea typeface="Calibri Light" charset="0"/>
                  <a:cs typeface="Segoe UI" panose="020B0502040204020203" pitchFamily="34" charset="0"/>
                </a:rPr>
                <a:t>Adding UI module</a:t>
              </a:r>
              <a:endParaRPr kumimoji="0" lang="en-US" sz="1800" b="0" i="0" u="none" strike="noStrike" kern="1200" cap="none" spc="0" normalizeH="0" baseline="0" noProof="0" dirty="0">
                <a:ln>
                  <a:noFill/>
                </a:ln>
                <a:solidFill>
                  <a:prstClr val="white"/>
                </a:solidFill>
                <a:effectLst/>
                <a:uLnTx/>
                <a:uFillTx/>
                <a:latin typeface="Segoe UI" panose="020B0502040204020203" pitchFamily="34" charset="0"/>
                <a:ea typeface="Calibri Light" charset="0"/>
                <a:cs typeface="Segoe UI" panose="020B0502040204020203" pitchFamily="34" charset="0"/>
              </a:endParaRPr>
            </a:p>
          </p:txBody>
        </p:sp>
        <p:sp>
          <p:nvSpPr>
            <p:cNvPr id="1152" name="TextBox 1151">
              <a:extLst>
                <a:ext uri="{FF2B5EF4-FFF2-40B4-BE49-F238E27FC236}">
                  <a16:creationId xmlns:a16="http://schemas.microsoft.com/office/drawing/2014/main" id="{F2024D8F-80E0-4CDB-8B10-C1B5BD93DE8B}"/>
                </a:ext>
              </a:extLst>
            </p:cNvPr>
            <p:cNvSpPr txBox="1"/>
            <p:nvPr/>
          </p:nvSpPr>
          <p:spPr>
            <a:xfrm>
              <a:off x="1395616" y="871285"/>
              <a:ext cx="1395288" cy="1064137"/>
            </a:xfrm>
            <a:prstGeom prst="rect">
              <a:avLst/>
            </a:prstGeom>
            <a:noFill/>
          </p:spPr>
          <p:txBody>
            <a:bodyPr wrap="square" lIns="0" tIns="0" rIns="0" bIns="0" rtlCol="0" anchor="ctr">
              <a:spAutoFit/>
            </a:bodyPr>
            <a:lstStyle/>
            <a:p>
              <a:pPr marL="0" marR="0" lvl="0" indent="0" algn="ctr" defTabSz="1218987" rtl="0" eaLnBrk="1" fontAlgn="auto" latinLnBrk="0" hangingPunct="1">
                <a:lnSpc>
                  <a:spcPct val="100000"/>
                </a:lnSpc>
                <a:spcBef>
                  <a:spcPts val="0"/>
                </a:spcBef>
                <a:spcAft>
                  <a:spcPts val="0"/>
                </a:spcAft>
                <a:buClrTx/>
                <a:buSzTx/>
                <a:buFontTx/>
                <a:buNone/>
                <a:tabLst/>
                <a:defRPr/>
              </a:pPr>
              <a:r>
                <a:rPr kumimoji="0" lang="en-US" sz="6000" b="1" i="0" u="none" strike="noStrike" kern="0" cap="none" spc="0" normalizeH="0" baseline="0" noProof="0">
                  <a:ln>
                    <a:noFill/>
                  </a:ln>
                  <a:solidFill>
                    <a:prstClr val="white"/>
                  </a:solidFill>
                  <a:effectLst/>
                  <a:uLnTx/>
                  <a:uFillTx/>
                  <a:latin typeface="Segoe UI" panose="020B0502040204020203" pitchFamily="34" charset="0"/>
                  <a:ea typeface="Calibri Light" charset="0"/>
                  <a:cs typeface="Segoe UI" panose="020B0502040204020203" pitchFamily="34" charset="0"/>
                </a:rPr>
                <a:t>06</a:t>
              </a:r>
              <a:endParaRPr kumimoji="0" lang="en-US" sz="6000" b="1" i="0" u="none" strike="noStrike" kern="1200" cap="none" spc="0" normalizeH="0" baseline="0" noProof="0" dirty="0">
                <a:ln>
                  <a:noFill/>
                </a:ln>
                <a:solidFill>
                  <a:prstClr val="white"/>
                </a:solidFill>
                <a:effectLst/>
                <a:uLnTx/>
                <a:uFillTx/>
                <a:latin typeface="Segoe UI" panose="020B0502040204020203" pitchFamily="34" charset="0"/>
                <a:ea typeface="Calibri Light" charset="0"/>
                <a:cs typeface="Segoe UI" panose="020B0502040204020203" pitchFamily="34" charset="0"/>
              </a:endParaRPr>
            </a:p>
          </p:txBody>
        </p:sp>
      </p:grpSp>
      <p:sp>
        <p:nvSpPr>
          <p:cNvPr id="23" name="Title 22">
            <a:extLst>
              <a:ext uri="{FF2B5EF4-FFF2-40B4-BE49-F238E27FC236}">
                <a16:creationId xmlns:a16="http://schemas.microsoft.com/office/drawing/2014/main" id="{C261B0E4-159A-4067-AFE4-41EEF3B38F9B}"/>
              </a:ext>
            </a:extLst>
          </p:cNvPr>
          <p:cNvSpPr>
            <a:spLocks noGrp="1"/>
          </p:cNvSpPr>
          <p:nvPr>
            <p:ph type="title"/>
          </p:nvPr>
        </p:nvSpPr>
        <p:spPr/>
        <p:txBody>
          <a:bodyPr/>
          <a:lstStyle/>
          <a:p>
            <a:pPr algn="l"/>
            <a:r>
              <a:rPr lang="en-US" dirty="0">
                <a:solidFill>
                  <a:schemeClr val="bg1"/>
                </a:solidFill>
                <a:latin typeface="Cooper Black" panose="0208090404030B020404" pitchFamily="18" charset="0"/>
              </a:rPr>
              <a:t>Agenda – Day 3</a:t>
            </a:r>
            <a:endParaRPr lang="en-IN" dirty="0">
              <a:solidFill>
                <a:schemeClr val="bg1"/>
              </a:solidFill>
              <a:latin typeface="Cooper Black" panose="0208090404030B020404" pitchFamily="18" charset="0"/>
            </a:endParaRPr>
          </a:p>
        </p:txBody>
      </p:sp>
    </p:spTree>
    <p:extLst>
      <p:ext uri="{BB962C8B-B14F-4D97-AF65-F5344CB8AC3E}">
        <p14:creationId xmlns:p14="http://schemas.microsoft.com/office/powerpoint/2010/main" val="33014487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Custom 618">
      <a:dk1>
        <a:sysClr val="windowText" lastClr="000000"/>
      </a:dk1>
      <a:lt1>
        <a:sysClr val="window" lastClr="FFFFFF"/>
      </a:lt1>
      <a:dk2>
        <a:srgbClr val="1F497D"/>
      </a:dk2>
      <a:lt2>
        <a:srgbClr val="EEECE1"/>
      </a:lt2>
      <a:accent1>
        <a:srgbClr val="151C2B"/>
      </a:accent1>
      <a:accent2>
        <a:srgbClr val="CAC4F7"/>
      </a:accent2>
      <a:accent3>
        <a:srgbClr val="1C21E4"/>
      </a:accent3>
      <a:accent4>
        <a:srgbClr val="5FB7A2"/>
      </a:accent4>
      <a:accent5>
        <a:srgbClr val="3081AC"/>
      </a:accent5>
      <a:accent6>
        <a:srgbClr val="A5A5A5"/>
      </a:accent6>
      <a:hlink>
        <a:srgbClr val="0000FF"/>
      </a:hlink>
      <a:folHlink>
        <a:srgbClr val="800080"/>
      </a:folHlink>
    </a:clrScheme>
    <a:fontScheme name="Custom 2">
      <a:majorFont>
        <a:latin typeface="Calibri"/>
        <a:ea typeface=""/>
        <a:cs typeface=""/>
      </a:majorFont>
      <a:minorFont>
        <a:latin typeface="Segoe U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7485</TotalTime>
  <Words>586</Words>
  <Application>Microsoft Office PowerPoint</Application>
  <PresentationFormat>Custom</PresentationFormat>
  <Paragraphs>90</Paragraphs>
  <Slides>15</Slides>
  <Notes>1</Notes>
  <HiddenSlides>1</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Amasis MT Pro Black</vt:lpstr>
      <vt:lpstr>Arial</vt:lpstr>
      <vt:lpstr>Arial Black</vt:lpstr>
      <vt:lpstr>Calibri</vt:lpstr>
      <vt:lpstr>Cooper Black</vt:lpstr>
      <vt:lpstr>Segoe UI</vt:lpstr>
      <vt:lpstr>Segoe UI Light</vt:lpstr>
      <vt:lpstr>Office Theme</vt:lpstr>
      <vt:lpstr>SAP BTP Architect Training</vt:lpstr>
      <vt:lpstr>PowerPoint Presentation</vt:lpstr>
      <vt:lpstr>Agenda – Day 6</vt:lpstr>
      <vt:lpstr>DB Design</vt:lpstr>
      <vt:lpstr>Hands on: Create DB Module</vt:lpstr>
      <vt:lpstr>Reuse Types and aspects</vt:lpstr>
      <vt:lpstr>Introduction to CDS Views</vt:lpstr>
      <vt:lpstr>PowerPoint Presentation</vt:lpstr>
      <vt:lpstr>Hands on: Service creation</vt:lpstr>
      <vt:lpstr>Testing Services in BAS</vt:lpstr>
      <vt:lpstr>PowerPoint Presentation</vt:lpstr>
      <vt:lpstr>PowerPoint Presentation</vt:lpstr>
      <vt:lpstr>PowerPoint Presentation</vt:lpstr>
      <vt:lpstr>PowerPoint Presentation</vt:lpstr>
      <vt:lpstr>Agenda – Day 3</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Julian</dc:creator>
  <cp:lastModifiedBy>Anubhav Oberoy</cp:lastModifiedBy>
  <cp:revision>240</cp:revision>
  <dcterms:created xsi:type="dcterms:W3CDTF">2013-09-12T13:05:01Z</dcterms:created>
  <dcterms:modified xsi:type="dcterms:W3CDTF">2026-07-13T10:01:08Z</dcterms:modified>
</cp:coreProperties>
</file>
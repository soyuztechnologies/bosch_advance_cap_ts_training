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6" r:id="rId2"/>
  </p:sldMasterIdLst>
  <p:notesMasterIdLst>
    <p:notesMasterId r:id="rId79"/>
  </p:notesMasterIdLst>
  <p:sldIdLst>
    <p:sldId id="276" r:id="rId3"/>
    <p:sldId id="4122" r:id="rId4"/>
    <p:sldId id="277" r:id="rId5"/>
    <p:sldId id="258" r:id="rId6"/>
    <p:sldId id="45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4712" r:id="rId24"/>
    <p:sldId id="4713" r:id="rId25"/>
    <p:sldId id="278" r:id="rId26"/>
    <p:sldId id="279" r:id="rId27"/>
    <p:sldId id="4714" r:id="rId28"/>
    <p:sldId id="281" r:id="rId29"/>
    <p:sldId id="4715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458" r:id="rId39"/>
    <p:sldId id="459" r:id="rId40"/>
    <p:sldId id="460" r:id="rId41"/>
    <p:sldId id="461" r:id="rId42"/>
    <p:sldId id="462" r:id="rId43"/>
    <p:sldId id="463" r:id="rId44"/>
    <p:sldId id="464" r:id="rId45"/>
    <p:sldId id="465" r:id="rId46"/>
    <p:sldId id="466" r:id="rId47"/>
    <p:sldId id="467" r:id="rId48"/>
    <p:sldId id="468" r:id="rId49"/>
    <p:sldId id="469" r:id="rId50"/>
    <p:sldId id="470" r:id="rId51"/>
    <p:sldId id="471" r:id="rId52"/>
    <p:sldId id="472" r:id="rId53"/>
    <p:sldId id="473" r:id="rId54"/>
    <p:sldId id="474" r:id="rId55"/>
    <p:sldId id="475" r:id="rId56"/>
    <p:sldId id="476" r:id="rId57"/>
    <p:sldId id="477" r:id="rId58"/>
    <p:sldId id="478" r:id="rId59"/>
    <p:sldId id="479" r:id="rId60"/>
    <p:sldId id="480" r:id="rId61"/>
    <p:sldId id="481" r:id="rId62"/>
    <p:sldId id="482" r:id="rId63"/>
    <p:sldId id="483" r:id="rId64"/>
    <p:sldId id="484" r:id="rId65"/>
    <p:sldId id="485" r:id="rId66"/>
    <p:sldId id="486" r:id="rId67"/>
    <p:sldId id="487" r:id="rId68"/>
    <p:sldId id="488" r:id="rId69"/>
    <p:sldId id="489" r:id="rId70"/>
    <p:sldId id="490" r:id="rId71"/>
    <p:sldId id="491" r:id="rId72"/>
    <p:sldId id="492" r:id="rId73"/>
    <p:sldId id="291" r:id="rId74"/>
    <p:sldId id="292" r:id="rId75"/>
    <p:sldId id="282" r:id="rId76"/>
    <p:sldId id="280" r:id="rId77"/>
    <p:sldId id="4711" r:id="rId7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033" autoAdjust="0"/>
  </p:normalViewPr>
  <p:slideViewPr>
    <p:cSldViewPr>
      <p:cViewPr varScale="1">
        <p:scale>
          <a:sx n="110" d="100"/>
          <a:sy n="110" d="100"/>
        </p:scale>
        <p:origin x="320" y="7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76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51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8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54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24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76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8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85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738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05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19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4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hyperlink" Target="http://www.dribbble.com/" TargetMode="Externa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tiff"/><Relationship Id="rId5" Type="http://schemas.openxmlformats.org/officeDocument/2006/relationships/image" Target="../media/image9.tiff"/><Relationship Id="rId4" Type="http://schemas.openxmlformats.org/officeDocument/2006/relationships/image" Target="../media/image8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24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24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083774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Using OData V4 from S/4HANA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Create Fiori app using type script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</a:t>
              </a:r>
              <a:r>
                <a:rPr lang="en-US" sz="1800" kern="0" dirty="0" err="1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Four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Phase 1 — SCAFFOLD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Create TypeScript CAP project, wire tooling, verify local + cloud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Phase 2 — GENERATE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Use Cloud SDK to generate typed client from S/4HANA EDMX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Phase 3 — IMPLEMENT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Write typed mashup handler with reusable parsers &amp; type guards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Phase 4 — TEST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Connect to live system via BTP Destination, end-to-end verified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1F8CF-59ED-F61D-C987-0CCD8A9F8C7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Why TypeScript for CAP?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Catch typos at edit-time, not at 3AM in production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req.data.materilName → red underline instantly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API contracts verified at compile-time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Field names, types, required vs. optional — all checked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Two automatic type sources (zero hand-written interfaces)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1. cds-typer generates from .cds model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2. Cloud SDK generator from remote EDMX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Remote API changes are caught instantly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16576-E6FC-C3BC-0D4E-9A9FFB0BFFF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File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srv/CatalogService.ts — the orchestrator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Registers handlers, wires helpers, stays thin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srv/lib/config-loader.ts — connection settings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Reads .env / BTP Destination, validates connectivity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srv/lib/payload-parser.ts — the bouncer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Untrusted JSON → typed SalesOrderInput, rejects bad input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srv/types/sales-order.d.ts — shared vocabulary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SalesOrderInput, SalesOrderView, S4Config — all agree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srv/src/generated/… — typed S/4HANA client (auto-generated)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A2BA9-88EE-54DA-D0E5-25254442497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1 — Scaffold</a:t>
            </a:r>
            <a:b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TypeScript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Create project skeleton, wire tooling, prove local + cloud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0CA7F-4FF5-5CF4-7FFF-0C6EDFCF4A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What We Build in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Two database entities with validation rules: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Material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materialName, materialType, baseUnit, plant (association)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Plant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plantName, storageLocation, country, city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Three handlers in CatalogService.ts: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1. Before CREATE Material → name = 40 chars, no digit start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2. Before UPDATE Material → referenced Plant must exist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3. Before CREATE Plant → max 2 plants per storage location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11968-575C-BBF1-B672-FE0C93B70F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Scaffold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Install CAP developer kit globally: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npm install -g @sap/cds-dk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--version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Create project with TypeScript enabled: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init capm-s4-mashup --add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 capm-s4-mashup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Or add TypeScript to existing project: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add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This automatically installs typescript, @cap-js/cds-types, ts-node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DE0E3-884D-6A47-E93C-1FB208AEACD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capm-s4-mashup/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├── app/                  # UI (empty for now)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├── db/                   # data model (.cds)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│   └── schema.cds        # Material + Plant entities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├── srv/                  # services &amp;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│   ├── catalog-service.cds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│   └── CatalogService.ts # The three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├── package.json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├── tsconfig.json         # TypeScript compiler config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└── .gitignore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075EC-E36B-A69E-420E-768484BD5D6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Key tsconfig.json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target: "ES2022" — Node 18+ supports latest JS natively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module: "NodeNext" — Supports both CommonJS &amp; ES Modules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strict: true — noImplicitAny, strictNullChecks enabled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noEmit: true — tsc type-checks only; cds watch produces .js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paths: { "@sap/cds" → "@cap-js/cds-types"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Redirect cds imports to richer type definitions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allowJs: false — Forces all files to be .ts (after migration)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8F1A8-FF6C-6832-ACDE-E5317AEF8F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Define the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namespace capm.s4.mashup;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entity Plant : cuid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plantName: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storageLocation: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country: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city: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entity Material : cuid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materialName: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materialType: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baseUnit: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plant: Association to Plant;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0B27C-562F-E5D0-D5ED-B8922D6E15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CatalogService.ts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cds from '@sap/cds';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type { Material, Plant } from '#cds-models/capm/s4/mashup';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default class CatalogService extends cds.ApplicationService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async init()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// Register three handlers: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this.before('CREATE', 'Materials', req =&gt; this.beforeCreateMaterial(req));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this.before('UPDATE', 'Materials', req =&gt; this.beforeUpdateMaterial(req));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this.before('CREATE', 'Plants', req =&gt; this.beforeCreatePlant(req));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super.init();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DF973-C265-2017-30EC-5437E9639D3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Handler 1 — Material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private async beforeCreateMaterial(req: cds.Request)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const { data } = req;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const { materialName } = data as Material;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if (!materialName || materialName.length !== 40)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req.reject(400, 'Material name must be 40 chars');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if (/^\d/.test(materialName))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req.reject(400, 'Cannot start with digit');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D6640-C299-D30A-F1DE-F8BC213CBCA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Handler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Handler 2 — Plant Reference Check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Verify referenced Plant ID exists before UPDATE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Handler 3 — Storage Location Limit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Enforce max 2 plants per storage location on CREATE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Pattern for all three: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1. Extract typed data from request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2. Validate business rule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3. req.reject(status, message) if invalid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4. Handler completes normally if valid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0A4D7-4D59-43B7-8344-C73A45C57F2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Run Locally &amp;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Start the dev server: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watch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You should see: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10 plants loaded from CSV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20 materials loaded from CSV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CatalogService initialized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API listening on http://localhost:4004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Test with curl: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curl http://localhost:4004/odata/v4/catalog/Plants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3CF39-D72F-0B25-8DAE-7F32D92DFE5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Type Check &amp;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Type check before deploy: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npx tsc --noEmit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Build for Cloud Foundry: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npm run build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Login &amp; deploy: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login -a &lt;api-endpoint&gt;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push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Verify in the cloud: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logs capm-s4-mashup --recent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5C756-4F97-DB5F-22C6-6C927EBB928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2 — Generate</a:t>
            </a:r>
            <a:b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S/4HANA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Turn EDMX metadata into fully typed client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64B73-6CC7-1BDC-ABBD-585B9392660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EDMX = Extensible Metadata Description (OData V4 schema)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S/4HANA publishes EDMX at: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http://122.162.240.164:8010/sap/opu/odata4/$metadata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Cloud SDK generator reads EDMX and creates: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Request builders (type-safe API calls)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Entity interfaces (request/response shapes)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All in TypeScript with full autocompletion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Goal: Zero hand-written interfaces for the remote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503C5-7C08-ADF9-74A2-FE3BE613EE9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Install &amp; 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-D @sap-cloud-sdk/generator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@sap-cloud-sdk/odata-v4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Download EDMX metadata: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curl -u &lt;user&gt;:&lt;pass&gt; http://122.162.240.164:8010/...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&gt; srv/external/s4-edmx.xml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Run generator: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npx generate-odata-client \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--input srv/external \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--outputDir srv/src/generated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Result: ~1,000+ lines of fully typed client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EB9AF-C514-B2DF-8882-649A8849727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Generated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sales-order-api.ts exports: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SalesOrderApi with typed methods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requestBuilder(), getAll(), getByKey(), create(), update()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sales-order.ts exports: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 entity interface (fully typed)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SalesOrderItem nested interface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Request/response payloads automatically derived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Every field is: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Typed (string, number, Date, etc.)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Nullable checked (? for optional fields)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With JSDoc comments from EDMX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21507-52A0-A24F-8149-3D93D2F8E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3 — Implement</a:t>
            </a:r>
            <a:b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Service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Write typed, reusable mashup handlers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340FF-D212-DAA9-9D8F-818EB0B7AE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Layer 1 — config-loader.ts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Reads .env / BTP, validates credentials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Manages SDK config (url, username, password)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Layer 2 — payload-parser.ts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Validates incoming JSON → typed SalesOrderInput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Clear error messages for bad input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Layer 3 — CatalogService.ts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Calls sdk.getAll() / sdk.create() with typed 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Handles errors gracefully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Connected by shared types in sales-order.d.ts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F5B1E-0769-7FCC-3BF6-5500534327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config-loader.ts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7001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interface S4Config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url: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username: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password: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function loadConfig(): S4Config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const config: S4Config =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url: process.env.S4_URL || '',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username: process.env.S4_USER || '',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password: process.env.S4_PASS || '',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if (!config.url || !config.username)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throw new Error('Missing S4 credentials');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return config;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9F9F21-D786-0DAE-57FF-D9971BFD280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payload-parser.ts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interface SalesOrderInput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salesOrderType: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soldToParty: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material: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requestedQuantity: number;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function parseSalesOrder(raw: any): SalesOrderInput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if (!raw.salesOrderType)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throw { status: 400, message: 'salesOrderType required' };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return { /* validated &amp; typed */ } as SalesOrderInput;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BD265-1098-44F9-ECEB-4DB6799870B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CatalogService Handler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{ salesOrderService } from './generated';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{ loadConfig } from './lib/config-loader';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{ parseSalesOrder } from './lib/payload-parser';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async getSalesOrders()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const config = loadConfig();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const orders = await salesOrderService()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.salesOrderApi.requestBuilder()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.getAll().top(50)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.execute(config);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return orders;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FA53E-6F7C-0BFB-D93F-D5FD73BAFC7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1"/>
            <a:ext cx="7772400" cy="231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4 — Test</a:t>
            </a:r>
            <a:b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BTP Destination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Connect locally to live S/4HANA through cloud bindings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AA9A2-AA48-08F7-449D-80A2639BCE8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Destination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Problem: Hard-coding URLs + passwords is risky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Solution: BTP Destination service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Centralized place to store URL, credentials, auth type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Named reference (e.g., 'S4HANA_SALESORDER')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No secrets in code or .env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For local testing (hybrid mode):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Cloud bindings come live from BTP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Code runs on your laptop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Realistic environment before deployment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Create Destination in BTP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Navigate to: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Subaccount → Connectivity → Destinations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New Destination: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Name: S4HANA_SALESORDER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Type: HTTP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URL: http://122.162.240.164:8010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Auth: BasicAuthentication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User: &lt;S4_USER&gt;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Password: &lt;S4_PASSWORD&gt;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Additional Properties: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sap-client=100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217B9-12B2-0480-5CA5-40F2C0543CD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Bind &amp;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Create service instance: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create-service destination lite s4-destination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Create service key: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create-service-key s4-destination s4-key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Bind to local project: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bind -2 s4-destination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Configure package.json: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Add hybrid profile with destination config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"[hybrid]": { "credentials":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{ "destination": "S4HANA_SALESORDER" }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B9AA7-DACE-402E-78A4-D86A5E8E46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Test with .http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@host = http://localhost:4004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### GET sales orders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GET {{host}}/odata/v4/catalog/getSalesOrders()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Accept: application/json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### POST sales order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POST {{host}}/odata/v4/catalog/createSalesOrder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Content-Type: application/json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Expected Results: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GET: 200 + array of orders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POST: 201 + created order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98545-A26F-BB8E-34AD-4FE1D099AB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Run in Hybrid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Start with hybrid profile: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cds watch --profile hybrid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You should see: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Destination S4HANA_SALESORDER connected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Local Materials/Plants still served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CAP listening on http://localhost:4004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Now open srv/tester.http in VS Code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Install REST Client extension (if not already)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Click 'Send Request' above GET/POST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F0A4DE-90CF-C55A-6AB6-C497578C51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1152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5800" b="1">
                <a:solidFill>
                  <a:srgbClr val="FFFFFF"/>
                </a:solidFill>
              </a:defRPr>
            </a:pPr>
            <a:r>
              <a:rPr kumimoji="0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Journey Complete!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389120"/>
            <a:ext cx="7772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>
                <a:solidFill>
                  <a:srgbClr val="2196F3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One TypeScript CAP app with local &amp; remote data, deployed to BTP, tested live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214C2-F9F1-9331-CE96-120121FAD3B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What You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Fully typed TypeScript CAP project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Local Material &amp; Plant entities with validations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Generated S/4HANA client (no hand-written interfaces)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Typed GET/POST mashup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Reusable config-loader &amp; payload-parser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Type guards &amp; error handling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Deployed to Cloud Foundry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Hybrid testing with BTP Destination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Live end-to-end verified on real S/4HANA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5436D7-46E8-84DE-5B22-E7A6E8AB2BE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Patterns to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1. Scaffold with cds init --add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Works for ANY CAP project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2. Generate SDK from EDMX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Works for any SAP service (SCP, Analytics, Procurement)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3. Separate config-loader &amp; payload-parser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One job per file — easy to test &amp; reuse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4. Hybrid testing with Destinations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Cloud-realistic without deploying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5. tsc --noEmit before every deploy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Catch bugs at compile-time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9678D-73AC-B781-FCE0-9D1615F18D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Extend the mashup: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Add UPDATE/DELETE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Implement CSRF token handling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Batch request support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Scale TypeScript patterns: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Multiple remote systems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Advanced generics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Decorators for cross-cutting concerns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Deploy with confidence: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Automated tests with Jest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CI/CD pipeline to BTP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199F0-F002-68FE-EA33-CC4FB030BFA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SAP BTP Fiori</a:t>
            </a:r>
            <a:b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</a:b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JavaScript →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0"/>
            <a:ext cx="77724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Incremental Migration Guide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E6F0FA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of SAPUI5 Freestyle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292CB-4A54-04F3-CD66-0E18B2329B7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Use Case — manageorder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manageorder is a freestyle (hand-written) SAPUI5 application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What it does: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View1 — List of sales orders (fetch from OData service)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View2 — Detail view with value-help popups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View3 — Supplier detail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Add — Create form for new orders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BaseController — Shared parent with formatter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util/formatter.js — Status/type code converters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2D962-FD3B-D806-A396-A1F09C83852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Current Structure → Target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TODAY (All JavaScript):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✗ No type-checking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✗ Typos only blow up at runtime (in production!)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✗ No IDE autocomplete on OData shapes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AFTER ALL STEPS (Full TypeScript):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Every .js → .ts (except 3rd-party libs)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types/datatype.d.ts holds shared shapes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Type gate: tsc --noEmit passes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App Router for BTP deployment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Four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1 — PREPARATION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Install ui5-tooling-transpile, typescript,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Wire ui5.yaml, add tsconfig.json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Convert ONE controller to prove hybrid setup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2 — CORE FILES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Component.js → Component.ts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util/formatter.js → util/formatter.ts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3 — CONTROLLERS &amp;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All controllers →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Create types/datatype.d.ts for shared shapes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4 — APP ROUTER &amp; DEPLOYMENT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xs-app.json for routing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Update mta.yaml, deploy to BTP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D2333E-48DB-16E4-9CB9-39003F61A5C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Single Golden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JavaScript and TypeScript files COEXIST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in the same webapp/ folder during migration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You NEVER do a "big bang" rewrite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Convert one file at a time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Refresh browser after each change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Confirm it still works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Move to the next file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This is called HYBRID MODE — the transpiler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handles both .js and .ts seamlessly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6962A-6478-014B-CBF1-0EE36590956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1 —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Install transpiler, wire tooling, convert one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65C56-AA2E-7142-7F51-0FFF040CC28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The Transpiler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TRANSPILE = translate source code from one form to another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The Problem: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UI5 runtime only understands sap.ui.define([...], fn)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Modern TypeScript uses import/class syntax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The Solution: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ui5-tooling-transpile (Babel-based) translates: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Your .ts → ui5-style .js → browser runs 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Type Cost: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Types are ERASED before browser sees anything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Zero runtime performance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FF40D-C256-ABEE-AE4D-B30E8CCD674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Install the Three Dev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--save-dev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--save-dev ui5-tooling-transpile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--save-dev @openui5/ts-types-esm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--save-dev @ui5/cli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npm install --save-dev ui5-middleware-livereload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Why each one: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typescript — the compiler tsc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@openui5/ts-types-esm — UI5 type definitions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ui5-tooling-transpile — turns .ts into .js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@ui5/cli — the ui5 command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ui5-middleware-livereload — auto-refresh on save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6C2C3-182A-7B93-7708-125EC8B539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Update package.json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scripts: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"start": "ui5 serve --open index.html"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"build": "ui5 build --clean-dest"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"ts-typecheck": "tsc --noEmit"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devDependencies: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"@openui5/ts-types-esm": "^1.120.0"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"@ui5/cli": "^4.0.0"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"typescript": "^5.3.0"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"ui5-tooling-transpile": "^3.2.0"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"ui5-middleware-livereload": "^3.1.4"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5C881-7F9A-C1D3-19CD-45DA5101D4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Wire the Transpiler into ui5.yaml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Update specVersion: "3.0" (was 2.5)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builder.customTasks: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- name: ui5-tooling-transpile-task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afterTask: replaceVersion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server.customMiddleware: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- name: ui5-tooling-transpile-middleware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afterMiddleware: compression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- name: ui5-middleware-livereload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port: 35729, ext: "html,js,json,ts,xml"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B7643-D80D-38C3-E937-DFA497E6A8B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tsconfig.json — Key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"target": "ES2022" — modern JS, no polyfills needed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"module": "ES2022" — import/export syntax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"moduleResolution": "bundler" — UI5 toolchain compatible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"allowJs": true — MAGIC: .js and .ts coexist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"strict": false + individual flags: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"noImplicitAny": true — require type annotations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"noImplicitOverride": true — override keyword required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"skipLibCheck": true — faster builds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D96F9-66FD-1340-63D7-9B7217D295F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Convert Your First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Start with SMALLEST file (lowest risk)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Usually: Empty.controller.js (a few lines)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1. Rename Empty.controller.js → Empty.controller.ts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2. Change sap.ui.define([...]) to import statements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3. Change extend(...) to class syntax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4. Add @namespace com.ats.manageorder JSDoc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5. Save and refresh browser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Expected result: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App still renders, one .ts file working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8FCE4-FA0E-6744-F990-DAFF45D32D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Step 1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Installed typescript, ui5-tooling-transpile,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Updated package.json scripts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Updated ui5.yaml (specVersion 3.0)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Added customTasks &amp; customMiddleware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Created tsconfig.json at project root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Converted one smallest controller (.js → .ts)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npm start (or ui5 serve) runs without errors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App renders in browser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Live reload works (save triggers refresh)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A3F02-00AB-B0CD-759B-880C7F440BF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2 — Component &amp; Formatter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Convert the two foundation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FC819-7254-EB42-C421-83180C1E2F6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Why Component &amp; Formatter?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COMPONENT is the ROOT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UI5 loads it before any view or controller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Every route, every view depends on 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FORMATTER is a LEAF (used by many)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Imported by BaseController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Every list/detail view uses 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Strategy: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Convert root + shared leaf first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Every later file has typed neighbors to lean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B6879-F2CD-86A7-2F80-57B64F12838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Component.js → Component.ts (Before)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sap.ui.define([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"sap/ui/core/UIComponent",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"sap/ui/Device",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"com/ats/manageorder/model/models"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], function (UIComponent, Device, models)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return UIComponent.extend("com.ats.manageorder.Component",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metadata: { manifest: "json" },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init: function ()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UIComponent.prototype.init.apply(this, arguments);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this.getRouter().initialize();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this.setModel(models.createDeviceModel(), "device");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238AD-3E7B-FF63-D36A-6B4C15E9AA0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Component.ts → Component.ts (After)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UIComponent from "sap/ui/core/UIComponent";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import { createDeviceModel } from "./model/models";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default class Component extends UIComponent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public static readonly metadata =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manifest: "json",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interfaces: ["sap.ui.core.IAsyncContentCreation"]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public override init(): void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super.init();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this.getRouter().initialize();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this.setModel(createDeviceModel(), "device");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039EE-846B-D2FB-7AB2-25076613B33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Component.ts Key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import instead of sap.ui.define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class Component extends UIComponent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static readonly metadata =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init: function → override init(): void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super.init() instead of prototype.apply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IAsyncContentCreation interface (modern async loading)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@namespace com.ats.manageorder JSDoc (required!)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Result: Same behavior, full TypeScript safety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DCA824-43E1-C91E-2FA5-A636D8A75AE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util/formatter.js → util/formatter.ts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Before (plain JS):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formatSalesOrderType: function(code)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code === "TA" ? "Standard Order" : code;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After (TypeScript with types):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export function formatSalesOrderType(code: string): string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code === "TA" ? "Standard Order" : code;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Benefits: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IDE knows return type is string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IDE knows code param is string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Typos caught at compile-time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4C96CD-C006-860E-DDA7-59EEFA4F68A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Step 2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Component.js → Component.ts (extends UIComponent)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util/formatter.js → util/formatter.ts (functions typed)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model/models.js → model/models.ts (named exports)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All function signatures have param &amp; return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@namespace JSDoc in Component.ts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npm start still renders app correctly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No type errors from tsc --noEmit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JS controllers (.js) still work alongside .ts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2C548-144A-C11E-2F01-507CD52795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3 — Controllers &amp;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Convert all controllers, create shared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0B902-95B0-475B-9D76-950F4E7585B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Converting Any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Pattern is ALWAYS the same: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Before (sap.ui.define):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sap.ui.define([...], function(BaseController)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return BaseController.extend("...",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onInit: function() { ...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});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After (import + class):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import BaseController from "./BaseController";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export default class MyController extends BaseController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onInit(): void { ...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52F6B-3252-FFD5-C0CC-301603FB47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Lifecycle Methods in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onInit() — controller initialization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Before: onInit: function()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After: override onInit(): void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onBeforeRendering() — before each render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override onBeforeRendering(): void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onAfterRendering() — after render complete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override onAfterRendering(): void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onExit() — cleanup when destroyed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override onExit(): void {...}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All need override keyword (noImplicitOverride)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17343-F0E7-9313-1F25-EF669CE919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Event Handlers Typed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Before (any):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onPress: function(oEvent)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const id = oEvent.getSource().getId();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After (typed):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onPress(oEvent: sap.ui.base.Event): void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const source = oEvent.getSource();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const id = source.getId();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With types: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IDE knows oEvent methods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IDE knows getSource() return type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Typos caught instantly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3E050-D636-1841-4AC8-954981F2B1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Create types/datatype.d.ts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 .d.ts file holds ONLY type definitions (no code)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interface SalesOrder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ID: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salesOrderType: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soldToParty: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items: OrderItem[];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export interface OrderItem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materialID: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quantity: number;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unit: string;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Benefits: One source of truth for shapes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F1EC6-4A52-7708-1AB9-3096079A1D3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Step 3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All controllers converted to TypeScript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Each has override keyword on lifecycle methods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Event handler params typed (sap.ui.base.Event)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Created types/datatype.d.ts with shared interfaces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OData model callbacks typed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JSON model shapes defined in datatype.d.ts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tsc --noEmit passes (no type errors)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App renders and all features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4680B-7189-C034-8135-3DAAE3DC38E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Step 4 — App Router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Wire BTP routing, deploy to Cloud Foundry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16C82-A1E4-B5FE-6F8C-0A54D2D637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App Router — What &amp;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App Router is a lightweight Node.js server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What it does: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Serves your SAPUI5 application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Routes requests to backend services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Handles authentication / CSRF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Compresses static assets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Why needed for BTP?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Cloud Foundry expects a runnable app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File-serving isn't enough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• Routing, security, and compression are standard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A4E75-58C2-A37D-2D6F-C431C6D5D71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Create xs-app.json (App Router Config)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"welcomeFile": "index.html",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"authenticationMethod": "route",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"sessionTimeout": 15,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"routes": [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"source": "^/api/(.*)$",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"destination": "backend-destination",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"authenticationType": "xsuaa",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"csrfProtection": true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},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"source": "^",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"localDir": ".",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"cacheControl": "public, max-age=31536000, immutable"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703FA-D42D-3BA8-29C5-041ABECB5AC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Update mta.yaml for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approuter module: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- name: manageorder-app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type: html5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path: app/manageorder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build-parameters: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build-result: dist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Add approuter: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- name: manageorder-approuter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type: approuter.nodejs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path: approuter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requires: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- name: manageorder-destination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     group: destinations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14B29-3B18-CC82-C16C-7ECC2B35C7F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Deploy to Cloud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1"/>
            <a:ext cx="786384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Build the multi-target application: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mbt build -t dist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Login to Cloud Foundry: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login -a &lt;api-endpoint&gt;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target -o &lt;org&gt; -s &lt;space&gt;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Deploy: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deploy dist/manageorder_1.0.0.mtar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Watch progress: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cf logs manageorder-approuter --recent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B985D-1BBC-8F03-7B0B-0E1E6E49929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Step 4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Created xs-app.json in approuter root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Routes configured (API &amp; static files)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Updated mta.yaml with app module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Updated mta.yaml with approuter module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npm run build succeeds (dist/ folder created)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mbt build -t dist succeeds (.mtar created)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tsc --noEmit passes (0 type errors)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Deployed to Cloud Foundry successfully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42170-7D62-0CD4-8D3F-F5525ECF10B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3716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53932" y="2011680"/>
            <a:ext cx="7772400" cy="222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6000" b="1">
                <a:solidFill>
                  <a:srgbClr val="FFFFFF"/>
                </a:solidFill>
              </a:defRPr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Migration Complete!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3932" y="4114801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/>
              <a:buNone/>
              <a:tabLst/>
              <a:defRPr sz="2200">
                <a:solidFill>
                  <a:srgbClr val="2196F3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2196F3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Full TypeScript Fiori app, type-safe, deployed to BTP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192BC-8452-A37A-B7ED-E622295BAB3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What You Built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Hybrid .js + .ts development environment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100% converted SAPUI5 freestyle app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Shared type definitions (types/datatype.d.ts)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Type-safe lifecycle methods &amp; event handlers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Live transpilation during development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App Router for cloud routing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xs-app.json with API routing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Deployed to SAP BTP Cloud Foundry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✓ Type gate: tsc --noEmit all green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6C2E6-1977-CBD6-641A-DD46B1E840E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Benefits You Now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DEVELOPMENT: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IDE autocomplete on UI5 classes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Typos caught before runtime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Refactoring is safe (rename field everywhere)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PRODUCTION: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Fewer surprises in the field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Easier onboarding for new devs (types are docs)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Easier debugging (stack traces are clear)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DEPLOYMENT: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App Router handles BTP routing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✓ XSUAA authentication built-in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5A66B-2DBA-0D36-D1CB-1BACD29BA4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Patterns You Can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1. Hybrid mode (.js + .ts together)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Works for ANY incremental modernization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2. Types-first conversion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Install types → convert core → convert helpers → convert rest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3. ui5-tooling-transpile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Turns any UI5 app TypeScript-ready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4. Shared .d.ts files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Single source of truth for OData/JSON shapes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5. App Router + mta.yaml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 Standard BTP deployment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5B840-3FCB-B426-E76D-52C092B8335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2412" y="0"/>
            <a:ext cx="9144000" cy="109728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2412" y="137160"/>
            <a:ext cx="9144000" cy="7772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Resources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492" y="109728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SAP UI5 Documentation: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https://ui5.sap.com/docs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OpenUI5 TypeScript Types: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@openui5/ts-types-esm (npm)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ui5-tooling Transpiler: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https://github.com/ui5-community/ui5-tooling-transpile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SAP BTP Documentation: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https://help.sap.com/docs/btp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srgbClr val="E6F0FA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This Guide: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/>
              <a:buNone/>
              <a:tabLst/>
              <a:defRPr sz="1700">
                <a:solidFill>
                  <a:srgbClr val="E6F0FA"/>
                </a:solidFill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E6F0FA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  github.com/anubhav-trainings/manageorder-ts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1480F-BE01-7955-E556-FFFDCC6047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20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8758</TotalTime>
  <Words>4907</Words>
  <Application>Microsoft Office PowerPoint</Application>
  <PresentationFormat>Custom</PresentationFormat>
  <Paragraphs>840</Paragraphs>
  <Slides>76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76</vt:i4>
      </vt:variant>
    </vt:vector>
  </HeadingPairs>
  <TitlesOfParts>
    <vt:vector size="85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4_Office Theme</vt:lpstr>
      <vt:lpstr>SAP BTP Extension Suite Training</vt:lpstr>
      <vt:lpstr>PowerPoint Presentation</vt:lpstr>
      <vt:lpstr>Agenda – Day 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343</cp:revision>
  <dcterms:created xsi:type="dcterms:W3CDTF">2013-09-12T13:05:01Z</dcterms:created>
  <dcterms:modified xsi:type="dcterms:W3CDTF">2026-08-25T07:05:23Z</dcterms:modified>
</cp:coreProperties>
</file>
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Lst>
  <p:notesMasterIdLst>
    <p:notesMasterId r:id="rId26"/>
  </p:notesMasterIdLst>
  <p:sldIdLst>
    <p:sldId id="276" r:id="rId3"/>
    <p:sldId id="4122" r:id="rId4"/>
    <p:sldId id="277" r:id="rId5"/>
    <p:sldId id="4807" r:id="rId6"/>
    <p:sldId id="4808" r:id="rId7"/>
    <p:sldId id="4809" r:id="rId8"/>
    <p:sldId id="4821" r:id="rId9"/>
    <p:sldId id="4822" r:id="rId10"/>
    <p:sldId id="4812" r:id="rId11"/>
    <p:sldId id="4813" r:id="rId12"/>
    <p:sldId id="4773" r:id="rId13"/>
    <p:sldId id="4837" r:id="rId14"/>
    <p:sldId id="4774" r:id="rId15"/>
    <p:sldId id="4789" r:id="rId16"/>
    <p:sldId id="4832" r:id="rId17"/>
    <p:sldId id="4833" r:id="rId18"/>
    <p:sldId id="4838" r:id="rId19"/>
    <p:sldId id="4834" r:id="rId20"/>
    <p:sldId id="4835" r:id="rId21"/>
    <p:sldId id="4836" r:id="rId22"/>
    <p:sldId id="282" r:id="rId23"/>
    <p:sldId id="280" r:id="rId24"/>
    <p:sldId id="4711" r:id="rId25"/>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40" autoAdjust="0"/>
    <p:restoredTop sz="95033" autoAdjust="0"/>
  </p:normalViewPr>
  <p:slideViewPr>
    <p:cSldViewPr>
      <p:cViewPr varScale="1">
        <p:scale>
          <a:sx n="110" d="100"/>
          <a:sy n="110" d="100"/>
        </p:scale>
        <p:origin x="320" y="76"/>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39:48.641"/>
    </inkml:context>
    <inkml:brush xml:id="br0">
      <inkml:brushProperty name="width" value="0.05" units="cm"/>
      <inkml:brushProperty name="height" value="0.05" units="cm"/>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3.244"/>
    </inkml:context>
    <inkml:brush xml:id="br0">
      <inkml:brushProperty name="width" value="0.05" units="cm"/>
      <inkml:brushProperty name="height" value="0.05" units="cm"/>
    </inkml:brush>
  </inkml:definitions>
  <inkml:trace contextRef="#ctx0" brushRef="#br0">15 0 24575,'-3'4'0,"1"0"0,0 0 0,1 0 0,-1 1 0,1-1 0,0 0 0,0 1 0,0-1 0,1 0 0,-1 1 0,1-1 0,1 6 0,-2 1 0,1 15 0,2 1 0,1 0 0,0-1 0,2 1 0,2-1 0,11 34 0,-7-26 0,-1 1 0,8 63 0,-15 89-441,-3-158-483,0 13-5902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3.493"/>
    </inkml:context>
    <inkml:brush xml:id="br0">
      <inkml:brushProperty name="width" value="0.05" units="cm"/>
      <inkml:brushProperty name="height" value="0.05" units="cm"/>
    </inkml:brush>
  </inkml:definitions>
  <inkml:trace contextRef="#ctx0" brushRef="#br0">17 0 24575,'0'6'0,"-3"6"0,0 8 0,-1 5 0,1 7 0,1 6 0,1 5 0,0 6 0,1 6 0,0 6 0,0 5 0,0 4 0,1-9-8191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35.819"/>
    </inkml:context>
    <inkml:brush xml:id="br0">
      <inkml:brushProperty name="width" value="0.05" units="cm"/>
      <inkml:brushProperty name="height" value="0.05" units="cm"/>
    </inkml:brush>
  </inkml:definitions>
  <inkml:trace contextRef="#ctx0" brushRef="#br0">0 0 23866,'0'10631'0,"18535"-10631"0,-18535-10631 0,-18535 10631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8.745"/>
    </inkml:context>
    <inkml:brush xml:id="br0">
      <inkml:brushProperty name="width" value="0.05" units="cm"/>
      <inkml:brushProperty name="height" value="0.05" units="cm"/>
    </inkml:brush>
  </inkml:definitions>
  <inkml:trace contextRef="#ctx0" brushRef="#br0">469 59 24575,'-5'-1'0,"0"0"0,0 0 0,0 0 0,0-1 0,1 0 0,-1 0 0,1 0 0,-1 0 0,-4-4 0,-12-5 0,10 6 0,0 0 0,0 1 0,0 0 0,-1 1 0,0 1 0,0 0 0,1 0 0,-1 1 0,-15 1 0,19 1 0,0 0 0,0 0 0,0 1 0,1 0 0,-1 0 0,0 1 0,1 0 0,-1 0 0,1 1 0,0 0 0,0 0 0,1 0 0,-1 1 0,-9 9 0,3 1 0,1-1 0,0 2 0,1 0 0,0 0 0,1 1 0,1 0 0,1 1 0,1-1 0,-9 30 0,6-8 0,1 1 0,2-1 0,-2 65 0,7-80 0,2 0 0,1-1 0,1 1 0,1-1 0,1 1 0,10 35 0,-11-51 0,0 0 0,0 0 0,1 0 0,0 0 0,1-1 0,-1 1 0,1-1 0,1-1 0,-1 1 0,1-1 0,0 0 0,1 0 0,-1 0 0,1-1 0,0 0 0,1-1 0,-1 1 0,1-1 0,0-1 0,0 0 0,10 4 0,1-3 0,1-1 0,-1-1 0,1 0 0,-1-2 0,1 0 0,-1-1 0,0-1 0,1 0 0,36-11 0,-18 1 0,0-1 0,0-3 0,63-35 0,-72 35 0,-1-2 0,-1-1 0,-1-1 0,-1-1 0,41-43 0,-57 52 0,1 0 0,-1-1 0,-1 0 0,0 0 0,-1-1 0,6-18 0,-9 22 0,-1 0 0,-1 0 0,0 0 0,0-1 0,-1 1 0,0-1 0,-1 1 0,0-1 0,-1 1 0,-2-12 0,1 12 16,0 1-1,-1-1 1,0 1-1,-1-1 1,0 1-1,0 0 1,-1 1-1,0-1 1,-1 1-1,-11-14 1,7 12 5,-1 0 1,1 1-1,-1 0 0,-1 1 1,0 0-1,0 1 0,-13-6 1,4 3-193,-1 2 0,0 1 1,0 1-1,0 0 0,-1 2 1,0 0-1,1 2 0,-1 1 1,-25 1-1,-7 5-6655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9.211"/>
    </inkml:context>
    <inkml:brush xml:id="br0">
      <inkml:brushProperty name="width" value="0.05" units="cm"/>
      <inkml:brushProperty name="height" value="0.05" units="cm"/>
    </inkml:brush>
  </inkml:definitions>
  <inkml:trace contextRef="#ctx0" brushRef="#br0">220 147 24575,'-1'5'0,"1"-1"0,-1 0 0,0 0 0,0 0 0,-1 0 0,1 0 0,-1 0 0,0 0 0,0 0 0,0-1 0,-5 8 0,-37 38 0,25-28 0,-29 29 0,28-30 0,-33 41 0,52-59 0,-1 0 0,1 0 0,-1 0 0,1 1 0,0-1 0,0 0 0,0 0 0,0 1 0,1-1 0,-1 1 0,1-1 0,-1 1 0,1-1 0,0 1 0,0-1 0,0 1 0,0-1 0,0 1 0,2 4 0,-1-4 0,1 1 0,0-1 0,-1 0 0,1 1 0,1-1 0,-1 0 0,0 0 0,1 0 0,-1-1 0,1 1 0,5 4 0,6 2 0,1 0 0,-1-1 0,1 0 0,28 9 0,-6-5 0,-1-1 0,1-2 0,1-2 0,0-1 0,68 1 0,-75-7 0,-1-2 0,1 0 0,0-2 0,-1-2 0,0 0 0,0-2 0,47-19 0,-64 20 0,1 1 0,-1-2 0,0 0 0,-1 0 0,0-1 0,0-1 0,-1 0 0,0-1 0,-1 0 0,0 0 0,0-1 0,10-19 0,-14 21 0,-2 1 0,1-1 0,-1 0 0,-1 0 0,0 0 0,0 0 0,-1-1 0,-1 1 0,1-1 0,-2 1 0,1-1 0,-2 0 0,1 1 0,-1-1 0,-1 0 0,0 1 0,0 0 0,-6-15 0,3 13-76,0-1 1,-1 1-1,0 0 0,-1 1 0,-1-1 0,1 1 0,-2 1 0,0 0 1,0 0-1,0 0 0,-2 1 0,1 1 0,-1 0 0,0 0 1,0 1-1,-1 0 0,-21-8 0,11 8-6750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23.801"/>
    </inkml:context>
    <inkml:brush xml:id="br0">
      <inkml:brushProperty name="width" value="0.05" units="cm"/>
      <inkml:brushProperty name="height" value="0.05" units="cm"/>
    </inkml:brush>
  </inkml:definitions>
  <inkml:trace contextRef="#ctx0" brushRef="#br0">8 50 24575,'0'-1'0,"0"1"0,-1 0 0,1 0 0,0 0 0,0 0 0,-1 0 0,1 0 0,0 0 0,0 0 0,-1 0 0,1 0 0,0 0 0,0 0 0,0 0 0,-1 1 0,1-1 0,0 0 0,0 0 0,-1 0 0,1 0 0,0 0 0,0 0 0,0 0 0,-1 1 0,1-1 0,0 0 0,0 0 0,0 0 0,0 0 0,0 1 0,-1-1 0,1 0 0,0 0 0,0 1 0,0-1 0,0 0 0,0 0 0,0 0 0,0 1 0,0-1 0,0 0 0,0 0 0,0 1 0,0-1 0,0 0 0,0 0 0,0 1 0,0-1 0,0 0 0,0 0 0,0 1 0,0-1 0,0 0 0,0 0 0,0 0 0,0 1 0,1-1 0,-1 0 0,0 0 0,0 0 0,0 1 0,0-1 0,1 0 0,-1 0 0,0 0 0,0 0 0,1 1 0,15 11 0,5-8 0,0-1 0,0-1 0,0 0 0,0-2 0,27-2 0,-25 1 0,913-56 0,-922 56 91,-8 1-253,0-1 0,0 1 1,0-1-1,-1 0 0,1-1 0,0 0 1,-1 1-1,9-6 0,-3 0-6664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24.079"/>
    </inkml:context>
    <inkml:brush xml:id="br0">
      <inkml:brushProperty name="width" value="0.05" units="cm"/>
      <inkml:brushProperty name="height" value="0.05" units="cm"/>
    </inkml:brush>
  </inkml:definitions>
  <inkml:trace contextRef="#ctx0" brushRef="#br0">0 11 24575,'1'-1'0,"-1"1"0,0-1 0,0 1 0,0-1 0,0 1 0,0-1 0,1 1 0,-1-1 0,0 1 0,0-1 0,0 1 0,1 0 0,-1-1 0,0 1 0,1 0 0,-1-1 0,0 1 0,1 0 0,-1-1 0,1 1 0,-1 0 0,1 0 0,-1-1 0,0 1 0,1 0 0,-1 0 0,1 0 0,-1 0 0,1-1 0,-1 1 0,1 0 0,-1 0 0,1 0 0,-1 0 0,1 0 0,-1 0 0,1 0 0,0 1 0,22 3 0,-21-4 0,42 12 0,83 36 0,-102-36 0,0 0 0,-1 2 0,-1 1 0,34 27 0,-53-38 0,0-1 0,0 1 0,-1 0 0,1 0 0,-1 0 0,0 0 0,0 0 0,0 1 0,0 0 0,-1-1 0,0 1 0,0 0 0,2 7 0,-4-8 0,1 0 0,-1 0 0,0 0 0,-1 1 0,1-1 0,-1 0 0,1 0 0,-1 0 0,-1 0 0,1 0 0,0 0 0,-1 0 0,0 0 0,0-1 0,0 1 0,0-1 0,-4 5 0,-7 8-227,-1-1-1,0-1 1,-1 0-1,0-1 1,-21 13-1,-4 1-6598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25.372"/>
    </inkml:context>
    <inkml:brush xml:id="br0">
      <inkml:brushProperty name="width" value="0.05" units="cm"/>
      <inkml:brushProperty name="height" value="0.05" units="cm"/>
    </inkml:brush>
  </inkml:definitions>
  <inkml:trace contextRef="#ctx0" brushRef="#br0">105 326 24575,'2'-5'0,"2"11"0,3 12 0,5 106 0,-5 0 0,-13 167 0,-55 244 0,57-509 0,0-5 0,1 0 0,0 33 0,3-53 0,0 0 0,1 1 0,-1-1 0,0 0 0,0 0 0,1 1 0,-1-1 0,1 0 0,-1 0 0,1 0 0,0 0 0,-1 0 0,1 0 0,0 0 0,0 0 0,0 0 0,-1 0 0,1 0 0,0 0 0,0-1 0,0 1 0,0 0 0,1-1 0,-1 1 0,0-1 0,0 1 0,0-1 0,0 1 0,1-1 0,-1 0 0,0 0 0,0 1 0,1-1 0,-1 0 0,0 0 0,0 0 0,3-1 0,6 1 0,0-2 0,0 1 0,18-6 0,-16 4 0,428-63-343,5 36-134,-302 22 432,1239-56 45,-1342 64 0,-16 1 0,39-6 0,-63 5 6,1 1 0,-1-1 0,1 0 0,0 0 0,-1-1 0,1 1 1,-1 0-1,1 0 0,0 0 0,-1 0 0,1 0 0,-1-1 0,1 1 0,-1 0 1,1 0-1,-1-1 0,1 1 0,-1 0 0,1-1 0,-1 1 0,1-1 0,-1 1 0,0 0 1,1-1-1,-1 1 0,0-1 0,1 1 0,-1-1 0,0 0 0,1 1 0,-1-1 0,0 1 1,0-1-1,0 1 0,0-1 0,0 0 0,0 1 0,0-1 0,0 1 0,0-1 0,0 0 1,0 1-1,0-1 0,0 1 0,0-1 0,-1 0 0,-1-4 71,0 1 1,0-1-1,-1 1 0,0 0 1,-3-4-1,-4-6 37,-9-28-114,1 0 0,3-1 0,-13-58 0,15 52 0,-23-90 0,6-2 0,6-1 0,6 0 0,1-227 0,25 312 0,-4 33 0,-4 23 0,0 0 0,0 0 0,0 0 0,0 0 0,0 0 0,0 0 0,0 0 0,0 0 0,0 0 0,-1 0 0,1 0 0,0 0 0,0 1 0,-1-1 0,1 0 0,-1 0 0,1 0 0,-1 0 0,1 1 0,-1-1 0,1 0 0,-1 0 0,0 1 0,1-1 0,-1 1 0,0-1 0,0 0 0,0 1 0,1-1 0,-1 1 0,0 0 0,0-1 0,0 1 0,0 0 0,0 0 0,-1-1 0,-4 0 0,-1 0 0,1 1 0,0 0 0,-11 0 0,7 1 0,-358 36 0,161-11 0,-121 7-87,-328 35-368,4 22 161,588-81 287,37-7 241,0 2 1,-27 8 0,39-5-1461,7 0-5600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26.510"/>
    </inkml:context>
    <inkml:brush xml:id="br0">
      <inkml:brushProperty name="width" value="0.05" units="cm"/>
      <inkml:brushProperty name="height" value="0.05" units="cm"/>
    </inkml:brush>
  </inkml:definitions>
  <inkml:trace contextRef="#ctx0" brushRef="#br0">427 242 24575,'0'0'0,"0"0"0,0-1 0,0 1 0,0-1 0,0 1 0,0 0 0,1-1 0,-1 1 0,0 0 0,0-1 0,0 1 0,0 0 0,1-1 0,-1 1 0,0 0 0,0-1 0,1 1 0,-1 0 0,0-1 0,0 1 0,1 0 0,-1 0 0,0 0 0,1-1 0,-1 1 0,0 0 0,1 0 0,-1 0 0,1 0 0,-1 0 0,1-1 0,-1 1 0,1 1 0,-1-1 0,0 0 0,0 0 0,1 0 0,-1 0 0,0 0 0,1 1 0,-1-1 0,0 0 0,0 0 0,0 1 0,1-1 0,-1 0 0,0 0 0,0 1 0,0-1 0,0 0 0,1 1 0,-1-1 0,0 0 0,0 0 0,0 1 0,0-1 0,0 0 0,0 1 0,0-1 0,0 0 0,0 1 0,0-1 0,0 0 0,0 1 0,0-1 0,0 0 0,0 1 0,0-1 0,0 0 0,0 0 0,-1 1 0,1-1 0,0 0 0,0 1 0,0-1 0,-1 0 0,1 0 0,0 1 0,0-1 0,-13 26 0,-1 0 0,-1-1 0,-1-1 0,-22 26 0,18-23 0,-30 34 0,-81 76 0,7-8 0,122-127 0,0 0 0,0 0 0,1 0 0,-1 0 0,1 1 0,0-1 0,-1 0 0,1 1 0,0-1 0,0 4 0,0-6 0,1 0 0,0 1 0,0-1 0,0 0 0,0 1 0,0-1 0,0 1 0,1-1 0,-1 0 0,0 1 0,0-1 0,0 0 0,0 1 0,0-1 0,0 0 0,1 1 0,-1-1 0,0 0 0,0 1 0,1-1 0,-1 0 0,0 1 0,0-1 0,1 0 0,-1 0 0,0 1 0,1-1 0,0 0 0,1 1 0,-1-1 0,1 1 0,-1-1 0,0 0 0,1 0 0,-1 0 0,1 0 0,-1 0 0,1 0 0,1 0 0,36-7 0,44-12 0,-3 0 0,411-45-260,4 38-127,-283 17 329,164-7 58,288-15 0,-622 30 194,-29 2-92,-1-1 1,1-1-1,-1 0 0,18-3 0,-21 1-102,-1-1 0,0 0 0,0 0 0,0 0 0,0-1 0,0 0 0,9-9 0,47-49 0,-39 37 0,-13 14 0,40-40 0,65-84 0,-115 133 0,1-1 0,-1 1 0,0-1 0,0 0 0,0 0 0,0 0 0,-1 0 0,1 0 0,-1 0 0,0 0 0,-1 0 0,1-5 0,-1 0 0,-1 1 0,0-1 0,0 0 0,-4-12 0,2 12 0,2 3 0,1 1 0,-1-1 0,1 0 0,0 1 0,0-1 0,1 0 0,0 1 0,0-1 0,0 1 0,1-1 0,-1 1 0,1-1 0,1 1 0,3-6 0,-2 1 0,0 0 0,4-18 0,-7 24 0,-3 5 0,-6 9 0,-8 17 0,-12 30 154,-69 126-1673,83-161-5307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0.412"/>
    </inkml:context>
    <inkml:brush xml:id="br0">
      <inkml:brushProperty name="width" value="0.05" units="cm"/>
      <inkml:brushProperty name="height" value="0.05" units="cm"/>
    </inkml:brush>
  </inkml:definitions>
  <inkml:trace contextRef="#ctx0" brushRef="#br0">355 155 24575,'-3'10'0,"0"0"0,1 0 0,-1 0 0,2 0 0,0 0 0,0 1 0,1 17 0,0-2 0,-6 96 0,-22 125 0,23-216 0,-38 266 0,38-237 0,3 0 0,10 119 0,-2-132 0,22 90 0,-24-125 0,0 1 0,0-1 0,1 0 0,1 0 0,0 0 0,1-1 0,0 0 0,0 0 0,1-1 0,1 0 0,0 0 0,11 8 0,-13-12 0,1-1 0,0-1 0,1 0 0,-1 0 0,1 0 0,0-1 0,0-1 0,0 1 0,0-1 0,0-1 0,0 0 0,14 0 0,11-1 0,0-2 0,36-8 0,-48 7 0,53-8-26,652-69-999,175 74 126,-2 47-269,-836-38 1135,35 3-149,-19 1 20,0-4 1,124-12-1,-196 8 236,1 0-1,-1-1 1,0 0 0,15-6 0,-21 8-44,-1-1 1,1 0 0,-1 0 0,1 0 0,-1 0-1,1 0 1,-1 0 0,1 0 0,-1 0 0,0-1 0,1 1-1,-1 0 1,0-1 0,0 1 0,0-1 0,0 1-1,0-1 1,-1 0 0,1 1 0,0-1 0,-1 0 0,1 0-1,-1 1 1,0-1 0,0 0 0,1 0 0,-1-3-1,-1 0 139,0 1-1,0-1 0,-1 0 0,1 0 0,-1 1 0,0-1 0,0 1 0,0 0 0,-5-6 1,-30-37 230,20 27-49,-163-213-155,126 156-214,-49-97-1,65 100 20,3-1 0,3-3 0,-28-105 0,50 141 0,1-1 0,2 0 0,2 0 0,2 0 0,2-1 0,1 1 0,3-1 0,9-49 0,-9 78 0,-1 9 0,-1 0 0,0 0 0,0 0 0,0-11 0,-1 15 0,0 1 0,0 0 0,0 0 0,0 0 0,-1 0 0,1 0 0,0-1 0,-1 1 0,1 0 0,-1 0 0,1 0 0,-1 0 0,1 0 0,-1 0 0,0 0 0,0 1 0,1-1 0,-1 0 0,0 0 0,0 0 0,0 1 0,0-1 0,0 0 0,0 1 0,0-1 0,0 1 0,0-1 0,0 1 0,0 0 0,-3-1 0,-9-1 0,-1 1 0,1 1 0,-1 0 0,1 1 0,-1 0 0,-17 4 0,1 0 0,-1317 115-3086,994-102 1475,-782 54 876,1074-67 629,16-2 445,0 1 1,-75 19-1,96-14 455,24-9-801,-1 0 0,1 0 0,0 0 0,-1 1 0,1-1 0,0 0 0,-1 0 0,1 0 0,0 0 0,-1 1 0,1-1 0,0 0 0,0 0 1,-1 1-1,1-1 0,0 0 0,0 0 0,-1 1 0,1-1 0,0 0 0,0 1 0,0-1 0,-1 0 0,1 1 0,0-1 0,0 1 0,0-1 0,0 0 0,0 1 1,0-1-1,0 0 0,0 1 0,0-1 0,0 1 0,0-1 0,0 0 0,0 1 0,0-1 0,0 0 0,0 1 0,1-1 0,-1 0 0,0 1 0,0-1 1,0 0-1,1 1 0,-1-1 0,0 0 0,1 1 0,14 8-4111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0.905"/>
    </inkml:context>
    <inkml:brush xml:id="br0">
      <inkml:brushProperty name="width" value="0.05" units="cm"/>
      <inkml:brushProperty name="height" value="0.05" units="cm"/>
    </inkml:brush>
  </inkml:definitions>
  <inkml:trace contextRef="#ctx0" brushRef="#br0">76 353 24575,'-2'-1'0,"0"1"0,0 0 0,0 0 0,0 1 0,0-1 0,0 0 0,0 1 0,0-1 0,0 1 0,0 0 0,0-1 0,0 1 0,0 0 0,1 0 0,-1 0 0,0 0 0,1 1 0,-1-1 0,-2 3 0,3-2 0,0 0 0,0 0 0,0 0 0,0 0 0,1 0 0,-1 1 0,1-1 0,0 0 0,-1 0 0,1 0 0,0 0 0,0 1 0,0-1 0,1 0 0,-1 0 0,0 0 0,1 0 0,0 0 0,0 3 0,12 31 0,2 0 0,26 46 0,10 21 0,-42-82 0,-5-15 0,-1 1 0,0-1 0,0 1 0,-1 0 0,0 0 0,0 0 0,0 0 0,-1 0 0,0 9 0,-1-16 0,0 0 0,0 0 0,0 0 0,0 1 0,0-1 0,0 0 0,0 0 0,0 0 0,0 0 0,0 0 0,0 0 0,0 1 0,0-1 0,0 0 0,0 0 0,0 0 0,0 0 0,0 0 0,0 0 0,-1 1 0,1-1 0,0 0 0,0 0 0,0 0 0,0 0 0,0 0 0,0 0 0,-1 0 0,1 0 0,0 0 0,0 0 0,0 0 0,0 0 0,0 0 0,0 0 0,-1 0 0,1 0 0,0 0 0,0 0 0,0 0 0,0 0 0,0 0 0,-1 0 0,1 0 0,0 0 0,0 0 0,0 0 0,0 0 0,-9-7 0,-6-10 0,-6-13 0,2-2 0,1 0 0,1-1 0,2 0 0,1-1 0,2-1 0,2 0 0,1-1 0,1 0 0,2 0 0,-2-63 0,8 84 0,1 1 0,0-1 0,1 0 0,0 1 0,1 0 0,1 0 0,0 0 0,1 0 0,1 0 0,13-24 0,-14 31 0,0 0 0,0 0 0,1 0 0,0 1 0,0 0 0,0 0 0,1 1 0,0-1 0,0 1 0,0 1 0,1 0 0,-1 0 0,1 0 0,0 1 0,0 0 0,1 0 0,-1 1 0,1 0 0,14-1 0,-9 2 0,1 1 0,0 1 0,-1 0 0,1 1 0,-1 0 0,0 1 0,1 1 0,16 6 0,-23-7 0,1 1 0,-1 0 0,0 0 0,0 0 0,0 1 0,-1 1 0,0-1 0,0 1 0,0 0 0,0 1 0,-1-1 0,0 1 0,-1 1 0,6 9 0,-9-13 0,0 0 0,0 0 0,-1 0 0,0 0 0,0 1 0,0-1 0,0 0 0,-1 1 0,0-1 0,1 1 0,-2-1 0,1 1 0,0-1 0,-1 0 0,0 1 0,0-1 0,0 0 0,-1 0 0,0 1 0,1-1 0,-1 0 0,-1-1 0,1 1 0,0 0 0,-1-1 0,0 1 0,0-1 0,-3 3 0,-7 7 0,0-2 0,0 0 0,-1 0 0,-1-2 0,-28 16 0,15-12 86,-1 0-1,0-2 0,-32 8 1,42-14-330,0-1 0,0-1 0,-1 0 0,1-2 1,-1 0-1,-19-3 0,16-1-6582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1.170"/>
    </inkml:context>
    <inkml:brush xml:id="br0">
      <inkml:brushProperty name="width" value="0.05" units="cm"/>
      <inkml:brushProperty name="height" value="0.05" units="cm"/>
    </inkml:brush>
  </inkml:definitions>
  <inkml:trace contextRef="#ctx0" brushRef="#br0">0 1 24575,'3'0'0,"10"0"0,0 0 0,-1 1 0,1 0 0,23 6 0,-33-6 0,0 0 0,1 0 0,-1 0 0,0 1 0,-1-1 0,1 1 0,0 0 0,0 0 0,-1 0 0,1 0 0,-1 0 0,0 1 0,1-1 0,-1 1 0,0-1 0,-1 1 0,1 0 0,0 0 0,-1 0 0,1 0 0,-1 0 0,0 0 0,0 0 0,0 4 0,3 19 0,-2-1 0,-1 1 0,-4 49 0,0-13 0,-12 127 0,15-185 0,0 0 0,0 0 0,1-1 0,-1 1 0,1 0 0,0 0 0,0-1 0,0 1 0,1 0 0,-1-1 0,1 1 0,0-1 0,0 0 0,0 0 0,3 4 0,-1-3 0,1 0 0,-1 0 0,0-1 0,1 1 0,0-1 0,0 0 0,0-1 0,0 1 0,7 2 0,10 1 0,0-1 0,0-1 0,0-1 0,27 1 0,-41-3 0,65 3-1365,-2-2-5461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1.544"/>
    </inkml:context>
    <inkml:brush xml:id="br0">
      <inkml:brushProperty name="width" value="0.05" units="cm"/>
      <inkml:brushProperty name="height" value="0.05" units="cm"/>
    </inkml:brush>
  </inkml:definitions>
  <inkml:trace contextRef="#ctx0" brushRef="#br0">114 12 24575,'0'0'0,"0"0"0,0-1 0,0 1 0,0-1 0,0 1 0,0-1 0,-1 1 0,1-1 0,0 1 0,0 0 0,0-1 0,0 1 0,0-1 0,-1 1 0,1 0 0,0-1 0,0 1 0,-1 0 0,1-1 0,0 1 0,-1 0 0,1-1 0,0 1 0,-1 0 0,1 0 0,0-1 0,-1 1 0,1 0 0,-1 0 0,1 0 0,0-1 0,-1 1 0,1 0 0,-1 0 0,1 0 0,-1 0 0,1 0 0,0 0 0,-1 0 0,1 0 0,-1 0 0,1 0 0,-1 0 0,1 0 0,-1 0 0,1 1 0,0-1 0,-1 0 0,1 0 0,-1 0 0,1 1 0,0-1 0,-1 0 0,1 0 0,0 1 0,-1 0 0,-2 0 0,1 0 0,0 1 0,-1-1 0,1 1 0,0 0 0,0 0 0,0 0 0,-2 3 0,-2 5 0,1 0 0,1 1 0,0-1 0,0 1 0,-2 14 0,-8 62 0,11-61 0,-25 366-492,34 2 0,37 195 484,38-3 0,-72-531-1191,-3-13-4793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3.034"/>
    </inkml:context>
    <inkml:brush xml:id="br0">
      <inkml:brushProperty name="width" value="0.05" units="cm"/>
      <inkml:brushProperty name="height" value="0.05" units="cm"/>
    </inkml:brush>
  </inkml:definitions>
  <inkml:trace contextRef="#ctx0" brushRef="#br0">445 20 24575,'-2'-2'0,"1"0"0,-1 1 0,0-1 0,1 1 0,-1 0 0,0-1 0,0 1 0,0 0 0,0 0 0,0 0 0,0 0 0,0 1 0,0-1 0,0 0 0,0 1 0,-1-1 0,1 1 0,0 0 0,0 0 0,0 0 0,-1 0 0,1 0 0,-4 1 0,4 0 0,0 0 0,0 1 0,0-1 0,-1 0 0,2 1 0,-1-1 0,0 1 0,0 0 0,0-1 0,1 1 0,-1 0 0,1 0 0,-1 0 0,1 0 0,0 0 0,0 1 0,0-1 0,0 0 0,0 0 0,0 1 0,0 3 0,-4 24 0,0-1 0,1 60 0,2-40 0,-11 239-87,-30 962-768,47-942 855,1-238 0,2 0 0,23 92 0,-26-146 0,1 0 0,0-1 0,1 0 0,1 0 0,0 0 0,18 26 0,-18-32 0,0-1 0,1 0 0,0 0 0,0 0 0,0-1 0,1-1 0,0 1 0,1-1 0,-1-1 0,1 0 0,12 5 0,4-1 75,0-2 0,0-1 0,0 0 0,1-2 0,31 0 0,142-5 305,-162-1-439,651-33-2046,-72 3 636,87 7-730,446-21 2150,-6-50-1833,-982 76 2535,187-47 1,-331 63-201,-1-1 0,1-1 0,-1-1 0,0 0 1,24-16-1,-36 20-287,0 0 0,-1-1 1,0 1-1,1-1 0,-1 0 0,0-1 1,-1 1-1,1-1 0,-1 1 1,0-1-1,0 0 0,-1 0 0,1-1 1,-1 1-1,0 0 0,-1-1 1,1 0-1,-1 1 0,0-1 0,0 0 1,-1-9-1,-3-34-90,-2-1 1,-23-92-1,2 12-114,19 79 38,2 0 0,3 0 0,2 0 0,2 0 0,10-63 0,47-546 0,-58 636 0,0 11 0,1-20 0,-1-1 0,-7-62 0,5 86 0,-1 1 0,0 0 0,0 0 0,-1 0 0,0 0 0,-1 1 0,0-1 0,0 1 0,-1 0 0,0 0 0,0 0 0,-1 1 0,0 0 0,-1 0 0,-8-8 0,-3 3 0,0 0 0,0 1 0,-1 0 0,-1 2 0,0 0 0,-31-8 0,-134-27 0,176 42 0,-496-70-1435,-7 32-583,-1717 1-1005,1338 94 1385,304 16 4203,562-68-1969,6 0 933,-37 9-1,51-11-1355,0 1-1,-1 0 0,1 0 1,0 1-1,0 0 0,0 0 1,0 0-1,1 0 1,-1 1-1,-7 7 0,-73 72-172,0 0 0,78-76 0,0 1 0,0-1 0,0-1 0,-1 0 0,0 0 0,0 0 0,-1-1 0,1 0 0,-1-1 0,0 0 0,-1 0 0,1-1 0,0 0 0,-1 0 0,0-1 0,0-1 0,0 0 0,0 0 0,-10-1 0,-64-2 0,-38 3 0,119-1 31,-1 1 0,0 0 0,1-1 0,-1 2 0,1-1 0,-1 0 0,1 1 0,-1 0 1,1-1-1,-6 5 0,9-5-73,-1 0 0,0-1 1,0 1-1,0 0 0,0 0 1,1-1-1,-1 1 1,0 0-1,1 0 0,-1 0 1,1 0-1,-1 0 0,1 0 1,-1 0-1,1 0 1,0 0-1,-1 0 0,1 0 1,0 0-1,0 0 0,0 0 1,0 0-1,0 0 1,0 0-1,0 0 0,0 0 1,0 0-1,0 1 0,1-1 1,-1 0-1,0 0 1,1 0-1,-1 0 0,1 0 1,-1-1-1,1 1 0,0 0 1,-1 0-1,1 0 1,0 1-1,9 7-6784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3.545"/>
    </inkml:context>
    <inkml:brush xml:id="br0">
      <inkml:brushProperty name="width" value="0.05" units="cm"/>
      <inkml:brushProperty name="height" value="0.05" units="cm"/>
    </inkml:brush>
  </inkml:definitions>
  <inkml:trace contextRef="#ctx0" brushRef="#br0">116 306 24575,'-10'-1'0,"3"1"0,0 0 0,0 0 0,-1 1 0,1 0 0,-7 2 0,12-2 0,0-1 0,-1 1 0,1 0 0,0 1 0,0-1 0,0 0 0,0 0 0,0 1 0,0 0 0,1-1 0,-1 1 0,0 0 0,1-1 0,0 1 0,-1 0 0,1 0 0,0 0 0,0 1 0,-1 2 0,-3 7 0,2 0 0,-1 0 0,2 1 0,-1-1 0,0 18 0,3 68 0,1-55 0,-1-8 0,1 0 0,2 1 0,1-1 0,14 53 0,-9-71 0,-9-17 0,0 0 0,0 0 0,0 1 0,1-1 0,-1 0 0,0 0 0,0 0 0,0 0 0,1 0 0,-1 0 0,0 0 0,0 0 0,0 0 0,1 0 0,-1 0 0,0 0 0,0 0 0,0 0 0,1 0 0,-1 0 0,0 0 0,0-1 0,0 1 0,1 0 0,-1 0 0,0 0 0,0 0 0,0 0 0,0 0 0,1 0 0,-1-1 0,0 1 0,0 0 0,0 0 0,0 0 0,0 0 0,0-1 0,0 1 0,1 0 0,-1 0 0,0 0 0,0-1 0,1-3 0,1 0 0,-1-1 0,0 1 0,0-1 0,1-8 0,7-79 0,21-187 0,-19 212 0,2 2 0,26-75 0,-34 125 0,1-1 0,1 2 0,0-1 0,15-23 0,-20 35 0,0 0 0,0 0 0,0 0 0,1 0 0,-1 1 0,1-1 0,0 1 0,-1 0 0,1-1 0,0 1 0,0 0 0,0 1 0,1-1 0,-1 1 0,0-1 0,1 1 0,-1 0 0,1 0 0,-1 0 0,1 1 0,-1-1 0,1 1 0,0 0 0,-1 0 0,1 0 0,-1 1 0,7 0 0,-2 2 0,0 1 0,-1-1 0,1 2 0,-1-1 0,0 1 0,0 0 0,0 0 0,0 1 0,-1 0 0,0 0 0,-1 0 0,1 1 0,7 13 0,5 8 0,-2 2 0,15 34 0,-9-9-273,-2 1 0,-3 1 0,-2 0 0,8 66 0,-15-68-6553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3.965"/>
    </inkml:context>
    <inkml:brush xml:id="br0">
      <inkml:brushProperty name="width" value="0.05" units="cm"/>
      <inkml:brushProperty name="height" value="0.05" units="cm"/>
    </inkml:brush>
  </inkml:definitions>
  <inkml:trace contextRef="#ctx0" brushRef="#br0">0 270 24575,'0'-1'0,"1"-1"0,-1 0 0,0 1 0,1-1 0,-1 1 0,1-1 0,0 1 0,-1-1 0,1 1 0,0-1 0,0 1 0,0-1 0,0 1 0,0 0 0,0 0 0,0-1 0,1 1 0,-1 0 0,0 0 0,0 0 0,2 0 0,36-18 0,-31 16 0,89-32 0,121-25 0,-105 30 0,-33 8 0,89-39 0,-166 59 0,0 1 0,0-1 0,1 1 0,-1 1 0,0-1 0,0 0 0,1 1 0,-1-1 0,1 1 0,-1 0 0,0 0 0,1 0 0,-1 1 0,0-1 0,1 1 0,5 2 0,-6-2 0,0 1 0,0 0 0,0 0 0,0 0 0,0 1 0,-1-1 0,1 1 0,-1 0 0,1-1 0,-1 1 0,0 0 0,0 0 0,0 1 0,0-1 0,1 5 0,2 4 0,-1 0 0,-1 0 0,1 0 0,-2 1 0,0-1 0,0 1 0,-1 0 0,-1-1 0,0 1 0,-1 0 0,0 0 0,-6 24 0,-5 6 0,-2-2 0,-27 58 0,8-20 0,30-73 0,1 0 0,0 0 0,0 1 0,1-1 0,0 0 0,0 1 0,0-1 0,1 13 0,1-16 0,-1-1 0,1 1 0,0 0 0,-1-1 0,1 1 0,1-1 0,-1 1 0,0-1 0,0 0 0,1 1 0,0-1 0,-1 0 0,1 0 0,0 0 0,0 0 0,0 0 0,0-1 0,0 1 0,0-1 0,1 1 0,-1-1 0,1 0 0,-1 0 0,3 1 0,11 4 0,0-2 0,1 0 0,-1 0 0,1-2 0,-1 0 0,28-1 0,102-10 0,-138 8 0,161-19-1365,-94 10-5461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4.570"/>
    </inkml:context>
    <inkml:brush xml:id="br0">
      <inkml:brushProperty name="width" value="0.05" units="cm"/>
      <inkml:brushProperty name="height" value="0.05" units="cm"/>
    </inkml:brush>
  </inkml:definitions>
  <inkml:trace contextRef="#ctx0" brushRef="#br0">2 126 24575,'0'-126'0,"-1"470"0,5 456 0,24-485-1365,-20-268-5461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5.096"/>
    </inkml:context>
    <inkml:brush xml:id="br0">
      <inkml:brushProperty name="width" value="0.05" units="cm"/>
      <inkml:brushProperty name="height" value="0.05" units="cm"/>
    </inkml:brush>
  </inkml:definitions>
  <inkml:trace contextRef="#ctx0" brushRef="#br0">1400 76 24575,'-8'-7'0,"-1"0"0,0 0 0,-1 1 0,1 0 0,-1 1 0,0 0 0,0 0 0,-1 1 0,1 1 0,-1-1 0,-19-2 0,-6 1 0,1 2 0,-48 1 0,-4 5 0,1 5 0,0 3 0,0 4 0,1 4 0,1 3 0,-92 38 0,113-35 0,-71 39 0,110-51 0,1 1 0,1 1 0,0 1 0,1 1 0,-36 37 0,52-48 0,0 0 0,0 0 0,0 0 0,1 1 0,0 0 0,0 0 0,0 0 0,1 0 0,0 0 0,1 1 0,0-1 0,0 1 0,0 0 0,1 0 0,0-1 0,1 1 0,0 0 0,0 0 0,0 0 0,1 0 0,0 0 0,1-1 0,0 1 0,0 0 0,0-1 0,1 0 0,0 1 0,1-1 0,0 0 0,0-1 0,0 1 0,1-1 0,6 7 0,5 4 5,1 0 1,0-1-1,1-1 0,1-1 0,0-1 1,1 0-1,1-2 0,24 11 0,14 2-122,112 31-1,-53-27-292,0-6 0,224 14 0,-150-32-342,203-21 1,60-48 798,-377 47-217,-1-3 0,0-4-1,121-57 1,-163 64 132,0-2 0,-2 0 0,48-40 0,-69 50 53,-1 0-1,-1 0 1,0-1 0,0 0-1,-1-1 1,0 0-1,-1 0 1,-1-1-1,0 0 1,0-1-1,-1 1 1,5-21-1,-9 27 57,-1 0 0,0 0 0,0 0 0,-1-1 1,0 1-1,0 0 0,0 0 0,-1 0 0,0 0 0,-1 0 0,1 0 0,-1 0 0,-6-12 0,4 11 37,-1 0 0,0 0 0,0 0 0,-1 1 0,0 0 0,-1 0 0,0 0-1,0 1 1,-10-8 0,-5 0-28,0 1 0,-1 1-1,-1 1 1,0 1-1,0 1 1,-44-9 0,-11 2-65,-2 3 0,-141-3 1,-162 24-1337,248 1-4709</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5.824"/>
    </inkml:context>
    <inkml:brush xml:id="br0">
      <inkml:brushProperty name="width" value="0.05" units="cm"/>
      <inkml:brushProperty name="height" value="0.05" units="cm"/>
    </inkml:brush>
  </inkml:definitions>
  <inkml:trace contextRef="#ctx0" brushRef="#br0">16 0 24575,'-1'3'0,"-1"-1"0,0 0 0,1 1 0,0-1 0,-1 1 0,1-1 0,0 1 0,0-1 0,1 1 0,-1 0 0,0 0 0,1-1 0,0 1 0,-1 0 0,2 3 0,3 44 0,-3-46 0,19 154 0,-7 1 0,-6 0 0,-17 186 0,-26 198 0,36-535 0,0 1 0,1-1 0,0 1 0,1-1 0,0 1 0,0-1 0,1 0 0,0 0 0,0 0 0,1 0 0,0-1 0,0 1 0,1-1 0,0 0 0,0 0 0,11 10 0,-1-3 0,0 0 0,2 0 0,0-2 0,0 0 0,33 17 0,-25-18 0,0-1 0,0-1 0,1-1 0,0-1 0,50 6 0,137-1 0,-213-12 0,652-24-480,-4-57-1,-629 78 481,283-47 0,-7-21 0,-289 69 0,16-5 0,43-18 0,-61 22 0,1 1 0,-1 0 0,1-1 0,-1 0 0,0 0 0,0 0 0,0-1 0,0 1 0,-1-1 0,0 0 0,1 0 0,-1 0 0,-1 0 0,6-10 0,-7 11 22,-1-1 0,1 1 0,-1-1-1,1 1 1,-1-1 0,0 0-1,-1 1 1,1-1 0,0 0-1,-1 1 1,0-1 0,0 1 0,0-1-1,0 1 1,-4-7 0,-4-6 153,0 1 0,-11-16 0,4 8-87,-11-24-88,1-1 0,3-1 0,2-1 0,3 0 0,1-2 0,3 0 0,2-1 0,3 0 0,-4-61 0,9 10 0,4 0 0,4-1 0,32-178 0,-35 280 0,5-33 0,-5 25 0,-3 20 0,-30 174 171,-10 212 0,37-267-740,6-1 0,26 200 0,-15-253-6257</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1.617"/>
    </inkml:context>
    <inkml:brush xml:id="br0">
      <inkml:brushProperty name="width" value="0.05" units="cm"/>
      <inkml:brushProperty name="height" value="0.05" units="cm"/>
    </inkml:brush>
  </inkml:definitions>
  <inkml:trace contextRef="#ctx0" brushRef="#br0">1 1 24575,'0'2'0,"0"7"0,0 5 0,0 2 0,0 1 0,0 1 0,3 0 0,0-1 0,4 0 0,-1 0 0,2 2 0,0 1 0,-2 2 0,-2 1 0,-1-4-8191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1.834"/>
    </inkml:context>
    <inkml:brush xml:id="br0">
      <inkml:brushProperty name="width" value="0.05" units="cm"/>
      <inkml:brushProperty name="height" value="0.05" units="cm"/>
    </inkml:brush>
  </inkml:definitions>
  <inkml:trace contextRef="#ctx0" brushRef="#br0">0 1 24575,'8'219'0,"-3"-171"0,2 0 0,20 71 0,54 96 0,-5-18 0,-60-128-1365,-11-40-5461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2.023"/>
    </inkml:context>
    <inkml:brush xml:id="br0">
      <inkml:brushProperty name="width" value="0.05" units="cm"/>
      <inkml:brushProperty name="height" value="0.05" units="cm"/>
    </inkml:brush>
  </inkml:definitions>
  <inkml:trace contextRef="#ctx0" brushRef="#br0">32 0 24575,'-3'8'0,"0"11"0,-1 11 0,1 8 0,-1 3 0,-1 3 0,1 2 0,1-1 0,1-1 0,3-1 0,2-1 0,1-7-8191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2.597"/>
    </inkml:context>
    <inkml:brush xml:id="br0">
      <inkml:brushProperty name="width" value="0.05" units="cm"/>
      <inkml:brushProperty name="height" value="0.05" units="cm"/>
    </inkml:brush>
  </inkml:definitions>
  <inkml:trace contextRef="#ctx0" brushRef="#br0">17 0 24575,'0'3'0,"-3"3"0,0 7 0,-1 3 0,1 2 0,2 4 0,-1 3 0,2 2 0,-1 4 0,1 3 0,0 2 0,1 3 0,-1-5-8191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2.826"/>
    </inkml:context>
    <inkml:brush xml:id="br0">
      <inkml:brushProperty name="width" value="0.05" units="cm"/>
      <inkml:brushProperty name="height" value="0.05" units="cm"/>
    </inkml:brush>
  </inkml:definitions>
  <inkml:trace contextRef="#ctx0" brushRef="#br0">7 0 24575,'1'179'0,"-2"196"0,-2-324-1365,0-6-5461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2.982"/>
    </inkml:context>
    <inkml:brush xml:id="br0">
      <inkml:brushProperty name="width" value="0.05" units="cm"/>
      <inkml:brushProperty name="height" value="0.05" units="cm"/>
    </inkml:brush>
  </inkml:definitions>
  <inkml:trace contextRef="#ctx0" brushRef="#br0">1 0 24575,'0'3'0,"0"3"0,0 4 0,0 3 0,2 2 0,2 0 0,0-1-8191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0.934"/>
    </inkml:context>
    <inkml:brush xml:id="br0">
      <inkml:brushProperty name="width" value="0.05" units="cm"/>
      <inkml:brushProperty name="height" value="0.05" units="cm"/>
    </inkml:brush>
  </inkml:definitions>
  <inkml:trace contextRef="#ctx0" brushRef="#br0">0 4 24575,'0'-3'0,"0"2"0,0 7 0,0 5 0,0 6 0,0 5 0,0 8 0,0 6 0,0 6 0,0 4 0,3 2 0,1 1 0,-1 1 0,3-1 0,-1 3 0,3 1 0,-1-1 0,-2-9-8191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4.532"/>
    </inkml:context>
    <inkml:brush xml:id="br0">
      <inkml:brushProperty name="width" value="0.05" units="cm"/>
      <inkml:brushProperty name="height" value="0.05" units="cm"/>
    </inkml:brush>
  </inkml:definitions>
  <inkml:trace contextRef="#ctx0" brushRef="#br0">160 543 24575,'4'-5'0,"0"0"0,0 0 0,-1-1 0,0 1 0,0-1 0,3-9 0,2-2 0,5-13 0,0-1 0,-2 0 0,-1 0 0,-2-1 0,-1 0 0,-1-1 0,-2 1 0,-2-1 0,-2-64 0,-1 88 0,-1-1 0,1 1 0,-2 0 0,1 1 0,-1-1 0,-5-10 0,7 17 0,0 1 0,0-1 0,0 0 0,0 1 0,0-1 0,0 1 0,-1 0 0,1-1 0,0 1 0,-1 0 0,1 0 0,-1 0 0,1 0 0,-1 0 0,-3-2 0,4 3 0,-1 0 0,1 0 0,-1 0 0,1 0 0,-1 0 0,1 0 0,-1 0 0,1 1 0,-1-1 0,1 1 0,-1-1 0,1 1 0,-1-1 0,1 1 0,0 0 0,-1-1 0,1 1 0,0 0 0,0 0 0,-1 0 0,1 0 0,-1 2 0,-5 4 0,1 0 0,1 0 0,-1 0 0,1 1 0,0 0 0,-7 16 0,-16 56 0,24-66 0,-23 79-141,5 1 1,-11 108-1,5 197-282,24-247 117,8 0 0,6-1-1,38 197 1,-29-265-5815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4.841"/>
    </inkml:context>
    <inkml:brush xml:id="br0">
      <inkml:brushProperty name="width" value="0.05" units="cm"/>
      <inkml:brushProperty name="height" value="0.05" units="cm"/>
    </inkml:brush>
  </inkml:definitions>
  <inkml:trace contextRef="#ctx0" brushRef="#br0">9 354 24575,'-5'-25'0,"5"23"0,-1 0 0,0-1 0,1 1 0,-1 0 0,1-1 0,0 1 0,0-1 0,0 1 0,0 0 0,0-1 0,0 1 0,1-1 0,-1 1 0,1 0 0,0-3 0,4-5 0,0 0 0,1 0 0,0 1 0,1 0 0,0 0 0,0 0 0,1 1 0,0 0 0,9-6 0,16-12 0,39-22 0,-42 29 0,4-5 0,-20 14 0,0-1 0,1 2 0,0 0 0,1 1 0,0 0 0,0 1 0,23-6 0,-38 13 0,1 0 0,-1 0 0,1 0 0,-1 0 0,1 0 0,-1 0 0,1 0 0,-1 0 0,0 0 0,1 1 0,-1-1 0,1 0 0,-1 1 0,0 0 0,1-1 0,-1 1 0,0 0 0,0-1 0,1 1 0,-1 0 0,0 0 0,0 0 0,0 0 0,0 0 0,0 0 0,0 1 0,-1-1 0,1 0 0,0 0 0,0 1 0,-1-1 0,1 2 0,2 5 0,-1 1 0,0-1 0,0 0 0,1 14 0,-2-8 0,14 81-682,38 135-1,-47-212-6143</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5.013"/>
    </inkml:context>
    <inkml:brush xml:id="br0">
      <inkml:brushProperty name="width" value="0.05" units="cm"/>
      <inkml:brushProperty name="height" value="0.05" units="cm"/>
    </inkml:brush>
  </inkml:definitions>
  <inkml:trace contextRef="#ctx0" brushRef="#br0">39 66 24575,'-3'-5'0,"-1"-5"0,-2-4 0,-3 2 0,0-1 0,1 2-8191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5.326"/>
    </inkml:context>
    <inkml:brush xml:id="br0">
      <inkml:brushProperty name="width" value="0.05" units="cm"/>
      <inkml:brushProperty name="height" value="0.05" units="cm"/>
    </inkml:brush>
  </inkml:definitions>
  <inkml:trace contextRef="#ctx0" brushRef="#br0">0 190 24575,'0'6'0,"0"0"0,1 0 0,-1 0 0,1-1 0,1 1 0,-1 0 0,1-1 0,0 1 0,3 5 0,-1-2 0,2-1 0,-1 0 0,1 0 0,12 11 0,98 126 0,-123-162 0,1 0 0,0 0 0,1 0 0,1-1 0,1 1 0,0-1 0,2 0 0,0 0 0,2-25 0,0 26 0,1 0 0,0 1 0,1 0 0,1 0 0,1 0 0,0 0 0,2 0 0,-1 1 0,2 0 0,12-19 0,-15 28-227,-1 0-1,1 0 1,0 0-1,1 1 1,11-9-1,3 1-6598</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5.715"/>
    </inkml:context>
    <inkml:brush xml:id="br0">
      <inkml:brushProperty name="width" value="0.05" units="cm"/>
      <inkml:brushProperty name="height" value="0.05" units="cm"/>
    </inkml:brush>
  </inkml:definitions>
  <inkml:trace contextRef="#ctx0" brushRef="#br0">145 239 24575,'0'1'0,"0"0"0,0 0 0,-1 0 0,1-1 0,0 1 0,-1 0 0,1 0 0,-1-1 0,1 1 0,-1 0 0,1-1 0,-1 1 0,1 0 0,-1-1 0,0 1 0,1-1 0,-1 1 0,0-1 0,0 1 0,0 0 0,0-1 0,0 0 0,1 0 0,-1 1 0,0-1 0,1 0 0,-1 1 0,1-1 0,-1 1 0,0-1 0,1 1 0,-1-1 0,1 1 0,-1-1 0,1 1 0,0-1 0,-1 1 0,1 0 0,0-1 0,-1 1 0,1 0 0,0-1 0,-1 1 0,1 0 0,0-1 0,0 1 0,0 0 0,0 0 0,0-1 0,0 1 0,0 0 0,0-1 0,0 1 0,0 0 0,0 0 0,1-1 0,-1 1 0,0 0 0,0-1 0,1 1 0,-1 0 0,2 1 0,-1 0 0,1 0 0,-1 0 0,1 0 0,0 0 0,0 0 0,0-1 0,0 1 0,0-1 0,0 0 0,0 1 0,0-1 0,1 0 0,-1 0 0,0 0 0,1-1 0,-1 1 0,1-1 0,-1 1 0,1-1 0,-1 0 0,1 0 0,-1 0 0,1 0 0,-1 0 0,1 0 0,-1-1 0,1 0 0,-1 1 0,0-1 0,1 0 0,1-1 0,1 0 0,0 0 0,0 0 0,-1 0 0,1-1 0,-1 0 0,0 0 0,0 0 0,0 0 0,0 0 0,0-1 0,-1 0 0,1 0 0,-1 0 0,5-9 0,-6 7 0,0-1 0,0 0 0,-1 1 0,0-1 0,0 0 0,0 0 0,-1 0 0,0 1 0,-1-1 0,0 0 0,0 0 0,0 0 0,0 1 0,-1-1 0,0 1 0,-1-1 0,0 1 0,0 0 0,-5-9 0,3 7 0,0 0 0,0 0 0,-1 1 0,0 0 0,0 0 0,-1 1 0,0-1 0,0 1 0,0 1 0,-1 0 0,0 0 0,0 0 0,0 1 0,-9-4 0,13 7 0,1 0 0,-1 0 0,0 0 0,1 0 0,-1 1 0,0-1 0,0 1 0,1 0 0,-1 0 0,0 0 0,0 1 0,1-1 0,-1 1 0,0 0 0,1 0 0,-1 0 0,1 1 0,-1-1 0,1 1 0,0 0 0,-1 0 0,1 0 0,0 0 0,0 0 0,0 1 0,1 0 0,-1-1 0,1 1 0,-1 0 0,1 0 0,0 0 0,0 1 0,0-1 0,1 0 0,-2 5 0,-3 5 0,2 0 0,0 0 0,1 1 0,0-1 0,1 1 0,0 0 0,1 0 0,1 20 0,2-19 38,-1 1 0,2-1 0,0 0 0,0 0 0,2 0 0,0-1 0,0 1 0,15 25 0,-15-31-160,1 0 0,1 0 0,0 0 0,0-1 0,0 0 0,1 0 0,0-1 0,0 0 0,1 0 1,0-1-1,0-1 0,1 1 0,13 4 0,12 3-6704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6.195"/>
    </inkml:context>
    <inkml:brush xml:id="br0">
      <inkml:brushProperty name="width" value="0.05" units="cm"/>
      <inkml:brushProperty name="height" value="0.05" units="cm"/>
    </inkml:brush>
  </inkml:definitions>
  <inkml:trace contextRef="#ctx0" brushRef="#br0">129 117 24575,'-10'-10'0,"0"1"0,-18-13 0,24 20 0,1-1 0,-1 1 0,0 0 0,1 1 0,-1-1 0,0 1 0,0-1 0,0 1 0,0 0 0,0 0 0,-1 1 0,-6-1 0,10 1 0,0 1 0,0-1 0,-1 0 0,1 1 0,0-1 0,0 0 0,0 1 0,0 0 0,0-1 0,0 1 0,0-1 0,1 1 0,-1 0 0,0 0 0,0 0 0,0-1 0,1 1 0,-1 0 0,0 0 0,1 0 0,-1 0 0,1 0 0,-1 0 0,1 0 0,-1 0 0,1 1 0,0-1 0,0 0 0,-1 0 0,1 0 0,0 0 0,0 0 0,0 1 0,0-1 0,0 0 0,1 0 0,-1 0 0,1 2 0,0 7 0,1-1 0,0 1 0,5 12 0,-5-17 0,17 46 0,2-1 0,2-1 0,2-1 0,48 69 0,-72-115 0,4 5 0,1 1 0,-1-1 0,11 9 0,-15-15 0,0 0 0,1 0 0,-1 0 0,0 0 0,1 0 0,-1-1 0,0 1 0,1 0 0,-1-1 0,1 1 0,-1-1 0,3 1 0,-4-1 0,1 0 0,0 0 0,0-1 0,0 1 0,-1 0 0,1 0 0,0 0 0,0-1 0,-1 1 0,1 0 0,0-1 0,-1 1 0,1-1 0,0 1 0,-1 0 0,1-1 0,0 0 0,-1 1 0,1-1 0,-1 1 0,1-1 0,-1 0 0,0 1 0,1-1 0,0-1 0,4-11 0,-1 0 0,1 0 0,-2-1 0,0 0 0,-1 1 0,0-1 0,-1-21 0,3-6 0,2-23 0,22-84 0,-27 143 0,0 1 0,1-1 0,0 1 0,0-1 0,3-4 0,-4 8 0,-1 1 0,0-1 0,0 1 0,1-1 0,-1 1 0,1-1 0,-1 1 0,0-1 0,1 1 0,-1 0 0,1-1 0,-1 1 0,1 0 0,-1-1 0,1 1 0,-1 0 0,1 0 0,-1-1 0,1 1 0,-1 0 0,1 0 0,-1 0 0,1 0 0,-1 0 0,1 0 0,0 0 0,-1 0 0,1 0 0,-1 0 0,1 0 0,-1 0 0,1 0 0,-1 0 0,1 1 0,0-1 0,-1 0 0,1 0 0,-1 1 0,1-1 0,-1 0 0,0 1 0,1-1 0,-1 0 0,1 1 0,-1-1 0,0 0 0,1 1 0,-1-1 0,0 1 0,1-1 0,-1 1 0,0-1 0,0 1 0,1-1 0,-1 2 0,7 11 0,-1 1 0,0-1 0,-2 1 0,7 24 0,-3-8 0,3 13 0,13 40 0,-22-76 0,1 0 0,0 0 0,1 0 0,0 0 0,0-1 0,0 0 0,1 1 0,8 7 0,-12-13 0,0 0 0,-1 0 0,1 0 0,0-1 0,0 1 0,0 0 0,0-1 0,0 1 0,0-1 0,0 1 0,0-1 0,0 0 0,0 1 0,0-1 0,0 0 0,0 0 0,0 0 0,1 0 0,-1 1 0,0-2 0,0 1 0,0 0 0,0 0 0,0 0 0,0 0 0,2-1 0,-1 0 0,0-1 0,0 1 0,0-1 0,-1 1 0,1-1 0,0 1 0,-1-1 0,1 0 0,-1 0 0,1 0 0,1-4 0,3-5 0,-1-1 0,0 0 0,4-18 0,-9 30 0,12-56 0,-3 0 0,5-80 0,-14 128 50,1 4-159,0 0 0,-1-1 0,0 1 0,0 0 1,0 0-1,-1 0 0,1 0 0,-1-1 0,0 1 0,0 0 1,0 0-1,-3-4 0,-3-1-6717</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7.114"/>
    </inkml:context>
    <inkml:brush xml:id="br0">
      <inkml:brushProperty name="width" value="0.05" units="cm"/>
      <inkml:brushProperty name="height" value="0.05" units="cm"/>
    </inkml:brush>
  </inkml:definitions>
  <inkml:trace contextRef="#ctx0" brushRef="#br0">244 569 24575,'2'-3'0,"0"1"0,0-1 0,-1 0 0,1 0 0,-1 0 0,0 0 0,0 0 0,0-1 0,0 1 0,0 0 0,-1-1 0,1 1 0,-1-5 0,0-3 0,0 0 0,-3-19 0,1 19 0,-1 0 0,0 0 0,0 0 0,-1 1 0,-1 0 0,-7-14 0,9 19 0,1 1 0,-1 0 0,0-1 0,0 2 0,-1-1 0,1 0 0,-1 0 0,0 1 0,0 0 0,0 0 0,0 0 0,0 0 0,-1 1 0,1 0 0,-1-1 0,-6-1 0,8 4 0,0 0 0,0 0 0,0 0 0,0 0 0,0 0 0,1 1 0,-1-1 0,0 1 0,0 0 0,0 0 0,0 0 0,1 0 0,-1 1 0,0-1 0,1 0 0,-1 1 0,1 0 0,0 0 0,-1 0 0,1 0 0,-3 3 0,-2 3 0,1 0 0,0 0 0,0 1 0,-8 17 0,3-3 0,2 1 0,1 0 0,1 1 0,1 0 0,2 0 0,0 0 0,1 1 0,2-1 0,0 1 0,4 31 0,-2-52 0,0 1 0,0-1 0,0 0 0,1 1 0,-1-1 0,1 0 0,0 0 0,1 0 0,-1 0 0,1-1 0,0 1 0,1-1 0,-1 1 0,1-1 0,4 5 0,-4-7 0,-1 0 0,0 0 0,0 0 0,1 0 0,-1 0 0,1-1 0,0 1 0,-1-1 0,1 0 0,0 0 0,0-1 0,0 1 0,-1-1 0,1 0 0,0 0 0,0 0 0,0 0 0,0-1 0,0 1 0,0-1 0,-1 0 0,5-2 0,0 0 0,0 0 0,-1-1 0,0 0 0,1 0 0,-2-1 0,1 0 0,0 0 0,-1-1 0,0 0 0,0 0 0,-1 0 0,0-1 0,0 1 0,0-1 0,-1 0 0,6-14 0,2-7 0,-2 0 0,-1-1 0,7-35 0,-9 89 0,1 0 0,2-1 0,14 29 0,-21-48 0,1-1 0,-1 1 0,1 0 0,-1-1 0,1 0 0,1 0 0,-1 0 0,0-1 0,1 1 0,0-1 0,0 0 0,0 0 0,0-1 0,0 1 0,1-1 0,-1 0 0,0-1 0,1 1 0,0-1 0,-1 0 0,1-1 0,0 1 0,0-1 0,-1 0 0,1-1 0,0 1 0,-1-1 0,1 0 0,0-1 0,-1 1 0,1-1 0,-1 0 0,0-1 0,0 1 0,0-1 0,0 0 0,0 0 0,5-5 0,-2 1 0,0 0 0,0-1 0,-1-1 0,1 1 0,-2-1 0,0 0 0,0-1 0,0 1 0,-1-1 0,-1 0 0,0-1 0,0 1 0,4-18 0,-1-5 0,-2-1 0,-1 1 0,0-41 0,-4 38 0,-1-1 0,-1 1 0,-2 1 0,-2-1 0,-1 0 0,-2 1 0,-24-60 0,31 90 0,0 1 0,0-1 0,-1 1 0,0 0 0,1 0 0,-2 0 0,1 0 0,-6-5 0,8 8 0,0 1 0,0-1 0,0 0 0,0 1 0,0-1 0,0 1 0,0 0 0,0-1 0,0 1 0,-1 0 0,1 0 0,0-1 0,0 1 0,0 0 0,0 0 0,-1 0 0,1 1 0,0-1 0,0 0 0,0 0 0,0 1 0,-1-1 0,1 0 0,0 1 0,0-1 0,0 1 0,0 0 0,0-1 0,0 1 0,0 0 0,0-1 0,1 1 0,-1 0 0,0 0 0,0 0 0,1 0 0,-1 0 0,0 0 0,1 0 0,-1 1 0,-5 8 0,0-1 0,1 1 0,0 0 0,1 0 0,0 1 0,1-1 0,-3 15 0,0 9 0,-2 35 0,6-34 0,1 0 0,2-1 0,2 1 0,1-1 0,9 38 0,-7-47 0,1 1 0,2-1 0,0-1 0,2 0 0,0 0 0,2-1 0,20 29 0,-28-45 0,1 0 0,0-1 0,0 1 0,1-1 0,-1 0 0,1-1 0,1 0 0,-1 0 0,1 0 0,0-1 0,0 0 0,0-1 0,0 0 0,9 2 0,-11-3 0,0-1 0,1-1 0,-1 1 0,0-1 0,0 0 0,0 0 0,0-1 0,0 0 0,0 0 0,0-1 0,0 1 0,0-1 0,0 0 0,-1-1 0,1 1 0,-1-1 0,1 0 0,-1-1 0,0 1 0,0-1 0,4-4 0,3-5 0,0-1 0,-1 1 0,-1-2 0,0 0 0,-1 0 0,0 0 0,-1-1 0,7-21 0,-1-3 0,-2-1 0,9-54 0,-13 51 0,-2 0 0,-1-1 0,-3 1 0,-6-79 0,4 123 0,-7-39 0,6 37 0,1 0 0,-1 0 0,1 1 0,-1-1 0,0 0 0,0 0 0,0 1 0,0-1 0,0 0 0,0 1 0,0-1 0,-1 1 0,1-1 0,0 1 0,-1 0 0,1 0 0,-3-2 0,3 3 0,0 0 0,0 0 0,1 0 0,-1 0 0,0 0 0,0 0 0,0 0 0,0 0 0,1 0 0,-1 0 0,0 1 0,0-1 0,0 0 0,1 0 0,-1 1 0,0-1 0,0 1 0,1-1 0,-1 1 0,0-1 0,1 1 0,-1-1 0,1 1 0,-1-1 0,0 1 0,1 0 0,-1-1 0,1 1 0,0 0 0,-1 1 0,-12 24 0,12-26 0,-6 22 0,0 0 0,1 0 0,1 0 0,2 1 0,0-1 0,1 1 0,1 0 0,3 25 0,1-10 0,2 0 0,1 0 0,3 0 0,12 36 0,-16-60 0,0 0 0,1 0 0,1-1 0,0 0 0,1 0 0,0-1 0,1 0 0,12 13 0,-18-22 0,-1 0 0,1 0 0,0 0 0,1-1 0,-1 1 0,0-1 0,1 0 0,-1 0 0,1 0 0,0 0 0,0-1 0,0 1 0,0-1 0,0 0 0,0 0 0,0-1 0,0 1 0,0-1 0,0 0 0,0 0 0,0 0 0,0-1 0,0 1 0,0-1 0,0 0 0,0 0 0,0 0 0,0-1 0,0 1 0,0-1 0,-1 0 0,1 0 0,5-5 0,-1 1-341,-1 0 0,1 0-1,8-11 1,-8 6-6485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31.621"/>
    </inkml:context>
    <inkml:brush xml:id="br0">
      <inkml:brushProperty name="width" value="0.05" units="cm"/>
      <inkml:brushProperty name="height" value="0.05" units="cm"/>
    </inkml:brush>
  </inkml:definitions>
  <inkml:trace contextRef="#ctx0" brushRef="#br0">4 0 24575,'-3'0'0,"2"3"0,4 6 0,4 5 0,7 5 0,0 4 0,1 8 0,1 3 0,-3 4 0,-1 4 0,-2 3 0,-2-1 0,-4 1 0,-2-2 0,-1-3 0,-1-9-8191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32.114"/>
    </inkml:context>
    <inkml:brush xml:id="br0">
      <inkml:brushProperty name="width" value="0.05" units="cm"/>
      <inkml:brushProperty name="height" value="0.05" units="cm"/>
    </inkml:brush>
  </inkml:definitions>
  <inkml:trace contextRef="#ctx0" brushRef="#br0">70 294 24575,'-10'-15'0,"1"-2"0,0 1 0,1-1 0,1 0 0,1-1 0,0 1 0,1-1 0,-4-33 0,8 47 0,1 1 0,0-1 0,0 0 0,1 0 0,-1 0 0,1 1 0,0-1 0,-1 0 0,2 0 0,-1 1 0,0-1 0,1 1 0,0-1 0,0 1 0,0 0 0,0 0 0,0-1 0,1 1 0,-1 1 0,1-1 0,0 0 0,0 1 0,0-1 0,0 1 0,0 0 0,0 0 0,1 0 0,-1 1 0,1-1 0,-1 1 0,1 0 0,4-1 0,8-2 0,0 1 0,0 1 0,0 1 0,1 0 0,-1 1 0,22 3 0,-19-1 0,-1 1 0,0 0 0,0 2 0,-1 0 0,1 1 0,-1 1 0,-1 0 0,1 2 0,-1 0 0,0 0 0,17 16 0,-26-19 0,0 0 0,0 0 0,-1 1 0,0 0 0,0 1 0,-1 0 0,0-1 0,0 1 0,-1 1 0,5 11 0,-7-12 0,0-1 0,0 1 0,-1 0 0,0 0 0,-1-1 0,1 1 0,-2 0 0,1 0 0,-1-1 0,0 1 0,0 0 0,-1-1 0,-5 15 0,2-12 0,0 1 0,0-1 0,-1 0 0,-1 0 0,0-1 0,0 0 0,-1 0 0,0-1 0,0 0 0,-1 0 0,0-1 0,-16 10 0,12-9 0,0-1 0,0 0 0,-1-1 0,0 0 0,0-1 0,0-1 0,-1 0 0,1-1 0,-21 2 0,33-5 0,0 0 0,0 0 0,0 0 0,0 0 0,0-1 0,0 1 0,0 0 0,0-1 0,0 0 0,0 1 0,0-1 0,0 0 0,0 0 0,0 0 0,-1-1 0,2 1 0,1 1 0,0 0 0,-1-1 0,1 1 0,0-1 0,-1 1 0,1-1 0,0 1 0,0 0 0,-1-1 0,1 1 0,0-1 0,0 1 0,0-1 0,0 1 0,0-1 0,0 1 0,0-1 0,0 1 0,0-1 0,0 1 0,0-1 0,0 0 0,0 0 0,1-1 0,0 1 0,-1 0 0,1 0 0,0 0 0,-1 0 0,1 0 0,0 0 0,0 0 0,0 0 0,0 0 0,0 0 0,2 0 0,4-4 0,0 1 0,0 1 0,1-1 0,-1 1 0,1 0 0,0 1 0,0 0 0,0 0 0,1 1 0,-1 0 0,0 0 0,12 1 0,-3 1 0,0 0 0,-1 1 0,1 1 0,-1 1 0,20 6 0,-21-4 0,0 0 0,0 1 0,0 0 0,-1 2 0,23 16 0,-32-21 0,0 0 0,0 1 0,-1-1 0,1 1 0,-1 0 0,0 0 0,0 0 0,0 1 0,-1-1 0,0 1 0,0 0 0,-1 0 0,1 0 0,-1 0 0,0 0 0,-1 1 0,2 7 0,-3-11 0,0-1 0,0 0 0,-1 0 0,1 1 0,0-1 0,-1 0 0,1 0 0,-1 0 0,0 0 0,0 1 0,1-1 0,-1 0 0,-1 0 0,1-1 0,0 1 0,0 0 0,-3 3 0,1-3 0,-1 1 0,1-1 0,0 1 0,-1-1 0,1 0 0,-1 0 0,0-1 0,0 1 0,-4 0 0,-7 2 0,-1-1 0,0 0 0,-29 0 0,43-3 0,-29 1-195,0-2 0,1-1 0,-1-1 0,1-2 0,-1-1 0,-31-11 0,25 4-6631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32.576"/>
    </inkml:context>
    <inkml:brush xml:id="br0">
      <inkml:brushProperty name="width" value="0.05" units="cm"/>
      <inkml:brushProperty name="height" value="0.05" units="cm"/>
    </inkml:brush>
  </inkml:definitions>
  <inkml:trace contextRef="#ctx0" brushRef="#br0">220 95 24575,'4'-4'0,"-1"1"0,0-1 0,0 1 0,0-1 0,0 0 0,-1-1 0,1 1 0,-1 0 0,0-1 0,2-7 0,-4 11 0,1-1 0,-1 1 0,0 0 0,0-1 0,0 1 0,0 0 0,0-1 0,-1 1 0,1 0 0,0 0 0,0-1 0,-1 1 0,1 0 0,-1 0 0,1-1 0,-1 1 0,-1-2 0,1 2 0,-1-1 0,1 1 0,-1 0 0,0-1 0,1 1 0,-1 0 0,0 0 0,0 0 0,0 0 0,0 0 0,0 1 0,0-1 0,0 1 0,-3-1 0,-2 0 0,0 0 0,0 1 0,1 0 0,-1 0 0,0 1 0,0 0 0,0 0 0,0 1 0,1-1 0,-12 6 0,7-3 0,1 1 0,0 0 0,0 1 0,0 0 0,-16 14 0,21-16 0,1 1 0,-1-1 0,0 1 0,1 1 0,0-1 0,1 0 0,-1 1 0,1 0 0,0 0 0,0 0 0,1 0 0,-1 1 0,2-1 0,-3 11 0,4-12 0,-1 1 0,1-1 0,1 1 0,-1 0 0,1-1 0,0 1 0,0-1 0,1 0 0,-1 1 0,1-1 0,0 0 0,1 0 0,-1 0 0,1 0 0,0 0 0,0-1 0,8 9 0,0-2 0,0 0 0,1 0 0,1-1 0,-1-1 0,20 12 0,75 31 0,7 6 0,-113-57 0,1-1 0,0 2 0,0-1 0,-1 0 0,1 0 0,0 0 0,-1 1 0,1-1 0,-1 1 0,0-1 0,0 1 0,1 0 0,-1-1 0,0 1 0,0 0 0,-1 0 0,1 0 0,0 0 0,0 0 0,-1 0 0,1 4 0,-1-5 0,-1 1 0,1 0 0,-1 0 0,0 0 0,1-1 0,-1 1 0,0 0 0,0-1 0,0 1 0,0 0 0,-1-1 0,1 1 0,0-1 0,-1 0 0,1 0 0,0 1 0,-1-1 0,0 0 0,1 0 0,-1 0 0,0 0 0,1-1 0,-5 2 0,-16 7 69,-1-2-1,0 0 0,-1-2 0,-27 4 1,5-4-923,-56-1 1,55-5-5973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32.810"/>
    </inkml:context>
    <inkml:brush xml:id="br0">
      <inkml:brushProperty name="width" value="0.05" units="cm"/>
      <inkml:brushProperty name="height" value="0.05" units="cm"/>
    </inkml:brush>
  </inkml:definitions>
  <inkml:trace contextRef="#ctx0" brushRef="#br0">0 35 24575,'5'-5'0,"-1"1"0,0-1 0,0 2 0,1-1 0,-1 0 0,7-2 0,-11 5 0,1 1 0,0-1 0,0 1 0,0-1 0,0 1 0,0 0 0,0 0 0,0-1 0,0 1 0,0 0 0,0 0 0,0 0 0,0 0 0,0 0 0,-1 0 0,1 1 0,0-1 0,0 0 0,0 0 0,0 1 0,0-1 0,0 0 0,0 1 0,0-1 0,-1 1 0,1-1 0,0 1 0,0 0 0,0-1 0,-1 1 0,1 0 0,0-1 0,-1 1 0,1 0 0,-1 0 0,2 1 0,7 18 0,0 0 0,-1 1 0,0 0 0,-2 0 0,-1 1 0,3 23 0,-1-8 0,6 29-455,-3 1 0,1 89 0,-11-121-6371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33.169"/>
    </inkml:context>
    <inkml:brush xml:id="br0">
      <inkml:brushProperty name="width" value="0.05" units="cm"/>
      <inkml:brushProperty name="height" value="0.05" units="cm"/>
    </inkml:brush>
  </inkml:definitions>
  <inkml:trace contextRef="#ctx0" brushRef="#br0">1 412 24575,'0'-13'0,"1"-1"0,1 1 0,0-1 0,1 1 0,0 0 0,1 0 0,10-23 0,-13 33 0,1 1 0,0-1 0,0 1 0,0 0 0,0 0 0,0-1 0,0 1 0,0 1 0,1-1 0,-1 0 0,1 1 0,-1-1 0,1 1 0,0 0 0,0 0 0,-1 0 0,1 0 0,4-1 0,6 0 0,1 0 0,26 1 0,-5 0 0,-7-1 0,-7 1 0,33-6 0,-49 6 0,-1 0 0,0 0 0,1 0 0,-1-1 0,0 1 0,0-1 0,0 0 0,0-1 0,0 1 0,0-1 0,-1 1 0,1-1 0,4-5 0,-6 5 0,0-1 0,0 1 0,-1 0 0,1-1 0,-1 0 0,0 1 0,1-1 0,-1 0 0,-1 0 0,1 1 0,-1-1 0,1 0 0,-1 0 0,-1-5 0,0-9 0,-8-33 0,1 10 0,6 23 0,1 5 0,4 30 0,26 158 229,29 220-1823,-53-337-5232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43.349"/>
    </inkml:context>
    <inkml:brush xml:id="br0">
      <inkml:brushProperty name="width" value="0.05" units="cm"/>
      <inkml:brushProperty name="height" value="0.05" units="cm"/>
    </inkml:brush>
  </inkml:definitions>
  <inkml:trace contextRef="#ctx0" brushRef="#br0">0 27 24575,'46'-24'0,"-43"23"0,-1 1 0,1-1 0,-1 1 0,1 0 0,0 0 0,-1 0 0,1 0 0,0 0 0,-1 0 0,1 1 0,0 0 0,-1-1 0,1 1 0,-1 0 0,1 0 0,-1 0 0,1 0 0,-1 1 0,0-1 0,0 1 0,0-1 0,0 1 0,0 0 0,0 0 0,0 0 0,0 0 0,-1 0 0,1 0 0,2 5 0,3 7 0,1 0 0,-2 0 0,10 31 0,-9-26 0,96 295-1365,-90-268-5461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43.582"/>
    </inkml:context>
    <inkml:brush xml:id="br0">
      <inkml:brushProperty name="width" value="0.05" units="cm"/>
      <inkml:brushProperty name="height" value="0.05" units="cm"/>
    </inkml:brush>
  </inkml:definitions>
  <inkml:trace contextRef="#ctx0" brushRef="#br0">125 308 24575,'-32'-10'0,"19"7"0,0-1 0,1 0 0,-1-1 0,-21-12 0,34 16 0,-1 1 0,1 0 0,-1 0 0,1 0 0,0-1 0,-1 1 0,1 0 0,-1 0 0,1-1 0,0 1 0,-1 0 0,1-1 0,0 1 0,-1 0 0,1-1 0,0 1 0,0 0 0,-1-1 0,1 1 0,0-1 0,0 1 0,0-1 0,0 1 0,-1-1 0,1 1 0,0 0 0,0-1 0,0 1 0,0-1 0,0 1 0,0-1 0,0 1 0,0-1 0,0 1 0,1-1 0,-1 1 0,0-1 0,0 1 0,0 0 0,0-1 0,1 1 0,-1-1 0,0 1 0,0 0 0,1-1 0,-1 1 0,0 0 0,1-1 0,-1 1 0,1-1 0,24-11 0,42-7 0,118-16 0,-80 16 0,-58 11 28,198-43 277,-186 35-871,0-2 0,58-26 0,-71 22-6260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43.737"/>
    </inkml:context>
    <inkml:brush xml:id="br0">
      <inkml:brushProperty name="width" value="0.05" units="cm"/>
      <inkml:brushProperty name="height" value="0.05" units="cm"/>
    </inkml:brush>
  </inkml:definitions>
  <inkml:trace contextRef="#ctx0" brushRef="#br0">319 209 24575,'-43'-9'0,"1"-2"0,0-1 0,1-2 0,-48-23 0,81 33 0,1 0 0,0 0 0,-1-1 0,1 0 0,-6-6 0,12 11 0,0-1 0,0 0 0,0 0 0,0 1 0,0-1 0,1 0 0,-1 0 0,0 0 0,1 0 0,-1 0 0,1 0 0,-1 0 0,1 0 0,-1 0 0,1 0 0,0 0 0,0 0 0,-1 0 0,1-1 0,0 1 0,0 0 0,0 0 0,0 0 0,0 0 0,0 0 0,1 0 0,-1-1 0,0 1 0,1 0 0,-1 0 0,0 0 0,1 0 0,-1 0 0,1 0 0,0 0 0,-1 0 0,1 0 0,0 0 0,-1 1 0,1-1 0,0 0 0,0 0 0,0 1 0,0-1 0,0 0 0,0 1 0,1-1 0,7-4 0,0 0 0,0 1 0,0 0 0,1 0 0,-1 1 0,1 0 0,13-1 0,75-7 0,-86 10 0,44-2-341,-1 3 0,0 2-1,69 11 1,-63-3-6485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44.174"/>
    </inkml:context>
    <inkml:brush xml:id="br0">
      <inkml:brushProperty name="width" value="0.05" units="cm"/>
      <inkml:brushProperty name="height" value="0.05" units="cm"/>
    </inkml:brush>
  </inkml:definitions>
  <inkml:trace contextRef="#ctx0" brushRef="#br0">1 242 24575,'-1'-4'0,"1"0"0,1-1 0,-1 1 0,1 0 0,-1-1 0,1 1 0,0 0 0,1 0 0,-1 0 0,1-1 0,3-4 0,-4 7 0,1 0 0,0 0 0,0 0 0,0 0 0,0 1 0,0-1 0,0 0 0,0 1 0,1 0 0,-1 0 0,0-1 0,1 2 0,-1-1 0,1 0 0,-1 0 0,1 1 0,0-1 0,-1 1 0,1 0 0,4 0 0,-2 0 0,1 1 0,0 0 0,-1 0 0,1 1 0,-1 0 0,0 0 0,1 0 0,-1 0 0,0 1 0,0 0 0,-1 0 0,1 0 0,0 1 0,-1-1 0,8 9 0,1 2 0,0 1 0,-1 0 0,14 23 0,-18-26 0,-1 0 0,0 1 0,-1 0 0,0 1 0,-1-1 0,0 1 0,-2 0 0,1 0 0,-2 0 0,2 18 0,-4-31 0,0 0 0,0 0 0,0 0 0,0 1 0,0-1 0,0 0 0,-1 0 0,1 0 0,0 1 0,-1-1 0,1 0 0,-1 0 0,0 2 0,0-3 0,1 0 0,0 0 0,0 1 0,-1-1 0,1 0 0,0 0 0,-1 0 0,1 0 0,0 1 0,0-1 0,-1 0 0,1 0 0,0 0 0,-1 0 0,1 0 0,0 0 0,-1 0 0,1 0 0,-1 0 0,1 0 0,0 0 0,-1 0 0,1 0 0,0 0 0,-1 0 0,1-1 0,0 1 0,0 0 0,-1 0 0,-1-2 0,0 1 0,0 0 0,1-1 0,-1 1 0,1-1 0,-1 1 0,1-1 0,0 0 0,-1 0 0,1 0 0,0 1 0,0-1 0,0-3 0,-4-10 0,1 0 0,0 0 0,1-1 0,1 0 0,0-22 0,7-80 0,-3 97 0,1-1 0,1 1 0,10-32 0,-12 47 0,0 0 0,1 0 0,-1 0 0,1 1 0,0-1 0,0 1 0,1 0 0,0 0 0,0 0 0,0 0 0,0 1 0,1 0 0,-1 0 0,1 0 0,0 0 0,1 1 0,4-4 0,-7 6 0,0 0 0,0 0 0,0 1 0,0-1 0,0 1 0,0-1 0,0 1 0,0 0 0,0 0 0,0 0 0,0 0 0,0 1 0,-1-1 0,1 1 0,3 1 0,0 0 0,-1 0 0,0 1 0,0 0 0,0 0 0,0 0 0,0 0 0,5 6 0,4 6 0,0 0 0,-1 1 0,15 22 0,-27-36 0,35 57-682,50 107-1,-75-144-6143</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44.436"/>
    </inkml:context>
    <inkml:brush xml:id="br0">
      <inkml:brushProperty name="width" value="0.05" units="cm"/>
      <inkml:brushProperty name="height" value="0.05" units="cm"/>
    </inkml:brush>
  </inkml:definitions>
  <inkml:trace contextRef="#ctx0" brushRef="#br0">23 51 24575,'-10'-18'0,"-1"-1"0,11 19 0,0 0 0,0-1 0,-1 1 0,1-1 0,0 1 0,0 0 0,0-1 0,0 1 0,0-1 0,0 1 0,0 0 0,-1-1 0,1 1 0,0-1 0,1 1 0,-1-1 0,0 1 0,0 0 0,0-1 0,0 1 0,0-1 0,0 1 0,0 0 0,1-1 0,-1 1 0,0-1 0,0 1 0,1 0 0,-1-1 0,0 1 0,0 0 0,1-1 0,0 1 0,-1 0 0,1 0 0,0 0 0,-1 0 0,1 0 0,0 0 0,-1 0 0,1 0 0,0 0 0,-1 0 0,1 0 0,-1 0 0,1 1 0,0-1 0,-1 0 0,1 0 0,-1 1 0,1-1 0,-1 0 0,1 1 0,-1-1 0,1 1 0,-1-1 0,1 1 0,-1-1 0,1 2 0,14 15 0,-14-15 0,17 24 85,-1 1 0,-2 0 0,23 56 0,22 93-1535,-56-164 1195,9 30-6571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44.826"/>
    </inkml:context>
    <inkml:brush xml:id="br0">
      <inkml:brushProperty name="width" value="0.05" units="cm"/>
      <inkml:brushProperty name="height" value="0.05" units="cm"/>
    </inkml:brush>
  </inkml:definitions>
  <inkml:trace contextRef="#ctx0" brushRef="#br0">5 350 24575,'-1'0'0,"1"0"0,0 0 0,-1-1 0,1 1 0,0 0 0,-1-1 0,1 1 0,0-1 0,0 1 0,0 0 0,-1-1 0,1 1 0,0 0 0,0-1 0,0 1 0,0-1 0,0 1 0,0-1 0,-1 1 0,1 0 0,0-1 0,0 1 0,1-1 0,-1 1 0,0-1 0,0 1 0,0-1 0,0 1 0,0-1 0,12-9 0,19-1 0,-30 11 0,143-29 0,-22 6 0,-101 18 0,4 0 0,-1-1 0,1-1 0,-1-2 0,24-11 0,-42 17 0,0 0 0,-1-1 0,1 0 0,-1 0 0,0 0 0,0-1 0,0 0 0,7-9 0,-10 11 0,0-1 0,1 0 0,-1 0 0,-1 0 0,1 0 0,-1-1 0,1 1 0,-1 0 0,0-1 0,-1 1 0,1 0 0,-1-1 0,0 1 0,-1-7 0,1 5 0,-1 1 0,0 0 0,-1 0 0,0-1 0,1 1 0,-2 0 0,1 0 0,0 0 0,-1 1 0,0-1 0,0 1 0,-1-1 0,1 1 0,-8-7 0,9 9 0,0 1 0,0-1 0,0 0 0,-1 1 0,1 0 0,0-1 0,-1 1 0,1 0 0,0 0 0,-1 0 0,1 1 0,-1-1 0,0 1 0,1-1 0,-1 1 0,0 0 0,1 0 0,-1 0 0,1 0 0,-1 0 0,0 1 0,1-1 0,-1 1 0,1 0 0,-1-1 0,1 1 0,-1 1 0,1-1 0,0 0 0,-1 0 0,1 1 0,-2 1 0,-1 2 0,0 0 0,0 1 0,0-1 0,1 1 0,0 0 0,1 0 0,-1 0 0,1 1 0,0-1 0,0 1 0,1 0 0,0-1 0,0 1 0,1 0 0,-1 8 0,0 6 0,1 0 0,0 0 0,5 40 0,-3-51 31,1 1 0,0-1 0,0 0 0,1 0 0,1 0 0,0 0 0,0 0 0,0-1 1,2 0-1,8 13 0,-9-16-138,0 0 0,0-1 1,0 0-1,1 0 0,0 0 1,0-1-1,0 1 0,1-2 1,-1 1-1,1-1 0,0 0 1,0 0-1,0-1 0,0 0 1,10 2-1,17 0-6719</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45.135"/>
    </inkml:context>
    <inkml:brush xml:id="br0">
      <inkml:brushProperty name="width" value="0.05" units="cm"/>
      <inkml:brushProperty name="height" value="0.05" units="cm"/>
    </inkml:brush>
  </inkml:definitions>
  <inkml:trace contextRef="#ctx0" brushRef="#br0">62 257 24575,'-25'-47'0,"-12"-24"0,37 71 0,1 0 0,-1 0 0,0 0 0,0 0 0,0 0 0,0 0 0,0 0 0,1 0 0,-1 0 0,0 0 0,0 0 0,0 0 0,0 0 0,1 0 0,-1 0 0,0 0 0,0 0 0,0 0 0,0 0 0,0 0 0,1 0 0,-1 0 0,0 0 0,0 0 0,0 0 0,0 0 0,0 0 0,1 0 0,-1 0 0,0-1 0,0 1 0,0 0 0,0 0 0,0 0 0,0 0 0,0 0 0,1 0 0,-1-1 0,0 1 0,0 0 0,0 0 0,0 0 0,0 0 0,0 0 0,0-1 0,0 1 0,0 0 0,0 0 0,0 0 0,0 0 0,0-1 0,0 1 0,0 0 0,14 11 0,24 23 0,-11-11 0,-1 1 0,-1 1 0,-1 2 0,36 51 0,-57-74 0,-1 0 0,0 1 0,0-1 0,-1 1 0,1-1 0,-1 1 0,0-1 0,0 6 0,-1-9 0,1 0 0,-1 0 0,0 0 0,0 0 0,0 0 0,0-1 0,-1 1 0,1 0 0,0 0 0,0 0 0,-1 0 0,1 0 0,0 0 0,-1-1 0,1 1 0,0 0 0,-1 0 0,1-1 0,-1 1 0,0 0 0,1 0 0,-1-1 0,0 1 0,1-1 0,-1 1 0,0-1 0,0 1 0,1-1 0,-1 1 0,0-1 0,0 0 0,0 1 0,1-1 0,-1 0 0,0 0 0,0 1 0,0-1 0,0 0 0,0 0 0,0 0 0,0 0 0,0 0 0,1-1 0,-1 1 0,0 0 0,0 0 0,0 0 0,-1-1 0,-3-1 0,1 1 0,0-1 0,0 1 0,-1-1 0,1 0 0,1-1 0,-1 1 0,0-1 0,0 0 0,1 0 0,0 0 0,-1 0 0,1 0 0,1-1 0,-1 0 0,0 1 0,1-1 0,0 0 0,-1 0 0,2 0 0,-1 0 0,-2-8 0,1 0 0,0 1 0,0 0 0,2-1 0,-1 0 0,1 1 0,1-1 0,2-21 0,0 16 0,1 1 0,1-1 0,0 1 0,1 0 0,1 0 0,11-21 0,-13 29 0,0 1 0,0 0 0,1 0 0,0 1 0,0 0 0,1-1 0,0 2 0,0-1 0,0 1 0,0-1 0,1 2 0,0-1 0,0 1 0,0 0 0,10-3 0,-13 6-124,-1 0 0,1 0 0,0 0 0,0 0 0,0 1 0,0 0-1,0 0 1,0 0 0,0 0 0,7 2 0,8 4-6702</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46.037"/>
    </inkml:context>
    <inkml:brush xml:id="br0">
      <inkml:brushProperty name="width" value="0.05" units="cm"/>
      <inkml:brushProperty name="height" value="0.05" units="cm"/>
    </inkml:brush>
  </inkml:definitions>
  <inkml:trace contextRef="#ctx0" brushRef="#br0">78 589 24575,'-1'0'0,"0"-1"0,-1 1 0,1 0 0,-1-1 0,1 0 0,0 1 0,-1-1 0,1 0 0,0 1 0,-1-1 0,1 0 0,0 0 0,0 0 0,0 0 0,-1-2 0,-17-21 0,16 19 0,-3-3 0,0 0 0,1-1 0,0 0 0,1 0 0,-4-11 0,35 60 0,85 214 0,-92-189 0,-21-95 0,0-1 0,5-31 0,-4 60 0,2-21 0,1 0 0,5-23 0,-7 40 0,1 0 0,0 1 0,0-1 0,0 1 0,0 0 0,1-1 0,0 1 0,0 0 0,0 1 0,1-1 0,0 0 0,0 1 0,8-7 0,-11 10 0,1 0 0,-1 0 0,1 0 0,0 0 0,-1 0 0,1 0 0,0 0 0,0 1 0,0-1 0,0 1 0,0 0 0,0-1 0,-1 1 0,1 0 0,0 0 0,0 0 0,0 0 0,0 1 0,4 0 0,-3 0 0,0 0 0,0 1 0,0-1 0,0 1 0,0 0 0,-1 0 0,1 0 0,0 0 0,-1 1 0,4 3 0,3 6 0,0 1 0,-1 0 0,13 28 0,-18-35 0,2 5 0,1-1 0,0 1 0,0-1 0,1-1 0,0 1 0,1-1 0,0 0 0,10 8 0,-14-14 0,0 0 0,0 0 0,0-1 0,0 0 0,1 1 0,-1-2 0,1 1 0,-1-1 0,1 1 0,0-1 0,0 0 0,0-1 0,-1 1 0,1-1 0,0 0 0,0 0 0,0-1 0,0 1 0,-1-1 0,1 0 0,0-1 0,6-2 0,0 0 0,0-1 0,-1-1 0,0 0 0,0 0 0,0-1 0,-1 0 0,0-1 0,0 0 0,-1 0 0,0-1 0,-1 0 0,0 0 0,0-1 0,-1 0 0,8-16 0,-11 18 0,0 1 0,0-1 0,-1 1 0,0-1 0,0 0 0,-1 0 0,0 0 0,-1 0 0,1 0 0,-2-11 0,0 13 0,-1-1 0,1 1 0,-1 0 0,0 0 0,0 0 0,-1 0 0,1 1 0,-1-1 0,-1 1 0,1-1 0,-1 1 0,0 0 0,0 1 0,-7-7 0,10 9 0,-1 1 0,1-1 0,-1 1 0,1-1 0,-1 1 0,0 0 0,0-1 0,0 1 0,0 0 0,0 0 0,0 1 0,0-1 0,0 0 0,0 1 0,0-1 0,-1 1 0,1-1 0,0 1 0,0 0 0,0 0 0,-1 0 0,1 0 0,0 1 0,0-1 0,0 1 0,-1-1 0,1 1 0,-2 1 0,1-1 0,1 1 0,-1 1 0,1-1 0,-1 0 0,1 1 0,0-1 0,0 1 0,0-1 0,0 1 0,0 0 0,1 0 0,0 0 0,-1 0 0,1 0 0,0 0 0,0 1 0,0-1 0,0 5 0,0 5 0,0-1 0,1 1 0,1-1 0,0 1 0,0-1 0,1 1 0,1-1 0,0 0 0,1 0 0,0 0 0,1 0 0,10 18 0,-10-22 0,0 0 0,0 0 0,1-1 0,0 1 0,1-1 0,-1-1 0,15 12 0,-16-15 0,0 0 0,0 1 0,0-2 0,1 1 0,-1-1 0,1 0 0,0 0 0,-1 0 0,1-1 0,0 0 0,0 0 0,12 0 0,-11-2 0,1 0 0,-1-1 0,1 1 0,-1-1 0,0-1 0,0 1 0,0-1 0,0-1 0,-1 1 0,1-1 0,-1 0 0,0 0 0,0-1 0,0 0 0,-1 0 0,1-1 0,-1 1 0,0-1 0,-1 0 0,5-7 0,1-4 0,0 0 0,-1 0 0,-1-1 0,-1 0 0,0 0 0,6-32 0,-6 17 0,-2-1 0,-2 1 0,-1-1 0,-3-49 0,-1 57 0,-1 0 0,-2 1 0,0 0 0,-1 0 0,-2 0 0,-15-34 0,-4 11 0,25 45 0,-1 0 0,1-1 0,-1 1 0,0 0 0,0 0 0,0 1 0,0-1 0,0 1 0,-1-1 0,-6-2 0,9 4 0,1 1 0,-1 0 0,0-1 0,0 1 0,0 0 0,0 0 0,0 0 0,1-1 0,-1 1 0,0 0 0,0 0 0,0 0 0,0 1 0,0-1 0,0 0 0,1 0 0,-1 0 0,0 1 0,0-1 0,0 0 0,0 1 0,1-1 0,-1 1 0,0-1 0,1 1 0,-2 0 0,1 0 0,-1 1 0,1 0 0,0 0 0,0 0 0,-1 0 0,1 0 0,1 0 0,-1 0 0,0 0 0,0 3 0,-1 4 0,0 1 0,1 0 0,0 18 0,3 17 0,2-1 0,3 0 0,1 0 0,2-1 0,27 73 0,-12-53 0,3-1 0,3-2 0,40 61 0,-67-115 19,-1 0-145,1 0 0,0-1 0,0 1 1,0 0-1,1-1 0,0 0 0,0 0 0,0-1 1,0 1-1,9 4 0,-2-5-6700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46.191"/>
    </inkml:context>
    <inkml:brush xml:id="br0">
      <inkml:brushProperty name="width" value="0.05" units="cm"/>
      <inkml:brushProperty name="height" value="0.05" units="cm"/>
    </inkml:brush>
  </inkml:definitions>
  <inkml:trace contextRef="#ctx0" brushRef="#br0">29 87 24575,'-3'-5'0,"-3"-8"0,-4-4 0,3 1 0,5 3 0,8 4 0,7 3 0,5 3 0,9 2 0,5 1 0,2 0 0,2 1 0,-4 0 0,-4-1 0,-6-2 0,-8-2-8191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46.767"/>
    </inkml:context>
    <inkml:brush xml:id="br0">
      <inkml:brushProperty name="width" value="0.05" units="cm"/>
      <inkml:brushProperty name="height" value="0.05" units="cm"/>
    </inkml:brush>
  </inkml:definitions>
  <inkml:trace contextRef="#ctx0" brushRef="#br0">138 84 24575,'5'-7'0,"16"-15"0,-20 21 0,-1 1 0,0 0 0,0-1 0,1 1 0,-1 0 0,0-1 0,0 1 0,1 0 0,-1 0 0,0-1 0,1 1 0,-1 0 0,1 0 0,-1-1 0,0 1 0,1 0 0,-1 0 0,0 0 0,1 0 0,-1 0 0,1 0 0,-1 0 0,1 0 0,-1 0 0,0 0 0,1 0 0,-1 0 0,1 0 0,-1 0 0,0 0 0,1 0 0,-1 0 0,1 0 0,-1 1 0,0-1 0,1 0 0,-1 0 0,0 0 0,1 1 0,-1-1 0,0 0 0,1 0 0,-1 1 0,0-1 0,1 0 0,-1 1 0,0-1 0,0 0 0,0 1 0,1-1 0,-1 1 0,0 0 0,0 1 0,0-1 0,0 1 0,0-1 0,0 1 0,-1-1 0,1 1 0,0-1 0,-1 1 0,1-1 0,-1 1 0,0-1 0,1 0 0,-1 1 0,0-1 0,0 0 0,0 0 0,0 1 0,-1 0 0,-25 24 0,24-22 0,-3 0 0,0 1 0,0-1 0,0 0 0,-1-1 0,1 0 0,-1 0 0,0 0 0,-10 3 0,14-6 0,1 1 0,0 0 0,-1-1 0,1 1 0,-1-1 0,1 0 0,-1 1 0,1-1 0,-1 0 0,1-1 0,-1 1 0,1 0 0,0-1 0,-1 1 0,1-1 0,-1 0 0,1 0 0,0 0 0,0 0 0,-1 0 0,1-1 0,0 1 0,0-1 0,0 1 0,1-1 0,-1 0 0,0 1 0,-2-4 0,3 3 0,1 0 0,-1-1 0,0 1 0,1 0 0,-1-1 0,1 1 0,0-1 0,0 1 0,0 0 0,0-1 0,0 1 0,0-1 0,1 1 0,-1 0 0,1-1 0,0 1 0,-1 0 0,1 0 0,0-1 0,0 1 0,1 0 0,-1 0 0,2-2 0,1-2 0,1 0 0,-1 0 0,1 1 0,0 0 0,0 0 0,10-7 0,-8 8 0,0 0 0,0 1 0,0 0 0,1 0 0,-1 0 0,1 1 0,0 0 0,-1 1 0,14-2 0,-18 3 0,0 0 0,0 0 0,0 0 0,0 1 0,0-1 0,0 1 0,0 0 0,-1-1 0,1 1 0,0 1 0,0-1 0,3 2 0,-4-2 0,-1 1 0,1-1 0,-1 0 0,1 1 0,-1 0 0,0-1 0,0 1 0,0 0 0,0-1 0,0 1 0,0 0 0,0 0 0,0 0 0,-1 0 0,1 0 0,-1 0 0,1 0 0,-1 0 0,0 4 0,0-4-52,0 0-1,0 0 1,0 0-1,-1 0 1,1 0-1,-1 0 1,0 0-1,1 0 1,-1 0-1,0 0 1,0 0-1,0-1 1,0 1-1,0 0 1,-1-1-1,1 1 1,-1-1-1,1 1 1,-1-1-1,1 1 0,-1-1 1,0 0-1,1 0 1,-1 0-1,-3 1 1,-8 4-6774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47.157"/>
    </inkml:context>
    <inkml:brush xml:id="br0">
      <inkml:brushProperty name="width" value="0.05" units="cm"/>
      <inkml:brushProperty name="height" value="0.05" units="cm"/>
    </inkml:brush>
  </inkml:definitions>
  <inkml:trace contextRef="#ctx0" brushRef="#br0">0 8 24575,'1'-8'0,"4"13"0,0 2 0,18 20 0,10 12 0,-1 2 0,33 57 0,-58-86 0,0 1 0,-1 0 0,-1 0 0,0 0 0,0 1 0,-2-1 0,1 1 0,-2 0 0,0 0 0,-1 0 0,0 0 0,-1 1 0,-2 17 0,1-26-76,-1 0 1,1 0-1,-1 0 0,0 0 0,-1 0 0,1-1 0,-1 1 0,0-1 1,-1 1-1,1-1 0,-1 0 0,0 0 0,-1-1 0,1 1 1,-1-1-1,0 0 0,-6 4 0,-8 4-6750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47.484"/>
    </inkml:context>
    <inkml:brush xml:id="br0">
      <inkml:brushProperty name="width" value="0.05" units="cm"/>
      <inkml:brushProperty name="height" value="0.05" units="cm"/>
    </inkml:brush>
  </inkml:definitions>
  <inkml:trace contextRef="#ctx0" brushRef="#br0">11 21 24575,'-10'-15'0,"10"15"0,-1 0 0,1 0 0,0 0 0,0 0 0,0-1 0,0 1 0,0 0 0,0 0 0,0 0 0,0-1 0,0 1 0,0 0 0,1 0 0,-1 0 0,0 0 0,0-1 0,0 1 0,0 0 0,0 0 0,0 0 0,0 0 0,0-1 0,0 1 0,1 0 0,-1 0 0,0 0 0,0 0 0,0 0 0,0 0 0,0-1 0,1 1 0,-1 0 0,0 0 0,0 0 0,0 0 0,0 0 0,1 0 0,-1 0 0,0 0 0,0 0 0,1 0 0,1 0 0,1 0 0,0 0 0,-1 1 0,1-1 0,0 1 0,-1 0 0,1 0 0,-1 0 0,5 2 0,10 7 0,-1 0 0,0 1 0,-1 1 0,0 1 0,-1 0 0,0 1 0,-1 0 0,-1 1 0,0 0 0,-1 1 0,14 27 0,-8-10 0,-2 0 0,-2 1 0,0 1 0,-3 0 0,8 44 0,-10-34 114,-1 1 0,-1 79 0,-6-108-257,-1-1 1,0 0 0,-1 1 0,-1-1-1,-1 0 1,0 0 0,-1-1 0,-1 1 0,0-1-1,-1 0 1,-10 14 0,-1-5-6684</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47.752"/>
    </inkml:context>
    <inkml:brush xml:id="br0">
      <inkml:brushProperty name="width" value="0.05" units="cm"/>
      <inkml:brushProperty name="height" value="0.05" units="cm"/>
    </inkml:brush>
  </inkml:definitions>
  <inkml:trace contextRef="#ctx0" brushRef="#br0">1 0 24575,'7'9'0,"0"0"0,0 1 0,-1 0 0,7 12 0,1 3 0,31 47 0,113 207 0,-142-246 0,-2 1 0,-1 1 0,-2 0 0,-1 1 0,-2 0 0,6 59 0,-14-76-124,0 0 0,0 0 0,-2 0 0,-1 0 0,0 0 0,-1-1-1,-1 1 1,-1-1 0,0 0 0,-11 19 0,-16 22-6702</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56.722"/>
    </inkml:context>
    <inkml:brush xml:id="br0">
      <inkml:brushProperty name="width" value="0.05" units="cm"/>
      <inkml:brushProperty name="height" value="0.05" units="cm"/>
    </inkml:brush>
  </inkml:definitions>
  <inkml:trace contextRef="#ctx0" brushRef="#br0">6 119 24575,'-3'11'0,"3"-11"0,0 0 0,-1 1 0,1-1 0,0 0 0,-1 1 0,1-1 0,0 1 0,0-1 0,0 0 0,0 1 0,-1-1 0,1 1 0,0-1 0,0 1 0,0-1 0,0 0 0,0 1 0,0-1 0,0 1 0,0-1 0,0 1 0,0-1 0,0 1 0,0-1 0,1 0 0,-1 1 0,0-1 0,0 1 0,0-1 0,1 0 0,-1 1 0,0-1 0,0 0 0,1 1 0,-1-1 0,0 0 0,1 1 0,-1-1 0,0 0 0,1 1 0,-1-1 0,0 0 0,1 0 0,-1 0 0,1 1 0,-1-1 0,0 0 0,1 0 0,-1 0 0,1 0 0,-1 0 0,1 0 0,-1 0 0,1 0 0,6 1 0,-1-1 0,1-1 0,0 1 0,-1-1 0,1 0 0,-1 0 0,1-1 0,9-3 0,4-1 0,398-91-136,-308 72-1093,-73 17-5597</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56.957"/>
    </inkml:context>
    <inkml:brush xml:id="br0">
      <inkml:brushProperty name="width" value="0.05" units="cm"/>
      <inkml:brushProperty name="height" value="0.05" units="cm"/>
    </inkml:brush>
  </inkml:definitions>
  <inkml:trace contextRef="#ctx0" brushRef="#br0">27 142 24575,'-1'1'0,"-22"26"0,23-27 0,0 1 0,-1-1 0,1 0 0,0 1 0,0-1 0,0 1 0,-1-1 0,1 1 0,0-1 0,0 1 0,0-1 0,0 1 0,0-1 0,0 0 0,0 1 0,0-1 0,0 1 0,0-1 0,0 1 0,0-1 0,0 1 0,0-1 0,1 1 0,0 0 0,-1-1 0,1 1 0,0-1 0,0 1 0,-1-1 0,1 0 0,0 1 0,0-1 0,0 0 0,0 0 0,-1 0 0,1 1 0,0-1 0,0 0 0,0 0 0,0 0 0,0-1 0,1 1 0,29-4 0,-1-2 0,36-11 0,-15 4 0,492-108 0,-466 104-1365,-61 11-5461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1.167"/>
    </inkml:context>
    <inkml:brush xml:id="br0">
      <inkml:brushProperty name="width" value="0.05" units="cm"/>
      <inkml:brushProperty name="height" value="0.05" units="cm"/>
    </inkml:brush>
  </inkml:definitions>
  <inkml:trace contextRef="#ctx0" brushRef="#br0">1 0 24575,'16'188'0,"-3"-70"0,-9 74-350,-5-157-665,1 4-5811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1.430"/>
    </inkml:context>
    <inkml:brush xml:id="br0">
      <inkml:brushProperty name="width" value="0.05" units="cm"/>
      <inkml:brushProperty name="height" value="0.05" units="cm"/>
    </inkml:brush>
  </inkml:definitions>
  <inkml:trace contextRef="#ctx0" brushRef="#br0">29 1 24575,'-4'6'0,"0"0"0,1 0 0,0 0 0,0 0 0,1 1 0,0-1 0,0 1 0,0-1 0,-1 14 0,3-5 0,0 0 0,1-1 0,0 1 0,2 0 0,5 22 0,-3-17 0,4 37 0,-7 94-155,-3-113-1055,1-7-5616</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07.766"/>
    </inkml:context>
    <inkml:brush xml:id="br0">
      <inkml:brushProperty name="width" value="0.05" units="cm"/>
      <inkml:brushProperty name="height" value="0.05" units="cm"/>
    </inkml:brush>
  </inkml:definitions>
  <inkml:trace contextRef="#ctx0" brushRef="#br0">13 329 24575,'0'0'0,"-11"1"0,9 1 0,9 2 0,3 0 0,0-2 0,1 1 0,-1-1 0,0-1 0,20 1 0,-4-1 0,477 11 0,-350-13 0,1476-48-2461,-266 2 578,373 28 716,-353-19 1266,-541-15-99,127-6 0,-479 40-36,117-5 913,-203 9 2645,-54-1-2473,-154-1-1049,-183 15-1365,-3-2-5461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08.187"/>
    </inkml:context>
    <inkml:brush xml:id="br0">
      <inkml:brushProperty name="width" value="0.05" units="cm"/>
      <inkml:brushProperty name="height" value="0.05" units="cm"/>
    </inkml:brush>
  </inkml:definitions>
  <inkml:trace contextRef="#ctx0" brushRef="#br0">73 1 24575,'-6'0'0,"0"1"0,-1 0 0,1 0 0,-10 4 0,14-5 0,0 1 0,0-1 0,0 1 0,1-1 0,-1 1 0,0 0 0,1 0 0,-1 0 0,1 0 0,-1 0 0,1 0 0,-1 0 0,1 1 0,0-1 0,0 0 0,0 1 0,-1-1 0,1 1 0,-1 2 0,2-3 0,0 0 0,0 0 0,0 0 0,0-1 0,1 1 0,-1 0 0,0 0 0,0-1 0,1 1 0,-1 0 0,0-1 0,1 1 0,-1 0 0,1-1 0,-1 1 0,1 0 0,-1-1 0,1 1 0,-1-1 0,1 1 0,0-1 0,-1 1 0,1-1 0,0 1 0,21 10 0,-16-8 0,124 49 0,8 4 0,-120-47 0,7 3 0,24 15 0,-43-23 0,-1 0 0,1 0 0,-1 1 0,0-1 0,0 1 0,0 0 0,0 1 0,-1-1 0,6 9 0,-9-11 0,0-1 0,-1 1 0,1-1 0,0 1 0,-1 0 0,1-1 0,-1 1 0,0 0 0,0-1 0,0 1 0,0 0 0,0 0 0,-1-1 0,1 1 0,-1-1 0,1 1 0,-1 0 0,0-1 0,0 1 0,-1-1 0,1 0 0,0 1 0,-1-1 0,-1 2 0,-6 8 0,0-2 0,-1 1 0,-15 12 0,11-10 0,-236 218-1365,223-206-5461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09.510"/>
    </inkml:context>
    <inkml:brush xml:id="br0">
      <inkml:brushProperty name="width" value="0.05" units="cm"/>
      <inkml:brushProperty name="height" value="0.05" units="cm"/>
    </inkml:brush>
  </inkml:definitions>
  <inkml:trace contextRef="#ctx0" brushRef="#br0">1 142 24575,'0'-1'0,"0"1"0,0-1 0,0 1 0,1-1 0,-1 0 0,0 1 0,0-1 0,1 1 0,-1-1 0,0 1 0,1-1 0,-1 1 0,1-1 0,-1 1 0,1-1 0,-1 1 0,1 0 0,-1-1 0,1 1 0,-1-1 0,1 1 0,-1 0 0,1 0 0,0-1 0,-1 1 0,1 0 0,0 0 0,-1 0 0,1 0 0,-1 0 0,1 0 0,0 0 0,-1 0 0,1 0 0,0 0 0,0 0 0,1 0 0,1 0 0,-1 1 0,0-1 0,0 0 0,1 1 0,-1 0 0,0-1 0,0 1 0,3 2 0,-2-1 0,-1 0 0,1 0 0,-1 1 0,0-1 0,0 1 0,0 0 0,-1 0 0,1 0 0,0-1 0,-1 2 0,0-1 0,0 0 0,2 6 0,5 47 0,-8-51 0,7 285 0,-5-87 0,53 414 0,-52-596 0,1 1 0,1-1 0,13 34 0,-15-48 0,0-1 0,0 0 0,0 0 0,1 0 0,0 0 0,0-1 0,1 1 0,-1-1 0,1 0 0,0 0 0,1-1 0,-1 1 0,1-1 0,0-1 0,9 6 0,4-2 0,1 0 0,0-1 0,0-1 0,31 4 0,88 2 0,-86-8 0,827 27-804,-525-23 602,569 18 167,-889-25 24,-10 2 47,1-2-1,-1 0 1,1-2 0,49-10-1,-73 12-21,0-1 1,0 0-1,0 1 0,-1-1 1,1 0-1,0 0 0,0 0 1,0 0-1,-1-1 0,1 1 1,-1 0-1,1-1 0,-1 1 1,1-1-1,-1 0 0,0 1 1,0-1-1,0 0 0,0 0 1,0 1-1,0-1 0,0 0 1,0 0-1,-1 0 0,1 0 1,-1 0-1,0 0 1,1 0-1,-1 0 0,0-1 1,-1-2-1,0-6 58,-1-1 1,0 1 0,-1 0-1,-8-19 1,1 0-21,0-16-52,2 0 0,2 0 0,2 0 0,2-1 0,5-72 0,46-233 0,-27 220 0,-8 37 0,2-124 0,-16 167 0,-2 1 0,-3-1 0,-1 1 0,-15-55 0,20 104 0,1 0 0,-1 0 0,1 0 0,-1 0 0,1 0 0,-1 1 0,0-1 0,0 0 0,0 0 0,0 0 0,0 1 0,-1-1 0,1 1 0,0-1 0,-1 1 0,1-1 0,-1 1 0,1 0 0,-1 0 0,0 0 0,-2-2 0,0 3 0,0-1 0,0 0 0,0 1 0,0 0 0,0 0 0,-1 0 0,1 0 0,0 1 0,-7 1 0,-555 57-81,488-54-40,-942 41-863,575-30 957,219-6 1,-282 9 34,493-19 404,12-1-442,0 1-1,0-1 1,0 1 0,0 0-1,0 0 1,0 1 0,0-1-1,0 1 1,0-1 0,0 1-1,0 0 1,0 0 0,0 0-1,1 0 1,-1 1 0,0-1-1,-2 3 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09.986"/>
    </inkml:context>
    <inkml:brush xml:id="br0">
      <inkml:brushProperty name="width" value="0.05" units="cm"/>
      <inkml:brushProperty name="height" value="0.05" units="cm"/>
    </inkml:brush>
  </inkml:definitions>
  <inkml:trace contextRef="#ctx0" brushRef="#br0">101 105 24575,'-6'-4'0,"0"0"0,0 1 0,-1 0 0,1 0 0,0 1 0,-1 0 0,0 0 0,0 0 0,-11-1 0,17 3 0,0 0 0,0-1 0,1 1 0,-1 0 0,0 0 0,0 0 0,1 0 0,-1 0 0,0 0 0,0 0 0,1 0 0,-1 0 0,0 0 0,1 0 0,-1 0 0,0 1 0,0-1 0,1 0 0,-1 1 0,0-1 0,1 0 0,-1 1 0,0-1 0,1 1 0,-1-1 0,1 1 0,-1-1 0,1 1 0,-1-1 0,1 1 0,-1-1 0,1 1 0,0 0 0,-1-1 0,1 1 0,0 0 0,-1 0 0,1-1 0,0 1 0,0 0 0,0-1 0,0 1 0,0 0 0,0 0 0,0-1 0,0 1 0,0 0 0,0 0 0,0 0 0,1 6 0,1-1 0,0 0 0,0 1 0,5 9 0,-4-11 0,35 73 0,52 75 0,-25-43 0,-53-89 0,107 175 0,-115-191 0,-1 0 0,1 0 0,0 0 0,8 6 0,-11-10 0,-1-1 0,1 1 0,0 0 0,0-1 0,0 1 0,-1-1 0,1 1 0,0-1 0,0 1 0,0-1 0,0 0 0,0 1 0,0-1 0,0 0 0,0 0 0,0 0 0,0 0 0,0 0 0,0 0 0,0 0 0,-1 0 0,1 0 0,0 0 0,0-1 0,0 1 0,0 0 0,0-1 0,0 1 0,0 0 0,0-1 0,0 1 0,-1-1 0,1 0 0,0 1 0,0-1 0,-1 1 0,2-2 0,5-8 0,-1 0 0,0-1 0,-1 0 0,0 0 0,-1 0 0,0 0 0,5-22 0,-2 6 0,150-493 0,-152 504 0,-5 11 0,1 0 0,0 0 0,1 0 0,0 0 0,-1 0 0,1 0 0,1 1 0,-1-1 0,1 1 0,5-8 0,-7 12 0,-1 0 0,1 1 0,-1-1 0,0 0 0,1 1 0,-1-1 0,0 0 0,1 1 0,-1-1 0,0 1 0,1-1 0,-1 1 0,0-1 0,0 0 0,1 1 0,-1-1 0,0 1 0,0-1 0,0 1 0,0-1 0,0 1 0,0-1 0,0 1 0,0-1 0,0 1 0,0-1 0,0 1 0,0-1 0,0 2 0,1 18 0,-1 3-1365,-1 0-5461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10.452"/>
    </inkml:context>
    <inkml:brush xml:id="br0">
      <inkml:brushProperty name="width" value="0.05" units="cm"/>
      <inkml:brushProperty name="height" value="0.05" units="cm"/>
    </inkml:brush>
  </inkml:definitions>
  <inkml:trace contextRef="#ctx0" brushRef="#br0">47 134 24575,'-1'0'0,"1"-1"0,0 1 0,0 0 0,0-1 0,0 1 0,0 0 0,0-1 0,0 1 0,0 0 0,0-1 0,0 1 0,0 0 0,0-1 0,0 1 0,0 0 0,0-1 0,1 1 0,-1 0 0,0-1 0,0 1 0,0 0 0,0 0 0,1-1 0,-1 1 0,0 0 0,0-1 0,0 1 0,1 0 0,-1 0 0,0 0 0,1-1 0,-1 1 0,0 0 0,0 0 0,1 0 0,-1 0 0,1-1 0,-1 2 0,1-1 0,-1 0 0,1 1 0,-1-1 0,1 1 0,-1-1 0,1 1 0,-1-1 0,0 1 0,1-1 0,-1 1 0,0-1 0,1 1 0,-1-1 0,0 1 0,0 0 0,1-1 0,-1 1 0,0 0 0,0-1 0,0 1 0,0 0 0,5 44 0,-3 88 0,-2-18 0,4-41 0,5 181 0,-12-285 0,-12-50 0,2 12 0,10 54 0,-29-199 0,25 150 0,2-89 0,5 139 0,1 0 0,0 0 0,1 0 0,5-21 0,-6 31 0,0 0 0,0 0 0,0 1 0,0-1 0,1 0 0,-1 1 0,1-1 0,0 1 0,0-1 0,0 1 0,0 0 0,0 0 0,0 0 0,0 0 0,1 0 0,-1 1 0,1-1 0,-1 1 0,1-1 0,0 1 0,-1 0 0,1 0 0,0 0 0,0 0 0,0 1 0,5-1 0,3 1 0,1 0 0,-1 1 0,1 1 0,-1 0 0,1 0 0,-1 1 0,0 1 0,0 0 0,0 0 0,-1 1 0,1 1 0,-1 0 0,-1 0 0,1 1 0,-1 0 0,0 0 0,0 1 0,-1 0 0,0 1 0,-1 0 0,0 0 0,0 1 0,10 19 0,-15-24 11,0 0 0,-1 0-1,1 0 1,-1 0 0,0 0-1,0 0 1,-1 1 0,1-1-1,-1 0 1,-1 1 0,1-1-1,-1 0 1,1 0 0,-2 1-1,-1 4 1,1-3 4,-1 0 1,-1-1-1,1 0 1,-1 0-1,0 0 1,0 0 0,-1-1-1,0 1 1,0-1-1,-6 5 1,-3 1-206,-1-1 0,0-1 1,-1 0-1,0 0 0,0-2 1,-1 0-1,1-1 1,-20 4-1,6-3-6636</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11.151"/>
    </inkml:context>
    <inkml:brush xml:id="br0">
      <inkml:brushProperty name="width" value="0.05" units="cm"/>
      <inkml:brushProperty name="height" value="0.05" units="cm"/>
    </inkml:brush>
  </inkml:definitions>
  <inkml:trace contextRef="#ctx0" brushRef="#br0">97 191 24575,'-3'140'0,"-36"240"0,38-377 0,-6 27 0,7-28 0,0-1 0,-1 0 0,1 1 0,-1-1 0,1 0 0,-1 0 0,1 1 0,-1-1 0,0 0 0,0 0 0,0 0 0,0 0 0,1 0 0,-1 0 0,-1 0 0,1 0 0,-2 1 0,3-3 0,-1 1 0,0 0 0,1 0 0,-1-1 0,0 1 0,1 0 0,-1-1 0,1 1 0,-1-1 0,1 1 0,-1-1 0,1 1 0,-1-1 0,1 1 0,-1-1 0,1 1 0,0-1 0,-1 0 0,1 1 0,0-1 0,0 0 0,-1 1 0,1-1 0,0 0 0,0 1 0,0-1 0,0 0 0,0 0 0,0 1 0,0-2 0,-1 0 0,-6-33 0,2 1 0,1-1 0,2 0 0,1 1 0,4-38 0,2 18 0,3 1 0,22-81 0,-20 97 0,18-36 0,-22 58 0,1 1 0,0 0 0,2 0 0,-1 1 0,14-15 0,-21 26 0,0 0 0,1 1 0,-1-1 0,1 1 0,-1 0 0,1 0 0,0-1 0,-1 1 0,1 0 0,0 0 0,0 1 0,0-1 0,0 0 0,0 0 0,0 1 0,0-1 0,0 1 0,0 0 0,0 0 0,2 0 0,-1 0 0,0 1 0,0 0 0,-1 0 0,1 0 0,0 0 0,-1 0 0,1 0 0,-1 1 0,0-1 0,1 1 0,-1 0 0,0 0 0,2 2 0,7 8 0,-1 0 0,-1 1 0,0 0 0,9 19 0,-12-21 0,99 200 0,-17-30 0,-65-140 0,1 0 0,37 44 0,-57-80 0,1 1 0,0-1 0,0 0 0,0 0 0,1 0 0,-1-1 0,8 5 0,-11-8 0,0 0 0,0 0 0,0-1 0,0 1 0,1 0 0,-1-1 0,0 1 0,0-1 0,0 0 0,0 1 0,1-1 0,-1 0 0,0 0 0,0-1 0,0 1 0,1 0 0,-1-1 0,0 1 0,0-1 0,0 0 0,0 0 0,0 0 0,0 0 0,0 0 0,0 0 0,-1 0 0,3-2 0,3-4 0,0-1 0,0 1 0,-1-1 0,0-1 0,0 1 0,-1-1 0,0 0 0,-1 0 0,5-12 0,4-16 0,7-38 0,-19 70 0,15-69 0,-3-2 0,-3 1 0,-1-84 0,-8 146 0,-1 0 0,0-1 0,-1 1 0,0 0 0,-1 0 0,-1 0 0,0 0 0,-5-13 0,8 26-33,0-1 0,-1 0-1,1 0 1,0 1 0,0-1-1,-1 0 1,1 0 0,-1 1 0,1-1-1,0 0 1,-1 1 0,1-1-1,-1 0 1,0 1 0,1-1-1,-1 1 1,1-1 0,-1 1 0,0-1-1,1 1 1,-1 0 0,0-1-1,0 1 1,1 0 0,-1-1-1,0 1 1,0 0 0,1 0 0,-1 0-1,0 0 1,0 0 0,0 0-1,1 0 1,-1 0 0,0 0-1,0 0 1,0 0 0,1 0 0,-1 1-1,-1-1 1,-6 6-6793</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20.947"/>
    </inkml:context>
    <inkml:brush xml:id="br0">
      <inkml:brushProperty name="width" value="0.05" units="cm"/>
      <inkml:brushProperty name="height" value="0.05" units="cm"/>
    </inkml:brush>
  </inkml:definitions>
  <inkml:trace contextRef="#ctx0" brushRef="#br0">10 130 24575,'-5'-26'0,"4"22"0,0 0 0,0 0 0,0 1 0,1-1 0,0 0 0,0-5 0,0 8 0,0 0 0,0 0 0,1-1 0,-1 1 0,0 0 0,1 0 0,0-1 0,-1 1 0,1 0 0,0 0 0,-1 0 0,1 0 0,0 0 0,0 0 0,0 0 0,0 0 0,0 0 0,0 1 0,0-1 0,0 0 0,0 1 0,0-1 0,2 0 0,11-3 0,-1 0 0,2 1 0,-1 0 0,0 1 0,0 1 0,1 0 0,22 2 0,4-1 0,827-28 0,-846 27 0,35 0 0,-53 1 0,0 0 0,1 1 0,-1 0 0,0-1 0,0 2 0,0-1 0,0 0 0,0 1 0,7 3 0,-10-3 0,1-1 0,-1 0 0,0 0 0,0 1 0,0-1 0,0 1 0,0-1 0,0 1 0,0-1 0,0 1 0,-1-1 0,1 1 0,-1 0 0,1-1 0,-1 1 0,1 0 0,-1 0 0,0-1 0,0 1 0,0 3 0,-7 40 0,4-33 0,-10 66 0,4 0 0,3 1 0,4 0 0,9 102 0,59 314 0,-51-406 0,72 531 0,-50 5 0,-45-296 0,1 31 0,21-2 0,-10-309 0,25 209 0,-20-203 0,2 0 0,30 85 0,-37-130 0,1 4 0,0-1 0,1 0 0,11 19 0,-15-29 0,-1-1 0,1 1 0,0 0 0,1-1 0,-1 1 0,0-1 0,1 0 0,-1 0 0,1 0 0,0 0 0,0 0 0,-1 0 0,1-1 0,0 0 0,0 1 0,1-1 0,-1 0 0,0 0 0,0-1 0,6 1 0,51 2 0,-29-1 0,0-1 0,58-6 0,190-54 0,-78 14 0,-186 41-1365,-7 0-5461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21.245"/>
    </inkml:context>
    <inkml:brush xml:id="br0">
      <inkml:brushProperty name="width" value="0.05" units="cm"/>
      <inkml:brushProperty name="height" value="0.05" units="cm"/>
    </inkml:brush>
  </inkml:definitions>
  <inkml:trace contextRef="#ctx0" brushRef="#br0">11 19 24575,'-3'-13'0,"3"13"0,0 0 0,0-1 0,1 1 0,-1 0 0,0 0 0,0 0 0,0 0 0,0-1 0,0 1 0,0 0 0,0 0 0,0 0 0,0 0 0,0-1 0,0 1 0,-1 0 0,1 0 0,0 0 0,0 0 0,0-1 0,0 1 0,0 0 0,0 0 0,0 0 0,0 0 0,0 0 0,-1-1 0,1 1 0,0 0 0,0 0 0,0 0 0,0 0 0,0 0 0,-1 0 0,1 0 0,0 0 0,0-1 0,0 1 0,0 0 0,-1 0 0,1 0 0,0 0 0,0 0 0,0 0 0,0 0 0,-1 0 0,1 0 0,0 0 0,0 0 0,0 0 0,0 0 0,-1 0 0,1 0 0,0 1 0,0-1 0,0 0 0,0 0 0,-1 0 0,1 0 0,0 0 0,0 0 0,0 0 0,-1 1 0,1 0 0,0 0 0,0 0 0,0 0 0,0 0 0,0-1 0,0 1 0,0 0 0,0 0 0,0 0 0,1 0 0,-1-1 0,0 1 0,0 0 0,1 0 0,-1-1 0,1 1 0,-1 0 0,1 1 0,11 14 0,5 2 0,1-2 0,0 0 0,39 25 0,-28-20 0,4 2 0,-7-6 0,30 28 0,-50-40 0,0 0 0,-1 1 0,0 0 0,0 1 0,0-1 0,0 1 0,-1 0 0,0 0 0,-1 0 0,4 9 0,-6-11 0,0 0 0,-1 0 0,1 0 0,-1 0 0,0 1 0,0-1 0,-1 0 0,1 0 0,-1 0 0,0 0 0,-1 0 0,1 0 0,-1 0 0,0 0 0,0-1 0,0 1 0,-1-1 0,-4 6 0,-6 8 0,-1 0 0,-30 29 0,37-41 0,-83 75-1365,46-45-5461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9.866"/>
    </inkml:context>
    <inkml:brush xml:id="br0">
      <inkml:brushProperty name="width" value="0.05" units="cm"/>
      <inkml:brushProperty name="height" value="0.05" units="cm"/>
    </inkml:brush>
  </inkml:definitions>
  <inkml:trace contextRef="#ctx0" brushRef="#br0">125 546 24575,'0'-103'0,"19"177"0,-12-31 0,-3 0 0,-1 1 0,-2-1 0,-2 1 0,-12 78 0,12-116 0,-1 1 0,0 0 0,0 0 0,-7 11 0,9-17 0,0 0 0,-1-1 0,1 1 0,0 0 0,-1-1 0,1 1 0,-1 0 0,1-1 0,-1 1 0,1 0 0,-1-1 0,1 1 0,-1-1 0,1 1 0,-1-1 0,0 1 0,1-1 0,-1 0 0,0 1 0,0-1 0,1 0 0,-1 0 0,0 1 0,0-1 0,1 0 0,-1 0 0,0 0 0,0 0 0,1 0 0,-1 0 0,0 0 0,0 0 0,0 0 0,1 0 0,-1 0 0,0-1 0,0 1 0,1 0 0,-1-1 0,0 1 0,1 0 0,-1-1 0,0 1 0,1-1 0,-1 1 0,0-1 0,1 1 0,-1-1 0,1 1 0,-1-1 0,1 0 0,-1 1 0,1-1 0,-1-1 0,-4-5 0,1 0 0,0 0 0,0-1 0,1 0 0,-1 1 0,-2-16 0,-11-56 0,10 42 0,-8-42 0,-9-112 0,23 159 0,0 0 0,2-1 0,2 1 0,1 0 0,1 1 0,14-47 0,-15 66 0,0 0 0,2 1 0,-1 0 0,1-1 0,1 2 0,0-1 0,0 1 0,1 0 0,0 1 0,1 0 0,0 0 0,18-13 0,-21 18 0,0 0 0,1 0 0,-1 1 0,1 0 0,0 0 0,0 1 0,0 0 0,0 0 0,1 0 0,-1 1 0,0 0 0,1 1 0,-1 0 0,1 0 0,-1 0 0,0 1 0,1 0 0,-1 1 0,0-1 0,0 1 0,0 1 0,11 4 0,-10-3 0,-1 0 0,0 0 0,0 0 0,0 1 0,-1 0 0,1 0 0,-1 1 0,0 0 0,-1 0 0,1 0 0,-1 1 0,-1 0 0,6 8 0,-6-5 0,1 0 0,-2 0 0,1 1 0,-1-1 0,-1 1 0,0-1 0,-1 1 0,0 0 0,0 13 0,-2-5 0,-1 1 0,0-1 0,-2 1 0,0-1 0,-1-1 0,-1 1 0,-1-1 0,-1 0 0,0 0 0,-19 30 0,15-30 0,-1 0 0,-1-1 0,0 0 0,-2-1 0,1-1 0,-2 0 0,0-1 0,-1-1 0,-24 14 0,39-26 0,-1 1 0,0-1 0,0 0 0,0 0 0,0 0 0,0 0 0,-1-1 0,1 1 0,-7-1 0,10 0 0,0 0 0,1-1 0,-1 1 0,0 0 0,0 0 0,0 0 0,0-1 0,0 1 0,1 0 0,-1-1 0,0 1 0,0 0 0,0-1 0,1 1 0,-1-1 0,0 0 0,1 1 0,-1-1 0,0 1 0,1-1 0,-1 0 0,1 0 0,-1 1 0,1-1 0,0 0 0,-1 0 0,1 0 0,0 1 0,-1-1 0,1 0 0,0 0 0,0 0 0,0 0 0,-1 0 0,1 1 0,0-1 0,1 0 0,-1 0 0,0 0 0,0 0 0,0 0 0,0 0 0,1 1 0,-1-1 0,0 0 0,1 0 0,-1 0 0,0 1 0,2-2 0,-2 0 0,1 0 0,0 0 0,1 0 0,-1 0 0,0 0 0,0 0 0,1 1 0,-1-1 0,1 0 0,-1 1 0,1-1 0,0 1 0,0 0 0,-1-1 0,1 1 0,0 0 0,0 0 0,0 0 0,0 1 0,1-1 0,-1 0 0,0 1 0,0-1 0,0 1 0,1 0 0,-1 0 0,0 0 0,0 0 0,0 0 0,1 0 0,-1 0 0,0 1 0,0-1 0,0 1 0,4 1 0,3 1 0,0 1 0,0 0 0,0 0 0,0 1 0,-1 0 0,15 12 0,74 66-1365,-66-58-5461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20.209"/>
    </inkml:context>
    <inkml:brush xml:id="br0">
      <inkml:brushProperty name="width" value="0.05" units="cm"/>
      <inkml:brushProperty name="height" value="0.05" units="cm"/>
    </inkml:brush>
  </inkml:definitions>
  <inkml:trace contextRef="#ctx0" brushRef="#br0">157 76 24575,'-7'-4'0,"0"1"0,0 0 0,0 0 0,0 0 0,-14-2 0,18 5 0,0 0 0,-1 0 0,1 0 0,0 0 0,0 1 0,0-1 0,0 1 0,0 0 0,0 0 0,1 0 0,-1 0 0,0 1 0,0-1 0,1 1 0,-1 0 0,1-1 0,-5 5 0,3-2 0,0-1 0,0 1 0,1 0 0,-1 1 0,1-1 0,0 0 0,0 1 0,1 0 0,-1-1 0,1 1 0,0 0 0,0 0 0,1 1 0,-1-1 0,1 0 0,0 8 0,0-5 0,1-1 0,1 0 0,-1 1 0,1-1 0,1 0 0,-1 0 0,1 0 0,1 0 0,-1 0 0,1 0 0,5 8 0,-4-7 0,1-1 0,0 0 0,0-1 0,0 1 0,1-1 0,0 0 0,0 0 0,1-1 0,13 9 0,-15-11 0,1 0 0,-1 0 0,1-1 0,-1 1 0,1-2 0,0 1 0,0-1 0,0 1 0,0-2 0,0 1 0,0-1 0,0 0 0,1 0 0,6-1 0,-5-1 0,0 0 0,-1 0 0,1-1 0,-1 0 0,0 0 0,0-1 0,0 0 0,0 0 0,0-1 0,-1 0 0,0 0 0,0 0 0,0-1 0,-1 0 0,0 0 0,0 0 0,0-1 0,-1 0 0,0 1 0,0-2 0,-1 1 0,0 0 0,0-1 0,3-11 0,-4 11 0,-1 1 0,1-1 0,-1 0 0,-1 1 0,1-1 0,-1 0 0,0 1 0,-1-1 0,0 0 0,0 1 0,-1-1 0,0 1 0,0-1 0,-1 1 0,0 0 0,0 0 0,-1 0 0,1 0 0,-1 1 0,-1-1 0,0 1 0,0 0 0,0 1 0,0-1 0,-11-7 0,14 11 11,-1 0-1,0 0 0,0 1 1,0-1-1,-1 1 0,1 0 1,0 0-1,0 0 0,-1 0 1,1 0-1,-1 1 0,1 0 1,-1-1-1,1 1 0,0 1 1,-1-1-1,1 0 0,-1 1 1,1 0-1,0-1 0,-1 1 1,1 1-1,0-1 0,0 0 1,0 1-1,0 0 1,0 0-1,0 0 0,0 0 1,0 0-1,1 0 0,-5 5 1,4-3-86,-1 0 1,1-1 0,0 1 0,1 0 0,-1 0-1,0 1 1,1-1 0,0 1 0,0-1 0,1 1-1,-1 0 1,1-1 0,0 1 0,0 0 0,0 0-1,1 0 1,0 0 0,0 0 0,0 0 0,1-1-1,-1 1 1,3 9 0,4 1-6752</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20.551"/>
    </inkml:context>
    <inkml:brush xml:id="br0">
      <inkml:brushProperty name="width" value="0.05" units="cm"/>
      <inkml:brushProperty name="height" value="0.05" units="cm"/>
    </inkml:brush>
  </inkml:definitions>
  <inkml:trace contextRef="#ctx0" brushRef="#br0">11 77 24575,'0'-13'0,"-1"0"0,0 1 0,-1-1 0,-3-12 0,4 25 0,1 0 0,0 0 0,0 0 0,0 0 0,0 0 0,0 0 0,0 0 0,0 0 0,0 0 0,0 0 0,0 0 0,0 0 0,0 0 0,0 0 0,0 0 0,0 0 0,0 0 0,0 0 0,0 0 0,0 0 0,0 0 0,0 0 0,0 0 0,0 0 0,-1 0 0,1 0 0,1 12 0,2 18 0,42 111 0,1 5 0,-41-126 0,-1 1 0,-1 0 0,-1 0 0,0 0 0,-3 24 0,2-44 0,-1-1 0,0 1 0,0 0 0,0 0 0,-1 0 0,1 0 0,0-1 0,0 1 0,0 0 0,-1 0 0,1-1 0,0 1 0,-1 0 0,1 0 0,0-1 0,-1 1 0,1 0 0,-1-1 0,1 1 0,-1 0 0,0 0 0,0-1 0,1-1 0,-1 1 0,1 0 0,-1 0 0,1-1 0,-1 1 0,1-1 0,0 1 0,-1 0 0,1-1 0,0 1 0,-1-1 0,1 1 0,0 0 0,-1-1 0,1 1 0,0-1 0,0 1 0,0-1 0,0 1 0,-1-1 0,1 0 0,0 1 0,0-1 0,0 1 0,0-1 0,0 1 0,0-1 0,0 1 0,0-1 0,1 0 0,-2-9 0,1 0 0,1 0 0,0 0 0,1 0 0,0 0 0,0 0 0,1 0 0,4-9 0,2-3 0,0 2 0,19-30 0,-24 43 0,0 1 0,1 0 0,0 0 0,0 0 0,1 0 0,0 1 0,0-1 0,0 1 0,0 1 0,1 0 0,0-1 0,8-2 0,-12 5 0,1 1 0,0 0 0,0 0 0,-1 0 0,1 1 0,0-1 0,0 1 0,0 0 0,0 0 0,0 0 0,-1 1 0,1-1 0,0 1 0,0 0 0,-1 0 0,1 0 0,0 1 0,-1-1 0,1 1 0,-1 0 0,0 0 0,1 0 0,-1 0 0,0 1 0,0-1 0,4 6 0,3 4-195,0 0 0,-1 1 0,0 0 0,-1 1 0,0 0 0,8 21 0,-6-9-6631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20.957"/>
    </inkml:context>
    <inkml:brush xml:id="br0">
      <inkml:brushProperty name="width" value="0.05" units="cm"/>
      <inkml:brushProperty name="height" value="0.05" units="cm"/>
    </inkml:brush>
  </inkml:definitions>
  <inkml:trace contextRef="#ctx0" brushRef="#br0">159 142 24575,'4'-36'0,"-2"26"0,0 0 0,-1 0 0,-1-20 0,0 28 0,0 0 0,-1 0 0,1 0 0,0 0 0,-1 0 0,0 0 0,1 0 0,-1 0 0,0 0 0,0 0 0,0 0 0,0 0 0,0 1 0,-1-1 0,1 0 0,0 1 0,-1-1 0,1 1 0,-1 0 0,0-1 0,1 1 0,-1 0 0,0 0 0,-2-1 0,2 1 0,-1 1 0,1-1 0,-1 1 0,1 0 0,-1 0 0,0 0 0,1 0 0,-1 0 0,1 0 0,-1 1 0,1-1 0,-1 1 0,1 0 0,-1-1 0,1 1 0,0 1 0,-1-1 0,1 0 0,0 0 0,0 1 0,0-1 0,-3 4 0,-2 1 0,1 0 0,0 0 0,1 0 0,0 0 0,-8 14 0,7-10 0,0 1 0,1 0 0,1 1 0,0-1 0,0 1 0,1 0 0,1 0 0,0 0 0,1 0 0,0 18 0,1-26 0,0 1 0,0 0 0,1-1 0,-1 1 0,1-1 0,0 0 0,1 1 0,-1-1 0,1 0 0,0 0 0,0 1 0,0-2 0,0 1 0,1 0 0,-1 0 0,1-1 0,0 1 0,0-1 0,1 0 0,-1 0 0,1 0 0,-1 0 0,1-1 0,0 1 0,0-1 0,0 0 0,0-1 0,1 1 0,-1 0 0,8 1 0,-9-3 0,0 1 0,0-1 0,0 1 0,0-1 0,1 0 0,-1 0 0,0 0 0,0 0 0,0-1 0,0 1 0,0-1 0,0 0 0,0 0 0,0 0 0,0 0 0,0 0 0,0-1 0,3-2 0,-2 1 0,-1 0 0,0 0 0,0 0 0,0-1 0,-1 0 0,1 1 0,-1-1 0,0 0 0,0 0 0,0 0 0,2-7 0,0-7 0,0 1 0,-1-1 0,-1 0 0,-1 0 0,0-21 0,-3-25 0,6 98-341,1-1 0,2 1-1,11 32 1,-7-36-6485</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21.300"/>
    </inkml:context>
    <inkml:brush xml:id="br0">
      <inkml:brushProperty name="width" value="0.05" units="cm"/>
      <inkml:brushProperty name="height" value="0.05" units="cm"/>
    </inkml:brush>
  </inkml:definitions>
  <inkml:trace contextRef="#ctx0" brushRef="#br0">23 159 24575,'-4'-9'0,"0"-1"0,1 0 0,0 1 0,0-1 0,1 0 0,-1-17 0,3 27 0,0 0 0,0-1 0,0 1 0,0 0 0,0 0 0,0 0 0,0 0 0,0 0 0,0 0 0,0 0 0,0 0 0,0 0 0,0 0 0,0-1 0,0 1 0,0 0 0,0 0 0,0 0 0,0 0 0,0 0 0,0 0 0,0 0 0,0 0 0,0 0 0,1 0 0,-1 0 0,0 0 0,0-1 0,0 1 0,0 0 0,0 0 0,0 0 0,0 0 0,0 0 0,0 0 0,0 0 0,0 0 0,1 0 0,-1 0 0,0 0 0,0 0 0,0 0 0,0 0 0,0 0 0,0 0 0,0 0 0,0 0 0,0 0 0,1 0 0,-1 0 0,0 0 0,0 0 0,0 0 0,0 1 0,7 4 0,4 8 0,1 2 0,10 13 0,-2 0 0,0 1 0,21 45 0,-40-73 0,-1 0 0,1 0 0,-1 0 0,1 1 0,-1-1 0,1 0 0,-1 0 0,0 0 0,0 1 0,0-1 0,1 0 0,-1 0 0,0 1 0,0-1 0,-1 0 0,1 0 0,0 1 0,0-1 0,-1 0 0,1 0 0,0 0 0,-1 1 0,1-1 0,-2 2 0,1-3 0,0 1 0,0-1 0,0 0 0,0 0 0,0 0 0,0 1 0,0-1 0,1 0 0,-1 0 0,0 0 0,0 0 0,0-1 0,0 1 0,0 0 0,0 0 0,0 0 0,0-1 0,0 1 0,1 0 0,-1-1 0,0 1 0,0-1 0,0 1 0,1-1 0,-1 0 0,0 1 0,1-1 0,-1 0 0,0 1 0,1-1 0,-1 0 0,0-1 0,-5-6 0,1 1 0,0-1 0,0 0 0,1 0 0,0-1 0,0 1 0,1-1 0,0 0 0,1 0 0,0 0 0,0 0 0,1 0 0,0 0 0,1-1 0,0 1 0,0 0 0,1-1 0,3-13 0,-3 17 0,1-1 0,-1 1 0,1 1 0,1-1 0,-1 0 0,1 0 0,0 1 0,0 0 0,1-1 0,0 1 0,0 1 0,6-8 0,-6 9 0,0 0 0,0 0 0,0 1 0,1-1 0,-1 1 0,0 0 0,1 0 0,0 1 0,-1-1 0,1 1 0,0 0 0,0 0 0,0 1 0,-1 0 0,1-1 0,0 1 0,8 2 0,-6-2 13,0 2 1,0-1-1,0 1 0,-1 0 0,1 0 0,0 1 0,-1 0 0,0 0 0,0 0 1,0 1-1,0 0 0,0 0 0,-1 1 0,1-1 0,-1 1 0,-1 0 0,1 1 1,-1-1-1,1 1 0,-2 0 0,1 0 0,-1 0 0,0 0 0,0 1 0,3 8 1,-3-1-146,1-1 1,-1 0 0,-1 1-1,-1 0 1,0-1 0,0 1 0,-2 0-1,1-1 1,-2 1 0,0 0 0,-1-1-1,-4 14 1,-10 21-6695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36.955"/>
    </inkml:context>
    <inkml:brush xml:id="br0">
      <inkml:brushProperty name="width" value="0.05" units="cm"/>
      <inkml:brushProperty name="height" value="0.05" units="cm"/>
    </inkml:brush>
  </inkml:definitions>
  <inkml:trace contextRef="#ctx0" brushRef="#br0">115 80 24575,'-19'-21'0,"-18"-17"0,34 36 0,0 0 0,1-1 0,-1 2 0,0-1 0,0 0 0,0 1 0,0-1 0,-1 1 0,1 0 0,0 0 0,-1 0 0,-3 0 0,6 1 0,1 0 0,-1 0 0,0 0 0,1 0 0,-1 0 0,1 0 0,-1 0 0,0 1 0,1-1 0,-1 0 0,1 0 0,-1 1 0,1-1 0,-1 0 0,1 1 0,-1-1 0,1 1 0,-1-1 0,1 1 0,-1-1 0,1 1 0,0-1 0,-1 1 0,1-1 0,0 1 0,-1-1 0,1 1 0,0-1 0,0 1 0,0 0 0,-1-1 0,1 1 0,0-1 0,0 1 0,0 0 0,0-1 0,0 1 0,0 0 0,0-1 0,0 1 0,0-1 0,1 1 0,-1 0 0,0-1 0,0 1 0,1 0 0,10 36 0,-8-32 0,35 94 193,-12-35-713,-2 0 1,16 79 0,-36-125-6307</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37.391"/>
    </inkml:context>
    <inkml:brush xml:id="br0">
      <inkml:brushProperty name="width" value="0.05" units="cm"/>
      <inkml:brushProperty name="height" value="0.05" units="cm"/>
    </inkml:brush>
  </inkml:definitions>
  <inkml:trace contextRef="#ctx0" brushRef="#br0">139 691 24575,'-25'-50'0,"2"-1"0,2-1 0,2 0 0,3-2 0,-15-90 0,29 131 0,1 0 0,0 0 0,1 0 0,1 0 0,0 0 0,1 0 0,0 0 0,1 0 0,1 0 0,0 1 0,6-14 0,-6 18 0,0 0 0,1 1 0,0-1 0,0 1 0,1 0 0,0 0 0,0 1 0,1 0 0,0 0 0,0 1 0,0-1 0,0 1 0,1 1 0,0 0 0,0 0 0,0 0 0,10-2 0,-4 3 0,0 0 0,0 1 0,0 0 0,0 1 0,0 1 0,0 0 0,1 1 0,-1 0 0,0 2 0,0-1 0,-1 2 0,1 0 0,0 0 0,12 7 0,-16-6 0,0 0 0,0 0 0,-1 1 0,0 1 0,0-1 0,0 1 0,-1 1 0,9 10 0,-12-12 0,-1 0 0,1 0 0,-1 1 0,-1-1 0,1 1 0,-1 0 0,0 0 0,-1 0 0,0 0 0,0 1 0,0-1 0,0 14 0,-2-12 0,0 1 0,-1-1 0,-1 0 0,1 0 0,-2 0 0,1 0 0,-1 0 0,0 0 0,-1-1 0,0 1 0,-1-1 0,1 0 0,-2 0 0,1-1 0,-1 0 0,0 0 0,-13 12 0,-5 2 0,0-1 0,-2-1 0,-51 29 0,59-38 0,-29 12 0,41-20 0,-1 0 0,0 0 0,1 0 0,-1-1 0,0 0 0,0 0 0,0 0 0,-7-1 0,13 0 0,0 0 0,0 0 0,0 0 0,0 0 0,1 0 0,-1 0 0,0 0 0,0-1 0,0 1 0,1 0 0,-1 0 0,0-1 0,0 1 0,1 0 0,-1-1 0,0 1 0,1-1 0,-1 1 0,0-1 0,1 1 0,-1-1 0,1 1 0,-1-1 0,0 0 0,1 1 0,0-1 0,-2-1 0,3 1 0,-1 0 0,0-1 0,0 1 0,0 0 0,1 0 0,-1 0 0,0 0 0,1 0 0,-1 0 0,1 0 0,-1 0 0,1 0 0,0 0 0,-1 0 0,1 0 0,1-1 0,5-5 0,0 0 0,1 1 0,10-8 0,-1 3 0,1 2 0,0 0 0,0 0 0,1 2 0,0 1 0,0 0 0,0 1 0,1 1 0,37-3 0,-34 6 0,-1 1 0,0 1 0,0 0 0,0 2 0,0 1 0,0 0 0,0 2 0,35 14 0,-47-16 0,0 1 0,-1 0 0,1 0 0,-1 1 0,-1 0 0,1 1 0,-1 0 0,0 1 0,-1-1 0,11 14 0,-16-17 0,0-1 0,0 1 0,0-1 0,0 1 0,0 0 0,-1 0 0,0 0 0,0 0 0,0 0 0,0 0 0,0 0 0,-1 0 0,0 0 0,0 1 0,0-1 0,0 0 0,-1 0 0,0 0 0,0 0 0,0 0 0,0 0 0,0 0 0,-1 0 0,0 0 0,0-1 0,0 1 0,0-1 0,0 1 0,-1-1 0,-2 3 0,-4 3 34,0 0 1,0-1-1,-1 0 0,0 0 0,-1-2 0,1 1 0,-1-1 0,0 0 0,-21 6 1,8-4-462,0-1 0,0-1 1,-46 5-1,25-8-6399</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37.763"/>
    </inkml:context>
    <inkml:brush xml:id="br0">
      <inkml:brushProperty name="width" value="0.05" units="cm"/>
      <inkml:brushProperty name="height" value="0.05" units="cm"/>
    </inkml:brush>
  </inkml:definitions>
  <inkml:trace contextRef="#ctx0" brushRef="#br0">1 114 24575,'3'-3'0,"1"0"0,0 0 0,0 0 0,0 0 0,1 1 0,-1-1 0,1 1 0,-1 0 0,9-2 0,46-6 0,-14 2 0,149-28 0,-34 8 0,-230 25 0,32 3 0,10-1 0,-29 4 0,56-3 0,-1 0 0,1 0 0,-1 0 0,1 0 0,0 1 0,-1-1 0,1 1 0,0-1 0,-1 1 0,1-1 0,0 1 0,-1 0 0,1-1 0,0 1 0,0 0 0,0 0 0,0 0 0,0 0 0,0 0 0,0 0 0,0 0 0,0 0 0,1 0 0,-1 1 0,0-1 0,1 0 0,-1 1 0,1-1 0,-1 0 0,1 1 0,0-1 0,-1 0 0,1 1 0,0-1 0,0 1 0,0-1 0,0 0 0,0 1 0,0-1 0,1 2 0,1 7 0,1 0 0,0 0 0,0 0 0,8 15 0,-2-5 0,11 32 83,93 218-1531,-97-238-5378</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38.230"/>
    </inkml:context>
    <inkml:brush xml:id="br0">
      <inkml:brushProperty name="width" value="0.05" units="cm"/>
      <inkml:brushProperty name="height" value="0.05" units="cm"/>
    </inkml:brush>
  </inkml:definitions>
  <inkml:trace contextRef="#ctx0" brushRef="#br0">18 240 24575,'-11'-31'0,"9"25"0,8 22 0,26 74 0,4-1 0,74 128 0,-98-199 0,-14-31 0,-15-33 0,-40-88 0,24 62 0,3-3 0,-23-90 0,52 160 0,-1-3 0,0 0 0,1 0 0,0-1 0,0-15 0,1 22 0,0 0 0,0 0 0,1-1 0,-1 1 0,1 0 0,0 0 0,-1 0 0,1 0 0,0 0 0,0 0 0,0 0 0,1 0 0,-1 1 0,0-1 0,1 0 0,-1 1 0,1-1 0,-1 1 0,1-1 0,0 1 0,-1 0 0,1 0 0,0 0 0,3-1 0,7-3 0,0 1 0,0 1 0,1 0 0,0 0 0,0 2 0,-1-1 0,1 2 0,0 0 0,0 0 0,0 1 0,0 1 0,0 0 0,-1 0 0,1 2 0,-1-1 0,0 2 0,12 5 0,-21-8 0,1-1 0,-1 1 0,1 0 0,-1 1 0,0-1 0,0 1 0,0-1 0,-1 1 0,1 0 0,-1 0 0,1 0 0,-1 0 0,0 0 0,0 1 0,0-1 0,-1 1 0,1-1 0,-1 1 0,2 6 0,-3-5 0,1-1 0,-1 1 0,-1 0 0,1-1 0,0 1 0,-1-1 0,0 1 0,0-1 0,-1 0 0,1 1 0,-1-1 0,0 0 0,0 0 0,0 0 0,0 0 0,-6 6 0,-6 7-170,-2-1-1,1 0 0,-2-2 1,0 1-1,-1-2 0,0-1 1,-21 12-1,11-11-6655</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38.416"/>
    </inkml:context>
    <inkml:brush xml:id="br0">
      <inkml:brushProperty name="width" value="0.05" units="cm"/>
      <inkml:brushProperty name="height" value="0.05" units="cm"/>
    </inkml:brush>
  </inkml:definitions>
  <inkml:trace contextRef="#ctx0" brushRef="#br0">1 1 24575,'5'0'0,"5"0"0,6 0 0,1 3 0,-1 0 0,1 1 0,-1-2 0,0 0 0,3 0 0,4-2 0,3 1 0,2-4 0,3-1 0,-4 1-8191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38.679"/>
    </inkml:context>
    <inkml:brush xml:id="br0">
      <inkml:brushProperty name="width" value="0.05" units="cm"/>
      <inkml:brushProperty name="height" value="0.05" units="cm"/>
    </inkml:brush>
  </inkml:definitions>
  <inkml:trace contextRef="#ctx0" brushRef="#br0">10 1 24575,'-3'0'0,"0"2"0,-1 5 0,4 3 0,5 5 0,6 9 0,5 8 0,4 9 0,5 7 0,4 6 0,1 4 0,0 3 0,-1 3 0,-5-2 0,-3 0 0,-7-3 0,-4-11-8191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38.882"/>
    </inkml:context>
    <inkml:brush xml:id="br0">
      <inkml:brushProperty name="width" value="0.05" units="cm"/>
      <inkml:brushProperty name="height" value="0.05" units="cm"/>
    </inkml:brush>
  </inkml:definitions>
  <inkml:trace contextRef="#ctx0" brushRef="#br0">22 206 24575,'-2'-2'0,"0"1"0,0-1 0,1 0 0,-1 0 0,0 0 0,1 0 0,0-1 0,-1 1 0,1 0 0,0-1 0,0 1 0,0 0 0,0-1 0,1 1 0,-1-6 0,1 7 0,0-1 0,1 1 0,-1-1 0,1 1 0,-1-1 0,1 1 0,0-1 0,-1 1 0,1 0 0,0-1 0,0 1 0,0 0 0,0 0 0,0 0 0,1-1 0,-1 1 0,0 0 0,0 1 0,1-1 0,-1 0 0,1 0 0,-1 0 0,0 1 0,1-1 0,0 1 0,2-1 0,35-11 0,1 2 0,49-5 0,37-10 0,-109 21-195,1-1 0,-2 0 0,1-1 0,-1-1 0,0-1 0,27-17 0,-26 11-6631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39.035"/>
    </inkml:context>
    <inkml:brush xml:id="br0">
      <inkml:brushProperty name="width" value="0.05" units="cm"/>
      <inkml:brushProperty name="height" value="0.05" units="cm"/>
    </inkml:brush>
  </inkml:definitions>
  <inkml:trace contextRef="#ctx0" brushRef="#br0">220 354 24575,'-11'-6'0,"-14"-9"0,-12-11 0,-4-7 0,1-5 0,8-2 0,10 0 0,10 2 0,14 4 0,11 6 0,12 4 0,13 7 0,10 6 0,9 7 0,8 8 0,3 5 0,-9 2-8191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39.425"/>
    </inkml:context>
    <inkml:brush xml:id="br0">
      <inkml:brushProperty name="width" value="0.05" units="cm"/>
      <inkml:brushProperty name="height" value="0.05" units="cm"/>
    </inkml:brush>
  </inkml:definitions>
  <inkml:trace contextRef="#ctx0" brushRef="#br0">3 37 24575,'0'1'0,"-1"-1"0,1 1 0,0 0 0,-1 0 0,1-1 0,0 1 0,0 0 0,-1 0 0,1 0 0,0-1 0,0 1 0,0 0 0,0 0 0,0 0 0,0-1 0,1 1 0,-1 0 0,0 0 0,0 0 0,0-1 0,1 1 0,-1 0 0,0 0 0,1-1 0,-1 1 0,1 0 0,-1-1 0,1 1 0,-1-1 0,1 1 0,-1 0 0,1-1 0,1 1 0,23 22 0,-22-21 0,29 24 0,-1 1 0,-1 1 0,53 65 0,-71-80 0,-12-13 0,0 0 0,0 0 0,0 0 0,0 0 0,0 0 0,0 0 0,1 0 0,-1 0 0,0 0 0,0 0 0,0 0 0,0 0 0,0 0 0,0 0 0,1 0 0,-1 0 0,0 0 0,0 0 0,0 0 0,0 0 0,0 0 0,0 0 0,1 0 0,-1-1 0,0 1 0,0 0 0,0 0 0,0 0 0,0 0 0,0 0 0,0 0 0,0 0 0,0 0 0,0-1 0,0 1 0,0 0 0,1 0 0,-1 0 0,0 0 0,0 0 0,0 0 0,0-1 0,0 1 0,0 0 0,0 0 0,0 0 0,0 0 0,0 0 0,0 0 0,0-1 0,-1 1 0,-3-31 0,1 18 0,-1-15 0,0 0 0,2 1 0,1-1 0,6-52 0,-5 79 0,0-1 0,0 1 0,0-1 0,0 1 0,1-1 0,-1 1 0,1-1 0,-1 1 0,1-1 0,-1 1 0,1 0 0,0-1 0,0 1 0,0 0 0,0 0 0,0 0 0,0-1 0,0 1 0,0 0 0,0 0 0,0 1 0,1-1 0,-1 0 0,0 0 0,1 0 0,-1 1 0,0-1 0,1 1 0,1-1 0,0 1 0,0 0 0,0 0 0,-1 1 0,1-1 0,0 1 0,0 0 0,-1 0 0,1 0 0,0 0 0,-1 0 0,1 1 0,-1-1 0,1 1 0,-1-1 0,3 3 0,18 18 20,-1 0 0,0 2 0,-2 0-1,-1 2 1,18 29 0,15 21-1504,-34-53-5342</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39.625"/>
    </inkml:context>
    <inkml:brush xml:id="br0">
      <inkml:brushProperty name="width" value="0.05" units="cm"/>
      <inkml:brushProperty name="height" value="0.05" units="cm"/>
    </inkml:brush>
  </inkml:definitions>
  <inkml:trace contextRef="#ctx0" brushRef="#br0">13 120 24575,'-7'-65'0,"2"18"0,6 39 0,4 20 0,6 22 0,171 513-1365,-165-502-5461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39.997"/>
    </inkml:context>
    <inkml:brush xml:id="br0">
      <inkml:brushProperty name="width" value="0.05" units="cm"/>
      <inkml:brushProperty name="height" value="0.05" units="cm"/>
    </inkml:brush>
  </inkml:definitions>
  <inkml:trace contextRef="#ctx0" brushRef="#br0">1 250 24575,'4'1'0,"0"0"0,1 0 0,-1 0 0,0 0 0,0 1 0,0 0 0,6 3 0,7 3 0,3-1 0,0-1 0,1-1 0,0-1 0,0-1 0,0 0 0,1-2 0,22-1 0,-15-2 0,0 0 0,0-2 0,0-2 0,44-13 0,-63 15 0,0 1 0,-1-1 0,1-1 0,-1 0 0,0 0 0,0-1 0,11-10 0,-15 12 0,-1 0 0,0 0 0,0-1 0,-1 0 0,1 0 0,-1 0 0,0 0 0,-1 0 0,1-1 0,-1 1 0,0-1 0,0 0 0,-1 0 0,2-7 0,-2 0 0,1-1 0,-2 1 0,-1-14 0,1 23 0,0-1 0,-1 1 0,0 0 0,0 0 0,0 0 0,0-1 0,-1 1 0,1 1 0,-1-1 0,0 0 0,0 0 0,-1 1 0,-3-5 0,6 7 0,-1 0 0,1 1 0,-1-1 0,1 0 0,-1 1 0,0-1 0,1 1 0,-1-1 0,0 1 0,0-1 0,1 1 0,-1 0 0,0-1 0,0 1 0,0 0 0,0 0 0,1-1 0,-1 1 0,0 0 0,0 0 0,0 0 0,0 0 0,0 0 0,1 0 0,-1 0 0,0 1 0,-1-1 0,0 1 0,1 0 0,0 0 0,-1 0 0,1 0 0,0 0 0,-1 1 0,1-1 0,0 0 0,0 0 0,0 1 0,0-1 0,-1 4 0,-2 3 0,1 1 0,0-1 0,0 1 0,-1 10 0,1 0 49,1-1 0,1 1 0,0 0-1,2 0 1,0-1 0,5 28 0,-3-33-205,0-1 1,0 1 0,2-1 0,-1 0 0,1 0 0,1 0 0,0-1-1,1 0 1,0 0 0,10 11 0,4-1-6671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40.340"/>
    </inkml:context>
    <inkml:brush xml:id="br0">
      <inkml:brushProperty name="width" value="0.05" units="cm"/>
      <inkml:brushProperty name="height" value="0.05" units="cm"/>
    </inkml:brush>
  </inkml:definitions>
  <inkml:trace contextRef="#ctx0" brushRef="#br0">15 35 24575,'-13'-17'0,"12"15"0,6 11 0,15 22 0,39 66 0,-51-82 0,-1 1 0,0 0 0,-1 0 0,5 25 0,-10-37 0,0 1 0,-1-1 0,0 1 0,0-1 0,0 1 0,0-1 0,-1 0 0,0 1 0,0-1 0,0 0 0,0 1 0,-3 3 0,4-6 0,-1-1 0,0 0 0,1 0 0,-1 0 0,0 0 0,0 0 0,0 1 0,0-2 0,0 1 0,0 0 0,0 0 0,0 0 0,0 0 0,0-1 0,-1 1 0,1 0 0,0-1 0,0 0 0,-1 1 0,1-1 0,0 1 0,-1-1 0,1 0 0,0 0 0,-1 0 0,1 0 0,-1 0 0,1 0 0,0 0 0,-1-1 0,1 1 0,0 0 0,-1-1 0,1 1 0,0-1 0,0 1 0,-1-1 0,1 0 0,0 1 0,0-1 0,0 0 0,-2-1 0,0-1 0,0 0 0,0 0 0,0 0 0,0-1 0,0 1 0,1-1 0,-1 0 0,1 0 0,0 1 0,0-1 0,1-1 0,-1 1 0,1 0 0,0 0 0,0 0 0,0-1 0,0-7 0,0-2 0,0-1 0,1 0 0,4-29 0,-2 35 0,0-1 0,0 1 0,0 0 0,1 0 0,1 0 0,0 0 0,0 1 0,0-1 0,1 1 0,1 0 0,-1 1 0,13-14 0,-14 17 0,1 0 0,-1 1 0,1-1 0,0 1 0,0 0 0,0 0 0,0 1 0,1 0 0,-1-1 0,1 2 0,0-1 0,-1 1 0,1 0 0,0 0 0,0 0 0,0 1 0,-1 0 0,1 0 0,0 1 0,0-1 0,10 4 0,-8-3-136,-1 2-1,0-1 1,1 1-1,-1 0 1,-1 1-1,1 0 1,0 0-1,-1 0 0,8 7 1,1 4-6690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41.803"/>
    </inkml:context>
    <inkml:brush xml:id="br0">
      <inkml:brushProperty name="width" value="0.05" units="cm"/>
      <inkml:brushProperty name="height" value="0.05" units="cm"/>
    </inkml:brush>
  </inkml:definitions>
  <inkml:trace contextRef="#ctx0" brushRef="#br0">32 634 24575,'-9'-7'0,"-8"-7"0,17 13 0,-1 1 0,1-1 0,-1 1 0,1 0 0,0-1 0,-1 0 0,1 1 0,0-1 0,-1 1 0,1-1 0,0 1 0,0-1 0,-1 0 0,1 1 0,0-1 0,0 1 0,0-1 0,0 0 0,0 1 0,0-1 0,0 0 0,0 1 0,0-1 0,0 0 0,1 0 0,-1 1 0,0 0 0,0-1 0,0 1 0,0 0 0,0 0 0,0 0 0,0 0 0,1-1 0,-1 1 0,0 0 0,0 0 0,0 0 0,0 0 0,1 0 0,-1-1 0,0 1 0,0 0 0,0 0 0,1 0 0,-1 0 0,0 0 0,0 0 0,0 0 0,1 0 0,-1 0 0,0 0 0,0 0 0,0 0 0,1 0 0,-1 0 0,0 0 0,0 0 0,0 0 0,1 0 0,-1 0 0,0 0 0,0 1 0,11 6 0,4 11 0,1 6 0,-1 1 0,-1 0 0,-1 2 0,-1-1 0,-2 1 0,-1 1 0,-1 0 0,7 43 0,-16-87 0,0-1 0,2 0 0,0 1 0,0-1 0,9-32 0,-7 34 0,1 1 0,1 0 0,0-1 0,1 2 0,1-1 0,0 1 0,16-22 0,-22 32 0,1 1 0,0 0 0,0-1 0,0 1 0,0 0 0,1 0 0,-1 0 0,0 1 0,1-1 0,-1 0 0,1 1 0,0 0 0,-1 0 0,1-1 0,0 2 0,0-1 0,0 0 0,0 0 0,0 1 0,3 0 0,-3 0 0,1 1 0,-1 0 0,0 0 0,1 0 0,-1 0 0,0 1 0,0 0 0,0-1 0,0 1 0,0 0 0,0 0 0,-1 1 0,1-1 0,0 1 0,-1-1 0,3 5 0,56 80 0,2 2 0,-56-80 0,1-1 0,0 1 0,0-2 0,1 1 0,0-1 0,1-1 0,13 8 0,-21-13 0,0 0 0,0 0 0,0 0 0,0 0 0,1 0 0,-1-1 0,0 1 0,1-1 0,-1 1 0,0-1 0,1 0 0,-1 0 0,1 0 0,-1 0 0,0-1 0,1 1 0,-1-1 0,0 1 0,1-1 0,-1 0 0,0 0 0,0 0 0,0 0 0,0 0 0,0-1 0,0 1 0,0 0 0,0-1 0,0 0 0,-1 1 0,1-1 0,-1 0 0,1 0 0,-1 0 0,1 0 0,-1 0 0,1-3 0,3-6 0,0 0 0,-1 1 0,0-1 0,-1-1 0,0 1 0,2-17 0,-3 11 0,-1 0 0,-1 0 0,0 1 0,-1-1 0,-4-21 0,4 31 0,-1 0 0,0 0 0,0-1 0,0 2 0,-1-1 0,0 0 0,0 0 0,-1 1 0,0-1 0,0 1 0,0 0 0,-1 1 0,0-1 0,-8-6 0,12 10 0,0 1 0,-1 0 0,1 0 0,-1 0 0,1 0 0,-1 0 0,0 0 0,1 0 0,-1 0 0,0 1 0,0-1 0,1 1 0,-1-1 0,0 1 0,0 0 0,0-1 0,0 1 0,0 0 0,1 0 0,-1 1 0,0-1 0,0 0 0,0 1 0,0-1 0,1 1 0,-1-1 0,0 1 0,0 0 0,-2 2 0,1-1 0,1 0 0,0 1 0,0-1 0,0 1 0,0 0 0,0 0 0,0 0 0,1 0 0,0 0 0,-1 0 0,1 0 0,0 0 0,1 0 0,-1 1 0,1-1 0,-1 5 0,0 0 0,1 0 0,0 1 0,1-1 0,0 0 0,0 1 0,1-1 0,0 0 0,0 0 0,1 0 0,7 15 0,-4-13 0,0 1 0,1-1 0,0 0 0,1-1 0,0 0 0,1 0 0,10 8 0,-7-7 0,1 0 0,1-1 0,0 0 0,0-1 0,1-1 0,0-1 0,0 0 0,1 0 0,-1-2 0,1 0 0,25 3 0,-33-6 0,0-1 0,0 0 0,0 0 0,-1-1 0,1 0 0,0 0 0,0-1 0,-1 0 0,1 0 0,-1-1 0,1 0 0,-1 0 0,0-1 0,0 0 0,-1 0 0,1 0 0,-1-1 0,10-10 0,-8 7 0,-1-1 0,0-1 0,0 1 0,-1-1 0,-1 0 0,0-1 0,0 1 0,-1-1 0,0 0 0,-1 0 0,0 0 0,2-15 0,-1-13 0,-2 0 0,-1 0 0,-2 0 0,-8-57 0,-5 16 0,-26-86 0,36 148 0,-1 0 0,-1 1 0,-1 0 0,0 0 0,-1 0 0,-15-22 0,21 37 0,1 0 0,0 1 0,0-1 0,-1 1 0,1-1 0,-1 1 0,1 0 0,-1 0 0,0 0 0,1 0 0,-3-2 0,3 3 0,0 0 0,1 0 0,-1 0 0,0 0 0,1 0 0,-1 0 0,0 0 0,0 0 0,1 0 0,-1 0 0,0 0 0,1 0 0,-1 0 0,0 0 0,1 0 0,-1 1 0,0-1 0,1 0 0,-1 1 0,1-1 0,-1 0 0,0 1 0,-1 2 0,0-1 0,0 0 0,1 1 0,-1-1 0,1 1 0,0-1 0,0 1 0,0 0 0,0 0 0,0-1 0,0 1 0,1 0 0,-1 0 0,1 3 0,-1 15 0,0 0 0,2 1 0,1-1 0,0 0 0,7 24 0,34 101 0,-30-105-124,3-2 0,1 0 0,3 0 0,0-2 0,2-1 0,2 0-1,2-2 1,1-1 0,1-1 0,47 41 0,-54-56-6702</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41.962"/>
    </inkml:context>
    <inkml:brush xml:id="br0">
      <inkml:brushProperty name="width" value="0.05" units="cm"/>
      <inkml:brushProperty name="height" value="0.05" units="cm"/>
    </inkml:brush>
  </inkml:definitions>
  <inkml:trace contextRef="#ctx0" brushRef="#br0">35 148 24575,'-3'-3'0,"-3"-3"0,-4-4 0,0-3 0,4 1 0,9 3 0,7 0 0,9 1 0,8-1 0,7-1 0,5-1 0,3-3 0,2 2 0,-2 0 0,-7 2-8191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02.216"/>
    </inkml:context>
    <inkml:brush xml:id="br0">
      <inkml:brushProperty name="width" value="0.05" units="cm"/>
      <inkml:brushProperty name="height" value="0.05" units="cm"/>
    </inkml:brush>
  </inkml:definitions>
  <inkml:trace contextRef="#ctx0" brushRef="#br0">25 532 24575,'-7'-6'0,"-7"-9"0,13 15 0,1 0 0,0-1 0,-1 1 0,1-1 0,0 1 0,0-1 0,-1 0 0,1 1 0,0-1 0,0 1 0,0-1 0,0 1 0,0-1 0,0 0 0,0 1 0,0-1 0,0 1 0,0-1 0,0 1 0,0-1 0,0 1 0,0-1 0,1 0 0,-1 1 0,0-1 0,0 1 0,1-1 0,-1 1 0,0-1 0,1 0 0,0 1 0,-1 0 0,1 0 0,-1-1 0,1 1 0,-1 0 0,1 0 0,-1 0 0,1 0 0,-1-1 0,1 1 0,0 0 0,-1 0 0,1 0 0,-1 0 0,1 0 0,-1 0 0,1 1 0,0-1 0,-1 0 0,1 0 0,-1 0 0,1 0 0,-1 1 0,1-1 0,-1 0 0,1 0 0,-1 1 0,1-1 0,0 1 0,18 13 0,-15-10 0,18 15 0,26 27 0,-33-29 0,1-2 0,1 1 0,24 15 0,-39-30 0,-1 0 0,1-1 0,0 1 0,-1 0 0,1-1 0,0 1 0,-1-1 0,1 0 0,0 1 0,0-1 0,0 0 0,-1 0 0,1 0 0,0 0 0,0-1 0,-1 1 0,1 0 0,0-1 0,0 1 0,-1-1 0,1 0 0,-1 0 0,1 1 0,0-1 0,-1 0 0,1 0 0,-1 0 0,0-1 0,1 1 0,-1 0 0,0 0 0,2-3 0,5-5 0,-1-1 0,0 0 0,10-19 0,-10 16 0,42-66-273,3 2 0,3 2 0,3 2 0,125-118 0,-94 112-6553</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7.008"/>
    </inkml:context>
    <inkml:brush xml:id="br0">
      <inkml:brushProperty name="width" value="0.05" units="cm"/>
      <inkml:brushProperty name="height" value="0.05" units="cm"/>
    </inkml:brush>
  </inkml:definitions>
  <inkml:trace contextRef="#ctx0" brushRef="#br0">556 221 24575,'29'-25'0,"-20"18"0,-1 0 0,0 0 0,0-1 0,0 0 0,-1-1 0,6-9 0,-12 16 0,1-1 0,-1 1 0,0-1 0,-1 1 0,1-1 0,0 1 0,-1-1 0,1 0 0,-1 1 0,0-1 0,0 1 0,0-1 0,0 0 0,0 1 0,0-1 0,-1 0 0,0 1 0,1-1 0,-1 1 0,0-1 0,0 1 0,0-1 0,-1 1 0,1 0 0,0-1 0,-1 1 0,0 0 0,1 0 0,-1 0 0,-3-2 0,-1-1 0,0 0 0,0 0 0,0 1 0,-1 0 0,0 0 0,0 0 0,0 1 0,0 0 0,0 1 0,0-1 0,-10 0 0,-1-1 0,1 2 0,-1 0 0,-32 1 0,17 4 0,0 1 0,1 2 0,0 1 0,0 2 0,0 1 0,1 1 0,1 2 0,0 1 0,-38 24 0,59-33 0,1 1 0,-1 0 0,1 1 0,1-1 0,-1 2 0,1-1 0,-8 12 0,13-17 0,1 1 0,-1 0 0,0 0 0,1-1 0,0 1 0,-1 0 0,1 0 0,1 1 0,-1-1 0,0 0 0,1 0 0,-1 0 0,1 0 0,0 1 0,0-1 0,0 0 0,1 0 0,-1 1 0,1-1 0,0 0 0,0 0 0,0 0 0,0 0 0,0 0 0,1 0 0,-1 0 0,3 3 0,3 2 0,0 1 0,1-2 0,0 1 0,0-1 0,0 0 0,1-1 0,0 0 0,0 0 0,18 8 0,13 3 0,46 13 0,-62-22 0,120 35 0,-61-20 0,85 37 0,-159-56 0,1 0 0,-1 1 0,0 0 0,0 1 0,14 12 0,-21-16 0,0-1 0,0 1 0,0 0 0,-1 0 0,1 0 0,-1 1 0,1-1 0,-1 0 0,0 0 0,1 1 0,-1-1 0,-1 1 0,1-1 0,0 1 0,0-1 0,-1 1 0,0-1 0,1 1 0,-1 0 0,0-1 0,0 1 0,-1 0 0,1-1 0,0 1 0,-1-1 0,0 1 0,1 0 0,-2 2 0,-2 1 0,1 0 0,-1 0 0,0-1 0,-1 1 0,1-1 0,-1 0 0,0 0 0,0-1 0,0 1 0,-1-1 0,0 0 0,0-1 0,-9 5 0,-4 1 0,0-1 0,0-1 0,-28 6 0,22-7 0,-1-2 0,0 0 0,0-2 0,0-1 0,0-1 0,-33-5 0,46 4 0,-1-1 0,1-1 0,0 0 0,1-1 0,-1 0 0,0-1 0,1 0 0,0-1 0,0 0 0,1-1 0,0-1 0,0 0 0,1 0 0,-10-11 0,15 13-170,0 0-1,0 0 0,1-1 1,0 1-1,0-1 0,1 0 1,-3-9-1,-2-13-6655</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7.258"/>
    </inkml:context>
    <inkml:brush xml:id="br0">
      <inkml:brushProperty name="width" value="0.05" units="cm"/>
      <inkml:brushProperty name="height" value="0.05" units="cm"/>
    </inkml:brush>
  </inkml:definitions>
  <inkml:trace contextRef="#ctx0" brushRef="#br0">1 75 24575,'10'-6'0,"0"0"0,-1-1 0,1 0 0,-1-1 0,11-12 0,-1 2 0,-19 18 0,0 0 0,0-1 0,0 1 0,0 0 0,1 0 0,-1 0 0,0 0 0,0-1 0,0 1 0,0 0 0,0 0 0,1 0 0,-1 0 0,0 0 0,0 0 0,0 0 0,1 0 0,-1-1 0,0 1 0,0 0 0,0 0 0,1 0 0,-1 0 0,0 0 0,0 0 0,0 0 0,1 0 0,-1 0 0,0 0 0,0 0 0,0 0 0,1 0 0,-1 0 0,0 1 0,0-1 0,0 0 0,0 0 0,1 0 0,-1 0 0,0 0 0,2 11 0,-5 17 0,2-26 0,-39 334 0,37-279 0,3 0 0,2 0 0,19 109 0,-10-123-1365,0-10-5461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7.676"/>
    </inkml:context>
    <inkml:brush xml:id="br0">
      <inkml:brushProperty name="width" value="0.05" units="cm"/>
      <inkml:brushProperty name="height" value="0.05" units="cm"/>
    </inkml:brush>
  </inkml:definitions>
  <inkml:trace contextRef="#ctx0" brushRef="#br0">15 45 24575,'-2'-13'0,"-2"22"0,-2 21 0,4-3 0,1-1 0,2 0 0,0 0 0,2 0 0,1 0 0,12 42 0,-11-50 0,1 0 0,1-1 0,1 0 0,0 0 0,1-1 0,1 0 0,1 0 0,0-1 0,1 0 0,14 13 0,-23-25 0,0 0 0,1 0 0,-1 0 0,1 0 0,-1-1 0,1 0 0,0 0 0,0 0 0,0 0 0,0 0 0,0-1 0,1 0 0,-1 0 0,0 0 0,1 0 0,-1-1 0,9 1 0,-8-2 0,1-1 0,-1 1 0,0-1 0,1 0 0,-1 0 0,0 0 0,0-1 0,0 0 0,-1 0 0,1 0 0,-1 0 0,1-1 0,5-6 0,4-6 0,0 0 0,-2 0 0,0-1 0,-1-1 0,-1 0 0,0 0 0,8-24 0,1-10 0,18-79 0,-30 101 0,-2 0 0,3-46 0,-2 362 342,-1-243-684,1 0 1,3-1 0,1 1-1,29 74 1,-25-85-6485</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7.880"/>
    </inkml:context>
    <inkml:brush xml:id="br0">
      <inkml:brushProperty name="width" value="0.05" units="cm"/>
      <inkml:brushProperty name="height" value="0.05" units="cm"/>
    </inkml:brush>
  </inkml:definitions>
  <inkml:trace contextRef="#ctx0" brushRef="#br0">1 69 24575,'0'-6'0,"0"-7"0,0-3 0,0-3 0,0 7 0,0 10 0,3 9 0,0 13 0,3 7 0,1 11 0,1 7 0,0 4 0,0 4 0,0 2 0,-1 0 0,-1-5 0,1-4 0,-3-11-8191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8.222"/>
    </inkml:context>
    <inkml:brush xml:id="br0">
      <inkml:brushProperty name="width" value="0.05" units="cm"/>
      <inkml:brushProperty name="height" value="0.05" units="cm"/>
    </inkml:brush>
  </inkml:definitions>
  <inkml:trace contextRef="#ctx0" brushRef="#br0">3 285 24575,'-1'-5'0,"1"4"0,-1 1 0,1 0 0,0 0 0,0-1 0,0 1 0,0 0 0,0 0 0,0-1 0,0 1 0,0 0 0,0 0 0,0-1 0,0 1 0,0 0 0,0 0 0,0-1 0,0 1 0,0 0 0,0-1 0,0 1 0,0 0 0,0 0 0,1 0 0,-1-1 0,0 1 0,0 0 0,0 0 0,0-1 0,1 1 0,-1 0 0,0 0 0,0 0 0,0 0 0,1-1 0,-1 1 0,0 0 0,0 0 0,0 0 0,1 0 0,-1 0 0,0 0 0,0 0 0,1-1 0,-1 1 0,0 0 0,1 0 0,-1 0 0,0 0 0,0 0 0,1 0 0,-1 0 0,0 0 0,0 1 0,1-1 0,-1 0 0,0 0 0,0 0 0,1 0 0,-1 0 0,16 1 0,31 4 0,2 1 0,-33-5 0,1 0 0,0-1 0,0-1 0,-1-1 0,18-3 0,-29 3 0,0 1 0,0-1 0,0 0 0,0 0 0,0-1 0,0 1 0,-1-1 0,1 0 0,-1 0 0,0-1 0,0 1 0,0-1 0,0 0 0,-1 0 0,0 0 0,1-1 0,-1 1 0,-1-1 0,5-8 0,-2-3 0,0-1 0,-2 1 0,1-1 0,-2 0 0,0 0 0,-2 0 0,1 0 0,-5-31 0,-1 26 0,5 22 0,0 0 0,0 0 0,0 0 0,0 0 0,-1 0 0,1 0 0,0 0 0,0 0 0,0 0 0,0 0 0,-1 0 0,1 0 0,0 0 0,0 0 0,0 0 0,-1 0 0,1 0 0,0 0 0,0 1 0,0-1 0,0 0 0,0 0 0,-1 0 0,1 0 0,0 0 0,0 0 0,0 0 0,0 1 0,0-1 0,0 0 0,-1 0 0,1 0 0,0 0 0,0 0 0,0 1 0,0-1 0,0 0 0,0 0 0,0 0 0,0 0 0,0 1 0,0-1 0,0 0 0,0 0 0,0 0 0,0 1 0,0-1 0,0 0 0,0 0 0,-7 43 0,6 41 0,4 1 0,22 136 0,-16-170-1365,1-9-5461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8.604"/>
    </inkml:context>
    <inkml:brush xml:id="br0">
      <inkml:brushProperty name="width" value="0.05" units="cm"/>
      <inkml:brushProperty name="height" value="0.05" units="cm"/>
    </inkml:brush>
  </inkml:definitions>
  <inkml:trace contextRef="#ctx0" brushRef="#br0">81 154 24575,'-8'22'0,"1"-1"0,-6 40 0,-10 69 0,-5 51 0,26-268 0,4 44 0,1 1 0,3 0 0,1 0 0,2 0 0,2 1 0,1 0 0,26-55 0,-33 87 0,0 0 0,0 1 0,1-1 0,-1 1 0,2 0 0,-1 0 0,9-7 0,-12 13 0,-1 0 0,0 1 0,1-1 0,0 0 0,-1 1 0,1-1 0,0 1 0,-1 0 0,1 0 0,0 0 0,0 0 0,0 1 0,0-1 0,0 1 0,0 0 0,0 0 0,0 0 0,0 0 0,0 0 0,0 1 0,0-1 0,0 1 0,0 0 0,0 0 0,0 0 0,0 0 0,4 2 0,1 3 0,0 0 0,0 0 0,-1 0 0,0 1 0,0 0 0,0 0 0,-1 1 0,0 0 0,0 0 0,5 11 0,7 15 0,16 45 0,-27-62 0,79 238-1365,-71-201-5461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8.789"/>
    </inkml:context>
    <inkml:brush xml:id="br0">
      <inkml:brushProperty name="width" value="0.05" units="cm"/>
      <inkml:brushProperty name="height" value="0.05" units="cm"/>
    </inkml:brush>
  </inkml:definitions>
  <inkml:trace contextRef="#ctx0" brushRef="#br0">20 69 24575,'-3'-3'0,"-3"-1"0,-1-2 0,3 0 0,6 0 0,7-1 0,8 1 0,10 1 0,7-1 0,10 0 0,5-1 0,-5 0-8191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9.304"/>
    </inkml:context>
    <inkml:brush xml:id="br0">
      <inkml:brushProperty name="width" value="0.05" units="cm"/>
      <inkml:brushProperty name="height" value="0.05" units="cm"/>
    </inkml:brush>
  </inkml:definitions>
  <inkml:trace contextRef="#ctx0" brushRef="#br0">0 173 24575,'6'-3'0,"-1"0"0,0-1 0,0 1 0,0-1 0,0 0 0,0-1 0,-1 1 0,6-9 0,24-43 0,-30 50 0,-4 6 0,0-1 0,0 1 0,0 0 0,0-1 0,0 1 0,0 0 0,1-1 0,-1 1 0,0 0 0,0-1 0,0 1 0,1 0 0,-1-1 0,0 1 0,0 0 0,1 0 0,-1-1 0,0 1 0,0 0 0,1 0 0,-1 0 0,0-1 0,1 1 0,-1 0 0,0 0 0,1 0 0,-1 0 0,0 0 0,1 0 0,-1-1 0,1 1 0,-1 0 0,0 0 0,1 0 0,-1 0 0,1 1 0,6 12 0,-1 24 0,-4 312 0,-3-340 0,-2 38 0,3-45 0,-1 0 0,1 0 0,-1 0 0,1 0 0,-1 1 0,1-1 0,-1 0 0,0 0 0,0 0 0,0-1 0,0 1 0,-1 0 0,1 0 0,0-1 0,-1 1 0,-2 2 0,4-4 0,-1 0 0,1 1 0,-1-1 0,1 0 0,0 0 0,-1 0 0,1 0 0,-1 0 0,1 1 0,-1-1 0,1 0 0,-1 0 0,1 0 0,-1 0 0,1 0 0,-1-1 0,1 1 0,-1 0 0,1 0 0,0 0 0,-1 0 0,1 0 0,-1-1 0,1 1 0,-1 0 0,1 0 0,0-1 0,-1 0 0,-10-14 0,0-21 0,8 14 0,0 0 0,2-1 0,0 1 0,2-1 0,0 1 0,6-28 0,-1 18 0,2-1 0,1 1 0,21-48 0,-27 72 0,1 0 0,0 1 0,1-1 0,-1 1 0,1 0 0,10-11 0,-14 17 0,0 0 0,0 0 0,1 0 0,-1 0 0,0 0 0,0 0 0,1 0 0,-1 0 0,1 1 0,-1-1 0,1 1 0,-1-1 0,1 1 0,-1-1 0,1 1 0,0 0 0,-1 0 0,1 0 0,-1 0 0,1 0 0,0 0 0,-1 0 0,1 0 0,-1 1 0,1-1 0,-1 0 0,1 1 0,-1 0 0,1-1 0,-1 1 0,1 0 0,-1 0 0,0 0 0,1 0 0,-1 0 0,0 0 0,0 0 0,0 0 0,0 0 0,0 0 0,0 1 0,1 1 0,12 17 0,-1 1 0,-1 0 0,17 41 0,-4-8 0,-9-23 0,40 75 0,-48-93 0,1 1 0,1-1 0,0-1 0,1 0 0,13 13 0,-21-22 0,0-1 0,1 1 0,-1-1 0,0 0 0,1 0 0,-1 0 0,1 0 0,-1 0 0,1-1 0,0 0 0,0 0 0,0 0 0,0 0 0,0-1 0,0 1 0,0-1 0,5 0 0,-5-1 0,0 0 0,0 0 0,0-1 0,0 1 0,0-1 0,0 0 0,0 0 0,0 0 0,-1 0 0,1-1 0,-1 0 0,0 1 0,0-1 0,0 0 0,5-7 0,8-11 0,-1-1 0,-1 0 0,-1-1 0,-1-1 0,13-38 0,-7 10 0,17-87 0,-34 131 0,7-45 0,-7 51 0,-1 0 0,0 0 0,0 0 0,0 0 0,0 0 0,0 0 0,-1 0 0,1 0 0,0 0 0,-1 0 0,0 0 0,1 1 0,-1-1 0,0 0 0,0 0 0,0 0 0,0 1 0,0-1 0,-1 0 0,1 1 0,-2-2 0,2 2 11,0 1 0,1 0 0,-1 0-1,0-1 1,0 1 0,0 0 0,1 0 0,-1 0 0,0 0-1,0 0 1,0 0 0,0 0 0,1 0 0,-1 0-1,0 1 1,0-1 0,1 0 0,-1 0 0,0 1-1,0-1 1,1 1 0,-1-1 0,0 0 0,1 1-1,-1-1 1,0 1 0,1 0 0,-1-1 0,1 1-1,-1 0 1,-17 23-1130,16-22 538,-7 14-6245</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9.721"/>
    </inkml:context>
    <inkml:brush xml:id="br0">
      <inkml:brushProperty name="width" value="0.05" units="cm"/>
      <inkml:brushProperty name="height" value="0.05" units="cm"/>
    </inkml:brush>
  </inkml:definitions>
  <inkml:trace contextRef="#ctx0" brushRef="#br0">67 179 24575,'0'-1'0,"0"0"0,0 0 0,0 0 0,0 0 0,0 0 0,-1-1 0,1 1 0,0 0 0,-1 0 0,1 0 0,0 0 0,-1 0 0,0 0 0,0-2 0,0 3 0,1 0 0,0-1 0,-1 1 0,1 0 0,-1-1 0,1 1 0,0 0 0,-1 0 0,1-1 0,-1 1 0,1 0 0,-1 0 0,1 0 0,-1 0 0,1 0 0,-1-1 0,0 1 0,1 0 0,-1 0 0,1 0 0,-1 1 0,0-1 0,0 0 0,-1 1 0,1-1 0,-1 1 0,1 0 0,0 0 0,0-1 0,-1 1 0,1 0 0,0 0 0,0 0 0,0 0 0,0 1 0,0-1 0,0 0 0,0 0 0,0 0 0,1 1 0,-1-1 0,0 1 0,0 2 0,-6 21 0,1 0 0,1 1 0,-2 48 0,6 82 0,2-94 0,-1-19 0,0-28 0,1-30 0,0-61 0,15-105 0,-11 146 0,2-1 0,2 2 0,1-1 0,2 2 0,19-41 0,-26 65 0,0 0 0,0 0 0,0 1 0,1-1 0,1 1 0,14-14 0,-20 21 0,1-1 0,0 1 0,0-1 0,0 1 0,0 0 0,0 0 0,0 0 0,1 0 0,-1 0 0,0 0 0,0 1 0,1-1 0,-1 1 0,0-1 0,1 1 0,-1 0 0,1 0 0,-1 0 0,0 0 0,1 1 0,-1-1 0,0 1 0,1-1 0,-1 1 0,0 0 0,0 0 0,0 0 0,1 0 0,-1 0 0,0 0 0,0 0 0,0 1 0,-1-1 0,1 1 0,3 3 0,3 4 0,1 1 0,-2 0 0,1 0 0,-2 1 0,1-1 0,7 20 0,26 76 0,-37-98 0,12 44-341,-1 1 0,-3 1-1,7 74 1,-14-68-6485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09.879"/>
    </inkml:context>
    <inkml:brush xml:id="br0">
      <inkml:brushProperty name="width" value="0.05" units="cm"/>
      <inkml:brushProperty name="height" value="0.05" units="cm"/>
    </inkml:brush>
  </inkml:definitions>
  <inkml:trace contextRef="#ctx0" brushRef="#br0">0 195 24575,'0'-8'0,"0"-11"0,6-8 0,9-4 0,11-1 0,12 4 0,11 5 0,9 8 0,10 6 0,4 7 0,0 6 0,0 6 0,-13 1-8191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39:54.350"/>
    </inkml:context>
    <inkml:brush xml:id="br0">
      <inkml:brushProperty name="width" value="0.05" units="cm"/>
      <inkml:brushProperty name="height" value="0.05" units="cm"/>
    </inkml:brush>
  </inkml:definitions>
  <inkml:trace contextRef="#ctx0" brushRef="#br0">1 36 24575,'0'-19'0,"0"2"0,3 35 0,69 616-1365,-68-588-5461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39:54.555"/>
    </inkml:context>
    <inkml:brush xml:id="br0">
      <inkml:brushProperty name="width" value="0.05" units="cm"/>
      <inkml:brushProperty name="height" value="0.05" units="cm"/>
    </inkml:brush>
  </inkml:definitions>
  <inkml:trace contextRef="#ctx0" brushRef="#br0">43 141 24575,'-6'-2'0,"-4"-2"0,-3 1 0,3-3 0,6 0 0,9-1 0,13 0 0,10 1 0,12-1 0,10 1 0,8-1 0,4-3 0,3-2 0,2-1 0,-4-2 0,-3-1 0,-12 2-8191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39:54.741"/>
    </inkml:context>
    <inkml:brush xml:id="br0">
      <inkml:brushProperty name="width" value="0.05" units="cm"/>
      <inkml:brushProperty name="height" value="0.05" units="cm"/>
    </inkml:brush>
  </inkml:definitions>
  <inkml:trace contextRef="#ctx0" brushRef="#br0">66 228 24575,'-8'-8'0,"-6"-11"0,-2-11 0,0-5 0,7 0 0,7 4 0,9 4 0,12 7 0,11 6 0,8 6 0,9 8 0,5 2 0,4 5 0,1 4 0,-1 4 0,-5 4 0,-5 1 0,-11-3-8191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39:55.161"/>
    </inkml:context>
    <inkml:brush xml:id="br0">
      <inkml:brushProperty name="width" value="0.05" units="cm"/>
      <inkml:brushProperty name="height" value="0.05" units="cm"/>
    </inkml:brush>
  </inkml:definitions>
  <inkml:trace contextRef="#ctx0" brushRef="#br0">0 111 24575,'3'0'0,"0"0"0,0 1 0,0-1 0,0 1 0,0-1 0,0 1 0,0 0 0,0 0 0,0 1 0,0-1 0,-1 0 0,1 1 0,-1 0 0,1-1 0,2 4 0,-1-1 0,0 0 0,0 0 0,-1 1 0,1 0 0,-1 0 0,0 0 0,3 8 0,1 5 0,-2 0 0,1 0 0,-2 0 0,2 20 0,-1 11 0,-2 0 0,-4 62 0,1-115 0,12-160 0,-8 130 0,2 0 0,1 1 0,13-37 0,12-8 0,-28 71 0,-1 0 0,2 0 0,-1 1 0,1-1 0,0 1 0,0 0 0,0 1 0,9-8 0,-12 12 0,0-1 0,0 1 0,0 0 0,0 0 0,1 0 0,-1 0 0,0 0 0,0 0 0,1 0 0,-1 1 0,0 0 0,1-1 0,-1 1 0,0 0 0,1 0 0,-1 0 0,0 0 0,1 0 0,-1 1 0,0-1 0,1 1 0,-1 0 0,0-1 0,0 1 0,1 0 0,-1 0 0,0 1 0,0-1 0,0 0 0,0 1 0,-1-1 0,1 1 0,0-1 0,2 4 0,3 4 0,0 0 0,0 0 0,-1 0 0,0 1 0,8 20 0,3 16-22,-2 0 0,-2 2-1,9 65 1,-8-40-1254,-7-43-5550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39:55.376"/>
    </inkml:context>
    <inkml:brush xml:id="br0">
      <inkml:brushProperty name="width" value="0.05" units="cm"/>
      <inkml:brushProperty name="height" value="0.05" units="cm"/>
    </inkml:brush>
  </inkml:definitions>
  <inkml:trace contextRef="#ctx0" brushRef="#br0">0 1 24575,'3'0'0,"1"2"0,-1 5 0,0 5 0,-1 7 0,2 8 0,3 8 0,0 6 0,2 7 0,2 6 0,0 6 0,-1-1 0,2 2 0,-1-2 0,0-2 0,-2-12-8191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39:55.733"/>
    </inkml:context>
    <inkml:brush xml:id="br0">
      <inkml:brushProperty name="width" value="0.05" units="cm"/>
      <inkml:brushProperty name="height" value="0.05" units="cm"/>
    </inkml:brush>
  </inkml:definitions>
  <inkml:trace contextRef="#ctx0" brushRef="#br0">0 202 24575,'0'-1'0,"1"0"0,-1 0 0,0 0 0,1 0 0,-1 1 0,1-1 0,-1 0 0,1 0 0,0 0 0,-1 0 0,1 1 0,0-1 0,-1 0 0,1 0 0,0 1 0,0-1 0,0 1 0,0-1 0,0 0 0,21-9 0,-22 9 0,23-7 0,0 0 0,1 2 0,0 0 0,0 2 0,0 0 0,0 2 0,0 0 0,1 2 0,-1 1 0,38 6 0,-48-4 0,0 1 0,0 0 0,0 1 0,-1 1 0,0 0 0,0 1 0,-1 0 0,1 1 0,-1 0 0,-1 1 0,0 0 0,0 1 0,-1 0 0,0 1 0,-1 0 0,9 13 0,-11-13 0,0 0 0,-1 0 0,0 1 0,-1 0 0,0 0 0,-1 0 0,0 1 0,-1-1 0,0 1 0,-1 0 0,-1 0 0,0 0 0,-1 0 0,0 0 0,-1 0 0,0 0 0,-1 0 0,-4 14 0,5-22 0,-1 0 0,0 0 0,0 0 0,-1-1 0,1 1 0,-1-1 0,0 1 0,0-1 0,-1 0 0,1 0 0,-5 4 0,7-8 0,0 1 0,0 0 0,-1 0 0,1 0 0,0-1 0,0 1 0,-1-1 0,1 1 0,0-1 0,0 1 0,-1-1 0,1 0 0,-1 0 0,1 0 0,0 1 0,-1-1 0,1 0 0,-3-1 0,3 0 0,-1 1 0,0-1 0,0 0 0,1 0 0,-1 0 0,1 0 0,-1 0 0,1 0 0,-1-1 0,1 1 0,-1-1 0,1 1 0,0-1 0,0 1 0,0-1 0,0 1 0,-1-3 0,-1-3 0,0 0 0,1 0 0,0 0 0,0 0 0,0 0 0,1 0 0,0-1 0,1 1 0,0 0 0,0-1 0,0 1 0,1 0 0,1-8 0,3-7 0,0 0 0,16-41 0,-5 26 0,0 1 0,42-63 0,-44 79 0,0 0 0,2 1 0,1 0 0,0 1 0,35-27 0,-43 38-227,1 1-1,-1 0 1,1 1-1,0 0 1,18-5-1,3 2-6598</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39:56.229"/>
    </inkml:context>
    <inkml:brush xml:id="br0">
      <inkml:brushProperty name="width" value="0.05" units="cm"/>
      <inkml:brushProperty name="height" value="0.05" units="cm"/>
    </inkml:brush>
  </inkml:definitions>
  <inkml:trace contextRef="#ctx0" brushRef="#br0">294 162 24575,'0'-12'0,"0"0"0,-1 0 0,0 0 0,-1 0 0,-1 0 0,-6-19 0,8 28 0,0-1 0,-1 1 0,0-1 0,0 1 0,0 0 0,0 0 0,-1 0 0,1 0 0,-1 0 0,1 0 0,-1 1 0,0-1 0,0 1 0,0 0 0,-1 0 0,1 0 0,0 0 0,-1 1 0,1-1 0,-1 1 0,0 0 0,1 0 0,-1 0 0,0 1 0,-6-1 0,5 1 0,-1 1 0,1-1 0,-1 1 0,1 1 0,0-1 0,-1 1 0,1 0 0,0 0 0,0 0 0,0 1 0,1 0 0,-1 0 0,0 0 0,1 0 0,0 1 0,-7 7 0,0 1 0,0 0 0,1 1 0,0 0 0,-11 23 0,13-22 0,2 1 0,0 0 0,0 1 0,2 0 0,0 0 0,-3 29 0,5-32 0,2-1 0,-1 0 0,2 1 0,0-1 0,0 1 0,1-1 0,0 0 0,2 0 0,6 19 0,-9-28 0,1 1 0,0-1 0,-1 1 0,2-1 0,-1 0 0,0 1 0,1-1 0,-1 0 0,1-1 0,0 1 0,0 0 0,0-1 0,0 1 0,0-1 0,1 0 0,-1 0 0,1-1 0,-1 1 0,1-1 0,0 1 0,-1-1 0,1 0 0,8 0 0,-7-1 0,0 0 0,0 0 0,0-1 0,1 0 0,-1 0 0,0 0 0,0-1 0,0 0 0,0 1 0,-1-2 0,1 1 0,0-1 0,-1 1 0,0-1 0,1-1 0,-1 1 0,5-6 0,5-7 0,-1 0 0,-1 0 0,0-1 0,-1-1 0,-1 0 0,-1 0 0,-1-1 0,8-23 0,0-12 0,16-96 0,-31 146 0,8-27 0,-7 31 0,0 8 0,0 9 0,-1 11 29,9 108 275,-7-116-644,1-1 1,1 1-1,0-1 1,16 35-1,-4-20-6486</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39:56.635"/>
    </inkml:context>
    <inkml:brush xml:id="br0">
      <inkml:brushProperty name="width" value="0.05" units="cm"/>
      <inkml:brushProperty name="height" value="0.05" units="cm"/>
    </inkml:brush>
  </inkml:definitions>
  <inkml:trace contextRef="#ctx0" brushRef="#br0">17 145 24575,'-1'-5'0,"0"0"0,0 1 0,0-1 0,-1 1 0,1-1 0,-1 1 0,-4-8 0,4 12 0,4 7 0,3 12 0,12 28 0,-3 0 0,-1 1 0,-3 0 0,-1 1 0,2 76 0,-13-98 0,2-26 0,0 0 0,-1 0 0,1 1 0,0-1 0,0 0 0,-1 0 0,1 0 0,-1 0 0,1 0 0,-1 0 0,1 0 0,-1 0 0,0 0 0,1 0 0,-1 0 0,0-1 0,0 1 0,0 0 0,0 0 0,-1 0 0,2-1 0,-1 0 0,1 0 0,-1 0 0,1-1 0,-1 1 0,1 0 0,-1 0 0,1-1 0,-1 1 0,1 0 0,-1 0 0,1-1 0,-1 1 0,1-1 0,0 1 0,-1 0 0,1-1 0,0 1 0,-1-1 0,1 1 0,0-1 0,-1 1 0,1-1 0,0 1 0,0-1 0,0 1 0,-1-1 0,1 1 0,0-1 0,0 1 0,0-1 0,0 0 0,0 0 0,-4-23 0,4 24 0,-1-24 0,0 0 0,2 0 0,1 0 0,0 0 0,2 0 0,11-39 0,-5 32 0,1 1 0,1 0 0,2 1 0,25-42 0,-32 61 0,0-1 0,1 1 0,1 0 0,0 1 0,0 0 0,0 0 0,12-7 0,-18 13 0,0 1 0,-1 0 0,2 1 0,-1-1 0,0 0 0,0 1 0,0 0 0,1 0 0,-1 0 0,1 0 0,-1 0 0,1 1 0,-1-1 0,1 1 0,-1 0 0,1 0 0,-1 1 0,1-1 0,0 1 0,-1-1 0,0 1 0,1 0 0,-1 0 0,0 1 0,1-1 0,-1 1 0,0 0 0,0-1 0,5 6 0,-1 0 25,0 0-1,0 1 0,-1 0 1,0 0-1,-1 0 0,0 1 1,0 0-1,-1 0 1,0 0-1,0 1 0,-1-1 1,-1 1-1,3 18 0,1 11-556,-3 0-1,-1 42 1,-2-77 423,0 38-6717</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39:57.321"/>
    </inkml:context>
    <inkml:brush xml:id="br0">
      <inkml:brushProperty name="width" value="0.05" units="cm"/>
      <inkml:brushProperty name="height" value="0.05" units="cm"/>
    </inkml:brush>
  </inkml:definitions>
  <inkml:trace contextRef="#ctx0" brushRef="#br0">71 649 24575,'-8'1'0,"1"1"0,0-1 0,-1 1 0,1 1 0,0-1 0,-7 5 0,13-7 0,0 1 0,0 0 0,0-1 0,0 1 0,1 0 0,-1-1 0,0 1 0,1 0 0,-1 0 0,0 0 0,1 0 0,-1-1 0,1 1 0,0 0 0,-1 0 0,1 0 0,0 0 0,-1 0 0,1 0 0,0 0 0,0 0 0,0 0 0,0 0 0,0 0 0,0 1 0,0-1 0,0 0 0,0 0 0,1 0 0,-1 0 0,0 0 0,1-1 0,-1 1 0,1 0 0,-1 0 0,1 0 0,-1 0 0,2 1 0,2 5 0,1 0 0,0-1 0,11 11 0,-8-9 0,-5-4 0,1 0 0,-1 0 0,1-1 0,0 1 0,0-1 0,1 0 0,-1 0 0,0-1 0,1 1 0,0-1 0,6 2 0,-9-3 0,1-1 0,0 1 0,-1-1 0,1 0 0,-1 0 0,1 0 0,0-1 0,-1 1 0,1-1 0,-1 1 0,1-1 0,-1 0 0,1 0 0,-1 0 0,0 0 0,1 0 0,-1-1 0,0 1 0,0-1 0,0 1 0,0-1 0,0 0 0,0 0 0,2-3 0,1-1 0,-1-1 0,1 0 0,-1-1 0,0 1 0,-1-1 0,1 1 0,-2-1 0,1 0 0,-1-1 0,0 1 0,-1 0 0,0 0 0,0-1 0,-1-8 0,0 5 0,0 1 0,-1 0 0,-1-1 0,1 1 0,-2 0 0,0 0 0,0 0 0,-1 1 0,-10-21 0,12 28 0,0-1 0,0 1 0,0 0 0,-1 0 0,0 0 0,1 0 0,-1 0 0,0 1 0,0-1 0,-1 1 0,1 0 0,0 0 0,-8-3 0,9 4 0,0 1 0,0-1 0,0 1 0,0 0 0,0 0 0,0 0 0,0 0 0,0 0 0,0 0 0,0 0 0,0 1 0,0-1 0,0 1 0,0-1 0,0 1 0,0 0 0,0 0 0,0 0 0,0 0 0,1 0 0,-1 0 0,0 1 0,1-1 0,-1 0 0,1 1 0,-1-1 0,1 1 0,-2 2 0,-2 4 0,-1 1 0,1 0 0,1 0 0,-1 0 0,1 1 0,1-1 0,0 1 0,0 0 0,1 0 0,1 0 0,-1 0 0,1 0 0,1 0 0,1 14 0,0-5 0,1 0 0,2 0 0,-1-1 0,2 1 0,1-1 0,13 31 0,-13-35 0,1-1 0,0-1 0,1 0 0,0 0 0,1 0 0,0-1 0,1 0 0,21 18 0,-25-25 0,0 0 0,1 0 0,-1 0 0,1 0 0,0-1 0,0 0 0,0-1 0,0 1 0,0-2 0,1 1 0,-1-1 0,1 0 0,-1 0 0,1-1 0,-1 0 0,1 0 0,-1-1 0,15-3 0,-5-1 0,-1-1 0,1 0 0,-2-1 0,1-1 0,-1-1 0,0 0 0,-1-1 0,0 0 0,0-2 0,-1 1 0,-1-1 0,13-16 0,1-4 0,-1-2 0,-2-1 0,37-72 0,-44 74 0,-2-1 0,-2-1 0,0 0 0,-3 0 0,-1-1 0,-1 0 0,-2 0 0,-2-1 0,-1 0 0,-2 1 0,-1-1 0,-8-40 0,7 66 0,-1 0 0,0 1 0,-1-1 0,0 1 0,-1 0 0,-9-15 0,13 22 0,-1 1 0,1 0 0,-1-1 0,0 1 0,0 0 0,0 0 0,-1 0 0,1 1 0,0-1 0,-1 0 0,1 1 0,-1-1 0,-3 0 0,4 1 0,1 1 0,-1 0 0,0 0 0,0 0 0,0 0 0,0 0 0,0 0 0,0 0 0,0 1 0,0-1 0,0 1 0,1-1 0,-1 1 0,0 0 0,0-1 0,0 1 0,1 0 0,-1 0 0,1 0 0,-1 1 0,1-1 0,-2 2 0,-3 2 0,1 0 0,1 1 0,-1 0 0,1 0 0,0 1 0,0-1 0,1 1 0,0-1 0,0 1 0,1 0 0,-4 12 0,2 3 0,0 0 0,-1 35 0,4-22 0,2-1 0,2 1 0,1-1 0,1 0 0,12 39 0,2-10 0,48 106 0,-58-148-227,1-1-1,1 0 1,0-1-1,2 0 1,29 33-1,-22-33-6598</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39:57.555"/>
    </inkml:context>
    <inkml:brush xml:id="br0">
      <inkml:brushProperty name="width" value="0.05" units="cm"/>
      <inkml:brushProperty name="height" value="0.05" units="cm"/>
    </inkml:brush>
  </inkml:definitions>
  <inkml:trace contextRef="#ctx0" brushRef="#br0">37 56 24575,'-6'0'0,"-4"0"0,-3 0 0,6 0 0,9 0 0,10 0 0,12-2 0,9-2 0,10 1 0,9-3 0,4 0 0,0-1 0,-1 0 0,-4 1 0,-8 2 0,-12-1 0,-13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00.207"/>
    </inkml:context>
    <inkml:brush xml:id="br0">
      <inkml:brushProperty name="width" value="0.05" units="cm"/>
      <inkml:brushProperty name="height" value="0.05" units="cm"/>
    </inkml:brush>
  </inkml:definitions>
  <inkml:trace contextRef="#ctx0" brushRef="#br0">0 99 24575,'0'-3'0,"3"-3"0,3-1 0,4-2 0,6-2 0,5 0 0,4 0 0,7 2 0,3-1 0,4 2 0,1 2 0,1 2 0,-3 2 0,-2 1 0,-6 1 0,-4 0 0,-7 0-8191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00.442"/>
    </inkml:context>
    <inkml:brush xml:id="br0">
      <inkml:brushProperty name="width" value="0.05" units="cm"/>
      <inkml:brushProperty name="height" value="0.05" units="cm"/>
    </inkml:brush>
  </inkml:definitions>
  <inkml:trace contextRef="#ctx0" brushRef="#br0">7 94 24575,'-2'0'0,"-2"2"0,3 2 0,5 0 0,6-2 0,8-2 0,9-3 0,7-2 0,10-4 0,8 0 0,6-2 0,4-1 0,2-1 0,-4-2 0,-6 0 0,-13 1-8191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03.510"/>
    </inkml:context>
    <inkml:brush xml:id="br0">
      <inkml:brushProperty name="width" value="0.05" units="cm"/>
      <inkml:brushProperty name="height" value="0.05" units="cm"/>
    </inkml:brush>
  </inkml:definitions>
  <inkml:trace contextRef="#ctx0" brushRef="#br0">1 263 24575,'3'0'0,"-1"-1"0,1 0 0,0 1 0,-1-1 0,1 0 0,-1 0 0,1 0 0,-1-1 0,0 1 0,4-3 0,-4 3 0,0-1 0,1 1 0,0-1 0,-1 1 0,1 0 0,0 0 0,5-1 0,-7 2 0,0 0 0,0 0 0,0 0 0,1 0 0,-1 0 0,0 1 0,0-1 0,0 0 0,0 1 0,1-1 0,-1 1 0,0-1 0,0 1 0,0 0 0,0-1 0,0 1 0,0 0 0,0 0 0,-1 0 0,1-1 0,0 1 0,0 0 0,1 2 0,10 17 0,20 39 0,-4-4 0,-19-40 0,0 2 0,1-1 0,0-1 0,1 1 0,22 21 0,-30-34 0,0 1 0,1-1 0,-1-1 0,1 1 0,0-1 0,0 1 0,0-1 0,0 0 0,1 0 0,-1-1 0,0 0 0,1 1 0,-1-1 0,1-1 0,-1 1 0,1-1 0,-1 1 0,1-1 0,0-1 0,-1 1 0,1-1 0,-1 1 0,1-1 0,6-3 0,6-3 0,0 0 0,0-2 0,0 0 0,-1-1 0,23-18 0,70-69 0,-88 78 0,269-262-1365,-225 220-5461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2.177"/>
    </inkml:context>
    <inkml:brush xml:id="br0">
      <inkml:brushProperty name="width" value="0.05" units="cm"/>
      <inkml:brushProperty name="height" value="0.05" units="cm"/>
    </inkml:brush>
  </inkml:definitions>
  <inkml:trace contextRef="#ctx0" brushRef="#br0">1 0 24575,'0'8'0,"0"11"0,0 8 0,2 7 0,2 7 0,2 1 0,3 2 0,0-1 0,2-3 0,1 1 0,-2-7-8191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0:12.425"/>
    </inkml:context>
    <inkml:brush xml:id="br0">
      <inkml:brushProperty name="width" value="0.05" units="cm"/>
      <inkml:brushProperty name="height" value="0.05" units="cm"/>
    </inkml:brush>
  </inkml:definitions>
  <inkml:trace contextRef="#ctx0" brushRef="#br0">0 0 24575,'0'40'0,"4"157"0,-1-148 0,3-1 0,12 51 0,-8-58-227,-2 0-1,-2 1 1,-2 0-1,-1 0 1,-5 57-1,-1-58-6598</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56.699"/>
    </inkml:context>
    <inkml:brush xml:id="br0">
      <inkml:brushProperty name="width" value="0.05" units="cm"/>
      <inkml:brushProperty name="height" value="0.05" units="cm"/>
    </inkml:brush>
  </inkml:definitions>
  <inkml:trace contextRef="#ctx0" brushRef="#br0">49 148 24575,'-2'27'0,"-1"0"0,-7 28 0,3-20 0,-2 44 0,5 263 0,-3 58 0,4-362 0,-1 17 0,4 63 0,0-115 0,1-1 0,-1 0 0,0 0 0,1 0 0,-1 0 0,1 0 0,0 0 0,0 0 0,-1 0 0,1 0 0,1 0 0,-1 0 0,0 0 0,0-1 0,1 1 0,-1 0 0,1-1 0,-1 1 0,1-1 0,0 0 0,0 1 0,-1-1 0,1 0 0,0 0 0,0 0 0,0-1 0,0 1 0,0 0 0,0-1 0,0 1 0,3-1 0,6 2 0,1-1 0,0-1 0,-1 0 0,20-3 0,-17 2 0,425-19 0,2 21 0,-174 1 0,-36-1 0,285-3 0,-377-6 0,14 0 0,-148 8 0,0 0 0,1-1 0,-1 1 0,0-1 0,0 0 0,0-1 0,0 1 0,0-1 0,0 0 0,0-1 0,-1 1 0,1-1 0,6-4 0,-6 2 0,1 0 0,-1 0 0,-1-1 0,1 1 0,-1-1 0,0 0 0,0-1 0,5-11 0,0-5 0,-1-1 0,-1-1 0,-2 1 0,5-40 0,17-316 0,-27-3 0,-2 159 0,3 220 0,-1 1 0,0-1 0,0 1 0,-1 0 0,1-1 0,-1 1 0,1 0 0,-1-1 0,0 1 0,0 0 0,-1 0 0,1 0 0,-1 0 0,1 0 0,-1 0 0,0 0 0,0 1 0,0-1 0,0 0 0,-1 1 0,1 0 0,-1 0 0,0-1 0,1 1 0,-1 1 0,0-1 0,0 0 0,0 1 0,0 0 0,0-1 0,-1 1 0,-3 0 0,-9-4 0,0 1 0,0 1 0,0 1 0,-23-1 0,-68 4 0,66 1 0,-550 28 0,174-6 0,272-17 0,-561 46 0,686-50 0,-17 3 0,-68 1 0,95-7 0,1 1 0,0 1 0,-14 2 0,-20 4 0,41-8 0,-1 0 0,1 0 0,0 0 0,-1 1 0,1-1 0,0 0 0,0 1 0,0 0 0,-1 0 0,1 0 0,0 0 0,0 0 0,0 0 0,0 0 0,-2 2 0,3-1 0,0-1 0,0 1 0,0 0 0,1-1 0,-1 1 0,0 0 0,1 0 0,-1 0 0,1 0 0,-1-1 0,1 1 0,0 0 0,0 0 0,0 0 0,0 0 0,0 0 0,0 0 0,1 3 0,5 39-1365,-3-20-5461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57.760"/>
    </inkml:context>
    <inkml:brush xml:id="br0">
      <inkml:brushProperty name="width" value="0.05" units="cm"/>
      <inkml:brushProperty name="height" value="0.05" units="cm"/>
    </inkml:brush>
  </inkml:definitions>
  <inkml:trace contextRef="#ctx0" brushRef="#br0">0 17 24575,'0'3'0,"3"0"0,3 1 0,4-2 0,6-2 0,5-3 0,4 1 0,7-1 0,3 1 0,4 1 0,3-3 0,3 0 0,0 0 0,-3 2 0,-6 0 0,-6 1 0,-9 0-8191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58.820"/>
    </inkml:context>
    <inkml:brush xml:id="br0">
      <inkml:brushProperty name="width" value="0.05" units="cm"/>
      <inkml:brushProperty name="height" value="0.05" units="cm"/>
    </inkml:brush>
  </inkml:definitions>
  <inkml:trace contextRef="#ctx0" brushRef="#br0">0 49 24575,'1008'-47'-1365,"-993"45"-5461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59.303"/>
    </inkml:context>
    <inkml:brush xml:id="br0">
      <inkml:brushProperty name="width" value="0.05" units="cm"/>
      <inkml:brushProperty name="height" value="0.05" units="cm"/>
    </inkml:brush>
  </inkml:definitions>
  <inkml:trace contextRef="#ctx0" brushRef="#br0">1 0 24575,'2'34'0,"2"-1"0,1 0 0,17 60 0,-3-19 0,23 175-1365,-40-233-5461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1:59.721"/>
    </inkml:context>
    <inkml:brush xml:id="br0">
      <inkml:brushProperty name="width" value="0.05" units="cm"/>
      <inkml:brushProperty name="height" value="0.05" units="cm"/>
    </inkml:brush>
  </inkml:definitions>
  <inkml:trace contextRef="#ctx0" brushRef="#br0">6 23 24575,'-6'-1'0,"7"-1"0,12-1 0,241 27 0,105-8 0,0-32 0,-347 14 0,-2 2 0,-1-1 0,0 0 0,0-1 0,1 0 0,-1-1 0,-1 0 0,16-7 0,-23 10-44,-1 0 0,1 0 0,-1-1 0,1 1 0,0 0 0,-1 0 0,1-1 0,-1 1 0,1-1 0,-1 1 0,1-1 0,-1 1 0,1-1 0,-1 1 0,1-1 0,-1 1 0,0-1 0,1 1-1,-1-1 1,0 0 0,0 1 0,1-1 0,-1 1 0,0-1 0,0 0 0,0 1 0,0-1 0,0 0 0,0 1 0,0-2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00"/>
    </inkml:context>
    <inkml:brush xml:id="br0">
      <inkml:brushProperty name="width" value="0.05" units="cm"/>
      <inkml:brushProperty name="height" value="0.05" units="cm"/>
    </inkml:brush>
  </inkml:definitions>
  <inkml:trace contextRef="#ctx0" brushRef="#br0">27 4 24575,'-18'-3'0,"9"2"0,21 12 0,11 6 0,0 1 0,29 32 0,-46-44 0,-1-1 0,-1 1 0,1-1 0,-1 2 0,0-1 0,-1 0 0,1 1 0,-1-1 0,0 1 0,-1 0 0,0 0 0,0 0 0,0 0 0,-1 0 0,1 13 0,-2-15 25,-1 0-1,0-1 0,0 1 1,0-1-1,-1 1 1,1-1-1,-1 0 0,0 1 1,0-1-1,0 0 0,-1 0 1,0 0-1,-3 3 1,-3 3-452,0-1 0,-1 0 1,-14 10-1,-25 15-6399</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05.764"/>
    </inkml:context>
    <inkml:brush xml:id="br0">
      <inkml:brushProperty name="width" value="0.05" units="cm"/>
      <inkml:brushProperty name="height" value="0.05" units="cm"/>
    </inkml:brush>
  </inkml:definitions>
  <inkml:trace contextRef="#ctx0" brushRef="#br0">377 43 24575,'8'-6'0,"11"-11"0,-18 16 0,-1 1 0,1 0 0,-1-1 0,0 1 0,1-1 0,-1 1 0,1-1 0,-1 1 0,0-1 0,1 1 0,-1-1 0,0 1 0,0-1 0,1 1 0,-1-1 0,0 1 0,0-1 0,0 0 0,0 1 0,0-1 0,0 1 0,0-1 0,0 0 0,0 1 0,0-1 0,0 1 0,0-2 0,-1 1 0,0 1 0,0 0 0,1-1 0,-1 1 0,0 0 0,0-1 0,0 1 0,0 0 0,1 0 0,-1-1 0,0 1 0,0 0 0,0 0 0,0 0 0,0 0 0,0 0 0,1 1 0,-1-1 0,-2 0 0,-21 6 0,18-4 0,-44 11 0,1 3 0,0 1 0,-49 26 0,93-40 0,0-1 0,1 1 0,-1 0 0,1 1 0,0-1 0,0 1 0,0 0 0,0 0 0,1 0 0,-1 0 0,1 1 0,0-1 0,-4 10 0,6-11 0,0-1 0,0 1 0,0 0 0,1 0 0,-1 0 0,1 0 0,0 0 0,0 0 0,0 0 0,0 0 0,0 0 0,1 0 0,-1 0 0,1 0 0,0-1 0,0 1 0,0 0 0,0 0 0,1-1 0,-1 1 0,1-1 0,-1 1 0,1-1 0,0 1 0,0-1 0,4 4 0,4 2 0,0 0 0,0-1 0,0 0 0,1-1 0,0 0 0,0-1 0,1 0 0,18 5 0,103 19 0,-99-23 0,-7-1 0,38 7 0,-61-11 0,0 1 0,0-1 0,0 0 0,-1 1 0,1 0 0,-1 0 0,1 0 0,-1 0 0,0 1 0,0-1 0,0 1 0,0 0 0,3 3 0,-6-5 0,1 0 0,-1-1 0,1 1 0,-1 0 0,1 0 0,-1 0 0,0 0 0,1 0 0,-1 0 0,0 0 0,0 0 0,0 0 0,0 0 0,0 1 0,0-1 0,0 0 0,0 0 0,0 0 0,0 0 0,-1 0 0,1 0 0,-1 1 0,0 1 0,-1-1 0,1 1 0,-1-1 0,0 0 0,1 0 0,-1 0 0,0 0 0,-4 3 0,-3 2 0,-1-1 0,0 0 0,-11 5 0,20-10 0,-21 9 0,0-2 0,0 0 0,-1-1 0,1-1 0,-2-1 0,1-1 0,0-1 0,-1-2 0,1 0 0,-1-1 0,0-1 0,-38-8 0,55 7-105,1 0 0,-1 0 0,1-1 0,-1 0 0,1 0 0,0-1 0,0 0 0,1 0 0,-1 0 0,1-1 0,0 0 0,-7-8 0,2 3-6721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06.232"/>
    </inkml:context>
    <inkml:brush xml:id="br0">
      <inkml:brushProperty name="width" value="0.05" units="cm"/>
      <inkml:brushProperty name="height" value="0.05" units="cm"/>
    </inkml:brush>
  </inkml:definitions>
  <inkml:trace contextRef="#ctx0" brushRef="#br0">400 82 24575,'1'-4'0,"-1"1"0,0 0 0,-1 0 0,1-1 0,0 1 0,-1 0 0,0 0 0,0 0 0,0 0 0,0 0 0,0 0 0,0 0 0,-1 0 0,0 0 0,1 1 0,-1-1 0,0 0 0,0 1 0,-1 0 0,1-1 0,0 1 0,-1 0 0,0 0 0,1 0 0,-1 1 0,0-1 0,0 1 0,0-1 0,0 1 0,0 0 0,0 0 0,0 0 0,0 1 0,0-1 0,0 1 0,-1 0 0,1 0 0,0 0 0,0 0 0,-1 0 0,-5 2 0,-8 1 0,-1 1 0,1 1 0,0 0 0,0 1 0,0 1 0,1 1 0,0 0 0,1 1 0,0 1 0,0 0 0,1 1 0,0 1 0,-21 22 0,27-23 0,1-1 0,0 1 0,0 0 0,2 0 0,-1 1 0,1-1 0,1 1 0,0 1 0,1-1 0,-3 17 0,5-22 0,0 0 0,1 0 0,0 0 0,0 0 0,1 0 0,-1 0 0,2 0 0,-1-1 0,1 1 0,0 0 0,0-1 0,1 1 0,0-1 0,0 1 0,0-1 0,1 0 0,0-1 0,0 1 0,0-1 0,7 6 0,-2-3 0,2 0 0,-1-1 0,1-1 0,0 0 0,0 0 0,0-1 0,1 0 0,0-1 0,0 0 0,0-1 0,0-1 0,25 2 0,-16-2 0,-1-2 0,0 0 0,1-2 0,-1 0 0,0-1 0,0-1 0,25-8 0,-8-4-1365,-5 0-5461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06.651"/>
    </inkml:context>
    <inkml:brush xml:id="br0">
      <inkml:brushProperty name="width" value="0.05" units="cm"/>
      <inkml:brushProperty name="height" value="0.05" units="cm"/>
    </inkml:brush>
  </inkml:definitions>
  <inkml:trace contextRef="#ctx0" brushRef="#br0">325 16 24575,'1'0'0,"-1"1"0,0-1 0,0 0 0,0 0 0,0 0 0,1 0 0,-1 0 0,0 0 0,0 0 0,0 0 0,0 0 0,1 0 0,-1 0 0,0 0 0,0 0 0,0 0 0,0 0 0,1 0 0,-1 0 0,0 0 0,0 0 0,0 0 0,0 0 0,0 0 0,1 0 0,-1-1 0,0 1 0,0 0 0,0 0 0,0 0 0,0 0 0,1 0 0,-1 0 0,0 0 0,0-1 0,0 1 0,0 0 0,0 0 0,0 0 0,0 0 0,0 0 0,0-1 0,0 1 0,0 0 0,1 0 0,-1 0 0,0 0 0,0-1 0,0 1 0,0 0 0,0 0 0,0 0 0,0 0 0,0-1 0,-1 1 0,1 0 0,0 0 0,0 0 0,0 0 0,0-1 0,0 1 0,0 0 0,0 0 0,-10-7 0,2 6 0,1 0 0,-1 0 0,0 1 0,1 0 0,-1 0 0,1 1 0,-13 2 0,-53 17 0,65-18 0,-3 2 0,0 0 0,0 0 0,0 1 0,0 1 0,1-1 0,0 2 0,0 0 0,0 0 0,1 0 0,-16 18 0,21-20 0,0 1 0,0-1 0,0 1 0,1 0 0,0 0 0,0 0 0,1 0 0,-1 0 0,1 1 0,1-1 0,-1 1 0,1-1 0,0 1 0,1 0 0,0-1 0,0 1 0,0 0 0,1-1 0,0 1 0,3 12 0,-1-10 0,1 0 0,0 0 0,0-1 0,1 1 0,0-1 0,0 0 0,1 0 0,0-1 0,1 0 0,-1 0 0,1 0 0,1-1 0,-1 0 0,1 0 0,0-1 0,1 0 0,16 8 0,-5-5 0,0 0 0,0-1 0,1-1 0,0-1 0,0-1 0,1-1 0,21 1 0,-36-4 34,1 1 1,-1-2-1,0 1 0,0-1 0,0 0 0,0-1 0,0 1 0,0-1 0,10-5 1,-15 6-104,1-1 1,0 1 0,-1-1 0,0 0-1,1 0 1,-1 0 0,0 0-1,0 0 1,0 0 0,-1-1 0,1 1-1,0-1 1,-1 1 0,1-1 0,-1 0-1,0 1 1,0-1 0,0 0 0,-1 0-1,1 0 1,0 0 0,-1 0-1,0 0 1,0-5 0,-1-17-6758</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36.067"/>
    </inkml:context>
    <inkml:brush xml:id="br0">
      <inkml:brushProperty name="width" value="0.05" units="cm"/>
      <inkml:brushProperty name="height" value="0.05" units="cm"/>
    </inkml:brush>
  </inkml:definitions>
  <inkml:trace contextRef="#ctx0" brushRef="#br0">3 0 24575,'0'11'0,"0"12"0,0 7 0,0 7 0,0 3 0,0-1 0,0 0 0,0-5 0,0-3 0,0-3 0,0-2 0,0-2 0,0-2 0,0-3 0,0-1 0,0-2 0,-3-2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36.597"/>
    </inkml:context>
    <inkml:brush xml:id="br0">
      <inkml:brushProperty name="width" value="0.05" units="cm"/>
      <inkml:brushProperty name="height" value="0.05" units="cm"/>
    </inkml:brush>
  </inkml:definitions>
  <inkml:trace contextRef="#ctx0" brushRef="#br0">201 1 24575,'-1'0'0,"0"0"0,-1 0 0,1 1 0,-1-1 0,1 1 0,0-1 0,0 1 0,-1 0 0,1 0 0,0-1 0,0 1 0,0 0 0,0 0 0,0 0 0,0 0 0,0 0 0,0 0 0,0 0 0,0 1 0,0 1 0,-15 28 0,13-24 0,-93 230 0,63-152 0,30-76 0,2-6 0,0 1 0,-1-1 0,1 1 0,-1-1 0,0 0 0,0 1 0,0-1 0,0 0 0,-5 5 0,4-7-1365</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36.783"/>
    </inkml:context>
    <inkml:brush xml:id="br0">
      <inkml:brushProperty name="width" value="0.05" units="cm"/>
      <inkml:brushProperty name="height" value="0.05" units="cm"/>
    </inkml:brush>
  </inkml:definitions>
  <inkml:trace contextRef="#ctx0" brushRef="#br0">0 46 24575,'2'-5'0,"1"1"0,-1 0 0,1 0 0,-1 0 0,1 0 0,0 0 0,1 0 0,4-4 0,-7 8 0,0-1 0,-1 1 0,1-1 0,0 1 0,0 0 0,0-1 0,0 1 0,-1 0 0,1-1 0,0 1 0,0 0 0,0 0 0,0 0 0,0 0 0,0 0 0,0 0 0,0 0 0,0 0 0,1 1 0,-1-1 0,1 1 0,-1 0 0,1 0 0,-1 0 0,1 0 0,-1 0 0,0 0 0,1 0 0,-1 0 0,0 1 0,0-1 0,0 0 0,0 1 0,1 1 0,9 19 0,0 1 0,-2 0 0,12 41 0,-1-3 0,0-10-273,2 0 0,2-1 0,2-1 0,60 82 0,-62-100-6553</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37.884"/>
    </inkml:context>
    <inkml:brush xml:id="br0">
      <inkml:brushProperty name="width" value="0.05" units="cm"/>
      <inkml:brushProperty name="height" value="0.05" units="cm"/>
    </inkml:brush>
  </inkml:definitions>
  <inkml:trace contextRef="#ctx0" brushRef="#br0">48 11 24575,'-3'0'0,"0"-3"0,-4-1 0,-2 1 0,0 3 0,2 4 0,1 7 0,3 10 0,4 10 0,1 7 0,2 9 0,2 4 0,0 4 0,-1 2 0,-2 1 0,0 0 0,-2-11-8191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38.351"/>
    </inkml:context>
    <inkml:brush xml:id="br0">
      <inkml:brushProperty name="width" value="0.05" units="cm"/>
      <inkml:brushProperty name="height" value="0.05" units="cm"/>
    </inkml:brush>
  </inkml:definitions>
  <inkml:trace contextRef="#ctx0" brushRef="#br0">6 171 24575,'-3'-12'0,"0"-3"0,3 15 0,0 0 0,1-1 0,-1 1 0,0 0 0,0-1 0,1 1 0,-1 0 0,0-1 0,1 1 0,-1 0 0,0 0 0,1 0 0,-1-1 0,0 1 0,1 0 0,-1 0 0,0 0 0,1 0 0,-1 0 0,0-1 0,1 1 0,-1 0 0,1 0 0,-1 0 0,0 0 0,1 0 0,-1 0 0,1 0 0,-1 1 0,0-1 0,1 0 0,-1 0 0,0 0 0,1 0 0,-1 0 0,1 1 0,-1-1 0,1 0 0,14 7 0,1 0 0,-1 1 0,-1 0 0,0 1 0,20 16 0,-3-3 0,164 121 0,-110-79 0,-71-52 0,-12-9 0,1-1 0,0 1 0,0-1 0,0 0 0,0 0 0,0 0 0,0-1 0,6 3 0,-8-4 0,-1 1 0,1-1 0,-1 0 0,1 0 0,-1-1 0,0 1 0,1 0 0,-1 0 0,1 0 0,-1 0 0,1 0 0,-1 0 0,1-1 0,-1 1 0,0 0 0,1 0 0,-1-1 0,0 1 0,1 0 0,-1 0 0,0-1 0,1 1 0,-1 0 0,0-1 0,1 1 0,-1-1 0,0 1 0,0 0 0,1-1 0,-1 1 0,0-1 0,0 1 0,0-1 0,0 1 0,0-1 0,0 1 0,0 0 0,0-1 0,0 1 0,0-1 0,0 1 0,0-1 0,0 0 0,-2-23 0,2 24 0,-86-405 0,77 381 0,9 24 0,0 0 0,0 0 0,0 0 0,0 0 0,0 0 0,0 0 0,0 0 0,0 0 0,0 0 0,0 1 0,0-1 0,0 0 0,0 0 0,0 0 0,0 0 0,0 0 0,0 0 0,0 0 0,0 0 0,0 0 0,0 0 0,0 0 0,0 0 0,0 0 0,0 0 0,0 0 0,-1 0 0,1 0 0,0 0 0,0 0 0,0 0 0,0 0 0,0 0 0,0 0 0,0 0 0,0 0 0,0 0 0,0 0 0,0 0 0,0 0 0,0 0 0,0 0 0,0 0 0,0 0 0,-1 0 0,1 0 0,0 0 0,0 0 0,0 0 0,0 0 0,0 0 0,0 0 0,0 0 0,0 0 0,0 0 0,0-1 0,0 1 0,0 0 0,0 0 0,0 0 0,0 0 0,0 0 0,0 0 0,0 0 0,1 14 0,22 113-1365,-19-106-5461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39.084"/>
    </inkml:context>
    <inkml:brush xml:id="br0">
      <inkml:brushProperty name="width" value="0.05" units="cm"/>
      <inkml:brushProperty name="height" value="0.05" units="cm"/>
    </inkml:brush>
  </inkml:definitions>
  <inkml:trace contextRef="#ctx0" brushRef="#br0">9 168 24575,'0'0'0,"0"0"0,0 1 0,0-1 0,0 0 0,0 0 0,0 0 0,0 0 0,0 1 0,0-1 0,-1 0 0,1 0 0,0 0 0,0 0 0,0 1 0,0-1 0,0 0 0,0 0 0,0 0 0,0 0 0,-1 0 0,1 1 0,0-1 0,0 0 0,0 0 0,0 0 0,-1 0 0,1 0 0,0 0 0,0 0 0,0 0 0,0 0 0,-1 0 0,1 1 0,0-1 0,0 0 0,0 0 0,-1 0 0,1 0 0,0 0 0,0 0 0,0-1 0,0 1 0,-1 0 0,1 0 0,0 0 0,0 0 0,0 0 0,-1 0 0,1 0 0,0 0 0,0 0 0,0 0 0,0 0 0,0-1 0,-1 1 0,1 0 0,0 0 0,0 0 0,0 0 0,0 0 0,0-1 0,0 1 0,0 0 0,-1 0 0,5 15 0,-1-10 0,-1-1 0,1 0 0,0-1 0,1 1 0,-1 0 0,1-1 0,-1 0 0,1 0 0,0 0 0,0 0 0,0 0 0,1-1 0,4 3 0,-6-5 0,-1 1 0,0 0 0,0 0 0,0-1 0,1 1 0,-1-1 0,0 1 0,1-1 0,-1 0 0,0 0 0,1 0 0,-1 0 0,0-1 0,1 1 0,-1-1 0,0 1 0,0-1 0,0 0 0,1 0 0,-1 0 0,0 0 0,0 0 0,0 0 0,0 0 0,0-1 0,-1 1 0,1-1 0,0 0 0,1-2 0,1-2 0,0 1 0,-1-2 0,0 1 0,0 0 0,0 0 0,-1-1 0,0 0 0,0 1 0,-1-1 0,0 0 0,0 0 0,0-11 0,-1 7 0,-1 1 0,0-1 0,0 1 0,-1-1 0,-1 1 0,1-1 0,-8-14 0,10 24 0,0-1 0,-1 1 0,1 0 0,-1 0 0,0-1 0,1 1 0,-1 0 0,0 0 0,0-1 0,0 1 0,0 0 0,0 0 0,0 0 0,0 0 0,0 1 0,0-1 0,0 0 0,-1 0 0,1 1 0,0-1 0,-3 0 0,3 1 0,0 0 0,-1 0 0,1 0 0,0 0 0,0 1 0,-1-1 0,1 1 0,0-1 0,0 1 0,0-1 0,0 1 0,0-1 0,-1 1 0,1 0 0,0 0 0,0-1 0,1 1 0,-3 2 0,-2 3 0,1 0 0,-1 0 0,1 1 0,1-1 0,-1 1 0,-4 12 0,5-9 0,0 0 0,1 0 0,0 1 0,0-1 0,1 0 0,0 1 0,1-1 0,0 1 0,1-1 0,0 1 0,1-1 0,0 0 0,3 10 0,-2-13 0,-1-1 0,1 0 0,0 0 0,1 0 0,-1-1 0,1 1 0,0-1 0,1 0 0,-1 0 0,1 0 0,0-1 0,0 0 0,0 0 0,1 0 0,0 0 0,-1-1 0,1 0 0,0 0 0,1-1 0,-1 0 0,9 3 0,-3-3-114,0 0 1,0-1-1,0 0 0,0-1 0,0 0 1,0-1-1,0-1 0,0 1 0,-1-2 1,1 0-1,13-5 0,12-6-6712</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39.270"/>
    </inkml:context>
    <inkml:brush xml:id="br0">
      <inkml:brushProperty name="width" value="0.05" units="cm"/>
      <inkml:brushProperty name="height" value="0.05" units="cm"/>
    </inkml:brush>
  </inkml:definitions>
  <inkml:trace contextRef="#ctx0" brushRef="#br0">89 82 24575,'-25'-31'0,"22"26"0,0 1 0,0-1 0,0 1 0,-1 0 0,0 0 0,0 0 0,0 0 0,-1 1 0,1-1 0,-9-3 0,13 6 0,-1 1 0,1 0 0,0 0 0,-1 0 0,1-1 0,0 1 0,-1 0 0,1 0 0,-1 0 0,1 0 0,-1 0 0,1 0 0,0 0 0,-1 0 0,1 0 0,-1 0 0,1 0 0,0 0 0,-1 0 0,1 0 0,-1 1 0,1-1 0,0 0 0,-1 0 0,1 0 0,0 1 0,-1-1 0,1 0 0,0 0 0,-1 1 0,1-1 0,-2 15 0,11 17 0,19 33 0,36 63 0,17 36 0,-67-131-1365,-3-5-5461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39.880"/>
    </inkml:context>
    <inkml:brush xml:id="br0">
      <inkml:brushProperty name="width" value="0.05" units="cm"/>
      <inkml:brushProperty name="height" value="0.05" units="cm"/>
    </inkml:brush>
  </inkml:definitions>
  <inkml:trace contextRef="#ctx0" brushRef="#br0">16 355 24575,'-2'-1'0,"1"0"0,0-1 0,0 1 0,0 0 0,-1-1 0,2 1 0,-1 0 0,0-1 0,0 1 0,0-1 0,0 1 0,1-1 0,-1 0 0,1 1 0,0-1 0,-1 0 0,1 1 0,0-1 0,0 0 0,0 1 0,0-1 0,0 0 0,0 0 0,0 1 0,1-1 0,-1 0 0,1 1 0,-1-1 0,1 1 0,0-1 0,-1 1 0,1-1 0,0 1 0,0-1 0,0 1 0,0 0 0,0-1 0,1 1 0,-1 0 0,0 0 0,0 0 0,1 0 0,1-1 0,6-5 0,1 0 0,1 1 0,-1 1 0,19-8 0,-29 13 0,80-26 0,-64 23 0,0-2 0,0 0 0,0-1 0,-1 0 0,1-1 0,-2-1 0,19-12 0,-33 19 0,0 1 0,0 0 0,0 0 0,0 0 0,1 0 0,-1-1 0,0 1 0,0 0 0,1 0 0,-1 0 0,0 0 0,0 0 0,1 0 0,-1 0 0,0 0 0,0 0 0,1 0 0,-1 0 0,0 0 0,0 0 0,1 0 0,-1 0 0,0 0 0,1 0 0,-1 0 0,0 0 0,0 0 0,1 0 0,-1 0 0,0 0 0,0 0 0,1 0 0,-1 1 0,0-1 0,6 11 0,0 23 0,-5-25 0,3 15 0,1-1 0,1 0 0,11 28 0,-14-44 0,1 0 0,0 0 0,0 0 0,0 0 0,11 11 0,-13-15 0,1 0 0,0 0 0,0-1 0,1 1 0,-1-1 0,1 0 0,-1 0 0,1 0 0,-1 0 0,1-1 0,0 0 0,6 2 0,-7-2 0,-1-1 0,0 0 0,1 0 0,-1 1 0,1-1 0,-1-1 0,1 1 0,-1 0 0,0-1 0,1 1 0,-1-1 0,0 0 0,1 1 0,-1-1 0,0 0 0,0-1 0,4-2 0,-3 2 0,0-1 0,0 0 0,0 0 0,0 0 0,-1-1 0,0 1 0,1-1 0,-1 1 0,2-8 0,1-3 0,0 0 0,-1-1 0,-1 1 0,2-28 0,-4 4 0,-2 29 0,1 0 0,1 0 0,0 1 0,3-19 0,-4 27 0,0-1 0,0 1 0,0 0 0,0-1 0,1 1 0,-1 0 0,0-1 0,0 1 0,0 0 0,0-1 0,1 1 0,-1 0 0,0-1 0,0 1 0,1 0 0,-1 0 0,0-1 0,0 1 0,1 0 0,-1 0 0,0 0 0,1-1 0,-1 1 0,0 0 0,1 0 0,-1 0 0,0 0 0,1 0 0,-1-1 0,0 1 0,1 0 0,0 0 0,11 8 0,10 20 0,-20-24 0,6 8 0,1 0 0,0-1 0,1 0 0,0 0 0,17 13 0,-20-19 0,0 0 0,0-1 0,0 0 0,1-1 0,-1 1 0,1-1 0,0-1 0,0 0 0,0 0 0,0 0 0,11 0 0,-9-1 0,0-1 0,-1 0 0,1 0 0,0-1 0,-1 0 0,1-1 0,-1 0 0,1-1 0,-1 0 0,12-5 0,-17 6 0,0-1 0,1 1 0,-1-1 0,-1 0 0,1 0 0,0 0 0,-1-1 0,0 1 0,1-1 0,-1 0 0,-1 0 0,1 0 0,-1 0 0,1 0 0,-1 0 0,0-1 0,-1 1 0,1-1 0,-1 0 0,0 1 0,0-1 0,0-7 0,0 3 0,-2-1 0,1 1 0,-1-1 0,-1 1 0,1 0 0,-2 0 0,1 0 0,-1 0 0,0 0 0,-1 0 0,0 1 0,-7-10 0,7 11 0,0 1 0,0-1 0,-1 1 0,0 1 0,0-1 0,-1 1 0,1-1 0,-1 2 0,0-1 0,-1 1 0,1 0 0,-1 0 0,0 0 0,0 1 0,-11-3 0,15 5-57,0 0 0,0 1 1,-1 0-1,1-1 0,0 1 0,-1 0 0,1 1 0,0-1 0,-1 1 0,1-1 0,0 1 1,0 0-1,0 0 0,0 0 0,0 1 0,0-1 0,0 1 0,0 0 0,0 0 1,0 0-1,1 0 0,-1 0 0,-3 5 0,-4 6-6769</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40.237"/>
    </inkml:context>
    <inkml:brush xml:id="br0">
      <inkml:brushProperty name="width" value="0.05" units="cm"/>
      <inkml:brushProperty name="height" value="0.05" units="cm"/>
    </inkml:brush>
  </inkml:definitions>
  <inkml:trace contextRef="#ctx0" brushRef="#br0">82 81 24575,'0'-3'0,"0"0"0,0 0 0,0 0 0,-1 0 0,0 0 0,1 0 0,-1 0 0,0 0 0,-1 0 0,1 1 0,0-1 0,-1 0 0,0 1 0,1-1 0,-4-2 0,5 4 0,-1 0 0,0 1 0,1-1 0,-1 1 0,0-1 0,0 1 0,1 0 0,-1-1 0,0 1 0,0 0 0,0-1 0,0 1 0,1 0 0,-1 0 0,0 0 0,0 0 0,0 0 0,0 0 0,0 0 0,1 0 0,-3 0 0,1 1 0,1 0 0,-1-1 0,1 1 0,-1 0 0,1 0 0,-1 1 0,1-1 0,-1 0 0,1 0 0,0 1 0,0-1 0,0 0 0,-1 1 0,0 2 0,-1 2 0,-1 0 0,2 1 0,-1-1 0,1 1 0,-1-1 0,2 1 0,-1 0 0,1 0 0,0 0 0,1-1 0,-1 1 0,1 0 0,2 12 0,-1-9 0,1-1 0,0 1 0,1-1 0,0 1 0,1-1 0,-1 0 0,2 0 0,-1-1 0,9 13 0,-9-16 0,0 1 0,1-1 0,-1 0 0,1-1 0,0 1 0,0-1 0,0 0 0,0 0 0,1-1 0,0 0 0,0 1 0,0-2 0,11 5 0,-12-6 0,0 0 0,0-1 0,1 1 0,-1-1 0,0 0 0,0-1 0,0 1 0,1-1 0,-1 0 0,0 0 0,0 0 0,0-1 0,0 0 0,0 0 0,-1 0 0,1-1 0,-1 1 0,1-1 0,4-5 0,-2 3 0,-1-1 0,0 0 0,0-1 0,0 0 0,-1 0 0,0 0 0,-1 0 0,1-1 0,-1 1 0,-1-1 0,0 0 0,0-1 0,0 1 0,-1 0 0,0-1 0,-1 0 0,0 1 0,0-18 0,-1 21 0,0-1 0,0 1 0,-1-1 0,0 1 0,0-1 0,0 1 0,-1 0 0,0-1 0,0 1 0,0 0 0,-1 0 0,1 1 0,-1-1 0,0 0 0,-1 1 0,1 0 0,-1 0 0,0 0 0,0 0 0,0 0 0,0 1 0,-1 0 0,1 0 0,-1 0 0,0 0 0,0 1 0,0 0 0,0 0 0,0 0 0,-9-2 0,8 3-170,0 1-1,0-1 0,0 1 1,0 0-1,0 1 0,0-1 1,-10 3-1,-10 4-6655</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40.594"/>
    </inkml:context>
    <inkml:brush xml:id="br0">
      <inkml:brushProperty name="width" value="0.05" units="cm"/>
      <inkml:brushProperty name="height" value="0.05" units="cm"/>
    </inkml:brush>
  </inkml:definitions>
  <inkml:trace contextRef="#ctx0" brushRef="#br0">1 221 24575,'0'-21'0,"-1"8"0,1 0 0,0 1 0,1-1 0,1 0 0,4-19 0,-5 30 0,-1 0 0,1 0 0,0-1 0,0 1 0,0 0 0,0 0 0,0 0 0,1 0 0,-1 1 0,1-1 0,-1 0 0,1 1 0,0-1 0,-1 1 0,1-1 0,0 1 0,0 0 0,0 0 0,0-1 0,0 1 0,1 1 0,-1-1 0,0 0 0,0 1 0,0-1 0,1 1 0,-1-1 0,0 1 0,1 0 0,-1 0 0,0 0 0,1 1 0,-1-1 0,0 0 0,0 1 0,1-1 0,1 2 0,9 2 0,0 0 0,-1 1 0,0 0 0,0 1 0,0 1 0,-1 0 0,0 0 0,0 1 0,14 14 0,-17-15 0,0 1 0,-1 0 0,0 0 0,0 1 0,-1-1 0,0 1 0,-1 1 0,0-1 0,0 1 0,-1 0 0,0 0 0,2 12 0,-5-19 0,0-1 0,-1 1 0,0-1 0,1 1 0,-1-1 0,0 1 0,0-1 0,0 1 0,-1 0 0,1-1 0,-1 1 0,1-1 0,-1 0 0,0 1 0,0-1 0,0 1 0,0-1 0,0 0 0,0 0 0,-1 0 0,1 0 0,-1 0 0,0 0 0,1 0 0,-1 0 0,0 0 0,0-1 0,0 1 0,0-1 0,0 0 0,-1 1 0,1-1 0,0 0 0,-1 0 0,1-1 0,0 1 0,-1 0 0,1-1 0,-4 1 0,-2 0 0,0 0 0,0-1 0,0 0 0,0-1 0,0 1 0,0-1 0,1-1 0,-1 0 0,0 0 0,0 0 0,-10-6 0,10 4 0,0 0 0,0-1 0,1 0 0,-1 0 0,1-1 0,1 0 0,-1 0 0,1-1 0,0 1 0,0-1 0,1-1 0,0 1 0,-8-17 0,11 19 0,0 0 0,0-1 0,1 0 0,0 1 0,0-1 0,0 0 0,0 0 0,1 1 0,0-1 0,0 0 0,1 0 0,-1 0 0,1 1 0,1-1 0,-1 0 0,1 1 0,0-1 0,0 1 0,1-1 0,-1 1 0,1 0 0,6-7 0,-4 5 29,0 1-1,1 0 1,-1 0-1,1 1 0,1 0 1,-1 0-1,1 0 1,0 1-1,0 0 1,0 0-1,16-5 1,0 2-598,0 1 0,41-6 0,-32 8-6257</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40.826"/>
    </inkml:context>
    <inkml:brush xml:id="br0">
      <inkml:brushProperty name="width" value="0.05" units="cm"/>
      <inkml:brushProperty name="height" value="0.05" units="cm"/>
    </inkml:brush>
  </inkml:definitions>
  <inkml:trace contextRef="#ctx0" brushRef="#br0">55 106 24575,'-8'-11'0,"0"1"0,1-1 0,1-1 0,0 1 0,-9-25 0,14 33 0,-2-8 0,5 10 0,9 19 0,8 38 97,-3 2-1,9 61 0,8 35-1750,-27-132-5172</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41.062"/>
    </inkml:context>
    <inkml:brush xml:id="br0">
      <inkml:brushProperty name="width" value="0.05" units="cm"/>
      <inkml:brushProperty name="height" value="0.05" units="cm"/>
    </inkml:brush>
  </inkml:definitions>
  <inkml:trace contextRef="#ctx0" brushRef="#br0">68 0 24575,'-1'8'0,"0"0"0,0 0 0,-1 0 0,0-1 0,-1 1 0,0-1 0,0 1 0,0-1 0,-1 0 0,0 0 0,-1 0 0,-7 8 0,-10 18 0,22-32 0,0 0 0,-1-1 0,1 1 0,0 0 0,0 0 0,-1-1 0,1 1 0,0 0 0,0-1 0,0 1 0,0 0 0,0 0 0,0-1 0,0 1 0,0 0 0,0 0 0,1-1 0,-1 1 0,0 0 0,0-1 0,1 1 0,-1 0 0,0-1 0,1 1 0,-1 0 0,1-1 0,-1 1 0,1-1 0,-1 1 0,1-1 0,-1 1 0,1-1 0,-1 1 0,1-1 0,0 1 0,-1-1 0,1 0 0,1 1 0,36 14 0,-16-7 0,-9-1-195,1 1 0,-1 1 0,-1 0 0,1 1 0,-2 0 0,12 12 0,-3 1-6631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41.559"/>
    </inkml:context>
    <inkml:brush xml:id="br0">
      <inkml:brushProperty name="width" value="0.05" units="cm"/>
      <inkml:brushProperty name="height" value="0.05" units="cm"/>
    </inkml:brush>
  </inkml:definitions>
  <inkml:trace contextRef="#ctx0" brushRef="#br0">1 42 24575,'0'-3'0,"0"-3"0,0-4 0,0-3 0,0 4 0,3 9 0,0 7 0,3 7 0,4 8 0,1 8 0,6 4 0,2 4 0,1 2 0,2-1 0,0-4 0,-1-3 0,-1-3 0,-4-8-8191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41.777"/>
    </inkml:context>
    <inkml:brush xml:id="br0">
      <inkml:brushProperty name="width" value="0.05" units="cm"/>
      <inkml:brushProperty name="height" value="0.05" units="cm"/>
    </inkml:brush>
  </inkml:definitions>
  <inkml:trace contextRef="#ctx0" brushRef="#br0">0 149 24575,'6'0'0,"6"-3"0,8-3 0,11-1 0,8-2 0,12-5 0,7-3 0,5-1 0,4 0 0,0 0 0,-6-3 0,-12 3-8191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41.945"/>
    </inkml:context>
    <inkml:brush xml:id="br0">
      <inkml:brushProperty name="width" value="0.05" units="cm"/>
      <inkml:brushProperty name="height" value="0.05" units="cm"/>
    </inkml:brush>
  </inkml:definitions>
  <inkml:trace contextRef="#ctx0" brushRef="#br0">71 224 24575,'-5'0'0,"-8"-3"0,-4-3 0,1-4 0,3-2 0,6-3 0,8-1 0,8-3 0,9-2 0,9 1 0,12 1 0,6 0 0,7 2 0,3 0 0,3 0 0,-9 4-8191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42.147"/>
    </inkml:context>
    <inkml:brush xml:id="br0">
      <inkml:brushProperty name="width" value="0.05" units="cm"/>
      <inkml:brushProperty name="height" value="0.05" units="cm"/>
    </inkml:brush>
  </inkml:definitions>
  <inkml:trace contextRef="#ctx0" brushRef="#br0">67 165 24575,'-3'0'0,"-6"0"0,-4 0 0,-3 0 0,1-2 0,6-2 0,8-2 0,11-3 0,13-3 0,11 1 0,10-4 0,8-1 0,7-1 0,2-1 0,-2 1 0,-6 3 0,-8 1 0,-12 2-8191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42.287"/>
    </inkml:context>
    <inkml:brush xml:id="br0">
      <inkml:brushProperty name="width" value="0.05" units="cm"/>
      <inkml:brushProperty name="height" value="0.05" units="cm"/>
    </inkml:brush>
  </inkml:definitions>
  <inkml:trace contextRef="#ctx0" brushRef="#br0">156 1 24575,'-8'2'0,"-11"2"0,-8-1 0,-2 3 0,2 0 0,4 1 0,7 3 0,9 2 0,8 5 0,7 4 0,7 8 0,7 6 0,5 9 0,3 4 0,0 9 0,-6-6-8191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43.174"/>
    </inkml:context>
    <inkml:brush xml:id="br0">
      <inkml:brushProperty name="width" value="0.05" units="cm"/>
      <inkml:brushProperty name="height" value="0.05" units="cm"/>
    </inkml:brush>
  </inkml:definitions>
  <inkml:trace contextRef="#ctx0" brushRef="#br0">141 507 24575,'0'-9'0,"-1"1"0,-1 0 0,-3-14 0,-1-1 0,12 59 0,7 34 0,40 131 0,-110-315 0,-25-94 0,66 160 0,2-1 0,-10-70 0,21 105 0,2-1 0,0 1 0,1 0 0,0 0 0,1-1 0,4-15 0,-5 26 0,1-1 0,1 1 0,-1 0 0,0 0 0,1 0 0,0 0 0,0 0 0,0 0 0,1 1 0,-1-1 0,1 1 0,0-1 0,0 1 0,0 0 0,0 0 0,0 0 0,1 1 0,-1-1 0,1 1 0,0 0 0,0 0 0,0 0 0,0 0 0,5-1 0,6 0 0,0 1 0,0 0 0,0 1 0,0 0 0,0 1 0,0 1 0,29 5 0,-18 0 0,0 0 0,-1 2 0,41 18 0,-59-23 0,-1 0 0,0 1 0,0-1 0,0 1 0,0 0 0,-1 0 0,0 1 0,1 0 0,6 9 0,-10-11 0,0 0 0,0 0 0,-1 0 0,1 0 0,-1 0 0,0 1 0,0-1 0,0 0 0,-1 1 0,1-1 0,-1 1 0,1-1 0,-1 0 0,0 1 0,-1-1 0,1 1 0,0-1 0,-1 1 0,0-1 0,0 0 0,-2 5 0,-1 2 0,0-1 0,-1-1 0,0 1 0,-1-1 0,0 0 0,0 0 0,-1 0 0,0-1 0,0 0 0,-9 6 0,-14 9 0,-44 25 0,50-32 0,7-1 0,17-14 0,0 0 0,0 1 0,0-1 0,0 0 0,0 0 0,0 1 0,0-1 0,0 0 0,0 0 0,0 0 0,0 1 0,0-1 0,0 0 0,0 0 0,0 1 0,0-1 0,0 0 0,1 0 0,-1 0 0,0 1 0,0-1 0,0 0 0,0 0 0,0 0 0,0 0 0,1 1 0,-1-1 0,0 0 0,0 0 0,0 0 0,0 0 0,1 0 0,-1 0 0,0 1 0,0-1 0,1 0 0,-1 0 0,0 0 0,0 0 0,0 0 0,1 0 0,38 2 0,-26-2 0,5 1 0,-1 1 0,1 0 0,-1 1 0,0 1 0,0 1 0,24 9 0,-35-11 0,1 0 0,-1 1 0,1 0 0,-1 0 0,0 0 0,-1 1 0,1 0 0,5 6 0,-9-8 0,1 0 0,-1 1 0,1-1 0,-1 1 0,0 0 0,0 0 0,-1 0 0,1 0 0,-1 0 0,0 0 0,0 0 0,-1 0 0,1 0 0,-1 9 0,0-8 12,0-1 1,-1 1-1,1-1 0,-1 1 0,0-1 0,-1 1 1,1-1-1,-1 0 0,0 1 0,0-1 0,0 0 1,-1 0-1,-3 4 0,2-3 9,-2 1 1,1-1-1,0 0 0,-1 0 1,0-1-1,0 0 0,-11 6 1,2-3-266,-1-1 0,-1 0 0,1 0 0,-1-2 1,0 0-1,-21 1 0,5-2-6582</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43.869"/>
    </inkml:context>
    <inkml:brush xml:id="br0">
      <inkml:brushProperty name="width" value="0.05" units="cm"/>
      <inkml:brushProperty name="height" value="0.05" units="cm"/>
    </inkml:brush>
  </inkml:definitions>
  <inkml:trace contextRef="#ctx0" brushRef="#br0">150 343 24575,'5'-2'0,"-1"0"0,1-1 0,-1 1 0,1-1 0,-1 0 0,0 0 0,0 0 0,0-1 0,0 1 0,0-1 0,-1 0 0,4-5 0,-5 7 0,-1 0 0,0 0 0,1-1 0,-1 1 0,0 0 0,0 0 0,-1 0 0,1-1 0,0 1 0,-1-1 0,1 1 0,-1 0 0,0-1 0,0 1 0,1-1 0,-2 1 0,1-1 0,0 1 0,-1 0 0,1-1 0,-1 1 0,1-1 0,-1 1 0,0 0 0,0 0 0,0-1 0,-2-1 0,-3-3 0,0 1 0,0 0 0,-1 0 0,1 0 0,-1 1 0,-1 0 0,1 0 0,-14-6 0,15 9 0,1-1 0,0 1 0,-1 0 0,0 0 0,1 1 0,-1-1 0,0 1 0,0 1 0,0-1 0,0 1 0,0 0 0,0 0 0,-10 2 0,14-1 0,0 1 0,-1-1 0,1 0 0,0 0 0,-1 1 0,1 0 0,0-1 0,0 1 0,0 0 0,0 0 0,1 0 0,-1 0 0,0 0 0,1 0 0,0 1 0,-1-1 0,1 0 0,0 1 0,0-1 0,0 1 0,0-1 0,0 6 0,-1 6 0,0-1 0,1 1 0,0 16 0,1-18 0,2 40 0,1-1 0,21 103 0,-22-147 0,0 0 0,0 0 0,0 0 0,7 13 0,-9-19 0,0 0 0,1 0 0,-1 0 0,1 0 0,0 0 0,-1-1 0,1 1 0,0 0 0,-1 0 0,1 0 0,0 0 0,0-1 0,0 1 0,0-1 0,0 1 0,0 0 0,0-1 0,0 1 0,0-1 0,0 0 0,0 1 0,0-1 0,0 0 0,0 0 0,0 0 0,0 1 0,0-1 0,0 0 0,1 0 0,-1-1 0,0 1 0,0 0 0,0 0 0,0-1 0,0 1 0,0 0 0,0-1 0,0 1 0,0-1 0,0 1 0,2-2 0,9-9 0,0 0 0,-1-1 0,0 0 0,0 0 0,-2-1 0,15-25 0,0 2 0,69-119 0,-27 41 0,-62 108 0,-2 8 0,-4 14 0,-9 28 0,10-42 0,-4 18 0,0 0 0,-2 25 0,7-39 0,-1-1 0,1 1 0,0 0 0,1 0 0,-1-1 0,1 1 0,0 0 0,1-1 0,-1 1 0,1 0 0,0-1 0,6 10 0,-7-14 0,-1 1 0,1-1 0,0 1 0,1-1 0,-1 0 0,0 1 0,0-1 0,0 0 0,1 0 0,-1 0 0,1 0 0,-1 0 0,1 0 0,-1-1 0,1 1 0,-1 0 0,1-1 0,0 1 0,-1-1 0,1 0 0,3 1 0,-2-1 0,0-1 0,0 1 0,0-1 0,0 0 0,0 1 0,0-1 0,0-1 0,0 1 0,-1 0 0,1-1 0,3-2 0,4-4 0,0 0 0,-1 0 0,0-1 0,14-20 0,-2 0 0,-2-2 0,-2-1 0,-1 0 0,-1-1 0,-2-1 0,-1 0 0,-2 0 0,8-45 0,-17 53 0,-2 26 0,1 0 0,0 0 0,0 0 0,0 0 0,0 1 0,0-1 0,0 0 0,0 0 0,0 0 0,0 0 0,0 0 0,0 0 0,0 0 0,0 0 0,0 0 0,0 0 0,0 0 0,0 0 0,-1 0 0,1 0 0,0 0 0,0 0 0,0 0 0,0 0 0,0 0 0,0 0 0,0 0 0,0 0 0,0 0 0,0 0 0,0 0 0,0-1 0,0 1 0,0 0 0,0 0 0,0 0 0,0 0 0,-1 0 0,1 0 0,0 0 0,0 0 0,0 0 0,0 0 0,0 0 0,0 0 0,0 0 0,0 0 0,0 0 0,0 0 0,0 0 0,0 0 0,0-1 0,0 1 0,0 0 0,0 0 0,0 0 0,0 0 0,0 0 0,0 0 0,0 0 0,0 0 0,0 0 0,0 0 0,-3 13 0,3-7 0,-1 0 0,1 0 0,0 0 0,0 0 0,1 0 0,-1 0 0,1 0 0,1 0 0,-1 0 0,1 0 0,0-1 0,0 1 0,1-1 0,0 1 0,0-1 0,0 0 0,6 7 0,4 2 0,1-1 0,0 0 0,1-1 0,18 12 0,-11-8 0,-15-11 0,-1-1 0,-1 1 0,1 1 0,-1-1 0,0 1 0,0 0 0,0 0 0,-1 0 0,6 12 0,-9-15 0,0-1 0,0 1 0,0-1 0,0 1 0,-1-1 0,1 1 0,-1-1 0,0 1 0,0-1 0,0 1 0,0 0 0,0-1 0,-1 1 0,1-1 0,-1 1 0,0-1 0,1 1 0,-1-1 0,0 1 0,0-1 0,-1 0 0,1 1 0,0-1 0,-1 0 0,0 0 0,1 0 0,-1 0 0,0-1 0,0 1 0,0 0 0,-4 2 0,0 0-151,-1 0-1,0 0 0,-1-1 0,1 0 1,-1 0-1,1-1 0,-1 0 1,-13 2-1,-6 0-6674</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44.055"/>
    </inkml:context>
    <inkml:brush xml:id="br0">
      <inkml:brushProperty name="width" value="0.05" units="cm"/>
      <inkml:brushProperty name="height" value="0.05" units="cm"/>
    </inkml:brush>
  </inkml:definitions>
  <inkml:trace contextRef="#ctx0" brushRef="#br0">0 13 24575,'3'-3'0,"4"0"0,2-1 0,4 1 0,-1 4 0,-3 4 0,1 5 0,-2 2 0,0 5 0,-1 6 0,-1 0 0,0 3 0,0 0 0,1 0 0,2-1 0,0-3 0,-2-4-8191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44.194"/>
    </inkml:context>
    <inkml:brush xml:id="br0">
      <inkml:brushProperty name="width" value="0.05" units="cm"/>
      <inkml:brushProperty name="height" value="0.05" units="cm"/>
    </inkml:brush>
  </inkml:definitions>
  <inkml:trace contextRef="#ctx0" brushRef="#br0">11 21 24575,'0'-3'0,"-3"-6"0,-1 1 0,1 8 0,3 5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44.505"/>
    </inkml:context>
    <inkml:brush xml:id="br0">
      <inkml:brushProperty name="width" value="0.05" units="cm"/>
      <inkml:brushProperty name="height" value="0.05" units="cm"/>
    </inkml:brush>
  </inkml:definitions>
  <inkml:trace contextRef="#ctx0" brushRef="#br0">111 190 24575,'6'-9'0,"1"0"0,-1 0 0,0-1 0,-1 0 0,0 0 0,-1 0 0,0-1 0,2-11 0,4-6 0,-8 23 0,0 0 0,-1 0 0,0 0 0,0-1 0,0 1 0,0-7 0,-1 11 0,0 0 0,0 0 0,0 1 0,0-1 0,0 0 0,0 0 0,-1 0 0,1 1 0,0-1 0,-1 0 0,1 0 0,0 1 0,-1-1 0,1 0 0,-1 1 0,1-1 0,-1 1 0,1-1 0,-1 0 0,0 0 0,0 1 0,0-1 0,-1 1 0,1 0 0,0-1 0,0 1 0,0 0 0,-1 0 0,1 0 0,0 0 0,0 0 0,0 0 0,-1 0 0,1 0 0,0 1 0,0-1 0,0 0 0,-1 1 0,0 0 0,-9 4 0,0 0 0,1 1 0,0 0 0,0 1 0,0 0 0,1 1 0,0 0 0,0 0 0,1 1 0,0 0 0,1 1 0,0-1 0,-10 19 0,15-25 0,0 1 0,1 0 0,-1-1 0,1 1 0,0 0 0,0 0 0,0 0 0,1 0 0,0 0 0,-1 0 0,1 0 0,0 0 0,1 0 0,-1 0 0,1 0 0,0 0 0,0 0 0,3 7 0,-1-5 0,0-1 0,1 1 0,0-1 0,0 0 0,0 0 0,1-1 0,0 1 0,-1-1 0,2 0 0,-1 0 0,7 3 0,64 34 0,-47-26 0,42 27 0,-68-41 0,0 1 0,-1 1 0,1-1 0,-1 0 0,1 0 0,-1 1 0,0 0 0,0-1 0,0 1 0,0 0 0,-1 0 0,1 0 0,1 4 0,-3-5 0,0 0 0,1 0 0,-1 1 0,0-1 0,0 0 0,0 0 0,0 0 0,-1 0 0,1 0 0,0 0 0,-1 0 0,0 0 0,1 0 0,-1 0 0,0 0 0,0 0 0,0 0 0,0 0 0,-1-1 0,1 1 0,0 0 0,-3 1 0,-6 7-108,-2-1 0,1-1 0,-1 0 0,0-1 0,0 0 0,-1-1 0,0 0 1,-20 6-1,26-9-286,-51 18-6432</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44.957"/>
    </inkml:context>
    <inkml:brush xml:id="br0">
      <inkml:brushProperty name="width" value="0.05" units="cm"/>
      <inkml:brushProperty name="height" value="0.05" units="cm"/>
    </inkml:brush>
  </inkml:definitions>
  <inkml:trace contextRef="#ctx0" brushRef="#br0">344 20 24575,'-7'-3'0,"0"0"0,0 0 0,0 0 0,0 0 0,-13-1 0,16 3 0,0 1 0,0 0 0,0 0 0,1 0 0,-1 1 0,0 0 0,0-1 0,0 1 0,1 0 0,-1 1 0,1-1 0,-1 1 0,-4 2 0,-2 3 0,0 0 0,1 0 0,1 1 0,-1 0 0,1 0 0,0 1 0,1 0 0,0 1 0,1-1 0,-7 13 0,-3 10 0,1 0 0,-11 39 0,6-7-176,3 2 0,2 0 0,4 1 0,3 0 0,-1 95 0,11-69-194,4 0 0,4 0 0,30 127 0,-16-126 319,4-1 0,4-2 0,4-2 0,4-1 0,59 96 0,-56-115 54,3-3 1,2-1-1,4-2 1,2-3-1,2-2 1,100 77-1,-114-104-227,1-2 0,2-3 0,1-1-1,1-2 1,1-2 0,92 27 0,-18-19-3580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2:45.436"/>
    </inkml:context>
    <inkml:brush xml:id="br0">
      <inkml:brushProperty name="width" value="0.05" units="cm"/>
      <inkml:brushProperty name="height" value="0.05" units="cm"/>
    </inkml:brush>
  </inkml:definitions>
  <inkml:trace contextRef="#ctx0" brushRef="#br0">1138 10 24575,'0'-1'0,"0"1"0,0-1 0,0 1 0,0 0 0,0-1 0,0 1 0,0 0 0,0-1 0,0 1 0,0 0 0,0-1 0,0 1 0,1 0 0,-1-1 0,0 1 0,0 0 0,0-1 0,1 1 0,-1 0 0,0 0 0,0-1 0,1 1 0,-1 0 0,0 0 0,1-1 0,-1 1 0,0 0 0,1 0 0,-1 0 0,0 0 0,1 0 0,-1-1 0,0 1 0,1 0 0,-1 0 0,0 0 0,1 0 0,-1 0 0,0 0 0,1 0 0,-1 0 0,1 0 0,0 1 0,0-1 0,0 0 0,0 0 0,0 1 0,0-1 0,0 1 0,0-1 0,0 1 0,0-1 0,0 1 0,0-1 0,0 1 0,0 0 0,1 1 0,4 7 0,1 0 0,-2 1 0,1-1 0,-1 1 0,7 21 0,14 60 0,-20-67 0,16 75-208,-4 1-1,10 196 0,-26-155-387,-27 221-1,6-232 255,-5-2-1,-6 0 1,-5-2-1,-6-2 1,-101 213-1,89-235 367,-4-3 0,-5-2-1,-3-3 1,-5-4 0,-4-2-1,-161 149 1,40-81-771,16-30-2989</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3:02.266"/>
    </inkml:context>
    <inkml:brush xml:id="br0">
      <inkml:brushProperty name="width" value="0.05" units="cm"/>
      <inkml:brushProperty name="height" value="0.05" units="cm"/>
    </inkml:brush>
  </inkml:definitions>
  <inkml:trace contextRef="#ctx0" brushRef="#br0">44 39 24575,'0'-3'0,"-3"0"0,-3-3 0,-4-4 0,-2 1 0,0 2-8191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3:02.716"/>
    </inkml:context>
    <inkml:brush xml:id="br0">
      <inkml:brushProperty name="width" value="0.05" units="cm"/>
      <inkml:brushProperty name="height" value="0.05" units="cm"/>
    </inkml:brush>
  </inkml:definitions>
  <inkml:trace contextRef="#ctx0" brushRef="#br0">82 1 24575,'-2'25'0,"-2"1"0,0-1 0,-8 26 0,-9 46 0,-16 109 0,36-202-1365</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18.504"/>
    </inkml:context>
    <inkml:brush xml:id="br0">
      <inkml:brushProperty name="width" value="0.05" units="cm"/>
      <inkml:brushProperty name="height" value="0.05" units="cm"/>
      <inkml:brushProperty name="color" value="#F6630D"/>
    </inkml:brush>
  </inkml:definitions>
  <inkml:trace contextRef="#ctx0" brushRef="#br0">0 1 24239,'0'2940'0,"6627"-2940"0,-6627-2940 0,-6627 2940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4.956"/>
    </inkml:context>
    <inkml:brush xml:id="br0">
      <inkml:brushProperty name="width" value="0.05" units="cm"/>
      <inkml:brushProperty name="height" value="0.05" units="cm"/>
      <inkml:brushProperty name="color" value="#F6630D"/>
    </inkml:brush>
  </inkml:definitions>
  <inkml:trace contextRef="#ctx0" brushRef="#br0">907 314 24575,'-9'-15'0,"1"0"0,0-1 0,-7-23 0,-4-9 0,18 45 0,0 1 0,0 0 0,0 0 0,0 0 0,-1 1 0,1-1 0,0 0 0,-1 0 0,0 1 0,1-1 0,-1 1 0,0-1 0,0 1 0,1 0 0,-1 0 0,0 0 0,0 0 0,0 0 0,-1 0 0,1 0 0,0 1 0,0-1 0,0 1 0,-1-1 0,1 1 0,0 0 0,0 0 0,-1 0 0,1 0 0,0 1 0,0-1 0,0 1 0,-1-1 0,1 1 0,0-1 0,-3 3 0,-8 3 0,-1 0 0,1 1 0,1 1 0,-19 14 0,19-13 0,-59 44-96,4 3-1,1 3 0,4 3 0,2 2 1,-101 143-1,134-167 79,1 2 1,2 0-1,2 2 0,2 0 1,2 2-1,-22 84 0,35-105 17,0 0 0,2-1-1,1 1 1,1 0 0,1 1 0,1-1-1,1 0 1,2 0 0,0-1-1,1 1 1,2-1 0,0 0 0,2 0-1,1-1 1,12 22 0,-9-24 1,1 0 0,1 0 0,1-2 1,0 0-1,2-1 0,0 0 0,1-2 0,0 0 1,2-1-1,-1-1 0,2-1 0,0-1 1,1-1-1,0-1 0,0-1 0,39 10 1,-23-10-14,1-2 1,0-1-1,0-3 1,0-1 0,1-1-1,-1-3 1,0-1-1,0-3 1,65-16 0,-53 8-45,-2-3 1,0-1-1,-1-3 0,-2-2 1,0-3-1,-1-1 1,-2-2-1,-1-2 1,-1-2-1,50-51 1,-64 54 59,0-1 1,-2-1-1,-2-2 1,0 0 0,-3-1-1,-1-2 1,-1 0-1,-3-1 1,0-1-1,-3 0 1,-1-1 0,-2 0-1,8-72 1,-16 73-4,-2 1 0,-1-1 0,-2 1 0,-1-1 0,-2 1 0,-2 0 0,-2 1 0,-1 0 0,-2 1 0,-1 0 0,-2 1 0,-1 0 0,-2 1 0,-26-33 0,26 41 0,-2 0 0,0 2 0,-2 1 0,0 1 0,-2 1 0,0 1 0,-41-25 0,42 32 0,0 1 0,-1 0 0,0 2 0,-1 1 0,0 1 0,0 1 0,-1 2 0,1 0 0,-42 0 0,43 4-111,-1 2 1,0 2-1,1 0 1,0 1-1,0 2 1,0 0-1,0 2 1,1 1 0,0 0-1,-35 21 1,-15 17-5450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5.328"/>
    </inkml:context>
    <inkml:brush xml:id="br0">
      <inkml:brushProperty name="width" value="0.05" units="cm"/>
      <inkml:brushProperty name="height" value="0.05" units="cm"/>
      <inkml:brushProperty name="color" value="#F6630D"/>
    </inkml:brush>
  </inkml:definitions>
  <inkml:trace contextRef="#ctx0" brushRef="#br0">244 242 24575,'-4'-5'0,"1"0"0,-1-1 0,1 1 0,0-1 0,-4-11 0,-2-4 0,-13-30 0,17 39 0,1-1 0,-2 1 0,0 0 0,0 1 0,-1 0 0,0 0 0,-13-14 0,19 23 0,-1 0 0,1 1 0,-1-1 0,0 1 0,0 0 0,1-1 0,-1 1 0,0 0 0,0 0 0,0 0 0,0 0 0,-1 1 0,1-1 0,0 0 0,0 1 0,0 0 0,0-1 0,-1 1 0,1 0 0,0 0 0,0 0 0,-1 1 0,1-1 0,0 0 0,0 1 0,0-1 0,0 1 0,0 0 0,-1 0 0,1 0 0,0 0 0,1 0 0,-1 0 0,0 0 0,0 1 0,0-1 0,1 1 0,-1-1 0,1 1 0,-3 3 0,-1 2 0,0-1 0,1 1 0,-1 1 0,1-1 0,1 1 0,-1-1 0,1 1 0,1 0 0,-3 14 0,3-12 0,0 1 0,1-1 0,1 0 0,0 1 0,0-1 0,1 0 0,0 1 0,1-1 0,0 0 0,1 0 0,0 0 0,1 0 0,0 0 0,0-1 0,1 0 0,11 17 0,51 55 0,-47-58 0,-1 0 0,23 35 0,-41-56 0,0-1 0,0 1 0,0 0 0,0-1 0,-1 1 0,1 0 0,0 0 0,-1-1 0,0 1 0,1 0 0,-1 0 0,0 0 0,0 0 0,0-1 0,0 1 0,0 0 0,0 0 0,-1 3 0,0-3 0,0-1 0,0 1 0,1-1 0,-1 0 0,-1 1 0,1-1 0,0 0 0,0 0 0,0 1 0,-1-1 0,1 0 0,0 0 0,-1-1 0,1 1 0,-1 0 0,-2 1 0,-3 0 0,0 0 0,0-1 0,1 0 0,-1 0 0,0 0 0,0-1 0,0 0 0,-12-1 0,-12-5-1365,2-1-5461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5.533"/>
    </inkml:context>
    <inkml:brush xml:id="br0">
      <inkml:brushProperty name="width" value="0.05" units="cm"/>
      <inkml:brushProperty name="height" value="0.05" units="cm"/>
      <inkml:brushProperty name="color" value="#F6630D"/>
    </inkml:brush>
  </inkml:definitions>
  <inkml:trace contextRef="#ctx0" brushRef="#br0">0 35 24575,'6'-3'0,"4"-4"0,6-2 0,3-1 0,-2 4 0,-3 7 0,-5 5 0,-6 7 0,-4 10 0,-1 6 0,-1 9 0,0 7 0,4 3 0,4 2 0,4 1 0,0 2 0,2 1 0,-1-9-8191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6.230"/>
    </inkml:context>
    <inkml:brush xml:id="br0">
      <inkml:brushProperty name="width" value="0.05" units="cm"/>
      <inkml:brushProperty name="height" value="0.05" units="cm"/>
      <inkml:brushProperty name="color" value="#F6630D"/>
    </inkml:brush>
  </inkml:definitions>
  <inkml:trace contextRef="#ctx0" brushRef="#br0">1193 382 24575,'12'-12'0,"-2"0"0,0-1 0,0 0 0,-1-1 0,-1 0 0,0-1 0,-1 1 0,-1-1 0,0-1 0,-1 1 0,0-1 0,-1 0 0,-1 0 0,-1 0 0,0-18 0,-1 30 0,-1 1 0,0-1 0,0 0 0,-1 0 0,1 1 0,-1-1 0,0 0 0,0 1 0,0-1 0,0 1 0,-1-1 0,1 1 0,-1-1 0,0 1 0,0 0 0,0 0 0,0 0 0,-1 0 0,1 0 0,-1 1 0,0-1 0,0 1 0,0-1 0,0 1 0,0 0 0,0 0 0,-1 1 0,1-1 0,0 1 0,-1-1 0,0 1 0,1 0 0,-1 0 0,0 1 0,-7-1 0,-4 0 0,0 1 0,-1 1 0,1 0 0,0 1 0,-25 7 0,-75 29 0,114-38 0,-76 32-104,1 2-1,2 4 1,2 4 0,2 2-1,1 3 1,3 4-1,2 2 1,3 3-1,-62 72 1,93-94 104,2 2 0,2 1 0,1 1 0,3 1 0,-36 81 0,49-96 0,1 0 0,1 1 0,1 0 0,1 1 0,2-1 0,0 1 0,2 0 0,0 0 0,2-1 0,1 1 0,10 47 0,-5-47 0,0 0 0,3-1 0,0 0 0,1-1 0,1 0 0,1-1 0,33 43 0,-24-40 0,1-1 0,1 0 0,1-2 0,1-1 0,52 32 0,-33-28 0,1-2 0,1-1 0,1-3 0,1-2 0,1-3 0,0-1 0,1-3 0,67 7 0,-51-13-38,0-3 1,0-3-1,0-3 0,0-2 0,-1-4 1,0-3-1,-1-2 0,0-3 0,-2-3 1,97-46-1,-106 40-53,0-2-1,-2-3 1,-2-2 0,-1-2 0,-1-2 0,-3-2-1,-1-2 1,-2-2 0,-2-2 0,-2-2-1,59-95 1,-79 109 80,0-1 0,-3 0 0,-1-1 0,-1-1 0,-2-1 0,-2 1 0,-1-2-1,3-42 1,-10 54-39,0-1 0,-2 1 0,-1 0 0,-1 0 0,-1 0 0,-1 0 0,-2 1 0,0 0 0,-2 0 0,-1 1 0,-1 0 0,-20-32 0,11 27 50,-1 1 0,-2 2 0,0 0 0,-2 2 0,-1 0 0,-1 2 0,-1 1 0,-1 1 0,0 1 0,-2 2 0,0 1 0,-49-18 0,39 19 0,-1 2 0,-1 1 0,0 3 0,-1 2 0,0 1 0,0 2 0,0 3 0,-1 1 0,-71 8 0,80-1-196,0 1 0,0 2-1,1 2 1,-53 23-1,-2 10-3708</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6.554"/>
    </inkml:context>
    <inkml:brush xml:id="br0">
      <inkml:brushProperty name="width" value="0.05" units="cm"/>
      <inkml:brushProperty name="height" value="0.05" units="cm"/>
      <inkml:brushProperty name="color" value="#F6630D"/>
    </inkml:brush>
  </inkml:definitions>
  <inkml:trace contextRef="#ctx0" brushRef="#br0">317 221 24575,'-1'-5'0,"-1"0"0,1 1 0,-1-1 0,0 0 0,0 1 0,0-1 0,-1 1 0,-4-7 0,-3-6 0,2 0 0,-1 1 0,-1 0 0,0 0 0,-1 1 0,0 1 0,-16-15 0,24 25 0,-1 1 0,0 0 0,1 0 0,-1 1 0,0-1 0,0 1 0,0 0 0,-1 0 0,1 0 0,0 1 0,-1-1 0,0 1 0,1 0 0,-1 0 0,1 1 0,-1 0 0,0-1 0,1 1 0,-1 1 0,0-1 0,1 1 0,-1 0 0,0 0 0,1 0 0,-1 0 0,1 1 0,0 0 0,0 0 0,-7 4 0,7-3 0,-1-1 0,1 1 0,0 0 0,0 0 0,0 1 0,0-1 0,1 1 0,-1 0 0,1 0 0,0 0 0,0 0 0,1 1 0,-1-1 0,1 1 0,0-1 0,0 1 0,0 0 0,1 0 0,0 0 0,0 0 0,0 0 0,1 0 0,-1 0 0,1 0 0,1 11 0,1-5 0,0 0 0,1 0 0,1 0 0,-1 0 0,2 0 0,-1-1 0,2 0 0,-1 0 0,1 0 0,13 15 0,5 3 0,40 35 0,-42-44 0,-2 1 0,0 1 0,27 38 0,-45-57 0,0 0 0,-1 0 0,0 0 0,1 1 0,-1-1 0,0 1 0,0-1 0,-1 1 0,1-1 0,0 1 0,-1-1 0,0 1 0,1-1 0,-1 1 0,0 0 0,0-1 0,-1 1 0,1 0 0,0-1 0,-1 1 0,0-1 0,1 1 0,-3 4 0,1-4 0,-1 0 0,1 0 0,-1 0 0,0 0 0,1-1 0,-1 1 0,0-1 0,-1 0 0,1 1 0,0-2 0,-1 1 0,1 0 0,-1-1 0,1 1 0,-8 1 0,-5 0-227,0 0-1,-1-1 1,1-1-1,-1-1 1,-25-2-1,4-1-6598</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6.834"/>
    </inkml:context>
    <inkml:brush xml:id="br0">
      <inkml:brushProperty name="width" value="0.05" units="cm"/>
      <inkml:brushProperty name="height" value="0.05" units="cm"/>
      <inkml:brushProperty name="color" value="#F6630D"/>
    </inkml:brush>
  </inkml:definitions>
  <inkml:trace contextRef="#ctx0" brushRef="#br0">1 150 24575,'52'-31'0,"109"-47"0,-140 69 0,0 1 0,43-10 0,-56 16 0,0 1 0,0 0 0,0 0 0,0 1 0,0 0 0,0 0 0,0 1 0,0 0 0,0 0 0,0 1 0,12 4 0,-18-5 0,1 0 0,-1 0 0,0 1 0,1-1 0,-1 0 0,0 1 0,0 0 0,0-1 0,0 1 0,0 0 0,0 0 0,-1 0 0,1 1 0,-1-1 0,1 0 0,-1 0 0,0 1 0,1 2 0,-1-1 0,0 0 0,0 0 0,-1 0 0,0 0 0,0 0 0,0 0 0,0 1 0,0-1 0,-1 0 0,-1 6 0,-3 4 0,0 0 0,0 0 0,-2-1 0,1 0 0,-14 17 0,-6 4 0,-14 19 0,38-49 0,0 0 0,0 0 0,0-1 0,0 1 0,1 0 0,-1 1 0,1-1 0,0 0 0,0 0 0,1 0 0,-1 8 0,2-8 0,-1-1 0,1 0 0,0 1 0,0-1 0,1 0 0,-1 0 0,1 0 0,-1 0 0,1 0 0,0 0 0,0 0 0,0-1 0,1 1 0,-1-1 0,1 0 0,-1 1 0,1-1 0,0 0 0,4 2 0,5 3 0,1 0 0,0-1 0,18 6 0,-1-3-455,0-1 0,42 5 0,-3-4-6371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7.957"/>
    </inkml:context>
    <inkml:brush xml:id="br0">
      <inkml:brushProperty name="width" value="0.05" units="cm"/>
      <inkml:brushProperty name="height" value="0.05" units="cm"/>
      <inkml:brushProperty name="color" value="#F6630D"/>
    </inkml:brush>
  </inkml:definitions>
  <inkml:trace contextRef="#ctx0" brushRef="#br0">59 35 24575,'-3'0'0,"0"0"0,-1 0 0,1 0 0,-1-1 0,1 1 0,0-1 0,-1 1 0,1-1 0,0 0 0,0-1 0,0 1 0,-1 0 0,1-1 0,1 0 0,-5-2 0,7 4 0,-1-1 0,1 1 0,0 0 0,0 0 0,0 0 0,-1 0 0,1-1 0,0 1 0,0 0 0,0 0 0,0 0 0,0-1 0,-1 1 0,1 0 0,0 0 0,0 0 0,0-1 0,0 1 0,0 0 0,0 0 0,0-1 0,0 1 0,0 0 0,0 0 0,0-1 0,0 1 0,0 0 0,0 0 0,0-1 0,0 1 0,0 0 0,0 0 0,0-1 0,0 1 0,0 0 0,0 0 0,1 0 0,-1-1 0,0 1 0,0 0 0,0 0 0,0 0 0,1-1 0,-1 1 0,0 0 0,0 0 0,0 0 0,1 0 0,-1 0 0,0-1 0,0 1 0,0 0 0,1 0 0,-1 0 0,0 0 0,0 0 0,1 0 0,-1 0 0,0 0 0,19-4 0,261 0 0,-190 6 0,1039 41-1725,-416-11 861,-498-23 849,448-1-482,-641-9 810,-14 1-116,0 0-1,0 0 0,-1-1 0,1 0 0,0 0 1,0-1-1,-1 0 0,13-6 0,-19 8-184,-1 0-1,0 0 0,1 0 1,-1 0-1,0 0 0,0 0 1,1-1-1,-1 1 0,0 0 1,0 0-1,1 0 0,-1-1 1,0 1-1,0 0 0,0 0 0,1-1 1,-1 1-1,0 0 0,0 0 1,0-1-1,0 1 0,0 0 1,0-1-1,1 1 0,-1 0 1,0-1-1,0 1 0,0 0 1,0 0-1,0-1 0,0 1 1,0 0-1,0-1 0,0 1 1,-10-8 313,-15 0-25,22 8-300,-1-1 0,0 1 0,1 0 0,-1 0 0,1 1 0,-1-1 0,0 1 0,-4 1 0,8-2 0,0 0 0,-1 0 0,1 0 0,-1 0 0,1 0 0,0 1 0,-1-1 0,1 0 0,-1 0 0,1 0 0,0 1 0,-1-1 0,1 0 0,0 1 0,0-1 0,-1 0 0,1 1 0,0-1 0,0 0 0,-1 1 0,1-1 0,0 0 0,0 1 0,0-1 0,0 1 0,-1-1 0,1 1 0,1 0 0,-1 0 0,0 0 0,1 0 0,0 0 0,-1 0 0,1 0 0,-1 0 0,1-1 0,0 1 0,0 0 0,-1 0 0,1-1 0,0 1 0,0 0 0,0-1 0,0 1 0,1 0 0,10 4 0,1 0 0,0 0 0,0-1 0,0-1 0,0 0 0,25 2 0,-37-5 19,-1 0 0,1 0 0,0 0 0,0 0 0,-1 0 0,1 0 0,0 0 0,-1 0 0,1 0 0,0 0 0,0 0 0,-1-1 0,1 1 0,0 0 0,-1 0 0,1-1 0,1 0 0,-2 1-70,0 0 1,0-1 0,0 1 0,0 0 0,0-1-1,0 1 1,0 0 0,0-1 0,0 1 0,0 0-1,0-1 1,0 1 0,0 0 0,0-1 0,0 1-1,0-1 1,-1 1 0,1 0 0,0 0 0,0-1 0,0 1-1,-1 0 1,1-1 0,0 1 0,0 0 0,0 0-1,-1-1 1,1 1 0,0 0 0,-1 0 0,1-1-1,0 1 1,-1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9.139"/>
    </inkml:context>
    <inkml:brush xml:id="br0">
      <inkml:brushProperty name="width" value="0.05" units="cm"/>
      <inkml:brushProperty name="height" value="0.05" units="cm"/>
      <inkml:brushProperty name="color" value="#F6630D"/>
    </inkml:brush>
  </inkml:definitions>
  <inkml:trace contextRef="#ctx0" brushRef="#br0">97 136 24575,'-2'-1'0,"0"0"0,-1 0 0,1-1 0,0 1 0,0-1 0,0 1 0,0-1 0,1 0 0,-1 0 0,0 0 0,1 0 0,-1 0 0,-1-4 0,0 2 0,-1-2 0,0 0 0,0 0 0,1 0 0,-5-10 0,41 70 0,-24-32 0,-1 0 0,-2 1 0,6 31 0,-9-39 0,-1 0 0,-1 0 0,-1 0 0,0 0 0,0 0 0,-5 21 0,4-33 0,0 0 0,0 1 0,0-1 0,0 0 0,-1 0 0,1 0 0,-1 0 0,0 0 0,0-1 0,0 1 0,0 0 0,0-1 0,-1 1 0,1-1 0,-1 0 0,1 0 0,-1 0 0,0 0 0,-3 1 0,4-2 0,0-1 0,1 1 0,-1-1 0,0 1 0,0-1 0,1 0 0,-1 0 0,0 0 0,0 0 0,1 0 0,-1 0 0,0 0 0,0 0 0,0-1 0,1 1 0,-1-1 0,0 1 0,1-1 0,-1 0 0,1 0 0,-1 0 0,0 0 0,1 0 0,0 0 0,-1 0 0,1 0 0,0 0 0,0-1 0,-1 1 0,1 0 0,0-1 0,0 1 0,0-1 0,1 0 0,-1 1 0,-1-4 0,-1-3 0,1 0 0,-1 0 0,1 0 0,1 0 0,0 0 0,0 0 0,0 0 0,1-1 0,0 1 0,1 0 0,0-1 0,0 1 0,3-9 0,2-5 0,1 0 0,1 0 0,16-31 0,-21 47 0,41-73 0,-40 72 0,1 0 0,1 0 0,-1 0 0,1 0 0,0 1 0,1 0 0,12-10 0,-18 16-44,-1 0 0,1-1 0,0 1 0,-1-1 0,1 1 0,0 0 0,-1 0 0,1-1 0,0 1 0,-1 0 0,1 0 0,0 0 0,0 0 0,-1 0 0,1 0 0,0 0 0,0 0 0,-1 0-1,1 0 1,0 0 0,0 0 0,-1 1 0,1-1 0,0 0 0,-1 1 0,1-1 0,0 0 0,-1 1 0,1-1 0,0 1 0,7 7-6782</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9.451"/>
    </inkml:context>
    <inkml:brush xml:id="br0">
      <inkml:brushProperty name="width" value="0.05" units="cm"/>
      <inkml:brushProperty name="height" value="0.05" units="cm"/>
      <inkml:brushProperty name="color" value="#F6630D"/>
    </inkml:brush>
  </inkml:definitions>
  <inkml:trace contextRef="#ctx0" brushRef="#br0">266 370 24575,'5'-13'0,"-1"1"0,0-1 0,-1 0 0,3-22 0,-1 6 0,26-173 0,-30 199 0,-1 1 0,0 0 0,0-1 0,0 1 0,0-1 0,0 1 0,-1 0 0,1-1 0,-1 1 0,1-1 0,-1 1 0,0 0 0,0 0 0,0 0 0,0-1 0,0 1 0,-1 0 0,-2-3 0,3 4 0,-1 0 0,1 1 0,0-1 0,-1 1 0,1-1 0,-1 1 0,1-1 0,0 1 0,-1 0 0,1-1 0,-1 1 0,0 0 0,1 0 0,-1 0 0,1 1 0,-1-1 0,1 0 0,0 0 0,-1 1 0,1-1 0,-1 1 0,1-1 0,-1 1 0,1 0 0,0-1 0,0 1 0,-1 0 0,1 0 0,0 0 0,0 0 0,-1 1 0,-7 6 0,0 1 0,1 0 0,0 0 0,0 0 0,1 1 0,1 0 0,0 0 0,-10 22 0,0 8 0,-13 46 0,5 5 0,-16 117 0,3 99 0,21-155 0,-6 60-1365,18-181-5461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9.605"/>
    </inkml:context>
    <inkml:brush xml:id="br0">
      <inkml:brushProperty name="width" value="0.05" units="cm"/>
      <inkml:brushProperty name="height" value="0.05" units="cm"/>
      <inkml:brushProperty name="color" value="#F6630D"/>
    </inkml:brush>
  </inkml:definitions>
  <inkml:trace contextRef="#ctx0" brushRef="#br0">1 99 24575,'3'-5'0,"0"-5"0,1-3 0,1-3 0,4 2 0,2 1 0,2 2 0,4 3 0,6 3 0,0 2 0,3 2 0,2 1 0,1 1 0,-3-1-8191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9.855"/>
    </inkml:context>
    <inkml:brush xml:id="br0">
      <inkml:brushProperty name="width" value="0.05" units="cm"/>
      <inkml:brushProperty name="height" value="0.05" units="cm"/>
      <inkml:brushProperty name="color" value="#F6630D"/>
    </inkml:brush>
  </inkml:definitions>
  <inkml:trace contextRef="#ctx0" brushRef="#br0">96 52 24575,'4'-17'0,"1"-4"0,-4 20 0,-1 1 0,0-1 0,0 1 0,0-1 0,0 1 0,0-1 0,0 1 0,0-1 0,0 1 0,0-1 0,0 1 0,0-1 0,0 1 0,-1-1 0,1 1 0,0-1 0,0 1 0,0 0 0,-1-1 0,1 1 0,0-1 0,-1 1 0,1-1 0,0 1 0,-1 0 0,1-1 0,-1 1 0,0-1 0,1 1 0,-1 0 0,1 0 0,-1 1 0,1-1 0,-1 0 0,1 0 0,-1 0 0,0 0 0,1 0 0,-1 1 0,1-1 0,-1 0 0,1 0 0,0 1 0,-1-1 0,1 0 0,-1 1 0,1-1 0,-1 0 0,1 1 0,0-1 0,-1 1 0,1-1 0,0 1 0,-1 0 0,-10 16 0,10-14 0,-12 21 0,1 0 0,1 1 0,1 0 0,1 1 0,-10 51 0,18-74 0,1 0 0,-1 0 0,1 1 0,0-1 0,0 0 0,0 1 0,1-1 0,-1 0 0,1 1 0,-1-1 0,1 0 0,0 0 0,0 0 0,1 0 0,-1 0 0,1 0 0,2 3 0,-3-4 0,1 0 0,1 0 0,-1 0 0,0-1 0,0 1 0,0-1 0,1 1 0,-1-1 0,1 0 0,-1 0 0,1 0 0,0 0 0,-1 0 0,1-1 0,0 1 0,-1-1 0,1 0 0,0 0 0,0 0 0,-1 0 0,4-1 0,12-2-341,0 0 0,-1-2-1,34-12 1,-17 4-6485</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30.043"/>
    </inkml:context>
    <inkml:brush xml:id="br0">
      <inkml:brushProperty name="width" value="0.05" units="cm"/>
      <inkml:brushProperty name="height" value="0.05" units="cm"/>
      <inkml:brushProperty name="color" value="#F6630D"/>
    </inkml:brush>
  </inkml:definitions>
  <inkml:trace contextRef="#ctx0" brushRef="#br0">31 94 24575,'0'-6'0,"-1"0"0,0 0 0,-1 0 0,0 0 0,1 1 0,-2-1 0,-4-9 0,-6-17 0,13 32 0,0 0 0,0 0 0,0-1 0,0 1 0,0 0 0,0 0 0,0 0 0,-1 0 0,1 0 0,0 0 0,0 0 0,0 0 0,0-1 0,0 1 0,0 0 0,0 0 0,0 0 0,0 0 0,0 0 0,0 0 0,0 0 0,0-1 0,0 1 0,0 0 0,0 0 0,0 0 0,0 0 0,0 0 0,0 0 0,0 0 0,0-1 0,0 1 0,1 0 0,-1 0 0,0 0 0,0 0 0,0 0 0,0 0 0,0 0 0,0 0 0,0 0 0,0-1 0,0 1 0,0 0 0,1 0 0,-1 0 0,0 0 0,0 0 0,0 0 0,0 0 0,0 0 0,0 0 0,8 5 0,7 11 0,7 13 0,0 1 0,-3 0 0,32 66 0,-41-74 0,-1 1 0,-1 0 0,-2 0 0,0 0 0,-1 0 0,-1 1 0,0 26 0,-4-36-97,-1-1-1,0 1 1,-1 0-1,-1-1 1,0 0-1,-1 0 1,0 0-1,-1 0 1,-1 0-1,0-1 1,0 0-1,-1 0 0,-16 20 1,-22 19-6729</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30.352"/>
    </inkml:context>
    <inkml:brush xml:id="br0">
      <inkml:brushProperty name="width" value="0.05" units="cm"/>
      <inkml:brushProperty name="height" value="0.05" units="cm"/>
      <inkml:brushProperty name="color" value="#F6630D"/>
    </inkml:brush>
  </inkml:definitions>
  <inkml:trace contextRef="#ctx0" brushRef="#br0">51 24 24575,'0'-3'0,"-3"-3"0,-3-4 0,-4 6 0,0 8 0,2 10 0,2 10 0,2 12 0,2 11 0,1 9 0,3 7 0,5 8 0,6 5 0,4 3 0,7 3 0,4-1 0,-1-12-8191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31.688"/>
    </inkml:context>
    <inkml:brush xml:id="br0">
      <inkml:brushProperty name="width" value="0.05" units="cm"/>
      <inkml:brushProperty name="height" value="0.05" units="cm"/>
      <inkml:brushProperty name="color" value="#F6630D"/>
    </inkml:brush>
  </inkml:definitions>
  <inkml:trace contextRef="#ctx0" brushRef="#br0">116 124 24575,'1'-5'0,"-1"1"0,0-1 0,1 1 0,0-1 0,0 1 0,0-1 0,1 1 0,-1 0 0,1 0 0,0-1 0,1 1 0,-1 1 0,0-1 0,1 0 0,0 1 0,6-7 0,0 3 0,-1 0 0,1 0 0,1 1 0,-1 0 0,18-7 0,-76 52 0,-103 73 0,150-111 0,1 0 0,-1 0 0,1 0 0,-1 1 0,1-1 0,0 0 0,-1 1 0,1-1 0,0 1 0,0-1 0,0 1 0,0 0 0,1-1 0,-1 1 0,0 0 0,1 0 0,-1-1 0,1 3 0,0-2 0,0-1 0,1 0 0,-1 0 0,1 0 0,0 0 0,-1 0 0,1 0 0,0 0 0,0 0 0,0 0 0,0 0 0,-1 0 0,1 0 0,0 0 0,1-1 0,-1 1 0,0 0 0,0-1 0,0 1 0,0-1 0,0 1 0,1-1 0,-1 0 0,0 1 0,0-1 0,1 0 0,1 0 0,44 10 0,31 8 0,-70-16 0,0 1 0,-1 0 0,1 1 0,-1 0 0,1 0 0,-1 1 0,8 6 0,-13-9 8,0-1 1,0 1-1,-1 0 0,1-1 0,-1 1 0,1 0 0,-1 0 0,0 0 0,0 0 1,0 0-1,0 0 0,0 1 0,0-1 0,0 0 0,-1 0 0,1 1 0,-1-1 1,0 0-1,0 0 0,0 5 0,0-3 6,-1 0 0,0-1 1,0 1-1,-1 0 0,1-1 0,-1 1 0,0-1 1,0 1-1,0-1 0,0 0 0,-4 5 1,-2 0-229,1 0 1,-2 0 0,1-1-1,-1 0 1,0-1 0,-1 0-1,-16 8 1,-5-1-6613</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31.826"/>
    </inkml:context>
    <inkml:brush xml:id="br0">
      <inkml:brushProperty name="width" value="0.05" units="cm"/>
      <inkml:brushProperty name="height" value="0.05" units="cm"/>
      <inkml:brushProperty name="color" value="#F6630D"/>
    </inkml:brush>
  </inkml:definitions>
  <inkml:trace contextRef="#ctx0" brushRef="#br0">1 44 24575,'5'-3'0,"5"-3"0,4-4 0,1 0 0,2 2 0,-3 2-8191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32.750"/>
    </inkml:context>
    <inkml:brush xml:id="br0">
      <inkml:brushProperty name="width" value="0.05" units="cm"/>
      <inkml:brushProperty name="height" value="0.05" units="cm"/>
      <inkml:brushProperty name="color" value="#F6630D"/>
    </inkml:brush>
  </inkml:definitions>
  <inkml:trace contextRef="#ctx0" brushRef="#br0">1 136 24575,'2'-2'0,"0"0"0,1 0 0,-1 1 0,0-1 0,1 0 0,-1 1 0,1-1 0,-1 1 0,1 0 0,0 0 0,-1 0 0,5-1 0,-6 2 0,0 0 0,0 0 0,0 0 0,0 0 0,0 0 0,0 1 0,0-1 0,0 0 0,0 1 0,0-1 0,0 0 0,0 1 0,0-1 0,0 1 0,0-1 0,0 1 0,-1 0 0,1-1 0,0 1 0,0 0 0,-1 0 0,1-1 0,0 1 0,-1 0 0,1 0 0,-1 0 0,1 0 0,-1 0 0,1 0 0,-1 0 0,0 0 0,1 0 0,-1 0 0,0 0 0,0 2 0,3 18 0,-1 1 0,0-1 0,-4 40 0,0-17 0,2-39 0,-3 43 0,3-45 0,-1 0 0,1 0 0,-1-1 0,0 1 0,0 0 0,0-1 0,0 1 0,0-1 0,0 1 0,-1-1 0,1 0 0,-1 1 0,0-1 0,-2 2 0,3-3 0,1-1 0,-1 1 0,1-1 0,-1 0 0,1 1 0,-1-1 0,1 0 0,-1 1 0,0-1 0,1 0 0,-1 0 0,1 1 0,-1-1 0,0 0 0,1 0 0,-1 0 0,0 0 0,1 0 0,-1 0 0,0 0 0,1 0 0,-1 0 0,0 0 0,1 0 0,-1-1 0,0 1 0,1 0 0,-1 0 0,0-1 0,-1 0 0,1 0 0,0-1 0,0 1 0,-1 0 0,1-1 0,0 1 0,0-1 0,1 1 0,-1-1 0,0 1 0,0-3 0,-2-3 0,1-1 0,0 0 0,-2-15 0,4 6 0,0 0 0,1 0 0,1-1 0,0 1 0,1 0 0,1 0 0,10-26 0,-7 23 0,2 1 0,0 0 0,1 1 0,0 0 0,2 1 0,14-17 0,-24 31 0,1 0 0,0 0 0,0 1 0,0-1 0,0 1 0,0-1 0,1 1 0,-1 0 0,1 0 0,-1 1 0,1-1 0,5-1 0,-8 3 0,1 0 0,0 0 0,-1 0 0,1-1 0,0 2 0,-1-1 0,1 0 0,-1 0 0,1 0 0,0 1 0,-1-1 0,1 1 0,-1-1 0,1 1 0,-1 0 0,1-1 0,-1 1 0,0 0 0,1 0 0,-1 0 0,0 0 0,0 0 0,1 1 0,-1-1 0,0 0 0,0 0 0,0 1 0,-1-1 0,1 1 0,0-1 0,0 1 0,0 1 0,3 7 0,-1 1 0,0 0 0,-1-1 0,0 1 0,-1 0 0,0 0 0,-1 13 0,-7 78 0,5-84 0,1-3 0,-1-1 0,0 1 0,-1 0 0,-9 23 0,8-31 0,4-16 0,6-17 0,5 1 0,0 0 0,1 1 0,30-45 0,-33 56 0,1 0 0,0 1 0,1 1 0,0 0 0,1 0 0,0 1 0,1 0 0,16-9 0,-26 17 0,0 1 0,0-1 0,0 1 0,0 0 0,0 0 0,0 0 0,1 0 0,-1 0 0,0 1 0,0-1 0,1 1 0,-1 0 0,0 0 0,1 0 0,-1 1 0,0-1 0,0 1 0,1 0 0,-1 0 0,0 0 0,0 0 0,0 0 0,5 4 0,-4-2 0,0 0 0,0 1 0,-1-1 0,1 1 0,-1 0 0,0 0 0,0 0 0,0 0 0,-1 1 0,1-1 0,-1 1 0,0 0 0,0-1 0,1 11 0,2 12-151,-2-1-1,-1 1 0,-1 0 0,-1 0 1,-1-1-1,-2 1 0,0 0 1,-14 48-1,11-55-6674</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33.109"/>
    </inkml:context>
    <inkml:brush xml:id="br0">
      <inkml:brushProperty name="width" value="0.05" units="cm"/>
      <inkml:brushProperty name="height" value="0.05" units="cm"/>
      <inkml:brushProperty name="color" value="#F6630D"/>
    </inkml:brush>
  </inkml:definitions>
  <inkml:trace contextRef="#ctx0" brushRef="#br0">49 34 24575,'1'-1'0,"0"-1"0,0 1 0,0-1 0,0 0 0,0 0 0,-1 1 0,1-1 0,-1 0 0,1 0 0,-1 0 0,0 0 0,1-2 0,-4-4 0,2 8 0,0 0 0,1 0 0,-1 0 0,1 0 0,-1 0 0,1 1 0,-1-1 0,1 0 0,-1 0 0,1 1 0,-1-1 0,1 0 0,-1 1 0,1-1 0,-1 0 0,1 1 0,-1-1 0,1 1 0,0-1 0,-1 1 0,-4 6 0,0-1 0,1 1 0,-1-1 0,2 1 0,-1 0 0,1 1 0,0-1 0,0 0 0,1 1 0,0 0 0,1-1 0,-1 1 0,1 0 0,1 0 0,0 0 0,1 13 0,0-19 0,-1 0 0,1 0 0,0 0 0,1 0 0,-1 0 0,0 0 0,1 0 0,-1 0 0,1-1 0,-1 1 0,1 0 0,0-1 0,-1 1 0,1-1 0,0 0 0,0 0 0,0 0 0,0 0 0,0 0 0,1 0 0,-1 0 0,0-1 0,0 1 0,1-1 0,-1 1 0,0-1 0,4 0 0,7 1 0,1-1 0,0 0 0,16-3 0,-28 3 0,38-6 0,30-4 0,-64 10 0,1 0 0,-1 0 0,0 0 0,0 1 0,0 0 0,0 0 0,0 0 0,9 4 0,-14-4 0,0-1 0,0 0 0,0 1 0,0-1 0,0 1 0,0 0 0,0-1 0,0 1 0,0 0 0,0 0 0,0-1 0,0 1 0,-1 0 0,1 0 0,0 0 0,-1 0 0,1 0 0,0 0 0,-1 0 0,1 0 0,-1 0 0,0 1 0,1-1 0,-1 0 0,0 0 0,0 0 0,0 0 0,0 1 0,0-1 0,0 0 0,0 0 0,0 0 0,0 0 0,0 1 0,-1-1 0,1 0 0,0 0 0,-1 0 0,1 0 0,-1 0 0,1 0 0,-1 0 0,0 0 0,1 0 0,-3 1 0,-1 4 0,-1 0 0,1-1 0,-1 0 0,-1 0 0,1 0 0,-7 4 0,-8 4-682,-42 21-1,37-24-6143</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33.266"/>
    </inkml:context>
    <inkml:brush xml:id="br0">
      <inkml:brushProperty name="width" value="0.05" units="cm"/>
      <inkml:brushProperty name="height" value="0.05" units="cm"/>
      <inkml:brushProperty name="color" value="#F6630D"/>
    </inkml:brush>
  </inkml:definitions>
  <inkml:trace contextRef="#ctx0" brushRef="#br0">1 145 24575,'2'-2'0,"5"-8"0,5-6 0,7-3 0,6-2 0,3 0 0,3 1 0,5 4 0,1 5 0,0 4 0,-1 6 0,-1 3 0,-1 4 0,-7 1-8191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33.672"/>
    </inkml:context>
    <inkml:brush xml:id="br0">
      <inkml:brushProperty name="width" value="0.05" units="cm"/>
      <inkml:brushProperty name="height" value="0.05" units="cm"/>
      <inkml:brushProperty name="color" value="#F6630D"/>
    </inkml:brush>
  </inkml:definitions>
  <inkml:trace contextRef="#ctx0" brushRef="#br0">209 144 24575,'0'-8'0,"0"0"0,1 0 0,0-1 0,1 1 0,-1 0 0,2 0 0,5-13 0,-7 18 0,0 1 0,0-1 0,0 1 0,-1-1 0,1 1 0,-1-1 0,1 0 0,-1 1 0,0-1 0,0 0 0,0 1 0,0-1 0,-1 0 0,1 1 0,-2-5 0,1 6 0,0 0 0,1-1 0,-1 1 0,0 0 0,0 0 0,-1-1 0,1 1 0,0 0 0,0 0 0,0 0 0,-1 0 0,1 1 0,-1-1 0,1 0 0,-1 0 0,1 1 0,-1-1 0,1 1 0,-1-1 0,1 1 0,-1 0 0,1 0 0,-1 0 0,0 0 0,1 0 0,-1 0 0,-1 0 0,-6 1 0,-1 1 0,1 0 0,0 0 0,0 1 0,0 0 0,1 0 0,-1 1 0,1 0 0,0 1 0,0 0 0,0 0 0,0 1 0,-8 7 0,11-8 0,0 0 0,0-1 0,0 2 0,0-1 0,1 1 0,0-1 0,0 1 0,1 0 0,-1 1 0,1-1 0,1 0 0,-1 1 0,1 0 0,0 0 0,1-1 0,-1 1 0,1 0 0,0 9 0,2-13 0,-1 0 0,0 0 0,1 0 0,0 0 0,-1 0 0,1 0 0,0 0 0,1 0 0,-1 0 0,1-1 0,-1 1 0,1 0 0,0-1 0,0 1 0,0-1 0,0 0 0,3 3 0,-1-2 0,1 0 0,-1 0 0,1 0 0,0-1 0,-1 0 0,1 0 0,0-1 0,0 1 0,9 1 0,-1-2 0,-1 0 0,1 0 0,0-1 0,-1-1 0,1 0 0,-1-1 0,25-6 0,-27 4 0,-1 1 0,0-2 0,1 1 0,-2-1 0,1 0 0,0-1 0,-1 0 0,0-1 0,-1 0 0,1 0 0,-1 0 0,-1-1 0,1 0 0,-1 0 0,-1-1 0,0 0 0,0 0 0,0 0 0,-1 0 0,-1-1 0,0 1 0,0-1 0,3-20 0,-9-5 0,-4 21 0,6 14 0,1 0 0,-1 0 0,1 0 0,0-1 0,-1 1 0,1 0 0,-1 0 0,1 0 0,-1 0 0,1 0 0,-1 0 0,1 0 0,0 0 0,-1 0 0,1 0 0,-1 1 0,1-1 0,-1 0 0,1 0 0,0 0 0,-1 0 0,1 1 0,-1-1 0,1 0 0,0 0 0,-1 1 0,1-1 0,0 0 0,-1 1 0,1-1 0,0 0 0,-1 1 0,-1 2 0,-1 0 0,1 1 0,0-1 0,0 1 0,0-1 0,0 1 0,1 0 0,-1-1 0,1 1 0,-1 5 0,-6 43 0,8-50 0,-2 37 114,1 0 0,9 77 0,25 74-1821,-16-108-5119</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34.016"/>
    </inkml:context>
    <inkml:brush xml:id="br0">
      <inkml:brushProperty name="width" value="0.05" units="cm"/>
      <inkml:brushProperty name="height" value="0.05" units="cm"/>
      <inkml:brushProperty name="color" value="#F6630D"/>
    </inkml:brush>
  </inkml:definitions>
  <inkml:trace contextRef="#ctx0" brushRef="#br0">4 130 24575,'-3'0'0,"3"-2"0,8-5 0,17-3 0,26-2 0,32-3 0,35-1 0,32 0 0,32-1-1360,29 3 1360,25 4-2258,13 3 2258,5 3 0,-4 5 0,-18 5 0,-49 2-4573</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36.049"/>
    </inkml:context>
    <inkml:brush xml:id="br0">
      <inkml:brushProperty name="width" value="0.05" units="cm"/>
      <inkml:brushProperty name="height" value="0.05" units="cm"/>
      <inkml:brushProperty name="color" value="#F6630D"/>
    </inkml:brush>
  </inkml:definitions>
  <inkml:trace contextRef="#ctx0" brushRef="#br0">109 146 24575,'0'-6'0,"0"1"0,1-1 0,-1 0 0,1 1 0,0 0 0,1-1 0,-1 1 0,4-9 0,-3 11 0,0 0 0,0 0 0,0 0 0,1 0 0,-1 0 0,1 0 0,-1 0 0,1 1 0,0 0 0,0-1 0,1 1 0,-1 0 0,6-2 0,-1 0 0,0 1 0,0 1 0,0-1 0,1 1 0,-1 1 0,1 0 0,-1 0 0,1 0 0,0 1 0,10 2 0,-15-2 0,0 1 0,-1-1 0,1 1 0,0 1 0,-1-1 0,1 0 0,-1 1 0,1 0 0,-1-1 0,0 1 0,4 3 0,-5-3 0,0 0 0,0 0 0,-1 0 0,1 0 0,-1 0 0,1 0 0,-1 1 0,0-1 0,0 0 0,0 1 0,0-1 0,0 1 0,0-1 0,-1 1 0,1-1 0,-1 1 0,0-1 0,0 4 0,0-3 0,0 1 0,0-1 0,0 1 0,-1 0 0,0-1 0,1 0 0,-1 1 0,-1-1 0,1 1 0,0-1 0,-1 0 0,1 0 0,-1 0 0,0 0 0,0 0 0,0 0 0,-4 2 0,2-1 0,0 0 0,-1-1 0,1 0 0,-1 0 0,0-1 0,0 1 0,0-1 0,-1 0 0,-10 3 0,-1-2 0,0-1 0,-1 0 0,1-1 0,-1-1 0,-33-4 0,41 3 0,1 0 0,-1-1 0,1-1 0,-1 0 0,1 0 0,0 0 0,-11-7 0,18 9 0,1 0 0,-1 0 0,1 0 0,-1 0 0,0 0 0,1-1 0,0 1 0,-1-1 0,1 1 0,0-1 0,0 1 0,0-1 0,0 1 0,0-1 0,0 0 0,0 0 0,1 0 0,-1 1 0,0-1 0,1 0 0,0 0 0,-1 0 0,1 0 0,0 0 0,0 0 0,0 0 0,0 0 0,1 0 0,-1 0 0,0 1 0,1-1 0,-1 0 0,1 0 0,0 0 0,0 0 0,0 1 0,-1-1 0,2 0 0,-1 1 0,0-1 0,0 1 0,2-2 0,4-6 0,1 1 0,0 0 0,0 0 0,1 1 0,-1 1 0,2-1 0,-1 1 0,1 1 0,0 0 0,0 0 0,0 1 0,1 0 0,-1 1 0,1 0 0,0 0 0,16-1 0,-25 4 0,0 0 0,0 0 0,0 0 0,0 0 0,1 0 0,-1 0 0,0 0 0,0 1 0,0-1 0,0 1 0,0-1 0,0 1 0,0 0 0,0 0 0,0 0 0,0 0 0,-1 0 0,3 2 0,-2-1 0,-1-1 0,0 1 0,0-1 0,0 1 0,0 0 0,-1-1 0,1 1 0,0 0 0,-1 0 0,1-1 0,-1 1 0,0 0 0,1 0 0,-1 0 0,0 0 0,0 0 0,0 1 0,-1 3 0,0-1 0,0 0 0,0 0 0,-1 1 0,1-1 0,-1 0 0,-1-1 0,1 1 0,-1 0 0,1 0 0,-1-1 0,-1 0 0,-4 6 0,3-6 31,-1 1 0,0-1 0,0 0 0,-1-1 0,1 1 0,-1-1 0,1-1 0,-1 1 1,0-1-1,-9 2 0,13-4-58,0 1 1,0-1 0,0 0 0,0 0-1,0 0 1,0 0 0,0 0 0,0-1-1,1 1 1,-1-1 0,0 0-1,-4-1 1,6 1-36,-1 0 0,1 0 0,-1 0 0,1-1 0,-1 1 0,1 0 0,0-1 0,0 1 0,0-1 0,0 1 0,0-1 0,0 1-1,0-1 1,0 0 0,0 1 0,1-1 0,-1 0 0,1 0 0,-1 1 0,1-1 0,0-2 0,-1-10-6764</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37.386"/>
    </inkml:context>
    <inkml:brush xml:id="br0">
      <inkml:brushProperty name="width" value="0.05" units="cm"/>
      <inkml:brushProperty name="height" value="0.05" units="cm"/>
      <inkml:brushProperty name="color" value="#F6630D"/>
    </inkml:brush>
  </inkml:definitions>
  <inkml:trace contextRef="#ctx0" brushRef="#br0">180 116 24575,'1'0'0,"1"-1"0,-1 1 0,1-1 0,-1 1 0,0-1 0,1 0 0,-1 0 0,0 1 0,0-1 0,0 0 0,1 0 0,-1 0 0,0 0 0,0 0 0,-1 0 0,1 0 0,0-1 0,0 1 0,0 0 0,-1 0 0,1-1 0,0-1 0,0 1 0,0 1 0,0-1 0,-1 0 0,1 0 0,-1 0 0,1 0 0,-1 1 0,0-1 0,1 0 0,-1 0 0,0 0 0,0 0 0,0 0 0,-1 0 0,0-3 0,1 4 0,0 1 0,0 0 0,0 0 0,-1-1 0,1 1 0,0 0 0,0 0 0,-1 0 0,1-1 0,0 1 0,0 0 0,-1 0 0,1 0 0,0 0 0,0-1 0,-1 1 0,1 0 0,0 0 0,-1 0 0,1 0 0,0 0 0,-1 0 0,1 0 0,0 0 0,-1 0 0,1 0 0,0 0 0,0 0 0,-1 0 0,1 0 0,0 0 0,-1 1 0,1-1 0,0 0 0,-1 0 0,1 0 0,0 0 0,0 0 0,-1 1 0,1-1 0,0 0 0,0 0 0,0 0 0,-1 1 0,1-1 0,0 0 0,0 1 0,0-1 0,-1 0 0,1 1 0,-12 16 0,11-15 0,-6 9 0,0 0 0,-1 0 0,0-1 0,-1 0 0,-17 15 0,24-23 0,-1 0 0,1 0 0,-1 0 0,0-1 0,0 1 0,0-1 0,0 0 0,0 1 0,0-1 0,0-1 0,0 1 0,0 0 0,0-1 0,0 1 0,-1-1 0,1 0 0,0 0 0,0-1 0,-1 1 0,1 0 0,0-1 0,0 0 0,0 0 0,0 0 0,0 0 0,0 0 0,0-1 0,0 0 0,-2-1 0,3 2 0,0 0 0,0-1 0,0 1 0,1 0 0,-1-1 0,1 1 0,-1-1 0,1 1 0,0-1 0,-1 0 0,1 0 0,0 0 0,0 0 0,0 1 0,0-1 0,1 0 0,-1-1 0,0 1 0,1 0 0,0 0 0,-1 0 0,1 0 0,0 0 0,0 0 0,0-1 0,0 1 0,1 0 0,-1 0 0,0 0 0,1 0 0,0 0 0,-1 0 0,1 0 0,0 0 0,0 0 0,2-3 0,1-1 0,-1 1 0,1 0 0,0 0 0,1 1 0,-1-1 0,1 1 0,0 0 0,0 0 0,0 0 0,0 1 0,9-4 0,-6 3 0,0 2 0,0-1 0,0 1 0,1 0 0,-1 1 0,18-1 0,-24 2 0,1 0 0,-1 0 0,1 0 0,-1 0 0,1 0 0,-1 0 0,1 1 0,-1 0 0,1-1 0,-1 1 0,0 0 0,1 0 0,-1 0 0,0 0 0,0 1 0,0-1 0,0 1 0,0-1 0,0 1 0,0-1 0,0 1 0,-1 0 0,1 0 0,0 0 0,-1 0 0,0 0 0,0 1 0,2 2 0,-2-1 0,-1 0 0,0 0 0,1-1 0,-1 1 0,-1 0 0,1 0 0,0 0 0,-1-1 0,0 1 0,0 0 0,0-1 0,0 1 0,-1-1 0,1 1 0,-1-1 0,0 1 0,-2 2 0,-1 1 0,0 1 0,-1-2 0,0 1 0,0-1 0,0 0 0,-10 8 0,10-10 0,0 0 0,0-1 0,0 1 0,0-1 0,-1-1 0,1 1 0,-1-1 0,0 0 0,0-1 0,-12 2 0,16-3 0,1 0 0,0 0 0,-1 0 0,1 0 0,0-1 0,0 1 0,0-1 0,-1 0 0,1 1 0,0-1 0,0 0 0,0 0 0,0 0 0,0-1 0,0 1 0,0 0 0,1-1 0,-1 1 0,0-1 0,1 0 0,-1 1 0,1-1 0,0 0 0,0 0 0,-1 0 0,1 0 0,0 0 0,1 0 0,-1 0 0,0-1 0,0 1 0,1 0 0,0 0 0,-1 0 0,1-1 0,0-3 0,0 1 0,0 1 0,1-1 0,0 1 0,-1 0 0,1-1 0,1 1 0,-1 0 0,1-1 0,-1 1 0,1 0 0,0 0 0,1 0 0,-1 1 0,1-1 0,0 1 0,0-1 0,0 1 0,3-3 0,3-3 0,0 2 0,1-1 0,-1 2 0,1-1 0,18-8 0,-19 11 0,1 0 0,0 0 0,0 1 0,1 1 0,11-2 0,-19 3 0,0 1 0,0 0 0,0 0 0,0 0 0,0 0 0,1 1 0,-1-1 0,0 1 0,5 2 0,-6-2 0,-1-1 0,0 1 0,1 0 0,-1 0 0,0 0 0,0 0 0,1 0 0,-1 0 0,0 1 0,0-1 0,0 0 0,0 0 0,-1 1 0,1-1 0,0 1 0,0-1 0,-1 1 0,1-1 0,-1 1 0,1 1 0,-1 0 0,0 1 0,0-1 0,0 1 0,0-1 0,-1 1 0,0-1 0,1 1 0,-1-1 0,-1 0 0,1 1 0,0-1 0,-1 0 0,1 0 0,-1 0 0,0 0 0,0 0 0,0 0 0,-1-1 0,1 1 0,-4 2 0,0 1 0,0-1 0,0 1 0,-1-2 0,1 1 0,-1-1 0,0 1 0,-13 4 0,9-6-1365</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48.499"/>
    </inkml:context>
    <inkml:brush xml:id="br0">
      <inkml:brushProperty name="width" value="0.05" units="cm"/>
      <inkml:brushProperty name="height" value="0.05" units="cm"/>
      <inkml:brushProperty name="color" value="#F6630D"/>
    </inkml:brush>
  </inkml:definitions>
  <inkml:trace contextRef="#ctx0" brushRef="#br0">0 1979 24575,'0'-1'0,"0"0"0,0 0 0,1 0 0,-1 0 0,0 0 0,0 1 0,0-1 0,1 0 0,-1 0 0,0 0 0,1 0 0,-1 1 0,0-1 0,1 0 0,-1 0 0,1 1 0,-1-1 0,1 0 0,0 1 0,-1-1 0,1 1 0,0-1 0,-1 1 0,1-1 0,0 1 0,0-1 0,0 1 0,-1 0 0,1-1 0,0 1 0,0 0 0,0 0 0,0 0 0,-1-1 0,1 1 0,0 0 0,0 0 0,0 0 0,1 1 0,6-1 0,0 1 0,0 0 0,14 5 0,-3-1 0,48 1 0,119-3 0,-111-3 0,944 48-503,-242-3 168,-446-30 335,-329-14 42,0-1 0,1 0 0,-1 0 0,1-1 0,-1 1 0,1 0 0,-1-1 0,0 0-1,4 0 1,-6 1-35,0-1-1,0 1 1,0 0-1,0 0 0,0 0 1,1 0-1,-1 0 1,0 0-1,0 0 0,0 0 1,0-1-1,0 1 1,0 0-1,0 0 0,0 0 1,0 0-1,0 0 1,0-1-1,0 1 0,0 0 1,0 0-1,0 0 1,0 0-1,0 0 0,0-1 1,0 1-1,0 0 1,0 0-1,0 0 0,0 0 1,0 0-1,0-1 1,0 1-1,0 0 0,0 0 1,0 0-1,0 0 1,0 0-1,0 0 0,-1 0 1,1-1-1,0 1 1,0 0-1,0 0 0,-14-8 125,-17-1-131,27 8 0,0 0 0,0 0 0,0 0 0,0 0 0,0-1 0,1 0 0,-5-2 0,6 3 0,1-1 0,-1 1 0,1-1 0,0 1 0,0-1 0,-1 0 0,1 1 0,0-1 0,0 0 0,0 0 0,1 0 0,-1 1 0,0-1 0,1 0 0,-1 0 0,1 0 0,0 0 0,0 0 0,0-3 0,-1-196 0,4 88 0,20-598 0,-20 660 0,3-575 0,-22 446 0,7 147 0,7 28 0,0 0 0,1 1 0,-1-1 0,1 0 0,0 0 0,0-5 0,1 9 0,1 1 0,-1-1 0,0 1 0,0-1 0,1 1 0,-1-1 0,1 1 0,-1-1 0,0 1 0,1-1 0,-1 1 0,1-1 0,-1 1 0,1 0 0,-1-1 0,1 1 0,-1 0 0,1-1 0,-1 1 0,1 0 0,0 0 0,-1 0 0,1 0 0,-1-1 0,1 1 0,0 0 0,-1 0 0,1 0 0,0 0 0,25 0 0,-21 0 0,6 0 0,516-13 0,-246-2 0,-208 12 0,-58 3 0,0-2 0,1 1 0,14-5 0,-26 3 171,-11 1 0,-11 1-1878,3 1-5119</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48.933"/>
    </inkml:context>
    <inkml:brush xml:id="br0">
      <inkml:brushProperty name="width" value="0.05" units="cm"/>
      <inkml:brushProperty name="height" value="0.05" units="cm"/>
      <inkml:brushProperty name="color" value="#F6630D"/>
    </inkml:brush>
  </inkml:definitions>
  <inkml:trace contextRef="#ctx0" brushRef="#br0">58 29 24575,'-6'-2'0,"0"1"0,0-1 0,0 0 0,0-1 0,1 1 0,-1-1 0,-9-7 0,13 7 0,10 3 0,13 4 0,131 60 0,-37-14 0,-104-46 0,2 0 0,0 1 0,-1 0 0,0 1 0,0 0 0,-1 1 0,19 14 0,-30-21 0,0 1 0,0-1 0,0 0 0,1 0 0,-1 1 0,0-1 0,0 0 0,0 1 0,0-1 0,0 0 0,1 0 0,-1 1 0,0-1 0,0 0 0,0 1 0,0-1 0,0 0 0,0 1 0,0-1 0,0 0 0,0 1 0,0-1 0,0 0 0,0 0 0,-1 1 0,1-1 0,0 0 0,0 1 0,0-1 0,0 0 0,0 0 0,-1 1 0,1-1 0,0 0 0,0 0 0,0 1 0,-1-1 0,1 0 0,0 0 0,0 0 0,-1 1 0,1-1 0,0 0 0,-1 0 0,1 0 0,0 0 0,0 0 0,-1 0 0,1 0 0,0 0 0,-1 1 0,1-1 0,0 0 0,-1 0 0,1 0 0,0 0 0,-1-1 0,-26 6 0,20-5 0,-1 2 29,-1 0-1,0 1 1,1 0-1,-1 0 0,1 0 1,0 1-1,0 1 1,1-1-1,-1 1 1,1 1-1,-13 11 1,3 2-597,0 0 0,-25 41 1,42-60 563,-18 26-6822</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54.524"/>
    </inkml:context>
    <inkml:brush xml:id="br0">
      <inkml:brushProperty name="width" value="0.05" units="cm"/>
      <inkml:brushProperty name="height" value="0.05" units="cm"/>
      <inkml:brushProperty name="color" value="#F6630D"/>
    </inkml:brush>
  </inkml:definitions>
  <inkml:trace contextRef="#ctx0" brushRef="#br0">399 61 24575,'0'-3'0,"0"0"0,-1 1 0,1-1 0,-1 0 0,1 0 0,-1 1 0,0-1 0,0 0 0,0 1 0,-1-1 0,1 1 0,0-1 0,-1 1 0,0 0 0,0-1 0,1 1 0,-1 0 0,0 0 0,-1 0 0,1 1 0,0-1 0,-1 0 0,1 1 0,0 0 0,-6-3 0,2 4 0,-1 0 0,1 0 0,0 1 0,-1 0 0,1 0 0,0 0 0,0 1 0,0-1 0,0 2 0,0-1 0,-7 4 0,-3 3 0,0 0 0,-24 20 0,22-13 0,0 0 0,1 1 0,1 1 0,1 1 0,0 0 0,2 1 0,0 0 0,1 1 0,-12 30 0,16-31 0,1 0 0,0 0 0,2 1 0,0 0 0,1 0 0,1 0 0,1 0 0,1 0 0,1 1 0,5 36 0,-3-47 0,0 0 0,1 0 0,1-1 0,-1 1 0,2-1 0,-1 0 0,2 0 0,-1 0 0,1-1 0,1 0 0,-1 0 0,1 0 0,1-1 0,0 0 0,0 0 0,1-1 0,0 0 0,0-1 0,0 0 0,18 8 0,-10-7 0,0 0 0,1-1 0,0-1 0,0-1 0,0-1 0,0 0 0,1-1 0,-1-1 0,1-1 0,-1-1 0,33-4 0,32-15-1365,-9-4-5461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54.898"/>
    </inkml:context>
    <inkml:brush xml:id="br0">
      <inkml:brushProperty name="width" value="0.05" units="cm"/>
      <inkml:brushProperty name="height" value="0.05" units="cm"/>
      <inkml:brushProperty name="color" value="#F6630D"/>
    </inkml:brush>
  </inkml:definitions>
  <inkml:trace contextRef="#ctx0" brushRef="#br0">68 281 24575,'0'-5'0,"-1"1"0,0-1 0,0 1 0,0-1 0,0 1 0,-3-6 0,4 8 0,-1 0 0,0 0 0,0 0 0,0 0 0,0 1 0,0-1 0,-1 0 0,1 0 0,0 1 0,-1-1 0,1 1 0,-1-1 0,0 1 0,-3-2 0,5 2 0,0 1 0,-1 0 0,1 0 0,0 0 0,-1 0 0,1 0 0,-1 0 0,1 0 0,0 0 0,-1 0 0,1 0 0,-1 0 0,1 0 0,0 1 0,-1-1 0,1 0 0,0 0 0,-1 0 0,1 0 0,0 1 0,-1-1 0,1 0 0,0 0 0,-1 1 0,1-1 0,0 0 0,0 0 0,-1 1 0,1-1 0,0 0 0,0 1 0,0-1 0,-1 0 0,1 1 0,0-1 0,0 0 0,0 1 0,0-1 0,0 1 0,0-1 0,0 1 0,-2 18 0,15 129 0,1-10 0,-13-109 0,0-1 0,-2 1 0,-1-1 0,-2 1 0,-9 38 0,13-65 0,0-1 0,-1 1 0,1 0 0,-1-1 0,1 1 0,-1-1 0,0 1 0,0-1 0,0 1 0,0-1 0,0 0 0,0 1 0,-1 0 0,1-2 0,1 0 0,0 0 0,-1 0 0,1 0 0,0 0 0,-1 0 0,1 0 0,0 0 0,-1 0 0,1 0 0,0 0 0,-1-1 0,1 1 0,0 0 0,-1 0 0,1 0 0,0 0 0,0-1 0,-1 1 0,1 0 0,0 0 0,0-1 0,-1 1 0,1 0 0,0-1 0,0 1 0,0 0 0,0 0 0,-1-1 0,1 1 0,0 0 0,0-1 0,0 1 0,0 0 0,0-1 0,-2-6 0,0-1 0,0 1 0,1 0 0,-1-11 0,-1-79 0,10-110 0,-2 151 0,3 0 0,2 1 0,25-77 0,-31 121 0,0-1 0,1 1 0,1-1 0,-1 1 0,9-11 0,-13 20 0,0 1 0,0-1 0,0 0 0,1 1 0,-1-1 0,1 1 0,-1-1 0,1 1 0,0-1 0,-1 1 0,1 0 0,0 0 0,0 0 0,0 0 0,0 0 0,0 1 0,0-1 0,0 0 0,0 1 0,0 0 0,0-1 0,0 1 0,0 0 0,0 0 0,0 0 0,1 0 0,-1 1 0,0-1 0,0 0 0,0 1 0,0-1 0,0 1 0,0 0 0,0 0 0,0 0 0,-1 0 0,5 2 0,1 3 0,-1 0 0,1 0 0,-1 0 0,0 1 0,0 0 0,-1 0 0,0 0 0,5 10 0,31 69 0,-36-73 0,21 49-273,-2 1 0,-3 2 0,-3 0 0,17 115 0,-31-137-6553</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55.460"/>
    </inkml:context>
    <inkml:brush xml:id="br0">
      <inkml:brushProperty name="width" value="0.05" units="cm"/>
      <inkml:brushProperty name="height" value="0.05" units="cm"/>
      <inkml:brushProperty name="color" value="#F6630D"/>
    </inkml:brush>
  </inkml:definitions>
  <inkml:trace contextRef="#ctx0" brushRef="#br0">1 323 24575,'0'-2'0,"0"-1"0,0 1 0,1-1 0,0 1 0,-1-1 0,1 1 0,0 0 0,0-1 0,0 1 0,0 0 0,0 0 0,1 0 0,-1-1 0,1 1 0,-1 1 0,1-1 0,0 0 0,0 0 0,0 1 0,0-1 0,0 1 0,0-1 0,0 1 0,0 0 0,1 0 0,-1 0 0,1 0 0,-1 0 0,5 0 0,7-2 0,0 0 0,1 1 0,28 0 0,-33 2 0,133 1 0,-87 2 0,1-3 0,72-10 0,-127 10 0,1 0 0,0-1 0,0 1 0,-1-1 0,1 0 0,0 0 0,-1 0 0,1 0 0,-1 0 0,1-1 0,-1 1 0,1-1 0,-1 0 0,0 1 0,0-1 0,0 0 0,0 0 0,0 0 0,2-5 0,-3 5 0,0-1 0,0 0 0,0 0 0,-1 0 0,1 0 0,-1 1 0,0-1 0,0 0 0,0 0 0,0 0 0,0 0 0,0 0 0,-1 0 0,0 1 0,1-1 0,-1 0 0,0 0 0,-3-4 0,-11-19 0,6 20 0,9 6 0,0 0 0,-1 1 0,1-1 0,-1 1 0,1-1 0,-1 0 0,1 1 0,0-1 0,-1 1 0,1-1 0,0 1 0,0-1 0,-1 1 0,1-1 0,0 1 0,0-1 0,0 1 0,0 0 0,-1-1 0,1 1 0,0-1 0,0 1 0,0 0 0,-2 32 0,2 0 0,0 0 0,3 0 0,7 43 0,-3-27 0,36 271 0,-42-315 0,0 0 0,-1 0 0,1 0 0,0 0 0,1 0 0,2 8 0,-3-13 0,-1-1 0,0 1 0,1 0 0,-1-1 0,1 1 0,-1 0 0,0-1 0,1 1 0,-1-1 0,0 1 0,0-1 0,1 1 0,-1-1 0,0 1 0,0 0 0,0-1 0,0 1 0,1-1 0,-1 1 0,0-1 0,0 1 0,0-1 0,0 0 0,0 1 0,0-1 0,0 1 0,-1-1 0,4-22 0,-3-200 0,-3 132 0,4 0 0,15-108 0,-15 188 0,1 1 0,1-1 0,0 0 0,0 1 0,1 0 0,7-15 0,-9 22 0,-1 1 0,1-1 0,0 1 0,-1 0 0,1 0 0,0 0 0,0 0 0,1 0 0,-1 0 0,0 0 0,1 1 0,-1-1 0,1 1 0,-1 0 0,1-1 0,0 1 0,-1 1 0,1-1 0,0 0 0,0 1 0,0-1 0,0 1 0,-1 0 0,1 0 0,0 0 0,0 0 0,0 0 0,0 1 0,4 0 0,8 4 0,1 1 0,-1 0 0,0 1 0,-1 0 0,1 1 0,-2 1 0,1 0 0,-1 1 0,0 0 0,-1 1 0,-1 1 0,1 0 0,-2 0 0,0 1 0,0 1 0,7 14 0,-15-24 0,0 0 0,0 1 0,0-1 0,-1 0 0,0 1 0,0-1 0,0 0 0,0 1 0,-1-1 0,0 1 0,0 0 0,0-1 0,0 1 0,-1-1 0,0 1 0,0-1 0,-3 9 0,2-8 0,-1 1 0,0-1 0,0 0 0,-1 0 0,0 0 0,0-1 0,0 1 0,0-1 0,-1 0 0,1 0 0,-1-1 0,0 1 0,-7 3 0,-5 1-195,-1 0 0,0-1 0,0-1 0,-1-1 0,0 0 0,-25 2 0,-9 0-6631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55.944"/>
    </inkml:context>
    <inkml:brush xml:id="br0">
      <inkml:brushProperty name="width" value="0.05" units="cm"/>
      <inkml:brushProperty name="height" value="0.05" units="cm"/>
      <inkml:brushProperty name="color" value="#F6630D"/>
    </inkml:brush>
  </inkml:definitions>
  <inkml:trace contextRef="#ctx0" brushRef="#br0">2571 280 24575,'1'-2'0,"0"-1"0,-1 1 0,1 0 0,-1-1 0,1 1 0,-1-1 0,0 1 0,0 0 0,0-1 0,0 1 0,0 0 0,-1-1 0,1 1 0,-1-1 0,0 1 0,1 0 0,-1 0 0,0-1 0,0 1 0,-1 0 0,1 0 0,0 0 0,-1 0 0,1 0 0,-1 1 0,0-1 0,-3-3 0,-6-4 0,0-1 0,-1 1 0,-17-9 0,26 16 0,-38-21-55,-2 1 0,-1 2 0,0 2 0,-1 2 0,-1 2-1,-73-12 1,33 13-73,-1 4-1,-152 3 0,138 11 10,1 4 0,-1 5 0,2 4 0,1 5 0,-130 46 0,155-41 30,1 3 0,2 3 0,1 3-1,2 3 1,2 3 0,1 2 0,-85 81 0,114-91 96,1 2 0,1 1 0,3 1 1,1 2-1,2 1 0,2 1 1,-38 88-1,50-95-71,2-1 0,1 2 0,1-1 1,3 1-1,1 0 0,1 1 0,2-1 0,2 1 0,1-1 1,2 1-1,9 40 0,-4-41 46,2-1 0,1 0 0,2-1 0,2 0 0,1-1 0,1-1 1,2 0-1,36 47 0,-25-44 25,2 0 0,1-3 0,2 0-1,1-2 1,1-2 0,51 31 0,-23-24-166,1-2-1,2-3 1,1-3 0,1-4-1,2-2 1,0-3 0,1-4-1,125 11 1,-105-21 159,0-4 0,0-5 0,0-3 0,0-4 0,-1-4 0,-1-5 0,95-32 0,-113 26 0,0-3 0,-2-3 0,-1-3 0,-2-3 0,-1-3 0,-2-2 0,-3-4 0,103-98 0,-125 102-1,-2-1 1,-1-2-1,-3-1 1,-2-2-1,-2-1 1,41-94-1,-57 110-8,-2 0 0,-1-2 1,-1 1-1,-2-1 0,-2 0 0,-1-1 0,-2 0 0,-1 1 0,-2-1 1,-2 0-1,-11-64 0,7 75 9,-1 1 0,-2 1 0,0-1 0,-2 1 0,0 1 0,-2 0 0,-28-40 0,18 35 0,0 1 0,-2 1 0,0 1 0,-2 2 0,-36-25 0,7 12 0,-2 2 0,-2 3 0,-1 2 0,-1 3 0,-111-30 0,106 38 37,0 3 1,-1 2-1,-1 4 0,0 2 1,-75 4-1,67 8-3888</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57.082"/>
    </inkml:context>
    <inkml:brush xml:id="br0">
      <inkml:brushProperty name="width" value="0.05" units="cm"/>
      <inkml:brushProperty name="height" value="0.05" units="cm"/>
      <inkml:brushProperty name="color" value="#F6630D"/>
    </inkml:brush>
  </inkml:definitions>
  <inkml:trace contextRef="#ctx0" brushRef="#br0">1 40 24575,'0'-3'0,"0"1"0,0-1 0,1 0 0,-1 1 0,1-1 0,0 0 0,0 1 0,0-1 0,0 0 0,0 1 0,2-3 0,-2 4 0,-1 1 0,0 0 0,1-1 0,-1 1 0,0-1 0,1 1 0,-1 0 0,1-1 0,-1 1 0,0 0 0,1-1 0,-1 1 0,1 0 0,-1 0 0,1 0 0,-1-1 0,1 1 0,-1 0 0,1 0 0,-1 0 0,1 0 0,0 0 0,0 0 0,0 0 0,0 1 0,0-1 0,0 1 0,0 0 0,0-1 0,0 1 0,0 0 0,0-1 0,0 1 0,-1 0 0,1 0 0,0 0 0,-1 0 0,1 0 0,0-1 0,0 3 0,5 11 0,0 1 0,-1 0 0,0 0 0,-1 0 0,-1 1 0,0-1 0,0 24 0,2 6 0,96 560 0,-67-449 0,100 279 0,-73-285-260,7-2-1,7-3 0,136 198 0,-135-237 53,5-4-1,4-4 1,5-3-1,185 152 1,-137-146-72,4-7 0,4-5 0,197 86 0,496 146-2136,-508-220 2147,5-13 0,4-16 0,629 52 0,81-116 2602,-823-29 1334,-222 20-3630,1 0 0,0-1-1,0 0 1,-1 0 0,1 0-1,-1 0 1,0-1 0,1 0-1,-1 0 1,0 0 0,-1-1-1,1 0 1,-1 0 0,0 0-1,1 0 1,-2-1 0,1 1 0,3-7-1,7-4-36,-13 15 0,0-1 0,0 0 0,1 1 0,-1-1 0,0 0 0,-1 0 0,1 0 0,0 0 0,0 0 0,0 0 0,0 0 0,-1 0 0,1 0 0,-1-1 0,1 1 0,-1 0 0,1 0 0,-1 0 0,0-1 0,1 1 0,-1 0 0,0-1 0,0 1 0,0 0 0,0 0 0,0-1 0,0 1 0,0 0 0,-1-1 0,1 1 0,0 0 0,-1 0 0,1-1 0,-1 0 0,-21-37 0,0 2 0,-39-48 0,50 70 0,-1 0 0,-1 1 0,0 0 0,-28-21 0,25 28 0,16 7 0,0 0 0,-1 0 0,1 0 0,0 0 0,0 0 0,-1 0 0,1 0 0,0 0 0,-1 0 0,1 0 0,0 1 0,-1-1 0,1 0 0,0 0 0,0 0 0,-1 0 0,1 0 0,0 1 0,0-1 0,-1 0 0,1 0 0,0 0 0,0 1 0,0-1 0,-1 0 0,1 0 0,0 1 0,0-1 0,0 2 0,0-1 0,-1 1 0,1-1 0,1 1 0,-1-1 0,0 1 0,0-1 0,0 1 0,1-1 0,-1 0 0,1 1 0,-1-1 0,1 0 0,0 1 0,-1-1 0,1 0 0,0 0 0,1 2 0,16 19 0,1-1 0,1 0 0,1-1 0,1-2 0,36 25 0,32 27 0,-87-66 0,1-1 0,0 1 0,-1-1 0,0 1 0,0 0 0,0 0 0,0 1 0,-1-1 0,1 0 0,-1 1 0,0 0 0,-1-1 0,1 1 0,-1 0 0,0 0 0,0 0 0,0 0 0,-1 0 0,0 0 0,0 0 0,0 0 0,-1 0 0,1 0 0,-1 0 0,0 0 0,-1-1 0,1 1 0,-1 0 0,0 0 0,0-1 0,0 1 0,-1-1 0,0 0 0,-3 5 0,-6 5-229,0 1 0,-1-1-1,-1-1 1,-22 16 0,34-26 10,-34 25-6607</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19.404"/>
    </inkml:context>
    <inkml:brush xml:id="br0">
      <inkml:brushProperty name="width" value="0.05" units="cm"/>
      <inkml:brushProperty name="height" value="0.05" units="cm"/>
      <inkml:brushProperty name="color" value="#F6630D"/>
    </inkml:brush>
  </inkml:definitions>
  <inkml:trace contextRef="#ctx0" brushRef="#br0">1 1 24575,'2'30'0,"13"60"0,-2-9 0,38 588-1365,-50-626-5461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19.745"/>
    </inkml:context>
    <inkml:brush xml:id="br0">
      <inkml:brushProperty name="width" value="0.05" units="cm"/>
      <inkml:brushProperty name="height" value="0.05" units="cm"/>
      <inkml:brushProperty name="color" value="#F6630D"/>
    </inkml:brush>
  </inkml:definitions>
  <inkml:trace contextRef="#ctx0" brushRef="#br0">124 305 24575,'-4'-14'0,"-1"-1"0,2 1 0,0 0 0,0-1 0,0-29 0,3 37 0,1 0 0,0 0 0,0 0 0,0 0 0,1 0 0,0 1 0,1-1 0,-1 1 0,1-1 0,1 1 0,-1 0 0,1 0 0,0 0 0,8-9 0,-3 7 0,0 0 0,0 0 0,1 1 0,0 1 0,0-1 0,1 2 0,-1-1 0,1 1 0,0 1 0,1 0 0,-1 1 0,1 0 0,-1 1 0,1 0 0,24-1 0,-18 3 0,0 0 0,0 1 0,0 1 0,-1 1 0,1 0 0,-1 2 0,1-1 0,-1 2 0,-1 1 0,18 8 0,-19-6 0,0 1 0,0 0 0,-1 1 0,-1 0 0,0 1 0,-1 0 0,0 1 0,0 1 0,14 23 0,-14-16 0,0 0 0,-2 0 0,-1 1 0,0 0 0,-2 1 0,8 38 0,-10-29 0,-1 1 0,-2-1 0,-1 1 0,-1 0 0,-2-1 0,-2 1 0,0-1 0,-2 0 0,-2 0 0,-18 49 0,15-57 0,0-1 0,-1 0 0,-1-1 0,-2 0 0,0-1 0,-1-1 0,-1-1 0,-1 0 0,0-1 0,-1-1 0,-33 22 0,34-27 0,-1 0 0,-1-2 0,1 0 0,-2-1 0,1-1 0,-1-1 0,-1-1 0,1-1 0,-1 0 0,0-2 0,0 0 0,0-2 0,-37-2 0,47 0 0,0-1 0,0 0 0,1-1 0,-1 0 0,1-1 0,-1 0 0,1-1 0,1 0 0,-13-8 0,18 10 0,0 0 0,1 0 0,0-1 0,0 0 0,0 0 0,0 0 0,1 0 0,-1 0 0,1-1 0,0 1 0,1-1 0,-1 0 0,1 0 0,0 0 0,0 0 0,0-1 0,1 1 0,0 0 0,0-1 0,0 1 0,0-1 0,1-6 0,1 4-136,0-1-1,1 1 1,0 0-1,0-1 1,1 1-1,0 0 1,0 1-1,1-1 0,8-12 1,15-20-6690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0.164"/>
    </inkml:context>
    <inkml:brush xml:id="br0">
      <inkml:brushProperty name="width" value="0.05" units="cm"/>
      <inkml:brushProperty name="height" value="0.05" units="cm"/>
      <inkml:brushProperty name="color" value="#F6630D"/>
    </inkml:brush>
  </inkml:definitions>
  <inkml:trace contextRef="#ctx0" brushRef="#br0">12 228 24575,'-8'-12'0,"5"10"0,7 8 0,14 14 0,2-1 0,24 19 0,-37-32 0,0-1 0,0 0 0,0-1 0,1 0 0,0 0 0,-1-1 0,2 0 0,-1 0 0,0 0 0,0-1 0,10 1 0,-16-3 0,1 0 0,-1 0 0,0 0 0,1-1 0,-1 1 0,1-1 0,-1 1 0,0-1 0,0 0 0,1 0 0,-1 0 0,0 0 0,0 0 0,0 0 0,0 0 0,0-1 0,0 1 0,0-1 0,-1 0 0,1 1 0,0-1 0,-1 0 0,0 0 0,1 0 0,-1 0 0,0 0 0,0 0 0,0-1 0,0 1 0,0 0 0,-1 0 0,1-1 0,-1 1 0,1-3 0,0-5 0,1 0 0,-2 0 0,1 0 0,-1 0 0,-1 0 0,-3-18 0,-2 1 0,-2 1 0,0 0 0,-2 0 0,-23-44 0,32 68 0,0 0 0,-1 0 0,1 0 0,0 0 0,-1 0 0,0 0 0,1 0 0,-1 1 0,0-1 0,0 0 0,0 1 0,0 0 0,-3-2 0,4 3 0,0-1 0,0 1 0,0 0 0,0 0 0,0 0 0,0 0 0,0 0 0,0 0 0,0 0 0,0 0 0,0 1 0,0-1 0,0 0 0,0 1 0,0-1 0,0 1 0,0-1 0,0 1 0,0-1 0,0 1 0,1-1 0,-1 1 0,0 0 0,0-1 0,1 1 0,-1 0 0,0 0 0,1 0 0,-1 0 0,1 0 0,-1-1 0,1 1 0,-1 2 0,-4 7 0,0 1 0,1-1 0,0 1 0,1 0 0,0 0 0,-2 22 0,-1 73 0,6-84 0,-2 23 0,8 72 0,-4-104 0,0-1 0,0 1 0,2 0 0,-1-1 0,1 0 0,1 0 0,0 0 0,1 0 0,0-1 0,11 15 0,10-1-1365,0-7-5461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0.508"/>
    </inkml:context>
    <inkml:brush xml:id="br0">
      <inkml:brushProperty name="width" value="0.05" units="cm"/>
      <inkml:brushProperty name="height" value="0.05" units="cm"/>
      <inkml:brushProperty name="color" value="#F6630D"/>
    </inkml:brush>
  </inkml:definitions>
  <inkml:trace contextRef="#ctx0" brushRef="#br0">301 137 24575,'0'-9'0,"-2"0"0,1 1 0,-1-1 0,0 1 0,-1-1 0,0 1 0,0 0 0,-1 0 0,0 0 0,-1 0 0,1 1 0,-1-1 0,-8-8 0,12 15 0,0 0 0,0 0 0,0 0 0,0 0 0,-1 0 0,1 0 0,0 0 0,0 1 0,-1-1 0,1 0 0,0 1 0,-1-1 0,1 1 0,0-1 0,-1 1 0,1-1 0,-1 1 0,1 0 0,-3 0 0,0 0 0,1 1 0,0-1 0,-1 1 0,1 0 0,0 0 0,-1 0 0,1 0 0,-4 3 0,-6 4 0,1 0 0,0 0 0,-13 13 0,18-15 0,-8 6 0,1 0 0,0 2 0,1 0 0,1 0 0,-18 26 0,27-35 0,1 0 0,-1-1 0,1 1 0,0 0 0,0 0 0,0 0 0,1 0 0,0 1 0,0-1 0,0 0 0,0 1 0,1-1 0,0 0 0,0 1 0,1-1 0,-1 0 0,1 0 0,1 1 0,-1-1 0,0 0 0,1 0 0,0 0 0,1 0 0,4 9 0,1-4 0,0 1 0,0-1 0,1 0 0,1-1 0,-1 0 0,2 0 0,12 8 0,85 44 0,-73-43 0,34 23 0,-65-38 0,-1-1 0,0 1 0,0-1 0,0 1 0,-1 0 0,1 0 0,2 4 0,-4-6 0,-1-1 0,0 1 0,1 0 0,-1-1 0,0 1 0,1 0 0,-1-1 0,0 1 0,0 0 0,1 0 0,-1-1 0,0 1 0,0 0 0,0 0 0,0-1 0,0 1 0,0 0 0,0 0 0,-1-1 0,1 1 0,0 0 0,0 0 0,0-1 0,-1 1 0,1 0 0,0-1 0,-1 1 0,1 0 0,-1-1 0,1 1 0,-1-1 0,1 1 0,-1-1 0,1 1 0,-1-1 0,1 1 0,-1-1 0,0 1 0,1-1 0,-1 0 0,0 1 0,1-1 0,-2 1 0,-6 1 0,1 1 0,-1-2 0,1 1 0,-1-1 0,0 0 0,-14 0 0,-49-5 0,41 0-682,-31-9-1,21 3-6143</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0.727"/>
    </inkml:context>
    <inkml:brush xml:id="br0">
      <inkml:brushProperty name="width" value="0.05" units="cm"/>
      <inkml:brushProperty name="height" value="0.05" units="cm"/>
      <inkml:brushProperty name="color" value="#F6630D"/>
    </inkml:brush>
  </inkml:definitions>
  <inkml:trace contextRef="#ctx0" brushRef="#br0">0 57 24575,'6'-5'0,"1"-5"0,2-3 0,1-3 0,-3 5 0,-2 10 0,-1 12 0,0 14 0,1 12 0,1 12 0,3 11 0,-1 8 0,2 8 0,-1 3 0,-2 0 0,0-3 0,-1-3 0,-1-15-8191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1.052"/>
    </inkml:context>
    <inkml:brush xml:id="br0">
      <inkml:brushProperty name="width" value="0.05" units="cm"/>
      <inkml:brushProperty name="height" value="0.05" units="cm"/>
      <inkml:brushProperty name="color" value="#F6630D"/>
    </inkml:brush>
  </inkml:definitions>
  <inkml:trace contextRef="#ctx0" brushRef="#br0">1 186 24575,'0'-4'0,"0"1"0,0 0 0,0 0 0,0 0 0,1 0 0,0 0 0,0 0 0,-1 0 0,2 0 0,-1 0 0,0 0 0,0 0 0,1 1 0,0-1 0,-1 0 0,1 1 0,0-1 0,4-3 0,-2 4 0,0-1 0,1 0 0,-1 1 0,0 0 0,1 0 0,-1 1 0,1-1 0,0 1 0,-1 0 0,1 0 0,8-1 0,207-11 0,-145 9 0,-62 4 0,1-1 0,0-1 0,-1 0 0,1-1 0,14-5 0,-26 8 0,1-1 0,-1 0 0,1 0 0,-1 0 0,0-1 0,1 1 0,-1 0 0,0-1 0,0 1 0,0-1 0,0 0 0,0 0 0,0 0 0,-1 0 0,1 0 0,-1 0 0,1 0 0,-1-1 0,0 1 0,0 0 0,0-1 0,0 1 0,0-1 0,0 1 0,-1-1 0,1 1 0,-1-1 0,0 0 0,0 1 0,0-1 0,0 1 0,0-1 0,-1-3 0,-3 61 0,24 195-1365,-15-216-5461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1.207"/>
    </inkml:context>
    <inkml:brush xml:id="br0">
      <inkml:brushProperty name="width" value="0.05" units="cm"/>
      <inkml:brushProperty name="height" value="0.05" units="cm"/>
      <inkml:brushProperty name="color" value="#F6630D"/>
    </inkml:brush>
  </inkml:definitions>
  <inkml:trace contextRef="#ctx0" brushRef="#br0">0 140 24575,'0'-8'0,"0"-11"0,0-8 0,0-2 0,0 2 0,0 7 0,0 11 0,3 8 0,1 12 0,-1 2-8191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1.581"/>
    </inkml:context>
    <inkml:brush xml:id="br0">
      <inkml:brushProperty name="width" value="0.05" units="cm"/>
      <inkml:brushProperty name="height" value="0.05" units="cm"/>
      <inkml:brushProperty name="color" value="#F6630D"/>
    </inkml:brush>
  </inkml:definitions>
  <inkml:trace contextRef="#ctx0" brushRef="#br0">9 129 24575,'0'0'0,"0"0"0,0-1 0,0 1 0,0 0 0,0 0 0,0 0 0,0 0 0,0-1 0,-1 1 0,1 0 0,0 0 0,0 0 0,0-1 0,0 1 0,0 0 0,0 0 0,0 0 0,0 0 0,-1 0 0,1-1 0,0 1 0,0 0 0,0 0 0,0 0 0,0 0 0,-1 0 0,1 0 0,0 0 0,0 0 0,0 0 0,0 0 0,-1-1 0,1 1 0,0 0 0,0 0 0,0 0 0,-1 0 0,1 0 0,0 0 0,0 0 0,0 0 0,0 0 0,-1 1 0,1-1 0,0 0 0,0 0 0,0 0 0,-1 0 0,1 0 0,0 0 0,0 0 0,0 0 0,0 0 0,0 1 0,-1-1 0,1 0 0,0 0 0,0 0 0,0 0 0,0 0 0,0 1 0,0-1 0,0 0 0,-1 0 0,1 0 0,4-15 0,-3 13 0,0 1 0,0-1 0,0 0 0,0 1 0,1-1 0,-1 1 0,1-1 0,-1 1 0,1 0 0,-1-1 0,1 1 0,0 0 0,-1 0 0,1 0 0,0 0 0,0 1 0,0-1 0,0 0 0,0 1 0,0 0 0,0-1 0,0 1 0,0 0 0,0 0 0,4 0 0,-4 1 0,1-1 0,-1 1 0,1 0 0,-1 0 0,1 0 0,-1 0 0,0 1 0,1-1 0,-1 1 0,0-1 0,0 1 0,0 0 0,0 0 0,0 0 0,0 0 0,-1 0 0,1 0 0,-1 0 0,2 4 0,3 6 0,-1 1 0,0 1 0,-1-1 0,-1 0 0,0 1 0,-1 0 0,1 19 0,-2 5 0,-4 55 0,-3-69 0,2-17 0,0-15 0,3-2 0,0 0 0,0 0 0,1 1 0,1-1 0,0 0 0,3-13 0,17-59 0,-17 70 0,5-20 0,23-49 0,-27 71 0,0 0 0,1 0 0,0 0 0,0 0 0,1 1 0,1 0 0,0 1 0,11-10 0,-17 16 0,0 0 0,0 1 0,0-1 0,0 1 0,0-1 0,1 1 0,-1 0 0,0 0 0,1 0 0,-1 0 0,1 1 0,-1-1 0,1 1 0,-1-1 0,1 1 0,0 0 0,-1 0 0,1 0 0,-1 0 0,1 0 0,0 1 0,2 0 0,-2 1 0,0-1 0,0 1 0,0 0 0,0 0 0,0 0 0,0 1 0,0-1 0,-1 1 0,0-1 0,1 1 0,-1 0 0,0 0 0,0 0 0,0 0 0,2 6 0,5 11 86,-1 2-1,-1-1 0,7 37 1,5 68-1793,-15-91-5119</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2.248"/>
    </inkml:context>
    <inkml:brush xml:id="br0">
      <inkml:brushProperty name="width" value="0.05" units="cm"/>
      <inkml:brushProperty name="height" value="0.05" units="cm"/>
      <inkml:brushProperty name="color" value="#F6630D"/>
    </inkml:brush>
  </inkml:definitions>
  <inkml:trace contextRef="#ctx0" brushRef="#br0">243 738 24575,'7'-16'0,"-1"-1"0,0 1 0,-1-1 0,5-30 0,1-70 0,-11 99 0,0 0 0,-5-33 0,4 46 0,0-1 0,0 1 0,0 0 0,-1 0 0,0 0 0,0 0 0,0 0 0,-1 0 0,1 0 0,-1 1 0,-1-1 0,1 1 0,-7-7 0,8 10 0,1 0 0,-1 0 0,0 0 0,1 0 0,-1 0 0,0 1 0,0-1 0,0 1 0,0-1 0,1 1 0,-1 0 0,0-1 0,0 1 0,0 0 0,0 0 0,0 1 0,0-1 0,0 0 0,1 1 0,-1-1 0,0 1 0,0-1 0,0 1 0,1 0 0,-1 0 0,0 0 0,1 0 0,-1 0 0,1 0 0,-1 0 0,1 0 0,-3 3 0,-4 4 0,1 0 0,-1 0 0,2 1 0,-8 11 0,-8 16 0,2 2 0,2 0 0,1 1 0,3 1 0,0 0 0,3 1 0,-7 47 0,15-71 0,0 1 0,1 31 0,2-45 0,0 0 0,0 0 0,1 0 0,-1 0 0,1 1 0,0-1 0,0 0 0,0 0 0,1 0 0,0-1 0,-1 1 0,1 0 0,1-1 0,-1 1 0,0-1 0,1 1 0,5 4 0,-6-6 0,1-1 0,-1 0 0,1 0 0,-1 0 0,1 0 0,0 0 0,-1-1 0,1 1 0,0-1 0,-1 0 0,1 1 0,0-1 0,0 0 0,-1-1 0,1 1 0,0 0 0,-1-1 0,1 0 0,0 1 0,-1-1 0,1 0 0,-1 0 0,1-1 0,3-1 0,4-3 0,0 0 0,0-1 0,-1 0 0,12-11 0,-5 1 0,-1 0 0,-1 0 0,-1-1 0,0-1 0,20-40 0,37-109 0,-63 147 0,14-43 0,-49 153 0,22-64 0,1-1 0,1 2 0,1-1 0,1 41 0,3-56 0,0 0 0,0 0 0,1 1 0,1-1 0,0-1 0,4 12 0,-4-15 0,0-1 0,0 1 0,0-1 0,0 0 0,1 0 0,0 0 0,0-1 0,0 1 0,1-1 0,0 0 0,6 4 0,-6-4 0,1-1 0,0 0 0,0-1 0,0 0 0,0 0 0,1 0 0,-1 0 0,1-1 0,-1 0 0,1-1 0,-1 1 0,1-1 0,-1 0 0,1-1 0,-1 0 0,1 0 0,-1 0 0,1-1 0,-1 0 0,0 0 0,0-1 0,9-4 0,0-1 0,-1 0 0,0-1 0,0-1 0,-1 0 0,0-1 0,-1-1 0,19-21 0,-13 8 0,-1 0 0,-1-1 0,-1 0 0,-1-2 0,-1 1 0,-2-2 0,-1 1 0,7-33 0,-8 22 0,-2 0 0,-2-1 0,-1 0 0,-2 0 0,-6-67 0,1 78 0,-9-39 0,9 59 0,1 0 0,-1 0 0,0 0 0,-1 0 0,0 1 0,-1 0 0,1 0 0,-8-9 0,11 16 0,0 0 0,1 0 0,-1-1 0,0 1 0,0 1 0,0-1 0,0 0 0,0 0 0,0 0 0,0 0 0,0 1 0,-1-1 0,1 1 0,0-1 0,0 1 0,-1-1 0,1 1 0,0 0 0,0-1 0,-1 1 0,1 0 0,0 0 0,-3 0 0,2 1 0,1-1 0,-1 1 0,1 0 0,-1 0 0,1 0 0,0 0 0,-1 0 0,1 0 0,0 0 0,0 0 0,0 0 0,0 1 0,0-1 0,0 0 0,0 1 0,-1 1 0,-2 6 0,0 0 0,0 1 0,1-1 0,0 1 0,-1 10 0,-2 26 0,1-1 0,3 1 0,5 75 0,30 138 0,8-55-1360,-41-204 1355,10 47-6821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2.561"/>
    </inkml:context>
    <inkml:brush xml:id="br0">
      <inkml:brushProperty name="width" value="0.05" units="cm"/>
      <inkml:brushProperty name="height" value="0.05" units="cm"/>
      <inkml:brushProperty name="color" value="#F6630D"/>
    </inkml:brush>
  </inkml:definitions>
  <inkml:trace contextRef="#ctx0" brushRef="#br0">50 154 24575,'-4'0'0,"0"-1"0,0 0 0,0 0 0,0 0 0,0-1 0,1 1 0,-1-1 0,1 0 0,-1 0 0,1 0 0,-5-4 0,8 6 0,0 0 0,-1-1 0,1 1 0,0 0 0,0 0 0,0-1 0,0 1 0,0 0 0,1-1 0,-1 1 0,0 0 0,0 0 0,0-1 0,0 1 0,0 0 0,0 0 0,0-1 0,0 1 0,1 0 0,-1 0 0,0-1 0,0 1 0,0 0 0,1 0 0,-1 0 0,0-1 0,0 1 0,0 0 0,1 0 0,-1 0 0,0 0 0,0 0 0,1 0 0,-1-1 0,0 1 0,1 0 0,-1 0 0,0 0 0,0 0 0,1 0 0,-1 0 0,0 0 0,0 0 0,1 0 0,-1 0 0,17-2 0,-16 2 0,45-4 0,119-15 0,-148 16 0,0-1 0,-1-1 0,0 0 0,0-1 0,0-1 0,-1 0 0,23-15 0,5-18 0,-43 40 0,0 0 0,1 0 0,-1-1 0,0 1 0,0 0 0,0 0 0,1 0 0,-1 0 0,0 0 0,0 0 0,1 0 0,-1 0 0,0 0 0,0 0 0,1 0 0,-1 0 0,0 0 0,0 0 0,1 0 0,-1 0 0,0 1 0,0-1 0,0 0 0,1 0 0,-1 0 0,0 0 0,0 0 0,0 0 0,1 1 0,-1-1 0,0 0 0,0 0 0,0 0 0,0 1 0,1-1 0,-1 0 0,0 0 0,0 0 0,0 1 0,0-1 0,0 0 0,0 0 0,0 1 0,0-1 0,0 0 0,0 0 0,0 1 0,0-1 0,0 0 0,0 0 0,0 1 0,0-1 0,0 0 0,0 0 0,0 1 0,1 18 0,-1-18 0,-5 428-1365,5-394-5461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2.701"/>
    </inkml:context>
    <inkml:brush xml:id="br0">
      <inkml:brushProperty name="width" value="0.05" units="cm"/>
      <inkml:brushProperty name="height" value="0.05" units="cm"/>
      <inkml:brushProperty name="color" value="#F6630D"/>
    </inkml:brush>
  </inkml:definitions>
  <inkml:trace contextRef="#ctx0" brushRef="#br0">0 33 24575,'3'-5'0,"1"-5"0,-3-1 0,-2 5 0,-1 6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5:23.557"/>
    </inkml:context>
    <inkml:brush xml:id="br0">
      <inkml:brushProperty name="width" value="0.05" units="cm"/>
      <inkml:brushProperty name="height" value="0.05" units="cm"/>
      <inkml:brushProperty name="color" value="#F6630D"/>
    </inkml:brush>
  </inkml:definitions>
  <inkml:trace contextRef="#ctx0" brushRef="#br0">160 228 24575,'-2'-10'0,"1"0"0,-2 0 0,1 1 0,-1-1 0,0 1 0,-1 0 0,0-1 0,-1 2 0,0-1 0,0 0 0,-9-9 0,14 17 0,-1 0 0,1 0 0,-1 0 0,1 1 0,-1-1 0,0 0 0,0 0 0,1 0 0,-1 1 0,0-1 0,0 1 0,0-1 0,0 0 0,0 1 0,1-1 0,-1 1 0,0 0 0,0-1 0,0 1 0,0 0 0,-1 0 0,1-1 0,0 1 0,-1 0 0,1 1 0,-1-1 0,1 1 0,0-1 0,0 1 0,0 0 0,0 0 0,0-1 0,0 1 0,0 0 0,0 0 0,0 0 0,0 0 0,0 0 0,1 0 0,-1 0 0,-1 2 0,-2 7 0,0-1 0,1 0 0,-4 19 0,-13 79 0,-7 144 0,26-238 0,-2 48 0,4-57 0,-1 1 0,0-1 0,1 0 0,0 1 0,0-1 0,0 0 0,1 1 0,-1-1 0,1 0 0,0 0 0,3 4 0,-4-8 0,-1 1 0,1 0 0,0 0 0,0 0 0,-1 0 0,1-1 0,0 1 0,0 0 0,0-1 0,0 1 0,0-1 0,0 1 0,0-1 0,0 1 0,0-1 0,0 0 0,0 1 0,1-1 0,-1 0 0,0 0 0,0 0 0,1 0 0,1 0 0,-1-1 0,1 1 0,-1-1 0,1 0 0,-1 0 0,1 0 0,-1 0 0,0 0 0,4-3 0,3-2 0,-1-1 0,0 0 0,12-15 0,-1-1 0,-1-1 0,-1-1 0,-2-1 0,0 0 0,-2-1 0,-1 0 0,10-34 0,-10 22 0,-1 0 0,-3-1 0,-1 0 0,2-71 0,-8 101 0,-2 0 0,1 0 0,-1 0 0,-1 0 0,-2-10 0,4 18 0,-1 1 0,1-1 0,0 1 0,-1-1 0,0 1 0,1-1 0,-1 1 0,0-1 0,1 1 0,-1 0 0,0-1 0,0 1 0,0 0 0,0 0 0,0 0 0,-1 0 0,1 0 0,0 0 0,0 0 0,-1 0 0,1 0 0,-1 1 0,1-1 0,0 0 0,-1 1 0,1-1 0,-1 1 0,0 0 0,1-1 0,-1 1 0,1 0 0,-1 0 0,1 0 0,-1 0 0,0 0 0,1 1 0,-1-1 0,1 0 0,-1 1 0,-2 0 0,-1 2 0,0-1 0,0 1 0,0 1 0,0-1 0,0 1 0,1 0 0,-1 0 0,1 0 0,0 0 0,1 1 0,-1-1 0,1 1 0,-3 6 0,-5 7 0,1 1 0,-8 25 0,9-21 0,1 1 0,-6 31 0,12-49 0,1 0 0,1 0 0,-1 0 0,1 0 0,0 1 0,0-1 0,0 0 0,1 0 0,0 0 0,1 1 0,-1-1 0,1-1 0,0 1 0,5 10 0,-6-14 0,0 0 0,1 0 0,-1 0 0,1 0 0,-1-1 0,1 1 0,0 0 0,0-1 0,-1 0 0,1 1 0,0-1 0,0 0 0,1 0 0,-1 0 0,0 0 0,0 0 0,0 0 0,1-1 0,-1 1 0,3 0 0,-1-1 0,1 0 0,-1-1 0,0 1 0,0-1 0,0 0 0,1 0 0,-1 0 0,0-1 0,0 1 0,5-4 0,7-4 0,-1-2 0,0 1 0,0-2 0,13-13 0,68-78 0,-62 65 0,54-49 0,-83 83 0,0 0 0,0 0 0,0 0 0,0 1 0,7-3 0,-11 5 0,0 1 0,0 0 0,0-1 0,-1 1 0,1 0 0,0 0 0,0 0 0,0 0 0,0-1 0,0 1 0,0 0 0,-1 1 0,1-1 0,0 0 0,0 0 0,0 0 0,0 0 0,0 1 0,-1-1 0,1 0 0,0 1 0,0-1 0,0 1 0,-1-1 0,1 1 0,0-1 0,-1 1 0,1-1 0,0 1 0,-1 0 0,1-1 0,-1 1 0,1 0 0,-1-1 0,1 1 0,-1 0 0,0 0 0,1 0 0,-1-1 0,0 1 0,0 0 0,1 0 0,-1 0 0,0 1 0,3 19 0,-1 0 0,-1 0 0,-1 1 0,-1-1 0,-1 0 0,-5 22 0,2-5 0,-4 22 0,5-40 0,0-1 0,2 1 0,0-1 0,2 36 0,0-54 0,0 0 0,0-1 0,0 1 0,1 0 0,-1-1 0,0 1 0,0 0 0,0-1 0,0 1 0,1 0 0,-1-1 0,0 1 0,1 0 0,-1-1 0,0 1 0,1-1 0,-1 1 0,1-1 0,-1 1 0,1-1 0,-1 1 0,1-1 0,0 1 0,-1-1 0,1 0 0,0 0 0,-1 0 0,1 0 0,-1 0 0,1 0 0,0 0 0,-1-1 0,1 1 0,-1 0 0,1 0 0,-1-1 0,1 1 0,0 0 0,-1 0 0,1-1 0,-1 1 0,0-1 0,1 1 0,0-1 0,21-28 0,65-129 0,-56 97 0,40-58 0,-70 117 0,26-31 0,-26 32 0,-1 1 0,1-1 0,0 0 0,0 1 0,0-1 0,0 0 0,0 1 0,0-1 0,0 1 0,0 0 0,0-1 0,0 1 0,0 0 0,1-1 0,-1 1 0,0 1 0,-1-1 0,1 0 0,-1 0 0,1 0 0,-1 1 0,1-1 0,-1 0 0,1 1 0,-1-1 0,1 0 0,-1 1 0,1-1 0,-1 1 0,0-1 0,1 1 0,-1-1 0,0 1 0,1-1 0,-1 1 0,0-1 0,0 1 0,1-1 0,-1 1 0,0-1 0,0 1 0,0 0 0,0 0 0,3 16 0,-1 0 0,0 0 0,-2 1 0,-2 27 0,1-9 0,-1 22 0,-1 51 0,4-96 0,0 0 0,1-1 0,0 1 0,1-1 0,0 1 0,6 14 0,-7-24 10,0 1-1,-1-1 1,1 1-1,0-1 1,1 0-1,-1 0 1,1 0-1,-1 0 1,1 0-1,0 0 1,0-1-1,0 1 0,0-1 1,0 0-1,1 0 1,-1 0-1,7 2 1,-5-3 5,1 1 1,0-1-1,0 0 1,0-1-1,0 0 1,-1 0 0,1 0-1,0 0 1,0-1-1,9-2 1,1-2-230,0 0 1,-1-1 0,1 0-1,-1-1 1,-1-1 0,0-1-1,18-13 1,-6 0-6613</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6:01.210"/>
    </inkml:context>
    <inkml:brush xml:id="br0">
      <inkml:brushProperty name="width" value="0.05" units="cm"/>
      <inkml:brushProperty name="height" value="0.05" units="cm"/>
      <inkml:brushProperty name="color" value="#F6630D"/>
    </inkml:brush>
  </inkml:definitions>
  <inkml:trace contextRef="#ctx0" brushRef="#br0">1 1 24575,'2'0'0,"2"2"0,2 5 0,1 3 0,-2 5 0,-1 6 0,-1 5 0,-2 6 0,0 3 0,-1 3 0,0 2 0,0-1 0,2-2 0,1-2 0,1 0 0,-2-8-8191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8:46:01.695"/>
    </inkml:context>
    <inkml:brush xml:id="br0">
      <inkml:brushProperty name="width" value="0.05" units="cm"/>
      <inkml:brushProperty name="height" value="0.05" units="cm"/>
      <inkml:brushProperty name="color" value="#F6630D"/>
    </inkml:brush>
  </inkml:definitions>
  <inkml:trace contextRef="#ctx0" brushRef="#br0">555 65 24575,'-1'-1'0,"-1"0"0,1 0 0,-1 0 0,1 0 0,0 0 0,-1-1 0,1 1 0,0 0 0,0-1 0,0 1 0,0 0 0,0-1 0,0 0 0,0-1 0,-5-5 0,4 5 0,-1 0 0,1 0 0,-1 0 0,0 0 0,0 1 0,0 0 0,-1-1 0,1 1 0,0 0 0,-1 1 0,0-1 0,1 1 0,-1-1 0,0 1 0,0 0 0,-6-1 0,3 2 0,0 0 0,1 0 0,-1 1 0,0 0 0,1 0 0,-1 0 0,1 1 0,-1 0 0,-6 3 0,-7 5 0,0 0 0,1 2 0,0 0 0,-33 28 0,22-14 0,1 2 0,2 0 0,0 2 0,2 1 0,-28 46 0,42-60 0,1 0 0,1 1 0,1 0 0,0 1 0,2 0 0,0 0 0,1 1 0,1 0 0,0-1 0,2 1 0,1 0 0,0 30 0,3-38 0,-1 1 0,2 0 0,0-1 0,0 0 0,1 1 0,0-1 0,1-1 0,1 1 0,0-1 0,0 0 0,1 0 0,10 11 0,-6-10 0,-1-1 0,2 0 0,0-1 0,0-1 0,1 0 0,0 0 0,0-2 0,1 1 0,16 5 0,-4-4 0,0-1 0,1-1 0,0-1 0,1-1 0,-1-2 0,1-1 0,0-1 0,-1-1 0,1-1 0,51-10 0,-55 6 0,-1-2 0,1 0 0,-2-2 0,1 0 0,-1-2 0,-1 0 0,0-1 0,0-1 0,-2-1 0,1-1 0,-2-1 0,0-1 0,25-29 0,-32 33 0,-1-1 0,0-1 0,-1 0 0,0 0 0,-1 0 0,-1-1 0,-1 0 0,0-1 0,-1 0 0,-1 1 0,0-2 0,-1 1 0,-1 0 0,-1 0 0,0-1 0,-1 1 0,-1-1 0,-1 1 0,-6-29 0,4 34 0,0-1 0,-1 1 0,0-1 0,0 1 0,-2 1 0,1-1 0,-1 1 0,-1 0 0,0 1 0,-1 0 0,0 0 0,0 1 0,-1 0 0,-16-11 0,9 9 0,0 0 0,-1 2 0,0 0 0,-1 1 0,0 1 0,0 0 0,-1 2 0,-36-6 0,-47 3-1365,8 9-5461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36.585"/>
    </inkml:context>
    <inkml:brush xml:id="br0">
      <inkml:brushProperty name="width" value="0.05" units="cm"/>
      <inkml:brushProperty name="height" value="0.05" units="cm"/>
      <inkml:brushProperty name="color" value="#F6630D"/>
    </inkml:brush>
  </inkml:definitions>
  <inkml:trace contextRef="#ctx0" brushRef="#br0">790 113 24575,'3'-5'0,"-1"1"0,1-1 0,-1 1 0,-1-1 0,1 0 0,-1 0 0,0 0 0,0 0 0,0 0 0,0 0 0,-1 0 0,0 0 0,0-1 0,-1 1 0,1 0 0,-3-8 0,2 11 0,0 1 0,1 0 0,-1 0 0,0-1 0,0 1 0,0 0 0,0 0 0,0 0 0,0 0 0,0 0 0,-1 0 0,1 0 0,0 0 0,-1 1 0,1-1 0,0 0 0,-1 1 0,1-1 0,-1 1 0,1 0 0,-1-1 0,1 1 0,-1 0 0,1 0 0,-1 0 0,1 0 0,-1 0 0,1 0 0,-2 1 0,-8 0 0,1 1 0,-1 0 0,-11 4 0,11-3 0,-297 97 0,246-75 0,1 3 0,-102 65 0,151-85 0,0 0 0,0 1 0,1 1 0,0 0 0,1 0 0,-9 13 0,17-21 0,0 1 0,0-1 0,0 1 0,0 0 0,1-1 0,0 1 0,-1 0 0,1 0 0,0 0 0,0 0 0,1 0 0,-1 1 0,1-1 0,-1 0 0,1 0 0,0 0 0,0 0 0,1 1 0,-1-1 0,1 0 0,-1 0 0,1 0 0,0 0 0,0 0 0,0 0 0,1 0 0,-1 0 0,1-1 0,-1 1 0,1 0 0,0-1 0,0 1 0,0-1 0,3 3 0,5 3 0,0 0 0,0 0 0,1-1 0,0 0 0,1-1 0,0 0 0,20 7 0,94 22 0,-111-32 0,176 33 0,16 5 0,-201-40 0,-1 0 0,0 0 0,1 1 0,-1-1 0,0 1 0,0 1 0,0-1 0,0 1 0,0 0 0,-1 0 0,9 7 0,-13-9 0,1-1 0,-1 1 0,0-1 0,1 1 0,-1 0 0,1-1 0,-1 1 0,0 0 0,0-1 0,1 1 0,-1 0 0,0 0 0,0-1 0,0 1 0,0 0 0,0 0 0,0-1 0,0 1 0,0 0 0,0 0 0,0-1 0,-1 1 0,1 0 0,0-1 0,0 1 0,-1 0 0,1 0 0,0-1 0,-1 2 0,-18 15 0,1-7 0,-1 0 0,1-2 0,-1 0 0,-27 8 0,-87 17 0,102-26 0,-289 46-1365,227-43-5461</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36.987"/>
    </inkml:context>
    <inkml:brush xml:id="br0">
      <inkml:brushProperty name="width" value="0.05" units="cm"/>
      <inkml:brushProperty name="height" value="0.05" units="cm"/>
      <inkml:brushProperty name="color" value="#F6630D"/>
    </inkml:brush>
  </inkml:definitions>
  <inkml:trace contextRef="#ctx0" brushRef="#br0">0 356 24575,'1'0'0,"0"-1"0,0 0 0,0 1 0,0-1 0,1 1 0,-1-1 0,0 1 0,0-1 0,0 1 0,0 0 0,1 0 0,-1-1 0,0 1 0,0 0 0,1 0 0,-1 0 0,0 0 0,0 1 0,1-1 0,-1 0 0,0 0 0,0 1 0,0-1 0,0 1 0,1-1 0,-1 1 0,0 0 0,0-1 0,0 1 0,0 0 0,0 0 0,0-1 0,-1 1 0,1 0 0,0 0 0,0 0 0,0 0 0,-1 0 0,1 0 0,-1 0 0,1 1 0,-1-1 0,1 0 0,-1 0 0,0 0 0,1 2 0,1 8 0,0 0 0,0 1 0,-1-1 0,-1 16 0,0-5 0,11 75 0,4-2 0,45 156 0,-52-234 0,-8-17 0,0 0 0,0 0 0,0 1 0,0-1 0,0 0 0,0 0 0,1 0 0,-1 0 0,0 0 0,0 0 0,0 0 0,0 0 0,0 0 0,1 0 0,-1 0 0,0 0 0,0 0 0,0 0 0,0 0 0,1 0 0,-1 0 0,0 0 0,0 0 0,0 0 0,0 0 0,0 0 0,1 0 0,-1 0 0,0 0 0,0 0 0,0 0 0,0 0 0,0-1 0,1 1 0,-1 0 0,0 0 0,0 0 0,0 0 0,0 0 0,0 0 0,0-1 0,0 1 0,0 0 0,0 0 0,1 0 0,-1 0 0,0 0 0,0-1 0,1-3 0,0 0 0,1 0 0,-1 0 0,-1-1 0,1 1 0,-1-5 0,9-194 0,5-70 0,-7 206 0,2 0 0,20-67 0,-24 114 0,2 1 0,8-21 0,-12 35 0,0-1 0,0 1 0,0 0 0,0 0 0,1 0 0,0 0 0,0 0 0,0 1 0,1 0 0,0 0 0,5-4 0,-8 7 0,0 0 0,1 0 0,-1 0 0,1 0 0,-1 0 0,1 0 0,-1 1 0,1-1 0,-1 1 0,1 0 0,-1 0 0,1 0 0,0 0 0,-1 0 0,1 0 0,-1 1 0,1-1 0,-1 1 0,1 0 0,-1 0 0,1 0 0,-1 0 0,0 0 0,1 0 0,-1 1 0,0-1 0,0 1 0,0 0 0,3 2 0,2 4 0,0-1 0,0 1 0,0 1 0,-1-1 0,0 1 0,5 11 0,4 11 0,-2 1 0,-1 1 0,14 57 0,9 107 0,-17 96-1365,-18-245-5461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37.159"/>
    </inkml:context>
    <inkml:brush xml:id="br0">
      <inkml:brushProperty name="width" value="0.05" units="cm"/>
      <inkml:brushProperty name="height" value="0.05" units="cm"/>
      <inkml:brushProperty name="color" value="#F6630D"/>
    </inkml:brush>
  </inkml:definitions>
  <inkml:trace contextRef="#ctx0" brushRef="#br0">8 126 24575,'-3'-3'0,"-1"-3"0,4-1 0,3 0 0,8 0 0,7 0 0,8 2 0,11-2 0,11-1 0,10-3 0,6-2 0,3-2 0,2-1 0,-12 3-8191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37.565"/>
    </inkml:context>
    <inkml:brush xml:id="br0">
      <inkml:brushProperty name="width" value="0.05" units="cm"/>
      <inkml:brushProperty name="height" value="0.05" units="cm"/>
      <inkml:brushProperty name="color" value="#F6630D"/>
    </inkml:brush>
  </inkml:definitions>
  <inkml:trace contextRef="#ctx0" brushRef="#br0">17 326 24575,'-1'-1'0,"1"0"0,0 1 0,-1-1 0,1 1 0,-1-1 0,1 1 0,-1-1 0,1 1 0,-1-1 0,1 1 0,-1 0 0,1-1 0,-1 1 0,1 0 0,-1-1 0,0 1 0,1 0 0,-1 0 0,1-1 0,-1 1 0,0 0 0,0 0 0,-2 20 0,3 46 0,15 107 0,-5-81 0,-7-55 0,-1-3 0,2-1 0,1 0 0,16 58 0,-13-76 0,-7-15 0,-1 0 0,0 0 0,0 0 0,0 0 0,0 0 0,1 0 0,-1 0 0,0 0 0,0 0 0,0 0 0,1 0 0,-1 0 0,0 0 0,0 0 0,0 0 0,0 0 0,1 0 0,-1 0 0,0 0 0,0 0 0,0 0 0,0 0 0,1 0 0,-1-1 0,0 1 0,0 0 0,0 0 0,0 0 0,0 0 0,0 0 0,1-1 0,-1 1 0,0 0 0,0 0 0,0 0 0,0 0 0,0 0 0,0-1 0,0 1 0,0 0 0,0 0 0,0-1 0,6-31 0,-19-375 0,-2 164 0,15 237 0,-1-16 0,1 1 0,0-1 0,2 0 0,6-28 0,-7 45 0,1-1 0,0 1 0,0 0 0,0 0 0,0 0 0,1 1 0,0-1 0,0 0 0,7-6 0,-8 8 0,1 1 0,0-1 0,0 1 0,0 0 0,1 0 0,-1 0 0,0 0 0,1 1 0,-1-1 0,1 1 0,0 0 0,-1 0 0,1 0 0,0 1 0,6-1 0,4 1 0,-1 1 0,1 0 0,0 1 0,0 0 0,-1 2 0,1-1 0,-1 1 0,23 11 0,-22-8 0,1 1 0,-1 0 0,-1 0 0,0 2 0,0 0 0,0 0 0,13 16 0,-21-21 0,-1 0 0,0 1 0,0-1 0,-1 1 0,0 0 0,0 0 0,0 0 0,-1 1 0,1-1 0,-1 0 0,-1 1 0,0 0 0,0-1 0,0 1 0,0 0 0,-1 0 0,0-1 0,-1 1 0,0 0 0,0 0 0,0-1 0,0 1 0,-1-1 0,-1 1 0,1-1 0,-1 0 0,0 0 0,0 0 0,0 0 0,-1 0 0,-9 9 0,-3 2-151,0-1-1,-2 0 0,0-2 0,0 0 1,-2-1-1,0 0 0,0-2 1,-26 11-1,-2-1-6674</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38.760"/>
    </inkml:context>
    <inkml:brush xml:id="br0">
      <inkml:brushProperty name="width" value="0.05" units="cm"/>
      <inkml:brushProperty name="height" value="0.05" units="cm"/>
      <inkml:brushProperty name="color" value="#F6630D"/>
    </inkml:brush>
  </inkml:definitions>
  <inkml:trace contextRef="#ctx0" brushRef="#br0">435 276 24575,'1'-1'0,"-1"1"0,1-1 0,-1 1 0,1-1 0,-1 0 0,1 1 0,-1-1 0,1 0 0,-1 0 0,1 1 0,-1-1 0,0 0 0,1 0 0,-1 0 0,0 1 0,0-1 0,0 0 0,0 0 0,0 0 0,0 0 0,0 0 0,0 1 0,0-1 0,0 0 0,0 0 0,0 0 0,-1-1 0,0 0 0,0 0 0,-1 1 0,1-1 0,0 0 0,-1 0 0,1 1 0,-1-1 0,0 1 0,1 0 0,-4-3 0,-3 0 0,0 0 0,0 0 0,0 0 0,-12-3 0,7 5 0,1-1 0,-1 2 0,1-1 0,-1 2 0,1 0 0,-1 0 0,0 1 0,1 1 0,-1 0 0,1 1 0,0 0 0,0 1 0,0 0 0,0 1 0,0 0 0,1 1 0,0 0 0,0 1 0,1 0 0,0 1 0,0 0 0,1 0 0,0 1 0,0 0 0,1 1 0,0 0 0,1 0 0,0 1 0,1 0 0,0 0 0,-8 21 0,8-10 0,0-1 0,1 1 0,2 0 0,0 1 0,1-1 0,2 0 0,0 1 0,1-1 0,1 0 0,1 1 0,1-1 0,1-1 0,1 1 0,13 29 0,-12-34 0,0-1 0,2-1 0,0 0 0,0 0 0,2-1 0,0 0 0,0 0 0,18 15 0,-19-21 0,1 1 0,0-2 0,0 1 0,0-2 0,1 1 0,0-2 0,0 0 0,1 0 0,0-1 0,-1 0 0,25 3 0,-21-6 0,-1-1 0,1 0 0,0-1 0,-1 0 0,1-1 0,-1-1 0,1-1 0,-1 0 0,0-1 0,-1 0 0,1-2 0,-1 1 0,0-2 0,-1 0 0,1 0 0,-2-1 0,22-20 0,-16 12 0,0-1 0,-1-1 0,-1-1 0,-1 0 0,-1-1 0,-1 0 0,-1-1 0,0-1 0,-2 0 0,11-34 0,-18 47 0,-1 1 0,0-1 0,0 0 0,-1 0 0,0 0 0,-1 0 0,-1-15 0,1 22 0,-1 1 0,1-1 0,-1 1 0,1-1 0,-1 1 0,0-1 0,0 1 0,0 0 0,0-1 0,0 1 0,-1 0 0,1 0 0,-1 0 0,1 0 0,-1 0 0,0 0 0,0 0 0,0 1 0,0-1 0,0 1 0,0-1 0,0 1 0,0 0 0,-1-1 0,1 1 0,-1 1 0,1-1 0,0 0 0,-1 0 0,1 1 0,-1 0 0,0-1 0,1 1 0,-3 0 0,-3 1 0,-1-1 0,1 1 0,0 1 0,0-1 0,0 1 0,1 1 0,-1-1 0,0 1 0,1 1 0,0 0 0,0 0 0,0 0 0,0 1 0,1-1 0,-1 2 0,1-1 0,0 1 0,1 0 0,0 0 0,0 0 0,0 1 0,-5 9 0,6-9 0,1-1 0,0 1 0,0 0 0,0-1 0,1 1 0,0 0 0,0 1 0,1-1 0,0 0 0,0 0 0,1 1 0,0-1 0,0 0 0,1 1 0,-1-1 0,2 0 0,-1 0 0,1 0 0,0 0 0,1 0 0,-1 0 0,1 0 0,1-1 0,7 12 0,-3-8 0,1-1 0,0 0 0,0 0 0,1-1 0,0-1 0,1 0 0,-1 0 0,2-1 0,-1 0 0,0-1 0,1 0 0,0-1 0,0 0 0,1-1 0,-1-1 0,0 1 0,1-2 0,0 0 0,-1-1 0,20-1 0,-19 0 0,-1-1 0,1 0 0,0 0 0,-1-2 0,0 1 0,0-2 0,0 0 0,-1 0 0,13-8 0,-16 8 0,0-1 0,0 1 0,-1-2 0,0 1 0,0-1 0,-1 0 0,1 0 0,-2-1 0,1 0 0,-1 0 0,0 0 0,6-16 0,-8 17 0,0-1 0,-1 1 0,0-1 0,0 1 0,-1-1 0,0 0 0,0 0 0,-1 1 0,0-1 0,0 0 0,-1 0 0,0 0 0,0 1 0,-1-1 0,0 0 0,0 1 0,-1-1 0,0 1 0,0 0 0,-1 0 0,0 0 0,0 1 0,0-1 0,-1 1 0,0 0 0,0 0 0,-1 1 0,0-1 0,0 1 0,0 0 0,0 1 0,-1 0 0,0 0 0,-7-3 0,3 2 0,0 1 0,0 0 0,-1 1 0,0 0 0,1 1 0,-1 0 0,0 1 0,0 0 0,0 1 0,1 1 0,-1 0 0,0 0 0,-19 5 0,30-5 0,0-1 0,0 0 0,-1 1 0,1-1 0,0 1 0,0-1 0,0 1 0,0-1 0,1 1 0,-1 0 0,0-1 0,0 1 0,0 0 0,0 0 0,0 1 0,0-1 0,1-1 0,0 0 0,0 1 0,0-1 0,0 1 0,0-1 0,0 1 0,0-1 0,0 0 0,0 1 0,1-1 0,-1 0 0,0 1 0,0-1 0,0 1 0,0-1 0,1 0 0,-1 1 0,0-1 0,0 0 0,0 1 0,1-1 0,-1 0 0,0 1 0,1-1 0,-1 0 0,0 0 0,1 1 0,2 1 0,1 0 0,-1 0 0,1-1 0,-1 1 0,1-1 0,0 0 0,6 2 0,18 1 0,1 0 0,-1-2 0,40-2 0,88-14 0,-116 9 0,3 1 0,4 0 0,-1-2 0,1-2 0,62-19 0,-103 25 0,-1 0 0,1-1 0,-1 1 0,0-1 0,0 0 0,0 0 0,-1-1 0,6-4 0,-9 7 0,0 0 0,0 0 0,-1 0 0,1 0 0,0 0 0,-1 0 0,1 0 0,-1 0 0,1 0 0,-1-1 0,1 1 0,-1 0 0,0 0 0,0 0 0,1-1 0,-1 1 0,0-2 0,-1 1 0,1 0 0,-1 1 0,1-1 0,-1 1 0,0-1 0,0 1 0,0-1 0,0 1 0,0 0 0,0-1 0,0 1 0,0 0 0,0 0 0,0 0 0,-1 0 0,-2-2 0,-4-2 0,0 1 0,0 0 0,0 0 0,-1 1 0,1 0 0,-1 0 0,0 1 0,0 0 0,0 1 0,0 0 0,0 0 0,0 1 0,-11 1 0,8-1 0,-1 2 0,0 0 0,1 0 0,-1 1 0,1 1 0,0 0 0,0 0 0,-21 13 0,27-14 0,0 1 0,0 0 0,1 1 0,0-1 0,0 1 0,0 0 0,0 1 0,1-1 0,-1 1 0,1 0 0,1 0 0,-1 0 0,1 0 0,0 0 0,1 1 0,0 0 0,0-1 0,0 1 0,-1 13 0,2-10 0,1-1 0,0 1 0,1-1 0,0 1 0,1-1 0,0 1 0,0-1 0,1 0 0,1 0 0,-1 0 0,1 0 0,0-1 0,1 0 0,7 10 0,0-2 0,1-1 0,1-1 0,0-1 0,0 0 0,1-1 0,1 0 0,0-1 0,1-1 0,0 0 0,1-2 0,-1 0 0,2 0 0,30 7 0,-28-10 0,0 0 0,0-2 0,1 0 0,-1-2 0,1 0 0,-1-1 0,1-1 0,-1-1 0,1-1 0,-1-1 0,0-1 0,24-9 0,-31 9 0,0-2 0,-1 0 0,0 0 0,0-1 0,-1-1 0,0 0 0,0 0 0,-1-1 0,0-1 0,-1 0 0,0-1 0,-1 1 0,0-2 0,-1 1 0,0-1 0,-1-1 0,-1 1 0,0-1 0,-1 0 0,0-1 0,-1 1 0,-1-1 0,0 0 0,-1 0 0,-1 0 0,0 0 0,-1 0 0,0 0 0,-1 0 0,-1 0 0,-1 0 0,-4-16 0,3 17 0,-1 1 0,0-1 0,0 1 0,-9-15 0,12 25 0,0-1 0,0 1 0,0 0 0,0 0 0,-1 0 0,1 0 0,-1 0 0,0 1 0,0-1 0,0 1 0,0 0 0,0-1 0,0 1 0,-1 1 0,1-1 0,-1 0 0,1 1 0,-1 0 0,0 0 0,-6-1 0,9 2 0,-1 0 0,1 0 0,-1 1 0,1-1 0,-1 0 0,1 1 0,-1 0 0,1-1 0,-1 1 0,1 0 0,-1-1 0,1 1 0,0 0 0,0 0 0,-1 0 0,1 0 0,0 0 0,0 1 0,0-1 0,0 0 0,0 0 0,0 1 0,1-1 0,-1 1 0,0-1 0,1 0 0,-1 1 0,0 2 0,0-2 0,1 0 0,-1 0 0,1 0 0,-1 0 0,1-1 0,0 1 0,0 0 0,0 0 0,0 0 0,0 0 0,0 0 0,1 0 0,-1 0 0,1 0 0,-1 0 0,1-1 0,0 1 0,-1 0 0,1 0 0,0-1 0,0 1 0,0 0 0,2 1 0,-2-2 0,0-1 0,0 1 0,0-1 0,0 1 0,0-1 0,1 1 0,-1-1 0,0 0 0,0 1 0,0-1 0,1 0 0,-1 0 0,0 0 0,0 0 0,1 0 0,-1 0 0,0 0 0,0 0 0,0-1 0,1 1 0,-1 0 0,0-1 0,0 1 0,0-1 0,0 1 0,0-1 0,0 0 0,0 1 0,0-1 0,0 0 0,1-1 0,2-1 0,0-1 0,0 0 0,0 1 0,-1-1 0,6-8 0,-2-2 0,0 1 0,-2-1 0,1 0 0,-2 0 0,0-1 0,0 1 0,-2-1 0,1 0 0,-2 0 0,0 0 0,-1 0 0,-1 0 0,-2-21 0,1 30 0,1 0 0,-1-1 0,0 1 0,-4-8 0,5 13 0,0 0 0,1 0 0,-1 0 0,0-1 0,0 1 0,0 0 0,0 0 0,0 0 0,0 0 0,0 0 0,-2-1 0,3 2 0,-1 0 0,1 0 0,-1-1 0,0 1 0,1 0 0,-1 0 0,1 0 0,-1 0 0,1 0 0,-1 0 0,0 0 0,1 0 0,-1 0 0,1 1 0,-1-1 0,1 0 0,-1 0 0,1 0 0,-1 1 0,1-1 0,-1 0 0,1 1 0,-1-1 0,1 0 0,-1 1 0,1-1 0,-1 0 0,1 1 0,-1 0 0,-1 2 0,-1 1 0,1 0 0,0-1 0,1 1 0,-1 0 0,0 0 0,1 0 0,0 0 0,0 1 0,0-1 0,1 0 0,-1 0 0,1 8 0,0 10 0,5 29 0,-4-42 0,8 59 114,2-1 0,34 105 0,-31-129-456,2-1 1,3 0 0,1-1-1,46 70 1,-27-59-6485</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39.118"/>
    </inkml:context>
    <inkml:brush xml:id="br0">
      <inkml:brushProperty name="width" value="0.05" units="cm"/>
      <inkml:brushProperty name="height" value="0.05" units="cm"/>
      <inkml:brushProperty name="color" value="#F6630D"/>
    </inkml:brush>
  </inkml:definitions>
  <inkml:trace contextRef="#ctx0" brushRef="#br0">43 204 24575,'-2'0'0,"0"0"0,0 0 0,-1 0 0,1 0 0,0 1 0,0-1 0,0 1 0,0 0 0,0-1 0,0 1 0,0 0 0,0 0 0,0 0 0,0 0 0,0 1 0,0-1 0,-1 2 0,2-2 0,1 0 0,-1 0 0,0 0 0,1 1 0,0-1 0,-1 0 0,1 0 0,0 0 0,0 0 0,-1 0 0,1 0 0,0 0 0,0 1 0,0-1 0,0 0 0,1 0 0,-1 0 0,0 0 0,0 0 0,1 0 0,-1 1 0,0-1 0,1 0 0,-1 0 0,1 0 0,0 0 0,-1 0 0,1-1 0,0 1 0,0 0 0,-1 0 0,1 0 0,0 0 0,0-1 0,1 2 0,3 2 0,1 0 0,0 0 0,0 0 0,0 0 0,0-1 0,0 0 0,1 0 0,-1-1 0,1 0 0,0 0 0,0 0 0,0-1 0,0 0 0,0-1 0,0 1 0,8-2 0,3 0 0,-1-1 0,1 0 0,-1-1 0,0-2 0,21-7 0,-25 8 0,0-1 0,0-1 0,-1 0 0,0-1 0,0-1 0,0 0 0,-1 0 0,15-15 0,-22 20 0,-1-1 0,-1 1 0,1-1 0,0 0 0,-1 1 0,1-1 0,-1 0 0,0 0 0,-1 0 0,1-1 0,-1 1 0,1 0 0,-1-1 0,-1 1 0,1-1 0,-1 1 0,1-1 0,-1 1 0,-1-1 0,1 1 0,-1-1 0,1 1 0,-1-1 0,0 1 0,-1 0 0,1-1 0,-1 1 0,0 0 0,-4-7 0,3 6 0,0 1 0,0 0 0,0-1 0,0 1 0,-1 1 0,1-1 0,-1 0 0,0 1 0,0 0 0,0 0 0,-1 0 0,1 0 0,-1 1 0,1 0 0,-10-4 0,7 5 0,1 0 0,-1 0 0,1 0 0,-1 1 0,1-1 0,-1 2 0,1-1 0,-1 1 0,1 0 0,-1 0 0,-8 4 0,5-2 0,0 1 0,1 0 0,-1 1 0,1 0 0,0 0 0,1 1 0,-1 0 0,1 1 0,0 0 0,1 0 0,-1 1 0,2 0 0,-1 0 0,1 0 0,-9 16 0,11-14 16,0 0-1,1 0 1,-1 1-1,2-1 1,0 1-1,0 0 1,1-1-1,0 1 1,1 0-1,0 0 1,1 0-1,0-1 1,0 1-1,2 0 1,-1-1-1,1 1 1,0-1 0,1 0-1,1 0 1,-1 0-1,10 12 1,-6-9-130,1-1 0,0 0 0,1 0 0,1-1 1,0 0-1,0-1 0,1-1 0,0 0 1,1 0-1,-1-1 0,2-1 0,-1 0 1,1 0-1,24 6 0,14 0-6712</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8.277"/>
    </inkml:context>
    <inkml:brush xml:id="br0">
      <inkml:brushProperty name="width" value="0.05" units="cm"/>
      <inkml:brushProperty name="height" value="0.05" units="cm"/>
      <inkml:brushProperty name="color" value="#F6630D"/>
    </inkml:brush>
  </inkml:definitions>
  <inkml:trace contextRef="#ctx0" brushRef="#br0">1285 142 24575,'1'-4'0,"0"1"0,0-1 0,0 1 0,0 0 0,0 0 0,1 0 0,3-6 0,5-12 0,-9 17 0,0 0 0,0-1 0,0 1 0,0 0 0,0 0 0,-1-1 0,0 1 0,0-1 0,0 1 0,-1-5 0,0 7 0,0 1 0,0-1 0,1 0 0,-1 0 0,0 1 0,0-1 0,-1 1 0,1-1 0,0 1 0,0-1 0,-1 1 0,1 0 0,-1-1 0,1 1 0,-1 0 0,0 0 0,1 0 0,-1 0 0,0 1 0,0-1 0,0 0 0,0 1 0,1-1 0,-1 1 0,-2 0 0,-14-3 0,-1 1 0,1 1 0,0 0 0,0 2 0,-22 2 0,-95 21 0,101-17 0,-181 37 0,-304 105 0,512-147 0,-109 46 0,105-42 0,-1 0 0,1 1 0,0 1 0,0 0 0,1 0 0,0 1 0,-10 12 0,18-19 0,0 0 0,0 1 0,0-1 0,0 0 0,1 1 0,-1-1 0,1 1 0,0 0 0,0-1 0,0 1 0,0 0 0,0 0 0,1 0 0,-1-1 0,1 1 0,0 0 0,-1 0 0,1 0 0,1 0 0,-1 0 0,0 0 0,1 0 0,-1-1 0,1 1 0,0 0 0,0 0 0,0-1 0,1 1 0,-1 0 0,0-1 0,1 1 0,0-1 0,-1 0 0,1 1 0,0-1 0,0 0 0,5 3 0,5 4 0,0 0 0,0-1 0,1 0 0,0-1 0,0 0 0,21 6 0,26 7-199,1-2-1,119 17 1,134-7-400,-93-20 96,-1-11 1,0-9-1,346-63 0,-562 74 496,181-42-434,-161 36 402,-1-2 0,0 0-1,0-2 1,-1 0 0,29-20 0,-46 28 72,0-1 1,0 0-1,0 0 1,0 0-1,-1-1 1,0 1-1,0-1 1,0 0-1,-1 0 1,1-1-1,-1 1 1,3-10-1,-5 11 9,0 0-1,0 1 1,-1-1-1,1 0 0,-1 0 1,0 1-1,0-1 0,-1 0 1,1 0-1,-1 1 1,0-1-1,0 0 0,0 1 1,0-1-1,-1 1 0,1 0 1,-1-1-1,0 1 0,0 0 1,0 0-1,-5-5 1,-3-3 72,0 0 0,-1 1 0,0 1 0,-1 0 1,0 0-1,0 1 0,-1 1 0,-16-7 0,-15-5 163,-57-16 0,12 11-212,-1 3 1,-1 5-1,-100-6 1,-276 18-1593,344 12-4435</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8.587"/>
    </inkml:context>
    <inkml:brush xml:id="br0">
      <inkml:brushProperty name="width" value="0.05" units="cm"/>
      <inkml:brushProperty name="height" value="0.05" units="cm"/>
      <inkml:brushProperty name="color" value="#F6630D"/>
    </inkml:brush>
  </inkml:definitions>
  <inkml:trace contextRef="#ctx0" brushRef="#br0">42 2 24575,'-11'-1'0,"8"1"0,1 0 0,0 0 0,-1 0 0,1 0 0,-1 0 0,1 0 0,0 1 0,-3 0 0,4-1 0,1 1 0,-1-1 0,1 1 0,-1-1 0,1 1 0,-1-1 0,1 1 0,0-1 0,-1 1 0,1-1 0,0 1 0,0-1 0,-1 1 0,1 0 0,0-1 0,0 1 0,0-1 0,0 1 0,0 0 0,0-1 0,0 1 0,0 0 0,0-1 0,0 1 0,0 0 0,0-1 0,0 1 0,0-1 0,1 1 0,-1 0 0,0-1 0,1 1 0,-1-1 0,0 1 0,1-1 0,-1 1 0,12 31 0,-1 1 0,-2 0 0,9 65 0,-1 107 0,-13-137 0,7 134 208,29 300-1781,-34-459-5253</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8.789"/>
    </inkml:context>
    <inkml:brush xml:id="br0">
      <inkml:brushProperty name="width" value="0.05" units="cm"/>
      <inkml:brushProperty name="height" value="0.05" units="cm"/>
      <inkml:brushProperty name="color" value="#F6630D"/>
    </inkml:brush>
  </inkml:definitions>
  <inkml:trace contextRef="#ctx0" brushRef="#br0">1 0 24575,'0'2'0,"1"-1"0,-1 0 0,1 1 0,0-1 0,-1 0 0,1 0 0,0 0 0,0 1 0,0-1 0,0 0 0,0 0 0,0 0 0,0 0 0,0-1 0,1 1 0,-1 0 0,0 0 0,3 1 0,26 11 0,1-2 0,0-2 0,57 10 0,69 0 0,-91-12 0,433 40-1540,755-24-1,-1137-28 828,200-37 0,-227 21-2971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9.054"/>
    </inkml:context>
    <inkml:brush xml:id="br0">
      <inkml:brushProperty name="width" value="0.05" units="cm"/>
      <inkml:brushProperty name="height" value="0.05" units="cm"/>
      <inkml:brushProperty name="color" value="#F6630D"/>
    </inkml:brush>
  </inkml:definitions>
  <inkml:trace contextRef="#ctx0" brushRef="#br0">0 48 24575,'3'-5'0,"-2"1"0,1 1 0,0-1 0,-1 1 0,1-1 0,1 1 0,-1-1 0,0 1 0,1 0 0,0 0 0,0 1 0,4-4 0,-7 6 0,0-1 0,0 1 0,1 0 0,-1 0 0,0 0 0,0 0 0,0 0 0,1 0 0,-1 0 0,0 0 0,0 0 0,0 0 0,1 1 0,-1-1 0,0 0 0,0 0 0,0 0 0,0 0 0,1 0 0,-1 0 0,0 0 0,0 0 0,0 0 0,0 1 0,1-1 0,-1 0 0,0 0 0,0 0 0,0 0 0,0 1 0,0-1 0,0 0 0,1 0 0,-1 0 0,0 0 0,0 1 0,0-1 0,2 13 0,-3 16 0,1-28 0,-12 157 0,-13 214 0,32 225-2087,0-464-4017</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51.820"/>
    </inkml:context>
    <inkml:brush xml:id="br0">
      <inkml:brushProperty name="width" value="0.05" units="cm"/>
      <inkml:brushProperty name="height" value="0.05" units="cm"/>
      <inkml:brushProperty name="color" value="#F6630D"/>
    </inkml:brush>
  </inkml:definitions>
  <inkml:trace contextRef="#ctx0" brushRef="#br0">35 1 24575,'-3'0'0,"-3"0"0,-4 0 0,0 8 0,5 8 0,5 13 0,6 14 0,2 23 0,2 21 0,2 21 0,2 16 0,-1 12 0,-1 8-704,-2-2 704,-3-25-7487</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51.977"/>
    </inkml:context>
    <inkml:brush xml:id="br0">
      <inkml:brushProperty name="width" value="0.05" units="cm"/>
      <inkml:brushProperty name="height" value="0.05" units="cm"/>
      <inkml:brushProperty name="color" value="#F6630D"/>
    </inkml:brush>
  </inkml:definitions>
  <inkml:trace contextRef="#ctx0" brushRef="#br0">141 0 24575,'-3'17'0,"-4"21"0,-5 21 0,-4 14 0,-2 11 0,-1 5 0,0-2 0,1-2 0,4-4 0,3-3 0,7-3 0,7-4 0,5-3 0,8-2 0,5-1 0,3 2 0,-3-11-8191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52.179"/>
    </inkml:context>
    <inkml:brush xml:id="br0">
      <inkml:brushProperty name="width" value="0.05" units="cm"/>
      <inkml:brushProperty name="height" value="0.05" units="cm"/>
      <inkml:brushProperty name="color" value="#F6630D"/>
    </inkml:brush>
  </inkml:definitions>
  <inkml:trace contextRef="#ctx0" brushRef="#br0">135 0 24575,'-3'19'0,"-6"23"0,-5 21 0,-2 15 0,-4 12 0,-1 4 0,-1-4 0,5-2 0,4-17-8191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52.366"/>
    </inkml:context>
    <inkml:brush xml:id="br0">
      <inkml:brushProperty name="width" value="0.05" units="cm"/>
      <inkml:brushProperty name="height" value="0.05" units="cm"/>
      <inkml:brushProperty name="color" value="#F6630D"/>
    </inkml:brush>
  </inkml:definitions>
  <inkml:trace contextRef="#ctx0" brushRef="#br0">1 0 24575,'0'14'0,"2"20"0,5 17 0,3 12 0,2 9 0,3 4 0,3 2 0,5-1 0,1 0 0,2-2 0,-1 0 0,-2-3 0,-4-12-8191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52.740"/>
    </inkml:context>
    <inkml:brush xml:id="br0">
      <inkml:brushProperty name="width" value="0.05" units="cm"/>
      <inkml:brushProperty name="height" value="0.05" units="cm"/>
      <inkml:brushProperty name="color" value="#F6630D"/>
    </inkml:brush>
  </inkml:definitions>
  <inkml:trace contextRef="#ctx0" brushRef="#br0">93 0 24575,'-21'91'0,"4"0"0,4 1 0,-2 147 0,15-158 109,1 14-846,-19 155 0,8-191-6089</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53.409"/>
    </inkml:context>
    <inkml:brush xml:id="br0">
      <inkml:brushProperty name="width" value="0.05" units="cm"/>
      <inkml:brushProperty name="height" value="0.05" units="cm"/>
      <inkml:brushProperty name="color" value="#F6630D"/>
    </inkml:brush>
  </inkml:definitions>
  <inkml:trace contextRef="#ctx0" brushRef="#br0">29 14 24575,'0'-3'0,"0"-3"0,0 2 0,0 6 0,0 13 0,0 10 0,0 16 0,-3 14 0,0 17 0,-4 15 0,1 12 0,0 9 0,2-15-8191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53.581"/>
    </inkml:context>
    <inkml:brush xml:id="br0">
      <inkml:brushProperty name="width" value="0.05" units="cm"/>
      <inkml:brushProperty name="height" value="0.05" units="cm"/>
      <inkml:brushProperty name="color" value="#F6630D"/>
    </inkml:brush>
  </inkml:definitions>
  <inkml:trace contextRef="#ctx0" brushRef="#br0">1 1 24575,'0'5'0,"0"5"0,0 4 0,0 1 0,2 2 0,5-3 0,0-1 0,2 1 0,2 0 0,2 1 0,-1 2 0,-3 0-8191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55.449"/>
    </inkml:context>
    <inkml:brush xml:id="br0">
      <inkml:brushProperty name="width" value="0.05" units="cm"/>
      <inkml:brushProperty name="height" value="0.05" units="cm"/>
      <inkml:brushProperty name="color" value="#F6630D"/>
    </inkml:brush>
  </inkml:definitions>
  <inkml:trace contextRef="#ctx0" brushRef="#br0">394 47 24575,'0'-2'0,"0"1"0,-1-1 0,1 1 0,-1 0 0,1-1 0,-1 1 0,0 0 0,1-1 0,-1 1 0,0 0 0,0 0 0,0-1 0,0 1 0,0 0 0,0 0 0,0 0 0,-1 0 0,1 0 0,0 1 0,0-1 0,-2 0 0,-30-13 0,26 12 0,0 1 0,0-1 0,0 1 0,0 1 0,0-1 0,0 1 0,0 1 0,0-1 0,0 1 0,0 0 0,1 1 0,-11 3 0,7-1 0,1 0 0,0 1 0,0 0 0,0 0 0,1 1 0,0 0 0,-14 14 0,7-3 0,0 1 0,0 0 0,2 1 0,1 1 0,0 0 0,-17 40 0,20-34 0,0 0 0,2 0 0,1 0 0,0 1 0,2 0 0,2 0 0,0 0 0,2 0 0,0 0 0,2 0 0,7 33 0,-5-42 0,1 1 0,0-1 0,2-1 0,0 1 0,1-1 0,0 0 0,16 21 0,-15-26 0,0 0 0,1-1 0,0 0 0,1-1 0,0 0 0,1-1 0,0 0 0,0 0 0,1-2 0,14 7 0,-13-7 0,0-2 0,1 0 0,-1-1 0,1-1 0,0 0 0,0 0 0,0-2 0,0 0 0,0-1 0,1 0 0,-1-1 0,0-1 0,0 0 0,0-1 0,0-1 0,-1 0 0,0-1 0,1-1 0,14-8 0,-12 5 0,-1-1 0,0 0 0,0-1 0,-1-1 0,-1-1 0,0 0 0,0-1 0,-2 0 0,1-1 0,-2 0 0,0-1 0,-1-1 0,-1 1 0,13-32 0,-14 23 0,0 1 0,-2-1 0,-1 0 0,-2 0 0,0-1 0,-1 1 0,-2 0 0,-3-43 0,-1 167 0,3-65 0,4 81 0,-2-96 0,1 0 0,1-1 0,1 0 0,7 20 0,-10-34 0,1 0 0,-1 1 0,1-1 0,0 0 0,1 0 0,-1 0 0,1-1 0,0 1 0,0-1 0,0 1 0,0-1 0,0 0 0,1 0 0,-1 0 0,8 4 0,-7-6 0,-1 0 0,0 0 0,1 0 0,-1 0 0,0 0 0,1-1 0,-1 0 0,1 1 0,-1-1 0,1-1 0,-1 1 0,1 0 0,-1-1 0,1 0 0,-1 0 0,1 0 0,-1 0 0,0 0 0,0-1 0,0 1 0,4-3 0,4-4 0,1 0 0,-1-1 0,-1 0 0,0-1 0,0 0 0,-1-1 0,0 0 0,-1 0 0,0-1 0,10-22 0,-4 5 0,-1-1 0,-1-1 0,10-47 0,-21 74 0,2-5 0,-1 0 0,0 0 0,-1 0 0,0 0 0,0 0 0,-1-16 0,-4 15 0,0 19 0,-1 18 0,1 13 0,3 57 0,1-84 0,1 0 0,1 0 0,0 0 0,1 0 0,1-1 0,0 1 0,0-1 0,9 17 0,-12-26 0,1-1 0,-1 1 0,1-1 0,-1 0 0,1 0 0,0 0 0,0 1 0,0-1 0,0-1 0,0 1 0,0 0 0,1-1 0,-1 1 0,0-1 0,1 1 0,-1-1 0,1 0 0,3 1 0,-3-2 0,0 0 0,-1 0 0,1 0 0,0 0 0,0-1 0,0 1 0,-1-1 0,1 0 0,0 1 0,0-1 0,-1 0 0,1-1 0,-1 1 0,1 0 0,-1-1 0,0 0 0,5-3 0,13-12 0,-1-1 0,-1-1 0,-1-1 0,0-1 0,-2 0 0,0-1 0,-1 0 0,-1-1 0,-2-1 0,0 0 0,-2 0 0,0-1 0,-2-1 0,0 1 0,3-33 0,-10 53 0,0 0 0,0 0 0,0 0 0,-1 0 0,1 0 0,-1 0 0,0 0 0,-2-5 0,2 9 0,1 0 0,0 0 0,-1 1 0,1-1 0,-1 0 0,1 0 0,-1 0 0,0 1 0,1-1 0,-1 0 0,0 1 0,1-1 0,-1 0 0,0 1 0,0-1 0,1 1 0,-1-1 0,0 1 0,-1-1 0,1 1 0,-1 0 0,1 0 0,0 0 0,0 0 0,0 0 0,-1 1 0,1-1 0,0 0 0,0 1 0,0-1 0,0 1 0,0-1 0,-1 1 0,1-1 0,0 1 0,0 0 0,0-1 0,1 1 0,-3 1 0,1 1 0,-1 0 0,0 0 0,1 0 0,-1 0 0,1 0 0,0 1 0,0-1 0,0 1 0,0-1 0,1 1 0,0 0 0,-1-1 0,2 1 0,-1 0 0,0 0 0,1 0 0,-1 0 0,1 0 0,0 0 0,0 0 0,1 0 0,-1 0 0,1-1 0,0 1 0,0 0 0,0 0 0,0 0 0,3 4 0,2 5 0,0-1 0,1 1 0,1-1 0,0-1 0,1 1 0,16 16 0,36 28 0,-45-42 0,0 0 0,0 0 0,-2 2 0,0 0 0,22 32 0,-34-45 14,0 1 1,-1-1-1,1 1 0,-1-1 0,1 1 1,-1 0-1,0 0 0,-1-1 0,1 1 0,-1 0 1,1 0-1,-1 0 0,0 0 0,-1-1 1,1 1-1,-1 0 0,1 0 0,-1 0 0,0-1 1,-1 1-1,1 0 0,-1-1 0,-3 6 1,2-4-129,-1 0 0,0 0 0,0-1 0,0 0 1,-1 0-1,0 0 0,1 0 0,-1-1 1,-1 0-1,1 0 0,0 0 0,-1 0 1,0-1-1,-6 2 0,-19 4-6712</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55.652"/>
    </inkml:context>
    <inkml:brush xml:id="br0">
      <inkml:brushProperty name="width" value="0.05" units="cm"/>
      <inkml:brushProperty name="height" value="0.05" units="cm"/>
      <inkml:brushProperty name="color" value="#F6630D"/>
    </inkml:brush>
  </inkml:definitions>
  <inkml:trace contextRef="#ctx0" brushRef="#br0">0 25 24575,'1'-1'0,"0"-1"0,0 0 0,0 1 0,1-1 0,-1 1 0,0-1 0,1 1 0,-1-1 0,1 1 0,-1 0 0,1 0 0,-1 0 0,1 0 0,0 0 0,0 0 0,-1 0 0,1 1 0,3-2 0,-4 2 0,0 0 0,0 0 0,0 0 0,0 0 0,0 0 0,0 0 0,0 0 0,0 0 0,1 1 0,-1-1 0,0 0 0,0 1 0,0-1 0,-1 0 0,1 1 0,0 0 0,0-1 0,0 1 0,0-1 0,0 1 0,0 0 0,-1 0 0,1-1 0,0 1 0,-1 0 0,1 0 0,-1 0 0,1 0 0,-1 0 0,1 0 0,-1 0 0,1 0 0,-1 0 0,1 2 0,6 28 0,7 62 0,-7-31 0,53 302-1365,-53-318-5461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56.618"/>
    </inkml:context>
    <inkml:brush xml:id="br0">
      <inkml:brushProperty name="width" value="0.05" units="cm"/>
      <inkml:brushProperty name="height" value="0.05" units="cm"/>
      <inkml:brushProperty name="color" value="#F6630D"/>
    </inkml:brush>
  </inkml:definitions>
  <inkml:trace contextRef="#ctx0" brushRef="#br0">1 425 24575,'0'-6'0,"0"0"0,1 0 0,0 0 0,0 0 0,0 0 0,1 0 0,0 0 0,0 0 0,0 1 0,1-1 0,0 1 0,0 0 0,0 0 0,1 0 0,-1 0 0,1 0 0,0 1 0,1 0 0,-1 0 0,1 0 0,0 0 0,0 1 0,10-6 0,45-23 0,116-43 0,-42 21 0,-129 52 0,-2 1 0,0 0 0,0 0 0,0-1 0,0 1 0,-1-1 0,1 1 0,0-1 0,-1 0 0,1 0 0,-1 0 0,0 0 0,1-1 0,-1 1 0,0 0 0,2-6 0,-3 8 0,-1 0 0,0-1 0,0 1 0,0 0 0,0-1 0,0 1 0,0 0 0,0-1 0,0 1 0,0 0 0,0-1 0,0 1 0,0 0 0,0-1 0,0 1 0,-1 0 0,1-1 0,0 1 0,0 0 0,0-1 0,0 1 0,-1 0 0,1 0 0,0-1 0,0 1 0,0 0 0,-1 0 0,1-1 0,0 1 0,0 0 0,-1 0 0,1 0 0,-1-1 0,-14-1 0,-15 8 0,24-4 0,0 1 0,0 0 0,0 0 0,1 1 0,-1-1 0,1 1 0,0 0 0,0 1 0,0-1 0,1 1 0,-1 0 0,-3 6 0,3-2 0,0-1 0,0 1 0,1 0 0,0 1 0,0-1 0,1 0 0,-2 16 0,2-10 0,1 0 0,1 0 0,1 0 0,0 0 0,1 0 0,0 0 0,1 0 0,1-1 0,1 1 0,8 25 0,-10-37 0,-1 1 0,1 0 0,0-1 0,0 1 0,0-1 0,0 0 0,1 0 0,-1 1 0,1-2 0,0 1 0,0 0 0,0-1 0,0 1 0,0-1 0,1 0 0,-1 0 0,7 3 0,-7-5 0,0 1 0,0-1 0,0 1 0,0-1 0,0 0 0,0 0 0,0 0 0,0-1 0,-1 1 0,1-1 0,0 1 0,0-1 0,0 0 0,0 0 0,-1-1 0,1 1 0,-1 0 0,1-1 0,-1 0 0,1 1 0,-1-1 0,0 0 0,0 0 0,4-4 0,0-2 0,0-1 0,0 0 0,-1 0 0,0 0 0,0-1 0,-1 1 0,-1-1 0,1 0 0,-2 0 0,1 0 0,-1-1 0,-1 1 0,0-1 0,0 1 0,-1-1 0,-1 1 0,0-1 0,0 1 0,-1 0 0,-4-18 0,4 25 0,0 0 0,1-1 0,-1 1 0,0 0 0,0 0 0,-1 0 0,1 0 0,-1 0 0,1 0 0,-1 1 0,0-1 0,0 1 0,0 0 0,-6-3 0,7 4 0,0 0 0,0 0 0,-1 0 0,1 1 0,0-1 0,0 1 0,-1-1 0,1 1 0,0 0 0,0 0 0,-1 0 0,1 0 0,0 1 0,-1-1 0,1 0 0,0 1 0,0 0 0,0-1 0,-1 1 0,1 0 0,0 0 0,0 0 0,0 1 0,-2 1 0,27-17 0,1 2 0,29-11 0,-48 21 0,0 0 0,1 1 0,-1 0 0,0 0 0,1 0 0,-1 0 0,1 1 0,-1 0 0,1 0 0,-1 1 0,0-1 0,1 1 0,9 3 0,-11-2 0,1 0 0,-1 0 0,0 1 0,0-1 0,0 1 0,0 0 0,0 0 0,-1 1 0,0-1 0,1 1 0,-1-1 0,0 1 0,-1 0 0,1 0 0,3 8 0,3 9 0,-1 1 0,-2 0 0,0-1 0,4 32 0,2 7 0,-9-130 0,-3 55 0,-1-20 0,7-50 0,-5 75 0,1 0 0,0 1 0,0-1 0,1 0 0,1 1 0,-1 0 0,1 0 0,1 0 0,10-15 0,-13 21 0,-1 1 0,1-1 0,0 1 0,0 0 0,0 0 0,0 0 0,1 0 0,-1 0 0,1 0 0,-1 1 0,1-1 0,-1 1 0,1-1 0,0 1 0,0 0 0,0 0 0,-1 1 0,1-1 0,0 1 0,0-1 0,0 1 0,0 0 0,0 0 0,0 0 0,0 0 0,0 1 0,0-1 0,0 1 0,0 0 0,0-1 0,0 2 0,-1-1 0,1 0 0,0 0 0,-1 1 0,5 2 0,0 2 0,0-1 0,0 2 0,0-1 0,-1 1 0,0 0 0,0 0 0,-1 0 0,0 1 0,0 0 0,7 15 0,-7-10 0,-1 0 0,0 0 0,-1 1 0,0 0 0,-1 0 0,-1 0 0,0 25 0,1-67 0,1-1 0,12-45 0,-11 59 0,0 0 0,1 1 0,1-1 0,1 1 0,0 1 0,0-1 0,12-14 0,-17 25 0,0 1 0,0-1 0,1 1 0,-1-1 0,0 1 0,1 0 0,0 0 0,0 0 0,-1 0 0,1 1 0,0-1 0,0 1 0,0 0 0,1 0 0,-1 0 0,0 0 0,5 0 0,-6 1 0,1 0 0,0 0 0,0 0 0,0 1 0,-1 0 0,1-1 0,0 1 0,-1 0 0,1 0 0,-1 0 0,1 1 0,-1-1 0,1 1 0,-1-1 0,0 1 0,0 0 0,1 0 0,-2 0 0,1 0 0,3 4 0,4 6 0,-1 1 0,-1-1 0,0 2 0,-1-1 0,0 1 0,-1 0 0,5 21 0,-3 0 0,7 69 0,-12-54-1365,-4-7-5461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58.147"/>
    </inkml:context>
    <inkml:brush xml:id="br0">
      <inkml:brushProperty name="width" value="0.05" units="cm"/>
      <inkml:brushProperty name="height" value="0.05" units="cm"/>
      <inkml:brushProperty name="color" value="#F6630D"/>
    </inkml:brush>
  </inkml:definitions>
  <inkml:trace contextRef="#ctx0" brushRef="#br0">271 337 24575,'4'-125'0,"-5"113"0,0 1 0,0 0 0,-1-1 0,-1 1 0,0 0 0,0 1 0,-1-1 0,0 0 0,-1 1 0,0 0 0,-1 0 0,0 1 0,-1-1 0,0 1 0,0 1 0,-11-10 0,17 16 0,-1 1 0,1-1 0,-1 1 0,0 0 0,1 0 0,-1 0 0,0 0 0,0 0 0,0 0 0,0 0 0,0 1 0,0-1 0,0 1 0,0-1 0,0 1 0,0 0 0,0 0 0,0 0 0,0 0 0,0 0 0,0 0 0,0 1 0,-1-1 0,1 1 0,0-1 0,1 1 0,-1 0 0,0 0 0,0 0 0,0 0 0,0 0 0,1 0 0,-1 0 0,0 1 0,-2 2 0,-2 3 0,-1 0 0,2 1 0,-1 0 0,1 0 0,0 0 0,-6 15 0,-4 12 0,2 2 0,1 0 0,2 0 0,1 1 0,2 0 0,2 0 0,2 1 0,1-1 0,2 1 0,1 0 0,2-1 0,2 1 0,20 74 0,-20-98 0,0 1 0,2-1 0,0 0 0,0 0 0,2 0 0,0-1 0,0-1 0,17 19 0,-20-26 0,-1-1 0,1 0 0,0 0 0,1 0 0,-1-1 0,1 0 0,0 0 0,0 0 0,0-1 0,0 0 0,0-1 0,1 0 0,-1 0 0,1 0 0,0-1 0,-1 0 0,1-1 0,0 0 0,15-1 0,-8-2 0,-1 0 0,1-1 0,-1-1 0,0 0 0,0-1 0,-1-1 0,0 0 0,0 0 0,0-2 0,-1 1 0,0-2 0,13-13 0,-7 6 0,-1-2 0,-1 0 0,-1 0 0,0-2 0,-2 0 0,18-35 0,-21 34 0,-1-1 0,9-37 0,-16 49 0,1 0 0,-2 0 0,1 0 0,-2 0 0,1 0 0,-2 0 0,-2-21 0,3 30 0,0 1 0,-1 0 0,1-1 0,0 1 0,-1 0 0,1 0 0,-1-1 0,1 1 0,-1 0 0,0 0 0,1 0 0,-1 0 0,0-1 0,0 1 0,0 0 0,0 1 0,0-1 0,0 0 0,-2-1 0,2 2 0,0-1 0,0 1 0,0 0 0,0 0 0,0 0 0,0 0 0,0 0 0,0 0 0,0 0 0,0 0 0,0 0 0,0 0 0,0 1 0,0-1 0,0 0 0,0 1 0,0-1 0,0 1 0,-1 0 0,-2 1 0,1 1 0,-1-1 0,1 1 0,-1 0 0,1 0 0,0 1 0,0-1 0,1 0 0,-1 1 0,-2 5 0,1 0 0,0 0 0,1 1 0,0 0 0,0 0 0,1-1 0,0 2 0,1-1 0,0 0 0,1 11 0,0-18 0,0 1 0,0 0 0,0-1 0,0 1 0,1-1 0,0 1 0,0-1 0,0 1 0,0-1 0,1 1 0,-1-1 0,1 0 0,0 0 0,-1 0 0,2 0 0,-1 0 0,0 0 0,1 0 0,-1-1 0,1 1 0,0-1 0,-1 0 0,1 0 0,0 0 0,1 0 0,-1 0 0,0-1 0,6 3 0,-5-4 0,0 0 0,-1 1 0,1-1 0,0-1 0,0 1 0,0-1 0,0 1 0,-1-1 0,1 0 0,0 0 0,-1-1 0,1 1 0,-1-1 0,1 0 0,-1 0 0,0 0 0,1 0 0,-1 0 0,3-4 0,-1 2 0,0-1 0,0 1 0,-1-1 0,1 0 0,-1-1 0,0 1 0,-1-1 0,1 1 0,-1-1 0,4-10 0,-7 13 0,1 0 0,0 0 0,-1 0 0,0 0 0,1 0 0,-1 0 0,-1 0 0,1 1 0,0-1 0,-1 0 0,1 0 0,-1 0 0,0 0 0,0 0 0,0 0 0,0 1 0,-2-4 0,-2-2 0,-1 0 0,0 1 0,-13-14 0,-2-2 0,21 23 0,0 0 0,0 0 0,0 0 0,0 0 0,0 0 0,-1 0 0,1-1 0,0 1 0,0 0 0,0 0 0,0 0 0,0 0 0,0-1 0,0 1 0,-1 0 0,1 0 0,0 0 0,0 0 0,0-1 0,0 1 0,0 0 0,0 0 0,0 0 0,0-1 0,0 1 0,0 0 0,0 0 0,0 0 0,0-1 0,0 1 0,0 0 0,1 0 0,-1 0 0,0-1 0,0 1 0,0 0 0,0 0 0,0 0 0,0 0 0,1-1 0,9 0 0,16 4 0,-24-3 0,30 5 0,49 2 0,-68-6 0,-1-2 0,1 0 0,0 0 0,-1-1 0,1-1 0,23-7 0,-33 8 0,0 1 0,0-1 0,0 0 0,-1 0 0,1 0 0,0 0 0,-1 0 0,4-4 0,-5 5 0,-1 0 0,1 1 0,-1-1 0,1 1 0,-1-1 0,1 0 0,-1 1 0,1-1 0,-1 0 0,0 0 0,1 1 0,-1-1 0,0 0 0,0 0 0,1 0 0,-1 1 0,0-1 0,0 0 0,0 0 0,0 0 0,0 0 0,0 1 0,0-1 0,0 0 0,-1 0 0,1 0 0,0 1 0,0-1 0,-1 0 0,1 0 0,-1 1 0,1-1 0,0 0 0,-1 0 0,1 1 0,-1-1 0,0 1 0,0-2 0,0 1 0,0 1 0,0-1 0,0 1 0,0 0 0,0-1 0,-1 1 0,1 0 0,0-1 0,0 1 0,0 0 0,0 0 0,0 0 0,0 0 0,-1 0 0,1 0 0,0 0 0,0 1 0,0-1 0,0 0 0,0 1 0,0-1 0,0 1 0,0-1 0,0 1 0,0-1 0,0 1 0,0 0 0,0-1 0,0 1 0,0 0 0,1 0 0,-1-1 0,0 1 0,1 0 0,-1 0 0,0 0 0,0 2 0,-3 2 0,0 1 0,1 0 0,0 0 0,-5 12 0,3-2 0,1 1 0,0 0 0,1 0 0,1 0 0,1 0 0,0 0 0,1 1 0,1-1 0,1 0 0,0 0 0,9 30 0,-9-42 0,0 0 0,0 0 0,0-1 0,1 1 0,-1-1 0,1 1 0,1-1 0,-1 0 0,0 0 0,1 0 0,0-1 0,0 1 0,6 3 0,-8-5 0,0-1 0,0 0 0,0 0 0,1 0 0,-1 0 0,0 0 0,1-1 0,-1 1 0,0-1 0,1 0 0,-1 1 0,1-1 0,-1 0 0,1 0 0,-1 0 0,0-1 0,1 1 0,-1-1 0,1 1 0,-1-1 0,0 0 0,0 0 0,1 0 0,-1 0 0,0 0 0,0 0 0,0-1 0,0 1 0,0-1 0,2-2 0,3-4 0,0 0 0,-1-1 0,0 1 0,-1-1 0,0 0 0,0-1 0,-1 1 0,0-1 0,0 0 0,-1 0 0,3-17 0,0-14 0,3-63 0,-9 100 0,2-358 0,-3 294 0,7 279 0,-1-137 0,17 79 0,-21-146 6,2 14-202,2-1 0,0 1 1,1-1-1,0-1 0,2 1 0,13 24 0,-5-22-6630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58.474"/>
    </inkml:context>
    <inkml:brush xml:id="br0">
      <inkml:brushProperty name="width" value="0.05" units="cm"/>
      <inkml:brushProperty name="height" value="0.05" units="cm"/>
      <inkml:brushProperty name="color" value="#F6630D"/>
    </inkml:brush>
  </inkml:definitions>
  <inkml:trace contextRef="#ctx0" brushRef="#br0">12 154 24575,'-1'2'0,"0"-1"0,0 0 0,1 0 0,-1 0 0,1 1 0,-1-1 0,1 0 0,-1 0 0,1 1 0,0-1 0,0 0 0,-1 1 0,1-1 0,0 1 0,0-1 0,0 0 0,1 1 0,-1-1 0,0 0 0,0 1 0,1-1 0,-1 0 0,1 1 0,-1-1 0,1 0 0,-1 0 0,1 1 0,0-1 0,0 0 0,0 0 0,-1 0 0,3 1 0,0-1 0,0 0 0,1 0 0,-1-1 0,1 1 0,-1-1 0,1 0 0,-1 0 0,1 0 0,-1 0 0,1-1 0,-1 1 0,1-1 0,-1 0 0,0 0 0,1 0 0,-1 0 0,5-4 0,1 1 0,-1 0 0,0-1 0,0-1 0,0 1 0,9-10 0,-12 9 0,0 1 0,0-1 0,0-1 0,-1 1 0,0-1 0,0 1 0,0-1 0,-1 0 0,3-11 0,-5 16 0,-1 0 0,1-1 0,0 1 0,-1 0 0,0-1 0,0 1 0,1 0 0,-1-1 0,-1 1 0,1 0 0,0-1 0,-1 1 0,1 0 0,-1 0 0,1-1 0,-1 1 0,0 0 0,0 0 0,0 0 0,0 0 0,-1 0 0,1 0 0,0 0 0,-1 0 0,0 0 0,1 1 0,-1-1 0,0 1 0,0-1 0,0 1 0,0 0 0,0-1 0,0 1 0,-3-1 0,1 1 0,0-1 0,0 1 0,0 1 0,0-1 0,0 1 0,0-1 0,0 1 0,0 0 0,0 0 0,0 1 0,0 0 0,0-1 0,0 1 0,0 0 0,0 1 0,0-1 0,1 1 0,-1-1 0,0 1 0,1 0 0,0 1 0,-1-1 0,1 1 0,0-1 0,0 1 0,-3 4 0,1-2 0,0 1 0,0-1 0,1 1 0,0 0 0,0 1 0,1-1 0,-1 1 0,1-1 0,1 1 0,0 0 0,-1 0 0,2 0 0,-3 14 0,4-13 17,1 0-1,-1-1 0,1 1 0,0 0 1,1-1-1,-1 1 0,2-1 0,-1 0 1,1 1-1,0-1 0,0-1 0,1 1 1,0 0-1,0-1 0,1 0 0,0 0 1,0 0-1,0 0 0,1-1 0,10 9 1,-5-7-160,0 0 1,1-1 0,-1 0 0,1 0-1,0-1 1,0-1 0,1 0 0,0 0 0,-1-2-1,1 1 1,18 0 0,15-2-6684</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0.722"/>
    </inkml:context>
    <inkml:brush xml:id="br0">
      <inkml:brushProperty name="width" value="0.05" units="cm"/>
      <inkml:brushProperty name="height" value="0.05" units="cm"/>
      <inkml:brushProperty name="color" value="#F6630D"/>
    </inkml:brush>
  </inkml:definitions>
  <inkml:trace contextRef="#ctx0" brushRef="#br0">714 211 24575,'-6'-12'0,"-1"1"0,1 0 0,-15-16 0,25 34 0,-1 0 0,0 1 0,3 13 0,0-2 0,24 82 17,21 132 0,-3 110-184,-25-85-56,-10 1 0,-36 432 0,21-668 249,0-3 83,0 1 1,1 0 0,3 26 0,-2-42-94,1-1-1,0 1 0,0-1 1,0 0-1,0 1 0,0-1 1,1 0-1,0 0 0,0 0 0,0 0 1,0 0-1,1 0 0,-1-1 1,1 1-1,0-1 0,0 0 1,0 0-1,1 0 0,-1 0 1,1 0-1,4 2 0,2-1-15,0 0 0,1 0 0,-1-1 0,1-1 0,0 0 0,-1 0 0,12 0 0,82-3 0,-76 0 0,507-30-624,-100 4-435,1318 18-5198,-1 85 3083,-1732-75 3111,84 4-85,519 23 1398,-1-23 3164,-606-5-4277,13 0 724,-1-1 0,0-1 0,-1-2 1,41-10-1,-66 14-837,0-1 0,0 1 0,-1-1 0,1 0 0,-1 0 0,1 1 0,0-1 0,-1 0 0,0-1 0,1 1 0,-1 0 0,1 0 0,-1-1 0,0 1 0,0 0 0,0-1 0,0 1 0,0-1 0,0 0 0,0 1 0,-1-1 0,1 0 0,-1 1 0,1-1 0,-1 0 0,1 0 0,-1-3 0,0-3 53,-1 0-1,1 0 1,-2 1 0,1-1 0,-4-10 0,-2-13 8,2-14-85,2-1 0,3 1 0,7-73 0,32-136 0,-10 89 0,54-485-333,-67 448 166,-11-251 1,-7 418 332,-1 1 1,-1-1 0,-16-56-1,19 87-166,0 1 0,-1 0 0,0 0 0,1 0 0,-1 0 0,0 0 0,0 1 0,0-1 0,-1 0 0,1 1 0,-1 0 0,1 0 0,-1-1 0,0 1 0,0 1 0,0-1 0,0 0 0,0 1 0,0 0 0,0-1 0,-1 1 0,-3 0 0,-9-2 0,1 0 0,-1 1 0,-25 1 0,25 1 0,-786 19-2240,634-12 1788,-1984 123-6498,4 46 5659,707-57 2517,1426-118-1041,-405 18 6409,489-26-5254,90-5 248,-157 12-1642,0 0-1,-1 0 0,1 0 1,-1 0-1,1 0 1,0 0-1,-1 0 0,1 1 1,-1-1-1,1 1 1,-1-1-1,1 1 0,-1 0 1,1-1-1,-1 1 0,1 0 1,-1 0-1,0 0 1,0 0-1,0 0 0,1 0 1,-1 1-1,0-1 1,1 2-1,2 7-6771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1.376"/>
    </inkml:context>
    <inkml:brush xml:id="br0">
      <inkml:brushProperty name="width" value="0.05" units="cm"/>
      <inkml:brushProperty name="height" value="0.05" units="cm"/>
      <inkml:brushProperty name="color" value="#F6630D"/>
    </inkml:brush>
  </inkml:definitions>
  <inkml:trace contextRef="#ctx0" brushRef="#br0">1 562 24575,'1'0'0,"-1"0"0,1 0 0,-1-1 0,1 1 0,0 0 0,-1-1 0,1 1 0,-1 0 0,1-1 0,-1 1 0,1 0 0,-1-1 0,1 1 0,-1-1 0,1 1 0,-1-1 0,1 0 0,-1 1 0,0-1 0,1 0 0,-1 0 0,0 1 0,0-1 0,1 1 0,-1-1 0,0 1 0,0-1 0,0 1 0,1-1 0,-1 1 0,0 0 0,1-1 0,-1 1 0,0-1 0,1 1 0,-1 0 0,1 0 0,-1-1 0,0 1 0,1 0 0,-1 0 0,1-1 0,-1 1 0,1 0 0,-1 0 0,1 0 0,-1 0 0,1-1 0,-1 1 0,1 0 0,-1 0 0,1 0 0,-1 0 0,1 0 0,-1 0 0,1 1 0,-1-1 0,1 0 0,-1 0 0,1 0 0,-1 0 0,0 1 0,2-1 0,2 5 0,0-1 0,0 1 0,-1 0 0,1 0 0,-1 0 0,0 1 0,-1-1 0,1 1 0,-1-1 0,3 12 0,-2-7 0,8 22 0,-2 0 0,-1 1 0,-2-1 0,-1 2 0,-2-1 0,0 39 0,-8-31 0,-4-23 0,8-17 0,1-1 0,0 1 0,-1-1 0,1 1 0,-1-1 0,1 0 0,-1 1 0,1-1 0,-1 0 0,1 1 0,-1-1 0,0 0 0,1 0 0,-1 0 0,1 0 0,-1 1 0,1-1 0,-1 0 0,0 0 0,1 0 0,-1 0 0,1 0 0,-1 0 0,0 0 0,1-1 0,-2 1 0,1-1 0,0 1 0,-1-1 0,1 0 0,0 0 0,-1 0 0,1 0 0,0 0 0,0 0 0,0-1 0,0 1 0,0 0 0,0 0 0,0-1 0,0 1 0,1-1 0,-1 1 0,0-3 0,-10-29 0,10 28 0,-8-47 0,2-1 0,2 1 0,3-1 0,6-81 0,0 79 0,2-1 0,20-82 0,-21 116 0,2 1 0,0 1 0,1-1 0,1 1 0,1 1 0,0 0 0,2 0 0,0 1 0,21-24 0,-25 34 0,0 1 0,1-1 0,0 1 0,1 1 0,-1 0 0,1 0 0,0 1 0,0 0 0,1 1 0,0 0 0,-1 1 0,1 0 0,0 0 0,1 1 0,-1 1 0,19-1 0,-22 2 0,0 1 0,-1 0 0,1 0 0,0 0 0,-1 1 0,0 0 0,1 1 0,-1 0 0,0 0 0,0 0 0,0 1 0,-1 0 0,1 0 0,-1 0 0,0 1 0,0 0 0,0 1 0,-1-1 0,0 1 0,0 0 0,0 0 0,-1 1 0,0-1 0,0 1 0,3 8 0,-4-6 0,0 0 0,0 0 0,0 0 0,-1 0 0,-1 0 0,0 1 0,0-1 0,0 1 0,-1-1 0,-1 1 0,-2 13 0,0-9 0,0 0 0,-2 0 0,1 0 0,-2-1 0,0 0 0,-14 24 0,3-12 0,-2-1 0,0 0 0,-2-2 0,0 0 0,-1-1 0,-38 27 0,21-22 0,-2-2 0,0-2 0,-55 22 0,96-44 0,0 0 0,0 0 0,-1 0 0,1 0 0,0 0 0,0 1 0,0-1 0,0 0 0,0 0 0,-1 0 0,1 0 0,0 0 0,0 0 0,0 0 0,0 0 0,0 0 0,0 0 0,-1 0 0,1 0 0,0 1 0,0-1 0,0 0 0,0 0 0,0 0 0,0 0 0,0 0 0,0 0 0,0 1 0,-1-1 0,1 0 0,0 0 0,0 0 0,0 0 0,0 1 0,0-1 0,0 0 0,0 0 0,0 0 0,0 0 0,0 0 0,0 1 0,0-1 0,0 0 0,0 0 0,0 0 0,1 0 0,-1 1 0,10 4 0,28 6 0,-13-4 0,8 4 0,-1 3 0,-1 1 0,48 30 0,77 70 0,-129-93-1365,-5-7-5461</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1.577"/>
    </inkml:context>
    <inkml:brush xml:id="br0">
      <inkml:brushProperty name="width" value="0.05" units="cm"/>
      <inkml:brushProperty name="height" value="0.05" units="cm"/>
      <inkml:brushProperty name="color" value="#F6630D"/>
    </inkml:brush>
  </inkml:definitions>
  <inkml:trace contextRef="#ctx0" brushRef="#br0">1 125 24575,'9'-46'0,"-8"39"0,0 1 0,0-1 0,0 0 0,1 1 0,0-1 0,1 1 0,-1-1 0,1 1 0,7-10 0,-10 15 0,0 1 0,1 0 0,-1-1 0,0 1 0,1 0 0,-1-1 0,1 1 0,-1 0 0,1 0 0,-1 0 0,1 0 0,-1-1 0,1 1 0,-1 0 0,1 0 0,-1 0 0,1 0 0,-1 0 0,1 0 0,-1 0 0,1 0 0,-1 0 0,1 1 0,-1-1 0,1 0 0,-1 0 0,0 0 0,1 0 0,-1 1 0,1-1 0,-1 0 0,1 0 0,-1 1 0,0-1 0,1 0 0,-1 1 0,0-1 0,1 1 0,-1-1 0,0 0 0,1 1 0,-1-1 0,0 1 0,0-1 0,1 1 0,12 22 0,-13-23 0,12 30 0,0 1 0,12 57 0,4 68 0,-21-112 0,17 154-1365,-21-150-5461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1.858"/>
    </inkml:context>
    <inkml:brush xml:id="br0">
      <inkml:brushProperty name="width" value="0.05" units="cm"/>
      <inkml:brushProperty name="height" value="0.05" units="cm"/>
      <inkml:brushProperty name="color" value="#F6630D"/>
    </inkml:brush>
  </inkml:definitions>
  <inkml:trace contextRef="#ctx0" brushRef="#br0">225 144 24575,'12'-12'0,"-3"4"0,0-1 0,0 0 0,13-20 0,-21 28 0,1-1 0,-1 0 0,0 1 0,0-1 0,0 0 0,-1 0 0,1 0 0,0 1 0,-1-1 0,1 0 0,-1 0 0,1 0 0,-1 0 0,0 0 0,0 0 0,0 0 0,0 0 0,0 0 0,-1 0 0,1 0 0,-1 0 0,1 0 0,-1 0 0,0 0 0,1 0 0,-1 1 0,0-1 0,0 0 0,0 1 0,-1-1 0,0-2 0,-1 3 0,1-1 0,0 0 0,-1 1 0,1-1 0,-1 1 0,1 0 0,-1 0 0,0 0 0,0 0 0,1 0 0,-1 1 0,0-1 0,0 1 0,0 0 0,0 0 0,1 0 0,-1 0 0,0 0 0,0 1 0,0-1 0,0 1 0,1 0 0,-5 1 0,-1 1 0,-1 0 0,1 1 0,0 0 0,0 0 0,0 1 0,-8 6 0,2 1 0,1 1 0,1 0 0,0 1 0,0 0 0,1 1 0,1 0 0,1 1 0,0 0 0,1 0 0,1 1 0,0 0 0,2 0 0,-1 1 0,-3 27 0,6-27 0,1 0 0,1 0 0,1 0 0,0 0 0,1 0 0,6 26 0,-5-31 0,2-1 0,0 1 0,0-1 0,1 0 0,0 0 0,1 0 0,1-1 0,0 0 0,11 14 0,-10-17-76,1 1 1,0-1-1,0 0 0,1-1 0,0 0 0,1-1 0,-1 0 0,1-1 1,0 0-1,1 0 0,-1-1 0,1-1 0,0 0 0,0-1 1,0 0-1,0 0 0,24-1 0,23-4-6750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2.106"/>
    </inkml:context>
    <inkml:brush xml:id="br0">
      <inkml:brushProperty name="width" value="0.05" units="cm"/>
      <inkml:brushProperty name="height" value="0.05" units="cm"/>
      <inkml:brushProperty name="color" value="#F6630D"/>
    </inkml:brush>
  </inkml:definitions>
  <inkml:trace contextRef="#ctx0" brushRef="#br0">205 59 24575,'-6'-4'0,"1"0"0,-1 1 0,0 0 0,0 0 0,0 0 0,0 1 0,0 0 0,-8-1 0,-12-5 0,12 1 0,8 4 0,-1 0 0,1 1 0,0-1 0,-1 1 0,-9-1 0,14 3 0,1-1 0,0 1 0,0 0 0,0 1 0,0-1 0,0 0 0,0 0 0,-1 0 0,1 1 0,0-1 0,0 0 0,0 1 0,0-1 0,0 1 0,0-1 0,0 1 0,0 0 0,0-1 0,1 1 0,-1 0 0,0 0 0,0-1 0,0 1 0,1 0 0,-1 0 0,0 0 0,1 0 0,-1 0 0,1 0 0,-1 0 0,1 0 0,0 0 0,-1 0 0,1 0 0,0 1 0,0-1 0,0 0 0,0 0 0,0 1 0,-23 339 0,21-306 0,2 1 0,1-2 0,2 1 0,2 0 0,1 0 0,20 61 0,-24-88-170,2-1-1,-1 0 0,1 0 1,0-1-1,0 1 0,1-1 1,7 8-1,6 2-6655</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2.276"/>
    </inkml:context>
    <inkml:brush xml:id="br0">
      <inkml:brushProperty name="width" value="0.05" units="cm"/>
      <inkml:brushProperty name="height" value="0.05" units="cm"/>
      <inkml:brushProperty name="color" value="#F6630D"/>
    </inkml:brush>
  </inkml:definitions>
  <inkml:trace contextRef="#ctx0" brushRef="#br0">20 60 24575,'-3'0'0,"-3"0"0,-1 3 0,3 0 0,6 1 0,7-1 0,9-1 0,5-4 0,8-4 0,7-3 0,4-4 0,5-1 0,-2-2 0,-7 2-8191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2.760"/>
    </inkml:context>
    <inkml:brush xml:id="br0">
      <inkml:brushProperty name="width" value="0.05" units="cm"/>
      <inkml:brushProperty name="height" value="0.05" units="cm"/>
      <inkml:brushProperty name="color" value="#F6630D"/>
    </inkml:brush>
  </inkml:definitions>
  <inkml:trace contextRef="#ctx0" brushRef="#br0">40 20 24575,'-2'-3'0,"-5"-3"0,-3-1 0,1 3 0,0 6 0,6 7 0,6 11 0,1 10 0,2 8 0,-2 9 0,0 6 0,-2 7 0,0 0 0,-2 1 0,-2-1 0,-2-6 0,0-12-8191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2.915"/>
    </inkml:context>
    <inkml:brush xml:id="br0">
      <inkml:brushProperty name="width" value="0.05" units="cm"/>
      <inkml:brushProperty name="height" value="0.05" units="cm"/>
      <inkml:brushProperty name="color" value="#F6630D"/>
    </inkml:brush>
  </inkml:definitions>
  <inkml:trace contextRef="#ctx0" brushRef="#br0">0 389 24575,'3'-16'0,"3"-17"0,4-13 0,5-7 0,4-4 0,3 4 0,3 8 0,7 8 0,2 11 0,1 9 0,4 11 0,-1 10 0,0 8 0,-8 3-8191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3.071"/>
    </inkml:context>
    <inkml:brush xml:id="br0">
      <inkml:brushProperty name="width" value="0.05" units="cm"/>
      <inkml:brushProperty name="height" value="0.05" units="cm"/>
      <inkml:brushProperty name="color" value="#F6630D"/>
    </inkml:brush>
  </inkml:definitions>
  <inkml:trace contextRef="#ctx0" brushRef="#br0">36 0 24575,'-5'3'0,"-5"3"0,-3 4 0,5 3 0,11-1 0,12-3 0,15-2 0,16-3 0,13-2 0,11 2 0,7-1 0,-9 0-8191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4.083"/>
    </inkml:context>
    <inkml:brush xml:id="br0">
      <inkml:brushProperty name="width" value="0.05" units="cm"/>
      <inkml:brushProperty name="height" value="0.05" units="cm"/>
      <inkml:brushProperty name="color" value="#F6630D"/>
    </inkml:brush>
  </inkml:definitions>
  <inkml:trace contextRef="#ctx0" brushRef="#br0">26 15 24575,'-2'2'0,"-5"2"0,-2-1 0,1 0 0,9-3 0,12-3 0,12-2 0,13-4 0,-1 0-8191</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4.458"/>
    </inkml:context>
    <inkml:brush xml:id="br0">
      <inkml:brushProperty name="width" value="0.05" units="cm"/>
      <inkml:brushProperty name="height" value="0.05" units="cm"/>
      <inkml:brushProperty name="color" value="#F6630D"/>
    </inkml:brush>
  </inkml:definitions>
  <inkml:trace contextRef="#ctx0" brushRef="#br0">1 25 24575,'2'0'0,"5"0"0,8-2 0,8-2 0,10-2 0,11-1 0,-2 2-8191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4.989"/>
    </inkml:context>
    <inkml:brush xml:id="br0">
      <inkml:brushProperty name="width" value="0.05" units="cm"/>
      <inkml:brushProperty name="height" value="0.05" units="cm"/>
      <inkml:brushProperty name="color" value="#F6630D"/>
    </inkml:brush>
  </inkml:definitions>
  <inkml:trace contextRef="#ctx0" brushRef="#br0">1 1 24575,'3'0'0,"3"0"0,6 0 0,7 0 0,6 0 0,-2 0-8191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5.646"/>
    </inkml:context>
    <inkml:brush xml:id="br0">
      <inkml:brushProperty name="width" value="0.05" units="cm"/>
      <inkml:brushProperty name="height" value="0.05" units="cm"/>
      <inkml:brushProperty name="color" value="#F6630D"/>
    </inkml:brush>
  </inkml:definitions>
  <inkml:trace contextRef="#ctx0" brushRef="#br0">0 14 24575,'3'0'0,"6"0"0,10-3 0,12-1 0,13 1 0,-2 0-8191</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6.037"/>
    </inkml:context>
    <inkml:brush xml:id="br0">
      <inkml:brushProperty name="width" value="0.05" units="cm"/>
      <inkml:brushProperty name="height" value="0.05" units="cm"/>
      <inkml:brushProperty name="color" value="#F6630D"/>
    </inkml:brush>
  </inkml:definitions>
  <inkml:trace contextRef="#ctx0" brushRef="#br0">1 42 24575,'0'-3'0,"5"0"0,10-1 0,12-1 0,13-1 0,17-1 0,16 0 0,-6 1-8191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6:47.667"/>
    </inkml:context>
    <inkml:brush xml:id="br0">
      <inkml:brushProperty name="width" value="0.05" units="cm"/>
      <inkml:brushProperty name="height" value="0.05" units="cm"/>
      <inkml:brushProperty name="color" value="#F6630D"/>
    </inkml:brush>
  </inkml:definitions>
  <inkml:trace contextRef="#ctx0" brushRef="#br0">0 39 24575,'4'-31'0,"1"23"0,-5 9 0,1-1 0,-1 1 0,1-1 0,0 1 0,-1-1 0,1 1 0,-1 0 0,1-1 0,-1 1 0,0 0 0,1 0 0,-1-1 0,0 1 0,1 0 0,-1 0 0,0 0 0,0 0 0,5 17 0,-2-1 0,0 1 0,1 33 0,-1-10 0,70 610-343,-6-58 45,-57-478-961,-3-17-5032</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04.191"/>
    </inkml:context>
    <inkml:brush xml:id="br0">
      <inkml:brushProperty name="width" value="0.05" units="cm"/>
      <inkml:brushProperty name="height" value="0.05" units="cm"/>
      <inkml:brushProperty name="color" value="#F6630D"/>
    </inkml:brush>
  </inkml:definitions>
  <inkml:trace contextRef="#ctx0" brushRef="#br0">179 985 24575,'-1'-5'0,"0"-1"0,-1 1 0,0 0 0,0 0 0,0 0 0,-1 0 0,1 0 0,-1 1 0,-7-9 0,-4-8 0,-7-19 0,1 0 0,2-2 0,2 0 0,1 0 0,3-2 0,1 1 0,3-2 0,1 1 0,2-1 0,3 0 0,1 0 0,8-77 0,-4 105 0,0 0 0,1-1 0,0 1 0,2 1 0,0-1 0,0 1 0,2 0 0,0 1 0,11-17 0,-14 25 0,0 1 0,1-1 0,-1 1 0,1 0 0,1 0 0,-1 1 0,1 0 0,0 0 0,0 0 0,1 1 0,-1 0 0,1 1 0,0 0 0,0 0 0,0 0 0,0 1 0,0 0 0,1 1 0,-1 0 0,15 0 0,-10 2-195,0 0 0,0 1 0,0 1 0,0 0 0,-1 1 0,14 6 0,-10-5-6631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15.071"/>
    </inkml:context>
    <inkml:brush xml:id="br0">
      <inkml:brushProperty name="width" value="0.05" units="cm"/>
      <inkml:brushProperty name="height" value="0.05" units="cm"/>
      <inkml:brushProperty name="color" value="#F6630D"/>
    </inkml:brush>
  </inkml:definitions>
  <inkml:trace contextRef="#ctx0" brushRef="#br0">0 1 23773,'0'2797'0,"4370"-2797"0,-4370-2797 0,-4370 2797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18.114"/>
    </inkml:context>
    <inkml:brush xml:id="br0">
      <inkml:brushProperty name="width" value="0.05" units="cm"/>
      <inkml:brushProperty name="height" value="0.05" units="cm"/>
      <inkml:brushProperty name="color" value="#F6630D"/>
    </inkml:brush>
  </inkml:definitions>
  <inkml:trace contextRef="#ctx0" brushRef="#br0">0 0 24128,'0'2533'0,"4809"-2533"0,-4809-2533 0,-4809 2533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21.141"/>
    </inkml:context>
    <inkml:brush xml:id="br0">
      <inkml:brushProperty name="width" value="0.05" units="cm"/>
      <inkml:brushProperty name="height" value="0.05" units="cm"/>
      <inkml:brushProperty name="color" value="#F6630D"/>
    </inkml:brush>
  </inkml:definitions>
  <inkml:trace contextRef="#ctx0" brushRef="#br0">1 0 24240,'0'2245'0,"4888"-2245"0,-4888-2245 0,-4888 2245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22.617"/>
    </inkml:context>
    <inkml:brush xml:id="br0">
      <inkml:brushProperty name="width" value="0.05" units="cm"/>
      <inkml:brushProperty name="height" value="0.05" units="cm"/>
      <inkml:brushProperty name="color" value="#F6630D"/>
    </inkml:brush>
  </inkml:definitions>
  <inkml:trace contextRef="#ctx0" brushRef="#br0">204 12 24575,'0'0'0,"0"-1"0,-1 1 0,1-1 0,0 0 0,0 1 0,-1-1 0,1 1 0,0-1 0,-1 1 0,1-1 0,-1 1 0,1-1 0,0 1 0,-1-1 0,1 1 0,-1 0 0,1-1 0,-1 1 0,0 0 0,1-1 0,-1 1 0,1 0 0,-1 0 0,0-1 0,1 1 0,-1 0 0,1 0 0,-1 0 0,0 0 0,1 0 0,-2 0 0,-20 0 0,13 3 0,1-1 0,-1 1 0,1 1 0,0-1 0,0 2 0,0-1 0,1 1 0,0 0 0,0 0 0,0 1 0,0 0 0,1 0 0,0 1 0,0 0 0,1 0 0,0 0 0,0 0 0,1 1 0,-5 10 0,4-10 0,1 1 0,1 0 0,0 0 0,0 0 0,0 0 0,1 0 0,1 1 0,-1-1 0,2 1 0,-1-1 0,1 1 0,1 0 0,0-1 0,0 1 0,1-1 0,0 0 0,5 15 0,-3-17 29,-1 0-1,1-1 1,0 0-1,1 0 0,-1 0 1,1 0-1,1-1 1,-1 0-1,1 0 1,0 0-1,7 4 1,-3-3-273,1 0 0,0-1 0,-1 0 0,2-1 1,-1 0-1,15 2 0,13 1-6582</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22.801"/>
    </inkml:context>
    <inkml:brush xml:id="br0">
      <inkml:brushProperty name="width" value="0.05" units="cm"/>
      <inkml:brushProperty name="height" value="0.05" units="cm"/>
      <inkml:brushProperty name="color" value="#F6630D"/>
    </inkml:brush>
  </inkml:definitions>
  <inkml:trace contextRef="#ctx0" brushRef="#br0">5 14 24575,'0'-3'0,"-3"-3"0,2 1 0,4 8 0,1 6 0,3 6 0,3 7 0,2 8 0,3 3 0,0 9 0,1 4 0,-2 5 0,-3 5 0,-5-6-8191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23.658"/>
    </inkml:context>
    <inkml:brush xml:id="br0">
      <inkml:brushProperty name="width" value="0.05" units="cm"/>
      <inkml:brushProperty name="height" value="0.05" units="cm"/>
      <inkml:brushProperty name="color" value="#F6630D"/>
    </inkml:brush>
  </inkml:definitions>
  <inkml:trace contextRef="#ctx0" brushRef="#br0">80 84 24575,'1'-1'0,"0"1"0,0 0 0,0-1 0,0 1 0,0-1 0,0 0 0,0 1 0,0-1 0,0 0 0,0 1 0,0-1 0,0 0 0,-1 0 0,1 0 0,0 0 0,-1 0 0,1 0 0,0 0 0,-1 0 0,1 0 0,-1 0 0,1-1 0,8-26 0,-9 26 0,1 0 0,-1 0 0,0 0 0,1-1 0,-1 1 0,0 0 0,-1 0 0,1 0 0,0-1 0,-1 1 0,0-4 0,0 6 0,1-1 0,0 1 0,0 0 0,-1-1 0,1 1 0,0-1 0,-1 1 0,1 0 0,0-1 0,-1 1 0,1 0 0,0-1 0,-1 1 0,1 0 0,-1 0 0,1-1 0,0 1 0,-1 0 0,1 0 0,-1 0 0,1 0 0,-1-1 0,-1 2 0,1-1 0,0 0 0,0 0 0,0 0 0,0 0 0,0 1 0,0-1 0,0 1 0,0-1 0,0 1 0,0-1 0,0 1 0,-2 1 0,-3 3 0,0 0 0,1 0 0,0 1 0,0 0 0,0 0 0,1 0 0,-1 1 0,2 0 0,-1 0 0,1 0 0,0 0 0,-3 9 0,1 2 0,0 0 0,2 0 0,-4 38 0,6-44 0,1 1 0,1 0 0,0-1 0,0 1 0,2-1 0,-1 1 0,1-1 0,1 0 0,1 0 0,-1 0 0,12 19 0,-11-24 0,0 0 0,0 0 0,0 0 0,1-1 0,0 0 0,0 0 0,0-1 0,1 0 0,0 0 0,0 0 0,0-1 0,1 0 0,0 0 0,-1-1 0,1 0 0,0 0 0,1-1 0,11 2 0,-7-3 43,-1 0 0,1-1-1,-1 0 1,1-1 0,0 0-1,-1-1 1,23-6 0,-12 0-470,-1 0 0,0-1 1,24-15-1,-3 0-6399</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23.941"/>
    </inkml:context>
    <inkml:brush xml:id="br0">
      <inkml:brushProperty name="width" value="0.05" units="cm"/>
      <inkml:brushProperty name="height" value="0.05" units="cm"/>
      <inkml:brushProperty name="color" value="#F6630D"/>
    </inkml:brush>
  </inkml:definitions>
  <inkml:trace contextRef="#ctx0" brushRef="#br0">25 35 24575,'-1'0'0,"-20"-1"0,19-2 0,12-3 0,2 1 0,1 1 0,0 0 0,0 0 0,0 2 0,0 0 0,17-1 0,-26 3 0,1 0 0,0 0 0,0 1 0,-1-1 0,1 1 0,0 0 0,-1 1 0,1-1 0,5 4 0,-7-4 0,-1 0 0,0 1 0,0-1 0,0 1 0,0 0 0,0 0 0,0-1 0,-1 1 0,1 0 0,-1 1 0,1-1 0,-1 0 0,0 0 0,1 1 0,-1-1 0,-1 0 0,1 1 0,1 2 0,0 12 0,0 0 0,-1 0 0,-1-1 0,0 1 0,-1 0 0,-5 21 0,1 7 0,4-42 11,1 0-1,0 0 0,0 0 1,0 0-1,0 0 0,1 0 1,-1 0-1,1 0 0,0 0 1,0 0-1,0 0 0,0 0 1,0 0-1,0-1 0,1 1 1,0 0-1,-1-1 0,1 1 1,0-1-1,0 0 0,0 0 1,1 0-1,-1 0 0,0 0 1,1 0-1,-1 0 1,1-1-1,0 1 0,-1-1 1,1 0-1,0 0 0,3 1 1,7 1-296,1 0 1,-1-1-1,0 0 1,1-2-1,25 0 1,7-3-6542</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24.561"/>
    </inkml:context>
    <inkml:brush xml:id="br0">
      <inkml:brushProperty name="width" value="0.05" units="cm"/>
      <inkml:brushProperty name="height" value="0.05" units="cm"/>
      <inkml:brushProperty name="color" value="#F6630D"/>
    </inkml:brush>
  </inkml:definitions>
  <inkml:trace contextRef="#ctx0" brushRef="#br0">238 13 24575,'0'-1'0,"0"1"0,0-1 0,0 0 0,-1 1 0,1-1 0,0 1 0,0-1 0,-1 0 0,1 1 0,0-1 0,-1 1 0,1-1 0,-1 1 0,1-1 0,-1 1 0,1 0 0,-1-1 0,1 1 0,-1-1 0,1 1 0,-1 0 0,0 0 0,1-1 0,-1 1 0,1 0 0,-1 0 0,0 0 0,1-1 0,-1 1 0,0 0 0,1 0 0,-1 0 0,0 0 0,1 0 0,-1 0 0,0 1 0,0-1 0,-27 6 0,19-1 0,0 0 0,1 0 0,-1 1 0,1 1 0,0-1 0,1 1 0,-1 0 0,1 1 0,1 0 0,-8 11 0,-1 4 0,1 0 0,-18 44 0,24-50 0,2 0 0,1 0 0,0 1 0,1 0 0,0 0 0,0 33 0,4-44 0,0 1 0,0 0 0,1 0 0,1 0 0,-1-1 0,1 1 0,1-1 0,3 8 0,-4-10 0,0 0 0,1-1 0,0 0 0,0 1 0,0-1 0,0 0 0,1-1 0,0 1 0,0-1 0,0 1 0,0-1 0,0 0 0,6 2 0,30 11-1365,1-7-5461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24.979"/>
    </inkml:context>
    <inkml:brush xml:id="br0">
      <inkml:brushProperty name="width" value="0.05" units="cm"/>
      <inkml:brushProperty name="height" value="0.05" units="cm"/>
      <inkml:brushProperty name="color" value="#F6630D"/>
    </inkml:brush>
  </inkml:definitions>
  <inkml:trace contextRef="#ctx0" brushRef="#br0">113 112 24575,'-14'0'0,"0"-1"0,0 0 0,1-1 0,-1-1 0,-16-5 0,30 8 0,-1 0 0,1 0 0,-1 0 0,0 0 0,1-1 0,-1 1 0,1 0 0,-1 0 0,1-1 0,-1 1 0,0 0 0,1-1 0,-1 1 0,1 0 0,-1-1 0,1 1 0,0-1 0,-1 1 0,1 0 0,-1-1 0,1 1 0,0-1 0,-1 0 0,1 1 0,0-1 0,0 1 0,-1-1 0,1 1 0,0-1 0,0 0 0,0 1 0,0-1 0,0 1 0,0-2 0,0 1 0,1-1 0,0 1 0,0-1 0,0 1 0,0 0 0,0-1 0,0 1 0,0 0 0,0 0 0,1 0 0,-1 0 0,3-2 0,6-3 0,0 0 0,17-6 0,-20 9 0,17-7 0,37-10 0,-55 18 0,0 1 0,0 0 0,0 0 0,0 0 0,0 1 0,0 0 0,0 0 0,0 0 0,0 1 0,0 0 0,0 0 0,8 3 0,-12-4 0,-1 1 0,1 0 0,-1-1 0,1 1 0,-1 0 0,1 0 0,-1 0 0,1 0 0,-1 0 0,0 0 0,0 0 0,1 1 0,-1-1 0,0 0 0,0 1 0,0-1 0,0 1 0,-1-1 0,1 1 0,0-1 0,-1 1 0,1-1 0,-1 1 0,1 0 0,-1-1 0,0 1 0,1 0 0,-1 0 0,0-1 0,0 1 0,0 0 0,-1-1 0,1 1 0,-1 3 0,-2 4 0,-1 0 0,0-1 0,0 1 0,-1-1 0,-8 11 0,-6 13 0,18-30 0,0 0 0,1 1 0,-1-1 0,1 0 0,-1 1 0,1-1 0,0 0 0,0 1 0,0-1 0,0 0 0,0 1 0,0-1 0,1 1 0,-1-1 0,1 0 0,0 0 0,0 1 0,0-1 0,0 0 0,1 2 0,4 6 0,1-1 0,0 0 0,10 10 0,-11-12 0,0 0 0,0 0 0,-1 0 0,5 9 0,-8-12 12,0 0-1,-1 0 0,0 0 1,0 0-1,0 0 1,0 1-1,0-1 0,-1 0 1,0 1-1,0-1 0,0 0 1,0 1-1,-1-1 1,-1 7-1,-1-3 10,0-1 1,0 1-1,0-1 0,-1 0 1,0 0-1,0 0 0,-8 8 1,-4 3-364,-1 0 1,0-2 0,-2 0-1,-22 16 1,-8 1-6485</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29.243"/>
    </inkml:context>
    <inkml:brush xml:id="br0">
      <inkml:brushProperty name="width" value="0.05" units="cm"/>
      <inkml:brushProperty name="height" value="0.05" units="cm"/>
      <inkml:brushProperty name="color" value="#F6630D"/>
    </inkml:brush>
  </inkml:definitions>
  <inkml:trace contextRef="#ctx0" brushRef="#br0">0 60 24575,'3'0'0,"3"-3"0,7-4 0,6-2 0,8-4 0,8-2 0,-2 2-8191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29.776"/>
    </inkml:context>
    <inkml:brush xml:id="br0">
      <inkml:brushProperty name="width" value="0.05" units="cm"/>
      <inkml:brushProperty name="height" value="0.05" units="cm"/>
      <inkml:brushProperty name="color" value="#F6630D"/>
    </inkml:brush>
  </inkml:definitions>
  <inkml:trace contextRef="#ctx0" brushRef="#br0">4 73 24575,'-3'0'0,"2"-3"0,4-1 0,7-2 0,10-6 0,9-3 0,12-2 0,-2 1-8191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30.280"/>
    </inkml:context>
    <inkml:brush xml:id="br0">
      <inkml:brushProperty name="width" value="0.05" units="cm"/>
      <inkml:brushProperty name="height" value="0.05" units="cm"/>
      <inkml:brushProperty name="color" value="#F6630D"/>
    </inkml:brush>
  </inkml:definitions>
  <inkml:trace contextRef="#ctx0" brushRef="#br0">1 7 24575,'3'0'0,"6"0"0,10 0 0,10 0 0,13-2 0,0-2-8191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05.306"/>
    </inkml:context>
    <inkml:brush xml:id="br0">
      <inkml:brushProperty name="width" value="0.05" units="cm"/>
      <inkml:brushProperty name="height" value="0.05" units="cm"/>
      <inkml:brushProperty name="color" value="#F6630D"/>
    </inkml:brush>
  </inkml:definitions>
  <inkml:trace contextRef="#ctx0" brushRef="#br0">0 327 24575,'25'-3'0,"-21"2"0,0 0 0,0 1 0,0-1 0,1 1 0,7 1 0,-11-1 0,0 0 0,1 1 0,-1-1 0,0 0 0,0 1 0,0 0 0,0-1 0,0 1 0,0 0 0,0-1 0,0 1 0,0 0 0,0 0 0,0 0 0,0 0 0,0 0 0,0 0 0,-1 0 0,1 0 0,-1 0 0,1 0 0,-1 0 0,1 1 0,0 0 0,6 18 0,-1 0 0,0 1 0,3 31 0,-8-47 0,0 1 0,-1-1 0,0 1 0,0-1 0,0 1 0,-1-1 0,0 1 0,0-1 0,0 1 0,-1-1 0,0 0 0,0 0 0,0 0 0,0 0 0,-1 0 0,0 0 0,0-1 0,-7 8 0,10-11 0,0-1 0,0 0 0,0 0 0,0 0 0,0 0 0,0 1 0,-1-1 0,1 0 0,0 0 0,0 0 0,0 0 0,0 0 0,-1 0 0,1 0 0,0 0 0,0 1 0,0-1 0,-1 0 0,1 0 0,0 0 0,0 0 0,0 0 0,-1 0 0,1 0 0,0 0 0,0 0 0,0 0 0,-1 0 0,1 0 0,0 0 0,0 0 0,0-1 0,-1 1 0,1 0 0,0 0 0,0 0 0,0 0 0,0 0 0,-1 0 0,1 0 0,0-1 0,0 1 0,0 0 0,-1 0 0,-3-13 0,2-16 0,3-15 0,3 0 0,1 1 0,3 0 0,1 0 0,24-69 0,-26 97 0,0-1 0,1 1 0,0 1 0,1 0 0,0 0 0,2 1 0,21-23 0,-27 30 0,1 1 0,-1 0 0,1 1 0,0-1 0,0 1 0,1 1 0,-1-1 0,1 1 0,-1 0 0,1 0 0,0 1 0,0 0 0,1 0 0,-1 1 0,0 0 0,0 0 0,1 1 0,-1-1 0,0 2 0,10 0 0,-14-1 0,-1 1 0,0-1 0,0 0 0,0 1 0,0 0 0,0-1 0,0 1 0,0 0 0,0 0 0,0 0 0,0 0 0,0 0 0,-1 1 0,1-1 0,0 0 0,-1 1 0,1 0 0,-1-1 0,0 1 0,1 0 0,-1-1 0,0 1 0,0 0 0,0 0 0,0 0 0,0 0 0,-1 0 0,1 0 0,-1 0 0,1 1 0,-1-1 0,0 0 0,0 0 0,0 0 0,0 0 0,0 1 0,0-1 0,0 0 0,-1 2 0,-2 6 0,0 0 0,-1 0 0,1-1 0,-2 0 0,1 0 0,-2 0 0,-5 8 0,-5 4 0,-1-2 0,0 0 0,-2-1 0,-36 28 0,22-19 0,31-26 0,1 0 0,-1 1 0,0-1 0,1 1 0,-1 0 0,1-1 0,-1 1 0,1 0 0,0 0 0,-1 2 0,2-3 0,-1-1 0,1 0 0,0 0 0,0 1 0,0-1 0,0 0 0,0 1 0,0-1 0,0 0 0,1 0 0,-1 1 0,0-1 0,0 0 0,0 0 0,0 1 0,0-1 0,0 0 0,0 0 0,1 1 0,-1-1 0,0 0 0,0 0 0,0 1 0,1-1 0,-1 0 0,0 0 0,1 1 0,14 3 0,64-4 0,-62-1 0,1 1 0,-1 0 0,1 1 0,-1 1 0,26 6 0,-41-7 0,0-1 0,0 1 0,1 0 0,-1 0 0,0 0 0,0 0 0,0 0 0,0 0 0,0 1 0,0-1 0,0 1 0,-1-1 0,1 1 0,0 0 0,-1 0 0,0-1 0,2 4 0,-2-3 0,0 0 0,-1 0 0,1 0 0,-1 0 0,0 0 0,1-1 0,-1 1 0,0 0 0,0 0 0,0 0 0,-1 0 0,1 0 0,0 0 0,-1 0 0,1 0 0,-2 3 0,-1 1 0,0 0 0,-1 0 0,1 0 0,-1-1 0,0 0 0,-1 1 0,1-1 0,-1-1 0,0 1 0,-10 6 0,2-2-114,-2 0 1,1-1-1,-1-1 0,-1 0 0,1-1 1,-1-1-1,0 0 0,0-2 0,0 1 1,-1-2-1,-30 1 0,19-5-6712</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05.692"/>
    </inkml:context>
    <inkml:brush xml:id="br0">
      <inkml:brushProperty name="width" value="0.05" units="cm"/>
      <inkml:brushProperty name="height" value="0.05" units="cm"/>
      <inkml:brushProperty name="color" value="#F6630D"/>
    </inkml:brush>
  </inkml:definitions>
  <inkml:trace contextRef="#ctx0" brushRef="#br0">0 288 24575,'16'-13'0,"1"1"0,0 0 0,0 1 0,1 1 0,33-13 0,-45 20 0,3-1 0,0 0 0,0 1 0,1-1 0,-1 2 0,20-4 0,-27 6 0,0 0 0,0 0 0,0 0 0,0 0 0,0 0 0,0 0 0,0 1 0,1-1 0,-1 1 0,0-1 0,0 1 0,0 0 0,-1 0 0,1 0 0,0 0 0,0 0 0,0 0 0,-1 1 0,1-1 0,-1 0 0,1 1 0,-1 0 0,1-1 0,-1 1 0,0 0 0,0-1 0,0 1 0,0 0 0,0 0 0,0 0 0,0 0 0,-1 0 0,1 0 0,0 2 0,2 21 0,0 1 0,-2-1 0,0 0 0,-6 46 0,4-61 0,1-2 0,-1 0 0,0-1 0,-1 1 0,1 0 0,-4 8 0,3-16 0,1-8 0,1-11 0,6-19 0,2-1 0,2 2 0,2-1 0,29-63 0,-28 70 0,19-30 0,-27 51 0,1 1 0,1 0 0,-1 0 0,2 0 0,-1 1 0,1 0 0,9-7 0,-16 14 0,0 0 0,0 0 0,0 1 0,0-1 0,0 0 0,0 0 0,0 1 0,1-1 0,-1 1 0,0-1 0,0 1 0,0 0 0,1-1 0,-1 1 0,0 0 0,0 0 0,1 0 0,-1 0 0,0 0 0,1 0 0,-1 0 0,0 0 0,0 0 0,1 1 0,-1-1 0,0 0 0,0 1 0,1-1 0,-1 1 0,0 0 0,0-1 0,0 1 0,0 0 0,0 0 0,0-1 0,0 1 0,0 0 0,0 0 0,-1 0 0,1 0 0,0 0 0,0 0 0,0 3 0,3 4 0,0 1 0,-1-1 0,0 1 0,3 17 0,-5-19 0,17 84-682,10 153-1,-27-219-6143</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06.223"/>
    </inkml:context>
    <inkml:brush xml:id="br0">
      <inkml:brushProperty name="width" value="0.05" units="cm"/>
      <inkml:brushProperty name="height" value="0.05" units="cm"/>
      <inkml:brushProperty name="color" value="#F6630D"/>
    </inkml:brush>
  </inkml:definitions>
  <inkml:trace contextRef="#ctx0" brushRef="#br0">12 353 24575,'-1'-1'0,"0"0"0,0 0 0,0 1 0,0-1 0,1 0 0,-1 0 0,0 0 0,0 0 0,1-1 0,-1 1 0,1 0 0,-1 0 0,1 0 0,0 0 0,-1 0 0,1-1 0,0 1 0,0 0 0,-1 0 0,1-2 0,1 2 0,-1 0 0,1 0 0,-1 0 0,0 0 0,1 0 0,0 0 0,-1 0 0,1 1 0,0-1 0,-1 0 0,1 0 0,0 1 0,0-1 0,-1 0 0,1 1 0,0-1 0,0 1 0,2-1 0,4-2 0,0 0 0,1 1 0,-1 0 0,14-2 0,-19 4 0,80-9 0,32-6 0,-99 12 0,0 0 0,0-2 0,-1 1 0,1-2 0,16-9 0,-20 8 0,11-5 0,-22 11 0,1 1 0,-1 0 0,1 0 0,-1 0 0,1 0 0,-1 0 0,1 0 0,-1 1 0,1-1 0,-1 0 0,1 0 0,-1 0 0,1 0 0,-1 1 0,1-1 0,-1 0 0,1 0 0,-1 1 0,0-1 0,1 0 0,-1 1 0,1-1 0,-1 1 0,0-1 0,1 0 0,-1 1 0,0-1 0,0 1 0,1-1 0,-1 1 0,0-1 0,0 1 0,0-1 0,0 1 0,1-1 0,-1 1 0,0-1 0,0 1 0,0-1 0,0 1 0,0 0 0,2 21 0,-1 1 0,0-1 0,-4 25 0,1 2 0,-2-21 0,4-27 0,0-1 0,0 0 0,0 0 0,0 0 0,0 0 0,0 0 0,0 0 0,0 0 0,0 0 0,0 0 0,0 1 0,0-1 0,0 0 0,0 0 0,0 0 0,0 0 0,0 0 0,-1 0 0,1 0 0,0 0 0,0 0 0,0 0 0,0 1 0,0-1 0,0 0 0,0 0 0,0 0 0,0 0 0,0 0 0,-1 0 0,1 0 0,0 0 0,0 0 0,0 0 0,0 0 0,0 0 0,0 0 0,0 0 0,0 0 0,-1 0 0,1 0 0,0 0 0,0 0 0,0 0 0,0 0 0,0 0 0,0 0 0,0 0 0,0 0 0,0 0 0,-1 0 0,1-1 0,0 1 0,0 0 0,0 0 0,0 0 0,0 0 0,0 0 0,0 0 0,-5-16 0,-4-36 0,-3-68 0,11 93 0,1 0 0,2 0 0,0 0 0,9-36 0,-9 57 0,-1-1 0,2 1 0,-1 0 0,1 0 0,0 0 0,4-7 0,-6 12 0,0-1 0,0 1 0,-1 0 0,1 0 0,0 0 0,0 0 0,0 0 0,0 0 0,0 0 0,0 0 0,1 1 0,-1-1 0,0 0 0,0 1 0,0-1 0,1 1 0,-1-1 0,0 1 0,1-1 0,-1 1 0,0 0 0,1 0 0,-1 0 0,1 0 0,-1 0 0,0 0 0,1 0 0,-1 0 0,1 0 0,-1 1 0,0-1 0,1 1 0,-1-1 0,0 1 0,3 1 0,3 3 0,-1 0 0,1 0 0,-1 1 0,1 0 0,-2 1 0,1 0 0,-1-1 0,0 2 0,0-1 0,-1 0 0,5 12 0,-5-11 0,-1 0 0,0 0 0,0 1 0,-1-1 0,0 1 0,0 0 0,-1-1 0,0 1 0,-1 0 0,0 0 0,-1 9 0,1-15-57,0-1 0,-1 1 1,0-1-1,0 1 0,1-1 0,-1 1 0,-1-1 0,1 0 0,0 1 0,-1-1 0,1 0 1,-1 0-1,1 0 0,-1 0 0,0 0 0,0 0 0,0-1 0,0 1 0,0-1 1,0 1-1,-1-1 0,1 0 0,-5 2 0,-6 1-6769</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06.519"/>
    </inkml:context>
    <inkml:brush xml:id="br0">
      <inkml:brushProperty name="width" value="0.05" units="cm"/>
      <inkml:brushProperty name="height" value="0.05" units="cm"/>
      <inkml:brushProperty name="color" value="#F6630D"/>
    </inkml:brush>
  </inkml:definitions>
  <inkml:trace contextRef="#ctx0" brushRef="#br0">0 1 24575,'5'0'0,"-1"0"0,0 0 0,0 0 0,0 1 0,0-1 0,0 1 0,0 0 0,0 0 0,0 1 0,4 1 0,-5-1 0,-1 0 0,1 0 0,-1 1 0,1-1 0,-1 0 0,0 1 0,0-1 0,0 1 0,-1 0 0,1 0 0,-1 0 0,1 0 0,1 5 0,9 28 0,-2 0 0,-1 1 0,-1 0 0,-3 0 0,2 52 0,-4-74 0,2-26 0,3-27 0,-7 36 0,5-31-682,2-43-1,-7 60-6143</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06.832"/>
    </inkml:context>
    <inkml:brush xml:id="br0">
      <inkml:brushProperty name="width" value="0.05" units="cm"/>
      <inkml:brushProperty name="height" value="0.05" units="cm"/>
      <inkml:brushProperty name="color" value="#F6630D"/>
    </inkml:brush>
  </inkml:definitions>
  <inkml:trace contextRef="#ctx0" brushRef="#br0">1 79 24575,'0'-3'0,"0"-3"0,2-1 0,5 0 0,5 3 0,5-2 0,3 0 0,5-1 0,6 0 0,4-1 0,0 1 0,1 1 0,-7 2-8191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07.682"/>
    </inkml:context>
    <inkml:brush xml:id="br0">
      <inkml:brushProperty name="width" value="0.05" units="cm"/>
      <inkml:brushProperty name="height" value="0.05" units="cm"/>
      <inkml:brushProperty name="color" value="#F6630D"/>
    </inkml:brush>
  </inkml:definitions>
  <inkml:trace contextRef="#ctx0" brushRef="#br0">1 0 24575,'6'5'0,"1"1"0,0-2 0,0 1 0,0-1 0,0 0 0,1 0 0,0-1 0,-1 0 0,1-1 0,0 1 0,1-1 0,12 1 0,15 0 0,0-1 0,0-2 0,0-1 0,51-9 0,-85 9 13,19-5 312,-21 6-390,1 0-1,0 0 1,-1-1-1,1 1 1,-1 0-1,1-1 1,0 1-1,-1-1 1,1 1-1,-1-1 0,1 1 1,-1-1-1,1 1 1,-1-1-1,1 1 1,-1-1-1,0 1 1,1-1-1,-1 0 1,0 1-1,1-1 1,-1 0-1,0 1 1,0-1-1,1-1 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08.150"/>
    </inkml:context>
    <inkml:brush xml:id="br0">
      <inkml:brushProperty name="width" value="0.05" units="cm"/>
      <inkml:brushProperty name="height" value="0.05" units="cm"/>
      <inkml:brushProperty name="color" value="#F6630D"/>
    </inkml:brush>
  </inkml:definitions>
  <inkml:trace contextRef="#ctx0" brushRef="#br0">254 158 24575,'6'-8'0,"-1"-1"0,1 1 0,-1-1 0,-1 0 0,1-1 0,-2 1 0,5-15 0,-8 23 0,1-1 0,0 0 0,-1 0 0,0 0 0,0 0 0,1 0 0,-1 0 0,0 0 0,0 0 0,-1 0 0,1 0 0,0 1 0,-1-1 0,1 0 0,-1 0 0,1 0 0,-1 0 0,0 0 0,-2-2 0,1 1 0,0 1 0,0 0 0,0 0 0,0 0 0,-1 0 0,1 1 0,0-1 0,-1 0 0,0 1 0,1 0 0,-1 0 0,-3-1 0,-1 0 0,0 0 0,0 1 0,0-1 0,0 2 0,0-1 0,0 1 0,0 0 0,0 0 0,-1 1 0,-7 2 0,7-1 0,-1 1 0,1 0 0,0 1 0,1-1 0,-1 2 0,1-1 0,-1 1 0,1 0 0,-10 10 0,15-13 0,0 0 0,0 0 0,0 0 0,1 0 0,-1 0 0,1 1 0,-1-1 0,1 1 0,0-1 0,0 1 0,0-1 0,0 1 0,0 0 0,1-1 0,-1 1 0,1 0 0,-1 0 0,1 0 0,0-1 0,0 1 0,1 0 0,-1 0 0,1-1 0,-1 1 0,1 0 0,0-1 0,0 1 0,0 0 0,0-1 0,0 1 0,1-1 0,-1 0 0,3 4 0,6 6 0,1-1 0,1 0 0,0 0 0,0-1 0,1-1 0,27 16 0,-24-16 0,-1 1 0,0 1 0,0 0 0,20 20 0,-34-29 0,1-1 0,-1 0 0,0 1 0,1-1 0,-1 1 0,0-1 0,0 1 0,0 0 0,0-1 0,0 1 0,-1 0 0,1 0 0,-1-1 0,1 1 0,-1 0 0,1 0 0,-1 0 0,0 0 0,0 0 0,0 0 0,0 0 0,0 0 0,0-1 0,-1 1 0,0 4 0,-1-4 0,0 1 0,0-1 0,1 1 0,-2-1 0,1 0 0,0 0 0,0 0 0,-1 0 0,1 0 0,-1-1 0,0 1 0,1-1 0,-1 1 0,0-1 0,-5 1 0,-15 6-170,0-2-1,-1 0 0,0-2 1,0 0-1,0-2 0,-1-1 1,-39-2-1,42-3-6655</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08.477"/>
    </inkml:context>
    <inkml:brush xml:id="br0">
      <inkml:brushProperty name="width" value="0.05" units="cm"/>
      <inkml:brushProperty name="height" value="0.05" units="cm"/>
      <inkml:brushProperty name="color" value="#F6630D"/>
    </inkml:brush>
  </inkml:definitions>
  <inkml:trace contextRef="#ctx0" brushRef="#br0">21 42 24575,'35'-14'0,"-29"12"0,0 0 0,0 0 0,0 0 0,0-1 0,0 0 0,0 0 0,9-8 0,-29 28 0,1 0 0,1 1 0,1 0 0,-12 27 0,16-29 0,0-1 0,2 1 0,0 0 0,0 0 0,-2 23 0,6-33 0,0-1 0,0 1 0,1-1 0,0 1 0,0-1 0,1 1 0,-1-1 0,1 1 0,0-1 0,1 1 0,-1-1 0,1 0 0,0 0 0,0 0 0,1 0 0,-1 0 0,1 0 0,0-1 0,8 9 0,-8-10 0,0-1 0,1 0 0,-1 0 0,1 0 0,-1 0 0,1-1 0,0 1 0,0-1 0,0 0 0,-1 0 0,1 0 0,0-1 0,0 1 0,0-1 0,0 0 0,1 0 0,-1 0 0,0-1 0,0 1 0,-1-1 0,1 0 0,0 0 0,0-1 0,0 1 0,-1-1 0,1 0 0,5-3 0,-2 1 0,1-1 0,-1 0 0,0-1 0,0 1 0,0-1 0,-1-1 0,0 1 0,-1-1 0,1 0 0,-1 0 0,7-13 0,-10 15-44,0-1 0,0 1 0,-1-1 0,1 0 0,-1 0 0,0 0 0,-1 0 0,0 1 0,0-1 0,0 0 0,0 0 0,-1 0 0,0 0 0,0 0 0,-1 0 0,1 1 0,-1-1 0,-1 1-1,1-1 1,-1 1 0,0 0 0,0 0 0,0 0 0,-1 0 0,0 0 0,0 1 0,0 0 0,0 0 0,-1 0 0,-5-4 0,-8-5-6782</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08.695"/>
    </inkml:context>
    <inkml:brush xml:id="br0">
      <inkml:brushProperty name="width" value="0.05" units="cm"/>
      <inkml:brushProperty name="height" value="0.05" units="cm"/>
      <inkml:brushProperty name="color" value="#F6630D"/>
    </inkml:brush>
  </inkml:definitions>
  <inkml:trace contextRef="#ctx0" brushRef="#br0">0 64 24575,'3'0'0,"3"0"0,4-3 0,6 0 0,5-1 0,4-1 0,4-1 0,0-1 0,0 0 0,1-2 0,-2-1 0,-6 0-8191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09.018"/>
    </inkml:context>
    <inkml:brush xml:id="br0">
      <inkml:brushProperty name="width" value="0.05" units="cm"/>
      <inkml:brushProperty name="height" value="0.05" units="cm"/>
      <inkml:brushProperty name="color" value="#F6630D"/>
    </inkml:brush>
  </inkml:definitions>
  <inkml:trace contextRef="#ctx0" brushRef="#br0">113 24 24575,'0'-4'0,"-2"-15"0,-2 19 0,-3 9 0,5-6 0,-17 26 0,1 2 0,-24 55 0,38-75 0,0 0 0,1 0 0,0 0 0,1 1 0,-1 13 0,3-18 0,0-1 0,0 1 0,1-1 0,0 0 0,0 1 0,0-1 0,1 0 0,0 0 0,0 0 0,5 9 0,-5-12 19,0 0 0,0 0 0,1 0 0,-1 0 0,1 0 0,0 0 0,0-1 0,0 1 0,0-1 0,0 0 0,0 0 0,0 0 0,1-1 0,-1 1 0,1-1 0,0 1 0,4 0 0,1 0-304,1-1 1,-1 0-1,1 0 1,0-1-1,14-1 1,8-2-6542</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09.621"/>
    </inkml:context>
    <inkml:brush xml:id="br0">
      <inkml:brushProperty name="width" value="0.05" units="cm"/>
      <inkml:brushProperty name="height" value="0.05" units="cm"/>
      <inkml:brushProperty name="color" value="#F6630D"/>
    </inkml:brush>
  </inkml:definitions>
  <inkml:trace contextRef="#ctx0" brushRef="#br0">35 196 24575,'0'0'0,"0"0"0,1 0 0,-1 0 0,0 0 0,0 0 0,0-1 0,0 1 0,0 0 0,0 0 0,0 0 0,0 0 0,0-1 0,0 1 0,0 0 0,0 0 0,0 0 0,0 0 0,0-1 0,0 1 0,0 0 0,0 0 0,0 0 0,0 0 0,0-1 0,-1 1 0,1 0 0,0 0 0,0 0 0,0 0 0,0 0 0,0 0 0,0-1 0,0 1 0,0 0 0,-1 0 0,1 0 0,0 0 0,0 0 0,0 0 0,0 0 0,-1 0 0,1 0 0,0-1 0,0 1 0,0 0 0,0 0 0,-1 0 0,1 0 0,0 0 0,0 0 0,0 0 0,0 0 0,-1 0 0,1 0 0,0 0 0,0 1 0,0-1 0,0 0 0,0 0 0,-1 0 0,1 0 0,0 0 0,0 0 0,-7 10 0,3 11 0,2-1 0,1 0 0,0 0 0,3 30 0,0 1 0,-1-27 0,-2 31 0,1-55 0,0 0 0,0 0 0,0 0 0,-1 0 0,1 0 0,0 0 0,0 0 0,0 0 0,0 0 0,0 0 0,0 0 0,0 0 0,0 0 0,0 0 0,0 0 0,0 0 0,-1 0 0,1 0 0,0 0 0,0 0 0,0 0 0,0 0 0,0 0 0,0 0 0,0 0 0,0 0 0,0 0 0,0 0 0,-1 0 0,1 0 0,0 0 0,0 0 0,0 0 0,0 0 0,0 0 0,0 0 0,0 0 0,0 0 0,0 0 0,0 0 0,0 0 0,0 1 0,0-1 0,0 0 0,0 0 0,0 0 0,0 0 0,0 0 0,0 0 0,0 0 0,0 0 0,0 0 0,0 0 0,0 1 0,0-1 0,0 0 0,0 0 0,0 0 0,0 0 0,0 0 0,0 0 0,0 0 0,0 0 0,0 0 0,0 0 0,0 0 0,0 0 0,0 1 0,0-1 0,-4-9 0,-1-13 0,1-17 0,2 0 0,2-1 0,5-46 0,-3 70 0,0 0 0,2-1 0,0 1 0,0 0 0,2 1 0,0-1 0,0 1 0,2 0 0,0 1 0,12-17 0,-18 27 0,2 1 0,-1-1 0,0 1 0,0 0 0,1 0 0,0 0 0,0 0 0,0 1 0,0-1 0,0 1 0,0 0 0,0 0 0,1 1 0,-1-1 0,6 0 0,-7 2 0,1-1 0,0 1 0,-1 0 0,1 0 0,-1 1 0,1-1 0,-1 1 0,1-1 0,-1 1 0,1 1 0,-1-1 0,1 0 0,-1 1 0,0-1 0,0 1 0,0 0 0,0 0 0,0 0 0,4 5 0,1 1 0,-1-1 0,0 2 0,-1-1 0,0 1 0,0 0 0,8 18 0,-12-22 0,1 1 0,-2-1 0,1 0 0,0 1 0,-1-1 0,0 1 0,0-1 0,-1 1 0,0 0 0,0-1 0,0 1 0,0-1 0,-1 1 0,-2 9 0,1-12 0,1 0 0,-1 0 0,0-1 0,0 1 0,0 0 0,0-1 0,0 0 0,0 1 0,-1-1 0,1 0 0,-1 0 0,1 0 0,-1-1 0,0 1 0,0-1 0,0 1 0,-4 0 0,-6 3 0,-1-1 0,-20 4 0,33-8 0,-23 4 0,0-1 0,-27-1 0,-10 1 0,60 0 0,8 4 0,15 9 0,-13-10 0,17 17 113,-1 0-1,32 40 0,-31-34-963,42 39 0,-55-58-5975</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09.838"/>
    </inkml:context>
    <inkml:brush xml:id="br0">
      <inkml:brushProperty name="width" value="0.05" units="cm"/>
      <inkml:brushProperty name="height" value="0.05" units="cm"/>
      <inkml:brushProperty name="color" value="#F6630D"/>
    </inkml:brush>
  </inkml:definitions>
  <inkml:trace contextRef="#ctx0" brushRef="#br0">1 28 24575,'0'-3'0,"0"-3"0,0-4 0,0 3 0,0 5 0,3 6 0,0 7 0,3 8 0,1 6 0,-2 7 0,2 6 0,-1 5 0,-1 3 0,-1-1 0,-5 1 0,-1-8-8191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32.341"/>
    </inkml:context>
    <inkml:brush xml:id="br0">
      <inkml:brushProperty name="width" value="0.05" units="cm"/>
      <inkml:brushProperty name="height" value="0.05" units="cm"/>
      <inkml:brushProperty name="color" value="#F6630D"/>
    </inkml:brush>
  </inkml:definitions>
  <inkml:trace contextRef="#ctx0" brushRef="#br0">14 23 24575,'0'-3'0,"-2"-1"0,-5 1 0,3 0 0,7 1 0,5 1 0,8 0 0,3 1 0,4 0 0,1 0 0,-1 0 0,1 0 0,0-2 0,-6-2-8191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32.556"/>
    </inkml:context>
    <inkml:brush xml:id="br0">
      <inkml:brushProperty name="width" value="0.05" units="cm"/>
      <inkml:brushProperty name="height" value="0.05" units="cm"/>
      <inkml:brushProperty name="color" value="#F6630D"/>
    </inkml:brush>
  </inkml:definitions>
  <inkml:trace contextRef="#ctx0" brushRef="#br0">0 4 24575,'0'-3'0,"0"2"0,3 4 0,1 4 0,-1 4 0,3 5 0,-1 5 0,0 6 0,-2 2 0,0 5 0,-2 3 0,0-1 0,-1 0 0,-1-3 0,1-3 0,0-6-8191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32.865"/>
    </inkml:context>
    <inkml:brush xml:id="br0">
      <inkml:brushProperty name="width" value="0.05" units="cm"/>
      <inkml:brushProperty name="height" value="0.05" units="cm"/>
      <inkml:brushProperty name="color" value="#F6630D"/>
    </inkml:brush>
  </inkml:definitions>
  <inkml:trace contextRef="#ctx0" brushRef="#br0">0 65 24575,'0'-3'0,"0"-3"0,3-4 0,3 0 0,1-1 0,2 1 0,5 3 0,3 2 0,4 2 0,3 5 0,7 4 0,3 4 0,-4 0-8191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34.200"/>
    </inkml:context>
    <inkml:brush xml:id="br0">
      <inkml:brushProperty name="width" value="0.05" units="cm"/>
      <inkml:brushProperty name="height" value="0.05" units="cm"/>
      <inkml:brushProperty name="color" value="#F6630D"/>
    </inkml:brush>
  </inkml:definitions>
  <inkml:trace contextRef="#ctx0" brushRef="#br0">1 54 24575,'2'0'0,"5"0"0,3-2 0,5-2 0,6-2 0,5-1 0,3-1 0,2 1 0,-1 0 0,0 0 0,-6 1-8191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34.402"/>
    </inkml:context>
    <inkml:brush xml:id="br0">
      <inkml:brushProperty name="width" value="0.05" units="cm"/>
      <inkml:brushProperty name="height" value="0.05" units="cm"/>
      <inkml:brushProperty name="color" value="#F6630D"/>
    </inkml:brush>
  </inkml:definitions>
  <inkml:trace contextRef="#ctx0" brushRef="#br0">1 1 24575,'0'2'0,"2"5"0,5 3 0,0 2 0,2 3 0,2 1 0,-1 0 0,1 1 0,-2 0 0,1-1 0,-2 1 0,-2-1 0,-2-2-8191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34.664"/>
    </inkml:context>
    <inkml:brush xml:id="br0">
      <inkml:brushProperty name="width" value="0.05" units="cm"/>
      <inkml:brushProperty name="height" value="0.05" units="cm"/>
      <inkml:brushProperty name="color" value="#F6630D"/>
    </inkml:brush>
  </inkml:definitions>
  <inkml:trace contextRef="#ctx0" brushRef="#br0">137 4 24575,'0'-3'0,"-1"2"0,-5 10 0,6-8 0,-14 17 0,0 0 0,-1-1 0,-1-1 0,-1 0 0,0-2 0,-20 14 0,45-31 49,1 0 0,-1 0 0,0 1-1,1 0 1,-1 1 0,12-1 0,66-3-1756,-60 5-5119</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35.363"/>
    </inkml:context>
    <inkml:brush xml:id="br0">
      <inkml:brushProperty name="width" value="0.05" units="cm"/>
      <inkml:brushProperty name="height" value="0.05" units="cm"/>
      <inkml:brushProperty name="color" value="#F6630D"/>
    </inkml:brush>
  </inkml:definitions>
  <inkml:trace contextRef="#ctx0" brushRef="#br0">0 14 24575,'0'-3'0,"0"-3"0,0 2 0,3 4 0,1 5 0,2 7 0,0 4 0,2 5 0,0 5 0,1 0 0,-1 1 0,-2-4-8191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35.676"/>
    </inkml:context>
    <inkml:brush xml:id="br0">
      <inkml:brushProperty name="width" value="0.05" units="cm"/>
      <inkml:brushProperty name="height" value="0.05" units="cm"/>
      <inkml:brushProperty name="color" value="#F6630D"/>
    </inkml:brush>
  </inkml:definitions>
  <inkml:trace contextRef="#ctx0" brushRef="#br0">12 202 24575,'-2'-4'0,"0"1"0,1-1 0,0 0 0,-1 1 0,1-1 0,0 0 0,1 0 0,-1 0 0,1 0 0,0 0 0,0 0 0,0-4 0,1 7 0,-1 0 0,0 0 0,1-1 0,-1 1 0,1 0 0,-1 0 0,1 0 0,0-1 0,0 1 0,-1 0 0,1 0 0,0 0 0,0 0 0,0 0 0,0 1 0,0-1 0,0 0 0,0 0 0,1 1 0,-1-1 0,0 0 0,0 1 0,0 0 0,1-1 0,-1 1 0,0-1 0,1 1 0,-1 0 0,0 0 0,1 0 0,-1 0 0,0 0 0,1 0 0,-1 0 0,0 1 0,0-1 0,3 1 0,21 3 0,-12-2 0,1 0 0,-1 0 0,1-2 0,19 0 0,-29 0 0,-1-1 0,1 0 0,0 0 0,-1 0 0,1 0 0,0 0 0,-1-1 0,1 1 0,-1-1 0,0 0 0,0 0 0,0-1 0,0 1 0,0-1 0,0 1 0,0-1 0,-1 0 0,1 0 0,-1 0 0,3-5 0,10-26 0,-13 28 0,0 0 0,1 1 0,-1-1 0,1 0 0,1 1 0,-1 0 0,6-7 0,1 7 0,-8 13 0,-8 15 0,-23 38-1365,10-27-5461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35.908"/>
    </inkml:context>
    <inkml:brush xml:id="br0">
      <inkml:brushProperty name="width" value="0.05" units="cm"/>
      <inkml:brushProperty name="height" value="0.05" units="cm"/>
      <inkml:brushProperty name="color" value="#F6630D"/>
    </inkml:brush>
  </inkml:definitions>
  <inkml:trace contextRef="#ctx0" brushRef="#br0">0 16 24575,'3'0'0,"3"0"0,4-3 0,6-1 0,5 1 0,4 0 0,4 1 0,3 3 0,-5 2-8191</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36.590"/>
    </inkml:context>
    <inkml:brush xml:id="br0">
      <inkml:brushProperty name="width" value="0.05" units="cm"/>
      <inkml:brushProperty name="height" value="0.05" units="cm"/>
      <inkml:brushProperty name="color" value="#F6630D"/>
    </inkml:brush>
  </inkml:definitions>
  <inkml:trace contextRef="#ctx0" brushRef="#br0">1 0 24575,'2'0'0,"5"0"0,3 0 0,2 0 0,0 3 0,-2 3 0,-4 7 0,1 3 0,-1 5 0,1 4 0,-1 3 0,-1 0 0,2-2 0,-2-6-8191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36.869"/>
    </inkml:context>
    <inkml:brush xml:id="br0">
      <inkml:brushProperty name="width" value="0.05" units="cm"/>
      <inkml:brushProperty name="height" value="0.05" units="cm"/>
      <inkml:brushProperty name="color" value="#F6630D"/>
    </inkml:brush>
  </inkml:definitions>
  <inkml:trace contextRef="#ctx0" brushRef="#br0">28 159 24575,'-27'-51'0,"27"50"0,0 1 0,-1 0 0,1-1 0,0 1 0,0-1 0,0 1 0,0 0 0,0-1 0,0 1 0,0-1 0,0 1 0,0-1 0,0 1 0,1 0 0,-1-1 0,0 1 0,0-1 0,0 1 0,0 0 0,1-1 0,-1 1 0,0-1 0,0 1 0,1 0 0,-1-1 0,0 1 0,1 0 0,-1 0 0,0-1 0,1 1 0,-1 0 0,0 0 0,1-1 0,-1 1 0,1 0 0,-1 0 0,0 0 0,1 0 0,-1 0 0,1 0 0,-1 0 0,0 0 0,1 0 0,0 0 0,23-3 0,-21 3 0,34 1 0,-16-1 0,1 0 0,30-4 0,-48 3 0,1 0 0,0 0 0,-1 0 0,1 0 0,0-1 0,-1 0 0,0 0 0,1 0 0,-1 0 0,0-1 0,0 1 0,-1-1 0,1 0 0,0-1 0,-1 1 0,5-6 0,-7 8 0,0 0 0,0-1 0,-1 1 0,1 0 0,0-1 0,-1 1 0,1 0 0,0-1 0,-1 1 0,0-1 0,1 1 0,-1-1 0,0 0 0,0 1 0,0-1 0,0-2 0,0 3 0,-1 0 0,1 0 0,0 0 0,-1 1 0,1-1 0,-1 0 0,1 0 0,-1 0 0,0 0 0,1 1 0,-1-1 0,0 0 0,1 1 0,-1-1 0,0 0 0,0 1 0,0-1 0,0 1 0,-1-1 0,-1 0 0,0 0 0,0 0 0,0 0 0,0 1 0,0-1 0,0 1 0,-1 0 0,1 0 0,0 0 0,0 1 0,0-1 0,0 1 0,0-1 0,0 1 0,-4 2 0,-16 8-1365,2 3-5461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1.954"/>
    </inkml:context>
    <inkml:brush xml:id="br0">
      <inkml:brushProperty name="width" value="0.1" units="cm"/>
      <inkml:brushProperty name="height" value="0.1"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82 74 24575,'0'0'0,"-3"-3"0,-1-4 0,-2-3 0,-4 1 0,2-5 0,0-2 0,3 5 0,-2 7 0,2 6 0,1 6 0,-2 7 0,1 7 0,1 4 0,1 7 0,1 5 0,1-5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2.399"/>
    </inkml:context>
    <inkml:brush xml:id="br0">
      <inkml:brushProperty name="width" value="0.1" units="cm"/>
      <inkml:brushProperty name="height" value="0.1" units="cm"/>
      <inkml:brushProperty name="color" value="#AE198D"/>
      <inkml:brushProperty name="inkEffects" value="galaxy"/>
      <inkml:brushProperty name="anchorX" value="927.5802"/>
      <inkml:brushProperty name="anchorY" value="743.26025"/>
      <inkml:brushProperty name="scaleFactor" value="0.5"/>
    </inkml:brush>
  </inkml:definitions>
  <inkml:trace contextRef="#ctx0" brushRef="#br0">135 0 24575,'0'0'0,"0"6"0,0 11 0,0 9 0,0 6 0,0 6 0,0 5 0,3-1 0,0 3 0,4-3 0,-1 2 0,2 0 0,0 1 0,1 1 0,-2 5 0,-1 3 0,-1 4 0,-3 3 0,-1 5 0,0 1 0,-1 5 0,-1 2 0,-2-1 0,-1 3 0,1-3 0,-3-1 0,0-3 0,2-2 0,0-1 0,2-2 0,1-3 0,0 0 0,1 0 0,3 0 0,1 1 0,-1 1 0,0 0 0,-1 1 0,0 0 0,-2 1 0,-2-1 0,-2 4 0,-2 3 0,-4 0 0,2 2 0,-3 3 0,2 1 0,-1-1 0,-1 0 0,2 1 0,-2-2 0,-1-3 0,3 1 0,-2-2 0,-1-2 0,-1-1 0,-1 1 0,2-1 0,3-13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2.555"/>
    </inkml:context>
    <inkml:brush xml:id="br0">
      <inkml:brushProperty name="width" value="0.1" units="cm"/>
      <inkml:brushProperty name="height" value="0.1" units="cm"/>
      <inkml:brushProperty name="color" value="#AE198D"/>
      <inkml:brushProperty name="inkEffects" value="galaxy"/>
      <inkml:brushProperty name="anchorX" value="1909.15137"/>
      <inkml:brushProperty name="anchorY" value="-1916.98877"/>
      <inkml:brushProperty name="scaleFactor" value="0.5"/>
    </inkml:brush>
  </inkml:definitions>
  <inkml:trace contextRef="#ctx0" brushRef="#br0">48 0 24575,'0'0'0,"-3"11"0,-4 17 0,1 8 0,-4 11 0,2 7 0,2 4 0,1 2 0,2 2 0,5-2 0,1 1 0,3-2 0,0 0 0,0-3 0,-2 1 0,-1-1 0,-1-3 0,-1-1 0,-4 2 0,0-1 0,-4-2 0,1 0 0,0-1 0,2 2 0,1-9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2.908"/>
    </inkml:context>
    <inkml:brush xml:id="br0">
      <inkml:brushProperty name="width" value="0.1" units="cm"/>
      <inkml:brushProperty name="height" value="0.1" units="cm"/>
      <inkml:brushProperty name="color" value="#AE198D"/>
      <inkml:brushProperty name="inkEffects" value="galaxy"/>
      <inkml:brushProperty name="anchorX" value="2802.71045"/>
      <inkml:brushProperty name="anchorY" value="-2292.71484"/>
      <inkml:brushProperty name="scaleFactor" value="0.5"/>
    </inkml:brush>
  </inkml:definitions>
  <inkml:trace contextRef="#ctx0" brushRef="#br0">147 1 24575,'0'0'0,"0"10"0,-4 18 0,1 8 0,-3 8 0,0 7 0,0 3 0,2-3 0,2 0 0,0-2 0,1-1 0,1 0 0,3-3 0,1-1 0,3 1 0,-1 0 0,0 1 0,-2 1 0,-2 1 0,0 0 0,-5 0 0,0 0 0,-3 1 0,-1-1 0,-1 0 0,0 4 0,-1-1 0,1 1 0,2 2 0,-1 0 0,1 2 0,1 2 0,2 2 0,-2-1 0,1 1 0,0 1 0,-2-3 0,1 2 0,-2 0 0,0-2 0,-1-2 0,1 0 0,1-1 0,2-2 0,1-2 0,2-10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3.580"/>
    </inkml:context>
    <inkml:brush xml:id="br0">
      <inkml:brushProperty name="width" value="0.1" units="cm"/>
      <inkml:brushProperty name="height" value="0.1" units="cm"/>
      <inkml:brushProperty name="color" value="#AE198D"/>
      <inkml:brushProperty name="inkEffects" value="galaxy"/>
      <inkml:brushProperty name="anchorX" value="3795.01172"/>
      <inkml:brushProperty name="anchorY" value="-3690.37598"/>
      <inkml:brushProperty name="scaleFactor" value="0.5"/>
    </inkml:brush>
  </inkml:definitions>
  <inkml:trace contextRef="#ctx0" brushRef="#br0">211 0 24575,'0'0'0,"0"11"0,-3 17 0,-4 11 0,-3 11 0,1 5 0,-2 5 0,2 2 0,-2 2 0,3-2 0,-2 0 0,3 0 0,1-3 0,-1 1 0,2 0 0,0 1 0,-1 1 0,1 1 0,1 4 0,1 0 0,1 4 0,1 0 0,0 2 0,1-2 0,0 3 0,1-2 0,-4-2 0,-1-1 0,1-2 0,1-5 0,0 0 0,0-5 0,2-2 0,0-3 0,-1-2 0,2-1 0,-1-4 0,0 0 0,3-4 0,4 0 0,-1-1 0,4-3 0,-2 2 0,1-1 0,-1 1 0,2-1 0,-3 3 0,2 1 0,-1-1 0,-3 2 0,-1 0 0,-1 3 0,-2 0 0,-1 5 0,-3 0 0,-4 4 0,0 2 0,-2 4 0,0 1 0,-1 1 0,2 2 0,2 3 0,2 0 0,1 3 0,2 0 0,1 2 0,0-1 0,0-2 0,0-1 0,1 1 0,-1-1 0,3-4 0,1-1 0,-1-5 0,0-3 0,-1-3 0,-1-2 0,0-2 0,-4-1 0,-1-1 0,-2 1 0,0 3 0,0 0 0,-1 3 0,1 0 0,-2 3 0,1-2 0,-2 2 0,2-1 0,-2-1 0,2 0 0,-2-4 0,2-1 0,1-2 0,2-4 0,2 0 0,1-3 0,3-3 0,2-2 0,3-5 0,-1-8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5.272"/>
    </inkml:context>
    <inkml:brush xml:id="br0">
      <inkml:brushProperty name="width" value="0.1" units="cm"/>
      <inkml:brushProperty name="height" value="0.1" units="cm"/>
      <inkml:brushProperty name="color" value="#AE198D"/>
      <inkml:brushProperty name="inkEffects" value="galaxy"/>
      <inkml:brushProperty name="anchorX" value="4832.48828"/>
      <inkml:brushProperty name="anchorY" value="-8284.64746"/>
      <inkml:brushProperty name="scaleFactor" value="0.5"/>
    </inkml:brush>
  </inkml:definitions>
  <inkml:trace contextRef="#ctx0" brushRef="#br0">7 157 24575,'0'0'0,"-3"0"0,0-3 0,2 0 0,2-4 0,4 1 0,3 1 0,3 1 0,-1 4 0,2 2 0,1 4 0,0 6 0,2 3 0,1 9 0,0 4 0,0 7 0,0 1 0,0 4 0,-3 0 0,-3 2 0,0-4 0,-3-3 0,-3-4 0,0-12 0,-3-13 0,0-14 0,-1-9 0,-1-12 0,4-8 0,3-10 0,7-6 0,6-3 0,5-3 0,7 0 0,7 6 0,-28 42 0,1 0 0,13-11 0,25-14 0,2 11 0,-41 22 0,0 0 0,0 1 0,12-2 0,-12 2 0,1 1 0,19 2 0,-21 0 0,0 0 0,-1 1 0,14 4 0,-15-3 0,1 0 0,-1 0 0,0 1 0,7 5 0,-5-4 0,-1 2 0,15 13 0,10 20 0,-28-31 0,1 1 0,7 19 0,3 23 0,-6 1 0,-6 0 0,-3-3 0,-5-6 0,-4-7 0,-3-7 0,-3-5 0,-2-8 0,0-10 0,2-8 0,4-9 0,6-9 0,10-6 0,5-8 0,11-6 0,5-4 0,7-3 0,6-3 0,5 3 0,2 7 0,1 5 0,-2 11 0,-3 7 0,-3 11 0,-35 5 0,0 1 0,0-1 0,1 1 0,-1 0 0,5 2 0,-5-2 0,-1 1 0,1 0 0,-1 0 0,0 0 0,6 4 0,-6-2 0,0-1 0,0 1 0,0 0 0,6 8 0,9 23 0,-6 3 0,-6 5 0,-4 3 0,-2 1 0,-2 1 0,-3-3 0,-1-2 0,-2-7 0,0-10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5.464"/>
    </inkml:context>
    <inkml:brush xml:id="br0">
      <inkml:brushProperty name="width" value="0.1" units="cm"/>
      <inkml:brushProperty name="height" value="0.1" units="cm"/>
      <inkml:brushProperty name="color" value="#AE198D"/>
      <inkml:brushProperty name="inkEffects" value="galaxy"/>
      <inkml:brushProperty name="anchorX" value="2750.1167"/>
      <inkml:brushProperty name="anchorY" value="-9522.59375"/>
      <inkml:brushProperty name="scaleFactor" value="0.5"/>
    </inkml:brush>
  </inkml:definitions>
  <inkml:trace contextRef="#ctx0" brushRef="#br0">0 1 24575,'0'0'0,"0"3"0,0 4 0,0 6 0,0 6 0,0 5 0,0 4 0,0 6 0,0 2 0,0 1 0,0-1 0,0-1 0,0-7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5.615"/>
    </inkml:context>
    <inkml:brush xml:id="br0">
      <inkml:brushProperty name="width" value="0.1" units="cm"/>
      <inkml:brushProperty name="height" value="0.1" units="cm"/>
      <inkml:brushProperty name="color" value="#AE198D"/>
      <inkml:brushProperty name="inkEffects" value="galaxy"/>
      <inkml:brushProperty name="anchorX" value="1903.44971"/>
      <inkml:brushProperty name="anchorY" value="-10668.92969"/>
      <inkml:brushProperty name="scaleFactor" value="0.5"/>
    </inkml:brush>
  </inkml:definitions>
  <inkml:trace contextRef="#ctx0" brushRef="#br0">10 57 24575,'0'0'0,"0"-9"0,0-5 0,0-2 0,0 4 0,-3 7 0,-1 9 0,1 4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5.951"/>
    </inkml:context>
    <inkml:brush xml:id="br0">
      <inkml:brushProperty name="width" value="0.1" units="cm"/>
      <inkml:brushProperty name="height" value="0.1" units="cm"/>
      <inkml:brushProperty name="color" value="#AE198D"/>
      <inkml:brushProperty name="inkEffects" value="galaxy"/>
      <inkml:brushProperty name="anchorX" value="2759.92432"/>
      <inkml:brushProperty name="anchorY" value="-9778.17285"/>
      <inkml:brushProperty name="scaleFactor" value="0.5"/>
    </inkml:brush>
  </inkml:definitions>
  <inkml:trace contextRef="#ctx0" brushRef="#br0">244 179 24575,'0'0'0,"3"0"0,4 0 0,0-3 0,-1-4 0,-5-6 0,-4-3 0,-5-5 0,-4 0 0,-5-4 0,-2 1 0,-1 4 0,0 6 0,1 4 0,-2 5 0,0 6 0,1 8 0,-2 8 0,4 6 0,1 9 0,4 2 0,4 5 0,4 4 0,2-1 0,5 2 0,8-5 0,7-3 0,6-5 0,4-8 0,4-8 0,5-6 0,1-8 0,-1-9 0,4-9 0,-2-10 0,0-8 0,-9 3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6.094"/>
    </inkml:context>
    <inkml:brush xml:id="br0">
      <inkml:brushProperty name="width" value="0.1" units="cm"/>
      <inkml:brushProperty name="height" value="0.1" units="cm"/>
      <inkml:brushProperty name="color" value="#AE198D"/>
      <inkml:brushProperty name="inkEffects" value="galaxy"/>
      <inkml:brushProperty name="anchorX" value="1792.34753"/>
      <inkml:brushProperty name="anchorY" value="-10765.41992"/>
      <inkml:brushProperty name="scaleFactor" value="0.5"/>
    </inkml:brush>
  </inkml:definitions>
  <inkml:trace contextRef="#ctx0" brushRef="#br0">34 311 24575,'0'0'0,"3"-14"0,1-21 0,-1-7 0,0-8 0,-1-3 0,-1 6 0,-3 10 0,-2 14 0,-2 14 0,6 10 0,0-1 0,-1 0 0,1 0 0,0 0 0,-1 0 0,1 0 0,0 1 0,-1-1 0,1 0 0,0 0 0,-1 1 0,1-1 0,0 0 0,0 1 0,-1-1 0,1 0 0,0 0 0,0 1 0,0-1 0,0 1 0,-1-1 0,1 0 0,0 1 0,0-1 0,0 1 0,-9 21 0,2 12 0,1 9 0,1 8 0,3 5 0,0 5 0,2 3 0,3 1 0,4-2 0,0-4 0,-1-13-3823</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6.544"/>
    </inkml:context>
    <inkml:brush xml:id="br0">
      <inkml:brushProperty name="width" value="0.1" units="cm"/>
      <inkml:brushProperty name="height" value="0.1" units="cm"/>
      <inkml:brushProperty name="color" value="#AE198D"/>
      <inkml:brushProperty name="inkEffects" value="galaxy"/>
      <inkml:brushProperty name="anchorX" value="2649.45313"/>
      <inkml:brushProperty name="anchorY" value="-10181.05859"/>
      <inkml:brushProperty name="scaleFactor" value="0.5"/>
    </inkml:brush>
  </inkml:definitions>
  <inkml:trace contextRef="#ctx0" brushRef="#br0">238 602 24575,'0'0'0,"2"-3"0,2-4 0,0-3 0,-2-2 0,0-3 0,-4 0 0,-4-2 0,-3 4 0,-7-1 0,-2 4 0,-4 3 0,-1 2 0,-2 6 0,1 4 0,-2 8 0,5 7 0,2 5 0,2 3 0,4 4 0,4 1 0,7 0 0,6 0 0,5-3 0,3-3 0,7-4 0,0-6 0,5-6 0,2-8 0,3-6 0,2-9 0,1-11 0,0-5 0,-2-11 0,-1-9 0,-3-10 0,-6-8 0,-5-7 0,-7-5 0,-3 1 0,-4 2 0,-4 5 0,-4 11 0,-4 11 0,-3 14 0,14 33 0,-1 0 0,0 0 0,0 0 0,0 0 0,0-1 0,0 1 0,0 0 0,0 0 0,0 0 0,0 0 0,0 0 0,-3-1 0,4 2 0,0 0 0,-1-1 0,1 1 0,-1 0 0,0 0 0,1 0 0,-1 0 0,1 0 0,-1 0 0,1 0 0,-1 0 0,1 0 0,-1 0 0,1 0 0,-1 0 0,1 0 0,-1 0 0,1 0 0,-1 1 0,1-1 0,-1 0 0,1 0 0,-1 1 0,1-1 0,-1 1 0,-13 17 0,4 16 0,2 13 0,3 13 0,6 6 0,1 6 0,4 1 0,4-1 0,2-1 0,3-5 0,0-8 0,-2-15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6.743"/>
    </inkml:context>
    <inkml:brush xml:id="br0">
      <inkml:brushProperty name="width" value="0.1" units="cm"/>
      <inkml:brushProperty name="height" value="0.1" units="cm"/>
      <inkml:brushProperty name="color" value="#AE198D"/>
      <inkml:brushProperty name="inkEffects" value="galaxy"/>
      <inkml:brushProperty name="anchorX" value="1695.17554"/>
      <inkml:brushProperty name="anchorY" value="-11109.57715"/>
      <inkml:brushProperty name="scaleFactor" value="0.5"/>
    </inkml:brush>
  </inkml:definitions>
  <inkml:trace contextRef="#ctx0" brushRef="#br0">1 1 24575,'0'0'0,"2"3"0,2 4 0,0 6 0,1 6 0,1 5 0,-2 7 0,0 7 0,1 4 0,0 4 0,-1 2 0,-2 1 0,0-3 0,-1-3 0,0-10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7.132"/>
    </inkml:context>
    <inkml:brush xml:id="br0">
      <inkml:brushProperty name="width" value="0.1" units="cm"/>
      <inkml:brushProperty name="height" value="0.1" units="cm"/>
      <inkml:brushProperty name="color" value="#AE198D"/>
      <inkml:brushProperty name="inkEffects" value="galaxy"/>
      <inkml:brushProperty name="anchorX" value="799.44739"/>
      <inkml:brushProperty name="anchorY" value="-12397.99805"/>
      <inkml:brushProperty name="scaleFactor" value="0.5"/>
    </inkml:brush>
  </inkml:definitions>
  <inkml:trace contextRef="#ctx0" brushRef="#br0">57 227 24575,'0'0'0,"-3"0"0,-4 0 0,-3 3 0,-2 0 0,0 4 0,3 2 0,6 0 0,5-2 0,6-2 0,6-1 0,7-2 0,8-2 0,4-3 0,5-3 0,1-4 0,0-3 0,-2-5 0,-4-2 0,-5-3 0,-5-3 0,-6 1 0,-6-2 0,-11 2 0,-7-2 0,-8 6 0,-7 6 0,-6 4 0,-6 5 0,-1 7 0,-2 8 0,0 8 0,5 6 0,7 8 0,8 4 0,7 4 0,4 0 0,7 4 0,6-3 0,7 0 0,7-7 0,4-4 0,8-5 0,5-7 0,-5-6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7.637"/>
    </inkml:context>
    <inkml:brush xml:id="br0">
      <inkml:brushProperty name="width" value="0.1" units="cm"/>
      <inkml:brushProperty name="height" value="0.1" units="cm"/>
      <inkml:brushProperty name="color" value="#AE198D"/>
      <inkml:brushProperty name="inkEffects" value="galaxy"/>
      <inkml:brushProperty name="anchorX" value="-230.78374"/>
      <inkml:brushProperty name="anchorY" value="-13449.30078"/>
      <inkml:brushProperty name="scaleFactor" value="0.5"/>
    </inkml:brush>
  </inkml:definitions>
  <inkml:trace contextRef="#ctx0" brushRef="#br0">16 252 24575,'0'0'0,"0"-5"0,0-9 0,0-3 0,0-5 0,-3 3 0,-1 0 0,1 8 0,0 7 0,1 7 0,1 9 0,4 8 0,0 6 0,3 3 0,0 6 0,0 2 0,1 0 0,-1-1 0,-1-1 0,-2-3 0,3-6 0,-2-3 0,3-6 0,-1-9 0,3-5 0,1-10 0,2-4 0,2-8 0,1-8 0,1-5 0,3-2 0,1-4 0,0 0 0,-4 3 0,-2 5 0,-2 4 0,-2 11 0,-2 10 0,-2 8 0,-3 9 0,-1 8 0,2 6 0,0 4 0,2 3 0,3-3 0,2 1 0,2-4 0,5-3 0,2-6 0,2-5 0,4-9 0,3-7 0,1-9 0,1-7 0,5-6 0,0-8 0,-3-5 0,-1-8 0,-4-4 0,-4-1 0,-6 2 0,-5 4 0,-9 7 0,-7 8 0,-6 8 0,8 21 0,0 0 0,0 0 0,0 0 0,0 0 0,0 1 0,0-1 0,0 0 0,0 0 0,0 1 0,0-1 0,0 1 0,-1-1 0,0 0 0,-20 0 0,-2 8 0,-2 8 0,3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8.044"/>
    </inkml:context>
    <inkml:brush xml:id="br0">
      <inkml:brushProperty name="width" value="0.1" units="cm"/>
      <inkml:brushProperty name="height" value="0.1" units="cm"/>
      <inkml:brushProperty name="color" value="#AE198D"/>
      <inkml:brushProperty name="inkEffects" value="galaxy"/>
      <inkml:brushProperty name="anchorX" value="-1659.96765"/>
      <inkml:brushProperty name="anchorY" value="-14082.34961"/>
      <inkml:brushProperty name="scaleFactor" value="0.5"/>
    </inkml:brush>
  </inkml:definitions>
  <inkml:trace contextRef="#ctx0" brushRef="#br0">213 177 24575,'0'0'0,"5"-6"0,6-5 0,-1-5 0,-1-6 0,-3-4 0,-1 0 0,-9 1 0,-5 5 0,-7 6 0,-2 5 0,-6 7 0,-2 10 0,-3 8 0,1 7 0,2 8 0,3 7 0,3 5 0,5 3 0,4-1 0,5-2 0,3-3 0,5-6 0,5-3 0,3-7 0,4-7 0,4-7 0,2-8 0,3-7 0,3-5 0,3-6 0,-2-7 0,2-4 0,0-6 0,-3-2 0,2-1 0,-3 0 0,-3 4 0,-4 4 0,-3 7 0,-5 11 0,-3 8 0,-2 11 0,0 9 0,-2 10 0,0 5 0,3 6 0,1 0 0,4 0 0,-2-1 0,-1-8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8.362"/>
    </inkml:context>
    <inkml:brush xml:id="br0">
      <inkml:brushProperty name="width" value="0.1" units="cm"/>
      <inkml:brushProperty name="height" value="0.1" units="cm"/>
      <inkml:brushProperty name="color" value="#AE198D"/>
      <inkml:brushProperty name="inkEffects" value="galaxy"/>
      <inkml:brushProperty name="anchorX" value="-2737.12402"/>
      <inkml:brushProperty name="anchorY" value="-15162.65039"/>
      <inkml:brushProperty name="scaleFactor" value="0.5"/>
    </inkml:brush>
  </inkml:definitions>
  <inkml:trace contextRef="#ctx0" brushRef="#br0">1 209 24575,'0'0'0,"0"-9"0,3-8 0,4-3 0,2-4 0,4 2 0,5 9 0,1 7 0,0 9 0,1 8 0,2 12 0,-1 6 0,-1 4 0,0 5 0,-5 1 0,-1-1 0,-4-4 0,-3-5 0,-3-4 0,-2-5 0,-4-8 0,-2-8 0,0-12 0,1-5 0,0-10 0,5-6 0,3-7 0,5-8 0,5 0 0,3-3 0,5 2 0,-1 3 0,3 6 0,0 7 0,-3 7 0,-1 9 0,-2 8 0,-4 5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8.776"/>
    </inkml:context>
    <inkml:brush xml:id="br0">
      <inkml:brushProperty name="width" value="0.1" units="cm"/>
      <inkml:brushProperty name="height" value="0.1" units="cm"/>
      <inkml:brushProperty name="color" value="#AE198D"/>
      <inkml:brushProperty name="inkEffects" value="galaxy"/>
      <inkml:brushProperty name="anchorX" value="-4032.58984"/>
      <inkml:brushProperty name="anchorY" value="-15800.69434"/>
      <inkml:brushProperty name="scaleFactor" value="0.5"/>
    </inkml:brush>
  </inkml:definitions>
  <inkml:trace contextRef="#ctx0" brushRef="#br0">24 203 24575,'0'0'0,"-2"0"0,-5 0 0,0 3 0,1 3 0,5 1 0,4 2 0,5 2 0,3 2 0,7-1 0,1 0 0,4-3 0,6-2 0,3-2 0,2-2 0,1-2 0,-1-1 0,0-3 0,-3-4 0,-5-3 0,-3-3 0,-3-5 0,-6-2 0,-4-3 0,-4 1 0,-3-4 0,-9-1 0,-4-2 0,-4 2 0,-5 2 0,-5 3 0,-3 5 0,-4 6 0,0 10 0,1 8 0,27-5 0,-1 0 0,1 0 0,-1 0 0,1 0 0,-6 6 0,-14 17 0,5 9 0,7 5 0,7 6 0,7 2 0,9 2 0,10 0 0,7-2 0,7-4 0,8-7 0,4-6 0,6-9 0,-42-18 0,1 0 0,17 1 0,15 1-3823</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9.292"/>
    </inkml:context>
    <inkml:brush xml:id="br0">
      <inkml:brushProperty name="width" value="0.1" units="cm"/>
      <inkml:brushProperty name="height" value="0.1" units="cm"/>
      <inkml:brushProperty name="color" value="#AE198D"/>
      <inkml:brushProperty name="inkEffects" value="galaxy"/>
      <inkml:brushProperty name="anchorX" value="-5342.92773"/>
      <inkml:brushProperty name="anchorY" value="-16949.41797"/>
      <inkml:brushProperty name="scaleFactor" value="0.5"/>
    </inkml:brush>
  </inkml:definitions>
  <inkml:trace contextRef="#ctx0" brushRef="#br0">122 99 24575,'0'0'0,"-3"-2"0,-4-8 0,0-4 0,-2-1 0,1-3 0,2 1 0,-2 2 0,2 8 0,-2 9 0,1 10 0,-2 12 0,-1 9 0,-2 10 0,2 12 0,1 10 0,6 4 0,6 5 0,12 0 0,-9-52 0,12 28 0,-9-32 0,20 32 0,-19-35 0,1-1 0,15 16 0,-14-20 0,0 1 0,23 15 0,17 8-3823</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49.924"/>
    </inkml:context>
    <inkml:brush xml:id="br0">
      <inkml:brushProperty name="width" value="0.1" units="cm"/>
      <inkml:brushProperty name="height" value="0.1" units="cm"/>
      <inkml:brushProperty name="color" value="#AE198D"/>
      <inkml:brushProperty name="inkEffects" value="galaxy"/>
      <inkml:brushProperty name="anchorX" value="-6305.79248"/>
      <inkml:brushProperty name="anchorY" value="-18428.24609"/>
      <inkml:brushProperty name="scaleFactor" value="0.5"/>
    </inkml:brush>
  </inkml:definitions>
  <inkml:trace contextRef="#ctx0" brushRef="#br0">22 401 24575,'0'0'0,"-2"0"0,-2 3 0,-3 1 0,1 2 0,4 0 0,2 2 0,0 6 0,5 2 0,2 4 0,1 5 0,2 3 0,2-2 0,1 3 0,-2 0 0,-2-2 0,1-3 0,-3-8 0,-5-13 0,-2-11 0,-5-11 0,-3-6 0,0-9 0,-3-8 0,2-6 0,2-5 0,2-8 0,5-1 0,5-1 0,7 2 0,7 3 0,6 10 0,4 5 0,2 13 0,2 9 0,-29 20 0,0-1 0,1 0 0,-1 1 0,1 0 0,6-1 0,19 3 0,0 8 0,-6 7 0,-22-13 0,1 0 0,-1 0 0,0 0 0,0 1 0,0-1 0,2 4 0,7 24 0,-5 6 0,-7 2 0,-8 2 0,-9 0 0,-2-1 0,-5-6 0,-3-2 0,1-4 0,2-5 0,3-2 0,4-3 0,10-5 0,8-12 0,0-1 0,0 0 0,0 1 0,0-1 0,0 1 0,0-1 0,0 0 0,0 1 0,0-1 0,0 0 0,0 1 0,0-1 0,0 0 0,0 1 0,0-1 0,0 0 0,0 1 0,0-1 0,0 0 0,1 1 0,-1-1 0,0 0 0,0 1 0,0-1 0,1 1 0,12 4 0,8-2 0,6-2 0,7 2 0,6 0 0,4 2 0,-1 7 0,-1 3 0,-6 4 0,-5 2 0,-9 4 0,-21-22 0,1 0 0,-1 0 0,1 0 0,-1 0 0,0 0 0,2 6 0,-2 16 0,-10 3 0,-12-3 0,-8-5 0,-10-3 0,-6-4 0,-4-5 0,-1-3 0,2-6 0,3-5 0,11-1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50.282"/>
    </inkml:context>
    <inkml:brush xml:id="br0">
      <inkml:brushProperty name="width" value="0.1" units="cm"/>
      <inkml:brushProperty name="height" value="0.1" units="cm"/>
      <inkml:brushProperty name="color" value="#AE198D"/>
      <inkml:brushProperty name="inkEffects" value="galaxy"/>
      <inkml:brushProperty name="anchorX" value="-7274.3252"/>
      <inkml:brushProperty name="anchorY" value="-19599.61328"/>
      <inkml:brushProperty name="scaleFactor" value="0.5"/>
    </inkml:brush>
  </inkml:definitions>
  <inkml:trace contextRef="#ctx0" brushRef="#br0">0 30 24575,'0'0'0,"8"0"0,10-3 0,5 0 0,5-1 0,0 2 0,-5 3 0,-9 1 0,-6 4 0,-8 3 0,-3 2 0,-5 6 0,0 5 0,1 1 0,2 3 0,1-2 0,2 3 0,4-3 0,4-1 0,4-3 0,3-1 0,2-5 0,1-4 0,0-3 0,1-7 0,0-6 0,3-4 0,-4-6 0,1-6 0,-5-4 0,-3-4 0,-3-1 0,-3-2 0,-5 3 0,-5 3 0,-3 4 0,-3 3 0,-3 5 0,0 5 0,-1 7 0,0 6 0,4 6 0,3 4 0,3 2 0,3-1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50.456"/>
    </inkml:context>
    <inkml:brush xml:id="br0">
      <inkml:brushProperty name="width" value="0.1" units="cm"/>
      <inkml:brushProperty name="height" value="0.1" units="cm"/>
      <inkml:brushProperty name="color" value="#AE198D"/>
      <inkml:brushProperty name="inkEffects" value="galaxy"/>
      <inkml:brushProperty name="anchorX" value="-8296.76758"/>
      <inkml:brushProperty name="anchorY" value="-20470.94922"/>
      <inkml:brushProperty name="scaleFactor" value="0.5"/>
    </inkml:brush>
  </inkml:definitions>
  <inkml:trace contextRef="#ctx0" brushRef="#br0">1 7 24575,'0'0'0,"3"0"0,4 0 0,2-3 0,4 0 0,-2 3 0,2 3 0,-3 5 0,-3 3 0,1 6 0,-2 2 0,-1 4 0,1 3 0,-1 3 0,-1 1 0,-1-4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50.625"/>
    </inkml:context>
    <inkml:brush xml:id="br0">
      <inkml:brushProperty name="width" value="0.1" units="cm"/>
      <inkml:brushProperty name="height" value="0.1" units="cm"/>
      <inkml:brushProperty name="color" value="#AE198D"/>
      <inkml:brushProperty name="inkEffects" value="galaxy"/>
      <inkml:brushProperty name="anchorX" value="-9253.84277"/>
      <inkml:brushProperty name="anchorY" value="-21503.16016"/>
      <inkml:brushProperty name="scaleFactor" value="0.5"/>
    </inkml:brush>
  </inkml:definitions>
  <inkml:trace contextRef="#ctx0" brushRef="#br0">0 43 24575,'0'0'0,"0"-3"0,0-7 0,4-3 0,2 3 0,1 3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50.844"/>
    </inkml:context>
    <inkml:brush xml:id="br0">
      <inkml:brushProperty name="width" value="0.1" units="cm"/>
      <inkml:brushProperty name="height" value="0.1" units="cm"/>
      <inkml:brushProperty name="color" value="#AE198D"/>
      <inkml:brushProperty name="inkEffects" value="galaxy"/>
      <inkml:brushProperty name="anchorX" value="-10116.83398"/>
      <inkml:brushProperty name="anchorY" value="-22307.02148"/>
      <inkml:brushProperty name="scaleFactor" value="0.5"/>
    </inkml:brush>
  </inkml:definitions>
  <inkml:trace contextRef="#ctx0" brushRef="#br0">1 1 24575,'0'0'0,"0"3"0,3 0 0,3 4 0,1 5 0,2 7 0,2 4 0,2 8 0,2 6 0,0 8 0,1 4 0,1 2 0,-1 4 0,-3 0 0,0-1 0,-3-5 0,-3-11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51.278"/>
    </inkml:context>
    <inkml:brush xml:id="br0">
      <inkml:brushProperty name="width" value="0.1" units="cm"/>
      <inkml:brushProperty name="height" value="0.1" units="cm"/>
      <inkml:brushProperty name="color" value="#AE198D"/>
      <inkml:brushProperty name="inkEffects" value="galaxy"/>
      <inkml:brushProperty name="anchorX" value="-11135.10352"/>
      <inkml:brushProperty name="anchorY" value="-23685.36719"/>
      <inkml:brushProperty name="scaleFactor" value="0.5"/>
    </inkml:brush>
  </inkml:definitions>
  <inkml:trace contextRef="#ctx0" brushRef="#br0">98 134 24575,'0'0'0,"0"3"0,0 4 0,0 3 0,3 2 0,4 3 0,3-3 0,2-2 0,3 0 0,1-2 0,0 0 0,4-1 0,0-2 0,3-1 0,0-5 0,-2-5 0,-1-3 0,-1-4 0,-1-2 0,-5-4 0,-3-1 0,-7-3 0,-6 0 0,-9-2 0,-7 1 0,-6 1 0,-7 3 0,-6 4 0,-2 9 0,1 6 0,1 11 0,1 7 0,5 8 0,8 7 0,8 3 0,6 5 0,8 3 0,10-1 0,6-1 0,9-3 0,9-4 0,6-7 0,9-6 0,7-8 0,5-5 0,-10-5-3823</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51.591"/>
    </inkml:context>
    <inkml:brush xml:id="br0">
      <inkml:brushProperty name="width" value="0.1" units="cm"/>
      <inkml:brushProperty name="height" value="0.1" units="cm"/>
      <inkml:brushProperty name="color" value="#AE198D"/>
      <inkml:brushProperty name="inkEffects" value="galaxy"/>
      <inkml:brushProperty name="anchorX" value="-12207.58008"/>
      <inkml:brushProperty name="anchorY" value="-24826.8418"/>
      <inkml:brushProperty name="scaleFactor" value="0.5"/>
    </inkml:brush>
  </inkml:definitions>
  <inkml:trace contextRef="#ctx0" brushRef="#br0">84 231 24575,'0'0'0,"-3"-5"0,0-12 0,-4-6 0,-5-6 0,0-2 0,-2 1 0,-1 2 0,3 4 0,6 9 0,7 9 0,8 8 0,5 11 0,6 6 0,6 10 0,-1 5 0,3 4 0,-2 2 0,-2-1 0,-6-1 0,-5-5 0,-5-5 0,-7-5 0,-6-6 0,-5-6 0,-3-4 0,-3-8 0,-1-4 0,0-9 0,3-6 0,3-9 0,8-3 0,5-6 0,9-5 0,8 1 0,5 2 0,5 1 0,3 6 0,1 8 0,0 8 0,1 7 0,-7 5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52.076"/>
    </inkml:context>
    <inkml:brush xml:id="br0">
      <inkml:brushProperty name="width" value="0.1" units="cm"/>
      <inkml:brushProperty name="height" value="0.1" units="cm"/>
      <inkml:brushProperty name="color" value="#AE198D"/>
      <inkml:brushProperty name="inkEffects" value="galaxy"/>
      <inkml:brushProperty name="anchorX" value="-13321.29492"/>
      <inkml:brushProperty name="anchorY" value="-25442.94922"/>
      <inkml:brushProperty name="scaleFactor" value="0.5"/>
    </inkml:brush>
  </inkml:definitions>
  <inkml:trace contextRef="#ctx0" brushRef="#br0">0 230 24575,'0'0'0,"0"3"0,0 4 0,0 3 0,0 2 0,0 6 0,4 7 0,-1 5 0,3 9 0,0 5 0,0 6 0,-2 6 0,-2 4 0,3 0 0,-1-2 0,0-3 0,-2-5 0,0-9 0,-1-8 0,-1-7 0,0-11 0,0-14 0,0-11 0,-3-11 0,-1-9 0,-2-11 0,0-9 0,0-6 0,-1-9 0,1-6 0,1-5 0,5-2 0,1 0 0,5 6 0,2 7 0,4 6 0,5 7 0,2 11 0,4 12 0,-20 26 0,0 0 0,0 1 0,0-1 0,1 1 0,6-4 0,18-4 0,-24 10 0,-1 0 0,1 0 0,0 0 0,-1 0 0,1 1 0,5 0 0,19 12 0,1 8 0,1 9 0,-3 8 0,-6 5 0,-6 0 0,-6 3 0,-10 0 0,-7-2 0,-8-6 0,-7-6 0,-4-6 0,-4-5 0,2-6 0,-1-5 0,6-8 0,6-3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52.274"/>
    </inkml:context>
    <inkml:brush xml:id="br0">
      <inkml:brushProperty name="width" value="0.1" units="cm"/>
      <inkml:brushProperty name="height" value="0.1" units="cm"/>
      <inkml:brushProperty name="color" value="#AE198D"/>
      <inkml:brushProperty name="inkEffects" value="galaxy"/>
      <inkml:brushProperty name="anchorX" value="-14296.63281"/>
      <inkml:brushProperty name="anchorY" value="-26528.70313"/>
      <inkml:brushProperty name="scaleFactor" value="0.5"/>
    </inkml:brush>
  </inkml:definitions>
  <inkml:trace contextRef="#ctx0" brushRef="#br0">1 39 24575,'0'0'0,"2"-5"0,5-6 0,3 1 0,3 1 0,-2 6 0,-2 8 0,1 9 0,-3 7 0,2 9 0,-2 10 0,2 9 0,-2 7 0,1 8 0,-1 3 0,2 2 0,1-1 0,-1 0 0,-1-13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52.904"/>
    </inkml:context>
    <inkml:brush xml:id="br0">
      <inkml:brushProperty name="width" value="0.1" units="cm"/>
      <inkml:brushProperty name="height" value="0.1" units="cm"/>
      <inkml:brushProperty name="color" value="#AE198D"/>
      <inkml:brushProperty name="inkEffects" value="galaxy"/>
      <inkml:brushProperty name="anchorX" value="-15295.30273"/>
      <inkml:brushProperty name="anchorY" value="-27942.81641"/>
      <inkml:brushProperty name="scaleFactor" value="0.5"/>
    </inkml:brush>
  </inkml:definitions>
  <inkml:trace contextRef="#ctx0" brushRef="#br0">193 679 24575,'0'0'0,"3"-2"0,4-9 0,3-5 0,2-6 0,0-5 0,0-3 0,-2 1 0,-3-1 0,-5 3 0,-5 3 0,-9 2 0,-4 6 0,-5 5 0,-4 8 0,-4 10 0,-2 8 0,2 7 0,3 6 0,3 3 0,2 6 0,6 0 0,4 0 0,5-4 0,6-1 0,6-4 0,4-4 0,6-7 0,3-5 0,4-5 0,4-3 0,1-3 0,0-5 0,1-3 0,-3-4 0,-3-6 0,-5-1 0,-2-5 0,-5 0 0,-1-2 0,-3 1 0,2 4 0,-3 9 0,2 9 0,-1 9 0,1 10 0,2 7 0,2 2 0,2 2 0,1-1 0,1-2 0,3-3 0,4-2 0,3-5 0,3-5 0,2-7 0,1-9 0,0-6 0,1-10 0,0-9 0,-3-8 0,-4-7 0,-7-8 0,-6-5 0,-5-6 0,-4-6 0,-3-1 0,-4 0 0,-1 2 0,-4 4 0,1 12 0,-3 11 0,3 17 0,-3 14 0,10 13 0,0-1 0,-1 0 0,1 0 0,0 0 0,-1 0 0,1 0 0,0 0 0,-1 0 0,1 0 0,0 0 0,0 0 0,-1 0 0,1 1 0,0-1 0,-1 0 0,1 0 0,0 0 0,0 1 0,-1-1 0,1 0 0,0 0 0,0 1 0,0-1 0,-1 0 0,1 0 0,0 1 0,0-1 0,0 0 0,0 1 0,0-1 0,-1 1 0,-5 21 0,2 18 0,-2 13 0,2 14 0,0 8 0,5 6 0,4 3 0,4-3 0,3-3 0,2-11 0,-1-17-3823</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53.264"/>
    </inkml:context>
    <inkml:brush xml:id="br0">
      <inkml:brushProperty name="width" value="0.1" units="cm"/>
      <inkml:brushProperty name="height" value="0.1" units="cm"/>
      <inkml:brushProperty name="color" value="#AE198D"/>
      <inkml:brushProperty name="inkEffects" value="galaxy"/>
      <inkml:brushProperty name="anchorX" value="-16682.52344"/>
      <inkml:brushProperty name="anchorY" value="-28815.42578"/>
      <inkml:brushProperty name="scaleFactor" value="0.5"/>
    </inkml:brush>
  </inkml:definitions>
  <inkml:trace contextRef="#ctx0" brushRef="#br0">10 388 24575,'0'0'0,"0"-3"0,-3-7 0,0-3 0,-1-3 0,5 2 0,7 3 0,3 3 0,8 3 0,7 3 0,8 1 0,6-2 0,5 0 0,2-3 0,2-3 0,1 1 0,0-2 0,-4-2 0,-3-4 0,-4-2 0,-7-4 0,-4-3 0,-9-3 0,-6 1 0,-6-1 0,-7-1 0,-6 5 0,-7 7 0,-8 5 0,-4 5 0,-5 10 0,2 9 0,-2 8 0,3 6 0,3 8 0,2 5 0,6 4 0,5 4 0,5 1 0,6-2 0,8-3 0,6-4 0,9-5 0,5-6 0,6-8 0,-3-7-3823</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54.359"/>
    </inkml:context>
    <inkml:brush xml:id="br0">
      <inkml:brushProperty name="width" value="0.1" units="cm"/>
      <inkml:brushProperty name="height" value="0.1" units="cm"/>
      <inkml:brushProperty name="color" value="#AE198D"/>
      <inkml:brushProperty name="inkEffects" value="galaxy"/>
      <inkml:brushProperty name="anchorX" value="-18005.0625"/>
      <inkml:brushProperty name="anchorY" value="-29769.75"/>
      <inkml:brushProperty name="scaleFactor" value="0.5"/>
    </inkml:brush>
  </inkml:definitions>
  <inkml:trace contextRef="#ctx0" brushRef="#br0">355 558 24575,'0'0'0,"-3"-3"0,-1-4 0,-2-3 0,-4 1 0,-1 1 0,-3 2 0,-5 2 0,-3 5 0,-4 5 0,-3 6 0,-3 8 0,0 4 0,3 5 0,-1 5 0,4 5 0,2 5 0,6 2 0,6 1 0,5 2 0,6 0 0,7-3 0,7-3 0,7-4 0,8-6 0,8-6 0,6-4 0,6-7 0,4-5 0,3-12 0,1-6 0,-1-6 0,-2-6 0,-4-2 0,-5-3 0,-8-7 0,-6-1 0,-7-6 0,-6 0 0,-7 0 0,-4-2 0,-7 5 0,-5 1 0,-5 4 0,1 5 0,-3 7 0,0 5 0,-1 9 0,-2 7 0,1 9 0,2 8 0,0 5 0,0 5 0,2 2 0,1 1 0,1 1 0,3-4 0,2 0 0,5-3 0,4-4 0,5-2 0,3-6 0,5-4 0,4-5 0,5-3 0,2-5 0,3-5 0,0-3 0,1-7 0,0-2 0,-3-4 0,-4-3 0,-6-2 0,-7-3 0,-5-1 0,-7 0 0,-9-1 0,-6 3 0,-3 4 0,-1 6 0,-1 4 0,0 5 0,2 3 0,2 7 0,8 6 0,7 5 0,6 3 0,8-1 0,7 1 0,5 1 0,4-3 0,5-2 0,1-3 0,1-3 0,-1-1 0,-1-2 0,-4-3 0,-4-4 0,-4-4 0,-3 2 0,-6-6 0,-4-1 0,-4-1 0,-3-1 0,-6 1 0,-4 3 0,-3 7 0,0 6 0,-2 7 0,2 8 0,2 7 0,3 5 0,2 3 0,1 3 0,5-2 0,0 0 0,4-3 0,3-3 0,2-6 0,2-5 0,2-9 0,0-7 0,0-5 0,4-8 0,0-6 0,0-8 0,-1-6 0,-4-6 0,-4-7 0,-4-8 0,-3-9 0,-3-6 0,-4-4 0,0-1 0,-5 3 0,-2 2 0,-2 5 0,1 10 0,-1 11 0,2 16 0,10 31 0,0-2 0,0 1 0,0-1 0,0 1 0,-1 0 0,1-1 0,0 1 0,0-1 0,0 1 0,-1 0 0,1-1 0,0 1 0,0-1 0,-1 1 0,1 0 0,0 0 0,-1-1 0,1 1 0,0 0 0,-1-1 0,1 1 0,-1 0 0,1 0 0,0 0 0,-1-1 0,-4 13 0,2 19 0,2 17 0,0 15 0,2 13 0,2 6 0,4 7 0,0 1 0,3-5 0,1-4 0,2-9 0,2-7 0,0-11 0,4-11 0,4-10 0,-3-11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54.728"/>
    </inkml:context>
    <inkml:brush xml:id="br0">
      <inkml:brushProperty name="width" value="0.1" units="cm"/>
      <inkml:brushProperty name="height" value="0.1" units="cm"/>
      <inkml:brushProperty name="color" value="#AE198D"/>
      <inkml:brushProperty name="inkEffects" value="galaxy"/>
      <inkml:brushProperty name="anchorX" value="-19829.35938"/>
      <inkml:brushProperty name="anchorY" value="-31005.07617"/>
      <inkml:brushProperty name="scaleFactor" value="0.5"/>
    </inkml:brush>
  </inkml:definitions>
  <inkml:trace contextRef="#ctx0" brushRef="#br0">81 370 24575,'0'0'0,"-3"0"0,-7-3 0,-3 0 0,-3-1 0,-1-1 0,5-1 0,8-1 0,6 0 0,6 1 0,7 2 0,4 2 0,4-3 0,0 1 0,3 1 0,-1-3 0,-2 1 0,-2-2 0,-2-3 0,-2-2 0,-3-1 0,-4-6 0,-4-3 0,-3-4 0,-5-3 0,-5-2 0,-3-1 0,-7 2 0,-1 4 0,-5 6 0,-3 6 0,0 6 0,-1 10 0,2 10 0,1 11 0,3 9 0,6 8 0,4 8 0,4 4 0,7 1 0,5-3 0,5-2 0,3-6 0,6-8 0,-3-9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54.962"/>
    </inkml:context>
    <inkml:brush xml:id="br0">
      <inkml:brushProperty name="width" value="0.1" units="cm"/>
      <inkml:brushProperty name="height" value="0.1" units="cm"/>
      <inkml:brushProperty name="color" value="#AE198D"/>
      <inkml:brushProperty name="inkEffects" value="galaxy"/>
      <inkml:brushProperty name="anchorX" value="-18966.35938"/>
      <inkml:brushProperty name="anchorY" value="-30249.72461"/>
      <inkml:brushProperty name="scaleFactor" value="0.5"/>
    </inkml:brush>
  </inkml:definitions>
  <inkml:trace contextRef="#ctx0" brushRef="#br0">91 45 24575,'0'0'0,"2"-5"0,5-9 0,6 1 0,3 4 0,2 6 0,0 13 0,1 11 0,-1 18 0,-1 14 0,-3 12 0,-4 12 0,-4 12 0,-2 6 0,-6 4 0,-4 2 0,-7-4 0,-7-4 0,-8-7 0,17-60 0,-14 24 0,14-31 0,-22 29 0,23-38 0,0 1 0,-1 0 0,-13 9 0,-24 17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56.096"/>
    </inkml:context>
    <inkml:brush xml:id="br0">
      <inkml:brushProperty name="width" value="0.1" units="cm"/>
      <inkml:brushProperty name="height" value="0.1" units="cm"/>
      <inkml:brushProperty name="color" value="#AE198D"/>
      <inkml:brushProperty name="inkEffects" value="galaxy"/>
      <inkml:brushProperty name="anchorX" value="-18029.86133"/>
      <inkml:brushProperty name="anchorY" value="-30515.83203"/>
      <inkml:brushProperty name="scaleFactor" value="0.5"/>
    </inkml:brush>
  </inkml:definitions>
  <inkml:trace contextRef="#ctx0" brushRef="#br0">32 97 24575,'0'0'0,"-5"0"0,-6-4 0,1-2 0,4-1 0,6-2 0,9-2 0,7 1 0,10-1 0,9-1 0,6 2 0,4 2 0,3 2 0,2 3 0,-4 5 0,-2 0 0,-8 8 0,-6 3 0,-8 3 0,-8 4 0,-10 4 0,-10 3 0,-10 6 0,-7 2 0,-6 4 0,-3 0 0,-4 2 0,-2-1 0,4-1 0,4 1 0,5-2 0,7-1 0,8-1 0,10-32 0,0 0 0,0 1 0,1-1 0,-1 0 0,2 9 0,-1-10 0,0 1 0,1 0 0,-1 0 0,1 0 0,4 7 0,-3-7 0,0 0 0,0-1 0,1 1 0,-1-1 0,6 5 0,28 14 0,11-6 0,7-5 0,10-5 0,6-3 0,1-5 0,1-5 0,-15-1-3823</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56.270"/>
    </inkml:context>
    <inkml:brush xml:id="br0">
      <inkml:brushProperty name="width" value="0.1" units="cm"/>
      <inkml:brushProperty name="height" value="0.1" units="cm"/>
      <inkml:brushProperty name="color" value="#AE198D"/>
      <inkml:brushProperty name="inkEffects" value="galaxy"/>
      <inkml:brushProperty name="anchorX" value="-19533.83984"/>
      <inkml:brushProperty name="anchorY" value="-31928.35742"/>
      <inkml:brushProperty name="scaleFactor" value="0.5"/>
    </inkml:brush>
  </inkml:definitions>
  <inkml:trace contextRef="#ctx0" brushRef="#br0">88 47 24575,'0'0'0,"-5"0"0,-12 0 0,-3 0 0,-2 0 0,7 0 0,7 0 0,14 0 0,14 0 0,11 0 0,16-3 0,11-4 0,11 1 0,6-3 0,5-3 0,-14 3-3823</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7:59.943"/>
    </inkml:context>
    <inkml:brush xml:id="br0">
      <inkml:brushProperty name="width" value="0.1" units="cm"/>
      <inkml:brushProperty name="height" value="0.1" units="cm"/>
      <inkml:brushProperty name="color" value="#AE198D"/>
      <inkml:brushProperty name="inkEffects" value="galaxy"/>
      <inkml:brushProperty name="anchorX" value="-13830.15137"/>
      <inkml:brushProperty name="anchorY" value="-21818.99414"/>
      <inkml:brushProperty name="scaleFactor" value="0.5"/>
    </inkml:brush>
  </inkml:definitions>
  <inkml:trace contextRef="#ctx0" brushRef="#br0">0 0 21989,'0'7723'0,"7724"-7723"0,-7724-7723 0,-7724 7723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01.643"/>
    </inkml:context>
    <inkml:brush xml:id="br0">
      <inkml:brushProperty name="width" value="0.1" units="cm"/>
      <inkml:brushProperty name="height" value="0.1" units="cm"/>
      <inkml:brushProperty name="color" value="#AE198D"/>
      <inkml:brushProperty name="inkEffects" value="galaxy"/>
      <inkml:brushProperty name="anchorX" value="-21866.45117"/>
      <inkml:brushProperty name="anchorY" value="-34060.92578"/>
      <inkml:brushProperty name="scaleFactor" value="0.5"/>
    </inkml:brush>
  </inkml:definitions>
  <inkml:trace contextRef="#ctx0" brushRef="#br0">518 504 24575,'0'0'0,"0"-5"0,0-12 0,-4-6 0,-2-9 0,-4-3 0,-2-1 0,-6 2 0,-7 8 0,20 22 0,0 1 0,0 0 0,1 0 0,-10-3 0,9 5 0,0 0 0,0 0 0,0 0 0,0 0 0,-9 1 0,7 0 0,0 1 0,-1 0 0,1 0 0,-8 3 0,-35 16 0,-2 15 0,-1 11 0,4 9 0,4 10 0,8 3 0,9 2 0,25-56 0,0 0 0,-3 27 0,6-29 0,0 0 0,0 1 0,3 16 0,-1-19 0,1 1 0,-1 0 0,9 18 0,-6-17 0,1 0 0,13 20 0,-10-22 0,-1 0 0,1 0 0,11 10 0,-8-11 0,0 0 0,23 13 0,-17-12 0,33 13 0,-29-16 0,32 8 0,-30-11 0,35 3 0,27-7 0,0-7 0,0-8 0,-5-11 0,-58 17 0,27-16 0,16-12 0,-50 25 0,24-21 0,7-12 0,-10-1 0,-8-2 0,-10 4 0,-7-1 0,-6 6 0,-7 3 0,-2 6 0,-5 5 0,0 3 0,-2 7 0,-1 5 0,-3 7 0,3 7 0,-1 8 0,2 5 0,3 5 0,-1 4 0,2 3 0,2 2 0,1 1 0,4 1 0,5-3 0,1-4 0,2 1 0,2-7 0,3-2 0,0-6 0,2-3 0,3-7 0,1-6 0,3-6 0,3-6 0,-1-2 0,2-5 0,-3-1 0,-1-1 0,-2-3 0,-2 2 0,-5-1 0,0 2 0,-5 2 0,-2 2 0,0 5 0,1 6 0,3 3 0,4 4 0,2 5 0,5 1 0,3 1 0,3 0 0,2-2 0,2 0 0,-3-4 0,-2 0 0,-1-5 0,-3 1 0,-4-2 0,-3-3 0,-5-2 0,-3-1 0,-4-1 0,-2-1 0,-5 0 0,-7 2 0,-4 4 0,-2 7 0,-5 6 0,-4 5 0,0 7 0,-1 6 0,1 6 0,1 5 0,7 7 0,4 0 0,5 4 0,4 1 0,6-1 0,7-2 0,5-3 0,6-5 0,5-5 0,6-8 0,3-7 0,-28-13 0,0 1 0,0-1 0,-1 1 0,11-2 0,23-6 0,3-8 0,1-11 0,3-8 0,-3-10 0,-2-7 0,-2-10 0,-6-8 0,-6-5 0,-4-4 0,-6 0 0,-6 0 0,-9 6 0,-5 5 0,-7 11 0,-3 10 0,12 44 0,0-1 0,-1 0 0,1 0 0,-1 0 0,0 0 0,-4-5 0,5 8 0,1 0 0,-1-1 0,1 1 0,-1-1 0,1 1 0,-1-1 0,1 1 0,-1 0 0,0-1 0,1 1 0,-1 0 0,1 0 0,-1 0 0,0-1 0,1 1 0,-1 0 0,0 0 0,1 0 0,-1 0 0,0 0 0,1 0 0,-1 0 0,0 0 0,1 1 0,-2-1 0,1 0 0,0 1 0,0 0 0,0-1 0,0 1 0,0 0 0,0 0 0,0 0 0,0 0 0,0 0 0,0 0 0,1 0 0,-1 0 0,0 0 0,0 2 0,-10 31 0,3 17 0,7 10 0,5 9 0,6 2 0,6 5 0,5-2 0,5-5 0,4-6 0,2-6 0,0-7 0,-5-13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01.996"/>
    </inkml:context>
    <inkml:brush xml:id="br0">
      <inkml:brushProperty name="width" value="0.1" units="cm"/>
      <inkml:brushProperty name="height" value="0.1" units="cm"/>
      <inkml:brushProperty name="color" value="#AE198D"/>
      <inkml:brushProperty name="inkEffects" value="galaxy"/>
      <inkml:brushProperty name="anchorX" value="-24312.74023"/>
      <inkml:brushProperty name="anchorY" value="-35140.23047"/>
      <inkml:brushProperty name="scaleFactor" value="0.5"/>
    </inkml:brush>
  </inkml:definitions>
  <inkml:trace contextRef="#ctx0" brushRef="#br0">81 304 24575,'0'0'0,"2"-3"0,5-1 0,3 4 0,3 1 0,1 0 0,2 1 0,3-1 0,1 0 0,7-4 0,2-3 0,3-3 0,4-4 0,0-1 0,-2-2 0,-2-4 0,-6 0 0,-8-3 0,-10 0 0,-8-2 0,-10-2 0,-12 2 0,-10-2 0,-11 5 0,-8 6 0,-4 5 0,0 8 0,3 7 0,5 8 0,41-9 0,0 0 0,0 0 0,0 1 0,-9 6 0,11-7 0,0 1 0,0 0 0,0 0 0,1 1 0,-6 7 0,6-7 0,-1 1 0,1 0 0,0 0 0,-2 10 0,3-9 0,0 0 0,1 1 0,-2 14 0,4-12 0,-1 0 0,1 0 0,2 11 0,0-10 0,1 0 0,8 20 0,18 22 0,8 0 0,10-5 0,7-7 0,5-7 0,3-11 0,-1-8 0,-50-14 0,1 0 0,21-1 0,19-7 0,-13-2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04.082"/>
    </inkml:context>
    <inkml:brush xml:id="br0">
      <inkml:brushProperty name="width" value="0.1" units="cm"/>
      <inkml:brushProperty name="height" value="0.1" units="cm"/>
      <inkml:brushProperty name="color" value="#AE198D"/>
      <inkml:brushProperty name="inkEffects" value="galaxy"/>
      <inkml:brushProperty name="anchorX" value="-25611.24219"/>
      <inkml:brushProperty name="anchorY" value="-36193.73438"/>
      <inkml:brushProperty name="scaleFactor" value="0.5"/>
    </inkml:brush>
  </inkml:definitions>
  <inkml:trace contextRef="#ctx0" brushRef="#br0">407 133 24575,'0'0'0,"0"-2"0,0-5 0,0-6 0,0-3 0,-4-2 0,-5 0 0,-4-1 0,-6 1 0,-5 4 0,-4 7 0,-5 7 0,-5 12 0,-5 12 0,1 10 0,1 10 0,2 12 0,5 9 0,9 8 0,20-51 0,-4 33 0,8-36 0,2 39 0,0-40 0,2 0 0,4 19 0,-2-20 0,1 0 0,7 18 0,-6-23 0,0 1 0,16 22 0,-13-23 0,0 0 0,18 16 0,-16-19 0,0 0 0,24 14 0,-22-16 0,0 0 0,26 7 0,-20-7 0,37 5 0,-32-9 0,33 0 0,-33-4 0,34-4 0,10-4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04.833"/>
    </inkml:context>
    <inkml:brush xml:id="br0">
      <inkml:brushProperty name="width" value="0.1" units="cm"/>
      <inkml:brushProperty name="height" value="0.1" units="cm"/>
      <inkml:brushProperty name="color" value="#AE198D"/>
      <inkml:brushProperty name="inkEffects" value="galaxy"/>
      <inkml:brushProperty name="anchorX" value="-26613.24023"/>
      <inkml:brushProperty name="anchorY" value="-37702.67188"/>
      <inkml:brushProperty name="scaleFactor" value="0.5"/>
    </inkml:brush>
  </inkml:definitions>
  <inkml:trace contextRef="#ctx0" brushRef="#br0">288 639 24575,'0'0'0,"0"-8"0,0-9 0,-4-6 0,-2-5 0,-4 0 0,-6-1 0,-1 5 0,-2 3 0,-4 6 0,1 4 0,1 5 0,1 7 0,1 5 0,2 4 0,0 6 0,0 10 0,5 3 0,-1 4 0,1 2 0,2 2 0,2-2 0,3-1 0,6-4 0,4-5 0,1-3 0,4-6 0,1-5 0,6-5 0,1-6 0,1-6 0,0-4 0,0-3 0,-1-6 0,-1-4 0,-1-1 0,-2 1 0,-5-2 0,-3 2 0,-2 7 0,-3 9 0,-1 12 0,0 9 0,3 8 0,2 9 0,5 4 0,2 2 0,2 0 0,5-5 0,4-3 0,3-5 0,6-6 0,3-10 0,4-8 0,0-9 0,2-10 0,2-9 0,-1-11 0,-2-9 0,-2-11 0,-2-9 0,-8-5 0,-9-6 0,-6-1 0,-6-2 0,-11 3 0,-5 6 0,-6 11 0,-5 13 0,-1 14 0,19 33 0,0 0 0,0 0 0,0 0 0,0 0 0,0 1 0,-1-1 0,1 1 0,-5-3 0,6 3 0,-1 1 0,0-1 0,1 1 0,-1-1 0,1 1 0,-1 0 0,0 0 0,1 0 0,-1 0 0,1 0 0,-1 0 0,0 0 0,-1 1 0,1-1 0,-1 1 0,1 0 0,0-1 0,0 1 0,0 0 0,0 1 0,0-1 0,0 0 0,-2 3 0,0 0 0,1-1 0,0 1 0,0 0 0,0 0 0,-2 5 0,-11 33 0,4 11 0,5 10 0,7 7 0,5 7 0,8-1 0,3-1 0,9-6 0,4-5 0,7-10 0,-28-43 0,2-1 0,12 13 0,-15-17 0,1 0 0,0 0 0,13 7 0,-15-10 0,1 0 0,0-1 0,0 1 0,13 2 0,-14-4 0,0 0 0,1-1 0,0 0 0,-1 0 0,10-1 0,-8 0 0,1-1 0,-1 0 0,16-5 0,-16 3 0,1 0 0,0-1 0,11-7 0,26-26 0,-4-11 0,-2-11 0,-7-5 0,-8-7 0,-8-4 0,-7 4 0,-5 2 0,-7 8 0,-5 12 0,-4 14 0,10 35 0,0-1 0,0 0 0,0 0 0,0 0 0,-1 0 0,1 0 0,-1 1 0,1-1 0,-2-1 0,3 3 0,0 0 0,-1 0 0,1-1 0,-1 1 0,1 0 0,0 0 0,-1-1 0,1 1 0,-1 0 0,1 0 0,-1 0 0,1 0 0,0 0 0,-1 0 0,1 0 0,-1 0 0,1 0 0,-1 0 0,1 0 0,-1 0 0,1 0 0,0 0 0,-1 0 0,1 0 0,-1 1 0,1-1 0,-1 0 0,1 0 0,0 0 0,-1 1 0,-1 0 0,1 0 0,-1 1 0,1-1 0,0 1 0,0-1 0,-1 1 0,1 0 0,0-1 0,-1 4 0,-8 29 0,2 17 0,6 12 0,5 10 0,9 9 0,7 3 0,5 5 0,5-4 0,6-1 0,1-8 0,-6-18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05.943"/>
    </inkml:context>
    <inkml:brush xml:id="br0">
      <inkml:brushProperty name="width" value="0.1" units="cm"/>
      <inkml:brushProperty name="height" value="0.1" units="cm"/>
      <inkml:brushProperty name="color" value="#AE198D"/>
      <inkml:brushProperty name="inkEffects" value="galaxy"/>
      <inkml:brushProperty name="anchorX" value="-28473.625"/>
      <inkml:brushProperty name="anchorY" value="-38784.02344"/>
      <inkml:brushProperty name="scaleFactor" value="0.5"/>
    </inkml:brush>
  </inkml:definitions>
  <inkml:trace contextRef="#ctx0" brushRef="#br0">1 487 24575,'0'0'0,"0"-3"0,0-3 0,0-4 0,0-3 0,3 2 0,1 5 0,2 6 0,0 9 0,-1 11 0,3 9 0,-3 9 0,4 9 0,-3 7 0,3 5 0,-2 1 0,-1-2 0,1-5 0,-1-6 0,-2-6 0,-1-7 0,-1-13 0,-1-11 0,-3-14 0,-5-11 0,-3-12 0,-3-12 0,-2-13 0,0-10 0,1-10 0,4-8 0,3-7 0,3-2 0,5 0 0,8 5 0,4 8 0,7 9 0,-14 53 0,0 0 0,9-15 0,-9 19 0,1 0 0,12-14 0,15-10 0,-28 30 0,0-1 0,0 1 0,14-5 0,18-5 0,0 11 0,-5 7 0,-4 10 0,-5 7 0,-7 5 0,-5 4 0,-9 6 0,-9 0 0,-7 5 0,-6 2 0,-6-2 0,-4 0 0,-2-3 0,-2-2 0,0-2 0,3-4 0,3-5 0,4-2 0,9-7 0,14-16 0,0 0 0,0 1 0,0-1 0,-1 1 0,1-1 0,0 1 0,0-1 0,-1 0 0,1 1 0,0-1 0,0 1 0,0-1 0,0 1 0,0-1 0,0 1 0,0-1 0,0 1 0,0-1 0,0 1 0,0 0 0,10 9 0,9-4 0,10 1 0,8 2 0,6-1 0,4 4 0,2 3 0,-6 4 0,-3 1 0,-9 3 0,-10 3 0,-11 0 0,-10-23 0,0-1 0,0 1 0,0-1 0,0 1 0,0-1 0,-1 1 0,1-1 0,-2 5 0,-12 21 0,-12-1 0,-9-3 0,-6-3 0,-3-1 0,-1-6 0,4-3 0,10-5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06.338"/>
    </inkml:context>
    <inkml:brush xml:id="br0">
      <inkml:brushProperty name="width" value="0.1" units="cm"/>
      <inkml:brushProperty name="height" value="0.1" units="cm"/>
      <inkml:brushProperty name="color" value="#AE198D"/>
      <inkml:brushProperty name="inkEffects" value="galaxy"/>
      <inkml:brushProperty name="anchorX" value="-29502.21484"/>
      <inkml:brushProperty name="anchorY" value="-40048.27344"/>
      <inkml:brushProperty name="scaleFactor" value="0.5"/>
    </inkml:brush>
  </inkml:definitions>
  <inkml:trace contextRef="#ctx0" brushRef="#br0">1 384 24575,'0'0'0,"5"-5"0,9-6 0,6-2 0,2 1 0,0 5 0,-3 6 0,-6 10 0,-4 7 0,-3 11 0,-4 7 0,-1 7 0,-2 5 0,0 2 0,4 1 0,-1 1 0,1 0 0,-1-3 0,0-5 0,-1-6 0,0-6 0,-1-13 0,0-13 0,0-13 0,0-13 0,0-11 0,3-14 0,0-12 0,4-10 0,2-10 0,-1-4 0,3-5 0,1 2 0,1 5 0,5 7 0,0 15 0,1 14 0,0 14 0,-17 30 0,-1-1 0,1 0 0,-1 1 0,1-1 0,-1 1 0,1 0 0,0-1 0,0 1 0,2-1 0,-3 2 0,0 0 0,0 0 0,0 0 0,0 0 0,1 0 0,-1 0 0,0 0 0,0 0 0,0 0 0,0 0 0,0 0 0,0 1 0,0-1 0,0 0 0,0 1 0,0-1 0,2 2 0,-1-1 0,0 1 0,1 0 0,-1 0 0,0 0 0,0 0 0,0 1 0,3 3 0,15 26 0,2 17 0,-1 11 0,0 10 0,1 7 0,0 0 0,-2 2 0,0-2 0,-5-4 0,-5-5 0,-3-16-3823</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06.861"/>
    </inkml:context>
    <inkml:brush xml:id="br0">
      <inkml:brushProperty name="width" value="0.1" units="cm"/>
      <inkml:brushProperty name="height" value="0.1" units="cm"/>
      <inkml:brushProperty name="color" value="#AE198D"/>
      <inkml:brushProperty name="inkEffects" value="galaxy"/>
      <inkml:brushProperty name="anchorX" value="-30894.00586"/>
      <inkml:brushProperty name="anchorY" value="-41249.57422"/>
      <inkml:brushProperty name="scaleFactor" value="0.5"/>
    </inkml:brush>
  </inkml:definitions>
  <inkml:trace contextRef="#ctx0" brushRef="#br0">1 712 24575,'0'0'0,"0"-6"0,0-4 0,3-7 0,4-4 0,6-2 0,2-4 0,9 2 0,5-1 0,5 1 0,6-1 0,1 2 0,2 2 0,-2 2 0,-1 1 0,-6 2 0,-5 1 0,-5 3 0,-3 1 0,-4 2 0,0 7 0,-5 9 0,-4 8 0,1 11 0,0 8 0,-1 11 0,1 7 0,1 10 0,0 5 0,0 2 0,-2-3 0,-1-3 0,-3-5 0,-1-6 0,-2-10 0,-1-8 0,-3-11 0,-1-11 0,4-11 0,0 0 0,0 0 0,-1 0 0,1 0 0,0 0 0,0 0 0,0 0 0,-1 1 0,1-1 0,0 0 0,0 0 0,0 0 0,-1 0 0,1 0 0,0 0 0,0-1 0,0 1 0,-1 0 0,1 0 0,0 0 0,0 0 0,0 0 0,-1 0 0,1 0 0,0 0 0,0 0 0,0 0 0,0-1 0,-1 1 0,1 0 0,0 0 0,0 0 0,0 0 0,0-1 0,0 1 0,-1 0 0,-5-14 0,-3-11 0,2-13 0,-2-14 0,1-10 0,-1-10 0,1-8 0,3-4 0,4-5 0,5 0 0,1 1 0,7 9 0,3 4 0,1 12 0,5 10 0,0 11 0,3 14 0,-21 25 0,0 0 0,1 1 0,-1-1 0,0 1 0,8-3 0,-8 4 0,0 0 0,0 0 0,0 0 0,0 0 0,0 1 0,1-1 0,2 1 0,-3 0 0,0 0 0,0 1 0,-1-1 0,1 1 0,0-1 0,0 1 0,4 2 0,22 13 0,-4 9 0,-1 4 0,-7 7 0,-4 4 0,-6 1 0,-6 2 0,-10-1 0,-4 1 0,-7-2 0,-4-2 0,2-9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07.196"/>
    </inkml:context>
    <inkml:brush xml:id="br0">
      <inkml:brushProperty name="width" value="0.1" units="cm"/>
      <inkml:brushProperty name="height" value="0.1" units="cm"/>
      <inkml:brushProperty name="color" value="#AE198D"/>
      <inkml:brushProperty name="inkEffects" value="galaxy"/>
      <inkml:brushProperty name="anchorX" value="-32472.39453"/>
      <inkml:brushProperty name="anchorY" value="-41816.26953"/>
      <inkml:brushProperty name="scaleFactor" value="0.5"/>
    </inkml:brush>
  </inkml:definitions>
  <inkml:trace contextRef="#ctx0" brushRef="#br0">16 56 24575,'0'0'0,"-2"-3"0,-2-4 0,1-6 0,0-3 0,1 5 0,1 6 0,0 6 0,4 12 0,0 12 0,1 12 0,2 11 0,-1 8 0,0 8 0,-2 8 0,0-12-3823</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07.418"/>
    </inkml:context>
    <inkml:brush xml:id="br0">
      <inkml:brushProperty name="width" value="0.1" units="cm"/>
      <inkml:brushProperty name="height" value="0.1" units="cm"/>
      <inkml:brushProperty name="color" value="#AE198D"/>
      <inkml:brushProperty name="inkEffects" value="galaxy"/>
      <inkml:brushProperty name="anchorX" value="-33334.14453"/>
      <inkml:brushProperty name="anchorY" value="-42983.61719"/>
      <inkml:brushProperty name="scaleFactor" value="0.5"/>
    </inkml:brush>
  </inkml:definitions>
  <inkml:trace contextRef="#ctx0" brushRef="#br0">15 209 24575,'0'0'0,"-3"-5"0,-1-9 0,1-3 0,0-4 0,1-2 0,4 1 0,7 1 0,7 1 0,10 2 0,7 4 0,11 1 0,7 3 0,6 3 0,-8 3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08.276"/>
    </inkml:context>
    <inkml:brush xml:id="br0">
      <inkml:brushProperty name="width" value="0.1" units="cm"/>
      <inkml:brushProperty name="height" value="0.1" units="cm"/>
      <inkml:brushProperty name="color" value="#AE198D"/>
      <inkml:brushProperty name="inkEffects" value="galaxy"/>
      <inkml:brushProperty name="anchorX" value="-34453.625"/>
      <inkml:brushProperty name="anchorY" value="-43621.41797"/>
      <inkml:brushProperty name="scaleFactor" value="0.5"/>
    </inkml:brush>
  </inkml:definitions>
  <inkml:trace contextRef="#ctx0" brushRef="#br0">450 225 24575,'0'0'0,"3"-6"0,1-4 0,2-7 0,1-1 0,1-5 0,-1-3 0,-1 0 0,-5 2 0,-8 2 0,-4 2 0,-8 4 0,-8 6 0,-7 3 0,-6 7 0,-5 6 0,-3 7 0,-1 3 0,0 9 0,2 4 0,4 7 0,10 4 0,28-32 0,0 0 0,0 1 0,-3 10 0,-6 30 0,13-40 0,0 1 0,1-1 0,0 15 0,2-15 0,-1 0 0,1-1 0,7 18 0,-5-15 0,1 1 0,12 17 0,-8-15 0,21 23 0,20 14 0,8-5 0,4 0 0,3-5 0,-1-2 0,-7-2 0,-10-6 0,-13-2 0,-15-3 0,-18-24 0,0-1 0,-1 1 0,1 0 0,0 0 0,-1 0 0,1 0 0,-1-1 0,0 1 0,0 0 0,1 3 0,-2-4 0,1 0 0,-1 1 0,1-1 0,-1 1 0,1-1 0,-1 0 0,1 1 0,-1-1 0,0 0 0,0 0 0,1 0 0,-1 0 0,-2 2 0,-22 15 0,-13-1 0,-15-5 0,-8-3 0,-5-3 0,-2-3 0,2-5 0,8-1 0,13-1-3823</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08.666"/>
    </inkml:context>
    <inkml:brush xml:id="br0">
      <inkml:brushProperty name="width" value="0.1" units="cm"/>
      <inkml:brushProperty name="height" value="0.1" units="cm"/>
      <inkml:brushProperty name="color" value="#AE198D"/>
      <inkml:brushProperty name="inkEffects" value="galaxy"/>
      <inkml:brushProperty name="anchorX" value="-33207.77734"/>
      <inkml:brushProperty name="anchorY" value="-43458.85938"/>
      <inkml:brushProperty name="scaleFactor" value="0.5"/>
    </inkml:brush>
  </inkml:definitions>
  <inkml:trace contextRef="#ctx0" brushRef="#br0">213 124 24575,'0'0'0,"0"-5"0,-3-6 0,-3-2 0,-1-2 0,-2-2 0,-2 0 0,-2 7 0,-2 6 0,0 10 0,-1 9 0,-4 10 0,0 10 0,1 9 0,-1 8 0,5 9 0,4 5 0,4-2 0,4 2 0,1-8 0,8-4 0,4-9 0,7-9 0,-14-32 0,-1-1 0,1 1 0,0-1 0,0 0 0,6 5 0,-6-6 0,0 0 0,0-1 0,-1 1 0,1-1 0,0 0 0,0 0 0,1 0 0,2 1 0,-2-1 0,0-1 0,1 1 0,-1-1 0,1 0 0,6 0 0,28-10 0,3-9 0,0-13 0,-2-8 0,-1-12 0,-6-7 0,-5-8 0,-8-3 0,-10 0 0,-9 3 0,-2 52 0,-1-1 0,-4-15 0,-9-23 0,-7 10 0,19 39 0,0 0 0,-1 0 0,0 0 0,-8-6 0,10 9 0,-1-1 0,0 1 0,0 0 0,-1 0 0,1 1 0,0-1 0,-5-1 0,4 2 0,1 0 0,0 0 0,-1 0 0,1 1 0,-1-1 0,1 1 0,-5 0 0,-18 2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08.870"/>
    </inkml:context>
    <inkml:brush xml:id="br0">
      <inkml:brushProperty name="width" value="0.1" units="cm"/>
      <inkml:brushProperty name="height" value="0.1" units="cm"/>
      <inkml:brushProperty name="color" value="#AE198D"/>
      <inkml:brushProperty name="inkEffects" value="galaxy"/>
      <inkml:brushProperty name="anchorX" value="-34095.66406"/>
      <inkml:brushProperty name="anchorY" value="-44183.55469"/>
      <inkml:brushProperty name="scaleFactor" value="0.5"/>
    </inkml:brush>
  </inkml:definitions>
  <inkml:trace contextRef="#ctx0" brushRef="#br0">0 117 24575,'0'0'0,"5"3"0,3 4 0,2 3 0,2-1 0,5-4 0,1-6 0,4-4 0,7-6 0,6-2 0,8-3 0,8 0 0,2-1 0,2-1 0,-1 1 0,-5 4 0,-4 0 0,-11 3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09.213"/>
    </inkml:context>
    <inkml:brush xml:id="br0">
      <inkml:brushProperty name="width" value="0.1" units="cm"/>
      <inkml:brushProperty name="height" value="0.1" units="cm"/>
      <inkml:brushProperty name="color" value="#AE198D"/>
      <inkml:brushProperty name="inkEffects" value="galaxy"/>
      <inkml:brushProperty name="anchorX" value="-35481.91406"/>
      <inkml:brushProperty name="anchorY" value="-44913.60156"/>
      <inkml:brushProperty name="scaleFactor" value="0.5"/>
    </inkml:brush>
  </inkml:definitions>
  <inkml:trace contextRef="#ctx0" brushRef="#br0">222 204 24575,'0'0'0,"2"-3"0,2-7 0,-1-6 0,0-7 0,-1-4 0,-4 0 0,-4-2 0,-3 3 0,-4 5 0,-5 6 0,-1 8 0,-4 9 0,0 5 0,-2 12 0,1 9 0,2 9 0,1 5 0,5 8 0,5 2 0,8 5 0,5-1 0,10-1 0,7-5 0,9-4 0,8-6 0,-28-34 0,0 0 0,0 0 0,13 6 0,-11-6 0,0-2 0,22 7 0,26 2 0,-9-6-3823</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09.740"/>
    </inkml:context>
    <inkml:brush xml:id="br0">
      <inkml:brushProperty name="width" value="0.1" units="cm"/>
      <inkml:brushProperty name="height" value="0.1" units="cm"/>
      <inkml:brushProperty name="color" value="#AE198D"/>
      <inkml:brushProperty name="inkEffects" value="galaxy"/>
      <inkml:brushProperty name="anchorX" value="-36409.06641"/>
      <inkml:brushProperty name="anchorY" value="-46168.08984"/>
      <inkml:brushProperty name="scaleFactor" value="0.5"/>
    </inkml:brush>
  </inkml:definitions>
  <inkml:trace contextRef="#ctx0" brushRef="#br0">65 293 24575,'0'0'0,"-3"-5"0,-4-6 0,-3-2 0,1-2 0,-2 1 0,2 7 0,1 9 0,4 7 0,1 11 0,4 6 0,2 11 0,4 7 0,-1 6 0,0 3 0,1 5 0,0-2 0,-2 0 0,-2-6 0,-1-4 0,0-9 0,-2-7 0,-3-9 0,-1-11 0,-2-9 0,-1-11 0,2-9 0,1-9 0,1-12 0,1-9 0,2-10 0,-1-9 0,5-6 0,2-1 0,8-2 0,2 5 0,5 5 0,4 7 0,3 11 0,3 10 0,-26 34 0,0 1 0,1-1 0,-1 1 0,9-4 0,22-9 0,-3 12 0,-29 5 0,0 1 0,0-1 0,0 1 0,0 0 0,0 0 0,4 2 0,21 13 0,-8 8 0,-6 5 0,-6 7 0,-11 4 0,-9 4 0,-9 0 0,-6 1 0,-8-3 0,-5-2 0,-1-2 0,0-6 0,4-5 0,6-4 0,5-4 0,7-2 0,9-1 0,9 0 0,10 2 0,9 0 0,6 4 0,4 3 0,3 3 0,2 1 0,3-1 0,0 1 0,0-3 0,-1-6 0,-2-2 0,-6-6-3823</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09.932"/>
    </inkml:context>
    <inkml:brush xml:id="br0">
      <inkml:brushProperty name="width" value="0.1" units="cm"/>
      <inkml:brushProperty name="height" value="0.1" units="cm"/>
      <inkml:brushProperty name="color" value="#AE198D"/>
      <inkml:brushProperty name="inkEffects" value="galaxy"/>
      <inkml:brushProperty name="anchorX" value="-37588.71094"/>
      <inkml:brushProperty name="anchorY" value="-47550.12109"/>
      <inkml:brushProperty name="scaleFactor" value="0.5"/>
    </inkml:brush>
  </inkml:definitions>
  <inkml:trace contextRef="#ctx0" brushRef="#br0">0 193 24575,'0'0'0,"0"-11"0,0-17 0,0-5 0,0-4 0,0 2 0,3 7 0,1 11 0,-4 17 0,0 0 0,0 0 0,0-1 0,0 1 0,0 0 0,0 0 0,1 0 0,-1-1 0,0 1 0,0 0 0,0 0 0,0 0 0,0 0 0,0-1 0,1 1 0,-1 0 0,0 0 0,0 0 0,0 0 0,0 0 0,1 0 0,-1-1 0,0 1 0,0 0 0,0 0 0,1 0 0,-1 0 0,0 0 0,0 0 0,0 0 0,1 0 0,-1 0 0,0 0 0,0 0 0,0 0 0,1 0 0,-1 0 0,0 0 0,10 13 0,-2 16 0,3 20 0,-3 18 0,2 13 0,-2 16 0,-2 10 0,-5 9 0,-2-19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11.134"/>
    </inkml:context>
    <inkml:brush xml:id="br0">
      <inkml:brushProperty name="width" value="0.1" units="cm"/>
      <inkml:brushProperty name="height" value="0.1" units="cm"/>
      <inkml:brushProperty name="color" value="#AE198D"/>
      <inkml:brushProperty name="inkEffects" value="galaxy"/>
      <inkml:brushProperty name="anchorX" value="-38509.48438"/>
      <inkml:brushProperty name="anchorY" value="-48855.08594"/>
      <inkml:brushProperty name="scaleFactor" value="0.5"/>
    </inkml:brush>
  </inkml:definitions>
  <inkml:trace contextRef="#ctx0" brushRef="#br0">41 71 24575,'0'0'0,"-3"3"0,-4 1 0,-3-1 0,-2 0 0,4-1 0,11-1 0,14 0 0,17-4 0,16 0 0,17-4 0,12 1 0,10-3 0,2 2 0,1-2 0,-9 1 0,-9-1 0,-13 1 0,-13 3 0,-15-3 0,-12 3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11.380"/>
    </inkml:context>
    <inkml:brush xml:id="br0">
      <inkml:brushProperty name="width" value="0.1" units="cm"/>
      <inkml:brushProperty name="height" value="0.1" units="cm"/>
      <inkml:brushProperty name="color" value="#AE198D"/>
      <inkml:brushProperty name="inkEffects" value="galaxy"/>
      <inkml:brushProperty name="anchorX" value="-40157.98438"/>
      <inkml:brushProperty name="anchorY" value="-49630.92969"/>
      <inkml:brushProperty name="scaleFactor" value="0.5"/>
    </inkml:brush>
  </inkml:definitions>
  <inkml:trace contextRef="#ctx0" brushRef="#br0">24 90 24575,'0'0'0,"-3"-3"0,-1-4 0,1-3 0,0-3 0,-2-1 0,1-2 0,3 3 0,4 3 0,5 6 0,4 7 0,5 7 0,8 6 0,5 5 0,6 4 0,4 4 0,1 5 0,3 2 0,-6 0 0,-4 0 0,-10-1 0,-23-30 0,1-1 0,0 0 0,-1 1 0,1-1 0,-1 1 0,0 6 0,0-8 0,-1 2 0,0-1 0,-1 0 0,1 0 0,-1 1 0,-1 6 0,0-6 0,0 0 0,0 0 0,0 0 0,-1-1 0,-5 8 0,-25 26 0,-16 0 0,3-8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12.186"/>
    </inkml:context>
    <inkml:brush xml:id="br0">
      <inkml:brushProperty name="width" value="0.1" units="cm"/>
      <inkml:brushProperty name="height" value="0.1" units="cm"/>
      <inkml:brushProperty name="color" value="#AE198D"/>
      <inkml:brushProperty name="inkEffects" value="galaxy"/>
      <inkml:brushProperty name="anchorX" value="-41193.75391"/>
      <inkml:brushProperty name="anchorY" value="-50885.07422"/>
      <inkml:brushProperty name="scaleFactor" value="0.5"/>
    </inkml:brush>
  </inkml:definitions>
  <inkml:trace contextRef="#ctx0" brushRef="#br0">114 16 24575,'0'0'0,"-5"0"0,-9 3 0,-3 1 0,-4-1 0,-2 0 0,4 2 0,8 0 0,7-1 0,15-1 0,12-1 0,13-1 0,15-4 0,11 0 0,7-1 0,5-2 0,3 1 0,0-3 0,-6-2 0,-15 1-3823</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12.388"/>
    </inkml:context>
    <inkml:brush xml:id="br0">
      <inkml:brushProperty name="width" value="0.1" units="cm"/>
      <inkml:brushProperty name="height" value="0.1" units="cm"/>
      <inkml:brushProperty name="color" value="#AE198D"/>
      <inkml:brushProperty name="inkEffects" value="galaxy"/>
      <inkml:brushProperty name="anchorX" value="-42533.16406"/>
      <inkml:brushProperty name="anchorY" value="-51716.4375"/>
      <inkml:brushProperty name="scaleFactor" value="0.5"/>
    </inkml:brush>
  </inkml:definitions>
  <inkml:trace contextRef="#ctx0" brushRef="#br0">53 82 24575,'0'0'0,"-5"0"0,-6-3 0,1-3 0,-2-4 0,2-3 0,6-1 0,5 1 0,5 3 0,5 4 0,6 1 0,6 3 0,3 8 0,4 4 0,2 10 0,0 8 0,-2 9 0,-3 6 0,-7 6 0,-9 3 0,-11-42 0,0 0 0,0 1 0,-2 11 0,0-13 0,0 1 0,0-1 0,-7 16 0,4-13 0,-1-1 0,-11 18 0,9-20 0,0 1 0,-19 18 0,-14 9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12.874"/>
    </inkml:context>
    <inkml:brush xml:id="br0">
      <inkml:brushProperty name="width" value="0.1" units="cm"/>
      <inkml:brushProperty name="height" value="0.1" units="cm"/>
      <inkml:brushProperty name="color" value="#AE198D"/>
      <inkml:brushProperty name="inkEffects" value="galaxy"/>
      <inkml:brushProperty name="anchorX" value="-43464.88672"/>
      <inkml:brushProperty name="anchorY" value="-52967.64063"/>
      <inkml:brushProperty name="scaleFactor" value="0.5"/>
    </inkml:brush>
  </inkml:definitions>
  <inkml:trace contextRef="#ctx0" brushRef="#br0">885 17 24575,'0'0'0,"2"0"0,5 0 0,3 0 0,-7-3 0,-8-1 0,-9 1 0,-13 0 0,-10 1 0,-13 1 0,-10 0 0,-10 1 0,-6 3 0,-4 1 0,-2 2 0,0 0 0,3 3 0,3-2 0,10-1 0,7-1 0,16-3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13.144"/>
    </inkml:context>
    <inkml:brush xml:id="br0">
      <inkml:brushProperty name="width" value="0.1" units="cm"/>
      <inkml:brushProperty name="height" value="0.1" units="cm"/>
      <inkml:brushProperty name="color" value="#AE198D"/>
      <inkml:brushProperty name="inkEffects" value="galaxy"/>
      <inkml:brushProperty name="anchorX" value="-41734.12891"/>
      <inkml:brushProperty name="anchorY" value="-52152.55469"/>
      <inkml:brushProperty name="scaleFactor" value="0.5"/>
    </inkml:brush>
  </inkml:definitions>
  <inkml:trace contextRef="#ctx0" brushRef="#br0">242 10 24575,'0'0'0,"2"0"0,2-3 0,3 0 0,-5-1 0,-3 5 0,-5 0 0,-7 4 0,-3 4 0,-5 2 0,-8 3 0,0 1 0,-2 2 0,0-1 0,2 1 0,7 0 0,6-1 0,5 1 0,9 2 0,7 1 0,8 2 0,7 3 0,8 6 0,8 3 0,3 0 0,-7-5-3823</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13.691"/>
    </inkml:context>
    <inkml:brush xml:id="br0">
      <inkml:brushProperty name="width" value="0.1" units="cm"/>
      <inkml:brushProperty name="height" value="0.1" units="cm"/>
      <inkml:brushProperty name="color" value="#AE198D"/>
      <inkml:brushProperty name="inkEffects" value="galaxy"/>
      <inkml:brushProperty name="anchorX" value="-40819.3125"/>
      <inkml:brushProperty name="anchorY" value="-51665.23047"/>
      <inkml:brushProperty name="scaleFactor" value="0.5"/>
    </inkml:brush>
  </inkml:definitions>
  <inkml:trace contextRef="#ctx0" brushRef="#br0">1334 80 24575,'0'0'0,"0"-3"0,3-1 0,0-2 0,1-3 0,-5-3 0,-3 1 0,-8 3 0,-10-2 0,-11 3 0,-15 2 0,-12 1 0,-16 5 0,-9 1 0,-15 5 0,-7 2 0,-6 0 0,-2 2 0,3 1 0,5 2 0,12 0 0,9-1 0,16-1 0,12-2 0,18-3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13.991"/>
    </inkml:context>
    <inkml:brush xml:id="br0">
      <inkml:brushProperty name="width" value="0.1" units="cm"/>
      <inkml:brushProperty name="height" value="0.1" units="cm"/>
      <inkml:brushProperty name="color" value="#AE198D"/>
      <inkml:brushProperty name="inkEffects" value="galaxy"/>
      <inkml:brushProperty name="anchorX" value="-38638.82422"/>
      <inkml:brushProperty name="anchorY" value="-50860.75781"/>
      <inkml:brushProperty name="scaleFactor" value="0.5"/>
    </inkml:brush>
  </inkml:definitions>
  <inkml:trace contextRef="#ctx0" brushRef="#br0">358 37 24575,'0'0'0,"0"-3"0,0-4 0,0-2 0,-6-1 0,-4 6 0,-6 1 0,-6 6 0,-4 4 0,-4 0 0,-1 3 0,-5 2 0,-1-1 0,4 1 0,0 0 0,5 1 0,7 2 0,6 0 0,6 4 0,4 3 0,7 5 0,8 1 0,10 9 0,11 5 0,7 4 0,8 5 0,-5-8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16.676"/>
    </inkml:context>
    <inkml:brush xml:id="br0">
      <inkml:brushProperty name="width" value="0.1" units="cm"/>
      <inkml:brushProperty name="height" value="0.1" units="cm"/>
      <inkml:brushProperty name="color" value="#AE198D"/>
      <inkml:brushProperty name="inkEffects" value="galaxy"/>
      <inkml:brushProperty name="anchorX" value="-37622.41406"/>
      <inkml:brushProperty name="anchorY" value="-50410.15234"/>
      <inkml:brushProperty name="scaleFactor" value="0.5"/>
    </inkml:brush>
  </inkml:definitions>
  <inkml:trace contextRef="#ctx0" brushRef="#br0">15 4257 24575,'0'0'0,"0"3"0,-3 1 0,0-4 0,-1-4 0,2-4 0,0-6 0,4-10 0,7-8 0,7-10 0,9-11 0,15-14 0,13-14 0,18-15 0,25-19 0,24-17-1595,32-16 2050,30-19-683,34-15-3201,31-13 4409,32-15-5293,24-9 5289,22-2-1489,12-4-3198,7 7 4766,-5 5-1583,-10 9 528,-17 17 0,-24 13-1528,-28 12 1965,-28 15-656,-29 13 601,-33 13-491,-31 17 2030,-28 14-2454,-25 14 4617,-24 16-5174,-20 11 5425,-17 11-5418,-12 11 4306,-9 11-3989,-4 16 830,0-1 0,0 1 0,0 0 0,0 0 1,0-1-1,0 1 0,0 0 0,0-1 1,0 1-1,0 0 0,0 0 0,0-1 0,0 1 1,-1 0-1,1 0 0,0-1 0,0 1 1,0 0-1,0 0 0,-1 0 0,1-1 0,0 1 1,0 0-1,0 0 0,-1 0 0,1 0 0,0-1 1,-1 1-1,-8-2-487,-1 3 806</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17.012"/>
    </inkml:context>
    <inkml:brush xml:id="br0">
      <inkml:brushProperty name="width" value="0.1" units="cm"/>
      <inkml:brushProperty name="height" value="0.1" units="cm"/>
      <inkml:brushProperty name="color" value="#AE198D"/>
      <inkml:brushProperty name="inkEffects" value="galaxy"/>
      <inkml:brushProperty name="anchorX" value="-43863.30469"/>
      <inkml:brushProperty name="anchorY" value="-47001.28906"/>
      <inkml:brushProperty name="scaleFactor" value="0.5"/>
    </inkml:brush>
  </inkml:definitions>
  <inkml:trace contextRef="#ctx0" brushRef="#br0">183 59 24575,'0'0'0,"-6"-3"0,-8-1 0,-2-2 0,-6 0 0,-1-3 0,1 2 0,1 1 0,2 2 0,0 1 0,5 5 0,7 1 0,11 0 0,6 0 0,7-1 0,10 0 0,4-1 0,7-1 0,4 0 0,3 0 0,-1-3 0,-2-1 0,-3 1 0,-5-3 0,-6 1 0,-5 0 0,-6 5 0,-6 7 0,-5 8 0,-7 10 0,-5 9 0,-1 9 0,-3 8 0,-2 10 0,-2 4 0,-2 6 0,4-12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17.709"/>
    </inkml:context>
    <inkml:brush xml:id="br0">
      <inkml:brushProperty name="width" value="0.1" units="cm"/>
      <inkml:brushProperty name="height" value="0.1" units="cm"/>
      <inkml:brushProperty name="color" value="#AE198D"/>
      <inkml:brushProperty name="inkEffects" value="galaxy"/>
      <inkml:brushProperty name="anchorX" value="-44907.02344"/>
      <inkml:brushProperty name="anchorY" value="-48221.44531"/>
      <inkml:brushProperty name="scaleFactor" value="0.5"/>
    </inkml:brush>
  </inkml:definitions>
  <inkml:trace contextRef="#ctx0" brushRef="#br0">5507 0 24575,'0'0'0,"3"0"0,-3 0 0,-3 3 0,-4 4 0,-7 3 0,-5 5 0,-6 6 0,-7 8 0,-9 10 0,-11 8 0,-13 8 0,-18 11 0,-16 8 0,-16 7 0,-19 10-1179,-19 11 1516,-16 10-506,-18 10-2235,-15 13 3091,-15 9-1030,-10 12-2697,-8 8 3908,-9 6-1302,-2 8 434,-1 6 0,1 5-3034,0 2 3901,5 2-1300,8 1 433,11-3 0,12-3 0,12-7-1424,16-10 1831,17-12-611,13-10 380,21-13-226,18-12 75,17-11 1690,20-14-2205,17-13 735,12-12 2888,13-14-4028,12-15 4354,8-11-4320,8-9 3444,5-9-1997,3-22-841,3-5 382,1-5-127,-2-1 0,0-1 0,2 0 0,-1 0 0,-1 1 0,-1 0 0,-1 0 0,2 4 0,0 0 0,-1 1 0,3-2 0,-1 0 0,2-1 0,0 3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18.014"/>
    </inkml:context>
    <inkml:brush xml:id="br0">
      <inkml:brushProperty name="width" value="0.1" units="cm"/>
      <inkml:brushProperty name="height" value="0.1" units="cm"/>
      <inkml:brushProperty name="color" value="#AE198D"/>
      <inkml:brushProperty name="inkEffects" value="galaxy"/>
      <inkml:brushProperty name="anchorX" value="-38630.22656"/>
      <inkml:brushProperty name="anchorY" value="-51749.96484"/>
      <inkml:brushProperty name="scaleFactor" value="0.5"/>
    </inkml:brush>
  </inkml:definitions>
  <inkml:trace contextRef="#ctx0" brushRef="#br0">130 93 24575,'0'0'0,"0"-6"0,0-5 0,0-2 0,0-2 0,0-1 0,0-1 0,0 6 0,0 7 0,0 7 0,-3 9 0,0 7 0,-4 9 0,-2 8 0,-3 8 0,-2 5 0,-1 6 0,-1 1 0,0-1 0,2-5 0,4-4 0,4-9 0,2-6 0,5-10 0,0-20 0,-1 0 0,1 0 0,-1 0 0,0 0 0,1 0 0,-1 0 0,1 0 0,0 0 0,-1 0 0,1-1 0,0 1 0,-1 0 0,2 1 0,15 5 0,6-4 0,5-6 0,6-1 0,5-1 0,4-3 0,3 2 0,2 0 0,-2 5 0,-7 8 0,-9 2-3823</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34.884"/>
    </inkml:context>
    <inkml:brush xml:id="br0">
      <inkml:brushProperty name="width" value="0.05" units="cm"/>
      <inkml:brushProperty name="height" value="0.05" units="cm"/>
      <inkml:brushProperty name="color" value="#66CC00"/>
    </inkml:brush>
  </inkml:definitions>
  <inkml:trace contextRef="#ctx0" brushRef="#br0">58 126 24575,'0'-1'0,"0"1"0,-1-1 0,1 0 0,-1 0 0,1 1 0,0-1 0,-1 0 0,0 1 0,1-1 0,-1 1 0,1-1 0,-1 0 0,0 1 0,1 0 0,-1-1 0,0 1 0,1-1 0,-1 1 0,0 0 0,0-1 0,-1 1 0,-22-8 0,17 6 0,6 2 0,1 0 0,-1 0 0,1 0 0,-1 0 0,1 0 0,-1 0 0,1-1 0,-1 1 0,1 0 0,-1 0 0,1 0 0,-1-1 0,1 1 0,0 0 0,-1-1 0,1 1 0,-1 0 0,1-1 0,0 1 0,-1 0 0,1-1 0,0 1 0,0-1 0,-1 1 0,1 0 0,0-1 0,0 1 0,-1-1 0,1 1 0,0-1 0,0 1 0,0-1 0,0 1 0,0-2 0,0 1 0,1 0 0,0 1 0,0-1 0,0 0 0,0 0 0,0 0 0,0 0 0,0 1 0,0-1 0,0 0 0,0 1 0,0-1 0,2 0 0,45-14 0,-45 14 0,97-21 0,2 4 0,147-7 0,208 30 0,-61 35 0,-305-25 0,-2 4 0,116 40 0,-172-47 0,-1 1 0,-1 1 0,0 1 0,-1 2 0,-1 1 0,0 2 0,-2 0 0,0 2 0,-1 1 0,-2 1 0,0 1 0,38 54 0,-30-29 0,-3 1 0,-1 1 0,28 78 0,-30-54 0,30 151 0,-14 87 0,-21 3 0,-13-168 0,3-8 0,29 147 0,-27-225 0,3 0 0,3-1 0,2-1 0,48 97 0,-53-131 0,0 0 0,2 0 0,1-2 0,0 0 0,2-1 0,1-2 0,1 0 0,28 21 0,-22-23 0,1 0 0,1-3 0,0 0 0,1-2 0,0-1 0,2-2 0,36 9 0,31 1-77,2-4 0,0-5 0,147 1 0,312-33-232,226-56 309,-701 58-851,-73 14-5872</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35.164"/>
    </inkml:context>
    <inkml:brush xml:id="br0">
      <inkml:brushProperty name="width" value="0.05" units="cm"/>
      <inkml:brushProperty name="height" value="0.05" units="cm"/>
      <inkml:brushProperty name="color" value="#66CC00"/>
    </inkml:brush>
  </inkml:definitions>
  <inkml:trace contextRef="#ctx0" brushRef="#br0">43 1 24575,'-39'0'0,"38"0"0,1 0 0,0 0 0,0 0 0,0 0 0,0 1 0,0-1 0,0 0 0,-1 0 0,1 0 0,0 0 0,0 0 0,0 0 0,0 0 0,0 0 0,0 0 0,0 0 0,0 0 0,-1 1 0,1-1 0,0 0 0,0 0 0,0 0 0,0 0 0,0 0 0,0 0 0,0 1 0,0-1 0,0 0 0,0 0 0,0 0 0,0 0 0,0 0 0,0 0 0,0 1 0,0-1 0,0 0 0,0 0 0,0 0 0,0 0 0,0 0 0,0 0 0,0 1 0,0-1 0,0 0 0,0 0 0,0 0 0,0 0 0,0 0 0,1 0 0,-1 1 0,0-1 0,0 0 0,0 0 0,0 0 0,0 0 0,0 0 0,0 0 0,1 0 0,-1 0 0,0 0 0,0 0 0,0 0 0,0 0 0,0 0 0,0 0 0,1 0 0,-1 0 0,0 0 0,0 0 0,11 7 0,-11-7 0,61 30 0,90 50 0,-129-67 0,-1 1 0,-1 1 0,0 1 0,28 30 0,-42-40 0,-1 1 0,0 0 0,0 0 0,0 0 0,-1 1 0,0 0 0,0 0 0,-1 0 0,0 0 0,2 11 0,-3-13 0,-2 0 0,1 0 0,-1 0 0,0 0 0,0 0 0,0 0 0,-1 0 0,0 0 0,-1 0 0,1 0 0,-1 0 0,0-1 0,0 1 0,-1 0 0,-4 8 0,-2-3 49,0 1 0,0-1 0,-1 0-1,0-1 1,0 0 0,-20 14 0,-2-2-903,-43 21 1,17-13-5973</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36.074"/>
    </inkml:context>
    <inkml:brush xml:id="br0">
      <inkml:brushProperty name="width" value="0.05" units="cm"/>
      <inkml:brushProperty name="height" value="0.05" units="cm"/>
      <inkml:brushProperty name="color" value="#66CC00"/>
    </inkml:brush>
  </inkml:definitions>
  <inkml:trace contextRef="#ctx0" brushRef="#br0">81 81 24575,'-18'0'0,"9"0"0,1 1 0,-1-2 0,1 1 0,-12-3 0,19 3 0,1 0 0,-1 0 0,1 0 0,0 0 0,-1 0 0,1-1 0,0 1 0,-1 0 0,1 0 0,0 0 0,-1 0 0,1 0 0,0 0 0,0-1 0,-1 1 0,1 0 0,0 0 0,-1 0 0,1-1 0,0 1 0,0 0 0,0 0 0,-1-1 0,1 1 0,0 0 0,0-1 0,0 1 0,-1 0 0,1-1 0,0 1 0,8-7 0,18-2 0,64-9 0,156-10 0,95 19 0,171 24-338,-415-6 254,0 4-1,-1 5 0,116 37 1,-176-43 140,0 1 1,0 3-1,-2 0 0,0 3 1,34 23-1,-49-28-22,-1 1 0,-1 0 0,0 1-1,-1 1 1,0 1 0,-2 0 0,0 1 0,-1 1-1,16 31 1,-15-16-34,-1 0 0,-2 1 0,-1 0 0,7 63 0,-16-92 0,1 1 0,-1-1 0,1 0 0,1 0 0,-1 0 0,1 0 0,1 0 0,-1-1 0,1 1 0,7 9 0,-7-12 0,1 1 0,0-1 0,0 0 0,1 0 0,-1 0 0,1-1 0,-1 1 0,1-1 0,0-1 0,0 1 0,1-1 0,8 2 0,30 4 0,0-2 0,0-2 0,84-3 0,-110-2 0,604-46 0,-387 23 0,565-38 0,-663 50-1365,-128 10-5461</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36.339"/>
    </inkml:context>
    <inkml:brush xml:id="br0">
      <inkml:brushProperty name="width" value="0.05" units="cm"/>
      <inkml:brushProperty name="height" value="0.05" units="cm"/>
      <inkml:brushProperty name="color" value="#66CC00"/>
    </inkml:brush>
  </inkml:definitions>
  <inkml:trace contextRef="#ctx0" brushRef="#br0">0 0 24575,'21'3'0,"0"0"0,-1 2 0,1 0 0,28 12 0,105 48 0,-135-56 0,-1 1 0,0 1 0,0 0 0,-1 1 0,22 21 0,-34-28 0,-1 0 0,1 1 0,-1-1 0,0 1 0,0 0 0,0 0 0,-1 0 0,4 12 0,-6-14 0,1 1 0,-1-1 0,-1 1 0,1 0 0,-1-1 0,0 1 0,0 0 0,0 0 0,-1-1 0,1 1 0,-1 0 0,0-1 0,-1 1 0,-1 5 0,-1-2 49,0 1 0,-1-1 0,0 0-1,0 0 1,-1 0 0,-13 13 0,2-4-903,-30 22 1,-5-3-5973</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37.346"/>
    </inkml:context>
    <inkml:brush xml:id="br0">
      <inkml:brushProperty name="width" value="0.05" units="cm"/>
      <inkml:brushProperty name="height" value="0.05" units="cm"/>
      <inkml:brushProperty name="color" value="#66CC00"/>
    </inkml:brush>
  </inkml:definitions>
  <inkml:trace contextRef="#ctx0" brushRef="#br0">82 1594 24575,'-6'-3'0,"-33"-15"0,37 17 0,0 0 0,-1 0 0,1 0 0,0 1 0,0-1 0,0 1 0,-1 0 0,1-1 0,0 1 0,-1 0 0,1 1 0,0-1 0,0 0 0,-4 1 0,38 11 0,34-2 0,125 2 0,-141-11 0,364 1-1098,443-54 0,-343-24 840,-381 47 211,232-84-1,-296 84-118,-1-2 0,73-46 0,-93 47 145,-1-3 1,-2-2 0,63-61-1,-82 69 138,-1-1-1,-1-2 1,-1 0-1,-2-2 1,-1 0-1,17-39 1,-26 44 126,0 0 1,-2-1 0,-1 0-1,-1-1 1,-2 1 0,-1-2-1,-1 1 1,-1-48-1,-3 53-212,-2 0-1,0 0 0,-2 1 0,-9-31 0,-1 12-45,-27-54 0,40 92 15,0 0 0,0 0 0,0 0 0,0 0 0,1-1 0,-1 1 0,-1-10 0,3 13 0,1 0 0,-1-1 0,0 1 0,0 0 0,0 0 0,1 0 0,-1-1 0,1 1 0,-1 0 0,1 0 0,-1 0 0,1 0 0,0 0 0,-1 0 0,1 0 0,0 0 0,0 0 0,0 0 0,0 0 0,0 0 0,0 1 0,0-1 0,0 0 0,0 1 0,0-1 0,0 1 0,0-1 0,0 1 0,1-1 0,-1 1 0,2 0 0,24-7 0,0 2 0,1 1 0,37-1 0,-2 0 0,154-21 0,149-14 0,-329 39-1365,-24 1-5461</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37.579"/>
    </inkml:context>
    <inkml:brush xml:id="br0">
      <inkml:brushProperty name="width" value="0.05" units="cm"/>
      <inkml:brushProperty name="height" value="0.05" units="cm"/>
      <inkml:brushProperty name="color" value="#66CC00"/>
    </inkml:brush>
  </inkml:definitions>
  <inkml:trace contextRef="#ctx0" brushRef="#br0">56 27 24575,'-3'0'0,"-1"-1"0,0 0 0,1-1 0,-1 1 0,1-1 0,-1 1 0,1-1 0,-5-4 0,-11-4 0,58 38 0,4-2 0,86 54 0,-103-62 0,0 2 0,38 38 0,-58-52 0,0 0 0,0 1 0,-1-1 0,0 1 0,-1 0 0,0 1 0,0-1 0,0 1 0,-1-1 0,0 1 0,3 14 0,-5-16 0,-1 0 0,0-1 0,0 1 0,0-1 0,-1 1 0,0-1 0,0 1 0,0-1 0,0 1 0,-1-1 0,0 0 0,0 0 0,-1 0 0,1 0 0,-1 0 0,0 0 0,-1-1 0,1 1 0,-5 4 0,-7 6-455,-1 0 0,-20 15 0,-43 26-6371</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42.568"/>
    </inkml:context>
    <inkml:brush xml:id="br0">
      <inkml:brushProperty name="width" value="0.05" units="cm"/>
      <inkml:brushProperty name="height" value="0.05" units="cm"/>
      <inkml:brushProperty name="color" value="#66CC00"/>
    </inkml:brush>
  </inkml:definitions>
  <inkml:trace contextRef="#ctx0" brushRef="#br0">66 14 24575,'-3'0'0,"-6"0"0,-4 0 0,-6 0 0,3 0 0,10 0 0,12 0 0,10 0 0,7 0 0,6 0 0,6 0 0,3-3 0,-3-1 0,-2 1 0,-6 0-8191</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42.769"/>
    </inkml:context>
    <inkml:brush xml:id="br0">
      <inkml:brushProperty name="width" value="0.05" units="cm"/>
      <inkml:brushProperty name="height" value="0.05" units="cm"/>
      <inkml:brushProperty name="color" value="#66CC00"/>
    </inkml:brush>
  </inkml:definitions>
  <inkml:trace contextRef="#ctx0" brushRef="#br0">14 8 24575,'-3'-3'0,"-3"-1"0,1 4 0,5 3 0,6 8 0,0 7 0,3 5 0,0 6 0,1 4 0,-1 7 0,0 0 0,-1 3 0,-2-1 0,-2-3 0,-1-1 0,-2-8-8191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42.940"/>
    </inkml:context>
    <inkml:brush xml:id="br0">
      <inkml:brushProperty name="width" value="0.05" units="cm"/>
      <inkml:brushProperty name="height" value="0.05" units="cm"/>
      <inkml:brushProperty name="color" value="#66CC00"/>
    </inkml:brush>
  </inkml:definitions>
  <inkml:trace contextRef="#ctx0" brushRef="#br0">93 0 24575,'-2'0'0,"-5"0"0,0 3 0,-2 3 0,-2 7 0,-2 3 0,-2 5 0,0 4 0,2-2-8191</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43.113"/>
    </inkml:context>
    <inkml:brush xml:id="br0">
      <inkml:brushProperty name="width" value="0.05" units="cm"/>
      <inkml:brushProperty name="height" value="0.05" units="cm"/>
      <inkml:brushProperty name="color" value="#66CC00"/>
    </inkml:brush>
  </inkml:definitions>
  <inkml:trace contextRef="#ctx0" brushRef="#br0">0 67 24575,'3'-5'0,"1"-5"0,2-3 0,3-3 0,3 2 0,4 6 0,3 7 0,4 9 0,2 9 0,4 7 0,1 7 0,2 10 0,0 6 0,-4-5-8191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44.540"/>
    </inkml:context>
    <inkml:brush xml:id="br0">
      <inkml:brushProperty name="width" value="0.05" units="cm"/>
      <inkml:brushProperty name="height" value="0.05" units="cm"/>
      <inkml:brushProperty name="color" value="#66CC00"/>
    </inkml:brush>
  </inkml:definitions>
  <inkml:trace contextRef="#ctx0" brushRef="#br0">38 34 24575,'-2'0'0,"-5"0"0,-3 0 0,-2-2 0,5-5 0,11 0 0,9 1 0,8 1 0,8 2 0,6 1 0,2 1 0,-1 1 0,-5 0-8191</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44.755"/>
    </inkml:context>
    <inkml:brush xml:id="br0">
      <inkml:brushProperty name="width" value="0.05" units="cm"/>
      <inkml:brushProperty name="height" value="0.05" units="cm"/>
      <inkml:brushProperty name="color" value="#66CC00"/>
    </inkml:brush>
  </inkml:definitions>
  <inkml:trace contextRef="#ctx0" brushRef="#br0">36 35 24575,'-3'-3'0,"-1"-3"0,1-4 0,3 0 0,1 4 0,2 7 0,-1 7 0,0 9 0,-1 10 0,0 5 0,-4 5 0,0 5 0,-3 4 0,-1 2 0,-1-2 0,0-9-8191</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44.864"/>
    </inkml:context>
    <inkml:brush xml:id="br0">
      <inkml:brushProperty name="width" value="0.05" units="cm"/>
      <inkml:brushProperty name="height" value="0.05" units="cm"/>
      <inkml:brushProperty name="color" value="#66CC00"/>
    </inkml:brush>
  </inkml:definitions>
  <inkml:trace contextRef="#ctx0" brushRef="#br0">1 0 24575,'0'0'-8191</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44.956"/>
    </inkml:context>
    <inkml:brush xml:id="br0">
      <inkml:brushProperty name="width" value="0.05" units="cm"/>
      <inkml:brushProperty name="height" value="0.05" units="cm"/>
      <inkml:brushProperty name="color" value="#66CC00"/>
    </inkml:brush>
  </inkml:definitions>
  <inkml:trace contextRef="#ctx0" brushRef="#br0">23 0 24575,'-3'8'0,"-6"9"0,-2 0-8191</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45.080"/>
    </inkml:context>
    <inkml:brush xml:id="br0">
      <inkml:brushProperty name="width" value="0.05" units="cm"/>
      <inkml:brushProperty name="height" value="0.05" units="cm"/>
      <inkml:brushProperty name="color" value="#66CC00"/>
    </inkml:brush>
  </inkml:definitions>
  <inkml:trace contextRef="#ctx0" brushRef="#br0">1 181 24575,'0'-8'0,"0"-9"0,0-9 0,2-5 0,5-1 0,2 2 0,4 7 0,4 10 0,6 12 0,6 12 0,7 16 0,7 10 0,9 11 0,-5-4-8191</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50.211"/>
    </inkml:context>
    <inkml:brush xml:id="br0">
      <inkml:brushProperty name="width" value="0.05" units="cm"/>
      <inkml:brushProperty name="height" value="0.05" units="cm"/>
      <inkml:brushProperty name="color" value="#66CC00"/>
    </inkml:brush>
  </inkml:definitions>
  <inkml:trace contextRef="#ctx0" brushRef="#br0">0 40 24575,'1'-2'0,"1"1"0,-1-1 0,0 1 0,-1-1 0,1 0 0,0 1 0,0-1 0,-1 0 0,1 0 0,-1 0 0,1 1 0,-1-1 0,0 0 0,0 0 0,0 0 0,0 0 0,0 0 0,0 0 0,-1-2 0,1 2 0,4 7 0,2 9 0,8 51 113,-2 1-1,5 108 0,-13 136-1331,-5-268 736,1-6-6343</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50.552"/>
    </inkml:context>
    <inkml:brush xml:id="br0">
      <inkml:brushProperty name="width" value="0.05" units="cm"/>
      <inkml:brushProperty name="height" value="0.05" units="cm"/>
      <inkml:brushProperty name="color" value="#66CC00"/>
    </inkml:brush>
  </inkml:definitions>
  <inkml:trace contextRef="#ctx0" brushRef="#br0">310 10 24575,'0'0'0,"0"0"0,0-1 0,0 1 0,0-1 0,0 1 0,0 0 0,0-1 0,0 1 0,0 0 0,0-1 0,0 1 0,-1 0 0,1-1 0,0 1 0,0 0 0,0-1 0,-1 1 0,1 0 0,0-1 0,0 1 0,-1 0 0,1 0 0,0-1 0,-1 1 0,1 0 0,0 0 0,-1 0 0,1-1 0,0 1 0,-1 0 0,1 0 0,-1 0 0,-15 1 0,-14 11 0,16-2 0,0 0 0,1 0 0,0 1 0,0 1 0,-13 17 0,-52 71 0,74-95 0,-10 14 0,3-5 0,0 1 0,2-1 0,-1 1 0,2 1 0,-9 20 0,17-36 0,0 1 0,0-1 0,0 0 0,-1 0 0,1 0 0,0 1 0,0-1 0,0 0 0,0 0 0,0 1 0,0-1 0,0 0 0,0 0 0,0 1 0,0-1 0,0 0 0,0 0 0,0 1 0,0-1 0,0 0 0,0 0 0,0 1 0,0-1 0,0 0 0,0 0 0,0 0 0,0 1 0,0-1 0,1 0 0,-1 0 0,0 1 0,0-1 0,0 0 0,0 0 0,0 0 0,1 0 0,-1 1 0,0-1 0,11-4 0,10-14 0,57-63 0,-47 46 0,1 2 0,1 1 0,44-31 0,-70 58 0,1 0 0,0 0 0,0 1 0,0 1 0,0-1 0,1 1 0,9-2 0,-13 4 0,-1 0 0,1 1 0,-1-1 0,0 1 0,1 0 0,-1 1 0,1-1 0,-1 1 0,1 0 0,-1 0 0,0 0 0,0 0 0,1 1 0,-1 0 0,0 0 0,5 3 0,-1 1 49,-1 0 0,0 0 0,0 1-1,0-1 1,-1 2 0,9 12 0,27 50-1756,-15-15-5119</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56.161"/>
    </inkml:context>
    <inkml:brush xml:id="br0">
      <inkml:brushProperty name="width" value="0.05" units="cm"/>
      <inkml:brushProperty name="height" value="0.05" units="cm"/>
      <inkml:brushProperty name="color" value="#66CC00"/>
    </inkml:brush>
  </inkml:definitions>
  <inkml:trace contextRef="#ctx0" brushRef="#br0">442 193 24575,'1'-12'0,"0"-1"0,5-19 0,2-18 0,-8 46 0,1 1 0,-1-1 0,-1 1 0,1-1 0,0 1 0,-1-1 0,0 1 0,0-1 0,0 1 0,0 0 0,0-1 0,-1 1 0,1 0 0,-1 0 0,0 0 0,0 0 0,0 0 0,-3-2 0,3 3 0,-1-1 0,0 1 0,-1 0 0,1 1 0,0-1 0,0 0 0,-1 1 0,1 0 0,-1 0 0,0 0 0,1 0 0,-1 0 0,0 1 0,1 0 0,-1 0 0,0 0 0,-4 0 0,-8 2 0,0 0 0,1 2 0,-1-1 0,1 2 0,0 0 0,0 1 0,1 0 0,0 1 0,0 1 0,-15 10 0,22-13 0,1 0 0,0 1 0,-1 0 0,2 0 0,-1 0 0,1 1 0,0-1 0,0 1 0,-4 10 0,6-12 0,1 1 0,0-1 0,1 1 0,-1 0 0,1-1 0,0 1 0,0 0 0,1 0 0,0 0 0,0 0 0,0 0 0,1 0 0,0-1 0,2 9 0,-1-6 0,1-1 0,0 1 0,0-1 0,0 0 0,1 0 0,1 0 0,-1 0 0,1 0 0,9 9 0,4 2 0,37 26 0,-39-32 0,-1 0 0,0 1 0,24 27 0,-38-39 0,0 0 0,-1-1 0,1 1 0,0 0 0,-1 0 0,1-1 0,-1 1 0,1 0 0,-1 0 0,1 0 0,-1 0 0,0 0 0,1 0 0,-1 0 0,0 0 0,0 0 0,1 0 0,-1 0 0,0 0 0,0 0 0,0 0 0,-1 0 0,1 0 0,0 0 0,0 0 0,0 0 0,-1 0 0,1 0 0,0 0 0,-1 0 0,1 0 0,-1 0 0,1 0 0,-1-1 0,0 1 0,1 0 0,-1 0 0,0-1 0,0 1 0,1 0 0,-1-1 0,0 1 0,0 0 0,0-1 0,0 1 0,0-1 0,0 0 0,0 1 0,-1-1 0,-7 3 0,0 0 0,0 0 0,-1-1 0,-11 0 0,15-1 0,-39 3-455,-1-1 0,-69-7 0,69 1-6371</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56.488"/>
    </inkml:context>
    <inkml:brush xml:id="br0">
      <inkml:brushProperty name="width" value="0.05" units="cm"/>
      <inkml:brushProperty name="height" value="0.05" units="cm"/>
      <inkml:brushProperty name="color" value="#66CC00"/>
    </inkml:brush>
  </inkml:definitions>
  <inkml:trace contextRef="#ctx0" brushRef="#br0">33 58 24575,'6'-6'0,"13"-16"0,-19 22 0,1-1 0,-1 0 0,1 0 0,-1 0 0,0 1 0,0-1 0,1 0 0,-1 0 0,0 0 0,0 0 0,0 0 0,0 0 0,0 1 0,0-1 0,0 0 0,0 0 0,0 0 0,0 0 0,-1 0 0,1 0 0,0 1 0,0-1 0,-1 0 0,1 0 0,-1 0 0,1 1 0,-1-1 0,0-1 0,1 2 0,-1-1 0,1 1 0,0 0 0,0-1 0,-1 1 0,1 0 0,0-1 0,-1 1 0,1 0 0,0 0 0,-1 0 0,1-1 0,-1 1 0,1 0 0,0 0 0,-1 0 0,1 0 0,-1 0 0,1-1 0,0 1 0,-1 0 0,1 0 0,-1 0 0,1 0 0,-1 0 0,1 1 0,0-1 0,-1 0 0,1 0 0,-1 0 0,-10 11 0,-1 18 0,6-7 0,1 0 0,1 0 0,-1 34 0,5-49 0,0 1 0,0 0 0,0-1 0,1 0 0,0 1 0,1-1 0,0 1 0,0-1 0,0 0 0,1 0 0,0 0 0,0-1 0,1 1 0,6 8 0,-9-13 0,1 0 0,0-1 0,0 1 0,0 0 0,0-1 0,0 1 0,0-1 0,0 0 0,0 0 0,1 0 0,-1 0 0,0 0 0,1 0 0,-1 0 0,1-1 0,-1 1 0,0-1 0,1 0 0,0 0 0,-1 0 0,1 0 0,-1 0 0,1 0 0,-1-1 0,0 1 0,1-1 0,-1 0 0,1 0 0,-1 0 0,0 0 0,0 0 0,1 0 0,-1-1 0,3-2 0,4-2 0,-1-1 0,-1 1 0,0-1 0,0-1 0,0 1 0,-1-1 0,8-13 0,-7 9 69,0 1-1,-1-2 0,-1 1 0,8-26 1,-12 33-107,0 1 0,0-1 0,-1 1 0,0-1 0,0 1 0,0-1 0,0 1 0,-2-7 0,2 9-38,-1 0 1,0-1-1,1 1 0,-1 0 0,0 0 0,-1 0 0,1 0 0,0 0 1,-1 0-1,1 0 0,-1 0 0,1 1 0,-1-1 0,0 1 1,1-1-1,-1 1 0,-2-2 0,-12-4-6750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56.642"/>
    </inkml:context>
    <inkml:brush xml:id="br0">
      <inkml:brushProperty name="width" value="0.05" units="cm"/>
      <inkml:brushProperty name="height" value="0.05" units="cm"/>
      <inkml:brushProperty name="color" value="#66CC00"/>
    </inkml:brush>
  </inkml:definitions>
  <inkml:trace contextRef="#ctx0" brushRef="#br0">1 15 24575,'0'3'0,"3"0"0,3-2 0,4-2 0,2-3 0,6-4 0,-2 0-8191</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57.046"/>
    </inkml:context>
    <inkml:brush xml:id="br0">
      <inkml:brushProperty name="width" value="0.05" units="cm"/>
      <inkml:brushProperty name="height" value="0.05" units="cm"/>
      <inkml:brushProperty name="color" value="#66CC00"/>
    </inkml:brush>
  </inkml:definitions>
  <inkml:trace contextRef="#ctx0" brushRef="#br0">128 256 24575,'-1'-2'0,"-1"0"0,0 1 0,1-1 0,-1 1 0,0 0 0,0-1 0,0 1 0,0 0 0,0 0 0,0 0 0,0 0 0,-5 0 0,6 1 0,0 0 0,0 0 0,0 0 0,0 0 0,0 0 0,0 1 0,0-1 0,0 0 0,0 1 0,0-1 0,0 1 0,0-1 0,0 1 0,0 0 0,1-1 0,-1 1 0,0 0 0,0-1 0,1 1 0,-1 0 0,0 0 0,1 0 0,-1 0 0,1 0 0,-1 0 0,1 0 0,-1 0 0,1 0 0,0 0 0,-1 1 0,-5 16 0,2 1 0,0 0 0,0 0 0,0 22 0,-2 14 0,0-10 0,4-26 0,0 0 0,-1-1 0,-2 1 0,-6 20 0,11-39 0,0 0 0,0 0 0,0-1 0,0 1 0,0 0 0,0 0 0,0 0 0,-1-1 0,1 1 0,0 0 0,0 0 0,0 0 0,0 0 0,0-1 0,0 1 0,0 0 0,0 0 0,-1 0 0,1 0 0,0 0 0,0 0 0,0 0 0,0-1 0,-1 1 0,1 0 0,0 0 0,0 0 0,0 0 0,0 0 0,-1 0 0,1 0 0,0 0 0,0 0 0,0 0 0,0 0 0,-1 0 0,1 0 0,0 0 0,0 0 0,0 0 0,-1 0 0,1 0 0,0 0 0,0 0 0,0 0 0,0 0 0,-1 1 0,1-1 0,0 0 0,0 0 0,0 0 0,0 0 0,0 0 0,-1 0 0,1 0 0,0 1 0,0-1 0,0 0 0,0 0 0,0 0 0,0 0 0,0 1 0,0-1 0,-1 0 0,-3-16 0,2-5 0,0 0 0,2 0 0,0 0 0,6-32 0,19-82 0,-24 134 0,37-144 0,-32 128 0,0 0 0,1 1 0,1 0 0,0 1 0,2 0 0,15-20 0,-24 33 0,0 0 0,1 1 0,-1-1 0,0 0 0,1 1 0,0 0 0,-1-1 0,1 1 0,0 0 0,0 0 0,0 0 0,0 0 0,-1 0 0,1 0 0,1 1 0,-1-1 0,0 1 0,0-1 0,0 1 0,0 0 0,0 0 0,0 0 0,0 0 0,3 0 0,-1 1 0,-1 1 0,0-1 0,0 1 0,0-1 0,0 1 0,0 0 0,0 0 0,-1 0 0,1 0 0,-1 1 0,1-1 0,-1 1 0,0 0 0,3 4 0,7 12 49,-1 1-1,0 0 0,-2 1 0,0 0 1,-1 1-1,5 25 0,21 138-1327,-31-164 855,3 19-6402</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57.576"/>
    </inkml:context>
    <inkml:brush xml:id="br0">
      <inkml:brushProperty name="width" value="0.05" units="cm"/>
      <inkml:brushProperty name="height" value="0.05" units="cm"/>
      <inkml:brushProperty name="color" value="#66CC00"/>
    </inkml:brush>
  </inkml:definitions>
  <inkml:trace contextRef="#ctx0" brushRef="#br0">0 291 24575,'0'-1'0,"0"1"0,1-1 0,-1 1 0,0-1 0,0 1 0,0-1 0,1 1 0,-1-1 0,0 1 0,1-1 0,-1 1 0,0 0 0,1-1 0,-1 1 0,0-1 0,1 1 0,-1 0 0,1-1 0,-1 1 0,1 0 0,-1 0 0,1-1 0,-1 1 0,1 0 0,-1 0 0,1 0 0,0-1 0,18-2 0,-14 2 0,114-14 0,-70 11 0,0-3 0,73-20 0,-118 26 0,0-1 0,1 0 0,-1 0 0,0 0 0,0 0 0,0-1 0,0 1 0,0-1 0,-1 0 0,1-1 0,-1 1 0,0 0 0,0-1 0,0 0 0,0 0 0,-1 0 0,3-4 0,-5 7 0,0 1 0,0 0 0,0 0 0,0-1 0,0 1 0,0 0 0,0 0 0,0 0 0,1-1 0,-1 1 0,0 0 0,0 0 0,0 0 0,0 0 0,0-1 0,0 1 0,1 0 0,-1 0 0,0 0 0,0 0 0,0 0 0,0-1 0,1 1 0,-1 0 0,0 0 0,0 0 0,0 0 0,1 0 0,-1 0 0,0 0 0,0 0 0,1 0 0,-1 0 0,0 0 0,0 0 0,0 0 0,1 0 0,-1 0 0,0 0 0,0 0 0,0 0 0,1 0 0,2 11 0,-1 22 0,-2-29 0,-10 194 0,2-53 0,30-228 0,2-50 0,34-135 0,-58 267 0,2-6 0,0 0 0,1 0 0,0 0 0,0 1 0,6-10 0,-8 14 0,0 1 0,0 0 0,0 0 0,0 0 0,0-1 0,0 1 0,1 0 0,-1 0 0,0 1 0,1-1 0,-1 0 0,1 0 0,-1 1 0,1-1 0,-1 0 0,1 1 0,-1 0 0,1-1 0,0 1 0,-1 0 0,1 0 0,-1 0 0,1 0 0,0 0 0,-1 0 0,1 1 0,-1-1 0,1 0 0,0 1 0,1 0 0,6 3 0,-1 0 0,0 0 0,0 1 0,-1 0 0,1 0 0,-1 1 0,0 0 0,-1 0 0,0 1 0,0 0 0,0 0 0,-1 0 0,1 1 0,-2-1 0,1 1 0,5 16 0,-8-19 0,0 0 0,0 0 0,0 0 0,-1 1 0,0-1 0,0 0 0,0 1 0,-1-1 0,0 1 0,0-1 0,0 1 0,-1-1 0,1 0 0,-1 1 0,-1-1 0,1 0 0,-1 1 0,0-1 0,0 0 0,0 0 0,-1-1 0,0 1 0,0 0 0,0-1 0,0 0 0,-1 0 0,0 0 0,-7 6 0,-12 6-1365,2-5-5461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57.734"/>
    </inkml:context>
    <inkml:brush xml:id="br0">
      <inkml:brushProperty name="width" value="0.05" units="cm"/>
      <inkml:brushProperty name="height" value="0.05" units="cm"/>
      <inkml:brushProperty name="color" value="#66CC00"/>
    </inkml:brush>
  </inkml:definitions>
  <inkml:trace contextRef="#ctx0" brushRef="#br0">0 10 24575,'8'-3'0,"6"0"0,3-1 0,1 4 0,1 5 0,-4 6 0,-1 7 0,-2 6 0,-5 8 0,-2 8 0,-6 9 0,-4 10 0,-2-6-8191</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58.355"/>
    </inkml:context>
    <inkml:brush xml:id="br0">
      <inkml:brushProperty name="width" value="0.05" units="cm"/>
      <inkml:brushProperty name="height" value="0.05" units="cm"/>
      <inkml:brushProperty name="color" value="#66CC00"/>
    </inkml:brush>
  </inkml:definitions>
  <inkml:trace contextRef="#ctx0" brushRef="#br0">13 0 24575,'0'3'0,"0"3"0,0 4 0,0 8 0,0 7 0,0 10 0,-3 9 0,0 9 0,-1 9 0,1 8 0,4 5 0,10 3 0,11 3 0,15 1 0,21-2 0,22-8 0,26-6 0,-7-16-8191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8:58.711"/>
    </inkml:context>
    <inkml:brush xml:id="br0">
      <inkml:brushProperty name="width" value="0.05" units="cm"/>
      <inkml:brushProperty name="height" value="0.05" units="cm"/>
      <inkml:brushProperty name="color" value="#66CC00"/>
    </inkml:brush>
  </inkml:definitions>
  <inkml:trace contextRef="#ctx0" brushRef="#br0">0 1 24575,'3'0'0,"6"3"0,7 6 0,9 10 0,9 10 0,6 13 0,8 14 0,1 11 0,-3 12 0,-8 11 0,-14 8 0,-22 6 0,-28 3 0,-9-17-8191</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03.035"/>
    </inkml:context>
    <inkml:brush xml:id="br0">
      <inkml:brushProperty name="width" value="0.05" units="cm"/>
      <inkml:brushProperty name="height" value="0.05" units="cm"/>
      <inkml:brushProperty name="color" value="#66CC00"/>
    </inkml:brush>
  </inkml:definitions>
  <inkml:trace contextRef="#ctx0" brushRef="#br0">350 606 24575,'2'-2'0,"-1"0"0,0 0 0,1 0 0,-1 0 0,0 0 0,0 0 0,0-1 0,-1 1 0,1 0 0,-1 0 0,1-5 0,2-31 0,-3 24 0,4-62 0,9-265 0,-12 325 0,0 9 0,-1-1 0,0 1 0,0-1 0,-1 1 0,0 0 0,0-1 0,0 1 0,-5-14 0,5 21 0,1-1 0,0 1 0,0-1 0,-1 0 0,1 1 0,0-1 0,-1 1 0,1-1 0,0 1 0,-1-1 0,1 1 0,-1 0 0,1-1 0,0 1 0,-1-1 0,1 1 0,-1 0 0,1-1 0,-1 1 0,0 0 0,1 0 0,-1 0 0,1-1 0,-1 1 0,0 0 0,1 0 0,-1 0 0,1 0 0,-1 0 0,0 0 0,1 0 0,-1 0 0,1 0 0,-1 0 0,0 0 0,1 0 0,-1 1 0,1-1 0,-1 0 0,1 0 0,-1 1 0,1-1 0,-2 1 0,-1 1 0,0 0 0,1 1 0,-1-1 0,1 1 0,-1 0 0,-2 4 0,-12 19 0,2 1 0,1 0 0,-19 53 0,-20 93 0,33-91 0,4 1 0,4 1 0,3 1 0,3 119 0,11-69 0,6-1 0,30 137 0,-39-260 0,0-3 0,0 0 0,-1 0 0,0 14 0,-1-21 0,0-1 0,0 0 0,0 1 0,0-1 0,0 0 0,1 0 0,-1 1 0,0-1 0,0 0 0,0 1 0,-1-1 0,1 0 0,0 1 0,0-1 0,0 0 0,0 0 0,0 1 0,0-1 0,0 0 0,0 0 0,0 1 0,-1-1 0,1 0 0,0 0 0,0 1 0,0-1 0,-1 0 0,1 0 0,0 0 0,0 1 0,0-1 0,-1 0 0,1 0 0,0 0 0,-1 0 0,1 0 0,0 1 0,0-1 0,-1 0 0,1 0 0,0 0 0,0 0 0,-1 0 0,-11-11 0,-9-21 0,-14-42 0,3-2 0,4-1 0,-28-117 0,53 182 0,1 0 0,0-1 0,0 1 0,2-24 0,0 32 0,1 0 0,-1-1 0,1 1 0,0-1 0,1 1 0,-1 0 0,1 0 0,0 0 0,0 0 0,0 0 0,0 0 0,1 0 0,-1 1 0,1-1 0,0 1 0,7-6 0,2 0 0,0 0 0,1 1 0,0 1 0,1 0 0,27-10 0,77-16 0,-74 22 0,122-33-1365,-123 34-5461</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03.252"/>
    </inkml:context>
    <inkml:brush xml:id="br0">
      <inkml:brushProperty name="width" value="0.05" units="cm"/>
      <inkml:brushProperty name="height" value="0.05" units="cm"/>
      <inkml:brushProperty name="color" value="#66CC00"/>
    </inkml:brush>
  </inkml:definitions>
  <inkml:trace contextRef="#ctx0" brushRef="#br0">0 41 24575,'0'-3'0,"1"-1"0,-1 0 0,1 1 0,-1-1 0,1 0 0,2-4 0,-3 8 0,0-1 0,0 1 0,0-1 0,1 1 0,-1-1 0,0 1 0,0-1 0,1 0 0,-1 1 0,0 0 0,1-1 0,-1 1 0,1-1 0,-1 1 0,0-1 0,1 1 0,-1 0 0,1-1 0,-1 1 0,1 0 0,0 0 0,-1-1 0,1 1 0,-1 0 0,1 0 0,-1 0 0,1 0 0,0 0 0,-1 0 0,1-1 0,-1 1 0,1 1 0,0-1 0,-1 0 0,1 0 0,-1 0 0,1 0 0,-1 0 0,1 0 0,0 1 0,-1-1 0,1 0 0,-1 1 0,1-1 0,-1 0 0,1 1 0,-1-1 0,1 1 0,1 1 0,0-1 0,-1 1 0,1 0 0,-1 0 0,1 1 0,-1-1 0,0 0 0,0 0 0,0 1 0,0-1 0,0 1 0,1 3 0,5 37 0,-5-34 0,13 153 336,-3-22-2037,-7-107-5125</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03.410"/>
    </inkml:context>
    <inkml:brush xml:id="br0">
      <inkml:brushProperty name="width" value="0.05" units="cm"/>
      <inkml:brushProperty name="height" value="0.05" units="cm"/>
      <inkml:brushProperty name="color" value="#66CC00"/>
    </inkml:brush>
  </inkml:definitions>
  <inkml:trace contextRef="#ctx0" brushRef="#br0">1 140 24575,'0'-8'0,"0"-11"0,0-8 0,0-1 0,0 0 0,0 8 0,0 11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04.017"/>
    </inkml:context>
    <inkml:brush xml:id="br0">
      <inkml:brushProperty name="width" value="0.05" units="cm"/>
      <inkml:brushProperty name="height" value="0.05" units="cm"/>
      <inkml:brushProperty name="color" value="#66CC00"/>
    </inkml:brush>
  </inkml:definitions>
  <inkml:trace contextRef="#ctx0" brushRef="#br0">15 96 24575,'-14'63'0,"14"-51"0,1 1 0,1 0 0,0-1 0,1 1 0,0-1 0,9 22 0,-1-10 0,0-1 0,19 29 0,-29-50 0,0-1 0,0 1 0,0-1 0,0 1 0,1-1 0,-1 1 0,0-1 0,1 0 0,-1 0 0,1 0 0,-1 1 0,1-1 0,-1-1 0,1 1 0,0 0 0,-1 0 0,4 0 0,-4-1 0,0 0 0,0 0 0,0-1 0,0 1 0,0 0 0,0-1 0,0 1 0,0-1 0,0 1 0,0-1 0,-1 1 0,1-1 0,0 0 0,0 1 0,-1-1 0,1 0 0,0 0 0,-1 0 0,1 1 0,-1-1 0,1 0 0,-1 0 0,1 0 0,-1 0 0,1 0 0,-1 0 0,0 0 0,0 0 0,0 0 0,1 0 0,-1 0 0,0-2 0,1-9 0,0 0 0,0 0 0,-1 0 0,0 1 0,-4-19 0,-14-62 0,9 54 0,3 14 0,3 17 0,1-1 0,0 0 0,0 0 0,1-1 0,0 1 0,1 0 0,0 0 0,0-1 0,1-8 0,0 15 0,0 1 0,0-1 0,0 1 0,0-1 0,0 1 0,1 0 0,-1 0 0,0-1 0,1 1 0,-1 0 0,0 0 0,1 0 0,0 0 0,-1 1 0,1-1 0,-1 0 0,1 1 0,0-1 0,0 1 0,2-1 0,40-6 0,-38 7 0,8-1 0,1 0 0,-1 2 0,1 0 0,-1 0 0,1 1 0,-1 1 0,0 0 0,0 2 0,19 7 0,-27-10 0,0 1 0,0 0 0,-1 0 0,1 0 0,-1 1 0,0 0 0,0 0 0,0 0 0,0 0 0,-1 1 0,0 0 0,0 0 0,0 0 0,0 1 0,-1-1 0,0 1 0,0 0 0,-1 0 0,0 0 0,0 0 0,0 0 0,0 0 0,0 9 0,-1 1 0,-1-1 0,-2 23 0,3-48 0,2-15 0,9-38 0,-10 57 0,-1 0 0,1-1 0,1 1 0,-1 1 0,1-1 0,0 0 0,0 1 0,1-1 0,-1 1 0,1 0 0,0 0 0,8-6 0,-11 10 0,1 0 0,0-1 0,-1 1 0,1 1 0,0-1 0,0 0 0,0 0 0,0 1 0,-1-1 0,1 1 0,0-1 0,0 1 0,0 0 0,0 0 0,0 0 0,0 0 0,0 0 0,0 1 0,0-1 0,0 0 0,0 1 0,0-1 0,0 1 0,-1 0 0,1 0 0,0 0 0,0 0 0,-1 0 0,1 0 0,-1 0 0,1 0 0,-1 1 0,2 1 0,5 5 0,0 1 0,-1 0 0,0 1 0,8 14 0,-9-15 0,46 82-1365,-45-75-5461</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04.156"/>
    </inkml:context>
    <inkml:brush xml:id="br0">
      <inkml:brushProperty name="width" value="0.05" units="cm"/>
      <inkml:brushProperty name="height" value="0.05" units="cm"/>
      <inkml:brushProperty name="color" value="#66CC00"/>
    </inkml:brush>
  </inkml:definitions>
  <inkml:trace contextRef="#ctx0" brushRef="#br0">24 181 24575,'-3'-11'0,"-1"-11"0,1-11 0,-3-5 0,1 1 0,3 10 0,2 15 0,4 14 0,4 16 0,3 13 0,0 1-8191</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05.779"/>
    </inkml:context>
    <inkml:brush xml:id="br0">
      <inkml:brushProperty name="width" value="0.05" units="cm"/>
      <inkml:brushProperty name="height" value="0.05" units="cm"/>
      <inkml:brushProperty name="color" value="#66CC00"/>
    </inkml:brush>
  </inkml:definitions>
  <inkml:trace contextRef="#ctx0" brushRef="#br0">14 910 24575,'-1'-15'0,"0"0"0,-1 0 0,-7-27 0,8 99 0,11 81 0,24 215 0,-27-328 0,-2-18 0,-1-18 0,0-43 0,-3-102 0,-3 52 0,23-213 0,-14 269 0,2 0 0,2 1 0,2 0 0,29-68 0,-37 104 0,0 1 0,0 0 0,1 0 0,1 1 0,-1 0 0,16-16 0,-20 23 0,-1 1 0,1-1 0,0 1 0,0-1 0,0 1 0,0-1 0,0 1 0,0 0 0,0 0 0,0 0 0,1 0 0,-1 1 0,0-1 0,0 1 0,1-1 0,-1 1 0,1 0 0,-1 0 0,0 0 0,1 0 0,-1 0 0,0 0 0,1 1 0,-1-1 0,0 1 0,1 0 0,-1-1 0,0 1 0,0 0 0,0 1 0,1-1 0,-1 0 0,-1 0 0,1 1 0,0-1 0,0 1 0,0 0 0,2 3 0,7 8 0,0 0 0,-2 2 0,1-1 0,-1 1 0,-1 0 0,-1 1 0,6 16 0,32 119 0,-29-79 0,-2 0 0,-3 0 0,-4 1 0,-2 88 0,-10-192 0,-15-51 0,10 44 0,-28-95 0,30 112 0,0 1 0,-1 0 0,-1 1 0,-16-24 0,23 40 0,1 0 0,0 0 0,-1 0 0,0 0 0,0 0 0,1 0 0,-2 1 0,1 0 0,0-1 0,0 1 0,-1 0 0,-6-2 0,8 3 0,-1 1 0,1-1 0,0 1 0,-1 0 0,1 0 0,0 0 0,0 0 0,-1 0 0,1 1 0,0-1 0,0 1 0,-1-1 0,1 1 0,0 0 0,0 0 0,0 0 0,0 0 0,0 0 0,0 1 0,0-1 0,0 0 0,1 1 0,-3 2 0,-4 4 0,0 1 0,1 1 0,0 0 0,1-1 0,0 2 0,1-1 0,0 1 0,0 0 0,-5 20 0,2-1 0,2 1 0,-5 45 0,9-55 0,1 0 0,2 24 0,-1-41 0,0 1 0,1 0 0,0 0 0,0 0 0,0 0 0,1-1 0,-1 1 0,1 0 0,0-1 0,0 1 0,1-1 0,-1 0 0,1 0 0,0 0 0,5 5 0,-7-8 0,0 0 0,1 0 0,-1 0 0,1 0 0,-1 0 0,1 0 0,-1 0 0,1-1 0,-1 1 0,1-1 0,0 1 0,0-1 0,-1 1 0,1-1 0,0 0 0,-1 0 0,1 0 0,0 0 0,0 0 0,-1 0 0,4-1 0,-2-1 0,1 1 0,-1-1 0,0 1 0,1-1 0,-1 0 0,0 0 0,0 0 0,0-1 0,4-4 0,4-5 0,-1-1 0,0 0 0,11-21 0,-20 32 0,77-142 0,-46 80 0,64-94 0,-92 152 0,1 0 0,-1 1 0,1 0 0,0-1 0,0 2 0,1-1 0,-1 1 0,1 0 0,0 0 0,8-4 0,-12 7 0,1 1 0,-1-1 0,0 0 0,1 1 0,-1-1 0,0 1 0,1 0 0,-1 0 0,1 0 0,-1 0 0,0 0 0,1 1 0,-1-1 0,1 1 0,-1 0 0,0-1 0,0 1 0,1 0 0,-1 0 0,0 0 0,0 1 0,0-1 0,0 0 0,0 1 0,0 0 0,-1-1 0,1 1 0,0 0 0,-1 0 0,0 0 0,1 0 0,-1 0 0,1 2 0,5 10 0,0-1 0,-1 1 0,-1 1 0,-1-1 0,0 1 0,0 0 0,-2 0 0,2 23 0,6 27 0,-7-57 0,1-7 0,5-17 0,5-27 0,-11 30 0,23-72 0,-23 78 0,0 0 0,0 0 0,1 0 0,0 0 0,0 1 0,1-1 0,-1 1 0,2 0 0,5-5 0,-10 10 0,0 0 0,0 0 0,0 0 0,0 1 0,0-1 0,1 0 0,-1 1 0,0-1 0,0 1 0,1-1 0,-1 1 0,0-1 0,1 1 0,-1 0 0,0 0 0,1 0 0,-1 0 0,0 0 0,1 0 0,-1 0 0,0 0 0,2 1 0,-1 0 0,0 0 0,0 0 0,0 0 0,0 0 0,0 0 0,0 1 0,-1-1 0,1 1 0,0-1 0,-1 1 0,1 0 0,1 2 0,3 6 0,0 0 0,-1 1 0,9 22 0,-12-26 0,2 3 0,2 7 0,1-1 0,0 0 0,1 0 0,0-1 0,15 20 0,-21-32 0,0-1 0,0 1 0,1-1 0,-1 1 0,1-1 0,-1 0 0,1 0 0,0 0 0,0 0 0,0-1 0,0 1 0,0-1 0,0 0 0,0 0 0,1 0 0,-1 0 0,0 0 0,1-1 0,-1 1 0,0-1 0,1 0 0,-1 0 0,1-1 0,-1 1 0,0-1 0,1 1 0,-1-1 0,0 0 0,0 0 0,0 0 0,1-1 0,-1 1 0,-1-1 0,6-3 0,4-3 0,0-1 0,-1 0 0,0-1 0,-1 0 0,18-22 0,41-66 0,-50 70 0,-1 2 0,-11 17 0,0-1 0,-1 1 0,1-1 0,-2-1 0,0 1 0,6-18 0,-11 28 0,1 0 0,-1 0 0,0 0 0,0 0 0,0-1 0,0 1 0,0 0 0,0 0 0,0 0 0,0 0 0,0 0 0,0 0 0,0 0 0,0 0 0,0 0 0,0 0 0,0 0 0,0-1 0,0 1 0,0 0 0,0 0 0,0 0 0,0 0 0,0 0 0,0 0 0,0 0 0,0 0 0,0 0 0,0 0 0,0-1 0,0 1 0,0 0 0,0 0 0,0 0 0,0 0 0,0 0 0,0 0 0,-1 0 0,1 0 0,0 0 0,0 0 0,0 0 0,0 0 0,0 0 0,0 0 0,0 0 0,0 0 0,0 0 0,0 0 0,0-1 0,0 1 0,-1 0 0,1 0 0,0 0 0,0 0 0,0 0 0,0 0 0,0 0 0,0 0 0,0 0 0,0 0 0,0 1 0,0-1 0,-1 0 0,1 0 0,0 0 0,0 0 0,-8 6 0,-8 11 0,13-10 0,0-1 0,0 1 0,1 0 0,0 0 0,0 0 0,0 0 0,1 0 0,0 0 0,0 1 0,1-1 0,0 0 0,0 0 0,1 1 0,0-1 0,0 0 0,1 0 0,0 0 0,0 0 0,0 0 0,1-1 0,0 1 0,1-1 0,-1 1 0,8 8 0,-11-14 0,1 0 0,0 0 0,0 0 0,0 0 0,-1 0 0,1-1 0,0 1 0,0 0 0,0 0 0,0-1 0,0 1 0,0-1 0,1 1 0,-1-1 0,0 1 0,0-1 0,0 0 0,0 1 0,1-1 0,-1 0 0,0 0 0,0 0 0,0 0 0,1 0 0,-1 0 0,2-1 0,-1 0 0,0 0 0,0 0 0,0 0 0,0-1 0,-1 1 0,1-1 0,-1 1 0,1-1 0,-1 0 0,1 1 0,-1-1 0,0 0 0,2-3 0,3-7 0,-1-1 0,-1 1 0,6-23 0,-1-6 0,-2 1 0,-2-1 0,-2 0 0,-2-1 0,-5-54 0,-3 33 0,-3 1 0,-31-108 0,41 170 0,-2-7 0,0 1 0,0-1 0,0 1 0,-1 0 0,-5-8 0,3 10 0,4 12 0,4 13 0,82 271 0,-19-75 0,-49-154-1365,-2-10-5461</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06.400"/>
    </inkml:context>
    <inkml:brush xml:id="br0">
      <inkml:brushProperty name="width" value="0.05" units="cm"/>
      <inkml:brushProperty name="height" value="0.05" units="cm"/>
      <inkml:brushProperty name="color" value="#66CC00"/>
    </inkml:brush>
  </inkml:definitions>
  <inkml:trace contextRef="#ctx0" brushRef="#br0">290 204 24575,'-1'-7'0,"-1"0"0,0 0 0,0 0 0,-1 1 0,0-1 0,0 1 0,0-1 0,-1 1 0,-8-11 0,1 0 0,2 2 0,0 0 0,0 0 0,-14-17 0,20 29 0,1 0 0,0 1 0,-1-1 0,1 1 0,-1 0 0,0-1 0,0 1 0,0 1 0,0-1 0,0 0 0,0 1 0,0-1 0,-1 1 0,1 0 0,-1 0 0,1 0 0,-6 0 0,7 1 0,-1 1 0,1-1 0,-1 1 0,1 0 0,0-1 0,0 1 0,-1 0 0,1 0 0,0 1 0,0-1 0,0 0 0,0 1 0,0-1 0,0 1 0,1 0 0,-1 0 0,0-1 0,1 1 0,-1 0 0,1 0 0,-2 4 0,-3 5 0,0 1 0,-7 22 0,12-31 0,-15 42 0,3 0 0,-14 91 0,23-103 0,2 0 0,1 0 0,1 1 0,10 65 0,-8-85 0,2 1 0,-1-1 0,2 1 0,0-1 0,1-1 0,0 1 0,1-1 0,15 22 0,-18-29 0,1-1 0,0 0 0,0 0 0,0 0 0,0 0 0,1-1 0,-1 0 0,1-1 0,0 1 0,0-1 0,1 0 0,-1 0 0,1-1 0,-1 0 0,1 0 0,0 0 0,0-1 0,0 0 0,0-1 0,12 0 0,-3-1-227,0-1-1,0-1 1,-1-1-1,0 0 1,16-7-1,19-10-6598</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07.110"/>
    </inkml:context>
    <inkml:brush xml:id="br0">
      <inkml:brushProperty name="width" value="0.05" units="cm"/>
      <inkml:brushProperty name="height" value="0.05" units="cm"/>
      <inkml:brushProperty name="color" value="#66CC00"/>
    </inkml:brush>
  </inkml:definitions>
  <inkml:trace contextRef="#ctx0" brushRef="#br0">78 341 24575,'21'-31'0,"0"-1"0,-3-1 0,22-52 0,-39 83 0,0 0 0,0 0 0,-1 0 0,1 0 0,-1 0 0,0 0 0,0-1 0,0 1 0,0 0 0,0 0 0,0 0 0,0 0 0,-1 0 0,1 0 0,-2-4 0,2 5 0,-1 1 0,0-1 0,1 0 0,-1 0 0,0 0 0,0 0 0,0 1 0,0-1 0,1 0 0,-1 1 0,0-1 0,0 1 0,0-1 0,0 1 0,-1 0 0,1-1 0,0 1 0,0 0 0,0 0 0,0-1 0,0 1 0,0 0 0,0 0 0,0 0 0,-1 0 0,1 1 0,0-1 0,0 0 0,0 0 0,0 1 0,-1 0 0,-7 2 0,0 0 0,0 1 0,0 0 0,1 0 0,0 1 0,0 0 0,0 1 0,0-1 0,1 2 0,-10 9 0,13-11 0,-1 0 0,1 0 0,0 0 0,0 0 0,1 1 0,-1-1 0,1 1 0,1 0 0,-1 0 0,1 0 0,0 0 0,0 0 0,1 1 0,-1-1 0,2 1 0,-1 8 0,1-11 0,1 0 0,0 0 0,1 0 0,-1 0 0,1 0 0,0 0 0,0 0 0,0-1 0,0 1 0,1-1 0,-1 1 0,1-1 0,0 0 0,0 0 0,0 0 0,0 0 0,1-1 0,-1 1 0,5 1 0,-6-2 0,0-1 0,0 0 0,0 0 0,0 0 0,1 0 0,-1 0 0,0 0 0,1-1 0,-1 1 0,1-1 0,-1 1 0,1-1 0,-1 0 0,0 0 0,1 0 0,-1-1 0,1 1 0,-1 0 0,1-1 0,-1 0 0,0 1 0,1-1 0,-1 0 0,0 0 0,0 0 0,0-1 0,1 1 0,-1 0 0,-1-1 0,1 1 0,0-1 0,0 0 0,-1 0 0,3-2 0,-2-1 0,1-1 0,-1 0 0,0 1 0,0-1 0,-1 0 0,1 0 0,-1 0 0,-1-1 0,1 1 0,-1 0 0,0 0 0,-2-11 0,3 22 0,0-1 0,0 1 0,0 0 0,1-1 0,-1 1 0,1-1 0,0 1 0,1-1 0,-1 0 0,6 7 0,-7-9 0,1 1 0,1-1 0,-1 1 0,0-1 0,1 0 0,-1 0 0,1 0 0,-1 0 0,1-1 0,0 1 0,0-1 0,0 0 0,0 1 0,0-1 0,0 0 0,0-1 0,0 1 0,0-1 0,1 1 0,2-1 0,2-1 0,-1 1 0,1-2 0,-1 1 0,0-1 0,0 0 0,0-1 0,0 0 0,0 0 0,0 0 0,-1-1 0,1 0 0,-1 0 0,0 0 0,10-10 0,-10 7 0,1 0 0,-1 0 0,-1-1 0,1 0 0,-1 0 0,0 0 0,-1 0 0,0-1 0,0 0 0,-1 0 0,3-11 0,-6 18 0,0 1 0,0 0 0,0 0 0,1-1 0,-1 1 0,0 0 0,1 0 0,-1 0 0,1 0 0,0-1 0,-1 1 0,1 0 0,1-1 0,-2 2 0,0 0 0,1 0 0,-1 0 0,0 0 0,1 0 0,-1 0 0,0 0 0,1 1 0,-1-1 0,0 0 0,0 0 0,1 0 0,-1 0 0,0 0 0,0 1 0,1-1 0,-1 0 0,0 0 0,0 0 0,0 1 0,1-1 0,-1 0 0,0 0 0,0 1 0,0-1 0,0 0 0,0 1 0,0-1 0,1 0 0,-1 0 0,0 1 0,0-1 0,0 1 0,11 41 0,-9-31 0,29 127 0,46 169 0,-63-276 0,-14-31 0,0 0 0,0 0 0,0 0 0,0 0 0,0 0 0,0 0 0,0 0 0,0 0 0,0 0 0,0 0 0,0-1 0,0 1 0,0 0 0,0 0 0,0 0 0,0 0 0,0 0 0,0 0 0,0 0 0,0 0 0,1 0 0,-1 0 0,0 0 0,0 0 0,0 0 0,0 0 0,0 0 0,0 0 0,0 0 0,0 0 0,0 0 0,0 0 0,0 0 0,1 0 0,-1 0 0,0 0 0,0 0 0,0 0 0,0 0 0,0 0 0,0 0 0,0 0 0,0 0 0,0 0 0,0 0 0,0 0 0,0 0 0,0 0 0,1 0 0,-1 0 0,0 0 0,0 1 0,0-1 0,0 0 0,0 0 0,0 0 0,0 0 0,0 0 0,0 0 0,0 0 0,0 0 0,0 0 0,0 0 0,-2-18 0,-30-132 0,-10-54 0,35 157 0,2 0 0,1-65 0,4 103 0,1 0 0,0 0 0,1 1 0,-1-1 0,1 0 0,1 1 0,0-1 0,4-7 0,-6 13 0,0 1 0,0 0 0,1 0 0,-1 0 0,0 0 0,1 0 0,0 0 0,-1 1 0,1-1 0,0 0 0,0 1 0,0-1 0,0 1 0,0 0 0,1 0 0,-1 0 0,0 0 0,0 0 0,1 0 0,-1 1 0,0-1 0,1 1 0,-1-1 0,1 1 0,-1 0 0,1 0 0,-1 0 0,1 0 0,-1 1 0,1-1 0,-1 1 0,5 1 0,1 0 0,1 1 0,-1 1 0,0 0 0,0 0 0,0 1 0,0-1 0,-1 2 0,0-1 0,0 1 0,0 0 0,-1 1 0,0-1 0,0 1 0,0 0 0,-1 1 0,6 11 0,-10-16 12,0-1 1,0 1-1,-1 0 0,1-1 0,-1 1 0,0-1 1,0 1-1,0 0 0,0-1 0,0 1 0,-1 0 1,1-1-1,-1 1 0,1-1 0,-1 1 0,0-1 0,0 1 1,0-1-1,0 1 0,-1-1 0,1 0 0,-1 0 1,1 0-1,-1 0 0,0 0 0,0 0 0,-2 2 1,-5 3-298,1 0 1,-1-1-1,0-1 1,-1 1-1,-11 4 1,-23 9-6542</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12.811"/>
    </inkml:context>
    <inkml:brush xml:id="br0">
      <inkml:brushProperty name="width" value="0.05" units="cm"/>
      <inkml:brushProperty name="height" value="0.05" units="cm"/>
      <inkml:brushProperty name="color" value="#66CC00"/>
    </inkml:brush>
  </inkml:definitions>
  <inkml:trace contextRef="#ctx0" brushRef="#br0">565 124 24575,'-5'-2'0,"0"0"0,0-1 0,0 1 0,0-1 0,1 0 0,-6-4 0,-20-29 0,27 31 0,0 0 0,0 1 0,-1-1 0,1 1 0,-1 0 0,0 0 0,-1 0 0,1 1 0,-1-1 0,1 1 0,-1 0 0,0 0 0,0 1 0,0-1 0,-1 1 0,1 0 0,-7-1 0,1 2 0,0 0 0,-1 1 0,1 0 0,0 1 0,-1 0 0,1 0 0,0 2 0,0-1 0,0 1 0,0 1 0,1 0 0,-1 0 0,-11 8 0,0 1 0,2 0 0,0 1 0,0 1 0,2 0 0,-20 21 0,22-19 0,1 0 0,1 1 0,-16 26 0,26-37 0,-1 1 0,2 0 0,-1-1 0,1 1 0,0 1 0,1-1 0,-1 0 0,2 1 0,-1-1 0,1 1 0,1 16 0,-1-23 0,1 1 0,1-1 0,-1 1 0,0-1 0,1 1 0,-1-1 0,1 0 0,0 1 0,-1-1 0,1 0 0,0 0 0,1 0 0,-1 1 0,0-1 0,1 0 0,-1-1 0,1 1 0,-1 0 0,1 0 0,0-1 0,0 1 0,0-1 0,0 1 0,0-1 0,0 0 0,0 0 0,0 0 0,1 0 0,-1 0 0,0 0 0,1 0 0,-1-1 0,0 0 0,1 1 0,-1-1 0,1 0 0,3 0 0,3-1 0,-1 0 0,0-1 0,0 0 0,0 0 0,0-1 0,-1 0 0,1 0 0,-1 0 0,14-10 0,1-4 0,-2 0 0,0-2 0,-1 0 0,-1-1 0,0-1 0,-2 0 0,-1-2 0,20-36 0,-22 41 0,-8 18 0,-2 11 0,-1 36 94,-1-18 13,8 50-1,-7-69-291,1 0-1,0 0 0,1 0 0,-1 0 0,2-1 0,-1 1 1,1-1-1,11 13 0,-1-3-6640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13.184"/>
    </inkml:context>
    <inkml:brush xml:id="br0">
      <inkml:brushProperty name="width" value="0.05" units="cm"/>
      <inkml:brushProperty name="height" value="0.05" units="cm"/>
      <inkml:brushProperty name="color" value="#66CC00"/>
    </inkml:brush>
  </inkml:definitions>
  <inkml:trace contextRef="#ctx0" brushRef="#br0">62 84 24575,'0'-1'0,"-3"-31"0,3 31 0,0 1 0,0-1 0,0 1 0,0-1 0,0 1 0,0-1 0,0 1 0,0 0 0,-1-1 0,1 1 0,0-1 0,0 1 0,-1 0 0,1-1 0,0 1 0,0-1 0,-1 1 0,1 0 0,0-1 0,-1 1 0,1 0 0,-1-1 0,0 2 0,1-1 0,-1 0 0,0 0 0,1 1 0,-1-1 0,0 0 0,1 1 0,-1-1 0,1 1 0,-1-1 0,1 1 0,-1-1 0,1 1 0,-1-1 0,1 1 0,0-1 0,-1 1 0,1 0 0,0-1 0,-1 1 0,1 0 0,-8 16 0,1 0 0,1 1 0,0-1 0,2 1 0,0 0 0,1 1 0,-1 18 0,3-32 0,1-1 0,0 1 0,0-1 0,1 1 0,-1-1 0,1 1 0,0-1 0,0 0 0,0 1 0,1-1 0,0 0 0,0 0 0,0 0 0,0 0 0,4 6 0,-4-8 0,1 0 0,-1 0 0,0 0 0,1 0 0,-1 0 0,1 0 0,0-1 0,0 1 0,-1-1 0,1 0 0,0 0 0,0 0 0,0 0 0,0-1 0,0 1 0,0-1 0,1 1 0,-1-1 0,0 0 0,0 0 0,0-1 0,0 1 0,4-2 0,3 0 0,1-1 0,-1-1 0,1 0 0,-1-1 0,0 0 0,-1 0 0,1-1 0,-1 0 0,0-1 0,0 0 0,-1-1 0,0 1 0,12-17 0,0-2 0,0-2 0,-2 0 0,18-38 0,-28 47 179,-7 16-270,0 0 0,0 0 1,0 0-1,0 0 0,1 1 0,-1-1 0,1 0 0,-1 1 1,1-1-1,0 1 0,0-1 0,0 1 0,1 0 0,-1 0 1,1 0-1,4-3 0,3 2-6735</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13.354"/>
    </inkml:context>
    <inkml:brush xml:id="br0">
      <inkml:brushProperty name="width" value="0.05" units="cm"/>
      <inkml:brushProperty name="height" value="0.05" units="cm"/>
      <inkml:brushProperty name="color" value="#66CC00"/>
    </inkml:brush>
  </inkml:definitions>
  <inkml:trace contextRef="#ctx0" brushRef="#br0">30 105 24575,'3'-5'0,"1"-8"0,-1-7 0,0-2 0,-1-1 0,-3 7 0,-2 11 0,-3 15 0,-1 13 0,2 15 0,-2 11 0,0 8 0,2 6 0,2 3 0,3-2 0,3-11-8191</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13.790"/>
    </inkml:context>
    <inkml:brush xml:id="br0">
      <inkml:brushProperty name="width" value="0.05" units="cm"/>
      <inkml:brushProperty name="height" value="0.05" units="cm"/>
      <inkml:brushProperty name="color" value="#66CC00"/>
    </inkml:brush>
  </inkml:definitions>
  <inkml:trace contextRef="#ctx0" brushRef="#br0">0 123 24575,'4'1'0,"1"-1"0,-1 1 0,0 0 0,0 1 0,0-1 0,6 4 0,11 3 0,-5-4 0,0 0 0,1-2 0,0 0 0,18 0 0,-27-2 0,0 0 0,0-1 0,0 0 0,0 0 0,-1-1 0,1 0 0,0 0 0,-1-1 0,0 0 0,14-7 0,-18 7 0,0 1 0,0-1 0,0 1 0,-1-1 0,1 0 0,-1 0 0,0 0 0,0 0 0,0 0 0,0-1 0,-1 1 0,1-1 0,-1 1 0,0-1 0,0 0 0,1-6 0,0-1 0,-1 0 0,-1-1 0,1 1 0,-3-14 0,1 112 0,-1-25 0,2 6 0,1 78 0,-1-145 0,0 0 0,0 0 0,0 0 0,0 0 0,0 0 0,0 1 0,1-1 0,-1 0 0,0 0 0,1 0 0,-1 0 0,1 0 0,-1 0 0,1 0 0,0 0 0,-1 0 0,1 0 0,1 1 0,-2-2 0,1 0 0,0 1 0,-1-1 0,1 0 0,0 0 0,-1 0 0,1 0 0,0 0 0,-1 0 0,1 0 0,0 0 0,-1 0 0,1 0 0,0 0 0,-1 0 0,1 0 0,0-1 0,-1 1 0,1 0 0,0 0 0,-1-1 0,2 0 0,4-3 0,1-1 0,-1 0 0,0-1 0,6-7 0,-2 3 0,3-3 0,41-36 0,-49 46 0,0-1 0,0 1 0,1-1 0,-1 1 0,1 1 0,-1-1 0,1 1 0,0 0 0,7-1 0,-11 3-50,1 0-1,0 0 1,0 0-1,0 0 0,0 0 1,-1 1-1,1 0 1,0-1-1,0 1 1,-1 0-1,1 0 0,-1 1 1,1-1-1,-1 0 1,1 1-1,-1 0 1,0-1-1,0 1 0,0 0 1,0 0-1,0 0 1,0 1-1,0-1 1,-1 0-1,1 1 1,1 4-1,12 21-6775</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14.317"/>
    </inkml:context>
    <inkml:brush xml:id="br0">
      <inkml:brushProperty name="width" value="0.05" units="cm"/>
      <inkml:brushProperty name="height" value="0.05" units="cm"/>
      <inkml:brushProperty name="color" value="#66CC00"/>
    </inkml:brush>
  </inkml:definitions>
  <inkml:trace contextRef="#ctx0" brushRef="#br0">290 256 24575,'9'-10'0,"-1"0"0,0 0 0,-1-1 0,0 0 0,-1-1 0,0 1 0,-1-1 0,0 0 0,-1-1 0,0 1 0,2-15 0,-5 23 0,0 1 0,-1-1 0,0 1 0,0 0 0,0-1 0,0 1 0,-1-1 0,1 1 0,-1 0 0,0-1 0,0 1 0,0 0 0,0-1 0,0 1 0,-1 0 0,1 0 0,-1 0 0,0 0 0,0 1 0,-5-6 0,3 4 0,-1 1 0,1 0 0,-1 0 0,0 0 0,0 1 0,0 0 0,0 0 0,0 0 0,0 0 0,-1 1 0,1 0 0,-9-1 0,1 1 0,0 1 0,0 0 0,-1 1 0,1 0 0,0 1 0,0 0 0,1 1 0,-1 1 0,-12 5 0,16-6 0,0 1 0,0 0 0,1 1 0,-1 0 0,1 0 0,0 1 0,1 0 0,-1 0 0,1 1 0,1 0 0,-1 0 0,-9 15 0,13-17 0,1-1 0,0 0 0,0 1 0,0-1 0,0 1 0,1 0 0,0 0 0,0 0 0,0 0 0,1-1 0,0 1 0,-1 0 0,2 0 0,-1 0 0,2 5 0,-1-2 0,2 0 0,-1-1 0,1 0 0,0 1 0,1-1 0,0-1 0,0 1 0,8 10 0,6 4 0,2-1 0,0-1 0,1-1 0,28 18 0,-21-16 0,-15-12 0,0 1 0,-1 0 0,-1 1 0,0 0 0,0 0 0,13 17 0,-23-25 0,1 0 0,-1 0 0,0 1 0,0-1 0,0 0 0,0 0 0,0 1 0,-1-1 0,1 0 0,-1 1 0,1-1 0,-1 1 0,0-1 0,0 1 0,0-1 0,0 0 0,0 1 0,-1-1 0,0 3 0,0-1 0,-1-1 0,0 0 0,1 1 0,-1-1 0,0 0 0,-1 0 0,1 0 0,-1 0 0,1 0 0,-1-1 0,-3 4 0,-5 2 0,-1-1 0,0 0 0,0 0 0,-1-1 0,-19 7 0,-2-3-1365,5-2-5461</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14.660"/>
    </inkml:context>
    <inkml:brush xml:id="br0">
      <inkml:brushProperty name="width" value="0.05" units="cm"/>
      <inkml:brushProperty name="height" value="0.05" units="cm"/>
      <inkml:brushProperty name="color" value="#66CC00"/>
    </inkml:brush>
  </inkml:definitions>
  <inkml:trace contextRef="#ctx0" brushRef="#br0">11 315 24575,'27'1'0,"-16"-1"0,0 1 0,-1-2 0,1 1 0,18-5 0,-25 4 0,-1 0 0,1 0 0,-1-1 0,0 1 0,1-1 0,-1 0 0,0 0 0,0 0 0,-1 0 0,1-1 0,0 1 0,-1-1 0,1 0 0,-1 0 0,0 1 0,0-1 0,0-1 0,2-3 0,3-9 0,0 0 0,-1-1 0,-1 0 0,-1 0 0,0 0 0,-1 0 0,-1-1 0,-1 1 0,0-1 0,-4-30 0,3 46 0,0 0 0,0-1 0,-1 1 0,1 0 0,-1-1 0,0 1 0,1 0 0,-1 0 0,0-1 0,0 1 0,-1 0 0,1 0 0,0 0 0,-1 0 0,1 1 0,-1-1 0,0 0 0,1 1 0,-1-1 0,-3-1 0,4 2 0,-1 1 0,0-1 0,0 1 0,0 0 0,0 0 0,0 0 0,0 0 0,0 0 0,0 0 0,1 0 0,-1 1 0,0-1 0,0 0 0,0 1 0,0 0 0,1-1 0,-1 1 0,0 0 0,1 0 0,-1 0 0,0 0 0,1 0 0,-1 1 0,1-1 0,-2 2 0,-8 8 0,1 0 0,0 1 0,0 0 0,1 0 0,1 1 0,0 0 0,-9 23 0,7-12 0,1 0 0,2 0 0,-9 45 0,14-57-85,1-1 0,0 0-1,0 1 1,1-1 0,1 1-1,0-1 1,1 1 0,0-1-1,0 0 1,1 0 0,1 0-1,0 0 1,0-1 0,1 1-1,8 11 1,10 9-6741</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15.062"/>
    </inkml:context>
    <inkml:brush xml:id="br0">
      <inkml:brushProperty name="width" value="0.05" units="cm"/>
      <inkml:brushProperty name="height" value="0.05" units="cm"/>
      <inkml:brushProperty name="color" value="#66CC00"/>
    </inkml:brush>
  </inkml:definitions>
  <inkml:trace contextRef="#ctx0" brushRef="#br0">86 40 24575,'0'-1'0,"0"-1"0,0 1 0,0-1 0,0 1 0,0-1 0,0 1 0,0-1 0,-1 1 0,1-1 0,-1 1 0,1-1 0,-1 1 0,1 0 0,-1-1 0,0 1 0,0 0 0,1-1 0,-1 1 0,0 0 0,0 0 0,0 0 0,0 0 0,-1 0 0,1 0 0,0 0 0,0 0 0,-1 1 0,1-1 0,0 0 0,-1 1 0,1-1 0,-1 1 0,1-1 0,0 1 0,-1 0 0,1 0 0,-1 0 0,1-1 0,-1 1 0,1 1 0,-1-1 0,1 0 0,-1 0 0,1 0 0,-1 1 0,1-1 0,-1 1 0,1-1 0,0 1 0,-1 0 0,1-1 0,0 1 0,0 0 0,-1 0 0,1 0 0,0 0 0,0 0 0,0 0 0,0 0 0,0 1 0,0-1 0,0 0 0,1 0 0,-2 2 0,-1 4 0,0 0 0,0 0 0,1 0 0,0 0 0,0 1 0,1-1 0,-1 1 0,1 11 0,1-6 0,0 0 0,0 0 0,2 0 0,2 15 0,-3-23 0,1-1 0,-1 1 0,1 0 0,0-1 0,0 1 0,0-1 0,1 1 0,-1-1 0,1 0 0,0 0 0,1-1 0,-1 1 0,1 0 0,-1-1 0,1 0 0,6 4 0,-7-5 0,1 0 0,-1-1 0,0 0 0,1 1 0,-1-1 0,0-1 0,1 1 0,0 0 0,-1-1 0,1 0 0,-1 0 0,1 0 0,-1 0 0,1 0 0,-1-1 0,1 0 0,-1 1 0,1-1 0,-1-1 0,1 1 0,-1 0 0,0-1 0,4-2 0,0 0 0,0-1 0,0-1 0,-1 1 0,1-1 0,-2 0 0,1 0 0,9-14 0,-1-2 0,14-28 0,-13 21 0,-15 28 0,1 0 0,-1 0 0,1 0 0,-1 0 0,1 0 0,0 0 0,-1 0 0,1 0 0,0 0 0,0 0 0,0 1 0,-1-1 0,1 0 0,2 0 0,-3 1 0,0 0 0,1 0 0,-1 0 0,0 0 0,1 0 0,-1 0 0,0 0 0,0 1 0,1-1 0,-1 0 0,0 0 0,0 0 0,1 0 0,-1 1 0,0-1 0,0 0 0,0 0 0,1 1 0,-1-1 0,0 0 0,0 0 0,0 1 0,0-1 0,1 0 0,-1 1 0,0-1 0,0 0 0,0 0 0,0 1 0,0-1 0,0 0 0,0 1 0,4 41 0,-4-26 0,1-9 49,0 0 0,1-1 0,0 1-1,0-1 1,0 1 0,5 8 0,-6-13-156,1 1 0,0 0 1,0 0-1,0-1 0,0 1 1,0-1-1,1 0 0,-1 0 1,1 0-1,-1 0 0,1 0 1,0 0-1,0-1 0,0 1 1,3 0-1,8 2-6719</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16.401"/>
    </inkml:context>
    <inkml:brush xml:id="br0">
      <inkml:brushProperty name="width" value="0.05" units="cm"/>
      <inkml:brushProperty name="height" value="0.05" units="cm"/>
      <inkml:brushProperty name="color" value="#66CC00"/>
    </inkml:brush>
  </inkml:definitions>
  <inkml:trace contextRef="#ctx0" brushRef="#br0">81 327 24575,'-9'-24'0,"7"15"0,4 13 0,35 116 0,-6 1 0,22 171 0,-48-262 0,-4-22 0,1 0 0,-1 1 0,0-1 0,-2 17 0,2-25 0,-1 0 0,0 0 0,0 0 0,0 1 0,0-1 0,0 0 0,0 0 0,0 0 0,0 0 0,0 1 0,0-1 0,0 0 0,0 0 0,0 0 0,0 0 0,-1 0 0,1 1 0,0-1 0,0 0 0,0 0 0,0 0 0,0 0 0,0 0 0,0 1 0,0-1 0,0 0 0,-1 0 0,1 0 0,0 0 0,0 0 0,0 0 0,0 0 0,0 0 0,0 0 0,-1 1 0,1-1 0,0 0 0,0 0 0,0 0 0,0 0 0,-1 0 0,1 0 0,0 0 0,0 0 0,0 0 0,0 0 0,-1 0 0,-6-8 0,-6-15 0,-26-72 0,-40-144 0,61 167 0,3-2 0,-10-130 0,24 187 0,0-1 0,2 0 0,0 1 0,1-1 0,1 1 0,5-21 0,-7 34 0,0 1 0,0-1 0,0 1 0,1-1 0,-1 1 0,1 0 0,0 0 0,0 0 0,0 0 0,0 0 0,1 0 0,-1 1 0,1-1 0,-1 1 0,1 0 0,0 0 0,0 0 0,0 0 0,0 0 0,1 0 0,-1 1 0,0-1 0,1 1 0,-1 0 0,1 0 0,-1 1 0,1-1 0,-1 1 0,1-1 0,0 1 0,-1 0 0,1 1 0,-1-1 0,1 1 0,-1-1 0,6 3 0,5 1 0,-1 1 0,0 0 0,0 1 0,0 0 0,-1 1 0,0 1 0,0 0 0,-1 0 0,12 12 0,-10-8 0,0 1 0,-1 0 0,-1 1 0,0 0 0,-1 1 0,16 30 0,-24-39 0,1-1 0,-1 1 0,0 0 0,-1 0 0,0 0 0,1 0 0,-2 1 0,1-1 0,-1 0 0,0 0 0,0 0 0,-1 1 0,1-1 0,-2 0 0,-2 9 0,2-7 0,-2-1 0,1 0 0,-1 0 0,0 0 0,0-1 0,-1 0 0,0 1 0,0-1 0,0-1 0,-1 1 0,-12 8 0,3-3 0,-1-1 0,-32 16 0,40-22 0,0-1 0,-1 0 0,0 0 0,0-1 0,0 0 0,0 0 0,-16 0 0,25-2 0,-1 1 0,1-1 0,-1 0 0,1 0 0,-1 0 0,1 0 0,0 0 0,-1 0 0,1 0 0,-1 0 0,1 0 0,-1-1 0,1 1 0,-1 0 0,1 0 0,-1 0 0,1 0 0,-1-1 0,1 1 0,0 0 0,-1 0 0,1-1 0,0 1 0,-1 0 0,1-1 0,-1 0 0,8-7 0,20-7 0,-12 10 0,-1 1 0,1 1 0,0 0 0,1 1 0,-1 0 0,0 1 0,0 1 0,1 1 0,-1 0 0,0 1 0,0 0 0,0 2 0,0-1 0,17 8 0,-20-7 0,0 1 0,-1 1 0,1 0 0,-1 0 0,0 1 0,-1 1 0,0 0 0,0 0 0,0 1 0,-1 0 0,-1 0 0,1 1 0,-2 1 0,1-1 0,-1 1 0,-1 0 0,7 16 0,-4 5 0,-9-30 0,0-1 0,1 0 0,-1 1 0,0-1 0,0 0 0,0 1 0,0-1 0,0 0 0,-1 1 0,1-1 0,0 0 0,-1 1 0,1-1 0,0 0 0,-1 0 0,0 1 0,1-1 0,-1 0 0,0 0 0,1 0 0,-2 2 0,1-3 0,1 0 0,-1 0 0,1 0 0,-1 1 0,1-1 0,-1 0 0,1 0 0,-1 0 0,1 0 0,-1 0 0,1 0 0,-1 0 0,1 0 0,-1 0 0,1 0 0,-1 0 0,1 0 0,-1-1 0,1 1 0,0 0 0,-1 0 0,1 0 0,-1-1 0,1 1 0,-1 0 0,1 0 0,0-1 0,-1 1 0,1 0 0,0-1 0,-1 1 0,1 0 0,0-1 0,-1 1 0,1-1 0,0 1 0,0-1 0,0 1 0,-1 0 0,1-1 0,0 1 0,0-1 0,0 1 0,0-1 0,0 0 0,-7-25 0,7 18 0,1-1 0,-1 0 0,1 1 0,1-1 0,-1 1 0,2-1 0,-1 1 0,1 0 0,0 0 0,1 0 0,0 1 0,0-1 0,0 1 0,1 0 0,9-10 0,-5 6 0,1 1 0,0 0 0,0 1 0,1 0 0,0 0 0,1 2 0,0-1 0,24-10 0,-23 13 0,0 1 0,0 0 0,1 1 0,20-3 0,-26 5 0,0 1 0,0 0 0,-1 0 0,1 0 0,0 1 0,-1 0 0,1 1 0,-1 0 0,12 4 0,-18-6 0,-1 0 0,1 1 0,-1-1 0,0 1 0,1-1 0,-1 0 0,1 1 0,-1-1 0,0 1 0,1-1 0,-1 1 0,0-1 0,0 1 0,1-1 0,-1 1 0,0 0 0,0-1 0,0 1 0,0-1 0,0 1 0,0-1 0,0 1 0,0 0 0,0-1 0,0 1 0,0-1 0,0 1 0,0-1 0,0 1 0,0-1 0,-1 1 0,1 0 0,0-1 0,-1 1 0,-13 26 0,6-14 0,6-5 0,-1 0 0,1 1 0,1-1 0,-1 1 0,2-1 0,-1 0 0,1 1 0,0 0 0,2 14 0,-1-20 0,-1 0 0,0-1 0,1 1 0,0 0 0,0 0 0,0 0 0,0 0 0,0 0 0,0-1 0,1 1 0,-1-1 0,1 1 0,0-1 0,-1 1 0,1-1 0,0 0 0,1 0 0,-1 0 0,0 0 0,1 0 0,-1-1 0,1 1 0,-1-1 0,1 1 0,0-1 0,0 0 0,-1 0 0,1 0 0,0-1 0,4 1 0,-4-1 0,0 0 0,0 0 0,0-1 0,0 1 0,-1-1 0,1 0 0,0 0 0,0 0 0,-1 0 0,1-1 0,0 1 0,-1-1 0,1 0 0,-1 1 0,0-1 0,0 0 0,0 0 0,0 0 0,0-1 0,0 1 0,0 0 0,2-6 0,0 3 0,-1-1 0,0 0 0,-1 0 0,1-1 0,-1 1 0,0 0 0,-1-1 0,1 1 0,0-8 0,-2 8 0,-1 1 0,1 0 0,-1 0 0,1 0 0,-2 0 0,1 0 0,0 0 0,-1 0 0,0 0 0,0 0 0,-1 1 0,1-1 0,-1 1 0,0-1 0,0 1 0,0 0 0,-1 0 0,1 1 0,-1-1 0,0 1 0,0 0 0,-1 0 0,1 0 0,0 0 0,-1 1 0,-7-4 0,-4 5 0,15 2 0,1-1 0,0 0 0,0 0 0,-1 0 0,1 0 0,0 1 0,0-1 0,0 0 0,-1 0 0,1 0 0,0 1 0,0-1 0,0 0 0,0 0 0,-1 1 0,1-1 0,0 0 0,0 0 0,0 1 0,0-1 0,0 0 0,0 1 0,0-1 0,0 0 0,0 0 0,0 1 0,0-1 0,0 0 0,0 1 0,0-1 0,1 2 0,-1 0 0,1-1 0,0 1 0,0-1 0,-1 1 0,1-1 0,0 1 0,1-1 0,-1 0 0,0 1 0,0-1 0,0 0 0,1 0 0,1 2 0,17 8-1365,0-2-5461</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16.540"/>
    </inkml:context>
    <inkml:brush xml:id="br0">
      <inkml:brushProperty name="width" value="0.05" units="cm"/>
      <inkml:brushProperty name="height" value="0.05" units="cm"/>
      <inkml:brushProperty name="color" value="#66CC00"/>
    </inkml:brush>
  </inkml:definitions>
  <inkml:trace contextRef="#ctx0" brushRef="#br0">3 3 24575,'-2'-3'0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16.758"/>
    </inkml:context>
    <inkml:brush xml:id="br0">
      <inkml:brushProperty name="width" value="0.05" units="cm"/>
      <inkml:brushProperty name="height" value="0.05" units="cm"/>
      <inkml:brushProperty name="color" value="#66CC00"/>
    </inkml:brush>
  </inkml:definitions>
  <inkml:trace contextRef="#ctx0" brushRef="#br0">172 66 24575,'0'-3'0,"0"0"0,0 0 0,-1 1 0,0-1 0,1 0 0,-1 0 0,0 1 0,0-1 0,-1 1 0,1-1 0,0 1 0,-1-1 0,0 1 0,1 0 0,-1 0 0,0 0 0,0 0 0,0 0 0,0 0 0,-1 0 0,1 1 0,0-1 0,-1 1 0,1-1 0,-1 1 0,-5-1 0,5 1 0,1 0 0,-1 0 0,0 0 0,0 1 0,0-1 0,0 1 0,0 0 0,0 0 0,0 0 0,0 0 0,0 1 0,0-1 0,0 1 0,0 0 0,0 0 0,0 0 0,0 0 0,0 0 0,1 0 0,-1 1 0,1 0 0,-1-1 0,1 1 0,-5 4 0,1 2 0,0 1 0,1 0 0,0 0 0,0 0 0,1 1 0,0-1 0,1 1 0,0 0 0,0 0 0,1 0 0,0 1 0,1-1 0,1 0 0,-1 1 0,1-1 0,1 1 0,0-1 0,1 0 0,0 0 0,0 0 0,1 0 0,0 0 0,1 0 0,0 0 0,1-1 0,6 11 0,-6-13-114,0-1 1,0 0-1,1 0 0,0-1 0,0 1 1,0-1-1,0 0 0,1-1 0,0 0 1,0 0-1,9 4 0,12 1-6712</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17.346"/>
    </inkml:context>
    <inkml:brush xml:id="br0">
      <inkml:brushProperty name="width" value="0.05" units="cm"/>
      <inkml:brushProperty name="height" value="0.05" units="cm"/>
      <inkml:brushProperty name="color" value="#66CC00"/>
    </inkml:brush>
  </inkml:definitions>
  <inkml:trace contextRef="#ctx0" brushRef="#br0">82 21 24575,'0'-1'0,"0"1"0,-1-1 0,1 0 0,-1 0 0,1 0 0,-1 1 0,1-1 0,-1 0 0,1 1 0,-1-1 0,1 1 0,-1-1 0,0 1 0,0-1 0,1 1 0,-1-1 0,0 1 0,0-1 0,1 1 0,-1 0 0,0 0 0,0-1 0,0 1 0,0 0 0,0 0 0,1 0 0,-2 0 0,-25-2 0,26 2 0,1-1 0,-1 1 0,0 0 0,0 0 0,0 0 0,0 0 0,0 0 0,0 0 0,0 0 0,0 1 0,0-1 0,0 0 0,0 1 0,0-1 0,0 0 0,1 1 0,-1-1 0,0 1 0,0-1 0,0 1 0,1-1 0,-1 1 0,0 0 0,1-1 0,-1 1 0,0 0 0,1 0 0,-1-1 0,1 1 0,-1 0 0,1 0 0,0 0 0,-1 0 0,1 0 0,0 0 0,-1 0 0,1-1 0,0 1 0,0 0 0,0 0 0,0 0 0,0 0 0,0 0 0,0 0 0,0 0 0,1 0 0,-1 0 0,1 1 0,0 1 0,0 0 0,0 0 0,1 0 0,-1 0 0,1 0 0,0 0 0,0-1 0,0 1 0,0-1 0,1 1 0,-1-1 0,1 0 0,3 3 0,-5-5 0,0 1 0,1 0 0,-1 0 0,0-1 0,0 1 0,0-1 0,1 0 0,-1 1 0,0-1 0,0 0 0,1 1 0,-1-1 0,0 0 0,1 0 0,-1 0 0,0 0 0,1-1 0,-1 1 0,0 0 0,1 0 0,-1-1 0,0 1 0,0-1 0,1 1 0,-1-1 0,0 0 0,0 1 0,0-1 0,0 0 0,0 0 0,0 0 0,0 1 0,0-1 0,0 0 0,0 0 0,-1-1 0,1 1 0,0 0 0,-1 0 0,1 0 0,0 0 0,0-2 0,-1 2 0,0 1 0,0 0 0,0-1 0,0 1 0,0 0 0,0-1 0,0 1 0,0-1 0,0 1 0,0 0 0,0-1 0,0 1 0,0 0 0,0-1 0,0 1 0,0-1 0,0 1 0,-1 0 0,1-1 0,0 1 0,0 0 0,0-1 0,-1 1 0,1 0 0,0 0 0,0-1 0,-1 1 0,1 0 0,0 0 0,0-1 0,-1 1 0,1 0 0,0 0 0,-1-1 0,-14 4 0,-13 15 0,24-14 0,0 0 0,0 0 0,1 1 0,0 0 0,-1 0 0,2 0 0,-1 0 0,0 0 0,1 0 0,0 1 0,0-1 0,1 1 0,0-1 0,0 1 0,0 0 0,0 0 0,1-1 0,0 1 0,0 0 0,1 0 0,0-1 0,1 7 0,0-4 0,0 0 0,1 0 0,0 0 0,1-1 0,-1 1 0,2-1 0,-1 0 0,1 0 0,0 0 0,0-1 0,0 0 0,1 0 0,0 0 0,13 9 0,-17-14 0,0 1 0,0-1 0,1 0 0,-1 1 0,0-1 0,1 0 0,-1-1 0,1 1 0,-1 0 0,1-1 0,-1 1 0,1-1 0,-1 0 0,1 0 0,0 0 0,-1 0 0,1 0 0,3-1 0,-2 0 0,-1-1 0,1 1 0,-1-1 0,1 0 0,-1 0 0,0 0 0,0 0 0,0-1 0,0 1 0,0-1 0,3-3 0,3-6 0,0-1 0,-1 1 0,0-1 0,-1-1 0,7-16 0,-6 10 0,9-36 0,-15 47 0,0 1 0,0-1 0,-1 0 0,-1 0 0,0 0 0,-1-17 0,0 24 9,1 0 0,0 0 0,-1 0-1,1 0 1,-1 0 0,1 1 0,-1-1-1,0 0 1,0 0 0,0 0 0,0 1-1,0-1 1,-1 0 0,1 1 0,0-1-1,-1 1 1,1 0 0,-1-1 0,1 1-1,-1 0 1,0 0 0,0 0 0,1 0-1,-1 0 1,0 0 0,0 1 0,0-1-1,0 1 1,0-1 0,0 1 0,0 0-1,0-1 1,0 1 0,0 0 0,0 0-1,0 1 1,0-1 0,-3 1 0,-4 1-223,1 0 1,-1 1 0,1 0-1,0 0 1,0 1 0,0 0-1,-11 7 1,1 2-6613</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18.772"/>
    </inkml:context>
    <inkml:brush xml:id="br0">
      <inkml:brushProperty name="width" value="0.05" units="cm"/>
      <inkml:brushProperty name="height" value="0.05" units="cm"/>
      <inkml:brushProperty name="color" value="#66CC00"/>
    </inkml:brush>
  </inkml:definitions>
  <inkml:trace contextRef="#ctx0" brushRef="#br0">20 52 24575,'-2'0'0,"-7"0"0,1 0 0,10 0 0,10 0 0,14 0 0,16-3 0,15 0 0,12-3 0,6-1 0,6-1 0,-1 0 0,-3-1 0,-14 2-8191</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18.989"/>
    </inkml:context>
    <inkml:brush xml:id="br0">
      <inkml:brushProperty name="width" value="0.05" units="cm"/>
      <inkml:brushProperty name="height" value="0.05" units="cm"/>
      <inkml:brushProperty name="color" value="#66CC00"/>
    </inkml:brush>
  </inkml:definitions>
  <inkml:trace contextRef="#ctx0" brushRef="#br0">0 44 24575,'1'0'0,"0"0"0,0 0 0,0 0 0,0-1 0,0 1 0,0 0 0,0-1 0,0 1 0,-1 0 0,1-1 0,0 1 0,0-1 0,0 1 0,-1-1 0,1 0 0,0 1 0,-1-1 0,1 0 0,0 1 0,-1-1 0,1 0 0,-1 0 0,1 0 0,-1 1 0,0-1 0,1 0 0,-1 0 0,0 0 0,1 0 0,-1 0 0,0 0 0,0 0 0,0 0 0,0 0 0,0 0 0,0 0 0,0 1 0,0-1 0,0 0 0,-1 0 0,1 0 0,0 0 0,0 0 0,-1 0 0,1 0 0,-1 0 0,1 1 0,-1-1 0,1 0 0,-1 0 0,1 1 0,-1-1 0,0 0 0,0 1 0,1-1 0,-1 0 0,0 1 0,0-1 0,1 1 0,-1 0 0,0-1 0,0 1 0,0 0 0,0-1 0,-2 1 0,13 1 0,-1 1 0,1 1 0,-1 0 0,0 0 0,0 0 0,0 1 0,-1 1 0,1 0 0,-1 0 0,0 0 0,0 1 0,10 10 0,-8-7 0,-1 1 0,0-1 0,-1 2 0,0-1 0,0 1 0,-1 1 0,0-1 0,7 20 0,-12-25 19,0 0 0,-1 1 0,1-1 0,-1 1 0,-1-1 0,1 0 0,-1 1 0,0-1 0,-1 1 0,0-1 0,0 1 0,0-1 0,0 0 0,-1 0 0,0 0 0,-1 0 0,-5 11 0,0-4-263,0 0 0,-1 0 0,-1-2 0,0 1 1,0-1-1,-18 14 0,-7 4-6582</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19.363"/>
    </inkml:context>
    <inkml:brush xml:id="br0">
      <inkml:brushProperty name="width" value="0.05" units="cm"/>
      <inkml:brushProperty name="height" value="0.05" units="cm"/>
      <inkml:brushProperty name="color" value="#66CC00"/>
    </inkml:brush>
  </inkml:definitions>
  <inkml:trace contextRef="#ctx0" brushRef="#br0">647 27 24575,'-3'0'0,"1"-1"0,-1 1 0,0-1 0,1 1 0,-1-1 0,1 0 0,-1 0 0,1 0 0,-1-1 0,1 1 0,-4-3 0,4 2 0,0 0 0,-1 1 0,1 0 0,0-1 0,-1 1 0,1 0 0,-1 0 0,1 1 0,-1-1 0,1 0 0,-1 1 0,0-1 0,-3 1 0,-25 4 0,-1 1 0,-55 16 0,36-8 0,-277 65 0,300-70-1365,10-2-5461</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19.596"/>
    </inkml:context>
    <inkml:brush xml:id="br0">
      <inkml:brushProperty name="width" value="0.05" units="cm"/>
      <inkml:brushProperty name="height" value="0.05" units="cm"/>
      <inkml:brushProperty name="color" value="#66CC00"/>
    </inkml:brush>
  </inkml:definitions>
  <inkml:trace contextRef="#ctx0" brushRef="#br0">132 29 24575,'-4'-4'0,"-1"1"0,1 0 0,0 1 0,-1-1 0,0 1 0,1 0 0,-1 0 0,0 0 0,0 1 0,0 0 0,0 0 0,0 0 0,0 0 0,-10 1 0,12 1 0,1 0 0,-1 0 0,1 0 0,-1 1 0,1-1 0,-1 1 0,1-1 0,0 1 0,0 0 0,0 0 0,0 0 0,0 0 0,0 0 0,0 1 0,1-1 0,-1 1 0,1-1 0,0 1 0,0-1 0,0 1 0,0 0 0,0-1 0,0 1 0,1 0 0,-1 4 0,-2 9 0,2-1 0,0 1 0,1 18 0,0-33 0,1 16-105,1 1 0,1-1 0,1 1 0,0-1 0,1 0 0,1 0 0,1-1 0,0 0 0,1 0 0,0-1 0,2 0 0,10 14 0,4 1-6721</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20.718"/>
    </inkml:context>
    <inkml:brush xml:id="br0">
      <inkml:brushProperty name="width" value="0.05" units="cm"/>
      <inkml:brushProperty name="height" value="0.05" units="cm"/>
      <inkml:brushProperty name="color" value="#66CC00"/>
    </inkml:brush>
  </inkml:definitions>
  <inkml:trace contextRef="#ctx0" brushRef="#br0">107 174 24575,'-3'0'0,"1"-1"0,0 1 0,0-1 0,0 1 0,-1-1 0,1 0 0,0 0 0,0 0 0,0 0 0,0 0 0,-2-2 0,2 2 0,0 0 0,1-1 0,-1 1 0,0 1 0,0-1 0,0 0 0,1 0 0,-1 1 0,0-1 0,-4 0 0,6 1 0,0 0 0,-1 0 0,1 0 0,0 0 0,-1 1 0,1-1 0,-1 0 0,1 0 0,0 0 0,-1 0 0,1 1 0,0-1 0,0 0 0,-1 0 0,1 1 0,0-1 0,-1 0 0,1 0 0,0 1 0,0-1 0,-1 0 0,1 1 0,0-1 0,0 0 0,0 1 0,0-1 0,0 0 0,-1 1 0,1-1 0,0 1 0,0-1 0,0 0 0,0 1 0,0-1 0,0 0 0,0 1 0,0-1 0,0 1 0,0-1 0,0 0 0,1 1 0,-1-1 0,0 0 0,0 1 0,0-1 0,0 1 0,1-1 0,-1 0 0,0 0 0,1 1 0,9 20 0,-10-20 0,5 6 0,-1 0 0,1-1 0,1 1 0,-1-1 0,1-1 0,0 1 0,0-1 0,1 0 0,-1 0 0,1-1 0,0 0 0,1 0 0,-1 0 0,1-1 0,-1 0 0,1-1 0,0 0 0,0 0 0,9 1 0,-7-2 0,0 0 0,1-1 0,-1 0 0,1-1 0,-1 0 0,0 0 0,1-1 0,-1-1 0,0 0 0,0 0 0,0 0 0,-1-2 0,1 1 0,13-10 0,-19 12 0,-1-1 0,0 1 0,1-1 0,-1 0 0,0 0 0,0 0 0,0-1 0,-1 1 0,1-1 0,-1 1 0,0-1 0,0 0 0,0 0 0,-1 0 0,1 0 0,-1 0 0,0 0 0,0-1 0,0 1 0,-1 0 0,1-1 0,-1 1 0,0 0 0,-1 0 0,1-1 0,-1 1 0,-1-6 0,0 3 0,0 0 0,-1 1 0,0-1 0,0 1 0,0 0 0,-1-1 0,0 2 0,0-1 0,-1 0 0,1 1 0,-1 0 0,0 0 0,-1 0 0,1 0 0,-12-6 0,8 6 0,0 1 0,-1-1 0,1 2 0,-1-1 0,0 1 0,1 1 0,-1 0 0,0 0 0,-1 1 0,1 0 0,0 1 0,0 0 0,-15 2 0,17-1 0,-1 1 0,1 0 0,0 1 0,0-1 0,0 2 0,0-1 0,1 1 0,-1 0 0,1 1 0,0-1 0,0 1 0,0 1 0,1-1 0,0 1 0,0 1 0,-7 8 0,7-6 0,0 0 0,0 0 0,1 0 0,0 1 0,1-1 0,0 1 0,1 0 0,0 0 0,0 1 0,1-1 0,0 1 0,1-1 0,0 1 0,1-1 0,0 1 0,1-1 0,0 1 0,1 0 0,0-1 0,0 0 0,1 0 0,0 1 0,1-2 0,0 1 0,1 0 0,0-1 0,1 0 0,0 0 0,0 0 0,0-1 0,1 0 0,1 0 0,-1-1 0,1 0 0,10 7 0,-6-7-227,1 0-1,0-1 1,0 0-1,0-1 1,20 6-1,14-1-6598</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21.015"/>
    </inkml:context>
    <inkml:brush xml:id="br0">
      <inkml:brushProperty name="width" value="0.05" units="cm"/>
      <inkml:brushProperty name="height" value="0.05" units="cm"/>
      <inkml:brushProperty name="color" value="#66CC00"/>
    </inkml:brush>
  </inkml:definitions>
  <inkml:trace contextRef="#ctx0" brushRef="#br0">89 38 24575,'0'-38'0,"22"91"0,-19-45 0,45 102 0,-42-99 0,-1-1 0,2 0 0,0 0 0,0 0 0,1-1 0,0 0 0,15 14 0,-22-23 0,0 1 0,-1-1 0,1 1 0,-1 0 0,1-1 0,0 1 0,-1-1 0,1 1 0,0-1 0,0 0 0,0 1 0,-1-1 0,1 0 0,0 1 0,0-1 0,0 0 0,-1 0 0,1 0 0,0 0 0,0 0 0,0 0 0,0 0 0,0 0 0,-1 0 0,1 0 0,0 0 0,0-1 0,1 1 0,-1-1 0,-1 0 0,1 0 0,0-1 0,-1 1 0,1 0 0,-1 0 0,1 0 0,-1 0 0,1-1 0,-1 1 0,0 0 0,0 0 0,1-1 0,-1 1 0,0 0 0,-1-2 0,1-8 0,-1 0 0,0 1 0,-4-13 0,-3-6 0,0 0 0,-2 1 0,-23-46 0,32 71 0,-1 1 0,1-1 0,-1 1 0,0 0 0,0-1 0,0 1 0,0 0 0,0 0 0,0 0 0,0 1 0,-4-4 0,5 5 0,-1 0 0,1-1 0,0 1 0,0 0 0,0 0 0,0-1 0,-1 1 0,1 0 0,0 0 0,0 0 0,0 1 0,-1-1 0,1 0 0,0 0 0,0 1 0,0-1 0,0 0 0,0 1 0,0-1 0,-1 1 0,1 0 0,0-1 0,1 1 0,-1 0 0,0-1 0,0 1 0,0 0 0,0 0 0,0 0 0,0 1 0,-8 10 0,0 0 0,1 0 0,1 0 0,-9 20 0,-20 59 0,27-68 0,-23 73-1365,21-56-5461</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21.249"/>
    </inkml:context>
    <inkml:brush xml:id="br0">
      <inkml:brushProperty name="width" value="0.05" units="cm"/>
      <inkml:brushProperty name="height" value="0.05" units="cm"/>
      <inkml:brushProperty name="color" value="#66CC00"/>
    </inkml:brush>
  </inkml:definitions>
  <inkml:trace contextRef="#ctx0" brushRef="#br0">128 26 24575,'1'-1'0,"-1"1"0,1-1 0,0 1 0,-1-1 0,1 1 0,-1-1 0,1 0 0,-1 1 0,0-1 0,1 0 0,-1 1 0,0-1 0,1 0 0,-1 1 0,0-1 0,0 0 0,1 0 0,-1 0 0,0 1 0,0-1 0,0-1 0,0 2 0,-1-1 0,1 1 0,0-1 0,-1 1 0,1-1 0,0 1 0,-1 0 0,1-1 0,0 1 0,-1-1 0,1 1 0,-1 0 0,1-1 0,-1 1 0,1 0 0,-1 0 0,1-1 0,-1 1 0,1 0 0,-1 0 0,0 0 0,-2-1 0,0 0 0,0 1 0,0 0 0,1 0 0,-1 0 0,0 0 0,0 0 0,0 0 0,-5 2 0,2 1 0,0-1 0,1 1 0,-1 0 0,1 1 0,0 0 0,0-1 0,0 1 0,0 1 0,1-1 0,0 1 0,0 0 0,0 0 0,0 0 0,1 0 0,0 1 0,0-1 0,0 1 0,1 0 0,0 0 0,0 0 0,0 0 0,1 0 0,0 0 0,0 1 0,0 12 0,1-9 0,0 0 0,1 0 0,0 0 0,1 1 0,-1-1 0,2 0 0,0-1 0,0 1 0,1 0 0,0-1 0,0 0 0,1 0 0,0 0 0,1 0 0,9 10 0,10 4-1365,-1-5-5461</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21.618"/>
    </inkml:context>
    <inkml:brush xml:id="br0">
      <inkml:brushProperty name="width" value="0.05" units="cm"/>
      <inkml:brushProperty name="height" value="0.05" units="cm"/>
      <inkml:brushProperty name="color" value="#66CC00"/>
    </inkml:brush>
  </inkml:definitions>
  <inkml:trace contextRef="#ctx0" brushRef="#br0">7 204 24575,'0'-5'0,"1"4"0,-1-1 0,0 1 0,0-1 0,0 1 0,0-1 0,0 1 0,0-1 0,0 1 0,-1-1 0,1 1 0,-1-1 0,1 1 0,-1-1 0,1 1 0,-1 0 0,0-1 0,-1-1 0,3 9 0,8 5 0,-1-6 0,0-1 0,0 0 0,1 0 0,0-1 0,0 0 0,-1 0 0,2-1 0,-1 0 0,0-1 0,0 0 0,0 0 0,1-1 0,-1 0 0,18-3 0,-22 2 0,0 0 0,0 0 0,0 0 0,0-1 0,-1 1 0,1-1 0,0 0 0,-1-1 0,1 1 0,-1-1 0,0 0 0,0 0 0,0 0 0,0 0 0,-1-1 0,1 1 0,-1-1 0,0 0 0,0 0 0,0-1 0,-1 1 0,1 0 0,-1-1 0,0 0 0,-1 1 0,1-1 0,-1 0 0,2-8 0,-3 8 0,1-1 0,-1 0 0,0 1 0,-1-1 0,1 0 0,-1 1 0,0-1 0,0 0 0,-1 1 0,0-1 0,0 1 0,0 0 0,-6-10 0,6 13 0,1-1 0,-1 1 0,0 0 0,0 0 0,0 0 0,0 0 0,0 0 0,0 1 0,-1-1 0,1 1 0,0-1 0,-1 1 0,0 0 0,1 0 0,-1 0 0,1 0 0,-1 0 0,0 1 0,0-1 0,1 1 0,-1 0 0,0 0 0,0 0 0,0 0 0,1 0 0,-1 1 0,0-1 0,0 1 0,1 0 0,-4 0 0,0 2 0,-1 0 0,1 0 0,0 1 0,0-1 0,0 1 0,1 0 0,-1 1 0,1-1 0,0 1 0,0 0 0,1 1 0,-1-1 0,1 1 0,0 0 0,1 0 0,0 0 0,0 0 0,0 1 0,0-1 0,1 1 0,0 0 0,1-1 0,-2 14 0,1-8 0,1 1 0,1-1 0,-1 1 0,2-1 0,0 0 0,1 1 0,0-1 0,0 0 0,2 0 0,-1 0 0,2 0 0,8 18 0,-7-21-68,0 1 0,1-1-1,0 0 1,1-1 0,-1 0 0,2 0-1,-1 0 1,1-1 0,0 0 0,1-1-1,-1 0 1,1-1 0,0 0 0,1 0-1,-1-1 1,1 0 0,0-1-1,0-1 1,15 3 0,17 0-6758</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22.583"/>
    </inkml:context>
    <inkml:brush xml:id="br0">
      <inkml:brushProperty name="width" value="0.05" units="cm"/>
      <inkml:brushProperty name="height" value="0.05" units="cm"/>
      <inkml:brushProperty name="color" value="#66CC00"/>
    </inkml:brush>
  </inkml:definitions>
  <inkml:trace contextRef="#ctx0" brushRef="#br0">1 1 24575,'76'0'0,"108"2"0,-153 0 0,-1 2 0,-1 0 0,1 2 0,29 11 0,-52-15 0,0 1 0,-1 0 0,1 0 0,0 0 0,-1 1 0,1 0 0,-1 1 0,-1-1 0,1 1 0,6 7 0,-9-8 0,0 0 0,0 0 0,-1 0 0,1 0 0,-1 0 0,0 1 0,-1-1 0,1 1 0,-1-1 0,0 1 0,0 0 0,0-1 0,0 1 0,-1 0 0,0 0 0,0 0 0,-1 5 0,-2 8 0,-1 0 0,0 0 0,-1 0 0,-1-1 0,-13 26 0,-50 83 0,43-82 0,-132 247 0,26 15 0,109-238 0,2 2 0,3 0 0,4 1 0,-8 96 0,20-129 0,2 1 0,2-1 0,12 73 0,-8-83 0,2 0 0,0-1 0,2 0 0,1 0 0,28 48 0,-17-42 0,0-2 0,2-1 0,1-1 0,2-1 0,43 36 0,162 105 0,-223-163 0,9 6 0,0 0 0,-1 2 0,27 26 0,-40-37 0,-1 1 0,1 1 0,-1-1 0,0 0 0,0 1 0,-1 0 0,1-1 0,-1 1 0,0 0 0,-1 0 0,1 0 0,-1 1 0,0-1 0,0 0 0,0 0 0,-1 1 0,0-1 0,0 0 0,0 1 0,-2 7 0,-1 0 0,-1-1 0,-1 0 0,0 0 0,0-1 0,-1 1 0,-13 17 0,-53 62 0,26-35 0,24-27 0,2 0 0,1 1 0,2 1 0,-24 57 0,32-64 0,2 0 0,0 1 0,2-1 0,1 1 0,1 1 0,0-1 0,3 37 0,5-3 0,2-1 0,25 97 0,49 112 0,-21-78 0,98 503 0,-129-545 0,-24-124 0,1 3 0,-1 1 0,-1-1 0,-1 1 0,-2 36 0,-1-56 0,0-1 0,-1 1 0,0-1 0,-1 0 0,1 0 0,-1 1 0,0-1 0,-1 0 0,1 0 0,-1-1 0,0 1 0,-1-1 0,0 1 0,1-1 0,-2 0 0,1 0 0,0-1 0,-1 1 0,0-1 0,0 0 0,0 0 0,-1-1 0,-9 5 0,-1-1-273,-1-1 0,0-1 0,-1-1 0,-32 5 0,-15-2-6553</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23.691"/>
    </inkml:context>
    <inkml:brush xml:id="br0">
      <inkml:brushProperty name="width" value="0.05" units="cm"/>
      <inkml:brushProperty name="height" value="0.05" units="cm"/>
      <inkml:brushProperty name="color" value="#66CC00"/>
    </inkml:brush>
  </inkml:definitions>
  <inkml:trace contextRef="#ctx0" brushRef="#br0">400 27 24575,'-1'-1'0,"1"0"0,-1 0 0,1-1 0,-1 1 0,1 0 0,-1 0 0,0 0 0,1 0 0,-1 1 0,0-1 0,0 0 0,0 0 0,1 0 0,-1 1 0,0-1 0,0 0 0,0 1 0,0-1 0,-1 1 0,1-1 0,0 1 0,0-1 0,0 1 0,-2 0 0,-28-8 0,23 8 0,0 0 0,0 1 0,1-1 0,-1 1 0,1 1 0,-1 0 0,1 0 0,-1 0 0,1 1 0,0 0 0,0 0 0,0 1 0,1 0 0,-1 0 0,1 1 0,0-1 0,-10 11 0,0 1 0,1 1 0,0 1 0,1 0 0,-20 36 0,19-26 0,1 0 0,1 1 0,2 1 0,1 0 0,1 1 0,2-1 0,1 2 0,1-1 0,2 0 0,1 1 0,3 39 0,3-18 0,3-1 0,2 1 0,2-1 0,3-1 0,38 96 0,83 139 0,-2-6 0,-109-220 0,-3 0 0,25 114 0,-41-145 0,-1-1 0,-2 1 0,-1 0 0,-1 0 0,-1 0 0,-2 0 0,-8 38 0,2-32 0,-2 0 0,0-1 0,-3 0 0,-1-1 0,-27 45 0,-74 101 0,-17 29 0,107-163 0,3 1 0,-31 85 0,49-115 0,1 1 0,1-1 0,0 1 0,1-1 0,1 1 0,0 0 0,1 0 0,1 0 0,6 31 0,1-15 0,1-1 0,2 0 0,29 59 0,-22-54 0,95 206 0,-82-169 0,28 108 0,-39-92-86,-3 1 0,-4 1 0,2 131 0,-17-69-86,-26 193 0,14-242 171,-18 170 3,26-183-3,4 93 0,5-135-5,3 1 0,1-1 0,19 67 0,-15-82-5,1 0 1,2 0-1,1-1 1,2-1-1,30 44 1,14 1-1226,-2-13-4943</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37.992"/>
    </inkml:context>
    <inkml:brush xml:id="br0">
      <inkml:brushProperty name="width" value="0.05" units="cm"/>
      <inkml:brushProperty name="height" value="0.05" units="cm"/>
      <inkml:brushProperty name="color" value="#66CC00"/>
    </inkml:brush>
  </inkml:definitions>
  <inkml:trace contextRef="#ctx0" brushRef="#br0">60 327 24575,'-1'-1'0,"-1"1"0,0-1 0,1 1 0,-1-1 0,0 0 0,1 0 0,-1 0 0,1 0 0,-1 0 0,1 0 0,-1 0 0,1 0 0,0 0 0,0-1 0,0 1 0,-2-3 0,-16-25 0,17 25 0,0 0 0,0-1 0,0 0 0,1 1 0,-1-1 0,1 0 0,0 1 0,1-1 0,-1-6 0,1 9 0,0 0 0,0 0 0,1-1 0,-1 1 0,1 0 0,-1 0 0,1-1 0,0 1 0,0 0 0,0 0 0,0 0 0,0 0 0,1 0 0,-1 0 0,0 1 0,1-1 0,0 0 0,-1 1 0,1-1 0,0 1 0,3-3 0,4-1 0,1 0 0,-1 1 0,1 0 0,0 0 0,1 1 0,-1 0 0,12-1 0,82-6 0,-73 8 0,469-23-237,167-15-128,-636 38 365,-20 1 0,0 1 0,0-1 0,-1-1 0,1 0 0,-1 0 0,1-1 0,18-8 0,-29 11 0,0 0 0,1 0 0,-1 0 0,0 0 0,0 0 0,0 0 0,1-1 0,-1 1 0,0 0 0,0 0 0,0 0 0,1 0 0,-1 0 0,0-1 0,0 1 0,0 0 0,0 0 0,0 0 0,1-1 0,-1 1 0,0 0 0,0 0 0,0 0 0,0-1 0,0 1 0,0 0 0,0 0 0,0 0 0,0-1 0,0 1 0,0 0 0,0 0 0,0-1 0,0 1 0,0 0 0,0 0 0,0-1 0,0 1 0,0 0 0,0 0 0,-1 0 0,1-1 0,-11-6 127,-17-2 248,-58-8-1640,41 10-5561</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38.241"/>
    </inkml:context>
    <inkml:brush xml:id="br0">
      <inkml:brushProperty name="width" value="0.05" units="cm"/>
      <inkml:brushProperty name="height" value="0.05" units="cm"/>
      <inkml:brushProperty name="color" value="#66CC00"/>
    </inkml:brush>
  </inkml:definitions>
  <inkml:trace contextRef="#ctx0" brushRef="#br0">1 27 24575,'0'-7'0,"0"6"0,0 0 0,0 0 0,0 0 0,0 0 0,0 0 0,0 0 0,0 0 0,0 0 0,0 0 0,0 0 0,1 0 0,-1 0 0,0 0 0,1 0 0,-1 0 0,2-1 0,-1 1 0,0 1 0,1 0 0,-1 0 0,0-1 0,1 1 0,-1 0 0,1 0 0,-1 1 0,0-1 0,1 0 0,-1 0 0,0 1 0,1-1 0,-1 1 0,0-1 0,2 1 0,25 9 0,0 1 0,-1 1 0,0 1 0,33 22 0,-42-23 0,0 1 0,-1 1 0,0 1 0,-2 0 0,1 1 0,19 28 0,-30-37 0,0 1 0,0 0 0,-1 0 0,0 0 0,-1 0 0,1 1 0,-2 0 0,1-1 0,-1 1 0,-1 0 0,1 0 0,-2 0 0,1 0 0,-1 1 0,-1-1 0,1 0 0,-2 0 0,1 0 0,-1 0 0,0-1 0,-1 1 0,0 0 0,-1-1 0,0 0 0,0 0 0,0 0 0,-1 0 0,0-1 0,-8 9 0,-4 4-682,-37 32-1,-26 13-6143</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43.166"/>
    </inkml:context>
    <inkml:brush xml:id="br0">
      <inkml:brushProperty name="width" value="0.05" units="cm"/>
      <inkml:brushProperty name="height" value="0.05" units="cm"/>
      <inkml:brushProperty name="color" value="#66CC00"/>
    </inkml:brush>
  </inkml:definitions>
  <inkml:trace contextRef="#ctx0" brushRef="#br0">192 10 24575,'0'0'0,"0"-1"0,0 1 0,0 0 0,0-1 0,0 1 0,0-1 0,0 1 0,0 0 0,0-1 0,0 1 0,1 0 0,-1-1 0,0 1 0,0 0 0,0-1 0,0 1 0,1 0 0,-1-1 0,0 1 0,0 0 0,1 0 0,-1-1 0,0 1 0,1 0 0,-1 0 0,0-1 0,1 1 0,-1 0 0,0 0 0,1 0 0,-1 0 0,0 0 0,1 0 0,-1-1 0,0 1 0,1 0 0,-1 0 0,1 0 0,-1 0 0,0 0 0,1 0 0,-1 0 0,0 1 0,1-1 0,-1 0 0,1 0 0,0 0 0,0 1 0,0-1 0,0 0 0,-1 1 0,1-1 0,0 0 0,0 1 0,-1-1 0,1 1 0,0 0 0,-1-1 0,1 1 0,0-1 0,-1 1 0,1 0 0,-1-1 0,1 1 0,-1 0 0,1 0 0,0 1 0,-1 3 0,0 1 0,0-1 0,0 1 0,0-1 0,-1 1 0,0-1 0,0 0 0,0 1 0,-4 8 0,-1 7 0,-79 423 0,11 253 0,44 4 0,29-676 0,-13 145 0,16-178 152,0 2-405,0-1 0,0 0 0,-1 0 1,0 0-1,-1-9 0,-2 3-6573</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44.972"/>
    </inkml:context>
    <inkml:brush xml:id="br0">
      <inkml:brushProperty name="width" value="0.05" units="cm"/>
      <inkml:brushProperty name="height" value="0.05" units="cm"/>
      <inkml:brushProperty name="color" value="#66CC00"/>
    </inkml:brush>
  </inkml:definitions>
  <inkml:trace contextRef="#ctx0" brushRef="#br0">522 225 24575,'1'-3'0,"0"-1"0,1 1 0,-1-1 0,1 1 0,0 0 0,0-1 0,0 1 0,0 0 0,1 0 0,-1 1 0,1-1 0,4-3 0,1-2 0,-4 3 0,44-51 0,-43 50 0,-1-1 0,1-1 0,-1 1 0,0-1 0,-1 0 0,5-11 0,-8 18 0,1-1 0,-1 1 0,0-1 0,1 1 0,-1 0 0,0-1 0,0 1 0,0-1 0,0 1 0,0-1 0,0 1 0,0 0 0,-1-1 0,1 1 0,0-1 0,-1 1 0,1 0 0,-1-1 0,0 1 0,1 0 0,-1 0 0,0-1 0,0 1 0,0 0 0,1 0 0,-1 0 0,0 0 0,-1 0 0,1 0 0,0 0 0,0 0 0,0 1 0,-1-1 0,1 0 0,0 1 0,0-1 0,-1 1 0,1-1 0,-1 1 0,1 0 0,0-1 0,-3 1 0,-5-1 0,-1 0 0,0 1 0,0 0 0,-17 3 0,26-3 0,-27 4 0,1 1 0,-1 1 0,1 2 0,0 1 0,-29 13 0,37-13 0,0 1 0,1 0 0,0 1 0,1 1 0,1 1 0,-1 0 0,-22 26 0,36-36 0,0 1 0,0 0 0,0 0 0,0 0 0,1 0 0,0 0 0,0 1 0,0-1 0,0 1 0,0-1 0,1 1 0,0 0 0,0 0 0,1 0 0,-1 5 0,1-6 0,1 1 0,0-1 0,0 0 0,0 0 0,0 1 0,1-1 0,-1 0 0,1 0 0,0-1 0,0 1 0,1 0 0,-1-1 0,1 1 0,0-1 0,0 0 0,0 0 0,4 3 0,7 6 0,0-2 0,1 1 0,0-2 0,1 0 0,20 8 0,88 27 0,-83-32 0,74 34 0,-111-43 0,1-1 0,0 1 0,-1 0 0,0 0 0,1 0 0,-1 1 0,-1-1 0,1 1 0,0 0 0,-1 0 0,6 9 0,-8-11 0,0 1 0,0-1 0,-1 0 0,1 0 0,-1 1 0,1-1 0,-1 1 0,0-1 0,0 0 0,0 1 0,0-1 0,-1 1 0,1-1 0,0 0 0,-1 1 0,0-1 0,1 0 0,-1 0 0,0 1 0,0-1 0,-1 0 0,1 0 0,0 0 0,-1 0 0,1 0 0,-1 0 0,1-1 0,-4 3 0,-7 8 0,-2-1 0,1 0 0,-1-1 0,-1-1 0,0 0 0,-23 10 0,-2-3 0,-60 17 0,58-21 0,-66 9 0,93-19 0,0-1 0,0 0 0,-1-1 0,1 0 0,0-2 0,-1 0 0,-27-7 0,39 8-97,0-1-1,0 1 1,0-1-1,0 0 1,0 0-1,1-1 1,-1 1-1,1-1 1,-1 0-1,1 0 1,0 0-1,0 0 0,-3-5 1,-6-14-6729</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45.563"/>
    </inkml:context>
    <inkml:brush xml:id="br0">
      <inkml:brushProperty name="width" value="0.05" units="cm"/>
      <inkml:brushProperty name="height" value="0.05" units="cm"/>
      <inkml:brushProperty name="color" value="#66CC00"/>
    </inkml:brush>
  </inkml:definitions>
  <inkml:trace contextRef="#ctx0" brushRef="#br0">0 72 24575,'1'-5'0,"1"0"0,-1 0 0,1 1 0,-1-1 0,1 0 0,1 0 0,-1 1 0,1-1 0,-1 1 0,1 0 0,1 0 0,-1 0 0,6-5 0,-9 9 0,1-1 0,-1 1 0,1 0 0,-1-1 0,0 1 0,1 0 0,-1 0 0,1-1 0,-1 1 0,1 0 0,-1 0 0,1 0 0,-1 0 0,1 0 0,-1 0 0,1 0 0,-1 0 0,1 0 0,0 0 0,-1 0 0,1 0 0,-1 0 0,1 0 0,-1 0 0,1 0 0,-1 1 0,1-1 0,-1 0 0,0 0 0,1 1 0,-1-1 0,1 0 0,-1 1 0,1-1 0,-1 0 0,0 1 0,1-1 0,-1 0 0,0 1 0,1-1 0,-1 1 0,0-1 0,0 1 0,1-1 0,-1 1 0,0-1 0,0 1 0,0-1 0,0 1 0,6 29 0,-3 28 0,-3 0 0,-9 66 0,0 13 0,8-114 0,0 38 0,2-56 0,-1 1 0,1-1 0,0 0 0,0 1 0,0-1 0,1 0 0,0 1 0,3 5 0,-4-9 0,0-1 0,0 0 0,0 0 0,0 0 0,0 0 0,0 0 0,1 0 0,-1 0 0,0-1 0,0 1 0,1 0 0,-1-1 0,0 1 0,1-1 0,-1 1 0,1-1 0,-1 1 0,1-1 0,-1 0 0,1 0 0,-1 0 0,1 0 0,-1 0 0,1 0 0,-1 0 0,1-1 0,-1 1 0,0 0 0,3-2 0,6-1 0,0-1 0,-1 0 0,12-7 0,-11 5 0,41-19 0,-8 5 0,-1-2 0,60-42 0,-98 61 0,1-1 0,-1 0 0,0-1 0,0 1 0,0-1 0,-1 1 0,1-1 0,-1 0 0,0 0 0,-1-1 0,1 1 0,-1 0 0,0-1 0,0 0 0,1-7 0,-2 0 0,0 0 0,0 0 0,-1 0 0,-1 0 0,0 1 0,-3-14 0,0 3 0,-1 1 0,-11-35 0,15 57 0,1-1 0,0 1 0,0-1 0,0 1 0,0-1 0,0 1 0,-1-1 0,1 1 0,0-1 0,0 1 0,-1-1 0,1 1 0,0-1 0,-1 1 0,1-1 0,-1 1 0,1 0 0,0-1 0,-1 1 0,1 0 0,-1-1 0,1 1 0,-1 0 0,1 0 0,-2-1 0,-5 11 0,-1 27 0,8-35 0,-11 98 0,6 201 0,7-183 0,-2-80-682,9 70-1,-1-73-6143</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45.794"/>
    </inkml:context>
    <inkml:brush xml:id="br0">
      <inkml:brushProperty name="width" value="0.05" units="cm"/>
      <inkml:brushProperty name="height" value="0.05" units="cm"/>
      <inkml:brushProperty name="color" value="#66CC00"/>
    </inkml:brush>
  </inkml:definitions>
  <inkml:trace contextRef="#ctx0" brushRef="#br0">51 10 24575,'0'0'0,"0"-1"0,0 1 0,0-1 0,0 1 0,0 0 0,0-1 0,0 1 0,0 0 0,0-1 0,0 1 0,0 0 0,0-1 0,0 1 0,0 0 0,-1-1 0,1 1 0,0 0 0,0-1 0,-1 1 0,1 0 0,0 0 0,0-1 0,-1 1 0,1 0 0,0 0 0,0-1 0,-1 1 0,1 0 0,0 0 0,-1 0 0,1 0 0,0 0 0,-1-1 0,1 1 0,0 0 0,-1 0 0,1 0 0,-1 0 0,1 0 0,0 0 0,-1 0 0,1 0 0,0 0 0,-1 0 0,1 0 0,0 1 0,-1-1 0,0 0 0,0 0 0,0 1 0,0-1 0,0 1 0,1-1 0,-1 1 0,0-1 0,0 1 0,0-1 0,0 1 0,1 0 0,-1-1 0,0 1 0,0 0 0,1 0 0,-1 0 0,1-1 0,-2 3 0,-1 10 0,1 0 0,0-1 0,1 1 0,0 0 0,1 0 0,2 16 0,-1 6 0,-1 23 89,2 23-816,-15 126 0,6-167-6099</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46.121"/>
    </inkml:context>
    <inkml:brush xml:id="br0">
      <inkml:brushProperty name="width" value="0.05" units="cm"/>
      <inkml:brushProperty name="height" value="0.05" units="cm"/>
      <inkml:brushProperty name="color" value="#66CC00"/>
    </inkml:brush>
  </inkml:definitions>
  <inkml:trace contextRef="#ctx0" brushRef="#br0">1 286 24575,'0'-2'0,"0"0"0,0 1 0,0-1 0,0 0 0,0 0 0,0 0 0,1 0 0,-1 1 0,0-1 0,1 0 0,0 0 0,-1 1 0,1-1 0,0 0 0,0 1 0,0-1 0,0 1 0,0-1 0,0 1 0,0-1 0,1 1 0,-1 0 0,1-1 0,-1 1 0,1 0 0,-1 0 0,1 0 0,-1 0 0,1 1 0,0-1 0,-1 0 0,1 1 0,0-1 0,0 1 0,0-1 0,-1 1 0,1 0 0,0 0 0,0 0 0,2 0 0,13-1 0,-1-1 0,0-1 0,0-1 0,0 0 0,0-1 0,28-13 0,-38 15 0,0 0 0,0-1 0,-1 0 0,1 0 0,-1 0 0,0-1 0,0 1 0,-1-1 0,1 0 0,-1-1 0,0 1 0,-1-1 0,1 0 0,-1 1 0,0-2 0,-1 1 0,1 0 0,-1 0 0,2-12 0,-2 2 0,0 1 0,-1 0 0,-2-26 0,1 79 0,-4 44 0,2-53 0,-24 225-1365,23-217-5461</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46.495"/>
    </inkml:context>
    <inkml:brush xml:id="br0">
      <inkml:brushProperty name="width" value="0.05" units="cm"/>
      <inkml:brushProperty name="height" value="0.05" units="cm"/>
      <inkml:brushProperty name="color" value="#66CC00"/>
    </inkml:brush>
  </inkml:definitions>
  <inkml:trace contextRef="#ctx0" brushRef="#br0">63 192 24575,'18'-41'0,"-39"112"0,17-58 0,-15 46 0,-18 95 0,38-126 0,-1-28 0,0 0 0,0 0 0,0 0 0,0 0 0,0 1 0,0-1 0,0 0 0,0 0 0,0 0 0,0 0 0,0 0 0,0 1 0,0-1 0,0 0 0,0 0 0,0 0 0,0 0 0,0 0 0,0 0 0,0 0 0,0 1 0,1-1 0,-1 0 0,0 0 0,0 0 0,0 0 0,0 0 0,0 0 0,0 0 0,0 0 0,1 0 0,-1 0 0,0 0 0,0 0 0,0 0 0,0 0 0,0 0 0,1 0 0,-1 0 0,0 0 0,0 0 0,0 0 0,0 0 0,0 0 0,0 0 0,1 0 0,-1 0 0,8-13 0,3-20 0,12-49 0,-2 2 0,-17 66 0,36-101 0,-33 97 0,1 0 0,1 0 0,1 1 0,13-17 0,-21 31 0,1 0 0,-1 0 0,1 0 0,0 0 0,0 1 0,0-1 0,0 1 0,0-1 0,0 1 0,1 0 0,-1 1 0,1-1 0,-1 1 0,5-2 0,-6 3 0,0 0 0,0 0 0,0 0 0,0 0 0,0 0 0,0 0 0,0 1 0,0-1 0,0 1 0,0-1 0,0 1 0,0 0 0,0 0 0,0-1 0,-1 2 0,1-1 0,0 0 0,-1 0 0,1 0 0,0 1 0,-1-1 0,0 1 0,1-1 0,-1 1 0,0 0 0,0-1 0,0 1 0,1 3 0,7 11 0,-1 1 0,-1 0 0,-1 1 0,8 30 0,7 77 0,-18-111 0,11 132-1365,-12-108-5461</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47.150"/>
    </inkml:context>
    <inkml:brush xml:id="br0">
      <inkml:brushProperty name="width" value="0.05" units="cm"/>
      <inkml:brushProperty name="height" value="0.05" units="cm"/>
      <inkml:brushProperty name="color" value="#66CC00"/>
    </inkml:brush>
  </inkml:definitions>
  <inkml:trace contextRef="#ctx0" brushRef="#br0">47 541 24575,'-3'-1'0,"0"-1"0,0 0 0,0 0 0,0 0 0,0 0 0,0 0 0,1 0 0,-1-1 0,1 0 0,0 1 0,0-1 0,0 0 0,0 0 0,0 0 0,1 0 0,-1 0 0,1-1 0,0 1 0,0 0 0,0-1 0,-1-3 0,2 4 0,0 1 0,0-1 0,0 0 0,1 0 0,-1 0 0,1 1 0,0-1 0,-1 0 0,1 1 0,0-1 0,0 1 0,1-1 0,-1 1 0,1-1 0,-1 1 0,1 0 0,0 0 0,-1 0 0,1 0 0,0 0 0,0 0 0,1 0 0,-1 1 0,0-1 0,1 1 0,4-3 0,30-11 0,2 0 0,-1 3 0,56-10 0,-15 3 0,-26 5 0,67-19 0,-100 26 0,0 0 0,-1-1 0,33-20 0,-49 26 0,1-1 0,-1 0 0,0 0 0,0 0 0,0 0 0,0 0 0,0 0 0,-1-1 0,1 0 0,2-5 0,-4 7 0,0 0 0,0-1 0,0 1 0,-1 0 0,1-1 0,-1 1 0,1-1 0,-1 1 0,0-1 0,0 1 0,0-1 0,0 1 0,0-1 0,0 0 0,-1 1 0,0 0 0,1-1 0,-2-3 0,2 6 0,0 0 0,-1 0 0,1-1 0,0 1 0,0 0 0,0 0 0,0 0 0,0 0 0,0-1 0,0 1 0,0 0 0,0 0 0,-1 0 0,1 0 0,0 0 0,0-1 0,0 1 0,0 0 0,-1 0 0,1 0 0,0 0 0,0 0 0,0 0 0,0 0 0,-1 0 0,1 0 0,0 0 0,0 0 0,0-1 0,-1 1 0,1 0 0,0 0 0,0 0 0,0 1 0,0-1 0,-1 0 0,1 0 0,0 0 0,0 0 0,0 0 0,-1 0 0,1 0 0,0 0 0,0 0 0,0 0 0,0 0 0,-1 0 0,1 1 0,0-1 0,0 0 0,0 0 0,0 0 0,0 0 0,0 0 0,-1 1 0,1-1 0,0 0 0,0 0 0,0 0 0,0 1 0,0-1 0,-6 12 0,1 14 0,1 0 0,-2 28 0,0 8 0,2-35 0,0 6 0,-1-1 0,-2 0 0,-20 60 0,19-77 0,8-15 0,-1 0 0,1 0 0,0 0 0,0 0 0,0 0 0,0 0 0,0 0 0,0 0 0,0 0 0,-1 0 0,1 0 0,0 0 0,0 0 0,0 0 0,0 0 0,0 0 0,0 0 0,0 0 0,-1 0 0,1 0 0,0 0 0,0 0 0,0 0 0,0 0 0,0 0 0,0-1 0,0 1 0,0 0 0,0 0 0,-1 0 0,1 0 0,0 0 0,0 0 0,0 0 0,0 0 0,0 0 0,0-1 0,0 1 0,0 0 0,0 0 0,0 0 0,0 0 0,0 0 0,0 0 0,0 0 0,0-1 0,0 1 0,0 0 0,0 0 0,0 0 0,0 0 0,0 0 0,0 0 0,0 0 0,0-1 0,0 1 0,4-32 0,4-14 0,2 0 0,3 1 0,1 1 0,25-52 0,-37 91 0,2-1 0,-1 1 0,0-1 0,1 1 0,0 0 0,7-7 0,-10 11 0,0 1 0,0-1 0,0 0 0,0 0 0,0 1 0,0-1 0,0 1 0,0-1 0,0 1 0,0-1 0,0 1 0,1 0 0,-1-1 0,0 1 0,0 0 0,0 0 0,0 0 0,1 0 0,-1 0 0,0 0 0,0 0 0,0 0 0,1 1 0,-1-1 0,0 0 0,0 1 0,0-1 0,0 1 0,0-1 0,0 1 0,0 0 0,0-1 0,0 1 0,0 0 0,0 0 0,0-1 0,-1 1 0,1 0 0,0 0 0,0 0 0,-1 0 0,1 1 0,7 11 0,-1 1 0,-1-1 0,0 1 0,-1 0 0,0 0 0,3 23 0,5 13 0,-7-32 0,1 0 0,1 0 0,0-1 0,1 0 0,22 32 0,-28-45 0,1 1 0,1-1 0,-1 1 0,0-1 0,1 0 0,0-1 0,0 1 0,0-1 0,0 0 0,7 3 0,-8-5 0,0 0 0,0 0 0,-1 0 0,1-1 0,0 0 0,0 1 0,0-1 0,0 0 0,0-1 0,0 1 0,-1-1 0,1 1 0,0-1 0,0 0 0,0-1 0,-1 1 0,5-3 0,0-1 0,-1 1 0,0-1 0,0-1 0,0 1 0,-1-1 0,0-1 0,0 1 0,0-1 0,-1 0 0,0 0 0,0 0 0,-1-1 0,6-13 0,-2 0 0,0-1 0,-1 1 0,-1-2 0,3-22 0,5-89 0,-14 112 0,0 1 0,-1 0 0,-2 0 0,-5-27 0,7 44 0,0 1 0,0-1 0,0 0 0,-1 1 0,1 0 0,-1-1 0,0 1 0,0 0 0,0 0 0,-4-5 0,5 7 0,0 0 0,0 1 0,-1-1 0,1 0 0,0 0 0,0 1 0,-1-1 0,1 1 0,0-1 0,0 1 0,-1 0 0,1-1 0,-1 1 0,1 0 0,0 0 0,-1 0 0,1 0 0,0 0 0,-1 0 0,1 1 0,-1-1 0,1 0 0,0 1 0,-1-1 0,1 1 0,0-1 0,0 1 0,-1-1 0,1 1 0,-1 1 0,-4 2-124,1 0 0,-1 1 0,1-1 0,0 1 0,0 1 0,1-1-1,0 0 1,0 1 0,0 0 0,-4 8 0,-4 11-6702</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47.554"/>
    </inkml:context>
    <inkml:brush xml:id="br0">
      <inkml:brushProperty name="width" value="0.05" units="cm"/>
      <inkml:brushProperty name="height" value="0.05" units="cm"/>
      <inkml:brushProperty name="color" value="#66CC00"/>
    </inkml:brush>
  </inkml:definitions>
  <inkml:trace contextRef="#ctx0" brushRef="#br0">83 205 24575,'0'-8'0,"-2"7"0,-4 13 0,-5 26 0,-5 26 0,-18 77 0,29-113 0,1 0 0,1 0 0,2 29 0,2-81 0,0 1 0,9-38 0,-1 7 0,-3 9 0,46-273 0,-52 316 0,2-7 0,0 1 0,1-1 0,6-13 0,-9 21 0,1 0 0,-1 0 0,0 0 0,1 0 0,-1 1 0,1-1 0,-1 0 0,1 0 0,-1 0 0,1 1 0,-1-1 0,1 0 0,0 1 0,-1-1 0,1 1 0,0-1 0,0 0 0,-1 1 0,1 0 0,0-1 0,0 1 0,0-1 0,0 1 0,-1 0 0,1 0 0,0-1 0,0 1 0,0 0 0,0 0 0,0 0 0,0 0 0,0 0 0,0 0 0,0 0 0,0 1 0,-1-1 0,1 0 0,0 0 0,0 1 0,0-1 0,0 0 0,0 1 0,-1-1 0,1 1 0,0-1 0,0 1 0,0 0 0,4 5 0,1-1 0,-1 1 0,-1 0 0,1 0 0,-1 0 0,0 1 0,4 10 0,20 57 0,-18-46 0,25 73-682,32 162-1,-59-223-6143</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47.708"/>
    </inkml:context>
    <inkml:brush xml:id="br0">
      <inkml:brushProperty name="width" value="0.05" units="cm"/>
      <inkml:brushProperty name="height" value="0.05" units="cm"/>
      <inkml:brushProperty name="color" value="#66CC00"/>
    </inkml:brush>
  </inkml:definitions>
  <inkml:trace contextRef="#ctx0" brushRef="#br0">0 115 24575,'0'-6'0,"3"-4"0,3-3 0,7-2 0,6 1 0,5 0 0,8 3 0,2 1 0,8 1 0,4 3 0,3 2 0,1 2 0,-8 1-8191</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49.294"/>
    </inkml:context>
    <inkml:brush xml:id="br0">
      <inkml:brushProperty name="width" value="0.05" units="cm"/>
      <inkml:brushProperty name="height" value="0.05" units="cm"/>
      <inkml:brushProperty name="color" value="#66CC00"/>
    </inkml:brush>
  </inkml:definitions>
  <inkml:trace contextRef="#ctx0" brushRef="#br0">391 512 24575,'-1'-13'0,"-2"-1"0,1 1 0,-2 0 0,0 0 0,0 0 0,-1 1 0,-9-16 0,5 8 0,8 17 0,-5-11 0,-1 1 0,0-1 0,0 1 0,-2 0 0,-10-13 0,18 24 0,-1 0 0,0-1 0,0 1 0,-1 0 0,1 1 0,0-1 0,-1 0 0,1 1 0,-1-1 0,1 1 0,-1 0 0,0 0 0,1 0 0,-1 0 0,0 0 0,0 1 0,0-1 0,0 1 0,0 0 0,0-1 0,0 1 0,1 1 0,-1-1 0,0 0 0,0 1 0,0 0 0,0-1 0,0 1 0,1 0 0,-1 0 0,0 1 0,1-1 0,-5 4 0,-4 2 0,0 2 0,1-1 0,1 1 0,-1 1 0,1 0 0,1 0 0,-14 21 0,8-7 0,0 1 0,-17 45 0,21-43 0,1 1 0,2 0 0,0 1 0,-4 56 0,10-74 0,0 1 0,1-1 0,0 0 0,1 1 0,1-1 0,0 0 0,0 0 0,1 0 0,0 0 0,1-1 0,0 1 0,1-1 0,0 0 0,1 0 0,12 16 0,-11-19 0,0-1 0,0 1 0,1-1 0,0-1 0,0 0 0,1 0 0,-1 0 0,1-1 0,0-1 0,0 1 0,1-1 0,-1-1 0,1 0 0,-1 0 0,15 0 0,-2-1 0,1-1 0,-1 0 0,0-2 0,0-1 0,38-9 0,-34 4 0,-1-1 0,0-1 0,0-1 0,-1 0 0,0-2 0,-1-2 0,-1 0 0,0-1 0,-1 0 0,-1-2 0,0-1 0,-2 0 0,0-2 0,-1 0 0,-1-1 0,-1 0 0,-2-1 0,0-1 0,-1 0 0,-1-1 0,11-38 0,-11 25 0,-3 0 0,-1 0 0,3-55 0,-9 64 0,-1 1 0,-2-1 0,0 0 0,-2 1 0,-10-36 0,14 63 0,-15-42 0,14 41 0,0 0 0,0 0 0,0-1 0,0 1 0,-1 0 0,1 0 0,-1 0 0,1 0 0,-1 1 0,0-1 0,0 0 0,0 1 0,0-1 0,0 1 0,-2-2 0,3 3 0,0 0 0,1 0 0,-1 0 0,0 0 0,0 0 0,0 0 0,0 0 0,1 0 0,-1 0 0,0 0 0,0 0 0,1 1 0,-1-1 0,0 0 0,0 0 0,1 1 0,-1-1 0,0 1 0,1-1 0,-1 1 0,0-1 0,1 1 0,-1-1 0,1 1 0,-1-1 0,1 1 0,-1 0 0,1-1 0,-1 1 0,1 0 0,-1 0 0,1-1 0,0 1 0,0 0 0,-1 0 0,1 0 0,-9 32 0,6-8 0,1 0 0,1 0 0,1 0 0,2 0 0,5 37 0,35 126 0,-32-151 0,4 18 0,7 30 0,35 91 0,-54-170 0,0-1 0,1 1 0,0-1 0,0 0 0,0 1 0,8 8 0,-10-13 0,0 0 0,0 0 0,0-1 0,0 1 0,1 0 0,-1 0 0,0 0 0,0-1 0,1 1 0,-1-1 0,0 1 0,1-1 0,-1 1 0,0-1 0,1 0 0,-1 0 0,1 0 0,-1 0 0,0 0 0,1 0 0,-1 0 0,1 0 0,-1 0 0,0-1 0,1 1 0,-1 0 0,0-1 0,1 1 0,-1-1 0,0 0 0,0 1 0,1-1 0,-1 0 0,2-2 0,4-3 0,0 0 0,0-1 0,0 0 0,-1-1 0,0 1 0,8-15 0,27-56 0,-18 30 0,6-10 0,22-38 0,-61 120 0,0 0 0,2 0 0,0 1 0,-7 50 0,15-69 0,-1 0 0,1 0 0,1 0 0,-1 0 0,1 0 0,1 0 0,-1 0 0,1 0 0,0 0 0,0 0 0,0-1 0,1 1 0,0-1 0,4 7 0,-4-9 0,-1 0 0,1 0 0,0 0 0,0 0 0,0-1 0,0 1 0,0-1 0,0 0 0,1 0 0,-1 0 0,1 0 0,0-1 0,0 1 0,-1-1 0,1 0 0,0 0 0,0 0 0,0-1 0,0 1 0,0-1 0,0 0 0,6-1 0,0 0 0,0-2 0,0 1 0,-1-2 0,1 1 0,-1-1 0,0 0 0,1-1 0,-2 0 0,1-1 0,-1 0 0,0 0 0,0-1 0,0 1 0,-1-2 0,0 1 0,9-14 0,-12 15 0,0 0 0,-1 0 0,0 0 0,0 0 0,0 0 0,-1 0 0,0-1 0,0 0 0,-1 1 0,1-1 0,-1-9 0,-1 11 0,0 0 0,-1 0 0,1 0 0,-1 0 0,0 0 0,-1 0 0,1 1 0,-1-1 0,0 0 0,0 1 0,-1-1 0,1 1 0,-1 0 0,0 0 0,0 0 0,-6-6 0,0 1 0,0 2 0,0-1 0,-1 1 0,0 1 0,-16-9 0,20 12 0,0 0 0,0 1 0,-1 0 0,1 0 0,0 0 0,-1 1 0,0-1 0,1 2 0,-1-1 0,0 1 0,-7 0 0,13 0 0,-1 0 0,1 1 0,0-1 0,0 0 0,0 0 0,0 1 0,0-1 0,0 0 0,0 1 0,0-1 0,0 1 0,0-1 0,0 1 0,0 0 0,1-1 0,-1 1 0,0 0 0,-1 1 0,2-1 0,-1 0 0,1-1 0,0 1 0,0 0 0,0 0 0,0 0 0,-1-1 0,1 1 0,0 0 0,0 0 0,0 0 0,1-1 0,-1 1 0,0 0 0,0 0 0,0-1 0,1 1 0,-1 0 0,1 1 0,1 1 0,-1 0 0,1 0 0,1 0 0,-1 0 0,0-1 0,1 1 0,-1-1 0,1 1 0,5 3 0,5 0 0,-1 0 0,1 0 0,0-1 0,0-1 0,0 0 0,0 0 0,1-2 0,0 0 0,26 1 0,-24-3 0,0 0 0,1-2 0,-2 0 0,1 0 0,0-2 0,0 0 0,-1 0 0,19-10 0,-28 11 0,0 0 0,-1-1 0,0 1 0,8-9 0,5-3 0,-18 40 0,-4-3 0,-2 4 0,2 0 0,-1 33 0,5-52 0,0 1 0,1-1 0,0 1 0,0-1 0,0 0 0,1 1 0,0-1 0,0 0 0,1 0 0,0 0 0,0-1 0,8 12 0,-9-15 0,0-1 0,0 1 0,0-1 0,0 0 0,0 0 0,0 0 0,1 0 0,-1 0 0,1 0 0,0 0 0,0-1 0,-1 1 0,1-1 0,0 0 0,0 0 0,0 0 0,0 0 0,0-1 0,1 1 0,-1-1 0,0 0 0,0 0 0,0 0 0,0 0 0,0 0 0,1-1 0,-1 0 0,0 1 0,0-1 0,0 0 0,0 0 0,3-3 0,2 0 0,-1 0 0,1 0 0,-1-1 0,-1-1 0,1 1 0,-1-1 0,0 0 0,0 0 0,-1-1 0,10-13 0,-5 0 0,0 0 0,-2 0 0,0-1 0,-1 0 0,-1-1 0,-1 1 0,-1-1 0,2-44 0,-9 42 0,-1 17 0,0 15 0,0 20 0,2-1 0,0 0 0,2 1 0,1-1 0,7 47 0,-7-67-151,1-1-1,-1 1 0,1 0 0,1-1 1,-1 1-1,1-1 0,0 0 1,7 12-1,2-4-6674</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49.776"/>
    </inkml:context>
    <inkml:brush xml:id="br0">
      <inkml:brushProperty name="width" value="0.05" units="cm"/>
      <inkml:brushProperty name="height" value="0.05" units="cm"/>
      <inkml:brushProperty name="color" value="#66CC00"/>
    </inkml:brush>
  </inkml:definitions>
  <inkml:trace contextRef="#ctx0" brushRef="#br0">174 632 24575,'0'-6'0,"-1"0"0,0-1 0,0 1 0,-1 0 0,0 0 0,0 0 0,0 0 0,0 0 0,-1 1 0,0-1 0,-1 1 0,1 0 0,-1-1 0,0 2 0,-8-9 0,11 12 0,-1 1 0,1-1 0,-1 1 0,0 0 0,1-1 0,-1 1 0,0 0 0,0 0 0,1 0 0,-1 0 0,0 0 0,1 1 0,-1-1 0,0 0 0,1 1 0,-1-1 0,0 1 0,1 0 0,-1-1 0,1 1 0,-1 0 0,1 0 0,-1 0 0,1 0 0,0 0 0,0 0 0,-2 3 0,-5 3 0,0 0 0,1 0 0,-6 10 0,-19 31 0,30-44 0,0-1 0,0 1 0,1 0 0,-1 0 0,1 0 0,0 0 0,0 0 0,0 0 0,1 0 0,-1 0 0,1 7 0,0-10 0,0 0 0,1 0 0,-1 1 0,0-1 0,1 0 0,-1 0 0,1 0 0,0 0 0,-1 0 0,1 0 0,0 0 0,-1 0 0,1 0 0,0 0 0,0 0 0,0 0 0,0 0 0,0-1 0,0 1 0,0 0 0,0-1 0,0 1 0,0-1 0,1 1 0,-1-1 0,0 1 0,0-1 0,0 0 0,1 0 0,-1 0 0,0 1 0,0-1 0,1 0 0,-1-1 0,0 1 0,0 0 0,0 0 0,1 0 0,0-1 0,4 0 0,-1-1 0,0 0 0,0 1 0,0-2 0,0 1 0,0 0 0,8-7 0,-3 1 0,1-1 0,-2 0 0,1-1 0,-2 0 0,1 0 0,-1-1 0,11-19 0,-10 11 0,0 0 0,-1-1 0,-1 1 0,6-28 0,-4 0 0,-2 0 0,-3-1 0,-1-72 0,-3 105 0,-4-77 0,3 80 0,0 0 0,-1 1 0,-1-1 0,0 0 0,-6-14 0,9 26 0,0-1 0,-1 0 0,1 1 0,0-1 0,0 1 0,-1-1 0,1 1 0,0-1 0,-1 0 0,1 1 0,-1-1 0,1 1 0,-1 0 0,1-1 0,-1 1 0,1-1 0,-1 1 0,1 0 0,-1-1 0,0 1 0,-6 6 0,0 23 0,2 30 0,2 0 0,3 0 0,2 1 0,3-1 0,3 0 0,2-1 0,27 86 0,-27-110-341,2 0 0,2-1-1,23 42 1,-12-36-6485</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50.194"/>
    </inkml:context>
    <inkml:brush xml:id="br0">
      <inkml:brushProperty name="width" value="0.05" units="cm"/>
      <inkml:brushProperty name="height" value="0.05" units="cm"/>
      <inkml:brushProperty name="color" value="#66CC00"/>
    </inkml:brush>
  </inkml:definitions>
  <inkml:trace contextRef="#ctx0" brushRef="#br0">268 230 24575,'1'-11'0,"1"0"0,0 0 0,0 0 0,7-17 0,-5 16 0,-1 0 0,0-1 0,1-15 0,-3 24 0,-1 0 0,0 0 0,0 0 0,-1 0 0,1 1 0,-1-1 0,0 0 0,0 0 0,0 0 0,-1 1 0,1-1 0,-1 0 0,0 1 0,-3-6 0,2 6 0,0 0 0,0 1 0,0-1 0,0 1 0,0-1 0,-1 1 0,1 0 0,-1 0 0,1 1 0,-1-1 0,0 1 0,1 0 0,-1 0 0,0 0 0,0 0 0,0 1 0,0-1 0,0 1 0,0 0 0,0 0 0,0 1 0,0-1 0,-4 2 0,-3-1 0,1 2 0,-1 0 0,1 0 0,-1 0 0,1 1 0,0 1 0,-12 7 0,15-7 0,-1 0 0,1 1 0,0 0 0,0 0 0,1 0 0,0 1 0,0 0 0,0 0 0,1 1 0,0-1 0,0 1 0,1 0 0,-5 15 0,7-17 0,0 0 0,1 1 0,0-1 0,0 0 0,1 1 0,0-1 0,0 1 0,0-1 0,1 0 0,0 1 0,0-1 0,0 0 0,1 0 0,0 0 0,0 0 0,1 0 0,0 0 0,0-1 0,0 1 0,6 7 0,0-2 0,1 1 0,0-1 0,1-1 0,0 0 0,1-1 0,14 10 0,81 40 0,-12-8 0,-91-48 0,0 0 0,0-1 0,0 2 0,-1-1 0,6 6 0,-8-8 0,-1-1 0,1 1 0,-1-1 0,0 1 0,1-1 0,-1 1 0,0 0 0,1-1 0,-1 1 0,0 0 0,0-1 0,0 1 0,0 0 0,1-1 0,-1 1 0,0 0 0,0-1 0,0 1 0,0 0 0,-1-1 0,1 1 0,0 0 0,0-1 0,0 1 0,0 0 0,-1-1 0,1 1 0,0-1 0,-1 1 0,1 0 0,0-1 0,-1 1 0,1-1 0,-1 1 0,1-1 0,-1 1 0,1-1 0,-1 0 0,1 1 0,-1-1 0,0 1 0,1-1 0,-1 0 0,1 0 0,-1 1 0,0-1 0,1 0 0,-2 0 0,-8 3-85,1 0 0,-1-1-1,0 0 1,0-1 0,0 0-1,0-1 1,0 0 0,0 0-1,1-1 1,-1-1 0,0 1-1,0-2 1,0 1 0,1-1-1,-17-8 1,3-2-6741</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50.364"/>
    </inkml:context>
    <inkml:brush xml:id="br0">
      <inkml:brushProperty name="width" value="0.05" units="cm"/>
      <inkml:brushProperty name="height" value="0.05" units="cm"/>
      <inkml:brushProperty name="color" value="#66CC00"/>
    </inkml:brush>
  </inkml:definitions>
  <inkml:trace contextRef="#ctx0" brushRef="#br0">1 10 24575,'3'-1'0,"-1"-1"0,1 1 0,0 0 0,1 0 0,-1 0 0,0 0 0,0 1 0,0-1 0,0 1 0,0 0 0,1 0 0,-1 0 0,0 0 0,6 2 0,-7-2 0,0 1 0,0 0 0,-1 0 0,1 0 0,0 0 0,-1 0 0,1 0 0,-1 0 0,0 0 0,1 1 0,-1-1 0,0 0 0,0 1 0,0-1 0,0 1 0,0 0 0,0-1 0,0 1 0,0 0 0,-1-1 0,1 1 0,0 0 0,-1 0 0,0 0 0,1 0 0,-1 2 0,3 41 0,-4 47 0,0-58 0,1 1 0,2-1 0,6 41 0,10-7-1365,-11-42-5461</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50.648"/>
    </inkml:context>
    <inkml:brush xml:id="br0">
      <inkml:brushProperty name="width" value="0.05" units="cm"/>
      <inkml:brushProperty name="height" value="0.05" units="cm"/>
      <inkml:brushProperty name="color" value="#66CC00"/>
    </inkml:brush>
  </inkml:definitions>
  <inkml:trace contextRef="#ctx0" brushRef="#br0">1 178 24575,'0'-21'0,"-1"6"0,1 0 0,1 0 0,0-1 0,7-28 0,-8 42 0,1-1 0,0 0 0,0 1 0,0-1 0,0 0 0,0 1 0,1-1 0,-1 1 0,1 0 0,0 0 0,0-1 0,-1 1 0,1 0 0,1 0 0,-1 1 0,0-1 0,0 0 0,1 1 0,-1-1 0,1 1 0,-1 0 0,1 0 0,-1 0 0,1 0 0,0 0 0,-1 1 0,1-1 0,0 1 0,0 0 0,0 0 0,-1 0 0,1 0 0,3 0 0,4 2 0,-1 0 0,0 0 0,0 1 0,0 0 0,0 1 0,-1 0 0,1 0 0,-1 0 0,12 10 0,2 2 0,39 39 0,-37-31 0,-1 1 0,28 39 0,-44-54 0,-1 0 0,0 0 0,-1 0 0,0 0 0,0 1 0,-1 0 0,0 0 0,-1 0 0,-1 0 0,3 21 0,-5-26 0,-1-1 0,1 0 0,-1 1 0,0-1 0,0 0 0,-1 1 0,0-1 0,0 0 0,0 0 0,0 0 0,-1-1 0,0 1 0,0 0 0,0-1 0,0 0 0,-1 0 0,1 0 0,-1 0 0,0 0 0,-1-1 0,1 0 0,-8 5 0,-9 4 0,-1-1 0,0-1 0,-41 12 0,43-15 0,-107 30-1365,97-31-5461</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50.882"/>
    </inkml:context>
    <inkml:brush xml:id="br0">
      <inkml:brushProperty name="width" value="0.05" units="cm"/>
      <inkml:brushProperty name="height" value="0.05" units="cm"/>
      <inkml:brushProperty name="color" value="#66CC00"/>
    </inkml:brush>
  </inkml:definitions>
  <inkml:trace contextRef="#ctx0" brushRef="#br0">0 11 24575,'0'-3'0,"0"-3"0,3 4 0,3 6 0,1 10 0,2 8 0,2 9 0,3 7 0,0 5 0,-1 4 0,-1-1 0,-1 0 0,-1-2 0,-2-4 0,-2-5 0,0-6 0,0-8-8191</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51.144"/>
    </inkml:context>
    <inkml:brush xml:id="br0">
      <inkml:brushProperty name="width" value="0.05" units="cm"/>
      <inkml:brushProperty name="height" value="0.05" units="cm"/>
      <inkml:brushProperty name="color" value="#66CC00"/>
    </inkml:brush>
  </inkml:definitions>
  <inkml:trace contextRef="#ctx0" brushRef="#br0">131 170 24575,'19'-41'0,"24"-83"0,-42 119 0,-3 5 0,-7 10 0,-10 16 0,-7 12 0,-2-2 0,-56 56 0,81-89 0,0 0 0,0 0 0,1 0 0,-1 0 0,1 1 0,-1-1 0,-2 7 0,4-8 0,1-1 0,0 0 0,-1 0 0,1 1 0,0-1 0,0 0 0,0 1 0,0-1 0,0 1 0,0-1 0,0 0 0,1 1 0,-1-1 0,0 0 0,1 0 0,-1 1 0,1-1 0,0 0 0,-1 0 0,1 0 0,0 1 0,-1-1 0,1 0 0,0 0 0,0 0 0,0 0 0,2 1 0,12 10 0,1 0 0,31 18 0,2 1 0,0 4-455,-2 3 0,51 53 0,-58-49-6371</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51.797"/>
    </inkml:context>
    <inkml:brush xml:id="br0">
      <inkml:brushProperty name="width" value="0.05" units="cm"/>
      <inkml:brushProperty name="height" value="0.05" units="cm"/>
      <inkml:brushProperty name="color" value="#66CC00"/>
    </inkml:brush>
  </inkml:definitions>
  <inkml:trace contextRef="#ctx0" brushRef="#br0">35 76 24575,'-3'0'0,"-3"-3"0,-4 0 0,0-4 0,5-2 0,5 0 0,6-1 0,7 1 0,10 2 0,9 0 0,7 0 0,-3 2-8191</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52.184"/>
    </inkml:context>
    <inkml:brush xml:id="br0">
      <inkml:brushProperty name="width" value="0.05" units="cm"/>
      <inkml:brushProperty name="height" value="0.05" units="cm"/>
      <inkml:brushProperty name="color" value="#66CC00"/>
    </inkml:brush>
  </inkml:definitions>
  <inkml:trace contextRef="#ctx0" brushRef="#br0">4 61 24575,'-3'0'0,"3"0"0,2-3 0,6 0 0,5-4 0,9 1 0,7-2 0,6-3 0,6 2 0,0 1 0,-5 2-8191</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52.414"/>
    </inkml:context>
    <inkml:brush xml:id="br0">
      <inkml:brushProperty name="width" value="0.05" units="cm"/>
      <inkml:brushProperty name="height" value="0.05" units="cm"/>
      <inkml:brushProperty name="color" value="#66CC00"/>
    </inkml:brush>
  </inkml:definitions>
  <inkml:trace contextRef="#ctx0" brushRef="#br0">0 35 24575,'3'0'0,"6"0"0,8 0 0,8-3 0,11 0 0,11-4 0,10 1 0,10-2 0,-7 0-8191</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53.758"/>
    </inkml:context>
    <inkml:brush xml:id="br0">
      <inkml:brushProperty name="width" value="0.05" units="cm"/>
      <inkml:brushProperty name="height" value="0.05" units="cm"/>
      <inkml:brushProperty name="color" value="#66CC00"/>
    </inkml:brush>
  </inkml:definitions>
  <inkml:trace contextRef="#ctx0" brushRef="#br0">166 0 24575,'-11'6'0,"-9"9"0,-4 11 0,-3 18 0,0 25 0,-1 29 0,8 27 0,12 26 0,18 25-1304,22 21 1304,18 15 0,18 7-2068,16-3 2068,18-12 0,-8-39-4819</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54.318"/>
    </inkml:context>
    <inkml:brush xml:id="br0">
      <inkml:brushProperty name="width" value="0.05" units="cm"/>
      <inkml:brushProperty name="height" value="0.05" units="cm"/>
      <inkml:brushProperty name="color" value="#66CC00"/>
    </inkml:brush>
  </inkml:definitions>
  <inkml:trace contextRef="#ctx0" brushRef="#br0">1 1 24575,'7'12'0,"0"0"0,1-1 0,16 19 0,4 5 0,67 98-581,-6 5 0,91 191-1,-127-212 146,-4 2 0,-6 3 0,40 181 0,-67-223 436,-4 1 0,-3 0 0,-4 1 0,-3 0 0,-10 84 0,2-106 0,-4-1 0,-1-1 0,-4 0 0,-2-1 0,-2-1 0,-3 0 0,-47 87 0,30-82-157,-2-2 0,-2-1 1,-3-2-1,-69 64 0,-37 18-3762</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57.179"/>
    </inkml:context>
    <inkml:brush xml:id="br0">
      <inkml:brushProperty name="width" value="0.05" units="cm"/>
      <inkml:brushProperty name="height" value="0.05" units="cm"/>
      <inkml:brushProperty name="color" value="#66CC00"/>
    </inkml:brush>
  </inkml:definitions>
  <inkml:trace contextRef="#ctx0" brushRef="#br0">83 205 24575,'-5'2'0,"-1"0"0,1 0 0,0-1 0,-1 0 0,-5 0 0,7-1 0,0 1 0,1-1 0,-1 1 0,0 0 0,1 0 0,-1 0 0,1 0 0,-1 1 0,1-1 0,-5 4 0,9-3 0,7-2 0,12-3 0,1144-179-705,-718 140 705,-434 41 123,-8 0-319,0 1 1,0 0-1,0 0 0,0 0 0,0 0 0,6 2 1</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57.740"/>
    </inkml:context>
    <inkml:brush xml:id="br0">
      <inkml:brushProperty name="width" value="0.05" units="cm"/>
      <inkml:brushProperty name="height" value="0.05" units="cm"/>
      <inkml:brushProperty name="color" value="#66CC00"/>
    </inkml:brush>
  </inkml:definitions>
  <inkml:trace contextRef="#ctx0" brushRef="#br0">34 141 24575,'-5'0'0,"4"0"0,-1-1 0,1 1 0,-1 0 0,1 0 0,-1 0 0,1 0 0,-1 0 0,1 1 0,-1-1 0,1 0 0,-1 1 0,1-1 0,0 1 0,-1 0 0,1-1 0,0 1 0,-3 1 0,4-2 0,0 1 0,0-1 0,0 0 0,0 0 0,0 0 0,0 1 0,0-1 0,0 0 0,0 0 0,0 0 0,0 1 0,0-1 0,0 0 0,0 0 0,0 0 0,0 1 0,1-1 0,-1 0 0,0 0 0,0 0 0,0 0 0,0 1 0,0-1 0,0 0 0,1 0 0,-1 0 0,0 0 0,0 0 0,0 0 0,0 1 0,1-1 0,-1 0 0,0 0 0,0 0 0,0 0 0,0 0 0,1 0 0,-1 0 0,0 0 0,0 0 0,0 0 0,1 0 0,-1 0 0,0 0 0,0 0 0,0 0 0,1 0 0,-1 0 0,0 0 0,0 0 0,1 0 0,12 0 0,190-30 0,-16 8 0,839-77 0,-972 97-1365,-21 4-5461</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59.199"/>
    </inkml:context>
    <inkml:brush xml:id="br0">
      <inkml:brushProperty name="width" value="0.05" units="cm"/>
      <inkml:brushProperty name="height" value="0.05" units="cm"/>
      <inkml:brushProperty name="color" value="#66CC00"/>
    </inkml:brush>
  </inkml:definitions>
  <inkml:trace contextRef="#ctx0" brushRef="#br0">1814 9097 24575,'35'7'0,"-5"1"0,-21-8 0,0 1 0,-1-1 0,1 0 0,-1-1 0,1 0 0,13-4 0,-17 4 0,0-1 0,-1 0 0,0 0 0,1 0 0,-1-1 0,0 1 0,0-1 0,0 0 0,-1-1 0,1 1 0,-1 0 0,0-1 0,5-6 0,2-6 0,0-1 0,-1-1 0,0 0 0,-2 0 0,0 0 0,-1-1 0,3-20 0,17-139 0,-24 160 0,16-203-233,-17-360-1,-90-220-233,39 541 237,-11 2-1,-120-319 1,51 248-116,-207-376 0,-141-145 346,314 563 0,38 61-200,-141-355-1,215 440 101,6-3 0,6-2 0,-40-291 0,60 199 579,15-309 1,70-235 703,-57 719-983,3 0 0,25-81 0,-28 119-158,2 0 0,0 1-1,2 0 1,0 0 0,2 2 0,0-1 0,2 2-1,23-26 1,-36 44-122,0 0 0,0-1-1,0 1 1,-1-1 0,1 1-1,-1-1 1,0 0 0,0 0-1,0 0 1,0 0 0,-1 0 0,0 0-1,1 0 1,-2-1 0,1 1-1,0-8 1,-1-1-6746</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59.414"/>
    </inkml:context>
    <inkml:brush xml:id="br0">
      <inkml:brushProperty name="width" value="0.05" units="cm"/>
      <inkml:brushProperty name="height" value="0.05" units="cm"/>
      <inkml:brushProperty name="color" value="#66CC00"/>
    </inkml:brush>
  </inkml:definitions>
  <inkml:trace contextRef="#ctx0" brushRef="#br0">60 0 24575,'0'3'0,"-3"4"0,-3 2 0,-7 7 0,-6 7 0,0 1-8191</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7T09:29:59.725"/>
    </inkml:context>
    <inkml:brush xml:id="br0">
      <inkml:brushProperty name="width" value="0.05" units="cm"/>
      <inkml:brushProperty name="height" value="0.05" units="cm"/>
      <inkml:brushProperty name="color" value="#66CC00"/>
    </inkml:brush>
  </inkml:definitions>
  <inkml:trace contextRef="#ctx0" brushRef="#br0">0 41 24575,'6'-3'0,"6"-3"0,5-4 0,5 0 0,1 2 0,-1 5 0,0 8 0,-5 6 0,-6 10 0,-3 6 0,-2 10 0,0 6 0,-3 5 0,-1 5 0,2 4 0,0 1 0,2 1 0,0-9-8191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8/17/2026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A8B86-3D89-134F-002C-B49E857C4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1C2F2-659A-5CF9-CECC-A6F0340F4B1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EF878A4-3906-2E51-86D2-D958991DD4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4A9C4E-5736-3C0A-5292-14C2A987BE24}"/>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70477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DCA3-D2D5-A347-AC79-375FD3DD16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BADDDE-4F34-5DEC-C1AA-54CC3F21D47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3CCD7F3-9B5A-DC1C-C4A8-ED352D76EA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06FB0C-05BA-9CF1-A017-DA8F44CC9D0E}"/>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92133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8/17/2026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578D6DB-6798-42D2-B9AD-FC6F1C72FC30}"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EDE275-BE14-4364-AEA2-5F5667C0FD49}" type="slidenum">
              <a:rPr lang="en-US" smtClean="0"/>
              <a:pPr/>
              <a:t>‹#›</a:t>
            </a:fld>
            <a:endParaRPr lang="en-US"/>
          </a:p>
        </p:txBody>
      </p:sp>
      <p:sp>
        <p:nvSpPr>
          <p:cNvPr id="12" name="Title 1"/>
          <p:cNvSpPr>
            <a:spLocks noGrp="1"/>
          </p:cNvSpPr>
          <p:nvPr>
            <p:ph type="ctrTitle"/>
          </p:nvPr>
        </p:nvSpPr>
        <p:spPr>
          <a:xfrm>
            <a:off x="765821" y="4172482"/>
            <a:ext cx="5256584" cy="1560774"/>
          </a:xfrm>
        </p:spPr>
        <p:txBody>
          <a:bodyPr anchor="t">
            <a:noAutofit/>
          </a:bodyPr>
          <a:lstStyle>
            <a:lvl1pPr algn="l">
              <a:defRPr lang="en-US" sz="4800" kern="1200" smtClean="0">
                <a:solidFill>
                  <a:schemeClr val="tx1">
                    <a:lumMod val="95000"/>
                    <a:lumOff val="5000"/>
                  </a:schemeClr>
                </a:solidFill>
                <a:latin typeface="Segoe UI Black" panose="020B0A02040204020203" pitchFamily="34" charset="0"/>
                <a:ea typeface="Segoe UI Black" panose="020B0A02040204020203" pitchFamily="34" charset="0"/>
                <a:cs typeface="+mj-cs"/>
              </a:defRPr>
            </a:lvl1pPr>
          </a:lstStyle>
          <a:p>
            <a:r>
              <a:rPr lang="en-US" dirty="0"/>
              <a:t>Click to edit Master title style</a:t>
            </a:r>
          </a:p>
        </p:txBody>
      </p:sp>
    </p:spTree>
    <p:extLst>
      <p:ext uri="{BB962C8B-B14F-4D97-AF65-F5344CB8AC3E}">
        <p14:creationId xmlns:p14="http://schemas.microsoft.com/office/powerpoint/2010/main" val="30618598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5404F2-BE9A-4460-8815-8F645183555F}" type="datetimeFigureOut">
              <a:rPr lang="en-US" smtClean="0"/>
              <a:pPr/>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33855635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600">
                <a:latin typeface="Cooper Black" panose="0208090404030B020404" pitchFamily="18"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pPr/>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38932271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31042338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meline">
    <p:spTree>
      <p:nvGrpSpPr>
        <p:cNvPr id="1" name=""/>
        <p:cNvGrpSpPr/>
        <p:nvPr/>
      </p:nvGrpSpPr>
      <p:grpSpPr>
        <a:xfrm>
          <a:off x="0" y="0"/>
          <a:ext cx="0" cy="0"/>
          <a:chOff x="0" y="0"/>
          <a:chExt cx="0" cy="0"/>
        </a:xfrm>
      </p:grpSpPr>
      <p:sp>
        <p:nvSpPr>
          <p:cNvPr id="2" name="Title 1"/>
          <p:cNvSpPr>
            <a:spLocks noGrp="1"/>
          </p:cNvSpPr>
          <p:nvPr>
            <p:ph type="title"/>
          </p:nvPr>
        </p:nvSpPr>
        <p:spPr>
          <a:xfrm>
            <a:off x="190128" y="0"/>
            <a:ext cx="9733444" cy="711081"/>
          </a:xfrm>
          <a:prstGeom prst="rect">
            <a:avLst/>
          </a:prstGeom>
        </p:spPr>
        <p:txBody>
          <a:bodyPr>
            <a:noAutofit/>
          </a:bodyPr>
          <a:lstStyle>
            <a:lvl1pPr>
              <a:defRPr sz="3600" b="0">
                <a:solidFill>
                  <a:schemeClr val="accent6"/>
                </a:solidFill>
                <a:latin typeface="Cooper Black" panose="0208090404030B020404" pitchFamily="18" charset="0"/>
              </a:defRPr>
            </a:lvl1pPr>
          </a:lstStyle>
          <a:p>
            <a:r>
              <a:rPr lang="en-US" dirty="0"/>
              <a:t>Click to edit Master title style</a:t>
            </a:r>
          </a:p>
        </p:txBody>
      </p:sp>
      <p:sp>
        <p:nvSpPr>
          <p:cNvPr id="5" name="TextBox 4">
            <a:extLst>
              <a:ext uri="{FF2B5EF4-FFF2-40B4-BE49-F238E27FC236}">
                <a16:creationId xmlns:a16="http://schemas.microsoft.com/office/drawing/2014/main" id="{A5C5638B-B677-974A-A667-0478687C5541}"/>
              </a:ext>
            </a:extLst>
          </p:cNvPr>
          <p:cNvSpPr txBox="1"/>
          <p:nvPr userDrawn="1"/>
        </p:nvSpPr>
        <p:spPr>
          <a:xfrm>
            <a:off x="8974732" y="6381328"/>
            <a:ext cx="3096344" cy="338554"/>
          </a:xfrm>
          <a:prstGeom prst="rect">
            <a:avLst/>
          </a:prstGeom>
          <a:noFill/>
        </p:spPr>
        <p:txBody>
          <a:bodyPr wrap="square" rtlCol="0">
            <a:spAutoFit/>
          </a:bodyPr>
          <a:lstStyle/>
          <a:p>
            <a:r>
              <a:rPr lang="en-US" sz="1600" b="1" dirty="0">
                <a:solidFill>
                  <a:schemeClr val="accent5">
                    <a:lumMod val="75000"/>
                  </a:schemeClr>
                </a:solidFill>
              </a:rPr>
              <a:t>www.anubhavtrainings.com</a:t>
            </a:r>
          </a:p>
        </p:txBody>
      </p:sp>
      <p:pic>
        <p:nvPicPr>
          <p:cNvPr id="14" name="Picture 13">
            <a:extLst>
              <a:ext uri="{FF2B5EF4-FFF2-40B4-BE49-F238E27FC236}">
                <a16:creationId xmlns:a16="http://schemas.microsoft.com/office/drawing/2014/main" id="{4B91050B-06DD-6B9B-5D4B-52C80C09106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89108" y="40947"/>
            <a:ext cx="801948" cy="792088"/>
          </a:xfrm>
          <a:prstGeom prst="rect">
            <a:avLst/>
          </a:prstGeom>
          <a:effectLst>
            <a:reflection endPos="0" dist="50800" dir="5400000" sy="-100000" algn="bl" rotWithShape="0"/>
          </a:effectLst>
        </p:spPr>
      </p:pic>
      <p:sp>
        <p:nvSpPr>
          <p:cNvPr id="15" name="Text Placeholder 3">
            <a:extLst>
              <a:ext uri="{FF2B5EF4-FFF2-40B4-BE49-F238E27FC236}">
                <a16:creationId xmlns:a16="http://schemas.microsoft.com/office/drawing/2014/main" id="{863B6F30-DCC2-D394-EDCF-46E8F95750EC}"/>
              </a:ext>
            </a:extLst>
          </p:cNvPr>
          <p:cNvSpPr>
            <a:spLocks noGrp="1"/>
          </p:cNvSpPr>
          <p:nvPr>
            <p:ph type="body" sz="quarter" idx="10"/>
          </p:nvPr>
        </p:nvSpPr>
        <p:spPr>
          <a:xfrm>
            <a:off x="368762" y="836712"/>
            <a:ext cx="11342274" cy="5616624"/>
          </a:xfrm>
        </p:spPr>
        <p:txBody>
          <a:bodyPr>
            <a:normAutofit/>
          </a:bodyPr>
          <a:lstStyle>
            <a:lvl1pPr marL="0" indent="0">
              <a:buNone/>
              <a:defRPr sz="2000">
                <a:solidFill>
                  <a:schemeClr val="tx1"/>
                </a:solidFill>
                <a:latin typeface="Amasis MT Pro" panose="02040504050005020304" pitchFamily="18" charset="0"/>
              </a:defRPr>
            </a:lvl1pPr>
          </a:lstStyle>
          <a:p>
            <a:endParaRPr lang="en-US" dirty="0"/>
          </a:p>
        </p:txBody>
      </p:sp>
    </p:spTree>
    <p:extLst>
      <p:ext uri="{BB962C8B-B14F-4D97-AF65-F5344CB8AC3E}">
        <p14:creationId xmlns:p14="http://schemas.microsoft.com/office/powerpoint/2010/main" val="7769361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13E3D308-5757-C0AB-DF1B-BAAA1120B8A8}"/>
              </a:ext>
            </a:extLst>
          </p:cNvPr>
          <p:cNvSpPr>
            <a:spLocks noGrp="1"/>
          </p:cNvSpPr>
          <p:nvPr>
            <p:ph type="pic" sz="quarter" idx="10"/>
          </p:nvPr>
        </p:nvSpPr>
        <p:spPr>
          <a:xfrm>
            <a:off x="1583825" y="1922288"/>
            <a:ext cx="3303993" cy="3304854"/>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8743188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399925A-B7E0-BC1F-AE78-65034C6C65DB}"/>
              </a:ext>
            </a:extLst>
          </p:cNvPr>
          <p:cNvSpPr>
            <a:spLocks noGrp="1"/>
          </p:cNvSpPr>
          <p:nvPr>
            <p:ph type="pic" sz="quarter" idx="10"/>
          </p:nvPr>
        </p:nvSpPr>
        <p:spPr>
          <a:xfrm>
            <a:off x="6334518" y="1721219"/>
            <a:ext cx="3706027" cy="3706992"/>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9487119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with Caption">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63D206DC-21C0-5B91-F039-7C7253B5257F}"/>
              </a:ext>
            </a:extLst>
          </p:cNvPr>
          <p:cNvSpPr>
            <a:spLocks noGrp="1"/>
          </p:cNvSpPr>
          <p:nvPr>
            <p:ph type="pic" sz="quarter" idx="10"/>
          </p:nvPr>
        </p:nvSpPr>
        <p:spPr>
          <a:xfrm>
            <a:off x="7803737" y="1748799"/>
            <a:ext cx="3247160" cy="3248006"/>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1596295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1683E417-1443-7CC4-BB89-9C4377324DF6}"/>
              </a:ext>
            </a:extLst>
          </p:cNvPr>
          <p:cNvSpPr>
            <a:spLocks noGrp="1"/>
          </p:cNvSpPr>
          <p:nvPr>
            <p:ph type="pic" sz="quarter" idx="13"/>
          </p:nvPr>
        </p:nvSpPr>
        <p:spPr>
          <a:xfrm>
            <a:off x="7027592" y="3020745"/>
            <a:ext cx="4715880" cy="2944148"/>
          </a:xfrm>
          <a:pattFill prst="pct10">
            <a:fgClr>
              <a:schemeClr val="accent1"/>
            </a:fgClr>
            <a:bgClr>
              <a:schemeClr val="bg1"/>
            </a:bgClr>
          </a:pattFill>
        </p:spPr>
        <p:txBody>
          <a:bodyPr>
            <a:normAutofit/>
          </a:bodyPr>
          <a:lstStyle>
            <a:lvl1pPr>
              <a:defRPr sz="1200"/>
            </a:lvl1pPr>
          </a:lstStyle>
          <a:p>
            <a:endParaRPr lang="en-US"/>
          </a:p>
        </p:txBody>
      </p:sp>
    </p:spTree>
    <p:extLst>
      <p:ext uri="{BB962C8B-B14F-4D97-AF65-F5344CB8AC3E}">
        <p14:creationId xmlns:p14="http://schemas.microsoft.com/office/powerpoint/2010/main" val="13874603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12FA1C9-6FC3-FE26-77FF-BF6E982FDFC1}"/>
              </a:ext>
            </a:extLst>
          </p:cNvPr>
          <p:cNvSpPr>
            <a:spLocks noGrp="1"/>
          </p:cNvSpPr>
          <p:nvPr>
            <p:ph type="pic" sz="quarter" idx="10"/>
          </p:nvPr>
        </p:nvSpPr>
        <p:spPr>
          <a:xfrm>
            <a:off x="8794487" y="-644779"/>
            <a:ext cx="4505509" cy="4506683"/>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8293326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5" name="Picture Placeholder 8">
            <a:extLst>
              <a:ext uri="{FF2B5EF4-FFF2-40B4-BE49-F238E27FC236}">
                <a16:creationId xmlns:a16="http://schemas.microsoft.com/office/drawing/2014/main" id="{BA84E635-75CE-490A-A880-EFFBD03694EC}"/>
              </a:ext>
            </a:extLst>
          </p:cNvPr>
          <p:cNvSpPr>
            <a:spLocks noGrp="1"/>
          </p:cNvSpPr>
          <p:nvPr>
            <p:ph type="pic" sz="quarter" idx="13"/>
          </p:nvPr>
        </p:nvSpPr>
        <p:spPr>
          <a:xfrm>
            <a:off x="1343" y="0"/>
            <a:ext cx="12186138" cy="6858000"/>
          </a:xfrm>
        </p:spPr>
        <p:txBody>
          <a:bodyPr anchor="t"/>
          <a:lstStyle>
            <a:lvl1pPr marL="0" indent="0" algn="ctr">
              <a:buFontTx/>
              <a:buNone/>
              <a:defRPr/>
            </a:lvl1pPr>
          </a:lstStyle>
          <a:p>
            <a:endParaRPr lang="en-IN" dirty="0"/>
          </a:p>
        </p:txBody>
      </p:sp>
    </p:spTree>
    <p:extLst>
      <p:ext uri="{BB962C8B-B14F-4D97-AF65-F5344CB8AC3E}">
        <p14:creationId xmlns:p14="http://schemas.microsoft.com/office/powerpoint/2010/main" val="4048376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8/17/2026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8/17/2026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fld id="{96E69268-9C8B-4EBF-A9EE-DC5DC2D48DC3}" type="slidenum">
              <a:rPr lang="en-US" smtClean="0"/>
              <a:pPr/>
              <a:t>‹#›</a:t>
            </a:fld>
            <a:endParaRPr lang="en-US"/>
          </a:p>
        </p:txBody>
      </p:sp>
    </p:spTree>
    <p:extLst>
      <p:ext uri="{BB962C8B-B14F-4D97-AF65-F5344CB8AC3E}">
        <p14:creationId xmlns:p14="http://schemas.microsoft.com/office/powerpoint/2010/main" val="212551988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1218987" rtl="0" eaLnBrk="1" latinLnBrk="0" hangingPunct="1">
        <a:spcBef>
          <a:spcPct val="0"/>
        </a:spcBef>
        <a:buNone/>
        <a:defRPr sz="3600" kern="1200">
          <a:solidFill>
            <a:schemeClr val="tx1"/>
          </a:solidFill>
          <a:latin typeface="+mj-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7.png"/><Relationship Id="rId1" Type="http://schemas.openxmlformats.org/officeDocument/2006/relationships/slideLayout" Target="../slideLayouts/slideLayout15.xml"/><Relationship Id="rId4" Type="http://schemas.openxmlformats.org/officeDocument/2006/relationships/hyperlink" Target="https://youtu.be/n0oS1eiOWU0"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17" Type="http://schemas.openxmlformats.org/officeDocument/2006/relationships/image" Target="../media/image68.png"/><Relationship Id="rId299" Type="http://schemas.openxmlformats.org/officeDocument/2006/relationships/image" Target="../media/image159.png"/><Relationship Id="rId21" Type="http://schemas.openxmlformats.org/officeDocument/2006/relationships/image" Target="../media/image20.png"/><Relationship Id="rId63" Type="http://schemas.openxmlformats.org/officeDocument/2006/relationships/image" Target="../media/image41.png"/><Relationship Id="rId159" Type="http://schemas.openxmlformats.org/officeDocument/2006/relationships/image" Target="../media/image89.png"/><Relationship Id="rId324" Type="http://schemas.openxmlformats.org/officeDocument/2006/relationships/customXml" Target="../ink/ink162.xml"/><Relationship Id="rId366" Type="http://schemas.openxmlformats.org/officeDocument/2006/relationships/customXml" Target="../ink/ink183.xml"/><Relationship Id="rId170" Type="http://schemas.openxmlformats.org/officeDocument/2006/relationships/customXml" Target="../ink/ink85.xml"/><Relationship Id="rId226" Type="http://schemas.openxmlformats.org/officeDocument/2006/relationships/customXml" Target="../ink/ink113.xml"/><Relationship Id="rId268" Type="http://schemas.openxmlformats.org/officeDocument/2006/relationships/customXml" Target="../ink/ink134.xml"/><Relationship Id="rId32" Type="http://schemas.openxmlformats.org/officeDocument/2006/relationships/customXml" Target="../ink/ink16.xml"/><Relationship Id="rId74" Type="http://schemas.openxmlformats.org/officeDocument/2006/relationships/customXml" Target="../ink/ink37.xml"/><Relationship Id="rId128" Type="http://schemas.openxmlformats.org/officeDocument/2006/relationships/customXml" Target="../ink/ink64.xml"/><Relationship Id="rId335" Type="http://schemas.openxmlformats.org/officeDocument/2006/relationships/image" Target="../media/image177.png"/><Relationship Id="rId377" Type="http://schemas.openxmlformats.org/officeDocument/2006/relationships/image" Target="../media/image198.png"/><Relationship Id="rId5" Type="http://schemas.openxmlformats.org/officeDocument/2006/relationships/image" Target="../media/image12.png"/><Relationship Id="rId181" Type="http://schemas.openxmlformats.org/officeDocument/2006/relationships/image" Target="../media/image100.png"/><Relationship Id="rId237" Type="http://schemas.openxmlformats.org/officeDocument/2006/relationships/image" Target="../media/image128.png"/><Relationship Id="rId279" Type="http://schemas.openxmlformats.org/officeDocument/2006/relationships/image" Target="../media/image149.png"/><Relationship Id="rId43" Type="http://schemas.openxmlformats.org/officeDocument/2006/relationships/image" Target="../media/image31.png"/><Relationship Id="rId139" Type="http://schemas.openxmlformats.org/officeDocument/2006/relationships/image" Target="../media/image79.png"/><Relationship Id="rId290" Type="http://schemas.openxmlformats.org/officeDocument/2006/relationships/customXml" Target="../ink/ink145.xml"/><Relationship Id="rId304" Type="http://schemas.openxmlformats.org/officeDocument/2006/relationships/customXml" Target="../ink/ink152.xml"/><Relationship Id="rId346" Type="http://schemas.openxmlformats.org/officeDocument/2006/relationships/customXml" Target="../ink/ink173.xml"/><Relationship Id="rId85" Type="http://schemas.openxmlformats.org/officeDocument/2006/relationships/image" Target="../media/image52.png"/><Relationship Id="rId150" Type="http://schemas.openxmlformats.org/officeDocument/2006/relationships/customXml" Target="../ink/ink75.xml"/><Relationship Id="rId192" Type="http://schemas.openxmlformats.org/officeDocument/2006/relationships/customXml" Target="../ink/ink96.xml"/><Relationship Id="rId206" Type="http://schemas.openxmlformats.org/officeDocument/2006/relationships/customXml" Target="../ink/ink103.xml"/><Relationship Id="rId248" Type="http://schemas.openxmlformats.org/officeDocument/2006/relationships/customXml" Target="../ink/ink124.xml"/><Relationship Id="rId12" Type="http://schemas.openxmlformats.org/officeDocument/2006/relationships/customXml" Target="../ink/ink6.xml"/><Relationship Id="rId108" Type="http://schemas.openxmlformats.org/officeDocument/2006/relationships/customXml" Target="../ink/ink54.xml"/><Relationship Id="rId315" Type="http://schemas.openxmlformats.org/officeDocument/2006/relationships/image" Target="../media/image167.png"/><Relationship Id="rId357" Type="http://schemas.openxmlformats.org/officeDocument/2006/relationships/image" Target="../media/image188.png"/><Relationship Id="rId54" Type="http://schemas.openxmlformats.org/officeDocument/2006/relationships/customXml" Target="../ink/ink27.xml"/><Relationship Id="rId96" Type="http://schemas.openxmlformats.org/officeDocument/2006/relationships/customXml" Target="../ink/ink48.xml"/><Relationship Id="rId161" Type="http://schemas.openxmlformats.org/officeDocument/2006/relationships/image" Target="../media/image90.png"/><Relationship Id="rId217" Type="http://schemas.openxmlformats.org/officeDocument/2006/relationships/image" Target="../media/image118.png"/><Relationship Id="rId259" Type="http://schemas.openxmlformats.org/officeDocument/2006/relationships/image" Target="../media/image139.png"/><Relationship Id="rId23" Type="http://schemas.openxmlformats.org/officeDocument/2006/relationships/image" Target="../media/image21.png"/><Relationship Id="rId119" Type="http://schemas.openxmlformats.org/officeDocument/2006/relationships/image" Target="../media/image69.png"/><Relationship Id="rId270" Type="http://schemas.openxmlformats.org/officeDocument/2006/relationships/customXml" Target="../ink/ink135.xml"/><Relationship Id="rId326" Type="http://schemas.openxmlformats.org/officeDocument/2006/relationships/customXml" Target="../ink/ink163.xml"/><Relationship Id="rId65" Type="http://schemas.openxmlformats.org/officeDocument/2006/relationships/image" Target="../media/image42.png"/><Relationship Id="rId130" Type="http://schemas.openxmlformats.org/officeDocument/2006/relationships/customXml" Target="../ink/ink65.xml"/><Relationship Id="rId368" Type="http://schemas.openxmlformats.org/officeDocument/2006/relationships/customXml" Target="../ink/ink184.xml"/><Relationship Id="rId172" Type="http://schemas.openxmlformats.org/officeDocument/2006/relationships/customXml" Target="../ink/ink86.xml"/><Relationship Id="rId228" Type="http://schemas.openxmlformats.org/officeDocument/2006/relationships/customXml" Target="../ink/ink114.xml"/><Relationship Id="rId281" Type="http://schemas.openxmlformats.org/officeDocument/2006/relationships/image" Target="../media/image150.png"/><Relationship Id="rId337" Type="http://schemas.openxmlformats.org/officeDocument/2006/relationships/image" Target="../media/image178.png"/><Relationship Id="rId34" Type="http://schemas.openxmlformats.org/officeDocument/2006/relationships/customXml" Target="../ink/ink17.xml"/><Relationship Id="rId76" Type="http://schemas.openxmlformats.org/officeDocument/2006/relationships/customXml" Target="../ink/ink38.xml"/><Relationship Id="rId141" Type="http://schemas.openxmlformats.org/officeDocument/2006/relationships/image" Target="../media/image80.png"/><Relationship Id="rId7" Type="http://schemas.openxmlformats.org/officeDocument/2006/relationships/image" Target="../media/image13.png"/><Relationship Id="rId183" Type="http://schemas.openxmlformats.org/officeDocument/2006/relationships/image" Target="../media/image101.png"/><Relationship Id="rId239" Type="http://schemas.openxmlformats.org/officeDocument/2006/relationships/image" Target="../media/image129.png"/><Relationship Id="rId250" Type="http://schemas.openxmlformats.org/officeDocument/2006/relationships/customXml" Target="../ink/ink125.xml"/><Relationship Id="rId292" Type="http://schemas.openxmlformats.org/officeDocument/2006/relationships/customXml" Target="../ink/ink146.xml"/><Relationship Id="rId306" Type="http://schemas.openxmlformats.org/officeDocument/2006/relationships/customXml" Target="../ink/ink153.xml"/><Relationship Id="rId45" Type="http://schemas.openxmlformats.org/officeDocument/2006/relationships/image" Target="../media/image32.png"/><Relationship Id="rId87" Type="http://schemas.openxmlformats.org/officeDocument/2006/relationships/image" Target="../media/image53.png"/><Relationship Id="rId110" Type="http://schemas.openxmlformats.org/officeDocument/2006/relationships/customXml" Target="../ink/ink55.xml"/><Relationship Id="rId348" Type="http://schemas.openxmlformats.org/officeDocument/2006/relationships/customXml" Target="../ink/ink174.xml"/><Relationship Id="rId152" Type="http://schemas.openxmlformats.org/officeDocument/2006/relationships/customXml" Target="../ink/ink76.xml"/><Relationship Id="rId194" Type="http://schemas.openxmlformats.org/officeDocument/2006/relationships/customXml" Target="../ink/ink97.xml"/><Relationship Id="rId208" Type="http://schemas.openxmlformats.org/officeDocument/2006/relationships/customXml" Target="../ink/ink104.xml"/><Relationship Id="rId261" Type="http://schemas.openxmlformats.org/officeDocument/2006/relationships/image" Target="../media/image140.png"/><Relationship Id="rId14" Type="http://schemas.openxmlformats.org/officeDocument/2006/relationships/customXml" Target="../ink/ink7.xml"/><Relationship Id="rId56" Type="http://schemas.openxmlformats.org/officeDocument/2006/relationships/customXml" Target="../ink/ink28.xml"/><Relationship Id="rId317" Type="http://schemas.openxmlformats.org/officeDocument/2006/relationships/image" Target="../media/image168.png"/><Relationship Id="rId359" Type="http://schemas.openxmlformats.org/officeDocument/2006/relationships/image" Target="../media/image189.png"/><Relationship Id="rId98" Type="http://schemas.openxmlformats.org/officeDocument/2006/relationships/customXml" Target="../ink/ink49.xml"/><Relationship Id="rId121" Type="http://schemas.openxmlformats.org/officeDocument/2006/relationships/image" Target="../media/image70.png"/><Relationship Id="rId163" Type="http://schemas.openxmlformats.org/officeDocument/2006/relationships/image" Target="../media/image91.png"/><Relationship Id="rId219" Type="http://schemas.openxmlformats.org/officeDocument/2006/relationships/image" Target="../media/image119.png"/><Relationship Id="rId370" Type="http://schemas.openxmlformats.org/officeDocument/2006/relationships/customXml" Target="../ink/ink185.xml"/><Relationship Id="rId230" Type="http://schemas.openxmlformats.org/officeDocument/2006/relationships/customXml" Target="../ink/ink115.xml"/><Relationship Id="rId25" Type="http://schemas.openxmlformats.org/officeDocument/2006/relationships/image" Target="../media/image22.png"/><Relationship Id="rId67" Type="http://schemas.openxmlformats.org/officeDocument/2006/relationships/image" Target="../media/image43.png"/><Relationship Id="rId272" Type="http://schemas.openxmlformats.org/officeDocument/2006/relationships/customXml" Target="../ink/ink136.xml"/><Relationship Id="rId328" Type="http://schemas.openxmlformats.org/officeDocument/2006/relationships/customXml" Target="../ink/ink164.xml"/><Relationship Id="rId132" Type="http://schemas.openxmlformats.org/officeDocument/2006/relationships/customXml" Target="../ink/ink66.xml"/><Relationship Id="rId174" Type="http://schemas.openxmlformats.org/officeDocument/2006/relationships/customXml" Target="../ink/ink87.xml"/><Relationship Id="rId241" Type="http://schemas.openxmlformats.org/officeDocument/2006/relationships/image" Target="../media/image130.png"/><Relationship Id="rId36" Type="http://schemas.openxmlformats.org/officeDocument/2006/relationships/customXml" Target="../ink/ink18.xml"/><Relationship Id="rId283" Type="http://schemas.openxmlformats.org/officeDocument/2006/relationships/image" Target="../media/image151.png"/><Relationship Id="rId339" Type="http://schemas.openxmlformats.org/officeDocument/2006/relationships/image" Target="../media/image179.png"/><Relationship Id="rId78" Type="http://schemas.openxmlformats.org/officeDocument/2006/relationships/customXml" Target="../ink/ink39.xml"/><Relationship Id="rId101" Type="http://schemas.openxmlformats.org/officeDocument/2006/relationships/image" Target="../media/image60.png"/><Relationship Id="rId143" Type="http://schemas.openxmlformats.org/officeDocument/2006/relationships/image" Target="../media/image81.png"/><Relationship Id="rId185" Type="http://schemas.openxmlformats.org/officeDocument/2006/relationships/image" Target="../media/image102.png"/><Relationship Id="rId350" Type="http://schemas.openxmlformats.org/officeDocument/2006/relationships/customXml" Target="../ink/ink175.xml"/><Relationship Id="rId9" Type="http://schemas.openxmlformats.org/officeDocument/2006/relationships/image" Target="../media/image14.png"/><Relationship Id="rId210" Type="http://schemas.openxmlformats.org/officeDocument/2006/relationships/customXml" Target="../ink/ink105.xml"/><Relationship Id="rId26" Type="http://schemas.openxmlformats.org/officeDocument/2006/relationships/customXml" Target="../ink/ink13.xml"/><Relationship Id="rId231" Type="http://schemas.openxmlformats.org/officeDocument/2006/relationships/image" Target="../media/image125.png"/><Relationship Id="rId252" Type="http://schemas.openxmlformats.org/officeDocument/2006/relationships/customXml" Target="../ink/ink126.xml"/><Relationship Id="rId273" Type="http://schemas.openxmlformats.org/officeDocument/2006/relationships/image" Target="../media/image146.png"/><Relationship Id="rId294" Type="http://schemas.openxmlformats.org/officeDocument/2006/relationships/customXml" Target="../ink/ink147.xml"/><Relationship Id="rId308" Type="http://schemas.openxmlformats.org/officeDocument/2006/relationships/customXml" Target="../ink/ink154.xml"/><Relationship Id="rId329" Type="http://schemas.openxmlformats.org/officeDocument/2006/relationships/image" Target="../media/image174.png"/><Relationship Id="rId47" Type="http://schemas.openxmlformats.org/officeDocument/2006/relationships/image" Target="../media/image33.png"/><Relationship Id="rId68" Type="http://schemas.openxmlformats.org/officeDocument/2006/relationships/customXml" Target="../ink/ink34.xml"/><Relationship Id="rId89" Type="http://schemas.openxmlformats.org/officeDocument/2006/relationships/image" Target="../media/image54.png"/><Relationship Id="rId112" Type="http://schemas.openxmlformats.org/officeDocument/2006/relationships/customXml" Target="../ink/ink56.xml"/><Relationship Id="rId133" Type="http://schemas.openxmlformats.org/officeDocument/2006/relationships/image" Target="../media/image76.png"/><Relationship Id="rId154" Type="http://schemas.openxmlformats.org/officeDocument/2006/relationships/customXml" Target="../ink/ink77.xml"/><Relationship Id="rId175" Type="http://schemas.openxmlformats.org/officeDocument/2006/relationships/image" Target="../media/image97.png"/><Relationship Id="rId340" Type="http://schemas.openxmlformats.org/officeDocument/2006/relationships/customXml" Target="../ink/ink170.xml"/><Relationship Id="rId361" Type="http://schemas.openxmlformats.org/officeDocument/2006/relationships/image" Target="../media/image190.png"/><Relationship Id="rId196" Type="http://schemas.openxmlformats.org/officeDocument/2006/relationships/customXml" Target="../ink/ink98.xml"/><Relationship Id="rId200" Type="http://schemas.openxmlformats.org/officeDocument/2006/relationships/customXml" Target="../ink/ink100.xml"/><Relationship Id="rId16" Type="http://schemas.openxmlformats.org/officeDocument/2006/relationships/customXml" Target="../ink/ink8.xml"/><Relationship Id="rId221" Type="http://schemas.openxmlformats.org/officeDocument/2006/relationships/image" Target="../media/image120.png"/><Relationship Id="rId242" Type="http://schemas.openxmlformats.org/officeDocument/2006/relationships/customXml" Target="../ink/ink121.xml"/><Relationship Id="rId263" Type="http://schemas.openxmlformats.org/officeDocument/2006/relationships/image" Target="../media/image141.png"/><Relationship Id="rId284" Type="http://schemas.openxmlformats.org/officeDocument/2006/relationships/customXml" Target="../ink/ink142.xml"/><Relationship Id="rId319" Type="http://schemas.openxmlformats.org/officeDocument/2006/relationships/image" Target="../media/image169.png"/><Relationship Id="rId37" Type="http://schemas.openxmlformats.org/officeDocument/2006/relationships/image" Target="../media/image28.png"/><Relationship Id="rId58" Type="http://schemas.openxmlformats.org/officeDocument/2006/relationships/customXml" Target="../ink/ink29.xml"/><Relationship Id="rId79" Type="http://schemas.openxmlformats.org/officeDocument/2006/relationships/image" Target="../media/image49.png"/><Relationship Id="rId102" Type="http://schemas.openxmlformats.org/officeDocument/2006/relationships/customXml" Target="../ink/ink51.xml"/><Relationship Id="rId123" Type="http://schemas.openxmlformats.org/officeDocument/2006/relationships/image" Target="../media/image71.png"/><Relationship Id="rId144" Type="http://schemas.openxmlformats.org/officeDocument/2006/relationships/customXml" Target="../ink/ink72.xml"/><Relationship Id="rId330" Type="http://schemas.openxmlformats.org/officeDocument/2006/relationships/customXml" Target="../ink/ink165.xml"/><Relationship Id="rId90" Type="http://schemas.openxmlformats.org/officeDocument/2006/relationships/customXml" Target="../ink/ink45.xml"/><Relationship Id="rId165" Type="http://schemas.openxmlformats.org/officeDocument/2006/relationships/image" Target="../media/image92.png"/><Relationship Id="rId186" Type="http://schemas.openxmlformats.org/officeDocument/2006/relationships/customXml" Target="../ink/ink93.xml"/><Relationship Id="rId351" Type="http://schemas.openxmlformats.org/officeDocument/2006/relationships/image" Target="../media/image185.png"/><Relationship Id="rId372" Type="http://schemas.openxmlformats.org/officeDocument/2006/relationships/customXml" Target="../ink/ink186.xml"/><Relationship Id="rId211" Type="http://schemas.openxmlformats.org/officeDocument/2006/relationships/image" Target="../media/image115.png"/><Relationship Id="rId232" Type="http://schemas.openxmlformats.org/officeDocument/2006/relationships/customXml" Target="../ink/ink116.xml"/><Relationship Id="rId253" Type="http://schemas.openxmlformats.org/officeDocument/2006/relationships/image" Target="../media/image136.png"/><Relationship Id="rId274" Type="http://schemas.openxmlformats.org/officeDocument/2006/relationships/customXml" Target="../ink/ink137.xml"/><Relationship Id="rId295" Type="http://schemas.openxmlformats.org/officeDocument/2006/relationships/image" Target="../media/image157.png"/><Relationship Id="rId309" Type="http://schemas.openxmlformats.org/officeDocument/2006/relationships/image" Target="../media/image164.png"/><Relationship Id="rId27" Type="http://schemas.openxmlformats.org/officeDocument/2006/relationships/image" Target="../media/image23.png"/><Relationship Id="rId48" Type="http://schemas.openxmlformats.org/officeDocument/2006/relationships/customXml" Target="../ink/ink24.xml"/><Relationship Id="rId69" Type="http://schemas.openxmlformats.org/officeDocument/2006/relationships/image" Target="../media/image44.png"/><Relationship Id="rId113" Type="http://schemas.openxmlformats.org/officeDocument/2006/relationships/image" Target="../media/image66.png"/><Relationship Id="rId134" Type="http://schemas.openxmlformats.org/officeDocument/2006/relationships/customXml" Target="../ink/ink67.xml"/><Relationship Id="rId320" Type="http://schemas.openxmlformats.org/officeDocument/2006/relationships/customXml" Target="../ink/ink160.xml"/><Relationship Id="rId80" Type="http://schemas.openxmlformats.org/officeDocument/2006/relationships/customXml" Target="../ink/ink40.xml"/><Relationship Id="rId155" Type="http://schemas.openxmlformats.org/officeDocument/2006/relationships/image" Target="../media/image87.png"/><Relationship Id="rId176" Type="http://schemas.openxmlformats.org/officeDocument/2006/relationships/customXml" Target="../ink/ink88.xml"/><Relationship Id="rId197" Type="http://schemas.openxmlformats.org/officeDocument/2006/relationships/image" Target="../media/image108.png"/><Relationship Id="rId341" Type="http://schemas.openxmlformats.org/officeDocument/2006/relationships/image" Target="../media/image180.png"/><Relationship Id="rId362" Type="http://schemas.openxmlformats.org/officeDocument/2006/relationships/customXml" Target="../ink/ink181.xml"/><Relationship Id="rId201" Type="http://schemas.openxmlformats.org/officeDocument/2006/relationships/image" Target="../media/image110.png"/><Relationship Id="rId222" Type="http://schemas.openxmlformats.org/officeDocument/2006/relationships/customXml" Target="../ink/ink111.xml"/><Relationship Id="rId243" Type="http://schemas.openxmlformats.org/officeDocument/2006/relationships/image" Target="../media/image131.png"/><Relationship Id="rId264" Type="http://schemas.openxmlformats.org/officeDocument/2006/relationships/customXml" Target="../ink/ink132.xml"/><Relationship Id="rId285" Type="http://schemas.openxmlformats.org/officeDocument/2006/relationships/image" Target="../media/image152.png"/><Relationship Id="rId17" Type="http://schemas.openxmlformats.org/officeDocument/2006/relationships/image" Target="../media/image18.png"/><Relationship Id="rId38" Type="http://schemas.openxmlformats.org/officeDocument/2006/relationships/customXml" Target="../ink/ink19.xml"/><Relationship Id="rId59" Type="http://schemas.openxmlformats.org/officeDocument/2006/relationships/image" Target="../media/image39.png"/><Relationship Id="rId103" Type="http://schemas.openxmlformats.org/officeDocument/2006/relationships/image" Target="../media/image61.png"/><Relationship Id="rId124" Type="http://schemas.openxmlformats.org/officeDocument/2006/relationships/customXml" Target="../ink/ink62.xml"/><Relationship Id="rId310" Type="http://schemas.openxmlformats.org/officeDocument/2006/relationships/customXml" Target="../ink/ink155.xml"/><Relationship Id="rId70" Type="http://schemas.openxmlformats.org/officeDocument/2006/relationships/customXml" Target="../ink/ink35.xml"/><Relationship Id="rId91" Type="http://schemas.openxmlformats.org/officeDocument/2006/relationships/image" Target="../media/image55.png"/><Relationship Id="rId145" Type="http://schemas.openxmlformats.org/officeDocument/2006/relationships/image" Target="../media/image82.png"/><Relationship Id="rId166" Type="http://schemas.openxmlformats.org/officeDocument/2006/relationships/customXml" Target="../ink/ink83.xml"/><Relationship Id="rId187" Type="http://schemas.openxmlformats.org/officeDocument/2006/relationships/image" Target="../media/image103.png"/><Relationship Id="rId331" Type="http://schemas.openxmlformats.org/officeDocument/2006/relationships/image" Target="../media/image175.png"/><Relationship Id="rId352" Type="http://schemas.openxmlformats.org/officeDocument/2006/relationships/customXml" Target="../ink/ink176.xml"/><Relationship Id="rId373" Type="http://schemas.openxmlformats.org/officeDocument/2006/relationships/image" Target="../media/image196.png"/><Relationship Id="rId1" Type="http://schemas.openxmlformats.org/officeDocument/2006/relationships/slideLayout" Target="../slideLayouts/slideLayout15.xml"/><Relationship Id="rId212" Type="http://schemas.openxmlformats.org/officeDocument/2006/relationships/customXml" Target="../ink/ink106.xml"/><Relationship Id="rId233" Type="http://schemas.openxmlformats.org/officeDocument/2006/relationships/image" Target="../media/image126.png"/><Relationship Id="rId254" Type="http://schemas.openxmlformats.org/officeDocument/2006/relationships/customXml" Target="../ink/ink127.xml"/><Relationship Id="rId28" Type="http://schemas.openxmlformats.org/officeDocument/2006/relationships/customXml" Target="../ink/ink14.xml"/><Relationship Id="rId49" Type="http://schemas.openxmlformats.org/officeDocument/2006/relationships/image" Target="../media/image34.png"/><Relationship Id="rId114" Type="http://schemas.openxmlformats.org/officeDocument/2006/relationships/customXml" Target="../ink/ink57.xml"/><Relationship Id="rId275" Type="http://schemas.openxmlformats.org/officeDocument/2006/relationships/image" Target="../media/image147.png"/><Relationship Id="rId296" Type="http://schemas.openxmlformats.org/officeDocument/2006/relationships/customXml" Target="../ink/ink148.xml"/><Relationship Id="rId300" Type="http://schemas.openxmlformats.org/officeDocument/2006/relationships/customXml" Target="../ink/ink150.xml"/><Relationship Id="rId60" Type="http://schemas.openxmlformats.org/officeDocument/2006/relationships/customXml" Target="../ink/ink30.xml"/><Relationship Id="rId81" Type="http://schemas.openxmlformats.org/officeDocument/2006/relationships/image" Target="../media/image50.png"/><Relationship Id="rId135" Type="http://schemas.openxmlformats.org/officeDocument/2006/relationships/image" Target="../media/image77.png"/><Relationship Id="rId156" Type="http://schemas.openxmlformats.org/officeDocument/2006/relationships/customXml" Target="../ink/ink78.xml"/><Relationship Id="rId177" Type="http://schemas.openxmlformats.org/officeDocument/2006/relationships/image" Target="../media/image98.png"/><Relationship Id="rId198" Type="http://schemas.openxmlformats.org/officeDocument/2006/relationships/customXml" Target="../ink/ink99.xml"/><Relationship Id="rId321" Type="http://schemas.openxmlformats.org/officeDocument/2006/relationships/image" Target="../media/image170.png"/><Relationship Id="rId342" Type="http://schemas.openxmlformats.org/officeDocument/2006/relationships/customXml" Target="../ink/ink171.xml"/><Relationship Id="rId363" Type="http://schemas.openxmlformats.org/officeDocument/2006/relationships/image" Target="../media/image191.png"/><Relationship Id="rId202" Type="http://schemas.openxmlformats.org/officeDocument/2006/relationships/customXml" Target="../ink/ink101.xml"/><Relationship Id="rId223" Type="http://schemas.openxmlformats.org/officeDocument/2006/relationships/image" Target="../media/image121.png"/><Relationship Id="rId244" Type="http://schemas.openxmlformats.org/officeDocument/2006/relationships/customXml" Target="../ink/ink122.xml"/><Relationship Id="rId18" Type="http://schemas.openxmlformats.org/officeDocument/2006/relationships/customXml" Target="../ink/ink9.xml"/><Relationship Id="rId39" Type="http://schemas.openxmlformats.org/officeDocument/2006/relationships/image" Target="../media/image29.png"/><Relationship Id="rId265" Type="http://schemas.openxmlformats.org/officeDocument/2006/relationships/image" Target="../media/image142.png"/><Relationship Id="rId286" Type="http://schemas.openxmlformats.org/officeDocument/2006/relationships/customXml" Target="../ink/ink143.xml"/><Relationship Id="rId50" Type="http://schemas.openxmlformats.org/officeDocument/2006/relationships/customXml" Target="../ink/ink25.xml"/><Relationship Id="rId104" Type="http://schemas.openxmlformats.org/officeDocument/2006/relationships/customXml" Target="../ink/ink52.xml"/><Relationship Id="rId125" Type="http://schemas.openxmlformats.org/officeDocument/2006/relationships/image" Target="../media/image72.png"/><Relationship Id="rId146" Type="http://schemas.openxmlformats.org/officeDocument/2006/relationships/customXml" Target="../ink/ink73.xml"/><Relationship Id="rId167" Type="http://schemas.openxmlformats.org/officeDocument/2006/relationships/image" Target="../media/image93.png"/><Relationship Id="rId188" Type="http://schemas.openxmlformats.org/officeDocument/2006/relationships/customXml" Target="../ink/ink94.xml"/><Relationship Id="rId311" Type="http://schemas.openxmlformats.org/officeDocument/2006/relationships/image" Target="../media/image165.png"/><Relationship Id="rId332" Type="http://schemas.openxmlformats.org/officeDocument/2006/relationships/customXml" Target="../ink/ink166.xml"/><Relationship Id="rId353" Type="http://schemas.openxmlformats.org/officeDocument/2006/relationships/image" Target="../media/image186.png"/><Relationship Id="rId374" Type="http://schemas.openxmlformats.org/officeDocument/2006/relationships/customXml" Target="../ink/ink187.xml"/><Relationship Id="rId71" Type="http://schemas.openxmlformats.org/officeDocument/2006/relationships/image" Target="../media/image45.png"/><Relationship Id="rId92" Type="http://schemas.openxmlformats.org/officeDocument/2006/relationships/customXml" Target="../ink/ink46.xml"/><Relationship Id="rId213" Type="http://schemas.openxmlformats.org/officeDocument/2006/relationships/image" Target="../media/image116.png"/><Relationship Id="rId234" Type="http://schemas.openxmlformats.org/officeDocument/2006/relationships/customXml" Target="../ink/ink117.xml"/><Relationship Id="rId2" Type="http://schemas.openxmlformats.org/officeDocument/2006/relationships/customXml" Target="../ink/ink1.xml"/><Relationship Id="rId29" Type="http://schemas.openxmlformats.org/officeDocument/2006/relationships/image" Target="../media/image24.png"/><Relationship Id="rId255" Type="http://schemas.openxmlformats.org/officeDocument/2006/relationships/image" Target="../media/image137.png"/><Relationship Id="rId276" Type="http://schemas.openxmlformats.org/officeDocument/2006/relationships/customXml" Target="../ink/ink138.xml"/><Relationship Id="rId297" Type="http://schemas.openxmlformats.org/officeDocument/2006/relationships/image" Target="../media/image158.png"/><Relationship Id="rId40" Type="http://schemas.openxmlformats.org/officeDocument/2006/relationships/customXml" Target="../ink/ink20.xml"/><Relationship Id="rId115" Type="http://schemas.openxmlformats.org/officeDocument/2006/relationships/image" Target="../media/image67.png"/><Relationship Id="rId136" Type="http://schemas.openxmlformats.org/officeDocument/2006/relationships/customXml" Target="../ink/ink68.xml"/><Relationship Id="rId157" Type="http://schemas.openxmlformats.org/officeDocument/2006/relationships/image" Target="../media/image88.png"/><Relationship Id="rId178" Type="http://schemas.openxmlformats.org/officeDocument/2006/relationships/customXml" Target="../ink/ink89.xml"/><Relationship Id="rId301" Type="http://schemas.openxmlformats.org/officeDocument/2006/relationships/image" Target="../media/image160.png"/><Relationship Id="rId322" Type="http://schemas.openxmlformats.org/officeDocument/2006/relationships/customXml" Target="../ink/ink161.xml"/><Relationship Id="rId343" Type="http://schemas.openxmlformats.org/officeDocument/2006/relationships/image" Target="../media/image181.png"/><Relationship Id="rId364" Type="http://schemas.openxmlformats.org/officeDocument/2006/relationships/customXml" Target="../ink/ink182.xml"/><Relationship Id="rId61" Type="http://schemas.openxmlformats.org/officeDocument/2006/relationships/image" Target="../media/image40.png"/><Relationship Id="rId82" Type="http://schemas.openxmlformats.org/officeDocument/2006/relationships/customXml" Target="../ink/ink41.xml"/><Relationship Id="rId199" Type="http://schemas.openxmlformats.org/officeDocument/2006/relationships/image" Target="../media/image109.png"/><Relationship Id="rId203" Type="http://schemas.openxmlformats.org/officeDocument/2006/relationships/image" Target="../media/image111.png"/><Relationship Id="rId19" Type="http://schemas.openxmlformats.org/officeDocument/2006/relationships/image" Target="../media/image19.png"/><Relationship Id="rId224" Type="http://schemas.openxmlformats.org/officeDocument/2006/relationships/customXml" Target="../ink/ink112.xml"/><Relationship Id="rId245" Type="http://schemas.openxmlformats.org/officeDocument/2006/relationships/image" Target="../media/image132.png"/><Relationship Id="rId266" Type="http://schemas.openxmlformats.org/officeDocument/2006/relationships/customXml" Target="../ink/ink133.xml"/><Relationship Id="rId287" Type="http://schemas.openxmlformats.org/officeDocument/2006/relationships/image" Target="../media/image153.png"/><Relationship Id="rId30" Type="http://schemas.openxmlformats.org/officeDocument/2006/relationships/customXml" Target="../ink/ink15.xml"/><Relationship Id="rId105" Type="http://schemas.openxmlformats.org/officeDocument/2006/relationships/image" Target="../media/image62.png"/><Relationship Id="rId126" Type="http://schemas.openxmlformats.org/officeDocument/2006/relationships/customXml" Target="../ink/ink63.xml"/><Relationship Id="rId147" Type="http://schemas.openxmlformats.org/officeDocument/2006/relationships/image" Target="../media/image83.png"/><Relationship Id="rId168" Type="http://schemas.openxmlformats.org/officeDocument/2006/relationships/customXml" Target="../ink/ink84.xml"/><Relationship Id="rId312" Type="http://schemas.openxmlformats.org/officeDocument/2006/relationships/customXml" Target="../ink/ink156.xml"/><Relationship Id="rId333" Type="http://schemas.openxmlformats.org/officeDocument/2006/relationships/image" Target="../media/image176.png"/><Relationship Id="rId354" Type="http://schemas.openxmlformats.org/officeDocument/2006/relationships/customXml" Target="../ink/ink177.xml"/><Relationship Id="rId51" Type="http://schemas.openxmlformats.org/officeDocument/2006/relationships/image" Target="../media/image35.png"/><Relationship Id="rId72" Type="http://schemas.openxmlformats.org/officeDocument/2006/relationships/customXml" Target="../ink/ink36.xml"/><Relationship Id="rId93" Type="http://schemas.openxmlformats.org/officeDocument/2006/relationships/image" Target="../media/image56.png"/><Relationship Id="rId189" Type="http://schemas.openxmlformats.org/officeDocument/2006/relationships/image" Target="../media/image104.png"/><Relationship Id="rId375" Type="http://schemas.openxmlformats.org/officeDocument/2006/relationships/image" Target="../media/image197.png"/><Relationship Id="rId3" Type="http://schemas.openxmlformats.org/officeDocument/2006/relationships/image" Target="../media/image11.png"/><Relationship Id="rId214" Type="http://schemas.openxmlformats.org/officeDocument/2006/relationships/customXml" Target="../ink/ink107.xml"/><Relationship Id="rId235" Type="http://schemas.openxmlformats.org/officeDocument/2006/relationships/image" Target="../media/image127.png"/><Relationship Id="rId256" Type="http://schemas.openxmlformats.org/officeDocument/2006/relationships/customXml" Target="../ink/ink128.xml"/><Relationship Id="rId277" Type="http://schemas.openxmlformats.org/officeDocument/2006/relationships/image" Target="../media/image148.png"/><Relationship Id="rId298" Type="http://schemas.openxmlformats.org/officeDocument/2006/relationships/customXml" Target="../ink/ink149.xml"/><Relationship Id="rId116" Type="http://schemas.openxmlformats.org/officeDocument/2006/relationships/customXml" Target="../ink/ink58.xml"/><Relationship Id="rId137" Type="http://schemas.openxmlformats.org/officeDocument/2006/relationships/image" Target="../media/image78.png"/><Relationship Id="rId158" Type="http://schemas.openxmlformats.org/officeDocument/2006/relationships/customXml" Target="../ink/ink79.xml"/><Relationship Id="rId302" Type="http://schemas.openxmlformats.org/officeDocument/2006/relationships/customXml" Target="../ink/ink151.xml"/><Relationship Id="rId323" Type="http://schemas.openxmlformats.org/officeDocument/2006/relationships/image" Target="../media/image171.png"/><Relationship Id="rId344" Type="http://schemas.openxmlformats.org/officeDocument/2006/relationships/customXml" Target="../ink/ink172.xml"/><Relationship Id="rId20" Type="http://schemas.openxmlformats.org/officeDocument/2006/relationships/customXml" Target="../ink/ink10.xml"/><Relationship Id="rId41" Type="http://schemas.openxmlformats.org/officeDocument/2006/relationships/image" Target="../media/image30.png"/><Relationship Id="rId62" Type="http://schemas.openxmlformats.org/officeDocument/2006/relationships/customXml" Target="../ink/ink31.xml"/><Relationship Id="rId83" Type="http://schemas.openxmlformats.org/officeDocument/2006/relationships/image" Target="../media/image51.png"/><Relationship Id="rId179" Type="http://schemas.openxmlformats.org/officeDocument/2006/relationships/image" Target="../media/image99.png"/><Relationship Id="rId365" Type="http://schemas.openxmlformats.org/officeDocument/2006/relationships/image" Target="../media/image192.png"/><Relationship Id="rId190" Type="http://schemas.openxmlformats.org/officeDocument/2006/relationships/customXml" Target="../ink/ink95.xml"/><Relationship Id="rId204" Type="http://schemas.openxmlformats.org/officeDocument/2006/relationships/customXml" Target="../ink/ink102.xml"/><Relationship Id="rId225" Type="http://schemas.openxmlformats.org/officeDocument/2006/relationships/image" Target="../media/image122.png"/><Relationship Id="rId246" Type="http://schemas.openxmlformats.org/officeDocument/2006/relationships/customXml" Target="../ink/ink123.xml"/><Relationship Id="rId267" Type="http://schemas.openxmlformats.org/officeDocument/2006/relationships/image" Target="../media/image143.png"/><Relationship Id="rId288" Type="http://schemas.openxmlformats.org/officeDocument/2006/relationships/customXml" Target="../ink/ink144.xml"/><Relationship Id="rId106" Type="http://schemas.openxmlformats.org/officeDocument/2006/relationships/customXml" Target="../ink/ink53.xml"/><Relationship Id="rId127" Type="http://schemas.openxmlformats.org/officeDocument/2006/relationships/image" Target="../media/image73.png"/><Relationship Id="rId313" Type="http://schemas.openxmlformats.org/officeDocument/2006/relationships/image" Target="../media/image166.png"/><Relationship Id="rId10" Type="http://schemas.openxmlformats.org/officeDocument/2006/relationships/customXml" Target="../ink/ink5.xml"/><Relationship Id="rId31" Type="http://schemas.openxmlformats.org/officeDocument/2006/relationships/image" Target="../media/image25.png"/><Relationship Id="rId52" Type="http://schemas.openxmlformats.org/officeDocument/2006/relationships/customXml" Target="../ink/ink26.xml"/><Relationship Id="rId73" Type="http://schemas.openxmlformats.org/officeDocument/2006/relationships/image" Target="../media/image46.png"/><Relationship Id="rId94" Type="http://schemas.openxmlformats.org/officeDocument/2006/relationships/customXml" Target="../ink/ink47.xml"/><Relationship Id="rId148" Type="http://schemas.openxmlformats.org/officeDocument/2006/relationships/customXml" Target="../ink/ink74.xml"/><Relationship Id="rId169" Type="http://schemas.openxmlformats.org/officeDocument/2006/relationships/image" Target="../media/image94.png"/><Relationship Id="rId334" Type="http://schemas.openxmlformats.org/officeDocument/2006/relationships/customXml" Target="../ink/ink167.xml"/><Relationship Id="rId355" Type="http://schemas.openxmlformats.org/officeDocument/2006/relationships/image" Target="../media/image187.png"/><Relationship Id="rId376" Type="http://schemas.openxmlformats.org/officeDocument/2006/relationships/customXml" Target="../ink/ink188.xml"/><Relationship Id="rId4" Type="http://schemas.openxmlformats.org/officeDocument/2006/relationships/customXml" Target="../ink/ink2.xml"/><Relationship Id="rId180" Type="http://schemas.openxmlformats.org/officeDocument/2006/relationships/customXml" Target="../ink/ink90.xml"/><Relationship Id="rId215" Type="http://schemas.openxmlformats.org/officeDocument/2006/relationships/image" Target="../media/image117.png"/><Relationship Id="rId236" Type="http://schemas.openxmlformats.org/officeDocument/2006/relationships/customXml" Target="../ink/ink118.xml"/><Relationship Id="rId257" Type="http://schemas.openxmlformats.org/officeDocument/2006/relationships/image" Target="../media/image138.png"/><Relationship Id="rId278" Type="http://schemas.openxmlformats.org/officeDocument/2006/relationships/customXml" Target="../ink/ink139.xml"/><Relationship Id="rId303" Type="http://schemas.openxmlformats.org/officeDocument/2006/relationships/image" Target="../media/image161.png"/><Relationship Id="rId42" Type="http://schemas.openxmlformats.org/officeDocument/2006/relationships/customXml" Target="../ink/ink21.xml"/><Relationship Id="rId84" Type="http://schemas.openxmlformats.org/officeDocument/2006/relationships/customXml" Target="../ink/ink42.xml"/><Relationship Id="rId138" Type="http://schemas.openxmlformats.org/officeDocument/2006/relationships/customXml" Target="../ink/ink69.xml"/><Relationship Id="rId345" Type="http://schemas.openxmlformats.org/officeDocument/2006/relationships/image" Target="../media/image182.png"/><Relationship Id="rId191" Type="http://schemas.openxmlformats.org/officeDocument/2006/relationships/image" Target="../media/image105.png"/><Relationship Id="rId205" Type="http://schemas.openxmlformats.org/officeDocument/2006/relationships/image" Target="../media/image112.png"/><Relationship Id="rId247" Type="http://schemas.openxmlformats.org/officeDocument/2006/relationships/image" Target="../media/image133.png"/><Relationship Id="rId107" Type="http://schemas.openxmlformats.org/officeDocument/2006/relationships/image" Target="../media/image63.png"/><Relationship Id="rId289" Type="http://schemas.openxmlformats.org/officeDocument/2006/relationships/image" Target="../media/image154.png"/><Relationship Id="rId11" Type="http://schemas.openxmlformats.org/officeDocument/2006/relationships/image" Target="../media/image15.png"/><Relationship Id="rId53" Type="http://schemas.openxmlformats.org/officeDocument/2006/relationships/image" Target="../media/image36.png"/><Relationship Id="rId149" Type="http://schemas.openxmlformats.org/officeDocument/2006/relationships/image" Target="../media/image84.png"/><Relationship Id="rId314" Type="http://schemas.openxmlformats.org/officeDocument/2006/relationships/customXml" Target="../ink/ink157.xml"/><Relationship Id="rId356" Type="http://schemas.openxmlformats.org/officeDocument/2006/relationships/customXml" Target="../ink/ink178.xml"/><Relationship Id="rId95" Type="http://schemas.openxmlformats.org/officeDocument/2006/relationships/image" Target="../media/image57.png"/><Relationship Id="rId160" Type="http://schemas.openxmlformats.org/officeDocument/2006/relationships/customXml" Target="../ink/ink80.xml"/><Relationship Id="rId216" Type="http://schemas.openxmlformats.org/officeDocument/2006/relationships/customXml" Target="../ink/ink108.xml"/><Relationship Id="rId258" Type="http://schemas.openxmlformats.org/officeDocument/2006/relationships/customXml" Target="../ink/ink129.xml"/><Relationship Id="rId22" Type="http://schemas.openxmlformats.org/officeDocument/2006/relationships/customXml" Target="../ink/ink11.xml"/><Relationship Id="rId64" Type="http://schemas.openxmlformats.org/officeDocument/2006/relationships/customXml" Target="../ink/ink32.xml"/><Relationship Id="rId118" Type="http://schemas.openxmlformats.org/officeDocument/2006/relationships/customXml" Target="../ink/ink59.xml"/><Relationship Id="rId325" Type="http://schemas.openxmlformats.org/officeDocument/2006/relationships/image" Target="../media/image172.png"/><Relationship Id="rId367" Type="http://schemas.openxmlformats.org/officeDocument/2006/relationships/image" Target="../media/image193.png"/><Relationship Id="rId171" Type="http://schemas.openxmlformats.org/officeDocument/2006/relationships/image" Target="../media/image95.png"/><Relationship Id="rId227" Type="http://schemas.openxmlformats.org/officeDocument/2006/relationships/image" Target="../media/image123.png"/><Relationship Id="rId269" Type="http://schemas.openxmlformats.org/officeDocument/2006/relationships/image" Target="../media/image144.png"/><Relationship Id="rId33" Type="http://schemas.openxmlformats.org/officeDocument/2006/relationships/image" Target="../media/image26.png"/><Relationship Id="rId129" Type="http://schemas.openxmlformats.org/officeDocument/2006/relationships/image" Target="../media/image74.png"/><Relationship Id="rId280" Type="http://schemas.openxmlformats.org/officeDocument/2006/relationships/customXml" Target="../ink/ink140.xml"/><Relationship Id="rId336" Type="http://schemas.openxmlformats.org/officeDocument/2006/relationships/customXml" Target="../ink/ink168.xml"/><Relationship Id="rId75" Type="http://schemas.openxmlformats.org/officeDocument/2006/relationships/image" Target="../media/image47.png"/><Relationship Id="rId140" Type="http://schemas.openxmlformats.org/officeDocument/2006/relationships/customXml" Target="../ink/ink70.xml"/><Relationship Id="rId182" Type="http://schemas.openxmlformats.org/officeDocument/2006/relationships/customXml" Target="../ink/ink91.xml"/><Relationship Id="rId6" Type="http://schemas.openxmlformats.org/officeDocument/2006/relationships/customXml" Target="../ink/ink3.xml"/><Relationship Id="rId238" Type="http://schemas.openxmlformats.org/officeDocument/2006/relationships/customXml" Target="../ink/ink119.xml"/><Relationship Id="rId291" Type="http://schemas.openxmlformats.org/officeDocument/2006/relationships/image" Target="../media/image155.png"/><Relationship Id="rId305" Type="http://schemas.openxmlformats.org/officeDocument/2006/relationships/image" Target="../media/image162.png"/><Relationship Id="rId347" Type="http://schemas.openxmlformats.org/officeDocument/2006/relationships/image" Target="../media/image183.png"/><Relationship Id="rId44" Type="http://schemas.openxmlformats.org/officeDocument/2006/relationships/customXml" Target="../ink/ink22.xml"/><Relationship Id="rId86" Type="http://schemas.openxmlformats.org/officeDocument/2006/relationships/customXml" Target="../ink/ink43.xml"/><Relationship Id="rId151" Type="http://schemas.openxmlformats.org/officeDocument/2006/relationships/image" Target="../media/image85.png"/><Relationship Id="rId193" Type="http://schemas.openxmlformats.org/officeDocument/2006/relationships/image" Target="../media/image106.png"/><Relationship Id="rId207" Type="http://schemas.openxmlformats.org/officeDocument/2006/relationships/image" Target="../media/image113.png"/><Relationship Id="rId249" Type="http://schemas.openxmlformats.org/officeDocument/2006/relationships/image" Target="../media/image134.png"/><Relationship Id="rId13" Type="http://schemas.openxmlformats.org/officeDocument/2006/relationships/image" Target="../media/image16.png"/><Relationship Id="rId109" Type="http://schemas.openxmlformats.org/officeDocument/2006/relationships/image" Target="../media/image64.png"/><Relationship Id="rId260" Type="http://schemas.openxmlformats.org/officeDocument/2006/relationships/customXml" Target="../ink/ink130.xml"/><Relationship Id="rId316" Type="http://schemas.openxmlformats.org/officeDocument/2006/relationships/customXml" Target="../ink/ink158.xml"/><Relationship Id="rId55" Type="http://schemas.openxmlformats.org/officeDocument/2006/relationships/image" Target="../media/image37.png"/><Relationship Id="rId97" Type="http://schemas.openxmlformats.org/officeDocument/2006/relationships/image" Target="../media/image58.png"/><Relationship Id="rId120" Type="http://schemas.openxmlformats.org/officeDocument/2006/relationships/customXml" Target="../ink/ink60.xml"/><Relationship Id="rId358" Type="http://schemas.openxmlformats.org/officeDocument/2006/relationships/customXml" Target="../ink/ink179.xml"/><Relationship Id="rId162" Type="http://schemas.openxmlformats.org/officeDocument/2006/relationships/customXml" Target="../ink/ink81.xml"/><Relationship Id="rId218" Type="http://schemas.openxmlformats.org/officeDocument/2006/relationships/customXml" Target="../ink/ink109.xml"/><Relationship Id="rId271" Type="http://schemas.openxmlformats.org/officeDocument/2006/relationships/image" Target="../media/image145.png"/><Relationship Id="rId24" Type="http://schemas.openxmlformats.org/officeDocument/2006/relationships/customXml" Target="../ink/ink12.xml"/><Relationship Id="rId66" Type="http://schemas.openxmlformats.org/officeDocument/2006/relationships/customXml" Target="../ink/ink33.xml"/><Relationship Id="rId131" Type="http://schemas.openxmlformats.org/officeDocument/2006/relationships/image" Target="../media/image75.png"/><Relationship Id="rId327" Type="http://schemas.openxmlformats.org/officeDocument/2006/relationships/image" Target="../media/image173.png"/><Relationship Id="rId369" Type="http://schemas.openxmlformats.org/officeDocument/2006/relationships/image" Target="../media/image194.png"/><Relationship Id="rId173" Type="http://schemas.openxmlformats.org/officeDocument/2006/relationships/image" Target="../media/image96.png"/><Relationship Id="rId229" Type="http://schemas.openxmlformats.org/officeDocument/2006/relationships/image" Target="../media/image124.png"/><Relationship Id="rId240" Type="http://schemas.openxmlformats.org/officeDocument/2006/relationships/customXml" Target="../ink/ink120.xml"/><Relationship Id="rId35" Type="http://schemas.openxmlformats.org/officeDocument/2006/relationships/image" Target="../media/image27.png"/><Relationship Id="rId77" Type="http://schemas.openxmlformats.org/officeDocument/2006/relationships/image" Target="../media/image48.png"/><Relationship Id="rId100" Type="http://schemas.openxmlformats.org/officeDocument/2006/relationships/customXml" Target="../ink/ink50.xml"/><Relationship Id="rId282" Type="http://schemas.openxmlformats.org/officeDocument/2006/relationships/customXml" Target="../ink/ink141.xml"/><Relationship Id="rId338" Type="http://schemas.openxmlformats.org/officeDocument/2006/relationships/customXml" Target="../ink/ink169.xml"/><Relationship Id="rId8" Type="http://schemas.openxmlformats.org/officeDocument/2006/relationships/customXml" Target="../ink/ink4.xml"/><Relationship Id="rId142" Type="http://schemas.openxmlformats.org/officeDocument/2006/relationships/customXml" Target="../ink/ink71.xml"/><Relationship Id="rId184" Type="http://schemas.openxmlformats.org/officeDocument/2006/relationships/customXml" Target="../ink/ink92.xml"/><Relationship Id="rId251" Type="http://schemas.openxmlformats.org/officeDocument/2006/relationships/image" Target="../media/image135.png"/><Relationship Id="rId46" Type="http://schemas.openxmlformats.org/officeDocument/2006/relationships/customXml" Target="../ink/ink23.xml"/><Relationship Id="rId293" Type="http://schemas.openxmlformats.org/officeDocument/2006/relationships/image" Target="../media/image156.png"/><Relationship Id="rId307" Type="http://schemas.openxmlformats.org/officeDocument/2006/relationships/image" Target="../media/image163.png"/><Relationship Id="rId349" Type="http://schemas.openxmlformats.org/officeDocument/2006/relationships/image" Target="../media/image184.png"/><Relationship Id="rId88" Type="http://schemas.openxmlformats.org/officeDocument/2006/relationships/customXml" Target="../ink/ink44.xml"/><Relationship Id="rId111" Type="http://schemas.openxmlformats.org/officeDocument/2006/relationships/image" Target="../media/image65.png"/><Relationship Id="rId153" Type="http://schemas.openxmlformats.org/officeDocument/2006/relationships/image" Target="../media/image86.png"/><Relationship Id="rId195" Type="http://schemas.openxmlformats.org/officeDocument/2006/relationships/image" Target="../media/image107.png"/><Relationship Id="rId209" Type="http://schemas.openxmlformats.org/officeDocument/2006/relationships/image" Target="../media/image114.png"/><Relationship Id="rId360" Type="http://schemas.openxmlformats.org/officeDocument/2006/relationships/customXml" Target="../ink/ink180.xml"/><Relationship Id="rId220" Type="http://schemas.openxmlformats.org/officeDocument/2006/relationships/customXml" Target="../ink/ink110.xml"/><Relationship Id="rId15" Type="http://schemas.openxmlformats.org/officeDocument/2006/relationships/image" Target="../media/image17.png"/><Relationship Id="rId57" Type="http://schemas.openxmlformats.org/officeDocument/2006/relationships/image" Target="../media/image38.png"/><Relationship Id="rId262" Type="http://schemas.openxmlformats.org/officeDocument/2006/relationships/customXml" Target="../ink/ink131.xml"/><Relationship Id="rId318" Type="http://schemas.openxmlformats.org/officeDocument/2006/relationships/customXml" Target="../ink/ink159.xml"/><Relationship Id="rId99" Type="http://schemas.openxmlformats.org/officeDocument/2006/relationships/image" Target="../media/image59.png"/><Relationship Id="rId122" Type="http://schemas.openxmlformats.org/officeDocument/2006/relationships/customXml" Target="../ink/ink61.xml"/><Relationship Id="rId164" Type="http://schemas.openxmlformats.org/officeDocument/2006/relationships/customXml" Target="../ink/ink82.xml"/><Relationship Id="rId371" Type="http://schemas.openxmlformats.org/officeDocument/2006/relationships/image" Target="../media/image195.png"/></Relationships>
</file>

<file path=ppt/slides/_rels/slide13.xml.rels><?xml version="1.0" encoding="UTF-8" standalone="yes"?>
<Relationships xmlns="http://schemas.openxmlformats.org/package/2006/relationships"><Relationship Id="rId3" Type="http://schemas.openxmlformats.org/officeDocument/2006/relationships/hyperlink" Target="https://youtu.be/6jk9G4vaFjQ?list=PLcxqFaocb9WLkTwNy7VsPOdEMJpLSfkcX" TargetMode="External"/><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api.sap.com/" TargetMode="Externa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17" Type="http://schemas.openxmlformats.org/officeDocument/2006/relationships/image" Target="../media/image256.png"/><Relationship Id="rId299" Type="http://schemas.openxmlformats.org/officeDocument/2006/relationships/image" Target="../media/image347.png"/><Relationship Id="rId21" Type="http://schemas.openxmlformats.org/officeDocument/2006/relationships/image" Target="../media/image208.png"/><Relationship Id="rId63" Type="http://schemas.openxmlformats.org/officeDocument/2006/relationships/image" Target="../media/image229.png"/><Relationship Id="rId159" Type="http://schemas.openxmlformats.org/officeDocument/2006/relationships/image" Target="../media/image277.png"/><Relationship Id="rId324" Type="http://schemas.openxmlformats.org/officeDocument/2006/relationships/customXml" Target="../ink/ink350.xml"/><Relationship Id="rId366" Type="http://schemas.openxmlformats.org/officeDocument/2006/relationships/customXml" Target="../ink/ink371.xml"/><Relationship Id="rId170" Type="http://schemas.openxmlformats.org/officeDocument/2006/relationships/customXml" Target="../ink/ink273.xml"/><Relationship Id="rId226" Type="http://schemas.openxmlformats.org/officeDocument/2006/relationships/customXml" Target="../ink/ink301.xml"/><Relationship Id="rId433" Type="http://schemas.openxmlformats.org/officeDocument/2006/relationships/image" Target="../media/image414.png"/><Relationship Id="rId268" Type="http://schemas.openxmlformats.org/officeDocument/2006/relationships/customXml" Target="../ink/ink322.xml"/><Relationship Id="rId32" Type="http://schemas.openxmlformats.org/officeDocument/2006/relationships/customXml" Target="../ink/ink204.xml"/><Relationship Id="rId74" Type="http://schemas.openxmlformats.org/officeDocument/2006/relationships/customXml" Target="../ink/ink225.xml"/><Relationship Id="rId128" Type="http://schemas.openxmlformats.org/officeDocument/2006/relationships/customXml" Target="../ink/ink252.xml"/><Relationship Id="rId335" Type="http://schemas.openxmlformats.org/officeDocument/2006/relationships/image" Target="../media/image365.png"/><Relationship Id="rId377" Type="http://schemas.openxmlformats.org/officeDocument/2006/relationships/image" Target="../media/image386.png"/><Relationship Id="rId5" Type="http://schemas.openxmlformats.org/officeDocument/2006/relationships/image" Target="../media/image200.png"/><Relationship Id="rId181" Type="http://schemas.openxmlformats.org/officeDocument/2006/relationships/image" Target="../media/image288.png"/><Relationship Id="rId237" Type="http://schemas.openxmlformats.org/officeDocument/2006/relationships/image" Target="../media/image316.png"/><Relationship Id="rId402" Type="http://schemas.openxmlformats.org/officeDocument/2006/relationships/customXml" Target="../ink/ink389.xml"/><Relationship Id="rId279" Type="http://schemas.openxmlformats.org/officeDocument/2006/relationships/image" Target="../media/image337.png"/><Relationship Id="rId43" Type="http://schemas.openxmlformats.org/officeDocument/2006/relationships/image" Target="../media/image219.png"/><Relationship Id="rId139" Type="http://schemas.openxmlformats.org/officeDocument/2006/relationships/image" Target="../media/image267.png"/><Relationship Id="rId290" Type="http://schemas.openxmlformats.org/officeDocument/2006/relationships/customXml" Target="../ink/ink333.xml"/><Relationship Id="rId304" Type="http://schemas.openxmlformats.org/officeDocument/2006/relationships/customXml" Target="../ink/ink340.xml"/><Relationship Id="rId346" Type="http://schemas.openxmlformats.org/officeDocument/2006/relationships/customXml" Target="../ink/ink361.xml"/><Relationship Id="rId388" Type="http://schemas.openxmlformats.org/officeDocument/2006/relationships/customXml" Target="../ink/ink382.xml"/><Relationship Id="rId85" Type="http://schemas.openxmlformats.org/officeDocument/2006/relationships/image" Target="../media/image240.png"/><Relationship Id="rId150" Type="http://schemas.openxmlformats.org/officeDocument/2006/relationships/customXml" Target="../ink/ink263.xml"/><Relationship Id="rId192" Type="http://schemas.openxmlformats.org/officeDocument/2006/relationships/customXml" Target="../ink/ink284.xml"/><Relationship Id="rId206" Type="http://schemas.openxmlformats.org/officeDocument/2006/relationships/customXml" Target="../ink/ink291.xml"/><Relationship Id="rId413" Type="http://schemas.openxmlformats.org/officeDocument/2006/relationships/image" Target="../media/image404.png"/><Relationship Id="rId248" Type="http://schemas.openxmlformats.org/officeDocument/2006/relationships/customXml" Target="../ink/ink312.xml"/><Relationship Id="rId12" Type="http://schemas.openxmlformats.org/officeDocument/2006/relationships/customXml" Target="../ink/ink194.xml"/><Relationship Id="rId108" Type="http://schemas.openxmlformats.org/officeDocument/2006/relationships/customXml" Target="../ink/ink242.xml"/><Relationship Id="rId315" Type="http://schemas.openxmlformats.org/officeDocument/2006/relationships/image" Target="../media/image355.png"/><Relationship Id="rId357" Type="http://schemas.openxmlformats.org/officeDocument/2006/relationships/image" Target="../media/image376.png"/><Relationship Id="rId54" Type="http://schemas.openxmlformats.org/officeDocument/2006/relationships/customXml" Target="../ink/ink215.xml"/><Relationship Id="rId96" Type="http://schemas.openxmlformats.org/officeDocument/2006/relationships/customXml" Target="../ink/ink236.xml"/><Relationship Id="rId161" Type="http://schemas.openxmlformats.org/officeDocument/2006/relationships/image" Target="../media/image278.png"/><Relationship Id="rId217" Type="http://schemas.openxmlformats.org/officeDocument/2006/relationships/image" Target="../media/image306.png"/><Relationship Id="rId399" Type="http://schemas.openxmlformats.org/officeDocument/2006/relationships/image" Target="../media/image397.png"/><Relationship Id="rId259" Type="http://schemas.openxmlformats.org/officeDocument/2006/relationships/image" Target="../media/image327.png"/><Relationship Id="rId424" Type="http://schemas.openxmlformats.org/officeDocument/2006/relationships/customXml" Target="../ink/ink400.xml"/><Relationship Id="rId23" Type="http://schemas.openxmlformats.org/officeDocument/2006/relationships/image" Target="../media/image209.png"/><Relationship Id="rId119" Type="http://schemas.openxmlformats.org/officeDocument/2006/relationships/image" Target="../media/image257.png"/><Relationship Id="rId270" Type="http://schemas.openxmlformats.org/officeDocument/2006/relationships/customXml" Target="../ink/ink323.xml"/><Relationship Id="rId326" Type="http://schemas.openxmlformats.org/officeDocument/2006/relationships/customXml" Target="../ink/ink351.xml"/><Relationship Id="rId65" Type="http://schemas.openxmlformats.org/officeDocument/2006/relationships/image" Target="../media/image230.png"/><Relationship Id="rId130" Type="http://schemas.openxmlformats.org/officeDocument/2006/relationships/customXml" Target="../ink/ink253.xml"/><Relationship Id="rId368" Type="http://schemas.openxmlformats.org/officeDocument/2006/relationships/customXml" Target="../ink/ink372.xml"/><Relationship Id="rId172" Type="http://schemas.openxmlformats.org/officeDocument/2006/relationships/customXml" Target="../ink/ink274.xml"/><Relationship Id="rId228" Type="http://schemas.openxmlformats.org/officeDocument/2006/relationships/customXml" Target="../ink/ink302.xml"/><Relationship Id="rId435" Type="http://schemas.openxmlformats.org/officeDocument/2006/relationships/image" Target="../media/image415.png"/><Relationship Id="rId281" Type="http://schemas.openxmlformats.org/officeDocument/2006/relationships/image" Target="../media/image338.png"/><Relationship Id="rId337" Type="http://schemas.openxmlformats.org/officeDocument/2006/relationships/image" Target="../media/image366.png"/><Relationship Id="rId34" Type="http://schemas.openxmlformats.org/officeDocument/2006/relationships/customXml" Target="../ink/ink205.xml"/><Relationship Id="rId76" Type="http://schemas.openxmlformats.org/officeDocument/2006/relationships/customXml" Target="../ink/ink226.xml"/><Relationship Id="rId141" Type="http://schemas.openxmlformats.org/officeDocument/2006/relationships/image" Target="../media/image268.png"/><Relationship Id="rId379" Type="http://schemas.openxmlformats.org/officeDocument/2006/relationships/image" Target="../media/image387.png"/><Relationship Id="rId7" Type="http://schemas.openxmlformats.org/officeDocument/2006/relationships/image" Target="../media/image201.png"/><Relationship Id="rId183" Type="http://schemas.openxmlformats.org/officeDocument/2006/relationships/image" Target="../media/image289.png"/><Relationship Id="rId239" Type="http://schemas.openxmlformats.org/officeDocument/2006/relationships/image" Target="../media/image317.png"/><Relationship Id="rId390" Type="http://schemas.openxmlformats.org/officeDocument/2006/relationships/customXml" Target="../ink/ink383.xml"/><Relationship Id="rId404" Type="http://schemas.openxmlformats.org/officeDocument/2006/relationships/customXml" Target="../ink/ink390.xml"/><Relationship Id="rId250" Type="http://schemas.openxmlformats.org/officeDocument/2006/relationships/customXml" Target="../ink/ink313.xml"/><Relationship Id="rId292" Type="http://schemas.openxmlformats.org/officeDocument/2006/relationships/customXml" Target="../ink/ink334.xml"/><Relationship Id="rId306" Type="http://schemas.openxmlformats.org/officeDocument/2006/relationships/customXml" Target="../ink/ink341.xml"/><Relationship Id="rId45" Type="http://schemas.openxmlformats.org/officeDocument/2006/relationships/image" Target="../media/image220.png"/><Relationship Id="rId87" Type="http://schemas.openxmlformats.org/officeDocument/2006/relationships/image" Target="../media/image241.png"/><Relationship Id="rId110" Type="http://schemas.openxmlformats.org/officeDocument/2006/relationships/customXml" Target="../ink/ink243.xml"/><Relationship Id="rId348" Type="http://schemas.openxmlformats.org/officeDocument/2006/relationships/customXml" Target="../ink/ink362.xml"/><Relationship Id="rId152" Type="http://schemas.openxmlformats.org/officeDocument/2006/relationships/customXml" Target="../ink/ink264.xml"/><Relationship Id="rId194" Type="http://schemas.openxmlformats.org/officeDocument/2006/relationships/customXml" Target="../ink/ink285.xml"/><Relationship Id="rId208" Type="http://schemas.openxmlformats.org/officeDocument/2006/relationships/customXml" Target="../ink/ink292.xml"/><Relationship Id="rId415" Type="http://schemas.openxmlformats.org/officeDocument/2006/relationships/image" Target="../media/image405.png"/><Relationship Id="rId261" Type="http://schemas.openxmlformats.org/officeDocument/2006/relationships/image" Target="../media/image328.png"/><Relationship Id="rId14" Type="http://schemas.openxmlformats.org/officeDocument/2006/relationships/customXml" Target="../ink/ink195.xml"/><Relationship Id="rId56" Type="http://schemas.openxmlformats.org/officeDocument/2006/relationships/customXml" Target="../ink/ink216.xml"/><Relationship Id="rId317" Type="http://schemas.openxmlformats.org/officeDocument/2006/relationships/image" Target="../media/image356.png"/><Relationship Id="rId359" Type="http://schemas.openxmlformats.org/officeDocument/2006/relationships/image" Target="../media/image377.png"/><Relationship Id="rId98" Type="http://schemas.openxmlformats.org/officeDocument/2006/relationships/customXml" Target="../ink/ink237.xml"/><Relationship Id="rId121" Type="http://schemas.openxmlformats.org/officeDocument/2006/relationships/image" Target="../media/image258.png"/><Relationship Id="rId163" Type="http://schemas.openxmlformats.org/officeDocument/2006/relationships/image" Target="../media/image279.png"/><Relationship Id="rId219" Type="http://schemas.openxmlformats.org/officeDocument/2006/relationships/image" Target="../media/image307.png"/><Relationship Id="rId370" Type="http://schemas.openxmlformats.org/officeDocument/2006/relationships/customXml" Target="../ink/ink373.xml"/><Relationship Id="rId426" Type="http://schemas.openxmlformats.org/officeDocument/2006/relationships/customXml" Target="../ink/ink401.xml"/><Relationship Id="rId230" Type="http://schemas.openxmlformats.org/officeDocument/2006/relationships/customXml" Target="../ink/ink303.xml"/><Relationship Id="rId25" Type="http://schemas.openxmlformats.org/officeDocument/2006/relationships/image" Target="../media/image210.png"/><Relationship Id="rId67" Type="http://schemas.openxmlformats.org/officeDocument/2006/relationships/image" Target="../media/image231.png"/><Relationship Id="rId272" Type="http://schemas.openxmlformats.org/officeDocument/2006/relationships/customXml" Target="../ink/ink324.xml"/><Relationship Id="rId328" Type="http://schemas.openxmlformats.org/officeDocument/2006/relationships/customXml" Target="../ink/ink352.xml"/><Relationship Id="rId132" Type="http://schemas.openxmlformats.org/officeDocument/2006/relationships/customXml" Target="../ink/ink254.xml"/><Relationship Id="rId174" Type="http://schemas.openxmlformats.org/officeDocument/2006/relationships/customXml" Target="../ink/ink275.xml"/><Relationship Id="rId381" Type="http://schemas.openxmlformats.org/officeDocument/2006/relationships/image" Target="../media/image388.png"/><Relationship Id="rId241" Type="http://schemas.openxmlformats.org/officeDocument/2006/relationships/image" Target="../media/image318.png"/><Relationship Id="rId36" Type="http://schemas.openxmlformats.org/officeDocument/2006/relationships/customXml" Target="../ink/ink206.xml"/><Relationship Id="rId283" Type="http://schemas.openxmlformats.org/officeDocument/2006/relationships/image" Target="../media/image339.png"/><Relationship Id="rId339" Type="http://schemas.openxmlformats.org/officeDocument/2006/relationships/image" Target="../media/image367.png"/><Relationship Id="rId78" Type="http://schemas.openxmlformats.org/officeDocument/2006/relationships/customXml" Target="../ink/ink227.xml"/><Relationship Id="rId101" Type="http://schemas.openxmlformats.org/officeDocument/2006/relationships/image" Target="../media/image248.png"/><Relationship Id="rId143" Type="http://schemas.openxmlformats.org/officeDocument/2006/relationships/image" Target="../media/image269.png"/><Relationship Id="rId185" Type="http://schemas.openxmlformats.org/officeDocument/2006/relationships/image" Target="../media/image290.png"/><Relationship Id="rId350" Type="http://schemas.openxmlformats.org/officeDocument/2006/relationships/customXml" Target="../ink/ink363.xml"/><Relationship Id="rId406" Type="http://schemas.openxmlformats.org/officeDocument/2006/relationships/customXml" Target="../ink/ink391.xml"/><Relationship Id="rId9" Type="http://schemas.openxmlformats.org/officeDocument/2006/relationships/image" Target="../media/image202.png"/><Relationship Id="rId210" Type="http://schemas.openxmlformats.org/officeDocument/2006/relationships/customXml" Target="../ink/ink293.xml"/><Relationship Id="rId392" Type="http://schemas.openxmlformats.org/officeDocument/2006/relationships/customXml" Target="../ink/ink384.xml"/><Relationship Id="rId252" Type="http://schemas.openxmlformats.org/officeDocument/2006/relationships/customXml" Target="../ink/ink314.xml"/><Relationship Id="rId294" Type="http://schemas.openxmlformats.org/officeDocument/2006/relationships/customXml" Target="../ink/ink335.xml"/><Relationship Id="rId308" Type="http://schemas.openxmlformats.org/officeDocument/2006/relationships/customXml" Target="../ink/ink342.xml"/><Relationship Id="rId47" Type="http://schemas.openxmlformats.org/officeDocument/2006/relationships/image" Target="../media/image221.png"/><Relationship Id="rId89" Type="http://schemas.openxmlformats.org/officeDocument/2006/relationships/image" Target="../media/image242.png"/><Relationship Id="rId112" Type="http://schemas.openxmlformats.org/officeDocument/2006/relationships/customXml" Target="../ink/ink244.xml"/><Relationship Id="rId154" Type="http://schemas.openxmlformats.org/officeDocument/2006/relationships/customXml" Target="../ink/ink265.xml"/><Relationship Id="rId361" Type="http://schemas.openxmlformats.org/officeDocument/2006/relationships/image" Target="../media/image378.png"/><Relationship Id="rId196" Type="http://schemas.openxmlformats.org/officeDocument/2006/relationships/customXml" Target="../ink/ink286.xml"/><Relationship Id="rId417" Type="http://schemas.openxmlformats.org/officeDocument/2006/relationships/image" Target="../media/image406.png"/><Relationship Id="rId16" Type="http://schemas.openxmlformats.org/officeDocument/2006/relationships/customXml" Target="../ink/ink196.xml"/><Relationship Id="rId221" Type="http://schemas.openxmlformats.org/officeDocument/2006/relationships/image" Target="../media/image308.png"/><Relationship Id="rId263" Type="http://schemas.openxmlformats.org/officeDocument/2006/relationships/image" Target="../media/image329.png"/><Relationship Id="rId319" Type="http://schemas.openxmlformats.org/officeDocument/2006/relationships/image" Target="../media/image357.png"/><Relationship Id="rId58" Type="http://schemas.openxmlformats.org/officeDocument/2006/relationships/customXml" Target="../ink/ink217.xml"/><Relationship Id="rId123" Type="http://schemas.openxmlformats.org/officeDocument/2006/relationships/image" Target="../media/image259.png"/><Relationship Id="rId330" Type="http://schemas.openxmlformats.org/officeDocument/2006/relationships/customXml" Target="../ink/ink353.xml"/><Relationship Id="rId165" Type="http://schemas.openxmlformats.org/officeDocument/2006/relationships/image" Target="../media/image280.png"/><Relationship Id="rId372" Type="http://schemas.openxmlformats.org/officeDocument/2006/relationships/customXml" Target="../ink/ink374.xml"/><Relationship Id="rId428" Type="http://schemas.openxmlformats.org/officeDocument/2006/relationships/customXml" Target="../ink/ink402.xml"/><Relationship Id="rId232" Type="http://schemas.openxmlformats.org/officeDocument/2006/relationships/customXml" Target="../ink/ink304.xml"/><Relationship Id="rId274" Type="http://schemas.openxmlformats.org/officeDocument/2006/relationships/customXml" Target="../ink/ink325.xml"/><Relationship Id="rId27" Type="http://schemas.openxmlformats.org/officeDocument/2006/relationships/image" Target="../media/image211.png"/><Relationship Id="rId69" Type="http://schemas.openxmlformats.org/officeDocument/2006/relationships/image" Target="../media/image232.png"/><Relationship Id="rId134" Type="http://schemas.openxmlformats.org/officeDocument/2006/relationships/customXml" Target="../ink/ink255.xml"/><Relationship Id="rId80" Type="http://schemas.openxmlformats.org/officeDocument/2006/relationships/customXml" Target="../ink/ink228.xml"/><Relationship Id="rId176" Type="http://schemas.openxmlformats.org/officeDocument/2006/relationships/customXml" Target="../ink/ink276.xml"/><Relationship Id="rId341" Type="http://schemas.openxmlformats.org/officeDocument/2006/relationships/image" Target="../media/image368.png"/><Relationship Id="rId383" Type="http://schemas.openxmlformats.org/officeDocument/2006/relationships/image" Target="../media/image389.png"/><Relationship Id="rId201" Type="http://schemas.openxmlformats.org/officeDocument/2006/relationships/image" Target="../media/image298.png"/><Relationship Id="rId243" Type="http://schemas.openxmlformats.org/officeDocument/2006/relationships/image" Target="../media/image319.png"/><Relationship Id="rId285" Type="http://schemas.openxmlformats.org/officeDocument/2006/relationships/image" Target="../media/image340.png"/><Relationship Id="rId38" Type="http://schemas.openxmlformats.org/officeDocument/2006/relationships/customXml" Target="../ink/ink207.xml"/><Relationship Id="rId103" Type="http://schemas.openxmlformats.org/officeDocument/2006/relationships/image" Target="../media/image249.png"/><Relationship Id="rId310" Type="http://schemas.openxmlformats.org/officeDocument/2006/relationships/customXml" Target="../ink/ink343.xml"/><Relationship Id="rId91" Type="http://schemas.openxmlformats.org/officeDocument/2006/relationships/image" Target="../media/image243.png"/><Relationship Id="rId145" Type="http://schemas.openxmlformats.org/officeDocument/2006/relationships/image" Target="../media/image270.png"/><Relationship Id="rId187" Type="http://schemas.openxmlformats.org/officeDocument/2006/relationships/image" Target="../media/image291.png"/><Relationship Id="rId352" Type="http://schemas.openxmlformats.org/officeDocument/2006/relationships/customXml" Target="../ink/ink364.xml"/><Relationship Id="rId394" Type="http://schemas.openxmlformats.org/officeDocument/2006/relationships/customXml" Target="../ink/ink385.xml"/><Relationship Id="rId408" Type="http://schemas.openxmlformats.org/officeDocument/2006/relationships/customXml" Target="../ink/ink392.xml"/><Relationship Id="rId212" Type="http://schemas.openxmlformats.org/officeDocument/2006/relationships/customXml" Target="../ink/ink294.xml"/><Relationship Id="rId254" Type="http://schemas.openxmlformats.org/officeDocument/2006/relationships/customXml" Target="../ink/ink315.xml"/><Relationship Id="rId28" Type="http://schemas.openxmlformats.org/officeDocument/2006/relationships/customXml" Target="../ink/ink202.xml"/><Relationship Id="rId49" Type="http://schemas.openxmlformats.org/officeDocument/2006/relationships/image" Target="../media/image222.png"/><Relationship Id="rId114" Type="http://schemas.openxmlformats.org/officeDocument/2006/relationships/customXml" Target="../ink/ink245.xml"/><Relationship Id="rId275" Type="http://schemas.openxmlformats.org/officeDocument/2006/relationships/image" Target="../media/image335.png"/><Relationship Id="rId296" Type="http://schemas.openxmlformats.org/officeDocument/2006/relationships/customXml" Target="../ink/ink336.xml"/><Relationship Id="rId300" Type="http://schemas.openxmlformats.org/officeDocument/2006/relationships/customXml" Target="../ink/ink338.xml"/><Relationship Id="rId60" Type="http://schemas.openxmlformats.org/officeDocument/2006/relationships/customXml" Target="../ink/ink218.xml"/><Relationship Id="rId81" Type="http://schemas.openxmlformats.org/officeDocument/2006/relationships/image" Target="../media/image238.png"/><Relationship Id="rId135" Type="http://schemas.openxmlformats.org/officeDocument/2006/relationships/image" Target="../media/image265.png"/><Relationship Id="rId156" Type="http://schemas.openxmlformats.org/officeDocument/2006/relationships/customXml" Target="../ink/ink266.xml"/><Relationship Id="rId177" Type="http://schemas.openxmlformats.org/officeDocument/2006/relationships/image" Target="../media/image286.png"/><Relationship Id="rId198" Type="http://schemas.openxmlformats.org/officeDocument/2006/relationships/customXml" Target="../ink/ink287.xml"/><Relationship Id="rId321" Type="http://schemas.openxmlformats.org/officeDocument/2006/relationships/image" Target="../media/image358.png"/><Relationship Id="rId342" Type="http://schemas.openxmlformats.org/officeDocument/2006/relationships/customXml" Target="../ink/ink359.xml"/><Relationship Id="rId363" Type="http://schemas.openxmlformats.org/officeDocument/2006/relationships/image" Target="../media/image379.png"/><Relationship Id="rId384" Type="http://schemas.openxmlformats.org/officeDocument/2006/relationships/customXml" Target="../ink/ink380.xml"/><Relationship Id="rId419" Type="http://schemas.openxmlformats.org/officeDocument/2006/relationships/image" Target="../media/image407.png"/><Relationship Id="rId202" Type="http://schemas.openxmlformats.org/officeDocument/2006/relationships/customXml" Target="../ink/ink289.xml"/><Relationship Id="rId223" Type="http://schemas.openxmlformats.org/officeDocument/2006/relationships/image" Target="../media/image309.png"/><Relationship Id="rId244" Type="http://schemas.openxmlformats.org/officeDocument/2006/relationships/customXml" Target="../ink/ink310.xml"/><Relationship Id="rId430" Type="http://schemas.openxmlformats.org/officeDocument/2006/relationships/customXml" Target="../ink/ink403.xml"/><Relationship Id="rId18" Type="http://schemas.openxmlformats.org/officeDocument/2006/relationships/customXml" Target="../ink/ink197.xml"/><Relationship Id="rId39" Type="http://schemas.openxmlformats.org/officeDocument/2006/relationships/image" Target="../media/image217.png"/><Relationship Id="rId265" Type="http://schemas.openxmlformats.org/officeDocument/2006/relationships/image" Target="../media/image330.png"/><Relationship Id="rId286" Type="http://schemas.openxmlformats.org/officeDocument/2006/relationships/customXml" Target="../ink/ink331.xml"/><Relationship Id="rId50" Type="http://schemas.openxmlformats.org/officeDocument/2006/relationships/customXml" Target="../ink/ink213.xml"/><Relationship Id="rId104" Type="http://schemas.openxmlformats.org/officeDocument/2006/relationships/customXml" Target="../ink/ink240.xml"/><Relationship Id="rId125" Type="http://schemas.openxmlformats.org/officeDocument/2006/relationships/image" Target="../media/image260.png"/><Relationship Id="rId146" Type="http://schemas.openxmlformats.org/officeDocument/2006/relationships/customXml" Target="../ink/ink261.xml"/><Relationship Id="rId167" Type="http://schemas.openxmlformats.org/officeDocument/2006/relationships/image" Target="../media/image281.png"/><Relationship Id="rId188" Type="http://schemas.openxmlformats.org/officeDocument/2006/relationships/customXml" Target="../ink/ink282.xml"/><Relationship Id="rId311" Type="http://schemas.openxmlformats.org/officeDocument/2006/relationships/image" Target="../media/image353.png"/><Relationship Id="rId332" Type="http://schemas.openxmlformats.org/officeDocument/2006/relationships/customXml" Target="../ink/ink354.xml"/><Relationship Id="rId353" Type="http://schemas.openxmlformats.org/officeDocument/2006/relationships/image" Target="../media/image374.png"/><Relationship Id="rId374" Type="http://schemas.openxmlformats.org/officeDocument/2006/relationships/customXml" Target="../ink/ink375.xml"/><Relationship Id="rId395" Type="http://schemas.openxmlformats.org/officeDocument/2006/relationships/image" Target="../media/image395.png"/><Relationship Id="rId409" Type="http://schemas.openxmlformats.org/officeDocument/2006/relationships/image" Target="../media/image402.png"/><Relationship Id="rId71" Type="http://schemas.openxmlformats.org/officeDocument/2006/relationships/image" Target="../media/image233.png"/><Relationship Id="rId92" Type="http://schemas.openxmlformats.org/officeDocument/2006/relationships/customXml" Target="../ink/ink234.xml"/><Relationship Id="rId213" Type="http://schemas.openxmlformats.org/officeDocument/2006/relationships/image" Target="../media/image304.png"/><Relationship Id="rId234" Type="http://schemas.openxmlformats.org/officeDocument/2006/relationships/customXml" Target="../ink/ink305.xml"/><Relationship Id="rId420" Type="http://schemas.openxmlformats.org/officeDocument/2006/relationships/customXml" Target="../ink/ink398.xml"/><Relationship Id="rId2" Type="http://schemas.openxmlformats.org/officeDocument/2006/relationships/customXml" Target="../ink/ink189.xml"/><Relationship Id="rId29" Type="http://schemas.openxmlformats.org/officeDocument/2006/relationships/image" Target="../media/image212.png"/><Relationship Id="rId255" Type="http://schemas.openxmlformats.org/officeDocument/2006/relationships/image" Target="../media/image325.png"/><Relationship Id="rId276" Type="http://schemas.openxmlformats.org/officeDocument/2006/relationships/customXml" Target="../ink/ink326.xml"/><Relationship Id="rId297" Type="http://schemas.openxmlformats.org/officeDocument/2006/relationships/image" Target="../media/image346.png"/><Relationship Id="rId40" Type="http://schemas.openxmlformats.org/officeDocument/2006/relationships/customXml" Target="../ink/ink208.xml"/><Relationship Id="rId115" Type="http://schemas.openxmlformats.org/officeDocument/2006/relationships/image" Target="../media/image255.png"/><Relationship Id="rId136" Type="http://schemas.openxmlformats.org/officeDocument/2006/relationships/customXml" Target="../ink/ink256.xml"/><Relationship Id="rId157" Type="http://schemas.openxmlformats.org/officeDocument/2006/relationships/image" Target="../media/image276.png"/><Relationship Id="rId178" Type="http://schemas.openxmlformats.org/officeDocument/2006/relationships/customXml" Target="../ink/ink277.xml"/><Relationship Id="rId301" Type="http://schemas.openxmlformats.org/officeDocument/2006/relationships/image" Target="../media/image348.png"/><Relationship Id="rId322" Type="http://schemas.openxmlformats.org/officeDocument/2006/relationships/customXml" Target="../ink/ink349.xml"/><Relationship Id="rId343" Type="http://schemas.openxmlformats.org/officeDocument/2006/relationships/image" Target="../media/image369.png"/><Relationship Id="rId364" Type="http://schemas.openxmlformats.org/officeDocument/2006/relationships/customXml" Target="../ink/ink370.xml"/><Relationship Id="rId61" Type="http://schemas.openxmlformats.org/officeDocument/2006/relationships/image" Target="../media/image228.png"/><Relationship Id="rId82" Type="http://schemas.openxmlformats.org/officeDocument/2006/relationships/customXml" Target="../ink/ink229.xml"/><Relationship Id="rId199" Type="http://schemas.openxmlformats.org/officeDocument/2006/relationships/image" Target="../media/image297.png"/><Relationship Id="rId203" Type="http://schemas.openxmlformats.org/officeDocument/2006/relationships/image" Target="../media/image299.png"/><Relationship Id="rId385" Type="http://schemas.openxmlformats.org/officeDocument/2006/relationships/image" Target="../media/image390.png"/><Relationship Id="rId19" Type="http://schemas.openxmlformats.org/officeDocument/2006/relationships/image" Target="../media/image207.png"/><Relationship Id="rId224" Type="http://schemas.openxmlformats.org/officeDocument/2006/relationships/customXml" Target="../ink/ink300.xml"/><Relationship Id="rId245" Type="http://schemas.openxmlformats.org/officeDocument/2006/relationships/image" Target="../media/image320.png"/><Relationship Id="rId266" Type="http://schemas.openxmlformats.org/officeDocument/2006/relationships/customXml" Target="../ink/ink321.xml"/><Relationship Id="rId287" Type="http://schemas.openxmlformats.org/officeDocument/2006/relationships/image" Target="../media/image341.png"/><Relationship Id="rId410" Type="http://schemas.openxmlformats.org/officeDocument/2006/relationships/customXml" Target="../ink/ink393.xml"/><Relationship Id="rId431" Type="http://schemas.openxmlformats.org/officeDocument/2006/relationships/image" Target="../media/image413.png"/><Relationship Id="rId30" Type="http://schemas.openxmlformats.org/officeDocument/2006/relationships/customXml" Target="../ink/ink203.xml"/><Relationship Id="rId105" Type="http://schemas.openxmlformats.org/officeDocument/2006/relationships/image" Target="../media/image250.png"/><Relationship Id="rId126" Type="http://schemas.openxmlformats.org/officeDocument/2006/relationships/customXml" Target="../ink/ink251.xml"/><Relationship Id="rId147" Type="http://schemas.openxmlformats.org/officeDocument/2006/relationships/image" Target="../media/image271.png"/><Relationship Id="rId168" Type="http://schemas.openxmlformats.org/officeDocument/2006/relationships/customXml" Target="../ink/ink272.xml"/><Relationship Id="rId312" Type="http://schemas.openxmlformats.org/officeDocument/2006/relationships/customXml" Target="../ink/ink344.xml"/><Relationship Id="rId333" Type="http://schemas.openxmlformats.org/officeDocument/2006/relationships/image" Target="../media/image364.png"/><Relationship Id="rId354" Type="http://schemas.openxmlformats.org/officeDocument/2006/relationships/customXml" Target="../ink/ink365.xml"/><Relationship Id="rId51" Type="http://schemas.openxmlformats.org/officeDocument/2006/relationships/image" Target="../media/image223.png"/><Relationship Id="rId72" Type="http://schemas.openxmlformats.org/officeDocument/2006/relationships/customXml" Target="../ink/ink224.xml"/><Relationship Id="rId93" Type="http://schemas.openxmlformats.org/officeDocument/2006/relationships/image" Target="../media/image244.png"/><Relationship Id="rId189" Type="http://schemas.openxmlformats.org/officeDocument/2006/relationships/image" Target="../media/image292.png"/><Relationship Id="rId375" Type="http://schemas.openxmlformats.org/officeDocument/2006/relationships/image" Target="../media/image385.png"/><Relationship Id="rId396" Type="http://schemas.openxmlformats.org/officeDocument/2006/relationships/customXml" Target="../ink/ink386.xml"/><Relationship Id="rId3" Type="http://schemas.openxmlformats.org/officeDocument/2006/relationships/image" Target="../media/image199.png"/><Relationship Id="rId214" Type="http://schemas.openxmlformats.org/officeDocument/2006/relationships/customXml" Target="../ink/ink295.xml"/><Relationship Id="rId235" Type="http://schemas.openxmlformats.org/officeDocument/2006/relationships/image" Target="../media/image315.png"/><Relationship Id="rId256" Type="http://schemas.openxmlformats.org/officeDocument/2006/relationships/customXml" Target="../ink/ink316.xml"/><Relationship Id="rId277" Type="http://schemas.openxmlformats.org/officeDocument/2006/relationships/image" Target="../media/image336.png"/><Relationship Id="rId298" Type="http://schemas.openxmlformats.org/officeDocument/2006/relationships/customXml" Target="../ink/ink337.xml"/><Relationship Id="rId400" Type="http://schemas.openxmlformats.org/officeDocument/2006/relationships/customXml" Target="../ink/ink388.xml"/><Relationship Id="rId421" Type="http://schemas.openxmlformats.org/officeDocument/2006/relationships/image" Target="../media/image408.png"/><Relationship Id="rId116" Type="http://schemas.openxmlformats.org/officeDocument/2006/relationships/customXml" Target="../ink/ink246.xml"/><Relationship Id="rId137" Type="http://schemas.openxmlformats.org/officeDocument/2006/relationships/image" Target="../media/image266.png"/><Relationship Id="rId158" Type="http://schemas.openxmlformats.org/officeDocument/2006/relationships/customXml" Target="../ink/ink267.xml"/><Relationship Id="rId302" Type="http://schemas.openxmlformats.org/officeDocument/2006/relationships/customXml" Target="../ink/ink339.xml"/><Relationship Id="rId323" Type="http://schemas.openxmlformats.org/officeDocument/2006/relationships/image" Target="../media/image359.png"/><Relationship Id="rId344" Type="http://schemas.openxmlformats.org/officeDocument/2006/relationships/customXml" Target="../ink/ink360.xml"/><Relationship Id="rId20" Type="http://schemas.openxmlformats.org/officeDocument/2006/relationships/customXml" Target="../ink/ink198.xml"/><Relationship Id="rId41" Type="http://schemas.openxmlformats.org/officeDocument/2006/relationships/image" Target="../media/image218.png"/><Relationship Id="rId62" Type="http://schemas.openxmlformats.org/officeDocument/2006/relationships/customXml" Target="../ink/ink219.xml"/><Relationship Id="rId83" Type="http://schemas.openxmlformats.org/officeDocument/2006/relationships/image" Target="../media/image239.png"/><Relationship Id="rId179" Type="http://schemas.openxmlformats.org/officeDocument/2006/relationships/image" Target="../media/image287.png"/><Relationship Id="rId365" Type="http://schemas.openxmlformats.org/officeDocument/2006/relationships/image" Target="../media/image380.png"/><Relationship Id="rId386" Type="http://schemas.openxmlformats.org/officeDocument/2006/relationships/customXml" Target="../ink/ink381.xml"/><Relationship Id="rId190" Type="http://schemas.openxmlformats.org/officeDocument/2006/relationships/customXml" Target="../ink/ink283.xml"/><Relationship Id="rId204" Type="http://schemas.openxmlformats.org/officeDocument/2006/relationships/customXml" Target="../ink/ink290.xml"/><Relationship Id="rId225" Type="http://schemas.openxmlformats.org/officeDocument/2006/relationships/image" Target="../media/image310.png"/><Relationship Id="rId246" Type="http://schemas.openxmlformats.org/officeDocument/2006/relationships/customXml" Target="../ink/ink311.xml"/><Relationship Id="rId267" Type="http://schemas.openxmlformats.org/officeDocument/2006/relationships/image" Target="../media/image331.png"/><Relationship Id="rId288" Type="http://schemas.openxmlformats.org/officeDocument/2006/relationships/customXml" Target="../ink/ink332.xml"/><Relationship Id="rId411" Type="http://schemas.openxmlformats.org/officeDocument/2006/relationships/image" Target="../media/image403.png"/><Relationship Id="rId432" Type="http://schemas.openxmlformats.org/officeDocument/2006/relationships/customXml" Target="../ink/ink404.xml"/><Relationship Id="rId106" Type="http://schemas.openxmlformats.org/officeDocument/2006/relationships/customXml" Target="../ink/ink241.xml"/><Relationship Id="rId127" Type="http://schemas.openxmlformats.org/officeDocument/2006/relationships/image" Target="../media/image261.png"/><Relationship Id="rId313" Type="http://schemas.openxmlformats.org/officeDocument/2006/relationships/image" Target="../media/image354.png"/><Relationship Id="rId10" Type="http://schemas.openxmlformats.org/officeDocument/2006/relationships/customXml" Target="../ink/ink193.xml"/><Relationship Id="rId31" Type="http://schemas.openxmlformats.org/officeDocument/2006/relationships/image" Target="../media/image213.png"/><Relationship Id="rId52" Type="http://schemas.openxmlformats.org/officeDocument/2006/relationships/customXml" Target="../ink/ink214.xml"/><Relationship Id="rId73" Type="http://schemas.openxmlformats.org/officeDocument/2006/relationships/image" Target="../media/image234.png"/><Relationship Id="rId94" Type="http://schemas.openxmlformats.org/officeDocument/2006/relationships/customXml" Target="../ink/ink235.xml"/><Relationship Id="rId148" Type="http://schemas.openxmlformats.org/officeDocument/2006/relationships/customXml" Target="../ink/ink262.xml"/><Relationship Id="rId169" Type="http://schemas.openxmlformats.org/officeDocument/2006/relationships/image" Target="../media/image282.png"/><Relationship Id="rId334" Type="http://schemas.openxmlformats.org/officeDocument/2006/relationships/customXml" Target="../ink/ink355.xml"/><Relationship Id="rId355" Type="http://schemas.openxmlformats.org/officeDocument/2006/relationships/image" Target="../media/image375.png"/><Relationship Id="rId376" Type="http://schemas.openxmlformats.org/officeDocument/2006/relationships/customXml" Target="../ink/ink376.xml"/><Relationship Id="rId397" Type="http://schemas.openxmlformats.org/officeDocument/2006/relationships/image" Target="../media/image396.png"/><Relationship Id="rId4" Type="http://schemas.openxmlformats.org/officeDocument/2006/relationships/customXml" Target="../ink/ink190.xml"/><Relationship Id="rId180" Type="http://schemas.openxmlformats.org/officeDocument/2006/relationships/customXml" Target="../ink/ink278.xml"/><Relationship Id="rId215" Type="http://schemas.openxmlformats.org/officeDocument/2006/relationships/image" Target="../media/image305.png"/><Relationship Id="rId236" Type="http://schemas.openxmlformats.org/officeDocument/2006/relationships/customXml" Target="../ink/ink306.xml"/><Relationship Id="rId257" Type="http://schemas.openxmlformats.org/officeDocument/2006/relationships/image" Target="../media/image326.png"/><Relationship Id="rId278" Type="http://schemas.openxmlformats.org/officeDocument/2006/relationships/customXml" Target="../ink/ink327.xml"/><Relationship Id="rId401" Type="http://schemas.openxmlformats.org/officeDocument/2006/relationships/image" Target="../media/image398.png"/><Relationship Id="rId422" Type="http://schemas.openxmlformats.org/officeDocument/2006/relationships/customXml" Target="../ink/ink399.xml"/><Relationship Id="rId303" Type="http://schemas.openxmlformats.org/officeDocument/2006/relationships/image" Target="../media/image349.png"/><Relationship Id="rId42" Type="http://schemas.openxmlformats.org/officeDocument/2006/relationships/customXml" Target="../ink/ink209.xml"/><Relationship Id="rId84" Type="http://schemas.openxmlformats.org/officeDocument/2006/relationships/customXml" Target="../ink/ink230.xml"/><Relationship Id="rId138" Type="http://schemas.openxmlformats.org/officeDocument/2006/relationships/customXml" Target="../ink/ink257.xml"/><Relationship Id="rId345" Type="http://schemas.openxmlformats.org/officeDocument/2006/relationships/image" Target="../media/image370.png"/><Relationship Id="rId387" Type="http://schemas.openxmlformats.org/officeDocument/2006/relationships/image" Target="../media/image391.png"/><Relationship Id="rId191" Type="http://schemas.openxmlformats.org/officeDocument/2006/relationships/image" Target="../media/image293.png"/><Relationship Id="rId205" Type="http://schemas.openxmlformats.org/officeDocument/2006/relationships/image" Target="../media/image300.png"/><Relationship Id="rId247" Type="http://schemas.openxmlformats.org/officeDocument/2006/relationships/image" Target="../media/image321.png"/><Relationship Id="rId412" Type="http://schemas.openxmlformats.org/officeDocument/2006/relationships/customXml" Target="../ink/ink394.xml"/><Relationship Id="rId107" Type="http://schemas.openxmlformats.org/officeDocument/2006/relationships/image" Target="../media/image251.png"/><Relationship Id="rId289" Type="http://schemas.openxmlformats.org/officeDocument/2006/relationships/image" Target="../media/image342.png"/><Relationship Id="rId11" Type="http://schemas.openxmlformats.org/officeDocument/2006/relationships/image" Target="../media/image203.png"/><Relationship Id="rId53" Type="http://schemas.openxmlformats.org/officeDocument/2006/relationships/image" Target="../media/image224.png"/><Relationship Id="rId149" Type="http://schemas.openxmlformats.org/officeDocument/2006/relationships/image" Target="../media/image272.png"/><Relationship Id="rId314" Type="http://schemas.openxmlformats.org/officeDocument/2006/relationships/customXml" Target="../ink/ink345.xml"/><Relationship Id="rId356" Type="http://schemas.openxmlformats.org/officeDocument/2006/relationships/customXml" Target="../ink/ink366.xml"/><Relationship Id="rId398" Type="http://schemas.openxmlformats.org/officeDocument/2006/relationships/customXml" Target="../ink/ink387.xml"/><Relationship Id="rId95" Type="http://schemas.openxmlformats.org/officeDocument/2006/relationships/image" Target="../media/image245.png"/><Relationship Id="rId160" Type="http://schemas.openxmlformats.org/officeDocument/2006/relationships/customXml" Target="../ink/ink268.xml"/><Relationship Id="rId216" Type="http://schemas.openxmlformats.org/officeDocument/2006/relationships/customXml" Target="../ink/ink296.xml"/><Relationship Id="rId423" Type="http://schemas.openxmlformats.org/officeDocument/2006/relationships/image" Target="../media/image409.png"/><Relationship Id="rId258" Type="http://schemas.openxmlformats.org/officeDocument/2006/relationships/customXml" Target="../ink/ink317.xml"/><Relationship Id="rId22" Type="http://schemas.openxmlformats.org/officeDocument/2006/relationships/customXml" Target="../ink/ink199.xml"/><Relationship Id="rId64" Type="http://schemas.openxmlformats.org/officeDocument/2006/relationships/customXml" Target="../ink/ink220.xml"/><Relationship Id="rId118" Type="http://schemas.openxmlformats.org/officeDocument/2006/relationships/customXml" Target="../ink/ink247.xml"/><Relationship Id="rId325" Type="http://schemas.openxmlformats.org/officeDocument/2006/relationships/image" Target="../media/image360.png"/><Relationship Id="rId367" Type="http://schemas.openxmlformats.org/officeDocument/2006/relationships/image" Target="../media/image381.png"/><Relationship Id="rId171" Type="http://schemas.openxmlformats.org/officeDocument/2006/relationships/image" Target="../media/image283.png"/><Relationship Id="rId227" Type="http://schemas.openxmlformats.org/officeDocument/2006/relationships/image" Target="../media/image311.png"/><Relationship Id="rId269" Type="http://schemas.openxmlformats.org/officeDocument/2006/relationships/image" Target="../media/image332.png"/><Relationship Id="rId434" Type="http://schemas.openxmlformats.org/officeDocument/2006/relationships/customXml" Target="../ink/ink405.xml"/><Relationship Id="rId33" Type="http://schemas.openxmlformats.org/officeDocument/2006/relationships/image" Target="../media/image214.png"/><Relationship Id="rId129" Type="http://schemas.openxmlformats.org/officeDocument/2006/relationships/image" Target="../media/image262.png"/><Relationship Id="rId280" Type="http://schemas.openxmlformats.org/officeDocument/2006/relationships/customXml" Target="../ink/ink328.xml"/><Relationship Id="rId336" Type="http://schemas.openxmlformats.org/officeDocument/2006/relationships/customXml" Target="../ink/ink356.xml"/><Relationship Id="rId75" Type="http://schemas.openxmlformats.org/officeDocument/2006/relationships/image" Target="../media/image235.png"/><Relationship Id="rId140" Type="http://schemas.openxmlformats.org/officeDocument/2006/relationships/customXml" Target="../ink/ink258.xml"/><Relationship Id="rId182" Type="http://schemas.openxmlformats.org/officeDocument/2006/relationships/customXml" Target="../ink/ink279.xml"/><Relationship Id="rId378" Type="http://schemas.openxmlformats.org/officeDocument/2006/relationships/customXml" Target="../ink/ink377.xml"/><Relationship Id="rId403" Type="http://schemas.openxmlformats.org/officeDocument/2006/relationships/image" Target="../media/image399.png"/><Relationship Id="rId6" Type="http://schemas.openxmlformats.org/officeDocument/2006/relationships/customXml" Target="../ink/ink191.xml"/><Relationship Id="rId238" Type="http://schemas.openxmlformats.org/officeDocument/2006/relationships/customXml" Target="../ink/ink307.xml"/><Relationship Id="rId291" Type="http://schemas.openxmlformats.org/officeDocument/2006/relationships/image" Target="../media/image343.png"/><Relationship Id="rId305" Type="http://schemas.openxmlformats.org/officeDocument/2006/relationships/image" Target="../media/image350.png"/><Relationship Id="rId347" Type="http://schemas.openxmlformats.org/officeDocument/2006/relationships/image" Target="../media/image371.png"/><Relationship Id="rId44" Type="http://schemas.openxmlformats.org/officeDocument/2006/relationships/customXml" Target="../ink/ink210.xml"/><Relationship Id="rId86" Type="http://schemas.openxmlformats.org/officeDocument/2006/relationships/customXml" Target="../ink/ink231.xml"/><Relationship Id="rId151" Type="http://schemas.openxmlformats.org/officeDocument/2006/relationships/image" Target="../media/image273.png"/><Relationship Id="rId389" Type="http://schemas.openxmlformats.org/officeDocument/2006/relationships/image" Target="../media/image392.png"/><Relationship Id="rId193" Type="http://schemas.openxmlformats.org/officeDocument/2006/relationships/image" Target="../media/image294.png"/><Relationship Id="rId207" Type="http://schemas.openxmlformats.org/officeDocument/2006/relationships/image" Target="../media/image301.png"/><Relationship Id="rId249" Type="http://schemas.openxmlformats.org/officeDocument/2006/relationships/image" Target="../media/image322.png"/><Relationship Id="rId414" Type="http://schemas.openxmlformats.org/officeDocument/2006/relationships/customXml" Target="../ink/ink395.xml"/><Relationship Id="rId13" Type="http://schemas.openxmlformats.org/officeDocument/2006/relationships/image" Target="../media/image204.png"/><Relationship Id="rId109" Type="http://schemas.openxmlformats.org/officeDocument/2006/relationships/image" Target="../media/image252.png"/><Relationship Id="rId260" Type="http://schemas.openxmlformats.org/officeDocument/2006/relationships/customXml" Target="../ink/ink318.xml"/><Relationship Id="rId316" Type="http://schemas.openxmlformats.org/officeDocument/2006/relationships/customXml" Target="../ink/ink346.xml"/><Relationship Id="rId55" Type="http://schemas.openxmlformats.org/officeDocument/2006/relationships/image" Target="../media/image225.png"/><Relationship Id="rId97" Type="http://schemas.openxmlformats.org/officeDocument/2006/relationships/image" Target="../media/image246.png"/><Relationship Id="rId120" Type="http://schemas.openxmlformats.org/officeDocument/2006/relationships/customXml" Target="../ink/ink248.xml"/><Relationship Id="rId358" Type="http://schemas.openxmlformats.org/officeDocument/2006/relationships/customXml" Target="../ink/ink367.xml"/><Relationship Id="rId162" Type="http://schemas.openxmlformats.org/officeDocument/2006/relationships/customXml" Target="../ink/ink269.xml"/><Relationship Id="rId218" Type="http://schemas.openxmlformats.org/officeDocument/2006/relationships/customXml" Target="../ink/ink297.xml"/><Relationship Id="rId425" Type="http://schemas.openxmlformats.org/officeDocument/2006/relationships/image" Target="../media/image410.png"/><Relationship Id="rId271" Type="http://schemas.openxmlformats.org/officeDocument/2006/relationships/image" Target="../media/image333.png"/><Relationship Id="rId24" Type="http://schemas.openxmlformats.org/officeDocument/2006/relationships/customXml" Target="../ink/ink200.xml"/><Relationship Id="rId66" Type="http://schemas.openxmlformats.org/officeDocument/2006/relationships/customXml" Target="../ink/ink221.xml"/><Relationship Id="rId131" Type="http://schemas.openxmlformats.org/officeDocument/2006/relationships/image" Target="../media/image263.png"/><Relationship Id="rId327" Type="http://schemas.openxmlformats.org/officeDocument/2006/relationships/image" Target="../media/image361.png"/><Relationship Id="rId369" Type="http://schemas.openxmlformats.org/officeDocument/2006/relationships/image" Target="../media/image382.png"/><Relationship Id="rId173" Type="http://schemas.openxmlformats.org/officeDocument/2006/relationships/image" Target="../media/image284.png"/><Relationship Id="rId229" Type="http://schemas.openxmlformats.org/officeDocument/2006/relationships/image" Target="../media/image312.png"/><Relationship Id="rId380" Type="http://schemas.openxmlformats.org/officeDocument/2006/relationships/customXml" Target="../ink/ink378.xml"/><Relationship Id="rId240" Type="http://schemas.openxmlformats.org/officeDocument/2006/relationships/customXml" Target="../ink/ink308.xml"/><Relationship Id="rId35" Type="http://schemas.openxmlformats.org/officeDocument/2006/relationships/image" Target="../media/image215.png"/><Relationship Id="rId77" Type="http://schemas.openxmlformats.org/officeDocument/2006/relationships/image" Target="../media/image236.png"/><Relationship Id="rId100" Type="http://schemas.openxmlformats.org/officeDocument/2006/relationships/customXml" Target="../ink/ink238.xml"/><Relationship Id="rId282" Type="http://schemas.openxmlformats.org/officeDocument/2006/relationships/customXml" Target="../ink/ink329.xml"/><Relationship Id="rId338" Type="http://schemas.openxmlformats.org/officeDocument/2006/relationships/customXml" Target="../ink/ink357.xml"/><Relationship Id="rId8" Type="http://schemas.openxmlformats.org/officeDocument/2006/relationships/customXml" Target="../ink/ink192.xml"/><Relationship Id="rId142" Type="http://schemas.openxmlformats.org/officeDocument/2006/relationships/customXml" Target="../ink/ink259.xml"/><Relationship Id="rId184" Type="http://schemas.openxmlformats.org/officeDocument/2006/relationships/customXml" Target="../ink/ink280.xml"/><Relationship Id="rId391" Type="http://schemas.openxmlformats.org/officeDocument/2006/relationships/image" Target="../media/image393.png"/><Relationship Id="rId405" Type="http://schemas.openxmlformats.org/officeDocument/2006/relationships/image" Target="../media/image400.png"/><Relationship Id="rId251" Type="http://schemas.openxmlformats.org/officeDocument/2006/relationships/image" Target="../media/image323.png"/><Relationship Id="rId46" Type="http://schemas.openxmlformats.org/officeDocument/2006/relationships/customXml" Target="../ink/ink211.xml"/><Relationship Id="rId293" Type="http://schemas.openxmlformats.org/officeDocument/2006/relationships/image" Target="../media/image344.png"/><Relationship Id="rId307" Type="http://schemas.openxmlformats.org/officeDocument/2006/relationships/image" Target="../media/image351.png"/><Relationship Id="rId349" Type="http://schemas.openxmlformats.org/officeDocument/2006/relationships/image" Target="../media/image372.png"/><Relationship Id="rId88" Type="http://schemas.openxmlformats.org/officeDocument/2006/relationships/customXml" Target="../ink/ink232.xml"/><Relationship Id="rId111" Type="http://schemas.openxmlformats.org/officeDocument/2006/relationships/image" Target="../media/image253.png"/><Relationship Id="rId153" Type="http://schemas.openxmlformats.org/officeDocument/2006/relationships/image" Target="../media/image274.png"/><Relationship Id="rId195" Type="http://schemas.openxmlformats.org/officeDocument/2006/relationships/image" Target="../media/image295.png"/><Relationship Id="rId209" Type="http://schemas.openxmlformats.org/officeDocument/2006/relationships/image" Target="../media/image302.png"/><Relationship Id="rId360" Type="http://schemas.openxmlformats.org/officeDocument/2006/relationships/customXml" Target="../ink/ink368.xml"/><Relationship Id="rId416" Type="http://schemas.openxmlformats.org/officeDocument/2006/relationships/customXml" Target="../ink/ink396.xml"/><Relationship Id="rId220" Type="http://schemas.openxmlformats.org/officeDocument/2006/relationships/customXml" Target="../ink/ink298.xml"/><Relationship Id="rId15" Type="http://schemas.openxmlformats.org/officeDocument/2006/relationships/image" Target="../media/image205.png"/><Relationship Id="rId57" Type="http://schemas.openxmlformats.org/officeDocument/2006/relationships/image" Target="../media/image226.png"/><Relationship Id="rId262" Type="http://schemas.openxmlformats.org/officeDocument/2006/relationships/customXml" Target="../ink/ink319.xml"/><Relationship Id="rId318" Type="http://schemas.openxmlformats.org/officeDocument/2006/relationships/customXml" Target="../ink/ink347.xml"/><Relationship Id="rId99" Type="http://schemas.openxmlformats.org/officeDocument/2006/relationships/image" Target="../media/image247.png"/><Relationship Id="rId122" Type="http://schemas.openxmlformats.org/officeDocument/2006/relationships/customXml" Target="../ink/ink249.xml"/><Relationship Id="rId164" Type="http://schemas.openxmlformats.org/officeDocument/2006/relationships/customXml" Target="../ink/ink270.xml"/><Relationship Id="rId371" Type="http://schemas.openxmlformats.org/officeDocument/2006/relationships/image" Target="../media/image383.png"/><Relationship Id="rId427" Type="http://schemas.openxmlformats.org/officeDocument/2006/relationships/image" Target="../media/image411.png"/><Relationship Id="rId26" Type="http://schemas.openxmlformats.org/officeDocument/2006/relationships/customXml" Target="../ink/ink201.xml"/><Relationship Id="rId231" Type="http://schemas.openxmlformats.org/officeDocument/2006/relationships/image" Target="../media/image313.png"/><Relationship Id="rId273" Type="http://schemas.openxmlformats.org/officeDocument/2006/relationships/image" Target="../media/image334.png"/><Relationship Id="rId329" Type="http://schemas.openxmlformats.org/officeDocument/2006/relationships/image" Target="../media/image362.png"/><Relationship Id="rId68" Type="http://schemas.openxmlformats.org/officeDocument/2006/relationships/customXml" Target="../ink/ink222.xml"/><Relationship Id="rId133" Type="http://schemas.openxmlformats.org/officeDocument/2006/relationships/image" Target="../media/image264.png"/><Relationship Id="rId175" Type="http://schemas.openxmlformats.org/officeDocument/2006/relationships/image" Target="../media/image285.png"/><Relationship Id="rId340" Type="http://schemas.openxmlformats.org/officeDocument/2006/relationships/customXml" Target="../ink/ink358.xml"/><Relationship Id="rId200" Type="http://schemas.openxmlformats.org/officeDocument/2006/relationships/customXml" Target="../ink/ink288.xml"/><Relationship Id="rId382" Type="http://schemas.openxmlformats.org/officeDocument/2006/relationships/customXml" Target="../ink/ink379.xml"/><Relationship Id="rId242" Type="http://schemas.openxmlformats.org/officeDocument/2006/relationships/customXml" Target="../ink/ink309.xml"/><Relationship Id="rId284" Type="http://schemas.openxmlformats.org/officeDocument/2006/relationships/customXml" Target="../ink/ink330.xml"/><Relationship Id="rId37" Type="http://schemas.openxmlformats.org/officeDocument/2006/relationships/image" Target="../media/image216.png"/><Relationship Id="rId79" Type="http://schemas.openxmlformats.org/officeDocument/2006/relationships/image" Target="../media/image237.png"/><Relationship Id="rId102" Type="http://schemas.openxmlformats.org/officeDocument/2006/relationships/customXml" Target="../ink/ink239.xml"/><Relationship Id="rId144" Type="http://schemas.openxmlformats.org/officeDocument/2006/relationships/customXml" Target="../ink/ink260.xml"/><Relationship Id="rId90" Type="http://schemas.openxmlformats.org/officeDocument/2006/relationships/customXml" Target="../ink/ink233.xml"/><Relationship Id="rId186" Type="http://schemas.openxmlformats.org/officeDocument/2006/relationships/customXml" Target="../ink/ink281.xml"/><Relationship Id="rId351" Type="http://schemas.openxmlformats.org/officeDocument/2006/relationships/image" Target="../media/image373.png"/><Relationship Id="rId393" Type="http://schemas.openxmlformats.org/officeDocument/2006/relationships/image" Target="../media/image394.png"/><Relationship Id="rId407" Type="http://schemas.openxmlformats.org/officeDocument/2006/relationships/image" Target="../media/image401.png"/><Relationship Id="rId211" Type="http://schemas.openxmlformats.org/officeDocument/2006/relationships/image" Target="../media/image303.png"/><Relationship Id="rId253" Type="http://schemas.openxmlformats.org/officeDocument/2006/relationships/image" Target="../media/image324.png"/><Relationship Id="rId295" Type="http://schemas.openxmlformats.org/officeDocument/2006/relationships/image" Target="../media/image345.png"/><Relationship Id="rId309" Type="http://schemas.openxmlformats.org/officeDocument/2006/relationships/image" Target="../media/image352.png"/><Relationship Id="rId48" Type="http://schemas.openxmlformats.org/officeDocument/2006/relationships/customXml" Target="../ink/ink212.xml"/><Relationship Id="rId113" Type="http://schemas.openxmlformats.org/officeDocument/2006/relationships/image" Target="../media/image254.png"/><Relationship Id="rId320" Type="http://schemas.openxmlformats.org/officeDocument/2006/relationships/customXml" Target="../ink/ink348.xml"/><Relationship Id="rId155" Type="http://schemas.openxmlformats.org/officeDocument/2006/relationships/image" Target="../media/image275.png"/><Relationship Id="rId197" Type="http://schemas.openxmlformats.org/officeDocument/2006/relationships/image" Target="../media/image296.png"/><Relationship Id="rId362" Type="http://schemas.openxmlformats.org/officeDocument/2006/relationships/customXml" Target="../ink/ink369.xml"/><Relationship Id="rId418" Type="http://schemas.openxmlformats.org/officeDocument/2006/relationships/customXml" Target="../ink/ink397.xml"/><Relationship Id="rId222" Type="http://schemas.openxmlformats.org/officeDocument/2006/relationships/customXml" Target="../ink/ink299.xml"/><Relationship Id="rId264" Type="http://schemas.openxmlformats.org/officeDocument/2006/relationships/customXml" Target="../ink/ink320.xml"/><Relationship Id="rId17" Type="http://schemas.openxmlformats.org/officeDocument/2006/relationships/image" Target="../media/image206.png"/><Relationship Id="rId59" Type="http://schemas.openxmlformats.org/officeDocument/2006/relationships/image" Target="../media/image227.png"/><Relationship Id="rId124" Type="http://schemas.openxmlformats.org/officeDocument/2006/relationships/customXml" Target="../ink/ink250.xml"/><Relationship Id="rId70" Type="http://schemas.openxmlformats.org/officeDocument/2006/relationships/customXml" Target="../ink/ink223.xml"/><Relationship Id="rId166" Type="http://schemas.openxmlformats.org/officeDocument/2006/relationships/customXml" Target="../ink/ink271.xml"/><Relationship Id="rId331" Type="http://schemas.openxmlformats.org/officeDocument/2006/relationships/image" Target="../media/image363.png"/><Relationship Id="rId373" Type="http://schemas.openxmlformats.org/officeDocument/2006/relationships/image" Target="../media/image384.png"/><Relationship Id="rId429" Type="http://schemas.openxmlformats.org/officeDocument/2006/relationships/image" Target="../media/image412.png"/><Relationship Id="rId1" Type="http://schemas.openxmlformats.org/officeDocument/2006/relationships/slideLayout" Target="../slideLayouts/slideLayout2.xml"/><Relationship Id="rId233" Type="http://schemas.openxmlformats.org/officeDocument/2006/relationships/image" Target="../media/image314.png"/></Relationships>
</file>

<file path=ppt/slides/_rels/slide18.xml.rels><?xml version="1.0" encoding="UTF-8" standalone="yes"?>
<Relationships xmlns="http://schemas.openxmlformats.org/package/2006/relationships"><Relationship Id="rId2" Type="http://schemas.openxmlformats.org/officeDocument/2006/relationships/hyperlink" Target="https://sap.github.io/cloud-sdk/docs/js/getting-started"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16.jp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417.png"/><Relationship Id="rId4" Type="http://schemas.openxmlformats.org/officeDocument/2006/relationships/hyperlink" Target="http://www.dribbble.com/"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423.jpeg"/><Relationship Id="rId3" Type="http://schemas.openxmlformats.org/officeDocument/2006/relationships/image" Target="../media/image418.jpeg"/><Relationship Id="rId7" Type="http://schemas.openxmlformats.org/officeDocument/2006/relationships/image" Target="../media/image422.tiff"/><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421.tiff"/><Relationship Id="rId5" Type="http://schemas.openxmlformats.org/officeDocument/2006/relationships/image" Target="../media/image420.tiff"/><Relationship Id="rId4" Type="http://schemas.openxmlformats.org/officeDocument/2006/relationships/image" Target="../media/image419.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20</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20</a:t>
            </a:r>
            <a:endParaRPr lang="en-IN" dirty="0">
              <a:solidFill>
                <a:schemeClr val="bg1"/>
              </a:solidFill>
              <a:latin typeface="Cooper Black" panose="0208090404030B020404" pitchFamily="18" charset="0"/>
            </a:endParaRPr>
          </a:p>
        </p:txBody>
      </p:sp>
      <p:sp>
        <p:nvSpPr>
          <p:cNvPr id="5" name="Rectangle: Rounded Corners 4">
            <a:extLst>
              <a:ext uri="{FF2B5EF4-FFF2-40B4-BE49-F238E27FC236}">
                <a16:creationId xmlns:a16="http://schemas.microsoft.com/office/drawing/2014/main" id="{8EE791A1-2958-78B0-ECDD-F89DDE02F4B6}"/>
              </a:ext>
            </a:extLst>
          </p:cNvPr>
          <p:cNvSpPr/>
          <p:nvPr/>
        </p:nvSpPr>
        <p:spPr>
          <a:xfrm>
            <a:off x="3453886" y="131323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B89E801-E285-EBED-06F5-7E2B1B8E1E7A}"/>
              </a:ext>
            </a:extLst>
          </p:cNvPr>
          <p:cNvSpPr/>
          <p:nvPr/>
        </p:nvSpPr>
        <p:spPr>
          <a:xfrm>
            <a:off x="3453886" y="3068960"/>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BAB72EB-5FE6-B5CA-C654-D15CE54000E9}"/>
              </a:ext>
            </a:extLst>
          </p:cNvPr>
          <p:cNvSpPr/>
          <p:nvPr/>
        </p:nvSpPr>
        <p:spPr>
          <a:xfrm>
            <a:off x="3453886" y="4824683"/>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1A27EE0E-9853-D0E9-E5A8-87BE731920EA}"/>
              </a:ext>
            </a:extLst>
          </p:cNvPr>
          <p:cNvGrpSpPr/>
          <p:nvPr/>
        </p:nvGrpSpPr>
        <p:grpSpPr>
          <a:xfrm>
            <a:off x="4118571" y="1566251"/>
            <a:ext cx="4359562" cy="922336"/>
            <a:chOff x="1395616" y="871285"/>
            <a:chExt cx="3825734" cy="1064137"/>
          </a:xfrm>
        </p:grpSpPr>
        <p:sp>
          <p:nvSpPr>
            <p:cNvPr id="9" name="TextBox 8">
              <a:extLst>
                <a:ext uri="{FF2B5EF4-FFF2-40B4-BE49-F238E27FC236}">
                  <a16:creationId xmlns:a16="http://schemas.microsoft.com/office/drawing/2014/main" id="{8B429D3B-7C38-B33E-067B-835764291C87}"/>
                </a:ext>
              </a:extLst>
            </p:cNvPr>
            <p:cNvSpPr txBox="1"/>
            <p:nvPr/>
          </p:nvSpPr>
          <p:spPr>
            <a:xfrm>
              <a:off x="2984420" y="1243566"/>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Scenario 1: UI Extension</a:t>
              </a:r>
            </a:p>
          </p:txBody>
        </p:sp>
        <p:sp>
          <p:nvSpPr>
            <p:cNvPr id="10" name="TextBox 9">
              <a:extLst>
                <a:ext uri="{FF2B5EF4-FFF2-40B4-BE49-F238E27FC236}">
                  <a16:creationId xmlns:a16="http://schemas.microsoft.com/office/drawing/2014/main" id="{118C39A3-CA2B-146F-D772-D14998B4D672}"/>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 name="Group 10">
            <a:extLst>
              <a:ext uri="{FF2B5EF4-FFF2-40B4-BE49-F238E27FC236}">
                <a16:creationId xmlns:a16="http://schemas.microsoft.com/office/drawing/2014/main" id="{F7773B0C-4C36-F5CF-6049-15A22D3353B9}"/>
              </a:ext>
            </a:extLst>
          </p:cNvPr>
          <p:cNvGrpSpPr/>
          <p:nvPr/>
        </p:nvGrpSpPr>
        <p:grpSpPr>
          <a:xfrm>
            <a:off x="4118571" y="3321970"/>
            <a:ext cx="4431570" cy="922336"/>
            <a:chOff x="1395616" y="871285"/>
            <a:chExt cx="3825734" cy="1064137"/>
          </a:xfrm>
        </p:grpSpPr>
        <p:sp>
          <p:nvSpPr>
            <p:cNvPr id="12" name="TextBox 11">
              <a:extLst>
                <a:ext uri="{FF2B5EF4-FFF2-40B4-BE49-F238E27FC236}">
                  <a16:creationId xmlns:a16="http://schemas.microsoft.com/office/drawing/2014/main" id="{58BB80F5-BF50-C0D2-25DF-59F695C70420}"/>
                </a:ext>
              </a:extLst>
            </p:cNvPr>
            <p:cNvSpPr txBox="1"/>
            <p:nvPr/>
          </p:nvSpPr>
          <p:spPr>
            <a:xfrm>
              <a:off x="2984420" y="1243562"/>
              <a:ext cx="2236930" cy="319585"/>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S4 Cloud SDK</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3" name="TextBox 12">
              <a:extLst>
                <a:ext uri="{FF2B5EF4-FFF2-40B4-BE49-F238E27FC236}">
                  <a16:creationId xmlns:a16="http://schemas.microsoft.com/office/drawing/2014/main" id="{6824D9CE-F522-A342-1387-CC55E9C4494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4" name="Group 13">
            <a:extLst>
              <a:ext uri="{FF2B5EF4-FFF2-40B4-BE49-F238E27FC236}">
                <a16:creationId xmlns:a16="http://schemas.microsoft.com/office/drawing/2014/main" id="{51BD1B35-A18B-68D7-E07B-1A1A9AD2E859}"/>
              </a:ext>
            </a:extLst>
          </p:cNvPr>
          <p:cNvGrpSpPr/>
          <p:nvPr/>
        </p:nvGrpSpPr>
        <p:grpSpPr>
          <a:xfrm>
            <a:off x="4118571" y="5077693"/>
            <a:ext cx="4431570" cy="922336"/>
            <a:chOff x="1395616" y="871285"/>
            <a:chExt cx="4290329" cy="1064137"/>
          </a:xfrm>
        </p:grpSpPr>
        <p:sp>
          <p:nvSpPr>
            <p:cNvPr id="15" name="TextBox 14">
              <a:extLst>
                <a:ext uri="{FF2B5EF4-FFF2-40B4-BE49-F238E27FC236}">
                  <a16:creationId xmlns:a16="http://schemas.microsoft.com/office/drawing/2014/main" id="{2BEC2032-A77D-A0B0-E149-A23467DC1CAA}"/>
                </a:ext>
              </a:extLst>
            </p:cNvPr>
            <p:cNvSpPr txBox="1"/>
            <p:nvPr/>
          </p:nvSpPr>
          <p:spPr>
            <a:xfrm>
              <a:off x="2984420" y="1243560"/>
              <a:ext cx="2701525"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Scenario 2: CAP extension</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C60195D9-2B81-A5CA-17AA-E418FAD1D320}"/>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DD636A-9EC7-4D69-2954-56A303CDC780}"/>
              </a:ext>
            </a:extLst>
          </p:cNvPr>
          <p:cNvPicPr>
            <a:picLocks noChangeAspect="1"/>
          </p:cNvPicPr>
          <p:nvPr/>
        </p:nvPicPr>
        <p:blipFill>
          <a:blip r:embed="rId2"/>
          <a:stretch>
            <a:fillRect/>
          </a:stretch>
        </p:blipFill>
        <p:spPr>
          <a:xfrm>
            <a:off x="1343" y="1250727"/>
            <a:ext cx="12186138" cy="4356545"/>
          </a:xfrm>
          <a:prstGeom prst="rect">
            <a:avLst/>
          </a:prstGeom>
          <a:noFill/>
        </p:spPr>
      </p:pic>
    </p:spTree>
    <p:extLst>
      <p:ext uri="{BB962C8B-B14F-4D97-AF65-F5344CB8AC3E}">
        <p14:creationId xmlns:p14="http://schemas.microsoft.com/office/powerpoint/2010/main" val="3297429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85491-9E6E-3FA2-536F-5BA07C876221}"/>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BE4E209A-8A5A-4BEB-0405-550D800F512C}"/>
              </a:ext>
            </a:extLst>
          </p:cNvPr>
          <p:cNvSpPr txBox="1">
            <a:spLocks/>
          </p:cNvSpPr>
          <p:nvPr/>
        </p:nvSpPr>
        <p:spPr>
          <a:xfrm>
            <a:off x="141079" y="140515"/>
            <a:ext cx="11137885" cy="513831"/>
          </a:xfrm>
          <a:prstGeom prst="rect">
            <a:avLst/>
          </a:prstGeom>
        </p:spPr>
        <p:txBody>
          <a:bodyPr lIns="121899" tIns="60949" rIns="121899" bIns="60949">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rPr>
              <a:t>Looming threats</a:t>
            </a:r>
            <a:endParaRPr kumimoji="0" lang="en-IN" sz="32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endParaRPr>
          </a:p>
        </p:txBody>
      </p:sp>
      <p:pic>
        <p:nvPicPr>
          <p:cNvPr id="5" name="Picture 4">
            <a:extLst>
              <a:ext uri="{FF2B5EF4-FFF2-40B4-BE49-F238E27FC236}">
                <a16:creationId xmlns:a16="http://schemas.microsoft.com/office/drawing/2014/main" id="{23520EC8-2F6B-13C3-20F4-B230A26F31E9}"/>
              </a:ext>
            </a:extLst>
          </p:cNvPr>
          <p:cNvPicPr>
            <a:picLocks noChangeAspect="1"/>
          </p:cNvPicPr>
          <p:nvPr/>
        </p:nvPicPr>
        <p:blipFill>
          <a:blip r:embed="rId2"/>
          <a:stretch>
            <a:fillRect/>
          </a:stretch>
        </p:blipFill>
        <p:spPr>
          <a:xfrm>
            <a:off x="186113" y="1124744"/>
            <a:ext cx="11816597" cy="5112568"/>
          </a:xfrm>
          <a:prstGeom prst="rect">
            <a:avLst/>
          </a:prstGeom>
        </p:spPr>
      </p:pic>
    </p:spTree>
    <p:extLst>
      <p:ext uri="{BB962C8B-B14F-4D97-AF65-F5344CB8AC3E}">
        <p14:creationId xmlns:p14="http://schemas.microsoft.com/office/powerpoint/2010/main" val="992243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065CA-7746-3282-90E5-05C9D4542BD0}"/>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19B62DDB-ACF0-CC81-9D60-C0B050329336}"/>
              </a:ext>
            </a:extLst>
          </p:cNvPr>
          <p:cNvSpPr txBox="1">
            <a:spLocks/>
          </p:cNvSpPr>
          <p:nvPr/>
        </p:nvSpPr>
        <p:spPr>
          <a:xfrm>
            <a:off x="141079" y="140515"/>
            <a:ext cx="11137885" cy="513831"/>
          </a:xfrm>
          <a:prstGeom prst="rect">
            <a:avLst/>
          </a:prstGeom>
        </p:spPr>
        <p:txBody>
          <a:bodyPr lIns="121899" tIns="60949" rIns="121899" bIns="60949">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rPr>
              <a:t>How to be Fast</a:t>
            </a:r>
            <a:endParaRPr kumimoji="0" lang="en-IN" sz="32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endParaRPr>
          </a:p>
        </p:txBody>
      </p:sp>
      <p:sp>
        <p:nvSpPr>
          <p:cNvPr id="4" name="TextBox 3">
            <a:extLst>
              <a:ext uri="{FF2B5EF4-FFF2-40B4-BE49-F238E27FC236}">
                <a16:creationId xmlns:a16="http://schemas.microsoft.com/office/drawing/2014/main" id="{8FCB023E-94D4-26C8-26BC-60603B4B54F6}"/>
              </a:ext>
            </a:extLst>
          </p:cNvPr>
          <p:cNvSpPr txBox="1"/>
          <p:nvPr/>
        </p:nvSpPr>
        <p:spPr>
          <a:xfrm>
            <a:off x="9664615" y="6550224"/>
            <a:ext cx="2524210" cy="307776"/>
          </a:xfrm>
          <a:prstGeom prst="rect">
            <a:avLst/>
          </a:prstGeom>
          <a:noFill/>
        </p:spPr>
        <p:txBody>
          <a:bodyPr wrap="square" lIns="121899" tIns="60949" rIns="121899" bIns="60949">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2060"/>
                </a:solidFill>
                <a:effectLst/>
                <a:uLnTx/>
                <a:uFillTx/>
                <a:latin typeface="Cooper Black" panose="0208090404030B020404" pitchFamily="18" charset="0"/>
                <a:ea typeface="+mn-ea"/>
                <a:cs typeface="+mn-cs"/>
              </a:rPr>
              <a:t>www.anubhavtrainings.com</a:t>
            </a:r>
            <a:endParaRPr kumimoji="0" lang="en-IN" sz="1200" b="0" i="0" u="none" strike="noStrike" kern="1200" cap="none" spc="0" normalizeH="0" baseline="0" noProof="0" dirty="0">
              <a:ln>
                <a:noFill/>
              </a:ln>
              <a:solidFill>
                <a:srgbClr val="002060"/>
              </a:solidFill>
              <a:effectLst/>
              <a:uLnTx/>
              <a:uFillTx/>
              <a:latin typeface="Cooper Black" panose="0208090404030B020404" pitchFamily="18" charset="0"/>
              <a:ea typeface="+mn-ea"/>
              <a:cs typeface="+mn-cs"/>
            </a:endParaRPr>
          </a:p>
        </p:txBody>
      </p:sp>
      <p:pic>
        <p:nvPicPr>
          <p:cNvPr id="5" name="Picture 4">
            <a:extLst>
              <a:ext uri="{FF2B5EF4-FFF2-40B4-BE49-F238E27FC236}">
                <a16:creationId xmlns:a16="http://schemas.microsoft.com/office/drawing/2014/main" id="{4DEA6E61-E436-FFE6-F36B-4844AE6ECEFA}"/>
              </a:ext>
            </a:extLst>
          </p:cNvPr>
          <p:cNvPicPr>
            <a:picLocks noChangeAspect="1"/>
          </p:cNvPicPr>
          <p:nvPr/>
        </p:nvPicPr>
        <p:blipFill>
          <a:blip r:embed="rId2" cstate="print"/>
          <a:stretch>
            <a:fillRect/>
          </a:stretch>
        </p:blipFill>
        <p:spPr>
          <a:xfrm>
            <a:off x="11691527" y="70369"/>
            <a:ext cx="456414" cy="450920"/>
          </a:xfrm>
          <a:prstGeom prst="rect">
            <a:avLst/>
          </a:prstGeom>
        </p:spPr>
      </p:pic>
      <p:sp>
        <p:nvSpPr>
          <p:cNvPr id="6" name="TextBox 5">
            <a:extLst>
              <a:ext uri="{FF2B5EF4-FFF2-40B4-BE49-F238E27FC236}">
                <a16:creationId xmlns:a16="http://schemas.microsoft.com/office/drawing/2014/main" id="{FEED10FC-B7DE-5CC5-2B2C-166CE2792217}"/>
              </a:ext>
            </a:extLst>
          </p:cNvPr>
          <p:cNvSpPr txBox="1"/>
          <p:nvPr/>
        </p:nvSpPr>
        <p:spPr>
          <a:xfrm>
            <a:off x="116700" y="6560282"/>
            <a:ext cx="505103" cy="292366"/>
          </a:xfrm>
          <a:prstGeom prst="rect">
            <a:avLst/>
          </a:prstGeom>
          <a:noFill/>
        </p:spPr>
        <p:txBody>
          <a:bodyPr wrap="square" lIns="121899" tIns="60949" rIns="121899" bIns="60949"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Segoe UI"/>
                <a:ea typeface="+mn-ea"/>
                <a:cs typeface="+mn-cs"/>
              </a:rPr>
              <a:t>11</a:t>
            </a:r>
            <a:endParaRPr kumimoji="0" lang="en-IN" sz="110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8" name="Picture 7">
            <a:extLst>
              <a:ext uri="{FF2B5EF4-FFF2-40B4-BE49-F238E27FC236}">
                <a16:creationId xmlns:a16="http://schemas.microsoft.com/office/drawing/2014/main" id="{E443696E-2468-E31F-808C-02E3EB209D15}"/>
              </a:ext>
            </a:extLst>
          </p:cNvPr>
          <p:cNvPicPr>
            <a:picLocks noChangeAspect="1"/>
          </p:cNvPicPr>
          <p:nvPr/>
        </p:nvPicPr>
        <p:blipFill>
          <a:blip r:embed="rId3"/>
          <a:srcRect t="2172"/>
          <a:stretch/>
        </p:blipFill>
        <p:spPr>
          <a:xfrm>
            <a:off x="141079" y="1723164"/>
            <a:ext cx="11847431" cy="3816424"/>
          </a:xfrm>
          <a:prstGeom prst="rect">
            <a:avLst/>
          </a:prstGeom>
        </p:spPr>
      </p:pic>
    </p:spTree>
    <p:extLst>
      <p:ext uri="{BB962C8B-B14F-4D97-AF65-F5344CB8AC3E}">
        <p14:creationId xmlns:p14="http://schemas.microsoft.com/office/powerpoint/2010/main" val="740713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60BD6-80C0-FF35-CC66-904AF5AD1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CA28E-C7D9-74D9-197E-77B093580AE9}"/>
              </a:ext>
            </a:extLst>
          </p:cNvPr>
          <p:cNvSpPr>
            <a:spLocks noGrp="1"/>
          </p:cNvSpPr>
          <p:nvPr>
            <p:ph type="title"/>
          </p:nvPr>
        </p:nvSpPr>
        <p:spPr>
          <a:xfrm>
            <a:off x="345105" y="0"/>
            <a:ext cx="9733444" cy="711081"/>
          </a:xfrm>
        </p:spPr>
        <p:txBody>
          <a:bodyPr/>
          <a:lstStyle/>
          <a:p>
            <a:r>
              <a:rPr lang="en-US" dirty="0"/>
              <a:t>Clean Core</a:t>
            </a:r>
          </a:p>
        </p:txBody>
      </p:sp>
      <p:sp>
        <p:nvSpPr>
          <p:cNvPr id="3" name="Text Placeholder 2">
            <a:extLst>
              <a:ext uri="{FF2B5EF4-FFF2-40B4-BE49-F238E27FC236}">
                <a16:creationId xmlns:a16="http://schemas.microsoft.com/office/drawing/2014/main" id="{46201FBD-29F3-6C5E-A446-293DC0F9ED6E}"/>
              </a:ext>
            </a:extLst>
          </p:cNvPr>
          <p:cNvSpPr>
            <a:spLocks noGrp="1"/>
          </p:cNvSpPr>
          <p:nvPr>
            <p:ph type="body" sz="quarter" idx="10"/>
          </p:nvPr>
        </p:nvSpPr>
        <p:spPr/>
        <p:txBody>
          <a:bodyPr>
            <a:normAutofit/>
          </a:bodyPr>
          <a:lstStyle/>
          <a:p>
            <a:r>
              <a:rPr lang="en-US" sz="1800" dirty="0"/>
              <a:t>Clean means up-to-date, documented, unmodified, consistent, efficient and upgrade ready.</a:t>
            </a:r>
          </a:p>
          <a:p>
            <a:r>
              <a:rPr lang="en-US" sz="1800" dirty="0"/>
              <a:t>S/4HANA cloud Private Edition (On-premise) </a:t>
            </a:r>
            <a:r>
              <a:rPr lang="en-US" sz="1800" dirty="0">
                <a:sym typeface="Wingdings" panose="05000000000000000000" pitchFamily="2" charset="2"/>
              </a:rPr>
              <a:t> GUI Access, Full control on your system including SPRO, BADIs and custom development, postpone upgrades, Full access to code and chances of even modify standard SAP code.</a:t>
            </a:r>
          </a:p>
          <a:p>
            <a:r>
              <a:rPr lang="en-US" sz="1800" dirty="0">
                <a:sym typeface="Wingdings" panose="05000000000000000000" pitchFamily="2" charset="2"/>
              </a:rPr>
              <a:t>85-90%</a:t>
            </a:r>
            <a:endParaRPr lang="en-US" sz="1800" dirty="0"/>
          </a:p>
          <a:p>
            <a:r>
              <a:rPr lang="en-US" sz="1800" dirty="0"/>
              <a:t>S/4HANA Cloud Public Edition </a:t>
            </a:r>
            <a:r>
              <a:rPr lang="en-US" sz="1800" dirty="0">
                <a:sym typeface="Wingdings" panose="05000000000000000000" pitchFamily="2" charset="2"/>
              </a:rPr>
              <a:t> Shared Environment, Standardized ERP solution one for all customers, customers cannot postpone upgrades, they cannot have SAPGUI or full access to system, Fiori only approach for accessing business applications, Force upgrade (always clean) – 10~15%</a:t>
            </a:r>
          </a:p>
          <a:p>
            <a:endParaRPr lang="en-US" sz="1800" dirty="0">
              <a:sym typeface="Wingdings" panose="05000000000000000000" pitchFamily="2" charset="2"/>
            </a:endParaRPr>
          </a:p>
          <a:p>
            <a:r>
              <a:rPr lang="en-US" sz="1800" dirty="0">
                <a:sym typeface="Wingdings" panose="05000000000000000000" pitchFamily="2" charset="2"/>
              </a:rPr>
              <a:t>Hybrid – both.</a:t>
            </a:r>
          </a:p>
          <a:p>
            <a:r>
              <a:rPr lang="en-US" sz="1800" dirty="0">
                <a:sym typeface="Wingdings" panose="05000000000000000000" pitchFamily="2" charset="2"/>
              </a:rPr>
              <a:t>Rise with SAP – for large corporations SAP offering a conversion to S/4HANA + BTP + SAC + DS…</a:t>
            </a:r>
            <a:endParaRPr lang="en-US" sz="1800" dirty="0"/>
          </a:p>
        </p:txBody>
      </p:sp>
    </p:spTree>
    <p:extLst>
      <p:ext uri="{BB962C8B-B14F-4D97-AF65-F5344CB8AC3E}">
        <p14:creationId xmlns:p14="http://schemas.microsoft.com/office/powerpoint/2010/main" val="2015380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2B0F8-5C3A-15F0-C95A-F7D31839F2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74CA1-51D5-A0DC-EE66-5DBBA1F27BEE}"/>
              </a:ext>
            </a:extLst>
          </p:cNvPr>
          <p:cNvSpPr>
            <a:spLocks noGrp="1"/>
          </p:cNvSpPr>
          <p:nvPr>
            <p:ph type="title"/>
          </p:nvPr>
        </p:nvSpPr>
        <p:spPr>
          <a:xfrm>
            <a:off x="345105" y="0"/>
            <a:ext cx="9733444" cy="711081"/>
          </a:xfrm>
        </p:spPr>
        <p:txBody>
          <a:bodyPr/>
          <a:lstStyle/>
          <a:p>
            <a:r>
              <a:rPr lang="en-US" dirty="0"/>
              <a:t>Benefits</a:t>
            </a:r>
          </a:p>
        </p:txBody>
      </p:sp>
      <p:sp>
        <p:nvSpPr>
          <p:cNvPr id="3" name="Text Placeholder 2">
            <a:extLst>
              <a:ext uri="{FF2B5EF4-FFF2-40B4-BE49-F238E27FC236}">
                <a16:creationId xmlns:a16="http://schemas.microsoft.com/office/drawing/2014/main" id="{A46860CF-FD64-3DCD-8343-F3D044C860C1}"/>
              </a:ext>
            </a:extLst>
          </p:cNvPr>
          <p:cNvSpPr>
            <a:spLocks noGrp="1"/>
          </p:cNvSpPr>
          <p:nvPr>
            <p:ph type="body" sz="quarter" idx="10"/>
          </p:nvPr>
        </p:nvSpPr>
        <p:spPr/>
        <p:txBody>
          <a:bodyPr>
            <a:normAutofit/>
          </a:bodyPr>
          <a:lstStyle/>
          <a:p>
            <a:pPr marL="285750" indent="-285750">
              <a:buFont typeface="Arial" panose="020B0604020202020204" pitchFamily="34" charset="0"/>
              <a:buChar char="•"/>
            </a:pPr>
            <a:r>
              <a:rPr lang="en-US" sz="1800" dirty="0"/>
              <a:t>Access to innovation – Since your SAP S/4HANA system is not contaminated with custom code, the moment SAP comes with new Release, they can be applied immediately</a:t>
            </a:r>
          </a:p>
          <a:p>
            <a:pPr marL="285750" indent="-285750">
              <a:buFont typeface="Arial" panose="020B0604020202020204" pitchFamily="34" charset="0"/>
              <a:buChar char="•"/>
            </a:pPr>
            <a:r>
              <a:rPr lang="en-US" sz="1800" dirty="0"/>
              <a:t>Upgrade Simplicity – We can upgrade stress free.</a:t>
            </a:r>
          </a:p>
          <a:p>
            <a:pPr marL="285750" indent="-285750">
              <a:buFont typeface="Arial" panose="020B0604020202020204" pitchFamily="34" charset="0"/>
              <a:buChar char="•"/>
            </a:pPr>
            <a:r>
              <a:rPr lang="en-US" sz="1800" dirty="0"/>
              <a:t>Lower TCO – Since we follow clean core, we actually are safe from changes which upgrade brings, so SAP parters can offer an upgrade at fix cost.</a:t>
            </a:r>
          </a:p>
          <a:p>
            <a:pPr marL="285750" indent="-285750">
              <a:buFont typeface="Arial" panose="020B0604020202020204" pitchFamily="34" charset="0"/>
              <a:buChar char="•"/>
            </a:pPr>
            <a:r>
              <a:rPr lang="en-US" sz="1800" dirty="0"/>
              <a:t>Enhanced Security – you don’t need to on-board every dev in system, because they can use BTP for dev.</a:t>
            </a:r>
          </a:p>
          <a:p>
            <a:pPr marL="285750" indent="-285750">
              <a:buFont typeface="Arial" panose="020B0604020202020204" pitchFamily="34" charset="0"/>
              <a:buChar char="•"/>
            </a:pPr>
            <a:r>
              <a:rPr lang="en-US" sz="1800" dirty="0"/>
              <a:t>Improved performance – Core is clean, it does not have to interact with lots of custom code, Store your custom code in git with BTP.</a:t>
            </a:r>
          </a:p>
          <a:p>
            <a:pPr marL="285750" indent="-285750">
              <a:buFont typeface="Arial" panose="020B0604020202020204" pitchFamily="34" charset="0"/>
              <a:buChar char="•"/>
            </a:pPr>
            <a:r>
              <a:rPr lang="en-US" sz="1800" dirty="0"/>
              <a:t>Data Simplification – Which data is private, which is public.</a:t>
            </a:r>
          </a:p>
        </p:txBody>
      </p:sp>
    </p:spTree>
    <p:extLst>
      <p:ext uri="{BB962C8B-B14F-4D97-AF65-F5344CB8AC3E}">
        <p14:creationId xmlns:p14="http://schemas.microsoft.com/office/powerpoint/2010/main" val="2228823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CC692-B367-0256-6D9A-9ABF02C66FA0}"/>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0950E103-5D2E-8B97-BCC2-CD16E03581CB}"/>
              </a:ext>
            </a:extLst>
          </p:cNvPr>
          <p:cNvSpPr txBox="1">
            <a:spLocks/>
          </p:cNvSpPr>
          <p:nvPr/>
        </p:nvSpPr>
        <p:spPr>
          <a:xfrm>
            <a:off x="141079" y="140515"/>
            <a:ext cx="11137885" cy="513831"/>
          </a:xfrm>
          <a:prstGeom prst="rect">
            <a:avLst/>
          </a:prstGeom>
        </p:spPr>
        <p:txBody>
          <a:bodyPr lIns="121899" tIns="60949" rIns="121899" bIns="60949">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rPr>
              <a:t>Elements of Clean Core</a:t>
            </a:r>
            <a:endParaRPr kumimoji="0" lang="en-IN" sz="32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endParaRPr>
          </a:p>
        </p:txBody>
      </p:sp>
      <p:sp>
        <p:nvSpPr>
          <p:cNvPr id="4" name="TextBox 3">
            <a:extLst>
              <a:ext uri="{FF2B5EF4-FFF2-40B4-BE49-F238E27FC236}">
                <a16:creationId xmlns:a16="http://schemas.microsoft.com/office/drawing/2014/main" id="{BE35D745-4FA1-02CF-5F85-5FA6867D6B38}"/>
              </a:ext>
            </a:extLst>
          </p:cNvPr>
          <p:cNvSpPr txBox="1"/>
          <p:nvPr/>
        </p:nvSpPr>
        <p:spPr>
          <a:xfrm>
            <a:off x="9664615" y="6550224"/>
            <a:ext cx="2524210" cy="307776"/>
          </a:xfrm>
          <a:prstGeom prst="rect">
            <a:avLst/>
          </a:prstGeom>
          <a:noFill/>
        </p:spPr>
        <p:txBody>
          <a:bodyPr wrap="square" lIns="121899" tIns="60949" rIns="121899" bIns="60949">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2060"/>
                </a:solidFill>
                <a:effectLst/>
                <a:uLnTx/>
                <a:uFillTx/>
                <a:latin typeface="Cooper Black" panose="0208090404030B020404" pitchFamily="18" charset="0"/>
                <a:ea typeface="+mn-ea"/>
                <a:cs typeface="+mn-cs"/>
              </a:rPr>
              <a:t>www.anubhavtrainings.com</a:t>
            </a:r>
            <a:endParaRPr kumimoji="0" lang="en-IN" sz="1200" b="0" i="0" u="none" strike="noStrike" kern="1200" cap="none" spc="0" normalizeH="0" baseline="0" noProof="0" dirty="0">
              <a:ln>
                <a:noFill/>
              </a:ln>
              <a:solidFill>
                <a:srgbClr val="002060"/>
              </a:solidFill>
              <a:effectLst/>
              <a:uLnTx/>
              <a:uFillTx/>
              <a:latin typeface="Cooper Black" panose="0208090404030B020404" pitchFamily="18" charset="0"/>
              <a:ea typeface="+mn-ea"/>
              <a:cs typeface="+mn-cs"/>
            </a:endParaRPr>
          </a:p>
        </p:txBody>
      </p:sp>
      <p:pic>
        <p:nvPicPr>
          <p:cNvPr id="5" name="Picture 4">
            <a:extLst>
              <a:ext uri="{FF2B5EF4-FFF2-40B4-BE49-F238E27FC236}">
                <a16:creationId xmlns:a16="http://schemas.microsoft.com/office/drawing/2014/main" id="{849FA7C8-3AC3-10DB-3CFC-5DEBB6658357}"/>
              </a:ext>
            </a:extLst>
          </p:cNvPr>
          <p:cNvPicPr>
            <a:picLocks noChangeAspect="1"/>
          </p:cNvPicPr>
          <p:nvPr/>
        </p:nvPicPr>
        <p:blipFill>
          <a:blip r:embed="rId2" cstate="print"/>
          <a:stretch>
            <a:fillRect/>
          </a:stretch>
        </p:blipFill>
        <p:spPr>
          <a:xfrm>
            <a:off x="11691527" y="70369"/>
            <a:ext cx="456414" cy="450920"/>
          </a:xfrm>
          <a:prstGeom prst="rect">
            <a:avLst/>
          </a:prstGeom>
        </p:spPr>
      </p:pic>
      <p:sp>
        <p:nvSpPr>
          <p:cNvPr id="6" name="TextBox 5">
            <a:extLst>
              <a:ext uri="{FF2B5EF4-FFF2-40B4-BE49-F238E27FC236}">
                <a16:creationId xmlns:a16="http://schemas.microsoft.com/office/drawing/2014/main" id="{6D3955D7-29D3-F538-D09E-E9B4C87AC168}"/>
              </a:ext>
            </a:extLst>
          </p:cNvPr>
          <p:cNvSpPr txBox="1"/>
          <p:nvPr/>
        </p:nvSpPr>
        <p:spPr>
          <a:xfrm>
            <a:off x="116700" y="6560282"/>
            <a:ext cx="505103" cy="292366"/>
          </a:xfrm>
          <a:prstGeom prst="rect">
            <a:avLst/>
          </a:prstGeom>
          <a:noFill/>
        </p:spPr>
        <p:txBody>
          <a:bodyPr wrap="square" lIns="121899" tIns="60949" rIns="121899" bIns="60949"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Segoe UI"/>
                <a:ea typeface="+mn-ea"/>
                <a:cs typeface="+mn-cs"/>
              </a:rPr>
              <a:t>11</a:t>
            </a:r>
            <a:endParaRPr kumimoji="0" lang="en-IN" sz="110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1026" name="Picture 2">
            <a:extLst>
              <a:ext uri="{FF2B5EF4-FFF2-40B4-BE49-F238E27FC236}">
                <a16:creationId xmlns:a16="http://schemas.microsoft.com/office/drawing/2014/main" id="{32009216-A900-FE4A-A36E-1DC9EF81C5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804" y="608972"/>
            <a:ext cx="10777869" cy="5853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1466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B9937-329B-475D-743F-16AE5C1249E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EAD438C8-CFF7-330E-9B4E-4DBB64239FAE}"/>
              </a:ext>
            </a:extLst>
          </p:cNvPr>
          <p:cNvSpPr txBox="1">
            <a:spLocks/>
          </p:cNvSpPr>
          <p:nvPr/>
        </p:nvSpPr>
        <p:spPr>
          <a:xfrm>
            <a:off x="141079" y="140515"/>
            <a:ext cx="11137885" cy="513831"/>
          </a:xfrm>
          <a:prstGeom prst="rect">
            <a:avLst/>
          </a:prstGeom>
        </p:spPr>
        <p:txBody>
          <a:bodyPr lIns="121899" tIns="60949" rIns="121899" bIns="60949">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rPr>
              <a:t>High Level Guidance</a:t>
            </a:r>
            <a:endParaRPr kumimoji="0" lang="en-IN" sz="32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endParaRPr>
          </a:p>
        </p:txBody>
      </p:sp>
      <p:sp>
        <p:nvSpPr>
          <p:cNvPr id="3" name="TextBox 2">
            <a:extLst>
              <a:ext uri="{FF2B5EF4-FFF2-40B4-BE49-F238E27FC236}">
                <a16:creationId xmlns:a16="http://schemas.microsoft.com/office/drawing/2014/main" id="{CC1D185C-AE8F-3472-2718-205EFD58E311}"/>
              </a:ext>
            </a:extLst>
          </p:cNvPr>
          <p:cNvSpPr txBox="1"/>
          <p:nvPr/>
        </p:nvSpPr>
        <p:spPr>
          <a:xfrm>
            <a:off x="177646" y="654346"/>
            <a:ext cx="11486844" cy="400109"/>
          </a:xfrm>
          <a:prstGeom prst="rect">
            <a:avLst/>
          </a:prstGeom>
          <a:noFill/>
        </p:spPr>
        <p:txBody>
          <a:bodyPr wrap="square" lIns="121899" tIns="60949" rIns="121899" bIns="60949"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egoe UI"/>
                <a:ea typeface="+mn-ea"/>
                <a:cs typeface="+mn-cs"/>
              </a:rPr>
              <a:t>&lt;content&gt;</a:t>
            </a:r>
          </a:p>
        </p:txBody>
      </p:sp>
      <p:sp>
        <p:nvSpPr>
          <p:cNvPr id="4" name="TextBox 3">
            <a:extLst>
              <a:ext uri="{FF2B5EF4-FFF2-40B4-BE49-F238E27FC236}">
                <a16:creationId xmlns:a16="http://schemas.microsoft.com/office/drawing/2014/main" id="{B2C55218-CDF4-AA10-8FD5-844003825E5F}"/>
              </a:ext>
            </a:extLst>
          </p:cNvPr>
          <p:cNvSpPr txBox="1"/>
          <p:nvPr/>
        </p:nvSpPr>
        <p:spPr>
          <a:xfrm>
            <a:off x="9664615" y="6550224"/>
            <a:ext cx="2524210" cy="307776"/>
          </a:xfrm>
          <a:prstGeom prst="rect">
            <a:avLst/>
          </a:prstGeom>
          <a:noFill/>
        </p:spPr>
        <p:txBody>
          <a:bodyPr wrap="square" lIns="121899" tIns="60949" rIns="121899" bIns="60949">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2060"/>
                </a:solidFill>
                <a:effectLst/>
                <a:uLnTx/>
                <a:uFillTx/>
                <a:latin typeface="Cooper Black" panose="0208090404030B020404" pitchFamily="18" charset="0"/>
                <a:ea typeface="+mn-ea"/>
                <a:cs typeface="+mn-cs"/>
              </a:rPr>
              <a:t>www.anubhavtrainings.com</a:t>
            </a:r>
            <a:endParaRPr kumimoji="0" lang="en-IN" sz="1200" b="0" i="0" u="none" strike="noStrike" kern="1200" cap="none" spc="0" normalizeH="0" baseline="0" noProof="0" dirty="0">
              <a:ln>
                <a:noFill/>
              </a:ln>
              <a:solidFill>
                <a:srgbClr val="002060"/>
              </a:solidFill>
              <a:effectLst/>
              <a:uLnTx/>
              <a:uFillTx/>
              <a:latin typeface="Cooper Black" panose="0208090404030B020404" pitchFamily="18" charset="0"/>
              <a:ea typeface="+mn-ea"/>
              <a:cs typeface="+mn-cs"/>
            </a:endParaRPr>
          </a:p>
        </p:txBody>
      </p:sp>
      <p:pic>
        <p:nvPicPr>
          <p:cNvPr id="5" name="Picture 4">
            <a:extLst>
              <a:ext uri="{FF2B5EF4-FFF2-40B4-BE49-F238E27FC236}">
                <a16:creationId xmlns:a16="http://schemas.microsoft.com/office/drawing/2014/main" id="{4A7FD347-AAA8-DC0B-0B0F-3088F0A99906}"/>
              </a:ext>
            </a:extLst>
          </p:cNvPr>
          <p:cNvPicPr>
            <a:picLocks noChangeAspect="1"/>
          </p:cNvPicPr>
          <p:nvPr/>
        </p:nvPicPr>
        <p:blipFill>
          <a:blip r:embed="rId2" cstate="print"/>
          <a:stretch>
            <a:fillRect/>
          </a:stretch>
        </p:blipFill>
        <p:spPr>
          <a:xfrm>
            <a:off x="11691527" y="70369"/>
            <a:ext cx="456414" cy="450920"/>
          </a:xfrm>
          <a:prstGeom prst="rect">
            <a:avLst/>
          </a:prstGeom>
        </p:spPr>
      </p:pic>
      <p:sp>
        <p:nvSpPr>
          <p:cNvPr id="6" name="TextBox 5">
            <a:extLst>
              <a:ext uri="{FF2B5EF4-FFF2-40B4-BE49-F238E27FC236}">
                <a16:creationId xmlns:a16="http://schemas.microsoft.com/office/drawing/2014/main" id="{7DD74136-F603-4B57-EC85-8893703A44A6}"/>
              </a:ext>
            </a:extLst>
          </p:cNvPr>
          <p:cNvSpPr txBox="1"/>
          <p:nvPr/>
        </p:nvSpPr>
        <p:spPr>
          <a:xfrm>
            <a:off x="116700" y="6560282"/>
            <a:ext cx="505103" cy="292366"/>
          </a:xfrm>
          <a:prstGeom prst="rect">
            <a:avLst/>
          </a:prstGeom>
          <a:noFill/>
        </p:spPr>
        <p:txBody>
          <a:bodyPr wrap="square" lIns="121899" tIns="60949" rIns="121899" bIns="60949"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Segoe UI"/>
                <a:ea typeface="+mn-ea"/>
                <a:cs typeface="+mn-cs"/>
              </a:rPr>
              <a:t>11</a:t>
            </a:r>
            <a:endParaRPr kumimoji="0" lang="en-IN" sz="110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2050" name="Picture 2">
            <a:extLst>
              <a:ext uri="{FF2B5EF4-FFF2-40B4-BE49-F238E27FC236}">
                <a16:creationId xmlns:a16="http://schemas.microsoft.com/office/drawing/2014/main" id="{D3CA1D1F-1476-9F91-EFE5-5C75848A4F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79463"/>
            <a:ext cx="12188825" cy="529907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EF456D5-C99D-A61A-8914-A7D4182FF665}"/>
              </a:ext>
            </a:extLst>
          </p:cNvPr>
          <p:cNvSpPr txBox="1"/>
          <p:nvPr/>
        </p:nvSpPr>
        <p:spPr>
          <a:xfrm>
            <a:off x="5537739" y="6021651"/>
            <a:ext cx="6094878" cy="830997"/>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Segoe UI"/>
                <a:ea typeface="+mn-ea"/>
                <a:cs typeface="+mn-cs"/>
                <a:hlinkClick r:id="rId4"/>
              </a:rPr>
              <a:t>https://youtu.be/n0oS1eiOWU0</a:t>
            </a:r>
            <a:endParaRPr kumimoji="0" lang="en-IN" sz="2400" b="0" i="0" u="none" strike="noStrike" kern="1200" cap="none" spc="0" normalizeH="0" baseline="0" noProof="0" dirty="0">
              <a:ln>
                <a:noFill/>
              </a:ln>
              <a:solidFill>
                <a:prstClr val="black"/>
              </a:solidFill>
              <a:effectLst/>
              <a:uLnTx/>
              <a:uFillTx/>
              <a:latin typeface="Segoe UI"/>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dirty="0">
              <a:ln>
                <a:noFill/>
              </a:ln>
              <a:solidFill>
                <a:prstClr val="black"/>
              </a:solidFill>
              <a:effectLst/>
              <a:uLnTx/>
              <a:uFillTx/>
              <a:latin typeface="Segoe UI"/>
              <a:ea typeface="+mn-ea"/>
              <a:cs typeface="+mn-cs"/>
            </a:endParaRPr>
          </a:p>
        </p:txBody>
      </p:sp>
    </p:spTree>
    <p:extLst>
      <p:ext uri="{BB962C8B-B14F-4D97-AF65-F5344CB8AC3E}">
        <p14:creationId xmlns:p14="http://schemas.microsoft.com/office/powerpoint/2010/main" val="2026932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DF32C-5CEF-5FC8-555F-CC7CD56C5618}"/>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7B066088-4FFF-F682-EA37-662C90AC7338}"/>
              </a:ext>
            </a:extLst>
          </p:cNvPr>
          <p:cNvSpPr txBox="1">
            <a:spLocks/>
          </p:cNvSpPr>
          <p:nvPr/>
        </p:nvSpPr>
        <p:spPr>
          <a:xfrm>
            <a:off x="141079" y="140515"/>
            <a:ext cx="11137885" cy="513831"/>
          </a:xfrm>
          <a:prstGeom prst="rect">
            <a:avLst/>
          </a:prstGeom>
        </p:spPr>
        <p:txBody>
          <a:bodyPr lIns="121899" tIns="60949" rIns="121899" bIns="60949">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rPr>
              <a:t>What is API</a:t>
            </a:r>
            <a:endParaRPr kumimoji="0" lang="en-IN" sz="32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endParaRPr>
          </a:p>
        </p:txBody>
      </p:sp>
      <p:sp>
        <p:nvSpPr>
          <p:cNvPr id="4" name="TextBox 3">
            <a:extLst>
              <a:ext uri="{FF2B5EF4-FFF2-40B4-BE49-F238E27FC236}">
                <a16:creationId xmlns:a16="http://schemas.microsoft.com/office/drawing/2014/main" id="{CDF614F1-23D3-1CBB-2848-A4E69C38A0B7}"/>
              </a:ext>
            </a:extLst>
          </p:cNvPr>
          <p:cNvSpPr txBox="1"/>
          <p:nvPr/>
        </p:nvSpPr>
        <p:spPr>
          <a:xfrm>
            <a:off x="9664615" y="6550224"/>
            <a:ext cx="2524210" cy="307776"/>
          </a:xfrm>
          <a:prstGeom prst="rect">
            <a:avLst/>
          </a:prstGeom>
          <a:noFill/>
        </p:spPr>
        <p:txBody>
          <a:bodyPr wrap="square" lIns="121899" tIns="60949" rIns="121899" bIns="60949">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2060"/>
                </a:solidFill>
                <a:effectLst/>
                <a:uLnTx/>
                <a:uFillTx/>
                <a:latin typeface="Cooper Black" panose="0208090404030B020404" pitchFamily="18" charset="0"/>
                <a:ea typeface="+mn-ea"/>
                <a:cs typeface="+mn-cs"/>
              </a:rPr>
              <a:t>www.anubhavtrainings.com</a:t>
            </a:r>
            <a:endParaRPr kumimoji="0" lang="en-IN" sz="1200" b="0" i="0" u="none" strike="noStrike" kern="1200" cap="none" spc="0" normalizeH="0" baseline="0" noProof="0" dirty="0">
              <a:ln>
                <a:noFill/>
              </a:ln>
              <a:solidFill>
                <a:srgbClr val="002060"/>
              </a:solidFill>
              <a:effectLst/>
              <a:uLnTx/>
              <a:uFillTx/>
              <a:latin typeface="Cooper Black" panose="0208090404030B020404" pitchFamily="18" charset="0"/>
              <a:ea typeface="+mn-ea"/>
              <a:cs typeface="+mn-cs"/>
            </a:endParaRPr>
          </a:p>
        </p:txBody>
      </p:sp>
      <p:pic>
        <p:nvPicPr>
          <p:cNvPr id="5" name="Picture 4">
            <a:extLst>
              <a:ext uri="{FF2B5EF4-FFF2-40B4-BE49-F238E27FC236}">
                <a16:creationId xmlns:a16="http://schemas.microsoft.com/office/drawing/2014/main" id="{36358984-E522-1F0A-E69B-4E9BDB3120F5}"/>
              </a:ext>
            </a:extLst>
          </p:cNvPr>
          <p:cNvPicPr>
            <a:picLocks noChangeAspect="1"/>
          </p:cNvPicPr>
          <p:nvPr/>
        </p:nvPicPr>
        <p:blipFill>
          <a:blip r:embed="rId2" cstate="print"/>
          <a:stretch>
            <a:fillRect/>
          </a:stretch>
        </p:blipFill>
        <p:spPr>
          <a:xfrm>
            <a:off x="11691527" y="70369"/>
            <a:ext cx="456414" cy="450920"/>
          </a:xfrm>
          <a:prstGeom prst="rect">
            <a:avLst/>
          </a:prstGeom>
        </p:spPr>
      </p:pic>
      <p:sp>
        <p:nvSpPr>
          <p:cNvPr id="6" name="TextBox 5">
            <a:extLst>
              <a:ext uri="{FF2B5EF4-FFF2-40B4-BE49-F238E27FC236}">
                <a16:creationId xmlns:a16="http://schemas.microsoft.com/office/drawing/2014/main" id="{3D766F62-E3FF-A6C9-E31E-9CCCB255E2C7}"/>
              </a:ext>
            </a:extLst>
          </p:cNvPr>
          <p:cNvSpPr txBox="1"/>
          <p:nvPr/>
        </p:nvSpPr>
        <p:spPr>
          <a:xfrm>
            <a:off x="116700" y="6560282"/>
            <a:ext cx="505103" cy="292366"/>
          </a:xfrm>
          <a:prstGeom prst="rect">
            <a:avLst/>
          </a:prstGeom>
          <a:noFill/>
        </p:spPr>
        <p:txBody>
          <a:bodyPr wrap="square" lIns="121899" tIns="60949" rIns="121899" bIns="60949"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Segoe UI"/>
                <a:ea typeface="+mn-ea"/>
                <a:cs typeface="+mn-cs"/>
              </a:rPr>
              <a:t>11</a:t>
            </a:r>
            <a:endParaRPr kumimoji="0" lang="en-IN" sz="1100" b="0" i="0" u="none" strike="noStrike" kern="1200" cap="none" spc="0" normalizeH="0" baseline="0" noProof="0" dirty="0">
              <a:ln>
                <a:noFill/>
              </a:ln>
              <a:solidFill>
                <a:prstClr val="black"/>
              </a:solidFill>
              <a:effectLst/>
              <a:uLnTx/>
              <a:uFillTx/>
              <a:latin typeface="Segoe UI"/>
              <a:ea typeface="+mn-ea"/>
              <a:cs typeface="+mn-cs"/>
            </a:endParaRPr>
          </a:p>
        </p:txBody>
      </p:sp>
      <p:sp>
        <p:nvSpPr>
          <p:cNvPr id="12" name="TextBox 11">
            <a:extLst>
              <a:ext uri="{FF2B5EF4-FFF2-40B4-BE49-F238E27FC236}">
                <a16:creationId xmlns:a16="http://schemas.microsoft.com/office/drawing/2014/main" id="{FA8F27C6-D355-112D-AFD2-EC3C3C5B2E0A}"/>
              </a:ext>
            </a:extLst>
          </p:cNvPr>
          <p:cNvSpPr txBox="1"/>
          <p:nvPr/>
        </p:nvSpPr>
        <p:spPr>
          <a:xfrm>
            <a:off x="177646" y="654346"/>
            <a:ext cx="11486844" cy="400109"/>
          </a:xfrm>
          <a:prstGeom prst="rect">
            <a:avLst/>
          </a:prstGeom>
          <a:noFill/>
        </p:spPr>
        <p:txBody>
          <a:bodyPr wrap="square" lIns="121899" tIns="60949" rIns="121899" bIns="60949"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egoe UI"/>
                <a:ea typeface="+mn-ea"/>
                <a:cs typeface="+mn-cs"/>
              </a:rPr>
              <a:t>API stands for Application Programming Interface, it is a contract to right to consume data from an external system.</a:t>
            </a:r>
          </a:p>
        </p:txBody>
      </p:sp>
    </p:spTree>
    <p:extLst>
      <p:ext uri="{BB962C8B-B14F-4D97-AF65-F5344CB8AC3E}">
        <p14:creationId xmlns:p14="http://schemas.microsoft.com/office/powerpoint/2010/main" val="986944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9FAB15-EF5D-E707-EADF-3FDC5A8C4429}"/>
              </a:ext>
            </a:extLst>
          </p:cNvPr>
          <p:cNvSpPr txBox="1"/>
          <p:nvPr/>
        </p:nvSpPr>
        <p:spPr>
          <a:xfrm>
            <a:off x="189756" y="188640"/>
            <a:ext cx="10153128" cy="461665"/>
          </a:xfrm>
          <a:prstGeom prst="rect">
            <a:avLst/>
          </a:prstGeom>
          <a:noFill/>
        </p:spPr>
        <p:txBody>
          <a:bodyPr wrap="square" rtlCol="0">
            <a:spAutoFit/>
          </a:bodyPr>
          <a:lstStyle/>
          <a:p>
            <a:r>
              <a:rPr lang="en-IN" b="1" dirty="0"/>
              <a:t>SAP Cloud Connector</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6D44AD48-3C12-6840-4B68-B16CF62285C4}"/>
                  </a:ext>
                </a:extLst>
              </p14:cNvPr>
              <p14:cNvContentPartPr/>
              <p14:nvPr/>
            </p14:nvContentPartPr>
            <p14:xfrm>
              <a:off x="5046453" y="1087761"/>
              <a:ext cx="360" cy="360"/>
            </p14:xfrm>
          </p:contentPart>
        </mc:Choice>
        <mc:Fallback>
          <p:pic>
            <p:nvPicPr>
              <p:cNvPr id="3" name="Ink 2">
                <a:extLst>
                  <a:ext uri="{FF2B5EF4-FFF2-40B4-BE49-F238E27FC236}">
                    <a16:creationId xmlns:a16="http://schemas.microsoft.com/office/drawing/2014/main" id="{6D44AD48-3C12-6840-4B68-B16CF62285C4}"/>
                  </a:ext>
                </a:extLst>
              </p:cNvPr>
              <p:cNvPicPr/>
              <p:nvPr/>
            </p:nvPicPr>
            <p:blipFill>
              <a:blip r:embed="rId3"/>
              <a:stretch>
                <a:fillRect/>
              </a:stretch>
            </p:blipFill>
            <p:spPr>
              <a:xfrm>
                <a:off x="5037453" y="1079121"/>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8" name="Ink 47">
                <a:extLst>
                  <a:ext uri="{FF2B5EF4-FFF2-40B4-BE49-F238E27FC236}">
                    <a16:creationId xmlns:a16="http://schemas.microsoft.com/office/drawing/2014/main" id="{3EE5954D-962F-566B-066F-BC003AD721F6}"/>
                  </a:ext>
                </a:extLst>
              </p14:cNvPr>
              <p14:cNvContentPartPr/>
              <p14:nvPr/>
            </p14:nvContentPartPr>
            <p14:xfrm>
              <a:off x="7877133" y="5850921"/>
              <a:ext cx="29160" cy="258120"/>
            </p14:xfrm>
          </p:contentPart>
        </mc:Choice>
        <mc:Fallback>
          <p:pic>
            <p:nvPicPr>
              <p:cNvPr id="48" name="Ink 47">
                <a:extLst>
                  <a:ext uri="{FF2B5EF4-FFF2-40B4-BE49-F238E27FC236}">
                    <a16:creationId xmlns:a16="http://schemas.microsoft.com/office/drawing/2014/main" id="{3EE5954D-962F-566B-066F-BC003AD721F6}"/>
                  </a:ext>
                </a:extLst>
              </p:cNvPr>
              <p:cNvPicPr/>
              <p:nvPr/>
            </p:nvPicPr>
            <p:blipFill>
              <a:blip r:embed="rId5"/>
              <a:stretch>
                <a:fillRect/>
              </a:stretch>
            </p:blipFill>
            <p:spPr>
              <a:xfrm>
                <a:off x="7868133" y="5841921"/>
                <a:ext cx="46800" cy="2757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9" name="Ink 48">
                <a:extLst>
                  <a:ext uri="{FF2B5EF4-FFF2-40B4-BE49-F238E27FC236}">
                    <a16:creationId xmlns:a16="http://schemas.microsoft.com/office/drawing/2014/main" id="{51917907-4C8C-3656-932A-4110D66D7D9A}"/>
                  </a:ext>
                </a:extLst>
              </p14:cNvPr>
              <p14:cNvContentPartPr/>
              <p14:nvPr/>
            </p14:nvContentPartPr>
            <p14:xfrm>
              <a:off x="7905213" y="6371841"/>
              <a:ext cx="6480" cy="194040"/>
            </p14:xfrm>
          </p:contentPart>
        </mc:Choice>
        <mc:Fallback>
          <p:pic>
            <p:nvPicPr>
              <p:cNvPr id="49" name="Ink 48">
                <a:extLst>
                  <a:ext uri="{FF2B5EF4-FFF2-40B4-BE49-F238E27FC236}">
                    <a16:creationId xmlns:a16="http://schemas.microsoft.com/office/drawing/2014/main" id="{51917907-4C8C-3656-932A-4110D66D7D9A}"/>
                  </a:ext>
                </a:extLst>
              </p:cNvPr>
              <p:cNvPicPr/>
              <p:nvPr/>
            </p:nvPicPr>
            <p:blipFill>
              <a:blip r:embed="rId7"/>
              <a:stretch>
                <a:fillRect/>
              </a:stretch>
            </p:blipFill>
            <p:spPr>
              <a:xfrm>
                <a:off x="7896213" y="6362841"/>
                <a:ext cx="2412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10" name="Ink 109">
                <a:extLst>
                  <a:ext uri="{FF2B5EF4-FFF2-40B4-BE49-F238E27FC236}">
                    <a16:creationId xmlns:a16="http://schemas.microsoft.com/office/drawing/2014/main" id="{0F1B2112-D0F5-164B-E45B-3EDD293ACC5C}"/>
                  </a:ext>
                </a:extLst>
              </p14:cNvPr>
              <p14:cNvContentPartPr/>
              <p14:nvPr/>
            </p14:nvContentPartPr>
            <p14:xfrm>
              <a:off x="759213" y="2372961"/>
              <a:ext cx="6672960" cy="3827520"/>
            </p14:xfrm>
          </p:contentPart>
        </mc:Choice>
        <mc:Fallback>
          <p:pic>
            <p:nvPicPr>
              <p:cNvPr id="110" name="Ink 109">
                <a:extLst>
                  <a:ext uri="{FF2B5EF4-FFF2-40B4-BE49-F238E27FC236}">
                    <a16:creationId xmlns:a16="http://schemas.microsoft.com/office/drawing/2014/main" id="{0F1B2112-D0F5-164B-E45B-3EDD293ACC5C}"/>
                  </a:ext>
                </a:extLst>
              </p:cNvPr>
              <p:cNvPicPr/>
              <p:nvPr/>
            </p:nvPicPr>
            <p:blipFill>
              <a:blip r:embed="rId9"/>
              <a:stretch>
                <a:fillRect/>
              </a:stretch>
            </p:blipFill>
            <p:spPr>
              <a:xfrm>
                <a:off x="750213" y="2363961"/>
                <a:ext cx="6690600" cy="3845160"/>
              </a:xfrm>
              <a:prstGeom prst="rect">
                <a:avLst/>
              </a:prstGeom>
            </p:spPr>
          </p:pic>
        </mc:Fallback>
      </mc:AlternateContent>
      <p:grpSp>
        <p:nvGrpSpPr>
          <p:cNvPr id="169" name="Group 168">
            <a:extLst>
              <a:ext uri="{FF2B5EF4-FFF2-40B4-BE49-F238E27FC236}">
                <a16:creationId xmlns:a16="http://schemas.microsoft.com/office/drawing/2014/main" id="{5218317B-44E7-D2EC-0189-E9749B7999E3}"/>
              </a:ext>
            </a:extLst>
          </p:cNvPr>
          <p:cNvGrpSpPr/>
          <p:nvPr/>
        </p:nvGrpSpPr>
        <p:grpSpPr>
          <a:xfrm>
            <a:off x="498933" y="65001"/>
            <a:ext cx="11459160" cy="5603040"/>
            <a:chOff x="498933" y="65001"/>
            <a:chExt cx="11459160" cy="5603040"/>
          </a:xfrm>
        </p:grpSpPr>
        <mc:AlternateContent xmlns:mc="http://schemas.openxmlformats.org/markup-compatibility/2006">
          <mc:Choice xmlns:p14="http://schemas.microsoft.com/office/powerpoint/2010/main" Requires="p14">
            <p:contentPart p14:bwMode="auto" r:id="rId10">
              <p14:nvContentPartPr>
                <p14:cNvPr id="59" name="Ink 58">
                  <a:extLst>
                    <a:ext uri="{FF2B5EF4-FFF2-40B4-BE49-F238E27FC236}">
                      <a16:creationId xmlns:a16="http://schemas.microsoft.com/office/drawing/2014/main" id="{25B3891F-78EF-94D9-1C5B-192E28E8BFBE}"/>
                    </a:ext>
                  </a:extLst>
                </p14:cNvPr>
                <p14:cNvContentPartPr/>
                <p14:nvPr/>
              </p14:nvContentPartPr>
              <p14:xfrm>
                <a:off x="705213" y="1008921"/>
                <a:ext cx="320040" cy="293760"/>
              </p14:xfrm>
            </p:contentPart>
          </mc:Choice>
          <mc:Fallback>
            <p:pic>
              <p:nvPicPr>
                <p:cNvPr id="59" name="Ink 58">
                  <a:extLst>
                    <a:ext uri="{FF2B5EF4-FFF2-40B4-BE49-F238E27FC236}">
                      <a16:creationId xmlns:a16="http://schemas.microsoft.com/office/drawing/2014/main" id="{25B3891F-78EF-94D9-1C5B-192E28E8BFBE}"/>
                    </a:ext>
                  </a:extLst>
                </p:cNvPr>
                <p:cNvPicPr/>
                <p:nvPr/>
              </p:nvPicPr>
              <p:blipFill>
                <a:blip r:embed="rId11"/>
                <a:stretch>
                  <a:fillRect/>
                </a:stretch>
              </p:blipFill>
              <p:spPr>
                <a:xfrm>
                  <a:off x="696213" y="999921"/>
                  <a:ext cx="337680" cy="3114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60" name="Ink 59">
                  <a:extLst>
                    <a:ext uri="{FF2B5EF4-FFF2-40B4-BE49-F238E27FC236}">
                      <a16:creationId xmlns:a16="http://schemas.microsoft.com/office/drawing/2014/main" id="{F3371FE0-5AE4-0B64-D521-5AC9674B9963}"/>
                    </a:ext>
                  </a:extLst>
                </p14:cNvPr>
                <p14:cNvContentPartPr/>
                <p14:nvPr/>
              </p14:nvContentPartPr>
              <p14:xfrm>
                <a:off x="736893" y="1312761"/>
                <a:ext cx="328320" cy="216000"/>
              </p14:xfrm>
            </p:contentPart>
          </mc:Choice>
          <mc:Fallback>
            <p:pic>
              <p:nvPicPr>
                <p:cNvPr id="60" name="Ink 59">
                  <a:extLst>
                    <a:ext uri="{FF2B5EF4-FFF2-40B4-BE49-F238E27FC236}">
                      <a16:creationId xmlns:a16="http://schemas.microsoft.com/office/drawing/2014/main" id="{F3371FE0-5AE4-0B64-D521-5AC9674B9963}"/>
                    </a:ext>
                  </a:extLst>
                </p:cNvPr>
                <p:cNvPicPr/>
                <p:nvPr/>
              </p:nvPicPr>
              <p:blipFill>
                <a:blip r:embed="rId13"/>
                <a:stretch>
                  <a:fillRect/>
                </a:stretch>
              </p:blipFill>
              <p:spPr>
                <a:xfrm>
                  <a:off x="728253" y="1303761"/>
                  <a:ext cx="34596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68" name="Ink 67">
                  <a:extLst>
                    <a:ext uri="{FF2B5EF4-FFF2-40B4-BE49-F238E27FC236}">
                      <a16:creationId xmlns:a16="http://schemas.microsoft.com/office/drawing/2014/main" id="{A0842BF6-1EE3-4B1D-1763-5741653EBD23}"/>
                    </a:ext>
                  </a:extLst>
                </p14:cNvPr>
                <p14:cNvContentPartPr/>
                <p14:nvPr/>
              </p14:nvContentPartPr>
              <p14:xfrm>
                <a:off x="1293453" y="1209081"/>
                <a:ext cx="438120" cy="30240"/>
              </p14:xfrm>
            </p:contentPart>
          </mc:Choice>
          <mc:Fallback>
            <p:pic>
              <p:nvPicPr>
                <p:cNvPr id="68" name="Ink 67">
                  <a:extLst>
                    <a:ext uri="{FF2B5EF4-FFF2-40B4-BE49-F238E27FC236}">
                      <a16:creationId xmlns:a16="http://schemas.microsoft.com/office/drawing/2014/main" id="{A0842BF6-1EE3-4B1D-1763-5741653EBD23}"/>
                    </a:ext>
                  </a:extLst>
                </p:cNvPr>
                <p:cNvPicPr/>
                <p:nvPr/>
              </p:nvPicPr>
              <p:blipFill>
                <a:blip r:embed="rId15"/>
                <a:stretch>
                  <a:fillRect/>
                </a:stretch>
              </p:blipFill>
              <p:spPr>
                <a:xfrm>
                  <a:off x="1284813" y="1200081"/>
                  <a:ext cx="45576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69" name="Ink 68">
                  <a:extLst>
                    <a:ext uri="{FF2B5EF4-FFF2-40B4-BE49-F238E27FC236}">
                      <a16:creationId xmlns:a16="http://schemas.microsoft.com/office/drawing/2014/main" id="{3C34301C-82FA-996B-33C9-15DA2EF13123}"/>
                    </a:ext>
                  </a:extLst>
                </p14:cNvPr>
                <p14:cNvContentPartPr/>
                <p14:nvPr/>
              </p14:nvContentPartPr>
              <p14:xfrm>
                <a:off x="1631853" y="1147881"/>
                <a:ext cx="147600" cy="154080"/>
              </p14:xfrm>
            </p:contentPart>
          </mc:Choice>
          <mc:Fallback>
            <p:pic>
              <p:nvPicPr>
                <p:cNvPr id="69" name="Ink 68">
                  <a:extLst>
                    <a:ext uri="{FF2B5EF4-FFF2-40B4-BE49-F238E27FC236}">
                      <a16:creationId xmlns:a16="http://schemas.microsoft.com/office/drawing/2014/main" id="{3C34301C-82FA-996B-33C9-15DA2EF13123}"/>
                    </a:ext>
                  </a:extLst>
                </p:cNvPr>
                <p:cNvPicPr/>
                <p:nvPr/>
              </p:nvPicPr>
              <p:blipFill>
                <a:blip r:embed="rId17"/>
                <a:stretch>
                  <a:fillRect/>
                </a:stretch>
              </p:blipFill>
              <p:spPr>
                <a:xfrm>
                  <a:off x="1622853" y="1138881"/>
                  <a:ext cx="16524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70" name="Ink 69">
                  <a:extLst>
                    <a:ext uri="{FF2B5EF4-FFF2-40B4-BE49-F238E27FC236}">
                      <a16:creationId xmlns:a16="http://schemas.microsoft.com/office/drawing/2014/main" id="{45AEF22B-97C3-9539-4784-43E8BFEDDAFF}"/>
                    </a:ext>
                  </a:extLst>
                </p14:cNvPr>
                <p14:cNvContentPartPr/>
                <p14:nvPr/>
              </p14:nvContentPartPr>
              <p14:xfrm>
                <a:off x="2045493" y="872121"/>
                <a:ext cx="977040" cy="564840"/>
              </p14:xfrm>
            </p:contentPart>
          </mc:Choice>
          <mc:Fallback>
            <p:pic>
              <p:nvPicPr>
                <p:cNvPr id="70" name="Ink 69">
                  <a:extLst>
                    <a:ext uri="{FF2B5EF4-FFF2-40B4-BE49-F238E27FC236}">
                      <a16:creationId xmlns:a16="http://schemas.microsoft.com/office/drawing/2014/main" id="{45AEF22B-97C3-9539-4784-43E8BFEDDAFF}"/>
                    </a:ext>
                  </a:extLst>
                </p:cNvPr>
                <p:cNvPicPr/>
                <p:nvPr/>
              </p:nvPicPr>
              <p:blipFill>
                <a:blip r:embed="rId19"/>
                <a:stretch>
                  <a:fillRect/>
                </a:stretch>
              </p:blipFill>
              <p:spPr>
                <a:xfrm>
                  <a:off x="2036853" y="863481"/>
                  <a:ext cx="994680" cy="5824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71" name="Ink 70">
                  <a:extLst>
                    <a:ext uri="{FF2B5EF4-FFF2-40B4-BE49-F238E27FC236}">
                      <a16:creationId xmlns:a16="http://schemas.microsoft.com/office/drawing/2014/main" id="{0780E226-31E5-8607-FFF2-83808065071B}"/>
                    </a:ext>
                  </a:extLst>
                </p14:cNvPr>
                <p14:cNvContentPartPr/>
                <p14:nvPr/>
              </p14:nvContentPartPr>
              <p14:xfrm>
                <a:off x="1900773" y="1434801"/>
                <a:ext cx="1070280" cy="284760"/>
              </p14:xfrm>
            </p:contentPart>
          </mc:Choice>
          <mc:Fallback>
            <p:pic>
              <p:nvPicPr>
                <p:cNvPr id="71" name="Ink 70">
                  <a:extLst>
                    <a:ext uri="{FF2B5EF4-FFF2-40B4-BE49-F238E27FC236}">
                      <a16:creationId xmlns:a16="http://schemas.microsoft.com/office/drawing/2014/main" id="{0780E226-31E5-8607-FFF2-83808065071B}"/>
                    </a:ext>
                  </a:extLst>
                </p:cNvPr>
                <p:cNvPicPr/>
                <p:nvPr/>
              </p:nvPicPr>
              <p:blipFill>
                <a:blip r:embed="rId21"/>
                <a:stretch>
                  <a:fillRect/>
                </a:stretch>
              </p:blipFill>
              <p:spPr>
                <a:xfrm>
                  <a:off x="1891773" y="1425801"/>
                  <a:ext cx="1087920" cy="3024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5" name="Ink 14">
                  <a:extLst>
                    <a:ext uri="{FF2B5EF4-FFF2-40B4-BE49-F238E27FC236}">
                      <a16:creationId xmlns:a16="http://schemas.microsoft.com/office/drawing/2014/main" id="{B586393F-9AEB-0271-3925-0BDF694AA059}"/>
                    </a:ext>
                  </a:extLst>
                </p14:cNvPr>
                <p14:cNvContentPartPr/>
                <p14:nvPr/>
              </p14:nvContentPartPr>
              <p14:xfrm>
                <a:off x="9646893" y="1506801"/>
                <a:ext cx="1400760" cy="595440"/>
              </p14:xfrm>
            </p:contentPart>
          </mc:Choice>
          <mc:Fallback>
            <p:pic>
              <p:nvPicPr>
                <p:cNvPr id="15" name="Ink 14">
                  <a:extLst>
                    <a:ext uri="{FF2B5EF4-FFF2-40B4-BE49-F238E27FC236}">
                      <a16:creationId xmlns:a16="http://schemas.microsoft.com/office/drawing/2014/main" id="{B586393F-9AEB-0271-3925-0BDF694AA059}"/>
                    </a:ext>
                  </a:extLst>
                </p:cNvPr>
                <p:cNvPicPr/>
                <p:nvPr/>
              </p:nvPicPr>
              <p:blipFill>
                <a:blip r:embed="rId23"/>
                <a:stretch>
                  <a:fillRect/>
                </a:stretch>
              </p:blipFill>
              <p:spPr>
                <a:xfrm>
                  <a:off x="9638253" y="1498161"/>
                  <a:ext cx="1418400" cy="6130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6" name="Ink 15">
                  <a:extLst>
                    <a:ext uri="{FF2B5EF4-FFF2-40B4-BE49-F238E27FC236}">
                      <a16:creationId xmlns:a16="http://schemas.microsoft.com/office/drawing/2014/main" id="{6EEC8980-B2EA-A8BE-D677-355244C5B2FC}"/>
                    </a:ext>
                  </a:extLst>
                </p14:cNvPr>
                <p14:cNvContentPartPr/>
                <p14:nvPr/>
              </p14:nvContentPartPr>
              <p14:xfrm>
                <a:off x="10036773" y="1638201"/>
                <a:ext cx="170280" cy="277920"/>
              </p14:xfrm>
            </p:contentPart>
          </mc:Choice>
          <mc:Fallback>
            <p:pic>
              <p:nvPicPr>
                <p:cNvPr id="16" name="Ink 15">
                  <a:extLst>
                    <a:ext uri="{FF2B5EF4-FFF2-40B4-BE49-F238E27FC236}">
                      <a16:creationId xmlns:a16="http://schemas.microsoft.com/office/drawing/2014/main" id="{6EEC8980-B2EA-A8BE-D677-355244C5B2FC}"/>
                    </a:ext>
                  </a:extLst>
                </p:cNvPr>
                <p:cNvPicPr/>
                <p:nvPr/>
              </p:nvPicPr>
              <p:blipFill>
                <a:blip r:embed="rId25"/>
                <a:stretch>
                  <a:fillRect/>
                </a:stretch>
              </p:blipFill>
              <p:spPr>
                <a:xfrm>
                  <a:off x="10027773" y="1629201"/>
                  <a:ext cx="187920" cy="2955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7" name="Ink 16">
                  <a:extLst>
                    <a:ext uri="{FF2B5EF4-FFF2-40B4-BE49-F238E27FC236}">
                      <a16:creationId xmlns:a16="http://schemas.microsoft.com/office/drawing/2014/main" id="{9F864959-7701-D12B-B698-51955FF0D710}"/>
                    </a:ext>
                  </a:extLst>
                </p14:cNvPr>
                <p14:cNvContentPartPr/>
                <p14:nvPr/>
              </p14:nvContentPartPr>
              <p14:xfrm>
                <a:off x="10231893" y="1654761"/>
                <a:ext cx="178560" cy="215280"/>
              </p14:xfrm>
            </p:contentPart>
          </mc:Choice>
          <mc:Fallback>
            <p:pic>
              <p:nvPicPr>
                <p:cNvPr id="17" name="Ink 16">
                  <a:extLst>
                    <a:ext uri="{FF2B5EF4-FFF2-40B4-BE49-F238E27FC236}">
                      <a16:creationId xmlns:a16="http://schemas.microsoft.com/office/drawing/2014/main" id="{9F864959-7701-D12B-B698-51955FF0D710}"/>
                    </a:ext>
                  </a:extLst>
                </p:cNvPr>
                <p:cNvPicPr/>
                <p:nvPr/>
              </p:nvPicPr>
              <p:blipFill>
                <a:blip r:embed="rId27"/>
                <a:stretch>
                  <a:fillRect/>
                </a:stretch>
              </p:blipFill>
              <p:spPr>
                <a:xfrm>
                  <a:off x="10222893" y="1646121"/>
                  <a:ext cx="19620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8" name="Ink 17">
                  <a:extLst>
                    <a:ext uri="{FF2B5EF4-FFF2-40B4-BE49-F238E27FC236}">
                      <a16:creationId xmlns:a16="http://schemas.microsoft.com/office/drawing/2014/main" id="{42D3D924-1442-48E2-8A39-CB4B21BCAD42}"/>
                    </a:ext>
                  </a:extLst>
                </p14:cNvPr>
                <p14:cNvContentPartPr/>
                <p14:nvPr/>
              </p14:nvContentPartPr>
              <p14:xfrm>
                <a:off x="10214253" y="2050041"/>
                <a:ext cx="52560" cy="817560"/>
              </p14:xfrm>
            </p:contentPart>
          </mc:Choice>
          <mc:Fallback>
            <p:pic>
              <p:nvPicPr>
                <p:cNvPr id="18" name="Ink 17">
                  <a:extLst>
                    <a:ext uri="{FF2B5EF4-FFF2-40B4-BE49-F238E27FC236}">
                      <a16:creationId xmlns:a16="http://schemas.microsoft.com/office/drawing/2014/main" id="{42D3D924-1442-48E2-8A39-CB4B21BCAD42}"/>
                    </a:ext>
                  </a:extLst>
                </p:cNvPr>
                <p:cNvPicPr/>
                <p:nvPr/>
              </p:nvPicPr>
              <p:blipFill>
                <a:blip r:embed="rId29"/>
                <a:stretch>
                  <a:fillRect/>
                </a:stretch>
              </p:blipFill>
              <p:spPr>
                <a:xfrm>
                  <a:off x="10205253" y="2041401"/>
                  <a:ext cx="70200" cy="8352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9" name="Ink 18">
                  <a:extLst>
                    <a:ext uri="{FF2B5EF4-FFF2-40B4-BE49-F238E27FC236}">
                      <a16:creationId xmlns:a16="http://schemas.microsoft.com/office/drawing/2014/main" id="{42F03FFD-3541-E380-BE7E-86C29AF04354}"/>
                    </a:ext>
                  </a:extLst>
                </p14:cNvPr>
                <p14:cNvContentPartPr/>
                <p14:nvPr/>
              </p14:nvContentPartPr>
              <p14:xfrm>
                <a:off x="9180693" y="2979201"/>
                <a:ext cx="2138760" cy="952920"/>
              </p14:xfrm>
            </p:contentPart>
          </mc:Choice>
          <mc:Fallback>
            <p:pic>
              <p:nvPicPr>
                <p:cNvPr id="19" name="Ink 18">
                  <a:extLst>
                    <a:ext uri="{FF2B5EF4-FFF2-40B4-BE49-F238E27FC236}">
                      <a16:creationId xmlns:a16="http://schemas.microsoft.com/office/drawing/2014/main" id="{42F03FFD-3541-E380-BE7E-86C29AF04354}"/>
                    </a:ext>
                  </a:extLst>
                </p:cNvPr>
                <p:cNvPicPr/>
                <p:nvPr/>
              </p:nvPicPr>
              <p:blipFill>
                <a:blip r:embed="rId31"/>
                <a:stretch>
                  <a:fillRect/>
                </a:stretch>
              </p:blipFill>
              <p:spPr>
                <a:xfrm>
                  <a:off x="9172053" y="2970561"/>
                  <a:ext cx="2156400" cy="9705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855A6998-F2FE-6CF5-56EE-CD605049A7E1}"/>
                    </a:ext>
                  </a:extLst>
                </p14:cNvPr>
                <p14:cNvContentPartPr/>
                <p14:nvPr/>
              </p14:nvContentPartPr>
              <p14:xfrm>
                <a:off x="9871893" y="3171441"/>
                <a:ext cx="203400" cy="296280"/>
              </p14:xfrm>
            </p:contentPart>
          </mc:Choice>
          <mc:Fallback>
            <p:pic>
              <p:nvPicPr>
                <p:cNvPr id="20" name="Ink 19">
                  <a:extLst>
                    <a:ext uri="{FF2B5EF4-FFF2-40B4-BE49-F238E27FC236}">
                      <a16:creationId xmlns:a16="http://schemas.microsoft.com/office/drawing/2014/main" id="{855A6998-F2FE-6CF5-56EE-CD605049A7E1}"/>
                    </a:ext>
                  </a:extLst>
                </p:cNvPr>
                <p:cNvPicPr/>
                <p:nvPr/>
              </p:nvPicPr>
              <p:blipFill>
                <a:blip r:embed="rId33"/>
                <a:stretch>
                  <a:fillRect/>
                </a:stretch>
              </p:blipFill>
              <p:spPr>
                <a:xfrm>
                  <a:off x="9863253" y="3162801"/>
                  <a:ext cx="221040" cy="3139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EF546E3F-84C9-A686-F7BC-33796C7C7B47}"/>
                    </a:ext>
                  </a:extLst>
                </p14:cNvPr>
                <p14:cNvContentPartPr/>
                <p14:nvPr/>
              </p14:nvContentPartPr>
              <p14:xfrm>
                <a:off x="9925173" y="3247761"/>
                <a:ext cx="479520" cy="231840"/>
              </p14:xfrm>
            </p:contentPart>
          </mc:Choice>
          <mc:Fallback>
            <p:pic>
              <p:nvPicPr>
                <p:cNvPr id="21" name="Ink 20">
                  <a:extLst>
                    <a:ext uri="{FF2B5EF4-FFF2-40B4-BE49-F238E27FC236}">
                      <a16:creationId xmlns:a16="http://schemas.microsoft.com/office/drawing/2014/main" id="{EF546E3F-84C9-A686-F7BC-33796C7C7B47}"/>
                    </a:ext>
                  </a:extLst>
                </p:cNvPr>
                <p:cNvPicPr/>
                <p:nvPr/>
              </p:nvPicPr>
              <p:blipFill>
                <a:blip r:embed="rId35"/>
                <a:stretch>
                  <a:fillRect/>
                </a:stretch>
              </p:blipFill>
              <p:spPr>
                <a:xfrm>
                  <a:off x="9916173" y="3239121"/>
                  <a:ext cx="49716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34A49B6A-BD92-ADB1-4F18-2EB361FED982}"/>
                    </a:ext>
                  </a:extLst>
                </p14:cNvPr>
                <p14:cNvContentPartPr/>
                <p14:nvPr/>
              </p14:nvContentPartPr>
              <p14:xfrm>
                <a:off x="10236933" y="4040481"/>
                <a:ext cx="14760" cy="542160"/>
              </p14:xfrm>
            </p:contentPart>
          </mc:Choice>
          <mc:Fallback>
            <p:pic>
              <p:nvPicPr>
                <p:cNvPr id="22" name="Ink 21">
                  <a:extLst>
                    <a:ext uri="{FF2B5EF4-FFF2-40B4-BE49-F238E27FC236}">
                      <a16:creationId xmlns:a16="http://schemas.microsoft.com/office/drawing/2014/main" id="{34A49B6A-BD92-ADB1-4F18-2EB361FED982}"/>
                    </a:ext>
                  </a:extLst>
                </p:cNvPr>
                <p:cNvPicPr/>
                <p:nvPr/>
              </p:nvPicPr>
              <p:blipFill>
                <a:blip r:embed="rId37"/>
                <a:stretch>
                  <a:fillRect/>
                </a:stretch>
              </p:blipFill>
              <p:spPr>
                <a:xfrm>
                  <a:off x="10228293" y="4031481"/>
                  <a:ext cx="32400" cy="5598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FB6E531C-98E7-2A26-E5CC-E6708E6B9055}"/>
                    </a:ext>
                  </a:extLst>
                </p14:cNvPr>
                <p14:cNvContentPartPr/>
                <p14:nvPr/>
              </p14:nvContentPartPr>
              <p14:xfrm>
                <a:off x="9785853" y="4677681"/>
                <a:ext cx="1018080" cy="329760"/>
              </p14:xfrm>
            </p:contentPart>
          </mc:Choice>
          <mc:Fallback>
            <p:pic>
              <p:nvPicPr>
                <p:cNvPr id="23" name="Ink 22">
                  <a:extLst>
                    <a:ext uri="{FF2B5EF4-FFF2-40B4-BE49-F238E27FC236}">
                      <a16:creationId xmlns:a16="http://schemas.microsoft.com/office/drawing/2014/main" id="{FB6E531C-98E7-2A26-E5CC-E6708E6B9055}"/>
                    </a:ext>
                  </a:extLst>
                </p:cNvPr>
                <p:cNvPicPr/>
                <p:nvPr/>
              </p:nvPicPr>
              <p:blipFill>
                <a:blip r:embed="rId39"/>
                <a:stretch>
                  <a:fillRect/>
                </a:stretch>
              </p:blipFill>
              <p:spPr>
                <a:xfrm>
                  <a:off x="9777213" y="4669041"/>
                  <a:ext cx="1035720" cy="3474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5194E074-FA04-39DB-7D2A-B98EB29B63F6}"/>
                    </a:ext>
                  </a:extLst>
                </p14:cNvPr>
                <p14:cNvContentPartPr/>
                <p14:nvPr/>
              </p14:nvContentPartPr>
              <p14:xfrm>
                <a:off x="9919413" y="4872801"/>
                <a:ext cx="965160" cy="638280"/>
              </p14:xfrm>
            </p:contentPart>
          </mc:Choice>
          <mc:Fallback>
            <p:pic>
              <p:nvPicPr>
                <p:cNvPr id="24" name="Ink 23">
                  <a:extLst>
                    <a:ext uri="{FF2B5EF4-FFF2-40B4-BE49-F238E27FC236}">
                      <a16:creationId xmlns:a16="http://schemas.microsoft.com/office/drawing/2014/main" id="{5194E074-FA04-39DB-7D2A-B98EB29B63F6}"/>
                    </a:ext>
                  </a:extLst>
                </p:cNvPr>
                <p:cNvPicPr/>
                <p:nvPr/>
              </p:nvPicPr>
              <p:blipFill>
                <a:blip r:embed="rId41"/>
                <a:stretch>
                  <a:fillRect/>
                </a:stretch>
              </p:blipFill>
              <p:spPr>
                <a:xfrm>
                  <a:off x="9910773" y="4863801"/>
                  <a:ext cx="982800" cy="6559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0" name="Ink 39">
                  <a:extLst>
                    <a:ext uri="{FF2B5EF4-FFF2-40B4-BE49-F238E27FC236}">
                      <a16:creationId xmlns:a16="http://schemas.microsoft.com/office/drawing/2014/main" id="{FEC9DD76-3325-B94B-EECE-A9C80D24ED1E}"/>
                    </a:ext>
                  </a:extLst>
                </p14:cNvPr>
                <p14:cNvContentPartPr/>
                <p14:nvPr/>
              </p14:nvContentPartPr>
              <p14:xfrm>
                <a:off x="7916733" y="2071641"/>
                <a:ext cx="17640" cy="89640"/>
              </p14:xfrm>
            </p:contentPart>
          </mc:Choice>
          <mc:Fallback>
            <p:pic>
              <p:nvPicPr>
                <p:cNvPr id="40" name="Ink 39">
                  <a:extLst>
                    <a:ext uri="{FF2B5EF4-FFF2-40B4-BE49-F238E27FC236}">
                      <a16:creationId xmlns:a16="http://schemas.microsoft.com/office/drawing/2014/main" id="{FEC9DD76-3325-B94B-EECE-A9C80D24ED1E}"/>
                    </a:ext>
                  </a:extLst>
                </p:cNvPr>
                <p:cNvPicPr/>
                <p:nvPr/>
              </p:nvPicPr>
              <p:blipFill>
                <a:blip r:embed="rId43"/>
                <a:stretch>
                  <a:fillRect/>
                </a:stretch>
              </p:blipFill>
              <p:spPr>
                <a:xfrm>
                  <a:off x="7908093" y="2063001"/>
                  <a:ext cx="3528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41" name="Ink 40">
                  <a:extLst>
                    <a:ext uri="{FF2B5EF4-FFF2-40B4-BE49-F238E27FC236}">
                      <a16:creationId xmlns:a16="http://schemas.microsoft.com/office/drawing/2014/main" id="{78B45E6D-DBB4-6D78-68E1-0ADA07E5ED50}"/>
                    </a:ext>
                  </a:extLst>
                </p14:cNvPr>
                <p14:cNvContentPartPr/>
                <p14:nvPr/>
              </p14:nvContentPartPr>
              <p14:xfrm>
                <a:off x="7876413" y="2540361"/>
                <a:ext cx="81360" cy="340560"/>
              </p14:xfrm>
            </p:contentPart>
          </mc:Choice>
          <mc:Fallback>
            <p:pic>
              <p:nvPicPr>
                <p:cNvPr id="41" name="Ink 40">
                  <a:extLst>
                    <a:ext uri="{FF2B5EF4-FFF2-40B4-BE49-F238E27FC236}">
                      <a16:creationId xmlns:a16="http://schemas.microsoft.com/office/drawing/2014/main" id="{78B45E6D-DBB4-6D78-68E1-0ADA07E5ED50}"/>
                    </a:ext>
                  </a:extLst>
                </p:cNvPr>
                <p:cNvPicPr/>
                <p:nvPr/>
              </p:nvPicPr>
              <p:blipFill>
                <a:blip r:embed="rId45"/>
                <a:stretch>
                  <a:fillRect/>
                </a:stretch>
              </p:blipFill>
              <p:spPr>
                <a:xfrm>
                  <a:off x="7867413" y="2531721"/>
                  <a:ext cx="99000" cy="3582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2" name="Ink 41">
                  <a:extLst>
                    <a:ext uri="{FF2B5EF4-FFF2-40B4-BE49-F238E27FC236}">
                      <a16:creationId xmlns:a16="http://schemas.microsoft.com/office/drawing/2014/main" id="{E9A15608-30CD-54E7-43BD-0288DA26D3CB}"/>
                    </a:ext>
                  </a:extLst>
                </p14:cNvPr>
                <p14:cNvContentPartPr/>
                <p14:nvPr/>
              </p14:nvContentPartPr>
              <p14:xfrm>
                <a:off x="7917093" y="3246681"/>
                <a:ext cx="11520" cy="156960"/>
              </p14:xfrm>
            </p:contentPart>
          </mc:Choice>
          <mc:Fallback>
            <p:pic>
              <p:nvPicPr>
                <p:cNvPr id="42" name="Ink 41">
                  <a:extLst>
                    <a:ext uri="{FF2B5EF4-FFF2-40B4-BE49-F238E27FC236}">
                      <a16:creationId xmlns:a16="http://schemas.microsoft.com/office/drawing/2014/main" id="{E9A15608-30CD-54E7-43BD-0288DA26D3CB}"/>
                    </a:ext>
                  </a:extLst>
                </p:cNvPr>
                <p:cNvPicPr/>
                <p:nvPr/>
              </p:nvPicPr>
              <p:blipFill>
                <a:blip r:embed="rId47"/>
                <a:stretch>
                  <a:fillRect/>
                </a:stretch>
              </p:blipFill>
              <p:spPr>
                <a:xfrm>
                  <a:off x="7908453" y="3237681"/>
                  <a:ext cx="2916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45" name="Ink 44">
                  <a:extLst>
                    <a:ext uri="{FF2B5EF4-FFF2-40B4-BE49-F238E27FC236}">
                      <a16:creationId xmlns:a16="http://schemas.microsoft.com/office/drawing/2014/main" id="{AC55C788-6BC0-8359-4846-0189B513CF63}"/>
                    </a:ext>
                  </a:extLst>
                </p14:cNvPr>
                <p14:cNvContentPartPr/>
                <p14:nvPr/>
              </p14:nvContentPartPr>
              <p14:xfrm>
                <a:off x="7922493" y="4716561"/>
                <a:ext cx="6480" cy="109440"/>
              </p14:xfrm>
            </p:contentPart>
          </mc:Choice>
          <mc:Fallback>
            <p:pic>
              <p:nvPicPr>
                <p:cNvPr id="45" name="Ink 44">
                  <a:extLst>
                    <a:ext uri="{FF2B5EF4-FFF2-40B4-BE49-F238E27FC236}">
                      <a16:creationId xmlns:a16="http://schemas.microsoft.com/office/drawing/2014/main" id="{AC55C788-6BC0-8359-4846-0189B513CF63}"/>
                    </a:ext>
                  </a:extLst>
                </p:cNvPr>
                <p:cNvPicPr/>
                <p:nvPr/>
              </p:nvPicPr>
              <p:blipFill>
                <a:blip r:embed="rId49"/>
                <a:stretch>
                  <a:fillRect/>
                </a:stretch>
              </p:blipFill>
              <p:spPr>
                <a:xfrm>
                  <a:off x="7913493" y="4707561"/>
                  <a:ext cx="2412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46" name="Ink 45">
                  <a:extLst>
                    <a:ext uri="{FF2B5EF4-FFF2-40B4-BE49-F238E27FC236}">
                      <a16:creationId xmlns:a16="http://schemas.microsoft.com/office/drawing/2014/main" id="{7DD560CB-47BB-BAC6-8AA5-218B173A54C7}"/>
                    </a:ext>
                  </a:extLst>
                </p14:cNvPr>
                <p14:cNvContentPartPr/>
                <p14:nvPr/>
              </p14:nvContentPartPr>
              <p14:xfrm>
                <a:off x="7920333" y="5081241"/>
                <a:ext cx="2880" cy="234000"/>
              </p14:xfrm>
            </p:contentPart>
          </mc:Choice>
          <mc:Fallback>
            <p:pic>
              <p:nvPicPr>
                <p:cNvPr id="46" name="Ink 45">
                  <a:extLst>
                    <a:ext uri="{FF2B5EF4-FFF2-40B4-BE49-F238E27FC236}">
                      <a16:creationId xmlns:a16="http://schemas.microsoft.com/office/drawing/2014/main" id="{7DD560CB-47BB-BAC6-8AA5-218B173A54C7}"/>
                    </a:ext>
                  </a:extLst>
                </p:cNvPr>
                <p:cNvPicPr/>
                <p:nvPr/>
              </p:nvPicPr>
              <p:blipFill>
                <a:blip r:embed="rId51"/>
                <a:stretch>
                  <a:fillRect/>
                </a:stretch>
              </p:blipFill>
              <p:spPr>
                <a:xfrm>
                  <a:off x="7911693" y="5072241"/>
                  <a:ext cx="2052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47" name="Ink 46">
                  <a:extLst>
                    <a:ext uri="{FF2B5EF4-FFF2-40B4-BE49-F238E27FC236}">
                      <a16:creationId xmlns:a16="http://schemas.microsoft.com/office/drawing/2014/main" id="{D9D27032-815A-9322-1AC9-6D51A4E607AB}"/>
                    </a:ext>
                  </a:extLst>
                </p14:cNvPr>
                <p14:cNvContentPartPr/>
                <p14:nvPr/>
              </p14:nvContentPartPr>
              <p14:xfrm>
                <a:off x="7899453" y="5555721"/>
                <a:ext cx="3960" cy="27720"/>
              </p14:xfrm>
            </p:contentPart>
          </mc:Choice>
          <mc:Fallback>
            <p:pic>
              <p:nvPicPr>
                <p:cNvPr id="47" name="Ink 46">
                  <a:extLst>
                    <a:ext uri="{FF2B5EF4-FFF2-40B4-BE49-F238E27FC236}">
                      <a16:creationId xmlns:a16="http://schemas.microsoft.com/office/drawing/2014/main" id="{D9D27032-815A-9322-1AC9-6D51A4E607AB}"/>
                    </a:ext>
                  </a:extLst>
                </p:cNvPr>
                <p:cNvPicPr/>
                <p:nvPr/>
              </p:nvPicPr>
              <p:blipFill>
                <a:blip r:embed="rId53"/>
                <a:stretch>
                  <a:fillRect/>
                </a:stretch>
              </p:blipFill>
              <p:spPr>
                <a:xfrm>
                  <a:off x="7890813" y="5546721"/>
                  <a:ext cx="2160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7" name="Ink 36">
                  <a:extLst>
                    <a:ext uri="{FF2B5EF4-FFF2-40B4-BE49-F238E27FC236}">
                      <a16:creationId xmlns:a16="http://schemas.microsoft.com/office/drawing/2014/main" id="{4CAB9702-107F-5CAC-0AC7-722E80BFEB36}"/>
                    </a:ext>
                  </a:extLst>
                </p14:cNvPr>
                <p14:cNvContentPartPr/>
                <p14:nvPr/>
              </p14:nvContentPartPr>
              <p14:xfrm>
                <a:off x="7853373" y="507801"/>
                <a:ext cx="15120" cy="218520"/>
              </p14:xfrm>
            </p:contentPart>
          </mc:Choice>
          <mc:Fallback>
            <p:pic>
              <p:nvPicPr>
                <p:cNvPr id="37" name="Ink 36">
                  <a:extLst>
                    <a:ext uri="{FF2B5EF4-FFF2-40B4-BE49-F238E27FC236}">
                      <a16:creationId xmlns:a16="http://schemas.microsoft.com/office/drawing/2014/main" id="{4CAB9702-107F-5CAC-0AC7-722E80BFEB36}"/>
                    </a:ext>
                  </a:extLst>
                </p:cNvPr>
                <p:cNvPicPr/>
                <p:nvPr/>
              </p:nvPicPr>
              <p:blipFill>
                <a:blip r:embed="rId55"/>
                <a:stretch>
                  <a:fillRect/>
                </a:stretch>
              </p:blipFill>
              <p:spPr>
                <a:xfrm>
                  <a:off x="7844373" y="498801"/>
                  <a:ext cx="3276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0" name="Ink 49">
                  <a:extLst>
                    <a:ext uri="{FF2B5EF4-FFF2-40B4-BE49-F238E27FC236}">
                      <a16:creationId xmlns:a16="http://schemas.microsoft.com/office/drawing/2014/main" id="{869F1380-BA0C-2BF9-C989-9F84060517DE}"/>
                    </a:ext>
                  </a:extLst>
                </p14:cNvPr>
                <p14:cNvContentPartPr/>
                <p14:nvPr/>
              </p14:nvContentPartPr>
              <p14:xfrm>
                <a:off x="7436853" y="65001"/>
                <a:ext cx="97200" cy="666000"/>
              </p14:xfrm>
            </p:contentPart>
          </mc:Choice>
          <mc:Fallback>
            <p:pic>
              <p:nvPicPr>
                <p:cNvPr id="50" name="Ink 49">
                  <a:extLst>
                    <a:ext uri="{FF2B5EF4-FFF2-40B4-BE49-F238E27FC236}">
                      <a16:creationId xmlns:a16="http://schemas.microsoft.com/office/drawing/2014/main" id="{869F1380-BA0C-2BF9-C989-9F84060517DE}"/>
                    </a:ext>
                  </a:extLst>
                </p:cNvPr>
                <p:cNvPicPr/>
                <p:nvPr/>
              </p:nvPicPr>
              <p:blipFill>
                <a:blip r:embed="rId57"/>
                <a:stretch>
                  <a:fillRect/>
                </a:stretch>
              </p:blipFill>
              <p:spPr>
                <a:xfrm>
                  <a:off x="7427853" y="56361"/>
                  <a:ext cx="114840" cy="6836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51" name="Ink 50">
                  <a:extLst>
                    <a:ext uri="{FF2B5EF4-FFF2-40B4-BE49-F238E27FC236}">
                      <a16:creationId xmlns:a16="http://schemas.microsoft.com/office/drawing/2014/main" id="{6A1B1FC8-A946-4715-8533-4302F0D08868}"/>
                    </a:ext>
                  </a:extLst>
                </p14:cNvPr>
                <p14:cNvContentPartPr/>
                <p14:nvPr/>
              </p14:nvContentPartPr>
              <p14:xfrm>
                <a:off x="7433613" y="439761"/>
                <a:ext cx="187200" cy="156960"/>
              </p14:xfrm>
            </p:contentPart>
          </mc:Choice>
          <mc:Fallback>
            <p:pic>
              <p:nvPicPr>
                <p:cNvPr id="51" name="Ink 50">
                  <a:extLst>
                    <a:ext uri="{FF2B5EF4-FFF2-40B4-BE49-F238E27FC236}">
                      <a16:creationId xmlns:a16="http://schemas.microsoft.com/office/drawing/2014/main" id="{6A1B1FC8-A946-4715-8533-4302F0D08868}"/>
                    </a:ext>
                  </a:extLst>
                </p:cNvPr>
                <p:cNvPicPr/>
                <p:nvPr/>
              </p:nvPicPr>
              <p:blipFill>
                <a:blip r:embed="rId59"/>
                <a:stretch>
                  <a:fillRect/>
                </a:stretch>
              </p:blipFill>
              <p:spPr>
                <a:xfrm>
                  <a:off x="7424973" y="431121"/>
                  <a:ext cx="20484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52" name="Ink 51">
                  <a:extLst>
                    <a:ext uri="{FF2B5EF4-FFF2-40B4-BE49-F238E27FC236}">
                      <a16:creationId xmlns:a16="http://schemas.microsoft.com/office/drawing/2014/main" id="{E95D2AA4-3ABE-A91B-D474-765F4A9D452F}"/>
                    </a:ext>
                  </a:extLst>
                </p14:cNvPr>
                <p14:cNvContentPartPr/>
                <p14:nvPr/>
              </p14:nvContentPartPr>
              <p14:xfrm>
                <a:off x="7584813" y="323481"/>
                <a:ext cx="14040" cy="23760"/>
              </p14:xfrm>
            </p:contentPart>
          </mc:Choice>
          <mc:Fallback>
            <p:pic>
              <p:nvPicPr>
                <p:cNvPr id="52" name="Ink 51">
                  <a:extLst>
                    <a:ext uri="{FF2B5EF4-FFF2-40B4-BE49-F238E27FC236}">
                      <a16:creationId xmlns:a16="http://schemas.microsoft.com/office/drawing/2014/main" id="{E95D2AA4-3ABE-A91B-D474-765F4A9D452F}"/>
                    </a:ext>
                  </a:extLst>
                </p:cNvPr>
                <p:cNvPicPr/>
                <p:nvPr/>
              </p:nvPicPr>
              <p:blipFill>
                <a:blip r:embed="rId61"/>
                <a:stretch>
                  <a:fillRect/>
                </a:stretch>
              </p:blipFill>
              <p:spPr>
                <a:xfrm>
                  <a:off x="7575813" y="314841"/>
                  <a:ext cx="3168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53" name="Ink 52">
                  <a:extLst>
                    <a:ext uri="{FF2B5EF4-FFF2-40B4-BE49-F238E27FC236}">
                      <a16:creationId xmlns:a16="http://schemas.microsoft.com/office/drawing/2014/main" id="{D3192B46-2AE2-8C5F-07CB-A843D24AF0FA}"/>
                    </a:ext>
                  </a:extLst>
                </p14:cNvPr>
                <p14:cNvContentPartPr/>
                <p14:nvPr/>
              </p14:nvContentPartPr>
              <p14:xfrm>
                <a:off x="7633413" y="359841"/>
                <a:ext cx="93600" cy="162360"/>
              </p14:xfrm>
            </p:contentPart>
          </mc:Choice>
          <mc:Fallback>
            <p:pic>
              <p:nvPicPr>
                <p:cNvPr id="53" name="Ink 52">
                  <a:extLst>
                    <a:ext uri="{FF2B5EF4-FFF2-40B4-BE49-F238E27FC236}">
                      <a16:creationId xmlns:a16="http://schemas.microsoft.com/office/drawing/2014/main" id="{D3192B46-2AE2-8C5F-07CB-A843D24AF0FA}"/>
                    </a:ext>
                  </a:extLst>
                </p:cNvPr>
                <p:cNvPicPr/>
                <p:nvPr/>
              </p:nvPicPr>
              <p:blipFill>
                <a:blip r:embed="rId63"/>
                <a:stretch>
                  <a:fillRect/>
                </a:stretch>
              </p:blipFill>
              <p:spPr>
                <a:xfrm>
                  <a:off x="7624413" y="350841"/>
                  <a:ext cx="11124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54" name="Ink 53">
                  <a:extLst>
                    <a:ext uri="{FF2B5EF4-FFF2-40B4-BE49-F238E27FC236}">
                      <a16:creationId xmlns:a16="http://schemas.microsoft.com/office/drawing/2014/main" id="{9BF19AF1-8E39-9A16-5CAA-F8A6975A691F}"/>
                    </a:ext>
                  </a:extLst>
                </p14:cNvPr>
                <p14:cNvContentPartPr/>
                <p14:nvPr/>
              </p14:nvContentPartPr>
              <p14:xfrm>
                <a:off x="7743213" y="353721"/>
                <a:ext cx="99000" cy="173520"/>
              </p14:xfrm>
            </p:contentPart>
          </mc:Choice>
          <mc:Fallback>
            <p:pic>
              <p:nvPicPr>
                <p:cNvPr id="54" name="Ink 53">
                  <a:extLst>
                    <a:ext uri="{FF2B5EF4-FFF2-40B4-BE49-F238E27FC236}">
                      <a16:creationId xmlns:a16="http://schemas.microsoft.com/office/drawing/2014/main" id="{9BF19AF1-8E39-9A16-5CAA-F8A6975A691F}"/>
                    </a:ext>
                  </a:extLst>
                </p:cNvPr>
                <p:cNvPicPr/>
                <p:nvPr/>
              </p:nvPicPr>
              <p:blipFill>
                <a:blip r:embed="rId65"/>
                <a:stretch>
                  <a:fillRect/>
                </a:stretch>
              </p:blipFill>
              <p:spPr>
                <a:xfrm>
                  <a:off x="7734213" y="345081"/>
                  <a:ext cx="116640" cy="1911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55" name="Ink 54">
                  <a:extLst>
                    <a:ext uri="{FF2B5EF4-FFF2-40B4-BE49-F238E27FC236}">
                      <a16:creationId xmlns:a16="http://schemas.microsoft.com/office/drawing/2014/main" id="{8E46642F-8800-37FC-3AF2-D1B160EFCF63}"/>
                    </a:ext>
                  </a:extLst>
                </p14:cNvPr>
                <p14:cNvContentPartPr/>
                <p14:nvPr/>
              </p14:nvContentPartPr>
              <p14:xfrm>
                <a:off x="7882173" y="305121"/>
                <a:ext cx="209160" cy="184680"/>
              </p14:xfrm>
            </p:contentPart>
          </mc:Choice>
          <mc:Fallback>
            <p:pic>
              <p:nvPicPr>
                <p:cNvPr id="55" name="Ink 54">
                  <a:extLst>
                    <a:ext uri="{FF2B5EF4-FFF2-40B4-BE49-F238E27FC236}">
                      <a16:creationId xmlns:a16="http://schemas.microsoft.com/office/drawing/2014/main" id="{8E46642F-8800-37FC-3AF2-D1B160EFCF63}"/>
                    </a:ext>
                  </a:extLst>
                </p:cNvPr>
                <p:cNvPicPr/>
                <p:nvPr/>
              </p:nvPicPr>
              <p:blipFill>
                <a:blip r:embed="rId67"/>
                <a:stretch>
                  <a:fillRect/>
                </a:stretch>
              </p:blipFill>
              <p:spPr>
                <a:xfrm>
                  <a:off x="7873173" y="296481"/>
                  <a:ext cx="22680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56" name="Ink 55">
                  <a:extLst>
                    <a:ext uri="{FF2B5EF4-FFF2-40B4-BE49-F238E27FC236}">
                      <a16:creationId xmlns:a16="http://schemas.microsoft.com/office/drawing/2014/main" id="{DAD7C950-037A-D929-8937-D2708778440D}"/>
                    </a:ext>
                  </a:extLst>
                </p14:cNvPr>
                <p14:cNvContentPartPr/>
                <p14:nvPr/>
              </p14:nvContentPartPr>
              <p14:xfrm>
                <a:off x="8141733" y="153921"/>
                <a:ext cx="427680" cy="293040"/>
              </p14:xfrm>
            </p:contentPart>
          </mc:Choice>
          <mc:Fallback>
            <p:pic>
              <p:nvPicPr>
                <p:cNvPr id="56" name="Ink 55">
                  <a:extLst>
                    <a:ext uri="{FF2B5EF4-FFF2-40B4-BE49-F238E27FC236}">
                      <a16:creationId xmlns:a16="http://schemas.microsoft.com/office/drawing/2014/main" id="{DAD7C950-037A-D929-8937-D2708778440D}"/>
                    </a:ext>
                  </a:extLst>
                </p:cNvPr>
                <p:cNvPicPr/>
                <p:nvPr/>
              </p:nvPicPr>
              <p:blipFill>
                <a:blip r:embed="rId69"/>
                <a:stretch>
                  <a:fillRect/>
                </a:stretch>
              </p:blipFill>
              <p:spPr>
                <a:xfrm>
                  <a:off x="8132733" y="144921"/>
                  <a:ext cx="445320" cy="3106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73" name="Ink 72">
                  <a:extLst>
                    <a:ext uri="{FF2B5EF4-FFF2-40B4-BE49-F238E27FC236}">
                      <a16:creationId xmlns:a16="http://schemas.microsoft.com/office/drawing/2014/main" id="{A8A36202-0007-652F-57B7-DE29EE940859}"/>
                    </a:ext>
                  </a:extLst>
                </p14:cNvPr>
                <p14:cNvContentPartPr/>
                <p14:nvPr/>
              </p14:nvContentPartPr>
              <p14:xfrm>
                <a:off x="11046573" y="2667801"/>
                <a:ext cx="43200" cy="166320"/>
              </p14:xfrm>
            </p:contentPart>
          </mc:Choice>
          <mc:Fallback>
            <p:pic>
              <p:nvPicPr>
                <p:cNvPr id="73" name="Ink 72">
                  <a:extLst>
                    <a:ext uri="{FF2B5EF4-FFF2-40B4-BE49-F238E27FC236}">
                      <a16:creationId xmlns:a16="http://schemas.microsoft.com/office/drawing/2014/main" id="{A8A36202-0007-652F-57B7-DE29EE940859}"/>
                    </a:ext>
                  </a:extLst>
                </p:cNvPr>
                <p:cNvPicPr/>
                <p:nvPr/>
              </p:nvPicPr>
              <p:blipFill>
                <a:blip r:embed="rId71"/>
                <a:stretch>
                  <a:fillRect/>
                </a:stretch>
              </p:blipFill>
              <p:spPr>
                <a:xfrm>
                  <a:off x="11037573" y="2658801"/>
                  <a:ext cx="6084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74" name="Ink 73">
                  <a:extLst>
                    <a:ext uri="{FF2B5EF4-FFF2-40B4-BE49-F238E27FC236}">
                      <a16:creationId xmlns:a16="http://schemas.microsoft.com/office/drawing/2014/main" id="{81C63B98-FCD5-71DA-2059-3B9FCBAF1912}"/>
                    </a:ext>
                  </a:extLst>
                </p14:cNvPr>
                <p14:cNvContentPartPr/>
                <p14:nvPr/>
              </p14:nvContentPartPr>
              <p14:xfrm>
                <a:off x="11040093" y="2625681"/>
                <a:ext cx="217800" cy="246240"/>
              </p14:xfrm>
            </p:contentPart>
          </mc:Choice>
          <mc:Fallback>
            <p:pic>
              <p:nvPicPr>
                <p:cNvPr id="74" name="Ink 73">
                  <a:extLst>
                    <a:ext uri="{FF2B5EF4-FFF2-40B4-BE49-F238E27FC236}">
                      <a16:creationId xmlns:a16="http://schemas.microsoft.com/office/drawing/2014/main" id="{81C63B98-FCD5-71DA-2059-3B9FCBAF1912}"/>
                    </a:ext>
                  </a:extLst>
                </p:cNvPr>
                <p:cNvPicPr/>
                <p:nvPr/>
              </p:nvPicPr>
              <p:blipFill>
                <a:blip r:embed="rId73"/>
                <a:stretch>
                  <a:fillRect/>
                </a:stretch>
              </p:blipFill>
              <p:spPr>
                <a:xfrm>
                  <a:off x="11031093" y="2617041"/>
                  <a:ext cx="235440" cy="2638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75" name="Ink 74">
                  <a:extLst>
                    <a:ext uri="{FF2B5EF4-FFF2-40B4-BE49-F238E27FC236}">
                      <a16:creationId xmlns:a16="http://schemas.microsoft.com/office/drawing/2014/main" id="{AD1DB3F0-1F21-FB0E-2184-28155DE324AC}"/>
                    </a:ext>
                  </a:extLst>
                </p14:cNvPr>
                <p14:cNvContentPartPr/>
                <p14:nvPr/>
              </p14:nvContentPartPr>
              <p14:xfrm>
                <a:off x="11298573" y="2662761"/>
                <a:ext cx="135360" cy="200520"/>
              </p14:xfrm>
            </p:contentPart>
          </mc:Choice>
          <mc:Fallback>
            <p:pic>
              <p:nvPicPr>
                <p:cNvPr id="75" name="Ink 74">
                  <a:extLst>
                    <a:ext uri="{FF2B5EF4-FFF2-40B4-BE49-F238E27FC236}">
                      <a16:creationId xmlns:a16="http://schemas.microsoft.com/office/drawing/2014/main" id="{AD1DB3F0-1F21-FB0E-2184-28155DE324AC}"/>
                    </a:ext>
                  </a:extLst>
                </p:cNvPr>
                <p:cNvPicPr/>
                <p:nvPr/>
              </p:nvPicPr>
              <p:blipFill>
                <a:blip r:embed="rId75"/>
                <a:stretch>
                  <a:fillRect/>
                </a:stretch>
              </p:blipFill>
              <p:spPr>
                <a:xfrm>
                  <a:off x="11289573" y="2654121"/>
                  <a:ext cx="15300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76" name="Ink 75">
                  <a:extLst>
                    <a:ext uri="{FF2B5EF4-FFF2-40B4-BE49-F238E27FC236}">
                      <a16:creationId xmlns:a16="http://schemas.microsoft.com/office/drawing/2014/main" id="{B627E6F2-5315-9C46-DF7F-2B1029E65DF2}"/>
                    </a:ext>
                  </a:extLst>
                </p14:cNvPr>
                <p14:cNvContentPartPr/>
                <p14:nvPr/>
              </p14:nvContentPartPr>
              <p14:xfrm>
                <a:off x="11447253" y="2661321"/>
                <a:ext cx="59040" cy="196200"/>
              </p14:xfrm>
            </p:contentPart>
          </mc:Choice>
          <mc:Fallback>
            <p:pic>
              <p:nvPicPr>
                <p:cNvPr id="76" name="Ink 75">
                  <a:extLst>
                    <a:ext uri="{FF2B5EF4-FFF2-40B4-BE49-F238E27FC236}">
                      <a16:creationId xmlns:a16="http://schemas.microsoft.com/office/drawing/2014/main" id="{B627E6F2-5315-9C46-DF7F-2B1029E65DF2}"/>
                    </a:ext>
                  </a:extLst>
                </p:cNvPr>
                <p:cNvPicPr/>
                <p:nvPr/>
              </p:nvPicPr>
              <p:blipFill>
                <a:blip r:embed="rId77"/>
                <a:stretch>
                  <a:fillRect/>
                </a:stretch>
              </p:blipFill>
              <p:spPr>
                <a:xfrm>
                  <a:off x="11438253" y="2652321"/>
                  <a:ext cx="76680" cy="2138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77" name="Ink 76">
                  <a:extLst>
                    <a:ext uri="{FF2B5EF4-FFF2-40B4-BE49-F238E27FC236}">
                      <a16:creationId xmlns:a16="http://schemas.microsoft.com/office/drawing/2014/main" id="{58D37453-57C7-41C6-ED6C-E1FC62BEBEDB}"/>
                    </a:ext>
                  </a:extLst>
                </p14:cNvPr>
                <p14:cNvContentPartPr/>
                <p14:nvPr/>
              </p14:nvContentPartPr>
              <p14:xfrm>
                <a:off x="11493333" y="2658441"/>
                <a:ext cx="155880" cy="232560"/>
              </p14:xfrm>
            </p:contentPart>
          </mc:Choice>
          <mc:Fallback>
            <p:pic>
              <p:nvPicPr>
                <p:cNvPr id="77" name="Ink 76">
                  <a:extLst>
                    <a:ext uri="{FF2B5EF4-FFF2-40B4-BE49-F238E27FC236}">
                      <a16:creationId xmlns:a16="http://schemas.microsoft.com/office/drawing/2014/main" id="{58D37453-57C7-41C6-ED6C-E1FC62BEBEDB}"/>
                    </a:ext>
                  </a:extLst>
                </p:cNvPr>
                <p:cNvPicPr/>
                <p:nvPr/>
              </p:nvPicPr>
              <p:blipFill>
                <a:blip r:embed="rId79"/>
                <a:stretch>
                  <a:fillRect/>
                </a:stretch>
              </p:blipFill>
              <p:spPr>
                <a:xfrm>
                  <a:off x="11484693" y="2649441"/>
                  <a:ext cx="173520" cy="2502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79" name="Ink 78">
                  <a:extLst>
                    <a:ext uri="{FF2B5EF4-FFF2-40B4-BE49-F238E27FC236}">
                      <a16:creationId xmlns:a16="http://schemas.microsoft.com/office/drawing/2014/main" id="{983817EB-C8BF-4131-CDC7-557012698993}"/>
                    </a:ext>
                  </a:extLst>
                </p14:cNvPr>
                <p14:cNvContentPartPr/>
                <p14:nvPr/>
              </p14:nvContentPartPr>
              <p14:xfrm>
                <a:off x="3674853" y="430041"/>
                <a:ext cx="100440" cy="180720"/>
              </p14:xfrm>
            </p:contentPart>
          </mc:Choice>
          <mc:Fallback>
            <p:pic>
              <p:nvPicPr>
                <p:cNvPr id="79" name="Ink 78">
                  <a:extLst>
                    <a:ext uri="{FF2B5EF4-FFF2-40B4-BE49-F238E27FC236}">
                      <a16:creationId xmlns:a16="http://schemas.microsoft.com/office/drawing/2014/main" id="{983817EB-C8BF-4131-CDC7-557012698993}"/>
                    </a:ext>
                  </a:extLst>
                </p:cNvPr>
                <p:cNvPicPr/>
                <p:nvPr/>
              </p:nvPicPr>
              <p:blipFill>
                <a:blip r:embed="rId81"/>
                <a:stretch>
                  <a:fillRect/>
                </a:stretch>
              </p:blipFill>
              <p:spPr>
                <a:xfrm>
                  <a:off x="3665853" y="421401"/>
                  <a:ext cx="11808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80" name="Ink 79">
                  <a:extLst>
                    <a:ext uri="{FF2B5EF4-FFF2-40B4-BE49-F238E27FC236}">
                      <a16:creationId xmlns:a16="http://schemas.microsoft.com/office/drawing/2014/main" id="{3D4D5B52-B734-B761-D8F0-077A66BB95A3}"/>
                    </a:ext>
                  </a:extLst>
                </p14:cNvPr>
                <p14:cNvContentPartPr/>
                <p14:nvPr/>
              </p14:nvContentPartPr>
              <p14:xfrm>
                <a:off x="3572253" y="531561"/>
                <a:ext cx="345960" cy="110880"/>
              </p14:xfrm>
            </p:contentPart>
          </mc:Choice>
          <mc:Fallback>
            <p:pic>
              <p:nvPicPr>
                <p:cNvPr id="80" name="Ink 79">
                  <a:extLst>
                    <a:ext uri="{FF2B5EF4-FFF2-40B4-BE49-F238E27FC236}">
                      <a16:creationId xmlns:a16="http://schemas.microsoft.com/office/drawing/2014/main" id="{3D4D5B52-B734-B761-D8F0-077A66BB95A3}"/>
                    </a:ext>
                  </a:extLst>
                </p:cNvPr>
                <p:cNvPicPr/>
                <p:nvPr/>
              </p:nvPicPr>
              <p:blipFill>
                <a:blip r:embed="rId83"/>
                <a:stretch>
                  <a:fillRect/>
                </a:stretch>
              </p:blipFill>
              <p:spPr>
                <a:xfrm>
                  <a:off x="3563253" y="522921"/>
                  <a:ext cx="36360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81" name="Ink 80">
                  <a:extLst>
                    <a:ext uri="{FF2B5EF4-FFF2-40B4-BE49-F238E27FC236}">
                      <a16:creationId xmlns:a16="http://schemas.microsoft.com/office/drawing/2014/main" id="{907F34A5-ABA5-2536-FA71-71D095C1AE71}"/>
                    </a:ext>
                  </a:extLst>
                </p14:cNvPr>
                <p14:cNvContentPartPr/>
                <p14:nvPr/>
              </p14:nvContentPartPr>
              <p14:xfrm>
                <a:off x="3612213" y="387921"/>
                <a:ext cx="203760" cy="75240"/>
              </p14:xfrm>
            </p:contentPart>
          </mc:Choice>
          <mc:Fallback>
            <p:pic>
              <p:nvPicPr>
                <p:cNvPr id="81" name="Ink 80">
                  <a:extLst>
                    <a:ext uri="{FF2B5EF4-FFF2-40B4-BE49-F238E27FC236}">
                      <a16:creationId xmlns:a16="http://schemas.microsoft.com/office/drawing/2014/main" id="{907F34A5-ABA5-2536-FA71-71D095C1AE71}"/>
                    </a:ext>
                  </a:extLst>
                </p:cNvPr>
                <p:cNvPicPr/>
                <p:nvPr/>
              </p:nvPicPr>
              <p:blipFill>
                <a:blip r:embed="rId85"/>
                <a:stretch>
                  <a:fillRect/>
                </a:stretch>
              </p:blipFill>
              <p:spPr>
                <a:xfrm>
                  <a:off x="3603213" y="379281"/>
                  <a:ext cx="22140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82" name="Ink 81">
                  <a:extLst>
                    <a:ext uri="{FF2B5EF4-FFF2-40B4-BE49-F238E27FC236}">
                      <a16:creationId xmlns:a16="http://schemas.microsoft.com/office/drawing/2014/main" id="{AFE545D4-0BCD-A640-1559-6060818E44D7}"/>
                    </a:ext>
                  </a:extLst>
                </p14:cNvPr>
                <p14:cNvContentPartPr/>
                <p14:nvPr/>
              </p14:nvContentPartPr>
              <p14:xfrm>
                <a:off x="3848373" y="439401"/>
                <a:ext cx="223920" cy="170280"/>
              </p14:xfrm>
            </p:contentPart>
          </mc:Choice>
          <mc:Fallback>
            <p:pic>
              <p:nvPicPr>
                <p:cNvPr id="82" name="Ink 81">
                  <a:extLst>
                    <a:ext uri="{FF2B5EF4-FFF2-40B4-BE49-F238E27FC236}">
                      <a16:creationId xmlns:a16="http://schemas.microsoft.com/office/drawing/2014/main" id="{AFE545D4-0BCD-A640-1559-6060818E44D7}"/>
                    </a:ext>
                  </a:extLst>
                </p:cNvPr>
                <p:cNvPicPr/>
                <p:nvPr/>
              </p:nvPicPr>
              <p:blipFill>
                <a:blip r:embed="rId87"/>
                <a:stretch>
                  <a:fillRect/>
                </a:stretch>
              </p:blipFill>
              <p:spPr>
                <a:xfrm>
                  <a:off x="3839373" y="430761"/>
                  <a:ext cx="24156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83" name="Ink 82">
                  <a:extLst>
                    <a:ext uri="{FF2B5EF4-FFF2-40B4-BE49-F238E27FC236}">
                      <a16:creationId xmlns:a16="http://schemas.microsoft.com/office/drawing/2014/main" id="{75C75509-6B4D-F306-4B54-BE30BAA3CD7D}"/>
                    </a:ext>
                  </a:extLst>
                </p14:cNvPr>
                <p14:cNvContentPartPr/>
                <p14:nvPr/>
              </p14:nvContentPartPr>
              <p14:xfrm>
                <a:off x="4083453" y="392601"/>
                <a:ext cx="72360" cy="151200"/>
              </p14:xfrm>
            </p:contentPart>
          </mc:Choice>
          <mc:Fallback>
            <p:pic>
              <p:nvPicPr>
                <p:cNvPr id="83" name="Ink 82">
                  <a:extLst>
                    <a:ext uri="{FF2B5EF4-FFF2-40B4-BE49-F238E27FC236}">
                      <a16:creationId xmlns:a16="http://schemas.microsoft.com/office/drawing/2014/main" id="{75C75509-6B4D-F306-4B54-BE30BAA3CD7D}"/>
                    </a:ext>
                  </a:extLst>
                </p:cNvPr>
                <p:cNvPicPr/>
                <p:nvPr/>
              </p:nvPicPr>
              <p:blipFill>
                <a:blip r:embed="rId89"/>
                <a:stretch>
                  <a:fillRect/>
                </a:stretch>
              </p:blipFill>
              <p:spPr>
                <a:xfrm>
                  <a:off x="4074453" y="383961"/>
                  <a:ext cx="9000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84" name="Ink 83">
                  <a:extLst>
                    <a:ext uri="{FF2B5EF4-FFF2-40B4-BE49-F238E27FC236}">
                      <a16:creationId xmlns:a16="http://schemas.microsoft.com/office/drawing/2014/main" id="{280A2099-30EF-1BBB-A30E-7D3E7B962085}"/>
                    </a:ext>
                  </a:extLst>
                </p14:cNvPr>
                <p14:cNvContentPartPr/>
                <p14:nvPr/>
              </p14:nvContentPartPr>
              <p14:xfrm>
                <a:off x="4078413" y="400521"/>
                <a:ext cx="202680" cy="157320"/>
              </p14:xfrm>
            </p:contentPart>
          </mc:Choice>
          <mc:Fallback>
            <p:pic>
              <p:nvPicPr>
                <p:cNvPr id="84" name="Ink 83">
                  <a:extLst>
                    <a:ext uri="{FF2B5EF4-FFF2-40B4-BE49-F238E27FC236}">
                      <a16:creationId xmlns:a16="http://schemas.microsoft.com/office/drawing/2014/main" id="{280A2099-30EF-1BBB-A30E-7D3E7B962085}"/>
                    </a:ext>
                  </a:extLst>
                </p:cNvPr>
                <p:cNvPicPr/>
                <p:nvPr/>
              </p:nvPicPr>
              <p:blipFill>
                <a:blip r:embed="rId91"/>
                <a:stretch>
                  <a:fillRect/>
                </a:stretch>
              </p:blipFill>
              <p:spPr>
                <a:xfrm>
                  <a:off x="4069413" y="391881"/>
                  <a:ext cx="22032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85" name="Ink 84">
                  <a:extLst>
                    <a:ext uri="{FF2B5EF4-FFF2-40B4-BE49-F238E27FC236}">
                      <a16:creationId xmlns:a16="http://schemas.microsoft.com/office/drawing/2014/main" id="{B9029E33-D959-5728-E57D-E475793E1643}"/>
                    </a:ext>
                  </a:extLst>
                </p14:cNvPr>
                <p14:cNvContentPartPr/>
                <p14:nvPr/>
              </p14:nvContentPartPr>
              <p14:xfrm>
                <a:off x="4346973" y="358761"/>
                <a:ext cx="119520" cy="153720"/>
              </p14:xfrm>
            </p:contentPart>
          </mc:Choice>
          <mc:Fallback>
            <p:pic>
              <p:nvPicPr>
                <p:cNvPr id="85" name="Ink 84">
                  <a:extLst>
                    <a:ext uri="{FF2B5EF4-FFF2-40B4-BE49-F238E27FC236}">
                      <a16:creationId xmlns:a16="http://schemas.microsoft.com/office/drawing/2014/main" id="{B9029E33-D959-5728-E57D-E475793E1643}"/>
                    </a:ext>
                  </a:extLst>
                </p:cNvPr>
                <p:cNvPicPr/>
                <p:nvPr/>
              </p:nvPicPr>
              <p:blipFill>
                <a:blip r:embed="rId93"/>
                <a:stretch>
                  <a:fillRect/>
                </a:stretch>
              </p:blipFill>
              <p:spPr>
                <a:xfrm>
                  <a:off x="4337973" y="350121"/>
                  <a:ext cx="13716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86" name="Ink 85">
                  <a:extLst>
                    <a:ext uri="{FF2B5EF4-FFF2-40B4-BE49-F238E27FC236}">
                      <a16:creationId xmlns:a16="http://schemas.microsoft.com/office/drawing/2014/main" id="{204B4156-25C5-9BE2-3746-1F29175995F4}"/>
                    </a:ext>
                  </a:extLst>
                </p14:cNvPr>
                <p14:cNvContentPartPr/>
                <p14:nvPr/>
              </p14:nvContentPartPr>
              <p14:xfrm>
                <a:off x="4497453" y="210441"/>
                <a:ext cx="390960" cy="303840"/>
              </p14:xfrm>
            </p:contentPart>
          </mc:Choice>
          <mc:Fallback>
            <p:pic>
              <p:nvPicPr>
                <p:cNvPr id="86" name="Ink 85">
                  <a:extLst>
                    <a:ext uri="{FF2B5EF4-FFF2-40B4-BE49-F238E27FC236}">
                      <a16:creationId xmlns:a16="http://schemas.microsoft.com/office/drawing/2014/main" id="{204B4156-25C5-9BE2-3746-1F29175995F4}"/>
                    </a:ext>
                  </a:extLst>
                </p:cNvPr>
                <p:cNvPicPr/>
                <p:nvPr/>
              </p:nvPicPr>
              <p:blipFill>
                <a:blip r:embed="rId95"/>
                <a:stretch>
                  <a:fillRect/>
                </a:stretch>
              </p:blipFill>
              <p:spPr>
                <a:xfrm>
                  <a:off x="4488813" y="201441"/>
                  <a:ext cx="408600" cy="3214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87" name="Ink 86">
                  <a:extLst>
                    <a:ext uri="{FF2B5EF4-FFF2-40B4-BE49-F238E27FC236}">
                      <a16:creationId xmlns:a16="http://schemas.microsoft.com/office/drawing/2014/main" id="{AE8BB4F8-CBD5-EC65-0DD0-CD413888EC4C}"/>
                    </a:ext>
                  </a:extLst>
                </p14:cNvPr>
                <p14:cNvContentPartPr/>
                <p14:nvPr/>
              </p14:nvContentPartPr>
              <p14:xfrm>
                <a:off x="4833693" y="333201"/>
                <a:ext cx="94680" cy="31680"/>
              </p14:xfrm>
            </p:contentPart>
          </mc:Choice>
          <mc:Fallback>
            <p:pic>
              <p:nvPicPr>
                <p:cNvPr id="87" name="Ink 86">
                  <a:extLst>
                    <a:ext uri="{FF2B5EF4-FFF2-40B4-BE49-F238E27FC236}">
                      <a16:creationId xmlns:a16="http://schemas.microsoft.com/office/drawing/2014/main" id="{AE8BB4F8-CBD5-EC65-0DD0-CD413888EC4C}"/>
                    </a:ext>
                  </a:extLst>
                </p:cNvPr>
                <p:cNvPicPr/>
                <p:nvPr/>
              </p:nvPicPr>
              <p:blipFill>
                <a:blip r:embed="rId97"/>
                <a:stretch>
                  <a:fillRect/>
                </a:stretch>
              </p:blipFill>
              <p:spPr>
                <a:xfrm>
                  <a:off x="4825053" y="324201"/>
                  <a:ext cx="11232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88" name="Ink 87">
                  <a:extLst>
                    <a:ext uri="{FF2B5EF4-FFF2-40B4-BE49-F238E27FC236}">
                      <a16:creationId xmlns:a16="http://schemas.microsoft.com/office/drawing/2014/main" id="{65536196-77CF-BDA3-1629-75DCB4AF3FE2}"/>
                    </a:ext>
                  </a:extLst>
                </p14:cNvPr>
                <p14:cNvContentPartPr/>
                <p14:nvPr/>
              </p14:nvContentPartPr>
              <p14:xfrm>
                <a:off x="5101173" y="369201"/>
                <a:ext cx="73440" cy="55800"/>
              </p14:xfrm>
            </p:contentPart>
          </mc:Choice>
          <mc:Fallback>
            <p:pic>
              <p:nvPicPr>
                <p:cNvPr id="88" name="Ink 87">
                  <a:extLst>
                    <a:ext uri="{FF2B5EF4-FFF2-40B4-BE49-F238E27FC236}">
                      <a16:creationId xmlns:a16="http://schemas.microsoft.com/office/drawing/2014/main" id="{65536196-77CF-BDA3-1629-75DCB4AF3FE2}"/>
                    </a:ext>
                  </a:extLst>
                </p:cNvPr>
                <p:cNvPicPr/>
                <p:nvPr/>
              </p:nvPicPr>
              <p:blipFill>
                <a:blip r:embed="rId99"/>
                <a:stretch>
                  <a:fillRect/>
                </a:stretch>
              </p:blipFill>
              <p:spPr>
                <a:xfrm>
                  <a:off x="5092533" y="360201"/>
                  <a:ext cx="9108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89" name="Ink 88">
                  <a:extLst>
                    <a:ext uri="{FF2B5EF4-FFF2-40B4-BE49-F238E27FC236}">
                      <a16:creationId xmlns:a16="http://schemas.microsoft.com/office/drawing/2014/main" id="{F6F677AE-CA06-6356-CDB7-8CC943385E12}"/>
                    </a:ext>
                  </a:extLst>
                </p14:cNvPr>
                <p14:cNvContentPartPr/>
                <p14:nvPr/>
              </p14:nvContentPartPr>
              <p14:xfrm>
                <a:off x="5202693" y="292161"/>
                <a:ext cx="76680" cy="192960"/>
              </p14:xfrm>
            </p:contentPart>
          </mc:Choice>
          <mc:Fallback>
            <p:pic>
              <p:nvPicPr>
                <p:cNvPr id="89" name="Ink 88">
                  <a:extLst>
                    <a:ext uri="{FF2B5EF4-FFF2-40B4-BE49-F238E27FC236}">
                      <a16:creationId xmlns:a16="http://schemas.microsoft.com/office/drawing/2014/main" id="{F6F677AE-CA06-6356-CDB7-8CC943385E12}"/>
                    </a:ext>
                  </a:extLst>
                </p:cNvPr>
                <p:cNvPicPr/>
                <p:nvPr/>
              </p:nvPicPr>
              <p:blipFill>
                <a:blip r:embed="rId101"/>
                <a:stretch>
                  <a:fillRect/>
                </a:stretch>
              </p:blipFill>
              <p:spPr>
                <a:xfrm>
                  <a:off x="5193693" y="283161"/>
                  <a:ext cx="9432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90" name="Ink 89">
                  <a:extLst>
                    <a:ext uri="{FF2B5EF4-FFF2-40B4-BE49-F238E27FC236}">
                      <a16:creationId xmlns:a16="http://schemas.microsoft.com/office/drawing/2014/main" id="{8548D461-21D9-DD9E-659C-DCF802C601F2}"/>
                    </a:ext>
                  </a:extLst>
                </p14:cNvPr>
                <p14:cNvContentPartPr/>
                <p14:nvPr/>
              </p14:nvContentPartPr>
              <p14:xfrm>
                <a:off x="5279733" y="218001"/>
                <a:ext cx="116280" cy="319680"/>
              </p14:xfrm>
            </p:contentPart>
          </mc:Choice>
          <mc:Fallback>
            <p:pic>
              <p:nvPicPr>
                <p:cNvPr id="90" name="Ink 89">
                  <a:extLst>
                    <a:ext uri="{FF2B5EF4-FFF2-40B4-BE49-F238E27FC236}">
                      <a16:creationId xmlns:a16="http://schemas.microsoft.com/office/drawing/2014/main" id="{8548D461-21D9-DD9E-659C-DCF802C601F2}"/>
                    </a:ext>
                  </a:extLst>
                </p:cNvPr>
                <p:cNvPicPr/>
                <p:nvPr/>
              </p:nvPicPr>
              <p:blipFill>
                <a:blip r:embed="rId103"/>
                <a:stretch>
                  <a:fillRect/>
                </a:stretch>
              </p:blipFill>
              <p:spPr>
                <a:xfrm>
                  <a:off x="5270733" y="209361"/>
                  <a:ext cx="133920" cy="3373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91" name="Ink 90">
                  <a:extLst>
                    <a:ext uri="{FF2B5EF4-FFF2-40B4-BE49-F238E27FC236}">
                      <a16:creationId xmlns:a16="http://schemas.microsoft.com/office/drawing/2014/main" id="{00C67A8C-0390-3ECB-C1BC-09EB9056E7A0}"/>
                    </a:ext>
                  </a:extLst>
                </p14:cNvPr>
                <p14:cNvContentPartPr/>
                <p14:nvPr/>
              </p14:nvContentPartPr>
              <p14:xfrm>
                <a:off x="5451453" y="138801"/>
                <a:ext cx="124200" cy="368640"/>
              </p14:xfrm>
            </p:contentPart>
          </mc:Choice>
          <mc:Fallback>
            <p:pic>
              <p:nvPicPr>
                <p:cNvPr id="91" name="Ink 90">
                  <a:extLst>
                    <a:ext uri="{FF2B5EF4-FFF2-40B4-BE49-F238E27FC236}">
                      <a16:creationId xmlns:a16="http://schemas.microsoft.com/office/drawing/2014/main" id="{00C67A8C-0390-3ECB-C1BC-09EB9056E7A0}"/>
                    </a:ext>
                  </a:extLst>
                </p:cNvPr>
                <p:cNvPicPr/>
                <p:nvPr/>
              </p:nvPicPr>
              <p:blipFill>
                <a:blip r:embed="rId105"/>
                <a:stretch>
                  <a:fillRect/>
                </a:stretch>
              </p:blipFill>
              <p:spPr>
                <a:xfrm>
                  <a:off x="5442813" y="129801"/>
                  <a:ext cx="141840" cy="3862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93" name="Ink 92">
                  <a:extLst>
                    <a:ext uri="{FF2B5EF4-FFF2-40B4-BE49-F238E27FC236}">
                      <a16:creationId xmlns:a16="http://schemas.microsoft.com/office/drawing/2014/main" id="{8FE40EB8-4144-BBE3-086C-9715A9F8A92D}"/>
                    </a:ext>
                  </a:extLst>
                </p14:cNvPr>
                <p14:cNvContentPartPr/>
                <p14:nvPr/>
              </p14:nvContentPartPr>
              <p14:xfrm>
                <a:off x="4193613" y="639921"/>
                <a:ext cx="239760" cy="53280"/>
              </p14:xfrm>
            </p:contentPart>
          </mc:Choice>
          <mc:Fallback>
            <p:pic>
              <p:nvPicPr>
                <p:cNvPr id="93" name="Ink 92">
                  <a:extLst>
                    <a:ext uri="{FF2B5EF4-FFF2-40B4-BE49-F238E27FC236}">
                      <a16:creationId xmlns:a16="http://schemas.microsoft.com/office/drawing/2014/main" id="{8FE40EB8-4144-BBE3-086C-9715A9F8A92D}"/>
                    </a:ext>
                  </a:extLst>
                </p:cNvPr>
                <p:cNvPicPr/>
                <p:nvPr/>
              </p:nvPicPr>
              <p:blipFill>
                <a:blip r:embed="rId107"/>
                <a:stretch>
                  <a:fillRect/>
                </a:stretch>
              </p:blipFill>
              <p:spPr>
                <a:xfrm>
                  <a:off x="4184613" y="631281"/>
                  <a:ext cx="257400" cy="709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94" name="Ink 93">
                  <a:extLst>
                    <a:ext uri="{FF2B5EF4-FFF2-40B4-BE49-F238E27FC236}">
                      <a16:creationId xmlns:a16="http://schemas.microsoft.com/office/drawing/2014/main" id="{F906F252-4ADD-8BE0-FA83-A618548142E6}"/>
                    </a:ext>
                  </a:extLst>
                </p14:cNvPr>
                <p14:cNvContentPartPr/>
                <p14:nvPr/>
              </p14:nvContentPartPr>
              <p14:xfrm>
                <a:off x="4267053" y="649281"/>
                <a:ext cx="299880" cy="66960"/>
              </p14:xfrm>
            </p:contentPart>
          </mc:Choice>
          <mc:Fallback>
            <p:pic>
              <p:nvPicPr>
                <p:cNvPr id="94" name="Ink 93">
                  <a:extLst>
                    <a:ext uri="{FF2B5EF4-FFF2-40B4-BE49-F238E27FC236}">
                      <a16:creationId xmlns:a16="http://schemas.microsoft.com/office/drawing/2014/main" id="{F906F252-4ADD-8BE0-FA83-A618548142E6}"/>
                    </a:ext>
                  </a:extLst>
                </p:cNvPr>
                <p:cNvPicPr/>
                <p:nvPr/>
              </p:nvPicPr>
              <p:blipFill>
                <a:blip r:embed="rId109"/>
                <a:stretch>
                  <a:fillRect/>
                </a:stretch>
              </p:blipFill>
              <p:spPr>
                <a:xfrm>
                  <a:off x="4258413" y="640641"/>
                  <a:ext cx="317520" cy="846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38" name="Ink 37">
                  <a:extLst>
                    <a:ext uri="{FF2B5EF4-FFF2-40B4-BE49-F238E27FC236}">
                      <a16:creationId xmlns:a16="http://schemas.microsoft.com/office/drawing/2014/main" id="{BC6CA55B-3CBF-3525-73F0-C79068705238}"/>
                    </a:ext>
                  </a:extLst>
                </p14:cNvPr>
                <p14:cNvContentPartPr/>
                <p14:nvPr/>
              </p14:nvContentPartPr>
              <p14:xfrm>
                <a:off x="7893693" y="1070481"/>
                <a:ext cx="12240" cy="206280"/>
              </p14:xfrm>
            </p:contentPart>
          </mc:Choice>
          <mc:Fallback>
            <p:pic>
              <p:nvPicPr>
                <p:cNvPr id="38" name="Ink 37">
                  <a:extLst>
                    <a:ext uri="{FF2B5EF4-FFF2-40B4-BE49-F238E27FC236}">
                      <a16:creationId xmlns:a16="http://schemas.microsoft.com/office/drawing/2014/main" id="{BC6CA55B-3CBF-3525-73F0-C79068705238}"/>
                    </a:ext>
                  </a:extLst>
                </p:cNvPr>
                <p:cNvPicPr/>
                <p:nvPr/>
              </p:nvPicPr>
              <p:blipFill>
                <a:blip r:embed="rId111"/>
                <a:stretch>
                  <a:fillRect/>
                </a:stretch>
              </p:blipFill>
              <p:spPr>
                <a:xfrm>
                  <a:off x="7885053" y="1061481"/>
                  <a:ext cx="2988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39" name="Ink 38">
                  <a:extLst>
                    <a:ext uri="{FF2B5EF4-FFF2-40B4-BE49-F238E27FC236}">
                      <a16:creationId xmlns:a16="http://schemas.microsoft.com/office/drawing/2014/main" id="{C05ADB33-9255-1C59-100F-061082DEEA4F}"/>
                    </a:ext>
                  </a:extLst>
                </p14:cNvPr>
                <p14:cNvContentPartPr/>
                <p14:nvPr/>
              </p14:nvContentPartPr>
              <p14:xfrm>
                <a:off x="7895133" y="1631721"/>
                <a:ext cx="10800" cy="174600"/>
              </p14:xfrm>
            </p:contentPart>
          </mc:Choice>
          <mc:Fallback>
            <p:pic>
              <p:nvPicPr>
                <p:cNvPr id="39" name="Ink 38">
                  <a:extLst>
                    <a:ext uri="{FF2B5EF4-FFF2-40B4-BE49-F238E27FC236}">
                      <a16:creationId xmlns:a16="http://schemas.microsoft.com/office/drawing/2014/main" id="{C05ADB33-9255-1C59-100F-061082DEEA4F}"/>
                    </a:ext>
                  </a:extLst>
                </p:cNvPr>
                <p:cNvPicPr/>
                <p:nvPr/>
              </p:nvPicPr>
              <p:blipFill>
                <a:blip r:embed="rId113"/>
                <a:stretch>
                  <a:fillRect/>
                </a:stretch>
              </p:blipFill>
              <p:spPr>
                <a:xfrm>
                  <a:off x="7886493" y="1623081"/>
                  <a:ext cx="2844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99" name="Ink 98">
                  <a:extLst>
                    <a:ext uri="{FF2B5EF4-FFF2-40B4-BE49-F238E27FC236}">
                      <a16:creationId xmlns:a16="http://schemas.microsoft.com/office/drawing/2014/main" id="{8FB36574-405E-7366-BB78-1CDFED11C115}"/>
                    </a:ext>
                  </a:extLst>
                </p14:cNvPr>
                <p14:cNvContentPartPr/>
                <p14:nvPr/>
              </p14:nvContentPartPr>
              <p14:xfrm>
                <a:off x="3340413" y="1114401"/>
                <a:ext cx="3874320" cy="130680"/>
              </p14:xfrm>
            </p:contentPart>
          </mc:Choice>
          <mc:Fallback>
            <p:pic>
              <p:nvPicPr>
                <p:cNvPr id="99" name="Ink 98">
                  <a:extLst>
                    <a:ext uri="{FF2B5EF4-FFF2-40B4-BE49-F238E27FC236}">
                      <a16:creationId xmlns:a16="http://schemas.microsoft.com/office/drawing/2014/main" id="{8FB36574-405E-7366-BB78-1CDFED11C115}"/>
                    </a:ext>
                  </a:extLst>
                </p:cNvPr>
                <p:cNvPicPr/>
                <p:nvPr/>
              </p:nvPicPr>
              <p:blipFill>
                <a:blip r:embed="rId115"/>
                <a:stretch>
                  <a:fillRect/>
                </a:stretch>
              </p:blipFill>
              <p:spPr>
                <a:xfrm>
                  <a:off x="3331413" y="1105401"/>
                  <a:ext cx="389196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00" name="Ink 99">
                  <a:extLst>
                    <a:ext uri="{FF2B5EF4-FFF2-40B4-BE49-F238E27FC236}">
                      <a16:creationId xmlns:a16="http://schemas.microsoft.com/office/drawing/2014/main" id="{96FECB2C-FEBE-4BE2-C083-2F159A58AAB5}"/>
                    </a:ext>
                  </a:extLst>
                </p14:cNvPr>
                <p14:cNvContentPartPr/>
                <p14:nvPr/>
              </p14:nvContentPartPr>
              <p14:xfrm>
                <a:off x="7074693" y="1006761"/>
                <a:ext cx="165600" cy="239760"/>
              </p14:xfrm>
            </p:contentPart>
          </mc:Choice>
          <mc:Fallback>
            <p:pic>
              <p:nvPicPr>
                <p:cNvPr id="100" name="Ink 99">
                  <a:extLst>
                    <a:ext uri="{FF2B5EF4-FFF2-40B4-BE49-F238E27FC236}">
                      <a16:creationId xmlns:a16="http://schemas.microsoft.com/office/drawing/2014/main" id="{96FECB2C-FEBE-4BE2-C083-2F159A58AAB5}"/>
                    </a:ext>
                  </a:extLst>
                </p:cNvPr>
                <p:cNvPicPr/>
                <p:nvPr/>
              </p:nvPicPr>
              <p:blipFill>
                <a:blip r:embed="rId117"/>
                <a:stretch>
                  <a:fillRect/>
                </a:stretch>
              </p:blipFill>
              <p:spPr>
                <a:xfrm>
                  <a:off x="7066053" y="998121"/>
                  <a:ext cx="18324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01" name="Ink 100">
                  <a:extLst>
                    <a:ext uri="{FF2B5EF4-FFF2-40B4-BE49-F238E27FC236}">
                      <a16:creationId xmlns:a16="http://schemas.microsoft.com/office/drawing/2014/main" id="{1A3A02C4-2D7F-0200-0333-4C6367757CFB}"/>
                    </a:ext>
                  </a:extLst>
                </p14:cNvPr>
                <p14:cNvContentPartPr/>
                <p14:nvPr/>
              </p14:nvContentPartPr>
              <p14:xfrm>
                <a:off x="7367013" y="915321"/>
                <a:ext cx="1090080" cy="601920"/>
              </p14:xfrm>
            </p:contentPart>
          </mc:Choice>
          <mc:Fallback>
            <p:pic>
              <p:nvPicPr>
                <p:cNvPr id="101" name="Ink 100">
                  <a:extLst>
                    <a:ext uri="{FF2B5EF4-FFF2-40B4-BE49-F238E27FC236}">
                      <a16:creationId xmlns:a16="http://schemas.microsoft.com/office/drawing/2014/main" id="{1A3A02C4-2D7F-0200-0333-4C6367757CFB}"/>
                    </a:ext>
                  </a:extLst>
                </p:cNvPr>
                <p:cNvPicPr/>
                <p:nvPr/>
              </p:nvPicPr>
              <p:blipFill>
                <a:blip r:embed="rId119"/>
                <a:stretch>
                  <a:fillRect/>
                </a:stretch>
              </p:blipFill>
              <p:spPr>
                <a:xfrm>
                  <a:off x="7358373" y="906681"/>
                  <a:ext cx="1107720" cy="6195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02" name="Ink 101">
                  <a:extLst>
                    <a:ext uri="{FF2B5EF4-FFF2-40B4-BE49-F238E27FC236}">
                      <a16:creationId xmlns:a16="http://schemas.microsoft.com/office/drawing/2014/main" id="{C171919D-3B25-EA12-B0A6-B34851CEE0AE}"/>
                    </a:ext>
                  </a:extLst>
                </p14:cNvPr>
                <p14:cNvContentPartPr/>
                <p14:nvPr/>
              </p14:nvContentPartPr>
              <p14:xfrm>
                <a:off x="7406253" y="1061841"/>
                <a:ext cx="234360" cy="266400"/>
              </p14:xfrm>
            </p:contentPart>
          </mc:Choice>
          <mc:Fallback>
            <p:pic>
              <p:nvPicPr>
                <p:cNvPr id="102" name="Ink 101">
                  <a:extLst>
                    <a:ext uri="{FF2B5EF4-FFF2-40B4-BE49-F238E27FC236}">
                      <a16:creationId xmlns:a16="http://schemas.microsoft.com/office/drawing/2014/main" id="{C171919D-3B25-EA12-B0A6-B34851CEE0AE}"/>
                    </a:ext>
                  </a:extLst>
                </p:cNvPr>
                <p:cNvPicPr/>
                <p:nvPr/>
              </p:nvPicPr>
              <p:blipFill>
                <a:blip r:embed="rId121"/>
                <a:stretch>
                  <a:fillRect/>
                </a:stretch>
              </p:blipFill>
              <p:spPr>
                <a:xfrm>
                  <a:off x="7397613" y="1053201"/>
                  <a:ext cx="252000" cy="2840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03" name="Ink 102">
                  <a:extLst>
                    <a:ext uri="{FF2B5EF4-FFF2-40B4-BE49-F238E27FC236}">
                      <a16:creationId xmlns:a16="http://schemas.microsoft.com/office/drawing/2014/main" id="{70773952-D871-D603-31D7-7CD713641680}"/>
                    </a:ext>
                  </a:extLst>
                </p14:cNvPr>
                <p14:cNvContentPartPr/>
                <p14:nvPr/>
              </p14:nvContentPartPr>
              <p14:xfrm>
                <a:off x="7715133" y="1068681"/>
                <a:ext cx="118440" cy="272880"/>
              </p14:xfrm>
            </p:contentPart>
          </mc:Choice>
          <mc:Fallback>
            <p:pic>
              <p:nvPicPr>
                <p:cNvPr id="103" name="Ink 102">
                  <a:extLst>
                    <a:ext uri="{FF2B5EF4-FFF2-40B4-BE49-F238E27FC236}">
                      <a16:creationId xmlns:a16="http://schemas.microsoft.com/office/drawing/2014/main" id="{70773952-D871-D603-31D7-7CD713641680}"/>
                    </a:ext>
                  </a:extLst>
                </p:cNvPr>
                <p:cNvPicPr/>
                <p:nvPr/>
              </p:nvPicPr>
              <p:blipFill>
                <a:blip r:embed="rId123"/>
                <a:stretch>
                  <a:fillRect/>
                </a:stretch>
              </p:blipFill>
              <p:spPr>
                <a:xfrm>
                  <a:off x="7706493" y="1060041"/>
                  <a:ext cx="136080" cy="29052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04" name="Ink 103">
                  <a:extLst>
                    <a:ext uri="{FF2B5EF4-FFF2-40B4-BE49-F238E27FC236}">
                      <a16:creationId xmlns:a16="http://schemas.microsoft.com/office/drawing/2014/main" id="{217531BA-205A-3F68-5813-4E911084599C}"/>
                    </a:ext>
                  </a:extLst>
                </p14:cNvPr>
                <p14:cNvContentPartPr/>
                <p14:nvPr/>
              </p14:nvContentPartPr>
              <p14:xfrm>
                <a:off x="7893693" y="1071201"/>
                <a:ext cx="301680" cy="275760"/>
              </p14:xfrm>
            </p:contentPart>
          </mc:Choice>
          <mc:Fallback>
            <p:pic>
              <p:nvPicPr>
                <p:cNvPr id="104" name="Ink 103">
                  <a:extLst>
                    <a:ext uri="{FF2B5EF4-FFF2-40B4-BE49-F238E27FC236}">
                      <a16:creationId xmlns:a16="http://schemas.microsoft.com/office/drawing/2014/main" id="{217531BA-205A-3F68-5813-4E911084599C}"/>
                    </a:ext>
                  </a:extLst>
                </p:cNvPr>
                <p:cNvPicPr/>
                <p:nvPr/>
              </p:nvPicPr>
              <p:blipFill>
                <a:blip r:embed="rId125"/>
                <a:stretch>
                  <a:fillRect/>
                </a:stretch>
              </p:blipFill>
              <p:spPr>
                <a:xfrm>
                  <a:off x="7885053" y="1062561"/>
                  <a:ext cx="319320" cy="2934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06" name="Ink 105">
                  <a:extLst>
                    <a:ext uri="{FF2B5EF4-FFF2-40B4-BE49-F238E27FC236}">
                      <a16:creationId xmlns:a16="http://schemas.microsoft.com/office/drawing/2014/main" id="{9E8543CD-5D88-4EB0-1771-7232B96865A4}"/>
                    </a:ext>
                  </a:extLst>
                </p14:cNvPr>
                <p14:cNvContentPartPr/>
                <p14:nvPr/>
              </p14:nvContentPartPr>
              <p14:xfrm>
                <a:off x="8417133" y="1232121"/>
                <a:ext cx="822600" cy="1497960"/>
              </p14:xfrm>
            </p:contentPart>
          </mc:Choice>
          <mc:Fallback>
            <p:pic>
              <p:nvPicPr>
                <p:cNvPr id="106" name="Ink 105">
                  <a:extLst>
                    <a:ext uri="{FF2B5EF4-FFF2-40B4-BE49-F238E27FC236}">
                      <a16:creationId xmlns:a16="http://schemas.microsoft.com/office/drawing/2014/main" id="{9E8543CD-5D88-4EB0-1771-7232B96865A4}"/>
                    </a:ext>
                  </a:extLst>
                </p:cNvPr>
                <p:cNvPicPr/>
                <p:nvPr/>
              </p:nvPicPr>
              <p:blipFill>
                <a:blip r:embed="rId127"/>
                <a:stretch>
                  <a:fillRect/>
                </a:stretch>
              </p:blipFill>
              <p:spPr>
                <a:xfrm>
                  <a:off x="8408493" y="1223481"/>
                  <a:ext cx="840240" cy="151560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07" name="Ink 106">
                  <a:extLst>
                    <a:ext uri="{FF2B5EF4-FFF2-40B4-BE49-F238E27FC236}">
                      <a16:creationId xmlns:a16="http://schemas.microsoft.com/office/drawing/2014/main" id="{89B1303E-CA91-E511-AD69-111C988A8A16}"/>
                    </a:ext>
                  </a:extLst>
                </p14:cNvPr>
                <p14:cNvContentPartPr/>
                <p14:nvPr/>
              </p14:nvContentPartPr>
              <p14:xfrm>
                <a:off x="9203733" y="2568441"/>
                <a:ext cx="118440" cy="222120"/>
              </p14:xfrm>
            </p:contentPart>
          </mc:Choice>
          <mc:Fallback>
            <p:pic>
              <p:nvPicPr>
                <p:cNvPr id="107" name="Ink 106">
                  <a:extLst>
                    <a:ext uri="{FF2B5EF4-FFF2-40B4-BE49-F238E27FC236}">
                      <a16:creationId xmlns:a16="http://schemas.microsoft.com/office/drawing/2014/main" id="{89B1303E-CA91-E511-AD69-111C988A8A16}"/>
                    </a:ext>
                  </a:extLst>
                </p:cNvPr>
                <p:cNvPicPr/>
                <p:nvPr/>
              </p:nvPicPr>
              <p:blipFill>
                <a:blip r:embed="rId129"/>
                <a:stretch>
                  <a:fillRect/>
                </a:stretch>
              </p:blipFill>
              <p:spPr>
                <a:xfrm>
                  <a:off x="9195093" y="2559441"/>
                  <a:ext cx="13608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61" name="Ink 60">
                  <a:extLst>
                    <a:ext uri="{FF2B5EF4-FFF2-40B4-BE49-F238E27FC236}">
                      <a16:creationId xmlns:a16="http://schemas.microsoft.com/office/drawing/2014/main" id="{76BF4FEE-B5AD-E68D-BC18-DBC1CC82708E}"/>
                    </a:ext>
                  </a:extLst>
                </p14:cNvPr>
                <p14:cNvContentPartPr/>
                <p14:nvPr/>
              </p14:nvContentPartPr>
              <p14:xfrm>
                <a:off x="498933" y="1638201"/>
                <a:ext cx="154800" cy="329400"/>
              </p14:xfrm>
            </p:contentPart>
          </mc:Choice>
          <mc:Fallback>
            <p:pic>
              <p:nvPicPr>
                <p:cNvPr id="61" name="Ink 60">
                  <a:extLst>
                    <a:ext uri="{FF2B5EF4-FFF2-40B4-BE49-F238E27FC236}">
                      <a16:creationId xmlns:a16="http://schemas.microsoft.com/office/drawing/2014/main" id="{76BF4FEE-B5AD-E68D-BC18-DBC1CC82708E}"/>
                    </a:ext>
                  </a:extLst>
                </p:cNvPr>
                <p:cNvPicPr/>
                <p:nvPr/>
              </p:nvPicPr>
              <p:blipFill>
                <a:blip r:embed="rId131"/>
                <a:stretch>
                  <a:fillRect/>
                </a:stretch>
              </p:blipFill>
              <p:spPr>
                <a:xfrm>
                  <a:off x="489933" y="1629561"/>
                  <a:ext cx="172440" cy="3470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62" name="Ink 61">
                  <a:extLst>
                    <a:ext uri="{FF2B5EF4-FFF2-40B4-BE49-F238E27FC236}">
                      <a16:creationId xmlns:a16="http://schemas.microsoft.com/office/drawing/2014/main" id="{E0C1A7AA-0E74-DA46-CF5A-E9AF1A5849B3}"/>
                    </a:ext>
                  </a:extLst>
                </p14:cNvPr>
                <p14:cNvContentPartPr/>
                <p14:nvPr/>
              </p14:nvContentPartPr>
              <p14:xfrm>
                <a:off x="701613" y="1766721"/>
                <a:ext cx="122040" cy="125640"/>
              </p14:xfrm>
            </p:contentPart>
          </mc:Choice>
          <mc:Fallback>
            <p:pic>
              <p:nvPicPr>
                <p:cNvPr id="62" name="Ink 61">
                  <a:extLst>
                    <a:ext uri="{FF2B5EF4-FFF2-40B4-BE49-F238E27FC236}">
                      <a16:creationId xmlns:a16="http://schemas.microsoft.com/office/drawing/2014/main" id="{E0C1A7AA-0E74-DA46-CF5A-E9AF1A5849B3}"/>
                    </a:ext>
                  </a:extLst>
                </p:cNvPr>
                <p:cNvPicPr/>
                <p:nvPr/>
              </p:nvPicPr>
              <p:blipFill>
                <a:blip r:embed="rId133"/>
                <a:stretch>
                  <a:fillRect/>
                </a:stretch>
              </p:blipFill>
              <p:spPr>
                <a:xfrm>
                  <a:off x="692613" y="1757721"/>
                  <a:ext cx="13968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63" name="Ink 62">
                  <a:extLst>
                    <a:ext uri="{FF2B5EF4-FFF2-40B4-BE49-F238E27FC236}">
                      <a16:creationId xmlns:a16="http://schemas.microsoft.com/office/drawing/2014/main" id="{5F836F58-7246-5204-2811-B1CFC724439F}"/>
                    </a:ext>
                  </a:extLst>
                </p14:cNvPr>
                <p14:cNvContentPartPr/>
                <p14:nvPr/>
              </p14:nvContentPartPr>
              <p14:xfrm>
                <a:off x="846693" y="1679601"/>
                <a:ext cx="152640" cy="178560"/>
              </p14:xfrm>
            </p:contentPart>
          </mc:Choice>
          <mc:Fallback>
            <p:pic>
              <p:nvPicPr>
                <p:cNvPr id="63" name="Ink 62">
                  <a:extLst>
                    <a:ext uri="{FF2B5EF4-FFF2-40B4-BE49-F238E27FC236}">
                      <a16:creationId xmlns:a16="http://schemas.microsoft.com/office/drawing/2014/main" id="{5F836F58-7246-5204-2811-B1CFC724439F}"/>
                    </a:ext>
                  </a:extLst>
                </p:cNvPr>
                <p:cNvPicPr/>
                <p:nvPr/>
              </p:nvPicPr>
              <p:blipFill>
                <a:blip r:embed="rId135"/>
                <a:stretch>
                  <a:fillRect/>
                </a:stretch>
              </p:blipFill>
              <p:spPr>
                <a:xfrm>
                  <a:off x="837693" y="1670961"/>
                  <a:ext cx="17028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64" name="Ink 63">
                  <a:extLst>
                    <a:ext uri="{FF2B5EF4-FFF2-40B4-BE49-F238E27FC236}">
                      <a16:creationId xmlns:a16="http://schemas.microsoft.com/office/drawing/2014/main" id="{A3D60AC4-2F6C-A188-F217-58B78DA9B332}"/>
                    </a:ext>
                  </a:extLst>
                </p14:cNvPr>
                <p14:cNvContentPartPr/>
                <p14:nvPr/>
              </p14:nvContentPartPr>
              <p14:xfrm>
                <a:off x="1007613" y="1679241"/>
                <a:ext cx="85680" cy="116280"/>
              </p14:xfrm>
            </p:contentPart>
          </mc:Choice>
          <mc:Fallback>
            <p:pic>
              <p:nvPicPr>
                <p:cNvPr id="64" name="Ink 63">
                  <a:extLst>
                    <a:ext uri="{FF2B5EF4-FFF2-40B4-BE49-F238E27FC236}">
                      <a16:creationId xmlns:a16="http://schemas.microsoft.com/office/drawing/2014/main" id="{A3D60AC4-2F6C-A188-F217-58B78DA9B332}"/>
                    </a:ext>
                  </a:extLst>
                </p:cNvPr>
                <p:cNvPicPr/>
                <p:nvPr/>
              </p:nvPicPr>
              <p:blipFill>
                <a:blip r:embed="rId137"/>
                <a:stretch>
                  <a:fillRect/>
                </a:stretch>
              </p:blipFill>
              <p:spPr>
                <a:xfrm>
                  <a:off x="998973" y="1670601"/>
                  <a:ext cx="10332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65" name="Ink 64">
                  <a:extLst>
                    <a:ext uri="{FF2B5EF4-FFF2-40B4-BE49-F238E27FC236}">
                      <a16:creationId xmlns:a16="http://schemas.microsoft.com/office/drawing/2014/main" id="{9E632079-0A5D-F6EE-6479-1ED160E6532D}"/>
                    </a:ext>
                  </a:extLst>
                </p14:cNvPr>
                <p14:cNvContentPartPr/>
                <p14:nvPr/>
              </p14:nvContentPartPr>
              <p14:xfrm>
                <a:off x="1126053" y="1661601"/>
                <a:ext cx="127440" cy="127800"/>
              </p14:xfrm>
            </p:contentPart>
          </mc:Choice>
          <mc:Fallback>
            <p:pic>
              <p:nvPicPr>
                <p:cNvPr id="65" name="Ink 64">
                  <a:extLst>
                    <a:ext uri="{FF2B5EF4-FFF2-40B4-BE49-F238E27FC236}">
                      <a16:creationId xmlns:a16="http://schemas.microsoft.com/office/drawing/2014/main" id="{9E632079-0A5D-F6EE-6479-1ED160E6532D}"/>
                    </a:ext>
                  </a:extLst>
                </p:cNvPr>
                <p:cNvPicPr/>
                <p:nvPr/>
              </p:nvPicPr>
              <p:blipFill>
                <a:blip r:embed="rId139"/>
                <a:stretch>
                  <a:fillRect/>
                </a:stretch>
              </p:blipFill>
              <p:spPr>
                <a:xfrm>
                  <a:off x="1117413" y="1652601"/>
                  <a:ext cx="14508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11" name="Ink 110">
                  <a:extLst>
                    <a:ext uri="{FF2B5EF4-FFF2-40B4-BE49-F238E27FC236}">
                      <a16:creationId xmlns:a16="http://schemas.microsoft.com/office/drawing/2014/main" id="{A8B096A3-3DC5-D23F-C585-911BB99DE608}"/>
                    </a:ext>
                  </a:extLst>
                </p14:cNvPr>
                <p14:cNvContentPartPr/>
                <p14:nvPr/>
              </p14:nvContentPartPr>
              <p14:xfrm>
                <a:off x="901773" y="2234001"/>
                <a:ext cx="53640" cy="162720"/>
              </p14:xfrm>
            </p:contentPart>
          </mc:Choice>
          <mc:Fallback>
            <p:pic>
              <p:nvPicPr>
                <p:cNvPr id="111" name="Ink 110">
                  <a:extLst>
                    <a:ext uri="{FF2B5EF4-FFF2-40B4-BE49-F238E27FC236}">
                      <a16:creationId xmlns:a16="http://schemas.microsoft.com/office/drawing/2014/main" id="{A8B096A3-3DC5-D23F-C585-911BB99DE608}"/>
                    </a:ext>
                  </a:extLst>
                </p:cNvPr>
                <p:cNvPicPr/>
                <p:nvPr/>
              </p:nvPicPr>
              <p:blipFill>
                <a:blip r:embed="rId141"/>
                <a:stretch>
                  <a:fillRect/>
                </a:stretch>
              </p:blipFill>
              <p:spPr>
                <a:xfrm>
                  <a:off x="892773" y="2225361"/>
                  <a:ext cx="7128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12" name="Ink 111">
                  <a:extLst>
                    <a:ext uri="{FF2B5EF4-FFF2-40B4-BE49-F238E27FC236}">
                      <a16:creationId xmlns:a16="http://schemas.microsoft.com/office/drawing/2014/main" id="{F2586B99-787F-6F63-4069-3C7E0791C091}"/>
                    </a:ext>
                  </a:extLst>
                </p14:cNvPr>
                <p14:cNvContentPartPr/>
                <p14:nvPr/>
              </p14:nvContentPartPr>
              <p14:xfrm>
                <a:off x="864333" y="2129961"/>
                <a:ext cx="273600" cy="263880"/>
              </p14:xfrm>
            </p:contentPart>
          </mc:Choice>
          <mc:Fallback>
            <p:pic>
              <p:nvPicPr>
                <p:cNvPr id="112" name="Ink 111">
                  <a:extLst>
                    <a:ext uri="{FF2B5EF4-FFF2-40B4-BE49-F238E27FC236}">
                      <a16:creationId xmlns:a16="http://schemas.microsoft.com/office/drawing/2014/main" id="{F2586B99-787F-6F63-4069-3C7E0791C091}"/>
                    </a:ext>
                  </a:extLst>
                </p:cNvPr>
                <p:cNvPicPr/>
                <p:nvPr/>
              </p:nvPicPr>
              <p:blipFill>
                <a:blip r:embed="rId143"/>
                <a:stretch>
                  <a:fillRect/>
                </a:stretch>
              </p:blipFill>
              <p:spPr>
                <a:xfrm>
                  <a:off x="855333" y="2121321"/>
                  <a:ext cx="29124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13" name="Ink 112">
                  <a:extLst>
                    <a:ext uri="{FF2B5EF4-FFF2-40B4-BE49-F238E27FC236}">
                      <a16:creationId xmlns:a16="http://schemas.microsoft.com/office/drawing/2014/main" id="{892FC9C2-E225-D634-BACA-3F74FA351AA2}"/>
                    </a:ext>
                  </a:extLst>
                </p14:cNvPr>
                <p14:cNvContentPartPr/>
                <p14:nvPr/>
              </p14:nvContentPartPr>
              <p14:xfrm>
                <a:off x="1029933" y="2169561"/>
                <a:ext cx="183240" cy="173880"/>
              </p14:xfrm>
            </p:contentPart>
          </mc:Choice>
          <mc:Fallback>
            <p:pic>
              <p:nvPicPr>
                <p:cNvPr id="113" name="Ink 112">
                  <a:extLst>
                    <a:ext uri="{FF2B5EF4-FFF2-40B4-BE49-F238E27FC236}">
                      <a16:creationId xmlns:a16="http://schemas.microsoft.com/office/drawing/2014/main" id="{892FC9C2-E225-D634-BACA-3F74FA351AA2}"/>
                    </a:ext>
                  </a:extLst>
                </p:cNvPr>
                <p:cNvPicPr/>
                <p:nvPr/>
              </p:nvPicPr>
              <p:blipFill>
                <a:blip r:embed="rId145"/>
                <a:stretch>
                  <a:fillRect/>
                </a:stretch>
              </p:blipFill>
              <p:spPr>
                <a:xfrm>
                  <a:off x="1021293" y="2160561"/>
                  <a:ext cx="20088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14" name="Ink 113">
                  <a:extLst>
                    <a:ext uri="{FF2B5EF4-FFF2-40B4-BE49-F238E27FC236}">
                      <a16:creationId xmlns:a16="http://schemas.microsoft.com/office/drawing/2014/main" id="{97C9034C-EC7B-8A82-2C1B-505881A689FB}"/>
                    </a:ext>
                  </a:extLst>
                </p14:cNvPr>
                <p14:cNvContentPartPr/>
                <p14:nvPr/>
              </p14:nvContentPartPr>
              <p14:xfrm>
                <a:off x="1284093" y="2124201"/>
                <a:ext cx="115920" cy="228240"/>
              </p14:xfrm>
            </p:contentPart>
          </mc:Choice>
          <mc:Fallback>
            <p:pic>
              <p:nvPicPr>
                <p:cNvPr id="114" name="Ink 113">
                  <a:extLst>
                    <a:ext uri="{FF2B5EF4-FFF2-40B4-BE49-F238E27FC236}">
                      <a16:creationId xmlns:a16="http://schemas.microsoft.com/office/drawing/2014/main" id="{97C9034C-EC7B-8A82-2C1B-505881A689FB}"/>
                    </a:ext>
                  </a:extLst>
                </p:cNvPr>
                <p:cNvPicPr/>
                <p:nvPr/>
              </p:nvPicPr>
              <p:blipFill>
                <a:blip r:embed="rId147"/>
                <a:stretch>
                  <a:fillRect/>
                </a:stretch>
              </p:blipFill>
              <p:spPr>
                <a:xfrm>
                  <a:off x="1275453" y="2115561"/>
                  <a:ext cx="133560" cy="2458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15" name="Ink 114">
                  <a:extLst>
                    <a:ext uri="{FF2B5EF4-FFF2-40B4-BE49-F238E27FC236}">
                      <a16:creationId xmlns:a16="http://schemas.microsoft.com/office/drawing/2014/main" id="{91FC4093-9F1A-EB2E-5971-5993C01260E8}"/>
                    </a:ext>
                  </a:extLst>
                </p14:cNvPr>
                <p14:cNvContentPartPr/>
                <p14:nvPr/>
              </p14:nvContentPartPr>
              <p14:xfrm>
                <a:off x="1515933" y="2239401"/>
                <a:ext cx="96480" cy="6480"/>
              </p14:xfrm>
            </p:contentPart>
          </mc:Choice>
          <mc:Fallback>
            <p:pic>
              <p:nvPicPr>
                <p:cNvPr id="115" name="Ink 114">
                  <a:extLst>
                    <a:ext uri="{FF2B5EF4-FFF2-40B4-BE49-F238E27FC236}">
                      <a16:creationId xmlns:a16="http://schemas.microsoft.com/office/drawing/2014/main" id="{91FC4093-9F1A-EB2E-5971-5993C01260E8}"/>
                    </a:ext>
                  </a:extLst>
                </p:cNvPr>
                <p:cNvPicPr/>
                <p:nvPr/>
              </p:nvPicPr>
              <p:blipFill>
                <a:blip r:embed="rId149"/>
                <a:stretch>
                  <a:fillRect/>
                </a:stretch>
              </p:blipFill>
              <p:spPr>
                <a:xfrm>
                  <a:off x="1507293" y="2230761"/>
                  <a:ext cx="11412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16" name="Ink 115">
                  <a:extLst>
                    <a:ext uri="{FF2B5EF4-FFF2-40B4-BE49-F238E27FC236}">
                      <a16:creationId xmlns:a16="http://schemas.microsoft.com/office/drawing/2014/main" id="{CB365009-0DD8-7B42-DB23-1C0143EFA55E}"/>
                    </a:ext>
                  </a:extLst>
                </p14:cNvPr>
                <p14:cNvContentPartPr/>
                <p14:nvPr/>
              </p14:nvContentPartPr>
              <p14:xfrm>
                <a:off x="1755693" y="2077401"/>
                <a:ext cx="95400" cy="233640"/>
              </p14:xfrm>
            </p:contentPart>
          </mc:Choice>
          <mc:Fallback>
            <p:pic>
              <p:nvPicPr>
                <p:cNvPr id="116" name="Ink 115">
                  <a:extLst>
                    <a:ext uri="{FF2B5EF4-FFF2-40B4-BE49-F238E27FC236}">
                      <a16:creationId xmlns:a16="http://schemas.microsoft.com/office/drawing/2014/main" id="{CB365009-0DD8-7B42-DB23-1C0143EFA55E}"/>
                    </a:ext>
                  </a:extLst>
                </p:cNvPr>
                <p:cNvPicPr/>
                <p:nvPr/>
              </p:nvPicPr>
              <p:blipFill>
                <a:blip r:embed="rId151"/>
                <a:stretch>
                  <a:fillRect/>
                </a:stretch>
              </p:blipFill>
              <p:spPr>
                <a:xfrm>
                  <a:off x="1746693" y="2068761"/>
                  <a:ext cx="11304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17" name="Ink 116">
                  <a:extLst>
                    <a:ext uri="{FF2B5EF4-FFF2-40B4-BE49-F238E27FC236}">
                      <a16:creationId xmlns:a16="http://schemas.microsoft.com/office/drawing/2014/main" id="{BB8FB805-78BE-ECF7-2589-18B660DB56FA}"/>
                    </a:ext>
                  </a:extLst>
                </p14:cNvPr>
                <p14:cNvContentPartPr/>
                <p14:nvPr/>
              </p14:nvContentPartPr>
              <p14:xfrm>
                <a:off x="1739853" y="2258121"/>
                <a:ext cx="174600" cy="74520"/>
              </p14:xfrm>
            </p:contentPart>
          </mc:Choice>
          <mc:Fallback>
            <p:pic>
              <p:nvPicPr>
                <p:cNvPr id="117" name="Ink 116">
                  <a:extLst>
                    <a:ext uri="{FF2B5EF4-FFF2-40B4-BE49-F238E27FC236}">
                      <a16:creationId xmlns:a16="http://schemas.microsoft.com/office/drawing/2014/main" id="{BB8FB805-78BE-ECF7-2589-18B660DB56FA}"/>
                    </a:ext>
                  </a:extLst>
                </p:cNvPr>
                <p:cNvPicPr/>
                <p:nvPr/>
              </p:nvPicPr>
              <p:blipFill>
                <a:blip r:embed="rId153"/>
                <a:stretch>
                  <a:fillRect/>
                </a:stretch>
              </p:blipFill>
              <p:spPr>
                <a:xfrm>
                  <a:off x="1731213" y="2249121"/>
                  <a:ext cx="19224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18" name="Ink 117">
                  <a:extLst>
                    <a:ext uri="{FF2B5EF4-FFF2-40B4-BE49-F238E27FC236}">
                      <a16:creationId xmlns:a16="http://schemas.microsoft.com/office/drawing/2014/main" id="{AAC9AF04-795C-FEB0-5AA8-EC97EF152F77}"/>
                    </a:ext>
                  </a:extLst>
                </p14:cNvPr>
                <p14:cNvContentPartPr/>
                <p14:nvPr/>
              </p14:nvContentPartPr>
              <p14:xfrm>
                <a:off x="1680093" y="2025561"/>
                <a:ext cx="135360" cy="127800"/>
              </p14:xfrm>
            </p:contentPart>
          </mc:Choice>
          <mc:Fallback>
            <p:pic>
              <p:nvPicPr>
                <p:cNvPr id="118" name="Ink 117">
                  <a:extLst>
                    <a:ext uri="{FF2B5EF4-FFF2-40B4-BE49-F238E27FC236}">
                      <a16:creationId xmlns:a16="http://schemas.microsoft.com/office/drawing/2014/main" id="{AAC9AF04-795C-FEB0-5AA8-EC97EF152F77}"/>
                    </a:ext>
                  </a:extLst>
                </p:cNvPr>
                <p:cNvPicPr/>
                <p:nvPr/>
              </p:nvPicPr>
              <p:blipFill>
                <a:blip r:embed="rId155"/>
                <a:stretch>
                  <a:fillRect/>
                </a:stretch>
              </p:blipFill>
              <p:spPr>
                <a:xfrm>
                  <a:off x="1671093" y="2016561"/>
                  <a:ext cx="15300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19" name="Ink 118">
                  <a:extLst>
                    <a:ext uri="{FF2B5EF4-FFF2-40B4-BE49-F238E27FC236}">
                      <a16:creationId xmlns:a16="http://schemas.microsoft.com/office/drawing/2014/main" id="{21C2BFEA-5AED-97A5-A4E1-E441C7AB7759}"/>
                    </a:ext>
                  </a:extLst>
                </p14:cNvPr>
                <p14:cNvContentPartPr/>
                <p14:nvPr/>
              </p14:nvContentPartPr>
              <p14:xfrm>
                <a:off x="1897173" y="2168481"/>
                <a:ext cx="180000" cy="104400"/>
              </p14:xfrm>
            </p:contentPart>
          </mc:Choice>
          <mc:Fallback>
            <p:pic>
              <p:nvPicPr>
                <p:cNvPr id="119" name="Ink 118">
                  <a:extLst>
                    <a:ext uri="{FF2B5EF4-FFF2-40B4-BE49-F238E27FC236}">
                      <a16:creationId xmlns:a16="http://schemas.microsoft.com/office/drawing/2014/main" id="{21C2BFEA-5AED-97A5-A4E1-E441C7AB7759}"/>
                    </a:ext>
                  </a:extLst>
                </p:cNvPr>
                <p:cNvPicPr/>
                <p:nvPr/>
              </p:nvPicPr>
              <p:blipFill>
                <a:blip r:embed="rId157"/>
                <a:stretch>
                  <a:fillRect/>
                </a:stretch>
              </p:blipFill>
              <p:spPr>
                <a:xfrm>
                  <a:off x="1888173" y="2159841"/>
                  <a:ext cx="19764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20" name="Ink 119">
                  <a:extLst>
                    <a:ext uri="{FF2B5EF4-FFF2-40B4-BE49-F238E27FC236}">
                      <a16:creationId xmlns:a16="http://schemas.microsoft.com/office/drawing/2014/main" id="{27F95109-0042-551E-1562-1646E8FCE309}"/>
                    </a:ext>
                  </a:extLst>
                </p14:cNvPr>
                <p14:cNvContentPartPr/>
                <p14:nvPr/>
              </p14:nvContentPartPr>
              <p14:xfrm>
                <a:off x="2090493" y="2028801"/>
                <a:ext cx="78480" cy="229680"/>
              </p14:xfrm>
            </p:contentPart>
          </mc:Choice>
          <mc:Fallback>
            <p:pic>
              <p:nvPicPr>
                <p:cNvPr id="120" name="Ink 119">
                  <a:extLst>
                    <a:ext uri="{FF2B5EF4-FFF2-40B4-BE49-F238E27FC236}">
                      <a16:creationId xmlns:a16="http://schemas.microsoft.com/office/drawing/2014/main" id="{27F95109-0042-551E-1562-1646E8FCE309}"/>
                    </a:ext>
                  </a:extLst>
                </p:cNvPr>
                <p:cNvPicPr/>
                <p:nvPr/>
              </p:nvPicPr>
              <p:blipFill>
                <a:blip r:embed="rId159"/>
                <a:stretch>
                  <a:fillRect/>
                </a:stretch>
              </p:blipFill>
              <p:spPr>
                <a:xfrm>
                  <a:off x="2081853" y="2019801"/>
                  <a:ext cx="9612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21" name="Ink 120">
                  <a:extLst>
                    <a:ext uri="{FF2B5EF4-FFF2-40B4-BE49-F238E27FC236}">
                      <a16:creationId xmlns:a16="http://schemas.microsoft.com/office/drawing/2014/main" id="{7860EEC8-2138-79BC-927D-9F817E94EAA7}"/>
                    </a:ext>
                  </a:extLst>
                </p14:cNvPr>
                <p14:cNvContentPartPr/>
                <p14:nvPr/>
              </p14:nvContentPartPr>
              <p14:xfrm>
                <a:off x="2100573" y="2097561"/>
                <a:ext cx="208080" cy="141840"/>
              </p14:xfrm>
            </p:contentPart>
          </mc:Choice>
          <mc:Fallback>
            <p:pic>
              <p:nvPicPr>
                <p:cNvPr id="121" name="Ink 120">
                  <a:extLst>
                    <a:ext uri="{FF2B5EF4-FFF2-40B4-BE49-F238E27FC236}">
                      <a16:creationId xmlns:a16="http://schemas.microsoft.com/office/drawing/2014/main" id="{7860EEC8-2138-79BC-927D-9F817E94EAA7}"/>
                    </a:ext>
                  </a:extLst>
                </p:cNvPr>
                <p:cNvPicPr/>
                <p:nvPr/>
              </p:nvPicPr>
              <p:blipFill>
                <a:blip r:embed="rId161"/>
                <a:stretch>
                  <a:fillRect/>
                </a:stretch>
              </p:blipFill>
              <p:spPr>
                <a:xfrm>
                  <a:off x="2091933" y="2088561"/>
                  <a:ext cx="22572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22" name="Ink 121">
                  <a:extLst>
                    <a:ext uri="{FF2B5EF4-FFF2-40B4-BE49-F238E27FC236}">
                      <a16:creationId xmlns:a16="http://schemas.microsoft.com/office/drawing/2014/main" id="{781AD8FC-AB6C-F84C-9A8E-A0ED29A8C563}"/>
                    </a:ext>
                  </a:extLst>
                </p14:cNvPr>
                <p14:cNvContentPartPr/>
                <p14:nvPr/>
              </p14:nvContentPartPr>
              <p14:xfrm>
                <a:off x="2390733" y="2088201"/>
                <a:ext cx="112680" cy="121320"/>
              </p14:xfrm>
            </p:contentPart>
          </mc:Choice>
          <mc:Fallback>
            <p:pic>
              <p:nvPicPr>
                <p:cNvPr id="122" name="Ink 121">
                  <a:extLst>
                    <a:ext uri="{FF2B5EF4-FFF2-40B4-BE49-F238E27FC236}">
                      <a16:creationId xmlns:a16="http://schemas.microsoft.com/office/drawing/2014/main" id="{781AD8FC-AB6C-F84C-9A8E-A0ED29A8C563}"/>
                    </a:ext>
                  </a:extLst>
                </p:cNvPr>
                <p:cNvPicPr/>
                <p:nvPr/>
              </p:nvPicPr>
              <p:blipFill>
                <a:blip r:embed="rId163"/>
                <a:stretch>
                  <a:fillRect/>
                </a:stretch>
              </p:blipFill>
              <p:spPr>
                <a:xfrm>
                  <a:off x="2382093" y="2079561"/>
                  <a:ext cx="13032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23" name="Ink 122">
                  <a:extLst>
                    <a:ext uri="{FF2B5EF4-FFF2-40B4-BE49-F238E27FC236}">
                      <a16:creationId xmlns:a16="http://schemas.microsoft.com/office/drawing/2014/main" id="{F4AEFA7C-F11F-7F24-7B9D-EC2BDD6E13F8}"/>
                    </a:ext>
                  </a:extLst>
                </p14:cNvPr>
                <p14:cNvContentPartPr/>
                <p14:nvPr/>
              </p14:nvContentPartPr>
              <p14:xfrm>
                <a:off x="2558133" y="1907121"/>
                <a:ext cx="433080" cy="324720"/>
              </p14:xfrm>
            </p:contentPart>
          </mc:Choice>
          <mc:Fallback>
            <p:pic>
              <p:nvPicPr>
                <p:cNvPr id="123" name="Ink 122">
                  <a:extLst>
                    <a:ext uri="{FF2B5EF4-FFF2-40B4-BE49-F238E27FC236}">
                      <a16:creationId xmlns:a16="http://schemas.microsoft.com/office/drawing/2014/main" id="{F4AEFA7C-F11F-7F24-7B9D-EC2BDD6E13F8}"/>
                    </a:ext>
                  </a:extLst>
                </p:cNvPr>
                <p:cNvPicPr/>
                <p:nvPr/>
              </p:nvPicPr>
              <p:blipFill>
                <a:blip r:embed="rId165"/>
                <a:stretch>
                  <a:fillRect/>
                </a:stretch>
              </p:blipFill>
              <p:spPr>
                <a:xfrm>
                  <a:off x="2549493" y="1898481"/>
                  <a:ext cx="450720" cy="34236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24" name="Ink 123">
                  <a:extLst>
                    <a:ext uri="{FF2B5EF4-FFF2-40B4-BE49-F238E27FC236}">
                      <a16:creationId xmlns:a16="http://schemas.microsoft.com/office/drawing/2014/main" id="{DFAAE0A8-CF43-BD6D-97B3-DC2ECC25DC66}"/>
                    </a:ext>
                  </a:extLst>
                </p14:cNvPr>
                <p14:cNvContentPartPr/>
                <p14:nvPr/>
              </p14:nvContentPartPr>
              <p14:xfrm>
                <a:off x="2927493" y="2036001"/>
                <a:ext cx="106560" cy="53640"/>
              </p14:xfrm>
            </p:contentPart>
          </mc:Choice>
          <mc:Fallback>
            <p:pic>
              <p:nvPicPr>
                <p:cNvPr id="124" name="Ink 123">
                  <a:extLst>
                    <a:ext uri="{FF2B5EF4-FFF2-40B4-BE49-F238E27FC236}">
                      <a16:creationId xmlns:a16="http://schemas.microsoft.com/office/drawing/2014/main" id="{DFAAE0A8-CF43-BD6D-97B3-DC2ECC25DC66}"/>
                    </a:ext>
                  </a:extLst>
                </p:cNvPr>
                <p:cNvPicPr/>
                <p:nvPr/>
              </p:nvPicPr>
              <p:blipFill>
                <a:blip r:embed="rId167"/>
                <a:stretch>
                  <a:fillRect/>
                </a:stretch>
              </p:blipFill>
              <p:spPr>
                <a:xfrm>
                  <a:off x="2918493" y="2027001"/>
                  <a:ext cx="12420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33" name="Ink 132">
                  <a:extLst>
                    <a:ext uri="{FF2B5EF4-FFF2-40B4-BE49-F238E27FC236}">
                      <a16:creationId xmlns:a16="http://schemas.microsoft.com/office/drawing/2014/main" id="{35A6ACE5-A98A-0B96-E7DC-A1D06BD02F4B}"/>
                    </a:ext>
                  </a:extLst>
                </p14:cNvPr>
                <p14:cNvContentPartPr/>
                <p14:nvPr/>
              </p14:nvContentPartPr>
              <p14:xfrm>
                <a:off x="3046653" y="1909281"/>
                <a:ext cx="284400" cy="239040"/>
              </p14:xfrm>
            </p:contentPart>
          </mc:Choice>
          <mc:Fallback>
            <p:pic>
              <p:nvPicPr>
                <p:cNvPr id="133" name="Ink 132">
                  <a:extLst>
                    <a:ext uri="{FF2B5EF4-FFF2-40B4-BE49-F238E27FC236}">
                      <a16:creationId xmlns:a16="http://schemas.microsoft.com/office/drawing/2014/main" id="{35A6ACE5-A98A-0B96-E7DC-A1D06BD02F4B}"/>
                    </a:ext>
                  </a:extLst>
                </p:cNvPr>
                <p:cNvPicPr/>
                <p:nvPr/>
              </p:nvPicPr>
              <p:blipFill>
                <a:blip r:embed="rId169"/>
                <a:stretch>
                  <a:fillRect/>
                </a:stretch>
              </p:blipFill>
              <p:spPr>
                <a:xfrm>
                  <a:off x="3038013" y="1900641"/>
                  <a:ext cx="30204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26" name="Ink 25">
                  <a:extLst>
                    <a:ext uri="{FF2B5EF4-FFF2-40B4-BE49-F238E27FC236}">
                      <a16:creationId xmlns:a16="http://schemas.microsoft.com/office/drawing/2014/main" id="{4776C8F9-ACF6-1A55-ABA2-AE1A897F0632}"/>
                    </a:ext>
                  </a:extLst>
                </p14:cNvPr>
                <p14:cNvContentPartPr/>
                <p14:nvPr/>
              </p14:nvContentPartPr>
              <p14:xfrm>
                <a:off x="10153413" y="956361"/>
                <a:ext cx="270720" cy="276120"/>
              </p14:xfrm>
            </p:contentPart>
          </mc:Choice>
          <mc:Fallback>
            <p:pic>
              <p:nvPicPr>
                <p:cNvPr id="26" name="Ink 25">
                  <a:extLst>
                    <a:ext uri="{FF2B5EF4-FFF2-40B4-BE49-F238E27FC236}">
                      <a16:creationId xmlns:a16="http://schemas.microsoft.com/office/drawing/2014/main" id="{4776C8F9-ACF6-1A55-ABA2-AE1A897F0632}"/>
                    </a:ext>
                  </a:extLst>
                </p:cNvPr>
                <p:cNvPicPr/>
                <p:nvPr/>
              </p:nvPicPr>
              <p:blipFill>
                <a:blip r:embed="rId171"/>
                <a:stretch>
                  <a:fillRect/>
                </a:stretch>
              </p:blipFill>
              <p:spPr>
                <a:xfrm>
                  <a:off x="10144413" y="947361"/>
                  <a:ext cx="288360" cy="29376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27" name="Ink 26">
                  <a:extLst>
                    <a:ext uri="{FF2B5EF4-FFF2-40B4-BE49-F238E27FC236}">
                      <a16:creationId xmlns:a16="http://schemas.microsoft.com/office/drawing/2014/main" id="{6753D7FE-78AA-A485-7DA8-0BA0CFD76567}"/>
                    </a:ext>
                  </a:extLst>
                </p14:cNvPr>
                <p14:cNvContentPartPr/>
                <p14:nvPr/>
              </p14:nvContentPartPr>
              <p14:xfrm>
                <a:off x="10480653" y="997401"/>
                <a:ext cx="34920" cy="285120"/>
              </p14:xfrm>
            </p:contentPart>
          </mc:Choice>
          <mc:Fallback>
            <p:pic>
              <p:nvPicPr>
                <p:cNvPr id="27" name="Ink 26">
                  <a:extLst>
                    <a:ext uri="{FF2B5EF4-FFF2-40B4-BE49-F238E27FC236}">
                      <a16:creationId xmlns:a16="http://schemas.microsoft.com/office/drawing/2014/main" id="{6753D7FE-78AA-A485-7DA8-0BA0CFD76567}"/>
                    </a:ext>
                  </a:extLst>
                </p:cNvPr>
                <p:cNvPicPr/>
                <p:nvPr/>
              </p:nvPicPr>
              <p:blipFill>
                <a:blip r:embed="rId173"/>
                <a:stretch>
                  <a:fillRect/>
                </a:stretch>
              </p:blipFill>
              <p:spPr>
                <a:xfrm>
                  <a:off x="10472013" y="988401"/>
                  <a:ext cx="52560" cy="3027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28" name="Ink 27">
                  <a:extLst>
                    <a:ext uri="{FF2B5EF4-FFF2-40B4-BE49-F238E27FC236}">
                      <a16:creationId xmlns:a16="http://schemas.microsoft.com/office/drawing/2014/main" id="{F3ED38D3-34B9-E4BA-850F-A49895E2F54D}"/>
                    </a:ext>
                  </a:extLst>
                </p14:cNvPr>
                <p14:cNvContentPartPr/>
                <p14:nvPr/>
              </p14:nvContentPartPr>
              <p14:xfrm>
                <a:off x="10666413" y="1060401"/>
                <a:ext cx="201240" cy="218880"/>
              </p14:xfrm>
            </p:contentPart>
          </mc:Choice>
          <mc:Fallback>
            <p:pic>
              <p:nvPicPr>
                <p:cNvPr id="28" name="Ink 27">
                  <a:extLst>
                    <a:ext uri="{FF2B5EF4-FFF2-40B4-BE49-F238E27FC236}">
                      <a16:creationId xmlns:a16="http://schemas.microsoft.com/office/drawing/2014/main" id="{F3ED38D3-34B9-E4BA-850F-A49895E2F54D}"/>
                    </a:ext>
                  </a:extLst>
                </p:cNvPr>
                <p:cNvPicPr/>
                <p:nvPr/>
              </p:nvPicPr>
              <p:blipFill>
                <a:blip r:embed="rId175"/>
                <a:stretch>
                  <a:fillRect/>
                </a:stretch>
              </p:blipFill>
              <p:spPr>
                <a:xfrm>
                  <a:off x="10657413" y="1051761"/>
                  <a:ext cx="21888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29" name="Ink 28">
                  <a:extLst>
                    <a:ext uri="{FF2B5EF4-FFF2-40B4-BE49-F238E27FC236}">
                      <a16:creationId xmlns:a16="http://schemas.microsoft.com/office/drawing/2014/main" id="{B5D77B43-A32C-AFBA-84C3-C144A3F33E8D}"/>
                    </a:ext>
                  </a:extLst>
                </p14:cNvPr>
                <p14:cNvContentPartPr/>
                <p14:nvPr/>
              </p14:nvContentPartPr>
              <p14:xfrm>
                <a:off x="10949373" y="1057521"/>
                <a:ext cx="27360" cy="173160"/>
              </p14:xfrm>
            </p:contentPart>
          </mc:Choice>
          <mc:Fallback>
            <p:pic>
              <p:nvPicPr>
                <p:cNvPr id="29" name="Ink 28">
                  <a:extLst>
                    <a:ext uri="{FF2B5EF4-FFF2-40B4-BE49-F238E27FC236}">
                      <a16:creationId xmlns:a16="http://schemas.microsoft.com/office/drawing/2014/main" id="{B5D77B43-A32C-AFBA-84C3-C144A3F33E8D}"/>
                    </a:ext>
                  </a:extLst>
                </p:cNvPr>
                <p:cNvPicPr/>
                <p:nvPr/>
              </p:nvPicPr>
              <p:blipFill>
                <a:blip r:embed="rId177"/>
                <a:stretch>
                  <a:fillRect/>
                </a:stretch>
              </p:blipFill>
              <p:spPr>
                <a:xfrm>
                  <a:off x="10940733" y="1048881"/>
                  <a:ext cx="4500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30" name="Ink 29">
                  <a:extLst>
                    <a:ext uri="{FF2B5EF4-FFF2-40B4-BE49-F238E27FC236}">
                      <a16:creationId xmlns:a16="http://schemas.microsoft.com/office/drawing/2014/main" id="{D44B8D88-05B7-3AE0-9617-957B3579B369}"/>
                    </a:ext>
                  </a:extLst>
                </p14:cNvPr>
                <p14:cNvContentPartPr/>
                <p14:nvPr/>
              </p14:nvContentPartPr>
              <p14:xfrm>
                <a:off x="10948653" y="1031601"/>
                <a:ext cx="133920" cy="191520"/>
              </p14:xfrm>
            </p:contentPart>
          </mc:Choice>
          <mc:Fallback>
            <p:pic>
              <p:nvPicPr>
                <p:cNvPr id="30" name="Ink 29">
                  <a:extLst>
                    <a:ext uri="{FF2B5EF4-FFF2-40B4-BE49-F238E27FC236}">
                      <a16:creationId xmlns:a16="http://schemas.microsoft.com/office/drawing/2014/main" id="{D44B8D88-05B7-3AE0-9617-957B3579B369}"/>
                    </a:ext>
                  </a:extLst>
                </p:cNvPr>
                <p:cNvPicPr/>
                <p:nvPr/>
              </p:nvPicPr>
              <p:blipFill>
                <a:blip r:embed="rId179"/>
                <a:stretch>
                  <a:fillRect/>
                </a:stretch>
              </p:blipFill>
              <p:spPr>
                <a:xfrm>
                  <a:off x="10940013" y="1022601"/>
                  <a:ext cx="15156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31" name="Ink 30">
                  <a:extLst>
                    <a:ext uri="{FF2B5EF4-FFF2-40B4-BE49-F238E27FC236}">
                      <a16:creationId xmlns:a16="http://schemas.microsoft.com/office/drawing/2014/main" id="{16AC230B-563A-62D5-1B6E-3EBD4FF70E0E}"/>
                    </a:ext>
                  </a:extLst>
                </p14:cNvPr>
                <p14:cNvContentPartPr/>
                <p14:nvPr/>
              </p14:nvContentPartPr>
              <p14:xfrm>
                <a:off x="11163573" y="1009281"/>
                <a:ext cx="168480" cy="204840"/>
              </p14:xfrm>
            </p:contentPart>
          </mc:Choice>
          <mc:Fallback>
            <p:pic>
              <p:nvPicPr>
                <p:cNvPr id="31" name="Ink 30">
                  <a:extLst>
                    <a:ext uri="{FF2B5EF4-FFF2-40B4-BE49-F238E27FC236}">
                      <a16:creationId xmlns:a16="http://schemas.microsoft.com/office/drawing/2014/main" id="{16AC230B-563A-62D5-1B6E-3EBD4FF70E0E}"/>
                    </a:ext>
                  </a:extLst>
                </p:cNvPr>
                <p:cNvPicPr/>
                <p:nvPr/>
              </p:nvPicPr>
              <p:blipFill>
                <a:blip r:embed="rId181"/>
                <a:stretch>
                  <a:fillRect/>
                </a:stretch>
              </p:blipFill>
              <p:spPr>
                <a:xfrm>
                  <a:off x="11154573" y="1000641"/>
                  <a:ext cx="18612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32" name="Ink 31">
                  <a:extLst>
                    <a:ext uri="{FF2B5EF4-FFF2-40B4-BE49-F238E27FC236}">
                      <a16:creationId xmlns:a16="http://schemas.microsoft.com/office/drawing/2014/main" id="{D91D6C0C-F31C-DAAE-39AA-879E9B9F18A0}"/>
                    </a:ext>
                  </a:extLst>
                </p14:cNvPr>
                <p14:cNvContentPartPr/>
                <p14:nvPr/>
              </p14:nvContentPartPr>
              <p14:xfrm>
                <a:off x="11185533" y="1127001"/>
                <a:ext cx="81360" cy="25200"/>
              </p14:xfrm>
            </p:contentPart>
          </mc:Choice>
          <mc:Fallback>
            <p:pic>
              <p:nvPicPr>
                <p:cNvPr id="32" name="Ink 31">
                  <a:extLst>
                    <a:ext uri="{FF2B5EF4-FFF2-40B4-BE49-F238E27FC236}">
                      <a16:creationId xmlns:a16="http://schemas.microsoft.com/office/drawing/2014/main" id="{D91D6C0C-F31C-DAAE-39AA-879E9B9F18A0}"/>
                    </a:ext>
                  </a:extLst>
                </p:cNvPr>
                <p:cNvPicPr/>
                <p:nvPr/>
              </p:nvPicPr>
              <p:blipFill>
                <a:blip r:embed="rId183"/>
                <a:stretch>
                  <a:fillRect/>
                </a:stretch>
              </p:blipFill>
              <p:spPr>
                <a:xfrm>
                  <a:off x="11176533" y="1118001"/>
                  <a:ext cx="9900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33" name="Ink 32">
                  <a:extLst>
                    <a:ext uri="{FF2B5EF4-FFF2-40B4-BE49-F238E27FC236}">
                      <a16:creationId xmlns:a16="http://schemas.microsoft.com/office/drawing/2014/main" id="{12A92E20-4E90-3FEB-469A-AE38614DDF26}"/>
                    </a:ext>
                  </a:extLst>
                </p14:cNvPr>
                <p14:cNvContentPartPr/>
                <p14:nvPr/>
              </p14:nvContentPartPr>
              <p14:xfrm>
                <a:off x="11372013" y="1037361"/>
                <a:ext cx="266400" cy="199080"/>
              </p14:xfrm>
            </p:contentPart>
          </mc:Choice>
          <mc:Fallback>
            <p:pic>
              <p:nvPicPr>
                <p:cNvPr id="33" name="Ink 32">
                  <a:extLst>
                    <a:ext uri="{FF2B5EF4-FFF2-40B4-BE49-F238E27FC236}">
                      <a16:creationId xmlns:a16="http://schemas.microsoft.com/office/drawing/2014/main" id="{12A92E20-4E90-3FEB-469A-AE38614DDF26}"/>
                    </a:ext>
                  </a:extLst>
                </p:cNvPr>
                <p:cNvPicPr/>
                <p:nvPr/>
              </p:nvPicPr>
              <p:blipFill>
                <a:blip r:embed="rId185"/>
                <a:stretch>
                  <a:fillRect/>
                </a:stretch>
              </p:blipFill>
              <p:spPr>
                <a:xfrm>
                  <a:off x="11363013" y="1028721"/>
                  <a:ext cx="28404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34" name="Ink 33">
                  <a:extLst>
                    <a:ext uri="{FF2B5EF4-FFF2-40B4-BE49-F238E27FC236}">
                      <a16:creationId xmlns:a16="http://schemas.microsoft.com/office/drawing/2014/main" id="{FD529E47-34D7-C821-3C54-EA05B8EA270C}"/>
                    </a:ext>
                  </a:extLst>
                </p14:cNvPr>
                <p14:cNvContentPartPr/>
                <p14:nvPr/>
              </p14:nvContentPartPr>
              <p14:xfrm>
                <a:off x="11776293" y="1006041"/>
                <a:ext cx="141120" cy="219240"/>
              </p14:xfrm>
            </p:contentPart>
          </mc:Choice>
          <mc:Fallback>
            <p:pic>
              <p:nvPicPr>
                <p:cNvPr id="34" name="Ink 33">
                  <a:extLst>
                    <a:ext uri="{FF2B5EF4-FFF2-40B4-BE49-F238E27FC236}">
                      <a16:creationId xmlns:a16="http://schemas.microsoft.com/office/drawing/2014/main" id="{FD529E47-34D7-C821-3C54-EA05B8EA270C}"/>
                    </a:ext>
                  </a:extLst>
                </p:cNvPr>
                <p:cNvPicPr/>
                <p:nvPr/>
              </p:nvPicPr>
              <p:blipFill>
                <a:blip r:embed="rId187"/>
                <a:stretch>
                  <a:fillRect/>
                </a:stretch>
              </p:blipFill>
              <p:spPr>
                <a:xfrm>
                  <a:off x="11767653" y="997041"/>
                  <a:ext cx="15876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35" name="Ink 34">
                  <a:extLst>
                    <a:ext uri="{FF2B5EF4-FFF2-40B4-BE49-F238E27FC236}">
                      <a16:creationId xmlns:a16="http://schemas.microsoft.com/office/drawing/2014/main" id="{1A3A28C8-9E2E-6EEA-1466-3A8C1DA468F6}"/>
                    </a:ext>
                  </a:extLst>
                </p14:cNvPr>
                <p14:cNvContentPartPr/>
                <p14:nvPr/>
              </p14:nvContentPartPr>
              <p14:xfrm>
                <a:off x="11765493" y="1127721"/>
                <a:ext cx="192600" cy="70560"/>
              </p14:xfrm>
            </p:contentPart>
          </mc:Choice>
          <mc:Fallback>
            <p:pic>
              <p:nvPicPr>
                <p:cNvPr id="35" name="Ink 34">
                  <a:extLst>
                    <a:ext uri="{FF2B5EF4-FFF2-40B4-BE49-F238E27FC236}">
                      <a16:creationId xmlns:a16="http://schemas.microsoft.com/office/drawing/2014/main" id="{1A3A28C8-9E2E-6EEA-1466-3A8C1DA468F6}"/>
                    </a:ext>
                  </a:extLst>
                </p:cNvPr>
                <p:cNvPicPr/>
                <p:nvPr/>
              </p:nvPicPr>
              <p:blipFill>
                <a:blip r:embed="rId189"/>
                <a:stretch>
                  <a:fillRect/>
                </a:stretch>
              </p:blipFill>
              <p:spPr>
                <a:xfrm>
                  <a:off x="11756493" y="1119081"/>
                  <a:ext cx="210240" cy="8820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4" name="Ink 3">
                  <a:extLst>
                    <a:ext uri="{FF2B5EF4-FFF2-40B4-BE49-F238E27FC236}">
                      <a16:creationId xmlns:a16="http://schemas.microsoft.com/office/drawing/2014/main" id="{D8F7632B-8D0B-2148-DA3C-F58B25336ECC}"/>
                    </a:ext>
                  </a:extLst>
                </p14:cNvPr>
                <p14:cNvContentPartPr/>
                <p14:nvPr/>
              </p14:nvContentPartPr>
              <p14:xfrm>
                <a:off x="8755893" y="594561"/>
                <a:ext cx="28800" cy="251640"/>
              </p14:xfrm>
            </p:contentPart>
          </mc:Choice>
          <mc:Fallback>
            <p:pic>
              <p:nvPicPr>
                <p:cNvPr id="4" name="Ink 3">
                  <a:extLst>
                    <a:ext uri="{FF2B5EF4-FFF2-40B4-BE49-F238E27FC236}">
                      <a16:creationId xmlns:a16="http://schemas.microsoft.com/office/drawing/2014/main" id="{D8F7632B-8D0B-2148-DA3C-F58B25336ECC}"/>
                    </a:ext>
                  </a:extLst>
                </p:cNvPr>
                <p:cNvPicPr/>
                <p:nvPr/>
              </p:nvPicPr>
              <p:blipFill>
                <a:blip r:embed="rId191"/>
                <a:stretch>
                  <a:fillRect/>
                </a:stretch>
              </p:blipFill>
              <p:spPr>
                <a:xfrm>
                  <a:off x="8747253" y="585561"/>
                  <a:ext cx="46440" cy="26928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5" name="Ink 4">
                  <a:extLst>
                    <a:ext uri="{FF2B5EF4-FFF2-40B4-BE49-F238E27FC236}">
                      <a16:creationId xmlns:a16="http://schemas.microsoft.com/office/drawing/2014/main" id="{C9E8695E-576E-A5E9-481E-939F116D4ADD}"/>
                    </a:ext>
                  </a:extLst>
                </p14:cNvPr>
                <p14:cNvContentPartPr/>
                <p14:nvPr/>
              </p14:nvContentPartPr>
              <p14:xfrm>
                <a:off x="8648253" y="788241"/>
                <a:ext cx="203400" cy="51120"/>
              </p14:xfrm>
            </p:contentPart>
          </mc:Choice>
          <mc:Fallback>
            <p:pic>
              <p:nvPicPr>
                <p:cNvPr id="5" name="Ink 4">
                  <a:extLst>
                    <a:ext uri="{FF2B5EF4-FFF2-40B4-BE49-F238E27FC236}">
                      <a16:creationId xmlns:a16="http://schemas.microsoft.com/office/drawing/2014/main" id="{C9E8695E-576E-A5E9-481E-939F116D4ADD}"/>
                    </a:ext>
                  </a:extLst>
                </p:cNvPr>
                <p:cNvPicPr/>
                <p:nvPr/>
              </p:nvPicPr>
              <p:blipFill>
                <a:blip r:embed="rId193"/>
                <a:stretch>
                  <a:fillRect/>
                </a:stretch>
              </p:blipFill>
              <p:spPr>
                <a:xfrm>
                  <a:off x="8639253" y="779241"/>
                  <a:ext cx="22104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6" name="Ink 5">
                  <a:extLst>
                    <a:ext uri="{FF2B5EF4-FFF2-40B4-BE49-F238E27FC236}">
                      <a16:creationId xmlns:a16="http://schemas.microsoft.com/office/drawing/2014/main" id="{25360378-B1D8-679B-F8F0-3E4A800AE6FB}"/>
                    </a:ext>
                  </a:extLst>
                </p14:cNvPr>
                <p14:cNvContentPartPr/>
                <p14:nvPr/>
              </p14:nvContentPartPr>
              <p14:xfrm>
                <a:off x="8680293" y="508161"/>
                <a:ext cx="178560" cy="82440"/>
              </p14:xfrm>
            </p:contentPart>
          </mc:Choice>
          <mc:Fallback>
            <p:pic>
              <p:nvPicPr>
                <p:cNvPr id="6" name="Ink 5">
                  <a:extLst>
                    <a:ext uri="{FF2B5EF4-FFF2-40B4-BE49-F238E27FC236}">
                      <a16:creationId xmlns:a16="http://schemas.microsoft.com/office/drawing/2014/main" id="{25360378-B1D8-679B-F8F0-3E4A800AE6FB}"/>
                    </a:ext>
                  </a:extLst>
                </p:cNvPr>
                <p:cNvPicPr/>
                <p:nvPr/>
              </p:nvPicPr>
              <p:blipFill>
                <a:blip r:embed="rId195"/>
                <a:stretch>
                  <a:fillRect/>
                </a:stretch>
              </p:blipFill>
              <p:spPr>
                <a:xfrm>
                  <a:off x="8671653" y="499521"/>
                  <a:ext cx="19620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7" name="Ink 6">
                  <a:extLst>
                    <a:ext uri="{FF2B5EF4-FFF2-40B4-BE49-F238E27FC236}">
                      <a16:creationId xmlns:a16="http://schemas.microsoft.com/office/drawing/2014/main" id="{62D34EBF-EE37-C3E8-553C-BB2AFAD2E700}"/>
                    </a:ext>
                  </a:extLst>
                </p14:cNvPr>
                <p14:cNvContentPartPr/>
                <p14:nvPr/>
              </p14:nvContentPartPr>
              <p14:xfrm>
                <a:off x="8918253" y="625521"/>
                <a:ext cx="165240" cy="177840"/>
              </p14:xfrm>
            </p:contentPart>
          </mc:Choice>
          <mc:Fallback>
            <p:pic>
              <p:nvPicPr>
                <p:cNvPr id="7" name="Ink 6">
                  <a:extLst>
                    <a:ext uri="{FF2B5EF4-FFF2-40B4-BE49-F238E27FC236}">
                      <a16:creationId xmlns:a16="http://schemas.microsoft.com/office/drawing/2014/main" id="{62D34EBF-EE37-C3E8-553C-BB2AFAD2E700}"/>
                    </a:ext>
                  </a:extLst>
                </p:cNvPr>
                <p:cNvPicPr/>
                <p:nvPr/>
              </p:nvPicPr>
              <p:blipFill>
                <a:blip r:embed="rId197"/>
                <a:stretch>
                  <a:fillRect/>
                </a:stretch>
              </p:blipFill>
              <p:spPr>
                <a:xfrm>
                  <a:off x="8909253" y="616881"/>
                  <a:ext cx="18288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8" name="Ink 7">
                  <a:extLst>
                    <a:ext uri="{FF2B5EF4-FFF2-40B4-BE49-F238E27FC236}">
                      <a16:creationId xmlns:a16="http://schemas.microsoft.com/office/drawing/2014/main" id="{51CC25CC-E4D7-F527-1908-8B815AF5E007}"/>
                    </a:ext>
                  </a:extLst>
                </p14:cNvPr>
                <p14:cNvContentPartPr/>
                <p14:nvPr/>
              </p14:nvContentPartPr>
              <p14:xfrm>
                <a:off x="9172773" y="538041"/>
                <a:ext cx="42120" cy="211680"/>
              </p14:xfrm>
            </p:contentPart>
          </mc:Choice>
          <mc:Fallback>
            <p:pic>
              <p:nvPicPr>
                <p:cNvPr id="8" name="Ink 7">
                  <a:extLst>
                    <a:ext uri="{FF2B5EF4-FFF2-40B4-BE49-F238E27FC236}">
                      <a16:creationId xmlns:a16="http://schemas.microsoft.com/office/drawing/2014/main" id="{51CC25CC-E4D7-F527-1908-8B815AF5E007}"/>
                    </a:ext>
                  </a:extLst>
                </p:cNvPr>
                <p:cNvPicPr/>
                <p:nvPr/>
              </p:nvPicPr>
              <p:blipFill>
                <a:blip r:embed="rId199"/>
                <a:stretch>
                  <a:fillRect/>
                </a:stretch>
              </p:blipFill>
              <p:spPr>
                <a:xfrm>
                  <a:off x="9163773" y="529401"/>
                  <a:ext cx="5976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9" name="Ink 8">
                  <a:extLst>
                    <a:ext uri="{FF2B5EF4-FFF2-40B4-BE49-F238E27FC236}">
                      <a16:creationId xmlns:a16="http://schemas.microsoft.com/office/drawing/2014/main" id="{E2C2964B-E491-9C3B-ED6B-9781B25DA062}"/>
                    </a:ext>
                  </a:extLst>
                </p14:cNvPr>
                <p14:cNvContentPartPr/>
                <p14:nvPr/>
              </p14:nvContentPartPr>
              <p14:xfrm>
                <a:off x="9155493" y="598521"/>
                <a:ext cx="305640" cy="216360"/>
              </p14:xfrm>
            </p:contentPart>
          </mc:Choice>
          <mc:Fallback>
            <p:pic>
              <p:nvPicPr>
                <p:cNvPr id="9" name="Ink 8">
                  <a:extLst>
                    <a:ext uri="{FF2B5EF4-FFF2-40B4-BE49-F238E27FC236}">
                      <a16:creationId xmlns:a16="http://schemas.microsoft.com/office/drawing/2014/main" id="{E2C2964B-E491-9C3B-ED6B-9781B25DA062}"/>
                    </a:ext>
                  </a:extLst>
                </p:cNvPr>
                <p:cNvPicPr/>
                <p:nvPr/>
              </p:nvPicPr>
              <p:blipFill>
                <a:blip r:embed="rId201"/>
                <a:stretch>
                  <a:fillRect/>
                </a:stretch>
              </p:blipFill>
              <p:spPr>
                <a:xfrm>
                  <a:off x="9146493" y="589881"/>
                  <a:ext cx="32328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0" name="Ink 9">
                  <a:extLst>
                    <a:ext uri="{FF2B5EF4-FFF2-40B4-BE49-F238E27FC236}">
                      <a16:creationId xmlns:a16="http://schemas.microsoft.com/office/drawing/2014/main" id="{C8DABFC5-A647-81C9-64E6-54C72F3FC8F8}"/>
                    </a:ext>
                  </a:extLst>
                </p14:cNvPr>
                <p14:cNvContentPartPr/>
                <p14:nvPr/>
              </p14:nvContentPartPr>
              <p14:xfrm>
                <a:off x="9483813" y="624441"/>
                <a:ext cx="153000" cy="168120"/>
              </p14:xfrm>
            </p:contentPart>
          </mc:Choice>
          <mc:Fallback>
            <p:pic>
              <p:nvPicPr>
                <p:cNvPr id="10" name="Ink 9">
                  <a:extLst>
                    <a:ext uri="{FF2B5EF4-FFF2-40B4-BE49-F238E27FC236}">
                      <a16:creationId xmlns:a16="http://schemas.microsoft.com/office/drawing/2014/main" id="{C8DABFC5-A647-81C9-64E6-54C72F3FC8F8}"/>
                    </a:ext>
                  </a:extLst>
                </p:cNvPr>
                <p:cNvPicPr/>
                <p:nvPr/>
              </p:nvPicPr>
              <p:blipFill>
                <a:blip r:embed="rId203"/>
                <a:stretch>
                  <a:fillRect/>
                </a:stretch>
              </p:blipFill>
              <p:spPr>
                <a:xfrm>
                  <a:off x="9474813" y="615801"/>
                  <a:ext cx="17064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1" name="Ink 10">
                  <a:extLst>
                    <a:ext uri="{FF2B5EF4-FFF2-40B4-BE49-F238E27FC236}">
                      <a16:creationId xmlns:a16="http://schemas.microsoft.com/office/drawing/2014/main" id="{DF85E08C-F203-C6F7-AB87-EF13FBA730CB}"/>
                    </a:ext>
                  </a:extLst>
                </p14:cNvPr>
                <p14:cNvContentPartPr/>
                <p14:nvPr/>
              </p14:nvContentPartPr>
              <p14:xfrm>
                <a:off x="9716733" y="584481"/>
                <a:ext cx="152640" cy="194400"/>
              </p14:xfrm>
            </p:contentPart>
          </mc:Choice>
          <mc:Fallback>
            <p:pic>
              <p:nvPicPr>
                <p:cNvPr id="11" name="Ink 10">
                  <a:extLst>
                    <a:ext uri="{FF2B5EF4-FFF2-40B4-BE49-F238E27FC236}">
                      <a16:creationId xmlns:a16="http://schemas.microsoft.com/office/drawing/2014/main" id="{DF85E08C-F203-C6F7-AB87-EF13FBA730CB}"/>
                    </a:ext>
                  </a:extLst>
                </p:cNvPr>
                <p:cNvPicPr/>
                <p:nvPr/>
              </p:nvPicPr>
              <p:blipFill>
                <a:blip r:embed="rId205"/>
                <a:stretch>
                  <a:fillRect/>
                </a:stretch>
              </p:blipFill>
              <p:spPr>
                <a:xfrm>
                  <a:off x="9707733" y="575481"/>
                  <a:ext cx="17028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 name="Ink 11">
                  <a:extLst>
                    <a:ext uri="{FF2B5EF4-FFF2-40B4-BE49-F238E27FC236}">
                      <a16:creationId xmlns:a16="http://schemas.microsoft.com/office/drawing/2014/main" id="{0327E90F-52DB-4D94-9D37-E4AF2DAC6FCB}"/>
                    </a:ext>
                  </a:extLst>
                </p14:cNvPr>
                <p14:cNvContentPartPr/>
                <p14:nvPr/>
              </p14:nvContentPartPr>
              <p14:xfrm>
                <a:off x="9946053" y="420321"/>
                <a:ext cx="282960" cy="348840"/>
              </p14:xfrm>
            </p:contentPart>
          </mc:Choice>
          <mc:Fallback>
            <p:pic>
              <p:nvPicPr>
                <p:cNvPr id="12" name="Ink 11">
                  <a:extLst>
                    <a:ext uri="{FF2B5EF4-FFF2-40B4-BE49-F238E27FC236}">
                      <a16:creationId xmlns:a16="http://schemas.microsoft.com/office/drawing/2014/main" id="{0327E90F-52DB-4D94-9D37-E4AF2DAC6FCB}"/>
                    </a:ext>
                  </a:extLst>
                </p:cNvPr>
                <p:cNvPicPr/>
                <p:nvPr/>
              </p:nvPicPr>
              <p:blipFill>
                <a:blip r:embed="rId207"/>
                <a:stretch>
                  <a:fillRect/>
                </a:stretch>
              </p:blipFill>
              <p:spPr>
                <a:xfrm>
                  <a:off x="9937413" y="411681"/>
                  <a:ext cx="300600" cy="36648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3" name="Ink 12">
                  <a:extLst>
                    <a:ext uri="{FF2B5EF4-FFF2-40B4-BE49-F238E27FC236}">
                      <a16:creationId xmlns:a16="http://schemas.microsoft.com/office/drawing/2014/main" id="{26E1A137-0B98-36E3-5B9C-CACDC8787AB3}"/>
                    </a:ext>
                  </a:extLst>
                </p14:cNvPr>
                <p14:cNvContentPartPr/>
                <p14:nvPr/>
              </p14:nvContentPartPr>
              <p14:xfrm>
                <a:off x="10155213" y="587361"/>
                <a:ext cx="171720" cy="20160"/>
              </p14:xfrm>
            </p:contentPart>
          </mc:Choice>
          <mc:Fallback>
            <p:pic>
              <p:nvPicPr>
                <p:cNvPr id="13" name="Ink 12">
                  <a:extLst>
                    <a:ext uri="{FF2B5EF4-FFF2-40B4-BE49-F238E27FC236}">
                      <a16:creationId xmlns:a16="http://schemas.microsoft.com/office/drawing/2014/main" id="{26E1A137-0B98-36E3-5B9C-CACDC8787AB3}"/>
                    </a:ext>
                  </a:extLst>
                </p:cNvPr>
                <p:cNvPicPr/>
                <p:nvPr/>
              </p:nvPicPr>
              <p:blipFill>
                <a:blip r:embed="rId209"/>
                <a:stretch>
                  <a:fillRect/>
                </a:stretch>
              </p:blipFill>
              <p:spPr>
                <a:xfrm>
                  <a:off x="10146573" y="578721"/>
                  <a:ext cx="189360" cy="3780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96" name="Ink 95">
                  <a:extLst>
                    <a:ext uri="{FF2B5EF4-FFF2-40B4-BE49-F238E27FC236}">
                      <a16:creationId xmlns:a16="http://schemas.microsoft.com/office/drawing/2014/main" id="{A90BDB00-AB79-51EE-2AE8-C3DEBBC50784}"/>
                    </a:ext>
                  </a:extLst>
                </p14:cNvPr>
                <p14:cNvContentPartPr/>
                <p14:nvPr/>
              </p14:nvContentPartPr>
              <p14:xfrm>
                <a:off x="9086013" y="844041"/>
                <a:ext cx="150480" cy="35640"/>
              </p14:xfrm>
            </p:contentPart>
          </mc:Choice>
          <mc:Fallback>
            <p:pic>
              <p:nvPicPr>
                <p:cNvPr id="96" name="Ink 95">
                  <a:extLst>
                    <a:ext uri="{FF2B5EF4-FFF2-40B4-BE49-F238E27FC236}">
                      <a16:creationId xmlns:a16="http://schemas.microsoft.com/office/drawing/2014/main" id="{A90BDB00-AB79-51EE-2AE8-C3DEBBC50784}"/>
                    </a:ext>
                  </a:extLst>
                </p:cNvPr>
                <p:cNvPicPr/>
                <p:nvPr/>
              </p:nvPicPr>
              <p:blipFill>
                <a:blip r:embed="rId211"/>
                <a:stretch>
                  <a:fillRect/>
                </a:stretch>
              </p:blipFill>
              <p:spPr>
                <a:xfrm>
                  <a:off x="9077013" y="835401"/>
                  <a:ext cx="168120" cy="5328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97" name="Ink 96">
                  <a:extLst>
                    <a:ext uri="{FF2B5EF4-FFF2-40B4-BE49-F238E27FC236}">
                      <a16:creationId xmlns:a16="http://schemas.microsoft.com/office/drawing/2014/main" id="{6C6D8492-7585-8E0D-33F2-0D61289A9A5E}"/>
                    </a:ext>
                  </a:extLst>
                </p14:cNvPr>
                <p14:cNvContentPartPr/>
                <p14:nvPr/>
              </p14:nvContentPartPr>
              <p14:xfrm>
                <a:off x="9089253" y="903801"/>
                <a:ext cx="190080" cy="38520"/>
              </p14:xfrm>
            </p:contentPart>
          </mc:Choice>
          <mc:Fallback>
            <p:pic>
              <p:nvPicPr>
                <p:cNvPr id="97" name="Ink 96">
                  <a:extLst>
                    <a:ext uri="{FF2B5EF4-FFF2-40B4-BE49-F238E27FC236}">
                      <a16:creationId xmlns:a16="http://schemas.microsoft.com/office/drawing/2014/main" id="{6C6D8492-7585-8E0D-33F2-0D61289A9A5E}"/>
                    </a:ext>
                  </a:extLst>
                </p:cNvPr>
                <p:cNvPicPr/>
                <p:nvPr/>
              </p:nvPicPr>
              <p:blipFill>
                <a:blip r:embed="rId213"/>
                <a:stretch>
                  <a:fillRect/>
                </a:stretch>
              </p:blipFill>
              <p:spPr>
                <a:xfrm>
                  <a:off x="9080253" y="894801"/>
                  <a:ext cx="20772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35" name="Ink 134">
                  <a:extLst>
                    <a:ext uri="{FF2B5EF4-FFF2-40B4-BE49-F238E27FC236}">
                      <a16:creationId xmlns:a16="http://schemas.microsoft.com/office/drawing/2014/main" id="{F0BD2C53-1941-81FB-2C67-D96668316A32}"/>
                    </a:ext>
                  </a:extLst>
                </p14:cNvPr>
                <p14:cNvContentPartPr/>
                <p14:nvPr/>
              </p14:nvContentPartPr>
              <p14:xfrm>
                <a:off x="10353213" y="472521"/>
                <a:ext cx="344880" cy="192960"/>
              </p14:xfrm>
            </p:contentPart>
          </mc:Choice>
          <mc:Fallback>
            <p:pic>
              <p:nvPicPr>
                <p:cNvPr id="135" name="Ink 134">
                  <a:extLst>
                    <a:ext uri="{FF2B5EF4-FFF2-40B4-BE49-F238E27FC236}">
                      <a16:creationId xmlns:a16="http://schemas.microsoft.com/office/drawing/2014/main" id="{F0BD2C53-1941-81FB-2C67-D96668316A32}"/>
                    </a:ext>
                  </a:extLst>
                </p:cNvPr>
                <p:cNvPicPr/>
                <p:nvPr/>
              </p:nvPicPr>
              <p:blipFill>
                <a:blip r:embed="rId215"/>
                <a:stretch>
                  <a:fillRect/>
                </a:stretch>
              </p:blipFill>
              <p:spPr>
                <a:xfrm>
                  <a:off x="10344573" y="463881"/>
                  <a:ext cx="36252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43" name="Ink 42">
                  <a:extLst>
                    <a:ext uri="{FF2B5EF4-FFF2-40B4-BE49-F238E27FC236}">
                      <a16:creationId xmlns:a16="http://schemas.microsoft.com/office/drawing/2014/main" id="{1B8EF2B8-6B79-4B32-C860-7DA372891914}"/>
                    </a:ext>
                  </a:extLst>
                </p14:cNvPr>
                <p14:cNvContentPartPr/>
                <p14:nvPr/>
              </p14:nvContentPartPr>
              <p14:xfrm>
                <a:off x="7893693" y="3709641"/>
                <a:ext cx="23040" cy="134280"/>
              </p14:xfrm>
            </p:contentPart>
          </mc:Choice>
          <mc:Fallback>
            <p:pic>
              <p:nvPicPr>
                <p:cNvPr id="43" name="Ink 42">
                  <a:extLst>
                    <a:ext uri="{FF2B5EF4-FFF2-40B4-BE49-F238E27FC236}">
                      <a16:creationId xmlns:a16="http://schemas.microsoft.com/office/drawing/2014/main" id="{1B8EF2B8-6B79-4B32-C860-7DA372891914}"/>
                    </a:ext>
                  </a:extLst>
                </p:cNvPr>
                <p:cNvPicPr/>
                <p:nvPr/>
              </p:nvPicPr>
              <p:blipFill>
                <a:blip r:embed="rId217"/>
                <a:stretch>
                  <a:fillRect/>
                </a:stretch>
              </p:blipFill>
              <p:spPr>
                <a:xfrm>
                  <a:off x="7885053" y="3700641"/>
                  <a:ext cx="4068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44" name="Ink 43">
                  <a:extLst>
                    <a:ext uri="{FF2B5EF4-FFF2-40B4-BE49-F238E27FC236}">
                      <a16:creationId xmlns:a16="http://schemas.microsoft.com/office/drawing/2014/main" id="{00E43A06-92E6-A496-8886-AE15A7BD239A}"/>
                    </a:ext>
                  </a:extLst>
                </p14:cNvPr>
                <p14:cNvContentPartPr/>
                <p14:nvPr/>
              </p14:nvContentPartPr>
              <p14:xfrm>
                <a:off x="7945893" y="4178361"/>
                <a:ext cx="22320" cy="281520"/>
              </p14:xfrm>
            </p:contentPart>
          </mc:Choice>
          <mc:Fallback>
            <p:pic>
              <p:nvPicPr>
                <p:cNvPr id="44" name="Ink 43">
                  <a:extLst>
                    <a:ext uri="{FF2B5EF4-FFF2-40B4-BE49-F238E27FC236}">
                      <a16:creationId xmlns:a16="http://schemas.microsoft.com/office/drawing/2014/main" id="{00E43A06-92E6-A496-8886-AE15A7BD239A}"/>
                    </a:ext>
                  </a:extLst>
                </p:cNvPr>
                <p:cNvPicPr/>
                <p:nvPr/>
              </p:nvPicPr>
              <p:blipFill>
                <a:blip r:embed="rId219"/>
                <a:stretch>
                  <a:fillRect/>
                </a:stretch>
              </p:blipFill>
              <p:spPr>
                <a:xfrm>
                  <a:off x="7936893" y="4169361"/>
                  <a:ext cx="39960" cy="29916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26" name="Ink 125">
                  <a:extLst>
                    <a:ext uri="{FF2B5EF4-FFF2-40B4-BE49-F238E27FC236}">
                      <a16:creationId xmlns:a16="http://schemas.microsoft.com/office/drawing/2014/main" id="{61F8A9EC-0C09-63CA-0C93-20342C0817B0}"/>
                    </a:ext>
                  </a:extLst>
                </p14:cNvPr>
                <p14:cNvContentPartPr/>
                <p14:nvPr/>
              </p14:nvContentPartPr>
              <p14:xfrm>
                <a:off x="7575453" y="3812601"/>
                <a:ext cx="903960" cy="495360"/>
              </p14:xfrm>
            </p:contentPart>
          </mc:Choice>
          <mc:Fallback>
            <p:pic>
              <p:nvPicPr>
                <p:cNvPr id="126" name="Ink 125">
                  <a:extLst>
                    <a:ext uri="{FF2B5EF4-FFF2-40B4-BE49-F238E27FC236}">
                      <a16:creationId xmlns:a16="http://schemas.microsoft.com/office/drawing/2014/main" id="{61F8A9EC-0C09-63CA-0C93-20342C0817B0}"/>
                    </a:ext>
                  </a:extLst>
                </p:cNvPr>
                <p:cNvPicPr/>
                <p:nvPr/>
              </p:nvPicPr>
              <p:blipFill>
                <a:blip r:embed="rId221"/>
                <a:stretch>
                  <a:fillRect/>
                </a:stretch>
              </p:blipFill>
              <p:spPr>
                <a:xfrm>
                  <a:off x="7566453" y="3803601"/>
                  <a:ext cx="921600" cy="51300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27" name="Ink 126">
                  <a:extLst>
                    <a:ext uri="{FF2B5EF4-FFF2-40B4-BE49-F238E27FC236}">
                      <a16:creationId xmlns:a16="http://schemas.microsoft.com/office/drawing/2014/main" id="{4D617B03-4891-E1CB-8E20-FB526A87A3C7}"/>
                    </a:ext>
                  </a:extLst>
                </p14:cNvPr>
                <p14:cNvContentPartPr/>
                <p14:nvPr/>
              </p14:nvContentPartPr>
              <p14:xfrm>
                <a:off x="7413453" y="4062441"/>
                <a:ext cx="161640" cy="10800"/>
              </p14:xfrm>
            </p:contentPart>
          </mc:Choice>
          <mc:Fallback>
            <p:pic>
              <p:nvPicPr>
                <p:cNvPr id="127" name="Ink 126">
                  <a:extLst>
                    <a:ext uri="{FF2B5EF4-FFF2-40B4-BE49-F238E27FC236}">
                      <a16:creationId xmlns:a16="http://schemas.microsoft.com/office/drawing/2014/main" id="{4D617B03-4891-E1CB-8E20-FB526A87A3C7}"/>
                    </a:ext>
                  </a:extLst>
                </p:cNvPr>
                <p:cNvPicPr/>
                <p:nvPr/>
              </p:nvPicPr>
              <p:blipFill>
                <a:blip r:embed="rId223"/>
                <a:stretch>
                  <a:fillRect/>
                </a:stretch>
              </p:blipFill>
              <p:spPr>
                <a:xfrm>
                  <a:off x="7404453" y="4053441"/>
                  <a:ext cx="17928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28" name="Ink 127">
                  <a:extLst>
                    <a:ext uri="{FF2B5EF4-FFF2-40B4-BE49-F238E27FC236}">
                      <a16:creationId xmlns:a16="http://schemas.microsoft.com/office/drawing/2014/main" id="{BFE8BA21-053F-14E5-DA6A-085813FAE55F}"/>
                    </a:ext>
                  </a:extLst>
                </p14:cNvPr>
                <p14:cNvContentPartPr/>
                <p14:nvPr/>
              </p14:nvContentPartPr>
              <p14:xfrm>
                <a:off x="8478333" y="4079721"/>
                <a:ext cx="368640" cy="18000"/>
              </p14:xfrm>
            </p:contentPart>
          </mc:Choice>
          <mc:Fallback>
            <p:pic>
              <p:nvPicPr>
                <p:cNvPr id="128" name="Ink 127">
                  <a:extLst>
                    <a:ext uri="{FF2B5EF4-FFF2-40B4-BE49-F238E27FC236}">
                      <a16:creationId xmlns:a16="http://schemas.microsoft.com/office/drawing/2014/main" id="{BFE8BA21-053F-14E5-DA6A-085813FAE55F}"/>
                    </a:ext>
                  </a:extLst>
                </p:cNvPr>
                <p:cNvPicPr/>
                <p:nvPr/>
              </p:nvPicPr>
              <p:blipFill>
                <a:blip r:embed="rId225"/>
                <a:stretch>
                  <a:fillRect/>
                </a:stretch>
              </p:blipFill>
              <p:spPr>
                <a:xfrm>
                  <a:off x="8469333" y="4070721"/>
                  <a:ext cx="38628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29" name="Ink 128">
                  <a:extLst>
                    <a:ext uri="{FF2B5EF4-FFF2-40B4-BE49-F238E27FC236}">
                      <a16:creationId xmlns:a16="http://schemas.microsoft.com/office/drawing/2014/main" id="{38A10AE6-3DBD-6172-08F4-75BA37E302A0}"/>
                    </a:ext>
                  </a:extLst>
                </p14:cNvPr>
                <p14:cNvContentPartPr/>
                <p14:nvPr/>
              </p14:nvContentPartPr>
              <p14:xfrm>
                <a:off x="8819613" y="3871641"/>
                <a:ext cx="34920" cy="191880"/>
              </p14:xfrm>
            </p:contentPart>
          </mc:Choice>
          <mc:Fallback>
            <p:pic>
              <p:nvPicPr>
                <p:cNvPr id="129" name="Ink 128">
                  <a:extLst>
                    <a:ext uri="{FF2B5EF4-FFF2-40B4-BE49-F238E27FC236}">
                      <a16:creationId xmlns:a16="http://schemas.microsoft.com/office/drawing/2014/main" id="{38A10AE6-3DBD-6172-08F4-75BA37E302A0}"/>
                    </a:ext>
                  </a:extLst>
                </p:cNvPr>
                <p:cNvPicPr/>
                <p:nvPr/>
              </p:nvPicPr>
              <p:blipFill>
                <a:blip r:embed="rId227"/>
                <a:stretch>
                  <a:fillRect/>
                </a:stretch>
              </p:blipFill>
              <p:spPr>
                <a:xfrm>
                  <a:off x="8810973" y="3862641"/>
                  <a:ext cx="5256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0" name="Ink 129">
                  <a:extLst>
                    <a:ext uri="{FF2B5EF4-FFF2-40B4-BE49-F238E27FC236}">
                      <a16:creationId xmlns:a16="http://schemas.microsoft.com/office/drawing/2014/main" id="{0558F853-1786-2040-6C25-4BFEDC16E78E}"/>
                    </a:ext>
                  </a:extLst>
                </p14:cNvPr>
                <p14:cNvContentPartPr/>
                <p14:nvPr/>
              </p14:nvContentPartPr>
              <p14:xfrm>
                <a:off x="8812053" y="3863361"/>
                <a:ext cx="395280" cy="20520"/>
              </p14:xfrm>
            </p:contentPart>
          </mc:Choice>
          <mc:Fallback>
            <p:pic>
              <p:nvPicPr>
                <p:cNvPr id="130" name="Ink 129">
                  <a:extLst>
                    <a:ext uri="{FF2B5EF4-FFF2-40B4-BE49-F238E27FC236}">
                      <a16:creationId xmlns:a16="http://schemas.microsoft.com/office/drawing/2014/main" id="{0558F853-1786-2040-6C25-4BFEDC16E78E}"/>
                    </a:ext>
                  </a:extLst>
                </p:cNvPr>
                <p:cNvPicPr/>
                <p:nvPr/>
              </p:nvPicPr>
              <p:blipFill>
                <a:blip r:embed="rId229"/>
                <a:stretch>
                  <a:fillRect/>
                </a:stretch>
              </p:blipFill>
              <p:spPr>
                <a:xfrm>
                  <a:off x="8803053" y="3854721"/>
                  <a:ext cx="41292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31" name="Ink 130">
                  <a:extLst>
                    <a:ext uri="{FF2B5EF4-FFF2-40B4-BE49-F238E27FC236}">
                      <a16:creationId xmlns:a16="http://schemas.microsoft.com/office/drawing/2014/main" id="{997B65EC-A638-95D3-87D8-5C0F8F106043}"/>
                    </a:ext>
                  </a:extLst>
                </p14:cNvPr>
                <p14:cNvContentPartPr/>
                <p14:nvPr/>
              </p14:nvContentPartPr>
              <p14:xfrm>
                <a:off x="9140013" y="3806481"/>
                <a:ext cx="58680" cy="128880"/>
              </p14:xfrm>
            </p:contentPart>
          </mc:Choice>
          <mc:Fallback>
            <p:pic>
              <p:nvPicPr>
                <p:cNvPr id="131" name="Ink 130">
                  <a:extLst>
                    <a:ext uri="{FF2B5EF4-FFF2-40B4-BE49-F238E27FC236}">
                      <a16:creationId xmlns:a16="http://schemas.microsoft.com/office/drawing/2014/main" id="{997B65EC-A638-95D3-87D8-5C0F8F106043}"/>
                    </a:ext>
                  </a:extLst>
                </p:cNvPr>
                <p:cNvPicPr/>
                <p:nvPr/>
              </p:nvPicPr>
              <p:blipFill>
                <a:blip r:embed="rId231"/>
                <a:stretch>
                  <a:fillRect/>
                </a:stretch>
              </p:blipFill>
              <p:spPr>
                <a:xfrm>
                  <a:off x="9131013" y="3797481"/>
                  <a:ext cx="7632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37" name="Ink 136">
                  <a:extLst>
                    <a:ext uri="{FF2B5EF4-FFF2-40B4-BE49-F238E27FC236}">
                      <a16:creationId xmlns:a16="http://schemas.microsoft.com/office/drawing/2014/main" id="{471DCAF4-52D6-97B1-6A26-1DFE408EA651}"/>
                    </a:ext>
                  </a:extLst>
                </p14:cNvPr>
                <p14:cNvContentPartPr/>
                <p14:nvPr/>
              </p14:nvContentPartPr>
              <p14:xfrm>
                <a:off x="7758333" y="3948681"/>
                <a:ext cx="181800" cy="185400"/>
              </p14:xfrm>
            </p:contentPart>
          </mc:Choice>
          <mc:Fallback>
            <p:pic>
              <p:nvPicPr>
                <p:cNvPr id="137" name="Ink 136">
                  <a:extLst>
                    <a:ext uri="{FF2B5EF4-FFF2-40B4-BE49-F238E27FC236}">
                      <a16:creationId xmlns:a16="http://schemas.microsoft.com/office/drawing/2014/main" id="{471DCAF4-52D6-97B1-6A26-1DFE408EA651}"/>
                    </a:ext>
                  </a:extLst>
                </p:cNvPr>
                <p:cNvPicPr/>
                <p:nvPr/>
              </p:nvPicPr>
              <p:blipFill>
                <a:blip r:embed="rId233"/>
                <a:stretch>
                  <a:fillRect/>
                </a:stretch>
              </p:blipFill>
              <p:spPr>
                <a:xfrm>
                  <a:off x="7749333" y="3939681"/>
                  <a:ext cx="19944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38" name="Ink 137">
                  <a:extLst>
                    <a:ext uri="{FF2B5EF4-FFF2-40B4-BE49-F238E27FC236}">
                      <a16:creationId xmlns:a16="http://schemas.microsoft.com/office/drawing/2014/main" id="{55AE0753-6F3D-1F77-A6DC-C1EE85F0D188}"/>
                    </a:ext>
                  </a:extLst>
                </p14:cNvPr>
                <p14:cNvContentPartPr/>
                <p14:nvPr/>
              </p14:nvContentPartPr>
              <p14:xfrm>
                <a:off x="7958133" y="3946521"/>
                <a:ext cx="171720" cy="176400"/>
              </p14:xfrm>
            </p:contentPart>
          </mc:Choice>
          <mc:Fallback>
            <p:pic>
              <p:nvPicPr>
                <p:cNvPr id="138" name="Ink 137">
                  <a:extLst>
                    <a:ext uri="{FF2B5EF4-FFF2-40B4-BE49-F238E27FC236}">
                      <a16:creationId xmlns:a16="http://schemas.microsoft.com/office/drawing/2014/main" id="{55AE0753-6F3D-1F77-A6DC-C1EE85F0D188}"/>
                    </a:ext>
                  </a:extLst>
                </p:cNvPr>
                <p:cNvPicPr/>
                <p:nvPr/>
              </p:nvPicPr>
              <p:blipFill>
                <a:blip r:embed="rId235"/>
                <a:stretch>
                  <a:fillRect/>
                </a:stretch>
              </p:blipFill>
              <p:spPr>
                <a:xfrm>
                  <a:off x="7949493" y="3937881"/>
                  <a:ext cx="18936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39" name="Ink 138">
                  <a:extLst>
                    <a:ext uri="{FF2B5EF4-FFF2-40B4-BE49-F238E27FC236}">
                      <a16:creationId xmlns:a16="http://schemas.microsoft.com/office/drawing/2014/main" id="{CDF2084C-BBA0-254C-F33E-1BEFE588B72C}"/>
                    </a:ext>
                  </a:extLst>
                </p14:cNvPr>
                <p14:cNvContentPartPr/>
                <p14:nvPr/>
              </p14:nvContentPartPr>
              <p14:xfrm>
                <a:off x="8141373" y="3946881"/>
                <a:ext cx="158400" cy="156600"/>
              </p14:xfrm>
            </p:contentPart>
          </mc:Choice>
          <mc:Fallback>
            <p:pic>
              <p:nvPicPr>
                <p:cNvPr id="139" name="Ink 138">
                  <a:extLst>
                    <a:ext uri="{FF2B5EF4-FFF2-40B4-BE49-F238E27FC236}">
                      <a16:creationId xmlns:a16="http://schemas.microsoft.com/office/drawing/2014/main" id="{CDF2084C-BBA0-254C-F33E-1BEFE588B72C}"/>
                    </a:ext>
                  </a:extLst>
                </p:cNvPr>
                <p:cNvPicPr/>
                <p:nvPr/>
              </p:nvPicPr>
              <p:blipFill>
                <a:blip r:embed="rId237"/>
                <a:stretch>
                  <a:fillRect/>
                </a:stretch>
              </p:blipFill>
              <p:spPr>
                <a:xfrm>
                  <a:off x="8132733" y="3938241"/>
                  <a:ext cx="176040" cy="17424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41" name="Ink 140">
                  <a:extLst>
                    <a:ext uri="{FF2B5EF4-FFF2-40B4-BE49-F238E27FC236}">
                      <a16:creationId xmlns:a16="http://schemas.microsoft.com/office/drawing/2014/main" id="{75448679-1E9A-E50D-354E-3ACE89377940}"/>
                    </a:ext>
                  </a:extLst>
                </p14:cNvPr>
                <p14:cNvContentPartPr/>
                <p14:nvPr/>
              </p14:nvContentPartPr>
              <p14:xfrm>
                <a:off x="8211213" y="4398321"/>
                <a:ext cx="1440" cy="162360"/>
              </p14:xfrm>
            </p:contentPart>
          </mc:Choice>
          <mc:Fallback>
            <p:pic>
              <p:nvPicPr>
                <p:cNvPr id="141" name="Ink 140">
                  <a:extLst>
                    <a:ext uri="{FF2B5EF4-FFF2-40B4-BE49-F238E27FC236}">
                      <a16:creationId xmlns:a16="http://schemas.microsoft.com/office/drawing/2014/main" id="{75448679-1E9A-E50D-354E-3ACE89377940}"/>
                    </a:ext>
                  </a:extLst>
                </p:cNvPr>
                <p:cNvPicPr/>
                <p:nvPr/>
              </p:nvPicPr>
              <p:blipFill>
                <a:blip r:embed="rId239"/>
                <a:stretch>
                  <a:fillRect/>
                </a:stretch>
              </p:blipFill>
              <p:spPr>
                <a:xfrm>
                  <a:off x="8202213" y="4389321"/>
                  <a:ext cx="1908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2" name="Ink 141">
                  <a:extLst>
                    <a:ext uri="{FF2B5EF4-FFF2-40B4-BE49-F238E27FC236}">
                      <a16:creationId xmlns:a16="http://schemas.microsoft.com/office/drawing/2014/main" id="{719F71B5-0789-3D36-B05E-024967CF67B3}"/>
                    </a:ext>
                  </a:extLst>
                </p14:cNvPr>
                <p14:cNvContentPartPr/>
                <p14:nvPr/>
              </p14:nvContentPartPr>
              <p14:xfrm>
                <a:off x="8105013" y="4276641"/>
                <a:ext cx="72720" cy="153720"/>
              </p14:xfrm>
            </p:contentPart>
          </mc:Choice>
          <mc:Fallback>
            <p:pic>
              <p:nvPicPr>
                <p:cNvPr id="142" name="Ink 141">
                  <a:extLst>
                    <a:ext uri="{FF2B5EF4-FFF2-40B4-BE49-F238E27FC236}">
                      <a16:creationId xmlns:a16="http://schemas.microsoft.com/office/drawing/2014/main" id="{719F71B5-0789-3D36-B05E-024967CF67B3}"/>
                    </a:ext>
                  </a:extLst>
                </p:cNvPr>
                <p:cNvPicPr/>
                <p:nvPr/>
              </p:nvPicPr>
              <p:blipFill>
                <a:blip r:embed="rId241"/>
                <a:stretch>
                  <a:fillRect/>
                </a:stretch>
              </p:blipFill>
              <p:spPr>
                <a:xfrm>
                  <a:off x="8096373" y="4268001"/>
                  <a:ext cx="9036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3" name="Ink 142">
                  <a:extLst>
                    <a:ext uri="{FF2B5EF4-FFF2-40B4-BE49-F238E27FC236}">
                      <a16:creationId xmlns:a16="http://schemas.microsoft.com/office/drawing/2014/main" id="{D6CA4DF3-5C7E-A642-3999-1397821B863F}"/>
                    </a:ext>
                  </a:extLst>
                </p14:cNvPr>
                <p14:cNvContentPartPr/>
                <p14:nvPr/>
              </p14:nvContentPartPr>
              <p14:xfrm>
                <a:off x="8177373" y="4202481"/>
                <a:ext cx="123480" cy="207360"/>
              </p14:xfrm>
            </p:contentPart>
          </mc:Choice>
          <mc:Fallback>
            <p:pic>
              <p:nvPicPr>
                <p:cNvPr id="143" name="Ink 142">
                  <a:extLst>
                    <a:ext uri="{FF2B5EF4-FFF2-40B4-BE49-F238E27FC236}">
                      <a16:creationId xmlns:a16="http://schemas.microsoft.com/office/drawing/2014/main" id="{D6CA4DF3-5C7E-A642-3999-1397821B863F}"/>
                    </a:ext>
                  </a:extLst>
                </p:cNvPr>
                <p:cNvPicPr/>
                <p:nvPr/>
              </p:nvPicPr>
              <p:blipFill>
                <a:blip r:embed="rId243"/>
                <a:stretch>
                  <a:fillRect/>
                </a:stretch>
              </p:blipFill>
              <p:spPr>
                <a:xfrm>
                  <a:off x="8168373" y="4193841"/>
                  <a:ext cx="14112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45" name="Ink 144">
                  <a:extLst>
                    <a:ext uri="{FF2B5EF4-FFF2-40B4-BE49-F238E27FC236}">
                      <a16:creationId xmlns:a16="http://schemas.microsoft.com/office/drawing/2014/main" id="{A94294FB-12B0-36DC-85CC-A975FD321DCB}"/>
                    </a:ext>
                  </a:extLst>
                </p14:cNvPr>
                <p14:cNvContentPartPr/>
                <p14:nvPr/>
              </p14:nvContentPartPr>
              <p14:xfrm>
                <a:off x="8206533" y="4655001"/>
                <a:ext cx="17280" cy="172440"/>
              </p14:xfrm>
            </p:contentPart>
          </mc:Choice>
          <mc:Fallback>
            <p:pic>
              <p:nvPicPr>
                <p:cNvPr id="145" name="Ink 144">
                  <a:extLst>
                    <a:ext uri="{FF2B5EF4-FFF2-40B4-BE49-F238E27FC236}">
                      <a16:creationId xmlns:a16="http://schemas.microsoft.com/office/drawing/2014/main" id="{A94294FB-12B0-36DC-85CC-A975FD321DCB}"/>
                    </a:ext>
                  </a:extLst>
                </p:cNvPr>
                <p:cNvPicPr/>
                <p:nvPr/>
              </p:nvPicPr>
              <p:blipFill>
                <a:blip r:embed="rId245"/>
                <a:stretch>
                  <a:fillRect/>
                </a:stretch>
              </p:blipFill>
              <p:spPr>
                <a:xfrm>
                  <a:off x="8197893" y="4646361"/>
                  <a:ext cx="3492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46" name="Ink 145">
                  <a:extLst>
                    <a:ext uri="{FF2B5EF4-FFF2-40B4-BE49-F238E27FC236}">
                      <a16:creationId xmlns:a16="http://schemas.microsoft.com/office/drawing/2014/main" id="{9940B778-0001-6530-0B4F-F52B88710811}"/>
                    </a:ext>
                  </a:extLst>
                </p14:cNvPr>
                <p14:cNvContentPartPr/>
                <p14:nvPr/>
              </p14:nvContentPartPr>
              <p14:xfrm>
                <a:off x="8187093" y="4603161"/>
                <a:ext cx="177120" cy="168480"/>
              </p14:xfrm>
            </p:contentPart>
          </mc:Choice>
          <mc:Fallback>
            <p:pic>
              <p:nvPicPr>
                <p:cNvPr id="146" name="Ink 145">
                  <a:extLst>
                    <a:ext uri="{FF2B5EF4-FFF2-40B4-BE49-F238E27FC236}">
                      <a16:creationId xmlns:a16="http://schemas.microsoft.com/office/drawing/2014/main" id="{9940B778-0001-6530-0B4F-F52B88710811}"/>
                    </a:ext>
                  </a:extLst>
                </p:cNvPr>
                <p:cNvPicPr/>
                <p:nvPr/>
              </p:nvPicPr>
              <p:blipFill>
                <a:blip r:embed="rId247"/>
                <a:stretch>
                  <a:fillRect/>
                </a:stretch>
              </p:blipFill>
              <p:spPr>
                <a:xfrm>
                  <a:off x="8178093" y="4594521"/>
                  <a:ext cx="19476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47" name="Ink 146">
                  <a:extLst>
                    <a:ext uri="{FF2B5EF4-FFF2-40B4-BE49-F238E27FC236}">
                      <a16:creationId xmlns:a16="http://schemas.microsoft.com/office/drawing/2014/main" id="{00165DFA-3319-23C1-F767-DEA06E5ECC12}"/>
                    </a:ext>
                  </a:extLst>
                </p14:cNvPr>
                <p14:cNvContentPartPr/>
                <p14:nvPr/>
              </p14:nvContentPartPr>
              <p14:xfrm>
                <a:off x="8434773" y="4627281"/>
                <a:ext cx="129600" cy="118440"/>
              </p14:xfrm>
            </p:contentPart>
          </mc:Choice>
          <mc:Fallback>
            <p:pic>
              <p:nvPicPr>
                <p:cNvPr id="147" name="Ink 146">
                  <a:extLst>
                    <a:ext uri="{FF2B5EF4-FFF2-40B4-BE49-F238E27FC236}">
                      <a16:creationId xmlns:a16="http://schemas.microsoft.com/office/drawing/2014/main" id="{00165DFA-3319-23C1-F767-DEA06E5ECC12}"/>
                    </a:ext>
                  </a:extLst>
                </p:cNvPr>
                <p:cNvPicPr/>
                <p:nvPr/>
              </p:nvPicPr>
              <p:blipFill>
                <a:blip r:embed="rId249"/>
                <a:stretch>
                  <a:fillRect/>
                </a:stretch>
              </p:blipFill>
              <p:spPr>
                <a:xfrm>
                  <a:off x="8425773" y="4618641"/>
                  <a:ext cx="14724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48" name="Ink 147">
                  <a:extLst>
                    <a:ext uri="{FF2B5EF4-FFF2-40B4-BE49-F238E27FC236}">
                      <a16:creationId xmlns:a16="http://schemas.microsoft.com/office/drawing/2014/main" id="{4F4A2598-ADCE-664A-7C93-24B19F7B537A}"/>
                    </a:ext>
                  </a:extLst>
                </p14:cNvPr>
                <p14:cNvContentPartPr/>
                <p14:nvPr/>
              </p14:nvContentPartPr>
              <p14:xfrm>
                <a:off x="8550693" y="4548441"/>
                <a:ext cx="74880" cy="168840"/>
              </p14:xfrm>
            </p:contentPart>
          </mc:Choice>
          <mc:Fallback>
            <p:pic>
              <p:nvPicPr>
                <p:cNvPr id="148" name="Ink 147">
                  <a:extLst>
                    <a:ext uri="{FF2B5EF4-FFF2-40B4-BE49-F238E27FC236}">
                      <a16:creationId xmlns:a16="http://schemas.microsoft.com/office/drawing/2014/main" id="{4F4A2598-ADCE-664A-7C93-24B19F7B537A}"/>
                    </a:ext>
                  </a:extLst>
                </p:cNvPr>
                <p:cNvPicPr/>
                <p:nvPr/>
              </p:nvPicPr>
              <p:blipFill>
                <a:blip r:embed="rId251"/>
                <a:stretch>
                  <a:fillRect/>
                </a:stretch>
              </p:blipFill>
              <p:spPr>
                <a:xfrm>
                  <a:off x="8541693" y="4539801"/>
                  <a:ext cx="9252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49" name="Ink 148">
                  <a:extLst>
                    <a:ext uri="{FF2B5EF4-FFF2-40B4-BE49-F238E27FC236}">
                      <a16:creationId xmlns:a16="http://schemas.microsoft.com/office/drawing/2014/main" id="{4A146EC1-FEAA-5C9B-A5EE-5753E8BCE673}"/>
                    </a:ext>
                  </a:extLst>
                </p14:cNvPr>
                <p14:cNvContentPartPr/>
                <p14:nvPr/>
              </p14:nvContentPartPr>
              <p14:xfrm>
                <a:off x="8571213" y="4548441"/>
                <a:ext cx="342360" cy="152640"/>
              </p14:xfrm>
            </p:contentPart>
          </mc:Choice>
          <mc:Fallback>
            <p:pic>
              <p:nvPicPr>
                <p:cNvPr id="149" name="Ink 148">
                  <a:extLst>
                    <a:ext uri="{FF2B5EF4-FFF2-40B4-BE49-F238E27FC236}">
                      <a16:creationId xmlns:a16="http://schemas.microsoft.com/office/drawing/2014/main" id="{4A146EC1-FEAA-5C9B-A5EE-5753E8BCE673}"/>
                    </a:ext>
                  </a:extLst>
                </p:cNvPr>
                <p:cNvPicPr/>
                <p:nvPr/>
              </p:nvPicPr>
              <p:blipFill>
                <a:blip r:embed="rId253"/>
                <a:stretch>
                  <a:fillRect/>
                </a:stretch>
              </p:blipFill>
              <p:spPr>
                <a:xfrm>
                  <a:off x="8562573" y="4539441"/>
                  <a:ext cx="36000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50" name="Ink 149">
                  <a:extLst>
                    <a:ext uri="{FF2B5EF4-FFF2-40B4-BE49-F238E27FC236}">
                      <a16:creationId xmlns:a16="http://schemas.microsoft.com/office/drawing/2014/main" id="{04106332-9309-E351-C409-368FC6970CF9}"/>
                    </a:ext>
                  </a:extLst>
                </p14:cNvPr>
                <p14:cNvContentPartPr/>
                <p14:nvPr/>
              </p14:nvContentPartPr>
              <p14:xfrm>
                <a:off x="8981253" y="4531161"/>
                <a:ext cx="109080" cy="115560"/>
              </p14:xfrm>
            </p:contentPart>
          </mc:Choice>
          <mc:Fallback>
            <p:pic>
              <p:nvPicPr>
                <p:cNvPr id="150" name="Ink 149">
                  <a:extLst>
                    <a:ext uri="{FF2B5EF4-FFF2-40B4-BE49-F238E27FC236}">
                      <a16:creationId xmlns:a16="http://schemas.microsoft.com/office/drawing/2014/main" id="{04106332-9309-E351-C409-368FC6970CF9}"/>
                    </a:ext>
                  </a:extLst>
                </p:cNvPr>
                <p:cNvPicPr/>
                <p:nvPr/>
              </p:nvPicPr>
              <p:blipFill>
                <a:blip r:embed="rId255"/>
                <a:stretch>
                  <a:fillRect/>
                </a:stretch>
              </p:blipFill>
              <p:spPr>
                <a:xfrm>
                  <a:off x="8972253" y="4522161"/>
                  <a:ext cx="12672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51" name="Ink 150">
                  <a:extLst>
                    <a:ext uri="{FF2B5EF4-FFF2-40B4-BE49-F238E27FC236}">
                      <a16:creationId xmlns:a16="http://schemas.microsoft.com/office/drawing/2014/main" id="{40B6677C-D22F-EAEE-C94F-48CA35292A57}"/>
                    </a:ext>
                  </a:extLst>
                </p14:cNvPr>
                <p14:cNvContentPartPr/>
                <p14:nvPr/>
              </p14:nvContentPartPr>
              <p14:xfrm>
                <a:off x="9097173" y="4480761"/>
                <a:ext cx="105840" cy="125640"/>
              </p14:xfrm>
            </p:contentPart>
          </mc:Choice>
          <mc:Fallback>
            <p:pic>
              <p:nvPicPr>
                <p:cNvPr id="151" name="Ink 150">
                  <a:extLst>
                    <a:ext uri="{FF2B5EF4-FFF2-40B4-BE49-F238E27FC236}">
                      <a16:creationId xmlns:a16="http://schemas.microsoft.com/office/drawing/2014/main" id="{40B6677C-D22F-EAEE-C94F-48CA35292A57}"/>
                    </a:ext>
                  </a:extLst>
                </p:cNvPr>
                <p:cNvPicPr/>
                <p:nvPr/>
              </p:nvPicPr>
              <p:blipFill>
                <a:blip r:embed="rId257"/>
                <a:stretch>
                  <a:fillRect/>
                </a:stretch>
              </p:blipFill>
              <p:spPr>
                <a:xfrm>
                  <a:off x="9088173" y="4472121"/>
                  <a:ext cx="12348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52" name="Ink 151">
                  <a:extLst>
                    <a:ext uri="{FF2B5EF4-FFF2-40B4-BE49-F238E27FC236}">
                      <a16:creationId xmlns:a16="http://schemas.microsoft.com/office/drawing/2014/main" id="{27C3A8E7-7101-8AA4-442F-272607F8997D}"/>
                    </a:ext>
                  </a:extLst>
                </p14:cNvPr>
                <p14:cNvContentPartPr/>
                <p14:nvPr/>
              </p14:nvContentPartPr>
              <p14:xfrm>
                <a:off x="9245853" y="4406601"/>
                <a:ext cx="41040" cy="154080"/>
              </p14:xfrm>
            </p:contentPart>
          </mc:Choice>
          <mc:Fallback>
            <p:pic>
              <p:nvPicPr>
                <p:cNvPr id="152" name="Ink 151">
                  <a:extLst>
                    <a:ext uri="{FF2B5EF4-FFF2-40B4-BE49-F238E27FC236}">
                      <a16:creationId xmlns:a16="http://schemas.microsoft.com/office/drawing/2014/main" id="{27C3A8E7-7101-8AA4-442F-272607F8997D}"/>
                    </a:ext>
                  </a:extLst>
                </p:cNvPr>
                <p:cNvPicPr/>
                <p:nvPr/>
              </p:nvPicPr>
              <p:blipFill>
                <a:blip r:embed="rId259"/>
                <a:stretch>
                  <a:fillRect/>
                </a:stretch>
              </p:blipFill>
              <p:spPr>
                <a:xfrm>
                  <a:off x="9237213" y="4397601"/>
                  <a:ext cx="5868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53" name="Ink 152">
                  <a:extLst>
                    <a:ext uri="{FF2B5EF4-FFF2-40B4-BE49-F238E27FC236}">
                      <a16:creationId xmlns:a16="http://schemas.microsoft.com/office/drawing/2014/main" id="{45D24F0C-EEBA-311F-076B-883C664BD6A8}"/>
                    </a:ext>
                  </a:extLst>
                </p14:cNvPr>
                <p14:cNvContentPartPr/>
                <p14:nvPr/>
              </p14:nvContentPartPr>
              <p14:xfrm>
                <a:off x="9287253" y="4462041"/>
                <a:ext cx="69120" cy="102600"/>
              </p14:xfrm>
            </p:contentPart>
          </mc:Choice>
          <mc:Fallback>
            <p:pic>
              <p:nvPicPr>
                <p:cNvPr id="153" name="Ink 152">
                  <a:extLst>
                    <a:ext uri="{FF2B5EF4-FFF2-40B4-BE49-F238E27FC236}">
                      <a16:creationId xmlns:a16="http://schemas.microsoft.com/office/drawing/2014/main" id="{45D24F0C-EEBA-311F-076B-883C664BD6A8}"/>
                    </a:ext>
                  </a:extLst>
                </p:cNvPr>
                <p:cNvPicPr/>
                <p:nvPr/>
              </p:nvPicPr>
              <p:blipFill>
                <a:blip r:embed="rId261"/>
                <a:stretch>
                  <a:fillRect/>
                </a:stretch>
              </p:blipFill>
              <p:spPr>
                <a:xfrm>
                  <a:off x="9278253" y="4453041"/>
                  <a:ext cx="8676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54" name="Ink 153">
                  <a:extLst>
                    <a:ext uri="{FF2B5EF4-FFF2-40B4-BE49-F238E27FC236}">
                      <a16:creationId xmlns:a16="http://schemas.microsoft.com/office/drawing/2014/main" id="{00EC862A-C640-33AB-DA56-1E21474196D9}"/>
                    </a:ext>
                  </a:extLst>
                </p14:cNvPr>
                <p14:cNvContentPartPr/>
                <p14:nvPr/>
              </p14:nvContentPartPr>
              <p14:xfrm>
                <a:off x="8518653" y="4979361"/>
                <a:ext cx="68760" cy="123120"/>
              </p14:xfrm>
            </p:contentPart>
          </mc:Choice>
          <mc:Fallback>
            <p:pic>
              <p:nvPicPr>
                <p:cNvPr id="154" name="Ink 153">
                  <a:extLst>
                    <a:ext uri="{FF2B5EF4-FFF2-40B4-BE49-F238E27FC236}">
                      <a16:creationId xmlns:a16="http://schemas.microsoft.com/office/drawing/2014/main" id="{00EC862A-C640-33AB-DA56-1E21474196D9}"/>
                    </a:ext>
                  </a:extLst>
                </p:cNvPr>
                <p:cNvPicPr/>
                <p:nvPr/>
              </p:nvPicPr>
              <p:blipFill>
                <a:blip r:embed="rId263"/>
                <a:stretch>
                  <a:fillRect/>
                </a:stretch>
              </p:blipFill>
              <p:spPr>
                <a:xfrm>
                  <a:off x="8510013" y="4970721"/>
                  <a:ext cx="8640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55" name="Ink 154">
                  <a:extLst>
                    <a:ext uri="{FF2B5EF4-FFF2-40B4-BE49-F238E27FC236}">
                      <a16:creationId xmlns:a16="http://schemas.microsoft.com/office/drawing/2014/main" id="{7E129E55-00EF-69C8-4073-FD8DD80B2EFF}"/>
                    </a:ext>
                  </a:extLst>
                </p14:cNvPr>
                <p14:cNvContentPartPr/>
                <p14:nvPr/>
              </p14:nvContentPartPr>
              <p14:xfrm>
                <a:off x="8472573" y="5074041"/>
                <a:ext cx="188640" cy="54000"/>
              </p14:xfrm>
            </p:contentPart>
          </mc:Choice>
          <mc:Fallback>
            <p:pic>
              <p:nvPicPr>
                <p:cNvPr id="155" name="Ink 154">
                  <a:extLst>
                    <a:ext uri="{FF2B5EF4-FFF2-40B4-BE49-F238E27FC236}">
                      <a16:creationId xmlns:a16="http://schemas.microsoft.com/office/drawing/2014/main" id="{7E129E55-00EF-69C8-4073-FD8DD80B2EFF}"/>
                    </a:ext>
                  </a:extLst>
                </p:cNvPr>
                <p:cNvPicPr/>
                <p:nvPr/>
              </p:nvPicPr>
              <p:blipFill>
                <a:blip r:embed="rId265"/>
                <a:stretch>
                  <a:fillRect/>
                </a:stretch>
              </p:blipFill>
              <p:spPr>
                <a:xfrm>
                  <a:off x="8463573" y="5065041"/>
                  <a:ext cx="20628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56" name="Ink 155">
                  <a:extLst>
                    <a:ext uri="{FF2B5EF4-FFF2-40B4-BE49-F238E27FC236}">
                      <a16:creationId xmlns:a16="http://schemas.microsoft.com/office/drawing/2014/main" id="{9434374D-181F-3529-073D-2A13ABD7F9EC}"/>
                    </a:ext>
                  </a:extLst>
                </p14:cNvPr>
                <p14:cNvContentPartPr/>
                <p14:nvPr/>
              </p14:nvContentPartPr>
              <p14:xfrm>
                <a:off x="8441253" y="4925361"/>
                <a:ext cx="127440" cy="81000"/>
              </p14:xfrm>
            </p:contentPart>
          </mc:Choice>
          <mc:Fallback>
            <p:pic>
              <p:nvPicPr>
                <p:cNvPr id="156" name="Ink 155">
                  <a:extLst>
                    <a:ext uri="{FF2B5EF4-FFF2-40B4-BE49-F238E27FC236}">
                      <a16:creationId xmlns:a16="http://schemas.microsoft.com/office/drawing/2014/main" id="{9434374D-181F-3529-073D-2A13ABD7F9EC}"/>
                    </a:ext>
                  </a:extLst>
                </p:cNvPr>
                <p:cNvPicPr/>
                <p:nvPr/>
              </p:nvPicPr>
              <p:blipFill>
                <a:blip r:embed="rId267"/>
                <a:stretch>
                  <a:fillRect/>
                </a:stretch>
              </p:blipFill>
              <p:spPr>
                <a:xfrm>
                  <a:off x="8432253" y="4916361"/>
                  <a:ext cx="14508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57" name="Ink 156">
                  <a:extLst>
                    <a:ext uri="{FF2B5EF4-FFF2-40B4-BE49-F238E27FC236}">
                      <a16:creationId xmlns:a16="http://schemas.microsoft.com/office/drawing/2014/main" id="{14C4E01A-6741-442C-1D55-15C66F51E64A}"/>
                    </a:ext>
                  </a:extLst>
                </p14:cNvPr>
                <p14:cNvContentPartPr/>
                <p14:nvPr/>
              </p14:nvContentPartPr>
              <p14:xfrm>
                <a:off x="8674173" y="4894401"/>
                <a:ext cx="170640" cy="59760"/>
              </p14:xfrm>
            </p:contentPart>
          </mc:Choice>
          <mc:Fallback>
            <p:pic>
              <p:nvPicPr>
                <p:cNvPr id="157" name="Ink 156">
                  <a:extLst>
                    <a:ext uri="{FF2B5EF4-FFF2-40B4-BE49-F238E27FC236}">
                      <a16:creationId xmlns:a16="http://schemas.microsoft.com/office/drawing/2014/main" id="{14C4E01A-6741-442C-1D55-15C66F51E64A}"/>
                    </a:ext>
                  </a:extLst>
                </p:cNvPr>
                <p:cNvPicPr/>
                <p:nvPr/>
              </p:nvPicPr>
              <p:blipFill>
                <a:blip r:embed="rId269"/>
                <a:stretch>
                  <a:fillRect/>
                </a:stretch>
              </p:blipFill>
              <p:spPr>
                <a:xfrm>
                  <a:off x="8665533" y="4885401"/>
                  <a:ext cx="188280" cy="7740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58" name="Ink 157">
                  <a:extLst>
                    <a:ext uri="{FF2B5EF4-FFF2-40B4-BE49-F238E27FC236}">
                      <a16:creationId xmlns:a16="http://schemas.microsoft.com/office/drawing/2014/main" id="{C1A02343-ADB9-9CDA-0EC1-77094BDF20C6}"/>
                    </a:ext>
                  </a:extLst>
                </p14:cNvPr>
                <p14:cNvContentPartPr/>
                <p14:nvPr/>
              </p14:nvContentPartPr>
              <p14:xfrm>
                <a:off x="8717373" y="4890081"/>
                <a:ext cx="56880" cy="127080"/>
              </p14:xfrm>
            </p:contentPart>
          </mc:Choice>
          <mc:Fallback>
            <p:pic>
              <p:nvPicPr>
                <p:cNvPr id="158" name="Ink 157">
                  <a:extLst>
                    <a:ext uri="{FF2B5EF4-FFF2-40B4-BE49-F238E27FC236}">
                      <a16:creationId xmlns:a16="http://schemas.microsoft.com/office/drawing/2014/main" id="{C1A02343-ADB9-9CDA-0EC1-77094BDF20C6}"/>
                    </a:ext>
                  </a:extLst>
                </p:cNvPr>
                <p:cNvPicPr/>
                <p:nvPr/>
              </p:nvPicPr>
              <p:blipFill>
                <a:blip r:embed="rId271"/>
                <a:stretch>
                  <a:fillRect/>
                </a:stretch>
              </p:blipFill>
              <p:spPr>
                <a:xfrm>
                  <a:off x="8708373" y="4881441"/>
                  <a:ext cx="74520" cy="14472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59" name="Ink 158">
                  <a:extLst>
                    <a:ext uri="{FF2B5EF4-FFF2-40B4-BE49-F238E27FC236}">
                      <a16:creationId xmlns:a16="http://schemas.microsoft.com/office/drawing/2014/main" id="{C6384370-5138-03DF-C0FE-506390531524}"/>
                    </a:ext>
                  </a:extLst>
                </p14:cNvPr>
                <p14:cNvContentPartPr/>
                <p14:nvPr/>
              </p14:nvContentPartPr>
              <p14:xfrm>
                <a:off x="8282853" y="5251881"/>
                <a:ext cx="184320" cy="267840"/>
              </p14:xfrm>
            </p:contentPart>
          </mc:Choice>
          <mc:Fallback>
            <p:pic>
              <p:nvPicPr>
                <p:cNvPr id="159" name="Ink 158">
                  <a:extLst>
                    <a:ext uri="{FF2B5EF4-FFF2-40B4-BE49-F238E27FC236}">
                      <a16:creationId xmlns:a16="http://schemas.microsoft.com/office/drawing/2014/main" id="{C6384370-5138-03DF-C0FE-506390531524}"/>
                    </a:ext>
                  </a:extLst>
                </p:cNvPr>
                <p:cNvPicPr/>
                <p:nvPr/>
              </p:nvPicPr>
              <p:blipFill>
                <a:blip r:embed="rId273"/>
                <a:stretch>
                  <a:fillRect/>
                </a:stretch>
              </p:blipFill>
              <p:spPr>
                <a:xfrm>
                  <a:off x="8274213" y="5242881"/>
                  <a:ext cx="201960" cy="28548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60" name="Ink 159">
                  <a:extLst>
                    <a:ext uri="{FF2B5EF4-FFF2-40B4-BE49-F238E27FC236}">
                      <a16:creationId xmlns:a16="http://schemas.microsoft.com/office/drawing/2014/main" id="{B53AD4F2-A5A0-CA02-683F-954EB3A6512A}"/>
                    </a:ext>
                  </a:extLst>
                </p14:cNvPr>
                <p14:cNvContentPartPr/>
                <p14:nvPr/>
              </p14:nvContentPartPr>
              <p14:xfrm>
                <a:off x="8534493" y="5224161"/>
                <a:ext cx="297360" cy="221400"/>
              </p14:xfrm>
            </p:contentPart>
          </mc:Choice>
          <mc:Fallback>
            <p:pic>
              <p:nvPicPr>
                <p:cNvPr id="160" name="Ink 159">
                  <a:extLst>
                    <a:ext uri="{FF2B5EF4-FFF2-40B4-BE49-F238E27FC236}">
                      <a16:creationId xmlns:a16="http://schemas.microsoft.com/office/drawing/2014/main" id="{B53AD4F2-A5A0-CA02-683F-954EB3A6512A}"/>
                    </a:ext>
                  </a:extLst>
                </p:cNvPr>
                <p:cNvPicPr/>
                <p:nvPr/>
              </p:nvPicPr>
              <p:blipFill>
                <a:blip r:embed="rId275"/>
                <a:stretch>
                  <a:fillRect/>
                </a:stretch>
              </p:blipFill>
              <p:spPr>
                <a:xfrm>
                  <a:off x="8525493" y="5215521"/>
                  <a:ext cx="31500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61" name="Ink 160">
                  <a:extLst>
                    <a:ext uri="{FF2B5EF4-FFF2-40B4-BE49-F238E27FC236}">
                      <a16:creationId xmlns:a16="http://schemas.microsoft.com/office/drawing/2014/main" id="{BB094464-564B-FB73-6597-B02CE2E93557}"/>
                    </a:ext>
                  </a:extLst>
                </p14:cNvPr>
                <p14:cNvContentPartPr/>
                <p14:nvPr/>
              </p14:nvContentPartPr>
              <p14:xfrm>
                <a:off x="8866053" y="5227041"/>
                <a:ext cx="49320" cy="84600"/>
              </p14:xfrm>
            </p:contentPart>
          </mc:Choice>
          <mc:Fallback>
            <p:pic>
              <p:nvPicPr>
                <p:cNvPr id="161" name="Ink 160">
                  <a:extLst>
                    <a:ext uri="{FF2B5EF4-FFF2-40B4-BE49-F238E27FC236}">
                      <a16:creationId xmlns:a16="http://schemas.microsoft.com/office/drawing/2014/main" id="{BB094464-564B-FB73-6597-B02CE2E93557}"/>
                    </a:ext>
                  </a:extLst>
                </p:cNvPr>
                <p:cNvPicPr/>
                <p:nvPr/>
              </p:nvPicPr>
              <p:blipFill>
                <a:blip r:embed="rId277"/>
                <a:stretch>
                  <a:fillRect/>
                </a:stretch>
              </p:blipFill>
              <p:spPr>
                <a:xfrm>
                  <a:off x="8857053" y="5218041"/>
                  <a:ext cx="6696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62" name="Ink 161">
                  <a:extLst>
                    <a:ext uri="{FF2B5EF4-FFF2-40B4-BE49-F238E27FC236}">
                      <a16:creationId xmlns:a16="http://schemas.microsoft.com/office/drawing/2014/main" id="{A036089A-B374-9B60-B289-F5BD571A059B}"/>
                    </a:ext>
                  </a:extLst>
                </p14:cNvPr>
                <p14:cNvContentPartPr/>
                <p14:nvPr/>
              </p14:nvContentPartPr>
              <p14:xfrm>
                <a:off x="8879733" y="5143161"/>
                <a:ext cx="3960" cy="7560"/>
              </p14:xfrm>
            </p:contentPart>
          </mc:Choice>
          <mc:Fallback>
            <p:pic>
              <p:nvPicPr>
                <p:cNvPr id="162" name="Ink 161">
                  <a:extLst>
                    <a:ext uri="{FF2B5EF4-FFF2-40B4-BE49-F238E27FC236}">
                      <a16:creationId xmlns:a16="http://schemas.microsoft.com/office/drawing/2014/main" id="{A036089A-B374-9B60-B289-F5BD571A059B}"/>
                    </a:ext>
                  </a:extLst>
                </p:cNvPr>
                <p:cNvPicPr/>
                <p:nvPr/>
              </p:nvPicPr>
              <p:blipFill>
                <a:blip r:embed="rId279"/>
                <a:stretch>
                  <a:fillRect/>
                </a:stretch>
              </p:blipFill>
              <p:spPr>
                <a:xfrm>
                  <a:off x="8871093" y="5134521"/>
                  <a:ext cx="2160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63" name="Ink 162">
                  <a:extLst>
                    <a:ext uri="{FF2B5EF4-FFF2-40B4-BE49-F238E27FC236}">
                      <a16:creationId xmlns:a16="http://schemas.microsoft.com/office/drawing/2014/main" id="{3CC90DDD-C380-7DF1-5DEB-A8DD31CD4448}"/>
                    </a:ext>
                  </a:extLst>
                </p14:cNvPr>
                <p14:cNvContentPartPr/>
                <p14:nvPr/>
              </p14:nvContentPartPr>
              <p14:xfrm>
                <a:off x="8994213" y="5140281"/>
                <a:ext cx="99720" cy="198360"/>
              </p14:xfrm>
            </p:contentPart>
          </mc:Choice>
          <mc:Fallback>
            <p:pic>
              <p:nvPicPr>
                <p:cNvPr id="163" name="Ink 162">
                  <a:extLst>
                    <a:ext uri="{FF2B5EF4-FFF2-40B4-BE49-F238E27FC236}">
                      <a16:creationId xmlns:a16="http://schemas.microsoft.com/office/drawing/2014/main" id="{3CC90DDD-C380-7DF1-5DEB-A8DD31CD4448}"/>
                    </a:ext>
                  </a:extLst>
                </p:cNvPr>
                <p:cNvPicPr/>
                <p:nvPr/>
              </p:nvPicPr>
              <p:blipFill>
                <a:blip r:embed="rId281"/>
                <a:stretch>
                  <a:fillRect/>
                </a:stretch>
              </p:blipFill>
              <p:spPr>
                <a:xfrm>
                  <a:off x="8985213" y="5131641"/>
                  <a:ext cx="117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64" name="Ink 163">
                  <a:extLst>
                    <a:ext uri="{FF2B5EF4-FFF2-40B4-BE49-F238E27FC236}">
                      <a16:creationId xmlns:a16="http://schemas.microsoft.com/office/drawing/2014/main" id="{29237A1D-53DB-8F10-C0E5-7D9A06C2D722}"/>
                    </a:ext>
                  </a:extLst>
                </p14:cNvPr>
                <p14:cNvContentPartPr/>
                <p14:nvPr/>
              </p14:nvContentPartPr>
              <p14:xfrm>
                <a:off x="8042013" y="4720881"/>
                <a:ext cx="470160" cy="947160"/>
              </p14:xfrm>
            </p:contentPart>
          </mc:Choice>
          <mc:Fallback>
            <p:pic>
              <p:nvPicPr>
                <p:cNvPr id="164" name="Ink 163">
                  <a:extLst>
                    <a:ext uri="{FF2B5EF4-FFF2-40B4-BE49-F238E27FC236}">
                      <a16:creationId xmlns:a16="http://schemas.microsoft.com/office/drawing/2014/main" id="{29237A1D-53DB-8F10-C0E5-7D9A06C2D722}"/>
                    </a:ext>
                  </a:extLst>
                </p:cNvPr>
                <p:cNvPicPr/>
                <p:nvPr/>
              </p:nvPicPr>
              <p:blipFill>
                <a:blip r:embed="rId283"/>
                <a:stretch>
                  <a:fillRect/>
                </a:stretch>
              </p:blipFill>
              <p:spPr>
                <a:xfrm>
                  <a:off x="8033013" y="4711881"/>
                  <a:ext cx="487800" cy="96480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65" name="Ink 164">
                  <a:extLst>
                    <a:ext uri="{FF2B5EF4-FFF2-40B4-BE49-F238E27FC236}">
                      <a16:creationId xmlns:a16="http://schemas.microsoft.com/office/drawing/2014/main" id="{478EA83E-B2F1-0277-AEDA-F8CE2F852B13}"/>
                    </a:ext>
                  </a:extLst>
                </p14:cNvPr>
                <p14:cNvContentPartPr/>
                <p14:nvPr/>
              </p14:nvContentPartPr>
              <p14:xfrm>
                <a:off x="9093213" y="4348641"/>
                <a:ext cx="470520" cy="1174680"/>
              </p14:xfrm>
            </p:contentPart>
          </mc:Choice>
          <mc:Fallback>
            <p:pic>
              <p:nvPicPr>
                <p:cNvPr id="165" name="Ink 164">
                  <a:extLst>
                    <a:ext uri="{FF2B5EF4-FFF2-40B4-BE49-F238E27FC236}">
                      <a16:creationId xmlns:a16="http://schemas.microsoft.com/office/drawing/2014/main" id="{478EA83E-B2F1-0277-AEDA-F8CE2F852B13}"/>
                    </a:ext>
                  </a:extLst>
                </p:cNvPr>
                <p:cNvPicPr/>
                <p:nvPr/>
              </p:nvPicPr>
              <p:blipFill>
                <a:blip r:embed="rId285"/>
                <a:stretch>
                  <a:fillRect/>
                </a:stretch>
              </p:blipFill>
              <p:spPr>
                <a:xfrm>
                  <a:off x="9084573" y="4339641"/>
                  <a:ext cx="488160" cy="119232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67" name="Ink 166">
                  <a:extLst>
                    <a:ext uri="{FF2B5EF4-FFF2-40B4-BE49-F238E27FC236}">
                      <a16:creationId xmlns:a16="http://schemas.microsoft.com/office/drawing/2014/main" id="{7F5F73D5-9516-7EC6-DA14-5B3045338624}"/>
                    </a:ext>
                  </a:extLst>
                </p14:cNvPr>
                <p14:cNvContentPartPr/>
                <p14:nvPr/>
              </p14:nvContentPartPr>
              <p14:xfrm>
                <a:off x="8225253" y="4233801"/>
                <a:ext cx="15840" cy="14040"/>
              </p14:xfrm>
            </p:contentPart>
          </mc:Choice>
          <mc:Fallback>
            <p:pic>
              <p:nvPicPr>
                <p:cNvPr id="167" name="Ink 166">
                  <a:extLst>
                    <a:ext uri="{FF2B5EF4-FFF2-40B4-BE49-F238E27FC236}">
                      <a16:creationId xmlns:a16="http://schemas.microsoft.com/office/drawing/2014/main" id="{7F5F73D5-9516-7EC6-DA14-5B3045338624}"/>
                    </a:ext>
                  </a:extLst>
                </p:cNvPr>
                <p:cNvPicPr/>
                <p:nvPr/>
              </p:nvPicPr>
              <p:blipFill>
                <a:blip r:embed="rId287"/>
                <a:stretch>
                  <a:fillRect/>
                </a:stretch>
              </p:blipFill>
              <p:spPr>
                <a:xfrm>
                  <a:off x="8216613" y="4225161"/>
                  <a:ext cx="3348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68" name="Ink 167">
                  <a:extLst>
                    <a:ext uri="{FF2B5EF4-FFF2-40B4-BE49-F238E27FC236}">
                      <a16:creationId xmlns:a16="http://schemas.microsoft.com/office/drawing/2014/main" id="{2FC9CCC2-DE71-BD5D-02CD-E0437EF5C6ED}"/>
                    </a:ext>
                  </a:extLst>
                </p14:cNvPr>
                <p14:cNvContentPartPr/>
                <p14:nvPr/>
              </p14:nvContentPartPr>
              <p14:xfrm>
                <a:off x="8171253" y="4224441"/>
                <a:ext cx="29520" cy="156600"/>
              </p14:xfrm>
            </p:contentPart>
          </mc:Choice>
          <mc:Fallback>
            <p:pic>
              <p:nvPicPr>
                <p:cNvPr id="168" name="Ink 167">
                  <a:extLst>
                    <a:ext uri="{FF2B5EF4-FFF2-40B4-BE49-F238E27FC236}">
                      <a16:creationId xmlns:a16="http://schemas.microsoft.com/office/drawing/2014/main" id="{2FC9CCC2-DE71-BD5D-02CD-E0437EF5C6ED}"/>
                    </a:ext>
                  </a:extLst>
                </p:cNvPr>
                <p:cNvPicPr/>
                <p:nvPr/>
              </p:nvPicPr>
              <p:blipFill>
                <a:blip r:embed="rId289"/>
                <a:stretch>
                  <a:fillRect/>
                </a:stretch>
              </p:blipFill>
              <p:spPr>
                <a:xfrm>
                  <a:off x="8162613" y="4215801"/>
                  <a:ext cx="47160" cy="174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90">
            <p14:nvContentPartPr>
              <p14:cNvPr id="171" name="Ink 170">
                <a:extLst>
                  <a:ext uri="{FF2B5EF4-FFF2-40B4-BE49-F238E27FC236}">
                    <a16:creationId xmlns:a16="http://schemas.microsoft.com/office/drawing/2014/main" id="{DF61CB7D-F86D-436F-9CBC-DDC1DB501215}"/>
                  </a:ext>
                </a:extLst>
              </p14:cNvPr>
              <p14:cNvContentPartPr/>
              <p14:nvPr/>
            </p14:nvContentPartPr>
            <p14:xfrm>
              <a:off x="3766293" y="4367721"/>
              <a:ext cx="2386080" cy="1058760"/>
            </p14:xfrm>
          </p:contentPart>
        </mc:Choice>
        <mc:Fallback>
          <p:pic>
            <p:nvPicPr>
              <p:cNvPr id="171" name="Ink 170">
                <a:extLst>
                  <a:ext uri="{FF2B5EF4-FFF2-40B4-BE49-F238E27FC236}">
                    <a16:creationId xmlns:a16="http://schemas.microsoft.com/office/drawing/2014/main" id="{DF61CB7D-F86D-436F-9CBC-DDC1DB501215}"/>
                  </a:ext>
                </a:extLst>
              </p:cNvPr>
              <p:cNvPicPr/>
              <p:nvPr/>
            </p:nvPicPr>
            <p:blipFill>
              <a:blip r:embed="rId291"/>
              <a:stretch>
                <a:fillRect/>
              </a:stretch>
            </p:blipFill>
            <p:spPr>
              <a:xfrm>
                <a:off x="3757293" y="4359081"/>
                <a:ext cx="2403720" cy="1076400"/>
              </a:xfrm>
              <a:prstGeom prst="rect">
                <a:avLst/>
              </a:prstGeom>
            </p:spPr>
          </p:pic>
        </mc:Fallback>
      </mc:AlternateContent>
      <p:grpSp>
        <p:nvGrpSpPr>
          <p:cNvPr id="212" name="Group 211">
            <a:extLst>
              <a:ext uri="{FF2B5EF4-FFF2-40B4-BE49-F238E27FC236}">
                <a16:creationId xmlns:a16="http://schemas.microsoft.com/office/drawing/2014/main" id="{87364EC3-76C1-EBE5-5147-3D7FAF7C89A0}"/>
              </a:ext>
            </a:extLst>
          </p:cNvPr>
          <p:cNvGrpSpPr/>
          <p:nvPr/>
        </p:nvGrpSpPr>
        <p:grpSpPr>
          <a:xfrm>
            <a:off x="8794413" y="5607921"/>
            <a:ext cx="2549880" cy="1086480"/>
            <a:chOff x="8794413" y="5607921"/>
            <a:chExt cx="2549880" cy="1086480"/>
          </a:xfrm>
        </p:grpSpPr>
        <mc:AlternateContent xmlns:mc="http://schemas.openxmlformats.org/markup-compatibility/2006">
          <mc:Choice xmlns:p14="http://schemas.microsoft.com/office/powerpoint/2010/main" Requires="p14">
            <p:contentPart p14:bwMode="auto" r:id="rId292">
              <p14:nvContentPartPr>
                <p14:cNvPr id="185" name="Ink 184">
                  <a:extLst>
                    <a:ext uri="{FF2B5EF4-FFF2-40B4-BE49-F238E27FC236}">
                      <a16:creationId xmlns:a16="http://schemas.microsoft.com/office/drawing/2014/main" id="{E7FD6DCE-93CA-EF93-55E8-B3812890FCF9}"/>
                    </a:ext>
                  </a:extLst>
                </p14:cNvPr>
                <p14:cNvContentPartPr/>
                <p14:nvPr/>
              </p14:nvContentPartPr>
              <p14:xfrm>
                <a:off x="8794413" y="5940561"/>
                <a:ext cx="626400" cy="653040"/>
              </p14:xfrm>
            </p:contentPart>
          </mc:Choice>
          <mc:Fallback>
            <p:pic>
              <p:nvPicPr>
                <p:cNvPr id="185" name="Ink 184">
                  <a:extLst>
                    <a:ext uri="{FF2B5EF4-FFF2-40B4-BE49-F238E27FC236}">
                      <a16:creationId xmlns:a16="http://schemas.microsoft.com/office/drawing/2014/main" id="{E7FD6DCE-93CA-EF93-55E8-B3812890FCF9}"/>
                    </a:ext>
                  </a:extLst>
                </p:cNvPr>
                <p:cNvPicPr/>
                <p:nvPr/>
              </p:nvPicPr>
              <p:blipFill>
                <a:blip r:embed="rId293"/>
                <a:stretch>
                  <a:fillRect/>
                </a:stretch>
              </p:blipFill>
              <p:spPr>
                <a:xfrm>
                  <a:off x="8785773" y="5931561"/>
                  <a:ext cx="644040" cy="67068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86" name="Ink 185">
                  <a:extLst>
                    <a:ext uri="{FF2B5EF4-FFF2-40B4-BE49-F238E27FC236}">
                      <a16:creationId xmlns:a16="http://schemas.microsoft.com/office/drawing/2014/main" id="{AA8DE60C-4217-9E2F-3672-91A645569998}"/>
                    </a:ext>
                  </a:extLst>
                </p14:cNvPr>
                <p14:cNvContentPartPr/>
                <p14:nvPr/>
              </p14:nvContentPartPr>
              <p14:xfrm>
                <a:off x="8917173" y="6238281"/>
                <a:ext cx="87840" cy="198000"/>
              </p14:xfrm>
            </p:contentPart>
          </mc:Choice>
          <mc:Fallback>
            <p:pic>
              <p:nvPicPr>
                <p:cNvPr id="186" name="Ink 185">
                  <a:extLst>
                    <a:ext uri="{FF2B5EF4-FFF2-40B4-BE49-F238E27FC236}">
                      <a16:creationId xmlns:a16="http://schemas.microsoft.com/office/drawing/2014/main" id="{AA8DE60C-4217-9E2F-3672-91A645569998}"/>
                    </a:ext>
                  </a:extLst>
                </p:cNvPr>
                <p:cNvPicPr/>
                <p:nvPr/>
              </p:nvPicPr>
              <p:blipFill>
                <a:blip r:embed="rId295"/>
                <a:stretch>
                  <a:fillRect/>
                </a:stretch>
              </p:blipFill>
              <p:spPr>
                <a:xfrm>
                  <a:off x="8908533" y="6229281"/>
                  <a:ext cx="10548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87" name="Ink 186">
                  <a:extLst>
                    <a:ext uri="{FF2B5EF4-FFF2-40B4-BE49-F238E27FC236}">
                      <a16:creationId xmlns:a16="http://schemas.microsoft.com/office/drawing/2014/main" id="{221F0707-AD01-E769-B215-00F7948E5D63}"/>
                    </a:ext>
                  </a:extLst>
                </p14:cNvPr>
                <p14:cNvContentPartPr/>
                <p14:nvPr/>
              </p14:nvContentPartPr>
              <p14:xfrm>
                <a:off x="9097533" y="6243681"/>
                <a:ext cx="46800" cy="164520"/>
              </p14:xfrm>
            </p:contentPart>
          </mc:Choice>
          <mc:Fallback>
            <p:pic>
              <p:nvPicPr>
                <p:cNvPr id="187" name="Ink 186">
                  <a:extLst>
                    <a:ext uri="{FF2B5EF4-FFF2-40B4-BE49-F238E27FC236}">
                      <a16:creationId xmlns:a16="http://schemas.microsoft.com/office/drawing/2014/main" id="{221F0707-AD01-E769-B215-00F7948E5D63}"/>
                    </a:ext>
                  </a:extLst>
                </p:cNvPr>
                <p:cNvPicPr/>
                <p:nvPr/>
              </p:nvPicPr>
              <p:blipFill>
                <a:blip r:embed="rId297"/>
                <a:stretch>
                  <a:fillRect/>
                </a:stretch>
              </p:blipFill>
              <p:spPr>
                <a:xfrm>
                  <a:off x="9088533" y="6234681"/>
                  <a:ext cx="6444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88" name="Ink 187">
                  <a:extLst>
                    <a:ext uri="{FF2B5EF4-FFF2-40B4-BE49-F238E27FC236}">
                      <a16:creationId xmlns:a16="http://schemas.microsoft.com/office/drawing/2014/main" id="{A6F155B9-DAFC-A934-D12E-3ADF0CCFC0E5}"/>
                    </a:ext>
                  </a:extLst>
                </p14:cNvPr>
                <p14:cNvContentPartPr/>
                <p14:nvPr/>
              </p14:nvContentPartPr>
              <p14:xfrm>
                <a:off x="10485333" y="6025881"/>
                <a:ext cx="858960" cy="668520"/>
              </p14:xfrm>
            </p:contentPart>
          </mc:Choice>
          <mc:Fallback>
            <p:pic>
              <p:nvPicPr>
                <p:cNvPr id="188" name="Ink 187">
                  <a:extLst>
                    <a:ext uri="{FF2B5EF4-FFF2-40B4-BE49-F238E27FC236}">
                      <a16:creationId xmlns:a16="http://schemas.microsoft.com/office/drawing/2014/main" id="{A6F155B9-DAFC-A934-D12E-3ADF0CCFC0E5}"/>
                    </a:ext>
                  </a:extLst>
                </p:cNvPr>
                <p:cNvPicPr/>
                <p:nvPr/>
              </p:nvPicPr>
              <p:blipFill>
                <a:blip r:embed="rId299"/>
                <a:stretch>
                  <a:fillRect/>
                </a:stretch>
              </p:blipFill>
              <p:spPr>
                <a:xfrm>
                  <a:off x="10476333" y="6016881"/>
                  <a:ext cx="876600" cy="68616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89" name="Ink 188">
                  <a:extLst>
                    <a:ext uri="{FF2B5EF4-FFF2-40B4-BE49-F238E27FC236}">
                      <a16:creationId xmlns:a16="http://schemas.microsoft.com/office/drawing/2014/main" id="{DC7F3912-3520-CBB6-FA6A-7788BF4935FB}"/>
                    </a:ext>
                  </a:extLst>
                </p14:cNvPr>
                <p14:cNvContentPartPr/>
                <p14:nvPr/>
              </p14:nvContentPartPr>
              <p14:xfrm>
                <a:off x="10667853" y="6309561"/>
                <a:ext cx="114120" cy="212760"/>
              </p14:xfrm>
            </p:contentPart>
          </mc:Choice>
          <mc:Fallback>
            <p:pic>
              <p:nvPicPr>
                <p:cNvPr id="189" name="Ink 188">
                  <a:extLst>
                    <a:ext uri="{FF2B5EF4-FFF2-40B4-BE49-F238E27FC236}">
                      <a16:creationId xmlns:a16="http://schemas.microsoft.com/office/drawing/2014/main" id="{DC7F3912-3520-CBB6-FA6A-7788BF4935FB}"/>
                    </a:ext>
                  </a:extLst>
                </p:cNvPr>
                <p:cNvPicPr/>
                <p:nvPr/>
              </p:nvPicPr>
              <p:blipFill>
                <a:blip r:embed="rId301"/>
                <a:stretch>
                  <a:fillRect/>
                </a:stretch>
              </p:blipFill>
              <p:spPr>
                <a:xfrm>
                  <a:off x="10658853" y="6300561"/>
                  <a:ext cx="13176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90" name="Ink 189">
                  <a:extLst>
                    <a:ext uri="{FF2B5EF4-FFF2-40B4-BE49-F238E27FC236}">
                      <a16:creationId xmlns:a16="http://schemas.microsoft.com/office/drawing/2014/main" id="{A5D86521-55E9-F3D1-89A3-7AC72FBC270D}"/>
                    </a:ext>
                  </a:extLst>
                </p14:cNvPr>
                <p14:cNvContentPartPr/>
                <p14:nvPr/>
              </p14:nvContentPartPr>
              <p14:xfrm>
                <a:off x="10781613" y="6323601"/>
                <a:ext cx="231840" cy="169200"/>
              </p14:xfrm>
            </p:contentPart>
          </mc:Choice>
          <mc:Fallback>
            <p:pic>
              <p:nvPicPr>
                <p:cNvPr id="190" name="Ink 189">
                  <a:extLst>
                    <a:ext uri="{FF2B5EF4-FFF2-40B4-BE49-F238E27FC236}">
                      <a16:creationId xmlns:a16="http://schemas.microsoft.com/office/drawing/2014/main" id="{A5D86521-55E9-F3D1-89A3-7AC72FBC270D}"/>
                    </a:ext>
                  </a:extLst>
                </p:cNvPr>
                <p:cNvPicPr/>
                <p:nvPr/>
              </p:nvPicPr>
              <p:blipFill>
                <a:blip r:embed="rId303"/>
                <a:stretch>
                  <a:fillRect/>
                </a:stretch>
              </p:blipFill>
              <p:spPr>
                <a:xfrm>
                  <a:off x="10772973" y="6314961"/>
                  <a:ext cx="24948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93" name="Ink 192">
                  <a:extLst>
                    <a:ext uri="{FF2B5EF4-FFF2-40B4-BE49-F238E27FC236}">
                      <a16:creationId xmlns:a16="http://schemas.microsoft.com/office/drawing/2014/main" id="{BD93DB9E-7859-0D50-A7D8-82ED5A6B78C8}"/>
                    </a:ext>
                  </a:extLst>
                </p14:cNvPr>
                <p14:cNvContentPartPr/>
                <p14:nvPr/>
              </p14:nvContentPartPr>
              <p14:xfrm>
                <a:off x="9371493" y="6330441"/>
                <a:ext cx="1183680" cy="39960"/>
              </p14:xfrm>
            </p:contentPart>
          </mc:Choice>
          <mc:Fallback>
            <p:pic>
              <p:nvPicPr>
                <p:cNvPr id="193" name="Ink 192">
                  <a:extLst>
                    <a:ext uri="{FF2B5EF4-FFF2-40B4-BE49-F238E27FC236}">
                      <a16:creationId xmlns:a16="http://schemas.microsoft.com/office/drawing/2014/main" id="{BD93DB9E-7859-0D50-A7D8-82ED5A6B78C8}"/>
                    </a:ext>
                  </a:extLst>
                </p:cNvPr>
                <p:cNvPicPr/>
                <p:nvPr/>
              </p:nvPicPr>
              <p:blipFill>
                <a:blip r:embed="rId305"/>
                <a:stretch>
                  <a:fillRect/>
                </a:stretch>
              </p:blipFill>
              <p:spPr>
                <a:xfrm>
                  <a:off x="9362853" y="6321441"/>
                  <a:ext cx="120132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194" name="Ink 193">
                  <a:extLst>
                    <a:ext uri="{FF2B5EF4-FFF2-40B4-BE49-F238E27FC236}">
                      <a16:creationId xmlns:a16="http://schemas.microsoft.com/office/drawing/2014/main" id="{4C0658EA-A23B-5286-0BEB-36175BECF012}"/>
                    </a:ext>
                  </a:extLst>
                </p14:cNvPr>
                <p14:cNvContentPartPr/>
                <p14:nvPr/>
              </p14:nvContentPartPr>
              <p14:xfrm>
                <a:off x="9271053" y="5744001"/>
                <a:ext cx="67680" cy="152640"/>
              </p14:xfrm>
            </p:contentPart>
          </mc:Choice>
          <mc:Fallback>
            <p:pic>
              <p:nvPicPr>
                <p:cNvPr id="194" name="Ink 193">
                  <a:extLst>
                    <a:ext uri="{FF2B5EF4-FFF2-40B4-BE49-F238E27FC236}">
                      <a16:creationId xmlns:a16="http://schemas.microsoft.com/office/drawing/2014/main" id="{4C0658EA-A23B-5286-0BEB-36175BECF012}"/>
                    </a:ext>
                  </a:extLst>
                </p:cNvPr>
                <p:cNvPicPr/>
                <p:nvPr/>
              </p:nvPicPr>
              <p:blipFill>
                <a:blip r:embed="rId307"/>
                <a:stretch>
                  <a:fillRect/>
                </a:stretch>
              </p:blipFill>
              <p:spPr>
                <a:xfrm>
                  <a:off x="9262053" y="5735361"/>
                  <a:ext cx="8532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195" name="Ink 194">
                  <a:extLst>
                    <a:ext uri="{FF2B5EF4-FFF2-40B4-BE49-F238E27FC236}">
                      <a16:creationId xmlns:a16="http://schemas.microsoft.com/office/drawing/2014/main" id="{BC390101-8317-A1FC-849F-B1C7EA4A7576}"/>
                    </a:ext>
                  </a:extLst>
                </p14:cNvPr>
                <p14:cNvContentPartPr/>
                <p14:nvPr/>
              </p14:nvContentPartPr>
              <p14:xfrm>
                <a:off x="9337653" y="5607921"/>
                <a:ext cx="117000" cy="448560"/>
              </p14:xfrm>
            </p:contentPart>
          </mc:Choice>
          <mc:Fallback>
            <p:pic>
              <p:nvPicPr>
                <p:cNvPr id="195" name="Ink 194">
                  <a:extLst>
                    <a:ext uri="{FF2B5EF4-FFF2-40B4-BE49-F238E27FC236}">
                      <a16:creationId xmlns:a16="http://schemas.microsoft.com/office/drawing/2014/main" id="{BC390101-8317-A1FC-849F-B1C7EA4A7576}"/>
                    </a:ext>
                  </a:extLst>
                </p:cNvPr>
                <p:cNvPicPr/>
                <p:nvPr/>
              </p:nvPicPr>
              <p:blipFill>
                <a:blip r:embed="rId309"/>
                <a:stretch>
                  <a:fillRect/>
                </a:stretch>
              </p:blipFill>
              <p:spPr>
                <a:xfrm>
                  <a:off x="9329013" y="5598921"/>
                  <a:ext cx="134640" cy="46620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96" name="Ink 195">
                  <a:extLst>
                    <a:ext uri="{FF2B5EF4-FFF2-40B4-BE49-F238E27FC236}">
                      <a16:creationId xmlns:a16="http://schemas.microsoft.com/office/drawing/2014/main" id="{2E614E94-035E-D557-10CF-2DA8A8ADBBF1}"/>
                    </a:ext>
                  </a:extLst>
                </p14:cNvPr>
                <p14:cNvContentPartPr/>
                <p14:nvPr/>
              </p14:nvContentPartPr>
              <p14:xfrm>
                <a:off x="9352053" y="5821041"/>
                <a:ext cx="79560" cy="36000"/>
              </p14:xfrm>
            </p:contentPart>
          </mc:Choice>
          <mc:Fallback>
            <p:pic>
              <p:nvPicPr>
                <p:cNvPr id="196" name="Ink 195">
                  <a:extLst>
                    <a:ext uri="{FF2B5EF4-FFF2-40B4-BE49-F238E27FC236}">
                      <a16:creationId xmlns:a16="http://schemas.microsoft.com/office/drawing/2014/main" id="{2E614E94-035E-D557-10CF-2DA8A8ADBBF1}"/>
                    </a:ext>
                  </a:extLst>
                </p:cNvPr>
                <p:cNvPicPr/>
                <p:nvPr/>
              </p:nvPicPr>
              <p:blipFill>
                <a:blip r:embed="rId311"/>
                <a:stretch>
                  <a:fillRect/>
                </a:stretch>
              </p:blipFill>
              <p:spPr>
                <a:xfrm>
                  <a:off x="9343413" y="5812041"/>
                  <a:ext cx="9720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197" name="Ink 196">
                  <a:extLst>
                    <a:ext uri="{FF2B5EF4-FFF2-40B4-BE49-F238E27FC236}">
                      <a16:creationId xmlns:a16="http://schemas.microsoft.com/office/drawing/2014/main" id="{64C58A5A-810E-D1C9-7703-11D6B018F1D7}"/>
                    </a:ext>
                  </a:extLst>
                </p14:cNvPr>
                <p14:cNvContentPartPr/>
                <p14:nvPr/>
              </p14:nvContentPartPr>
              <p14:xfrm>
                <a:off x="9462573" y="5786121"/>
                <a:ext cx="75600" cy="111960"/>
              </p14:xfrm>
            </p:contentPart>
          </mc:Choice>
          <mc:Fallback>
            <p:pic>
              <p:nvPicPr>
                <p:cNvPr id="197" name="Ink 196">
                  <a:extLst>
                    <a:ext uri="{FF2B5EF4-FFF2-40B4-BE49-F238E27FC236}">
                      <a16:creationId xmlns:a16="http://schemas.microsoft.com/office/drawing/2014/main" id="{64C58A5A-810E-D1C9-7703-11D6B018F1D7}"/>
                    </a:ext>
                  </a:extLst>
                </p:cNvPr>
                <p:cNvPicPr/>
                <p:nvPr/>
              </p:nvPicPr>
              <p:blipFill>
                <a:blip r:embed="rId313"/>
                <a:stretch>
                  <a:fillRect/>
                </a:stretch>
              </p:blipFill>
              <p:spPr>
                <a:xfrm>
                  <a:off x="9453573" y="5777121"/>
                  <a:ext cx="9324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198" name="Ink 197">
                  <a:extLst>
                    <a:ext uri="{FF2B5EF4-FFF2-40B4-BE49-F238E27FC236}">
                      <a16:creationId xmlns:a16="http://schemas.microsoft.com/office/drawing/2014/main" id="{67644A93-8891-89B6-1D6D-932D8F550628}"/>
                    </a:ext>
                  </a:extLst>
                </p14:cNvPr>
                <p14:cNvContentPartPr/>
                <p14:nvPr/>
              </p14:nvContentPartPr>
              <p14:xfrm>
                <a:off x="9595773" y="5718801"/>
                <a:ext cx="69120" cy="241200"/>
              </p14:xfrm>
            </p:contentPart>
          </mc:Choice>
          <mc:Fallback>
            <p:pic>
              <p:nvPicPr>
                <p:cNvPr id="198" name="Ink 197">
                  <a:extLst>
                    <a:ext uri="{FF2B5EF4-FFF2-40B4-BE49-F238E27FC236}">
                      <a16:creationId xmlns:a16="http://schemas.microsoft.com/office/drawing/2014/main" id="{67644A93-8891-89B6-1D6D-932D8F550628}"/>
                    </a:ext>
                  </a:extLst>
                </p:cNvPr>
                <p:cNvPicPr/>
                <p:nvPr/>
              </p:nvPicPr>
              <p:blipFill>
                <a:blip r:embed="rId315"/>
                <a:stretch>
                  <a:fillRect/>
                </a:stretch>
              </p:blipFill>
              <p:spPr>
                <a:xfrm>
                  <a:off x="9586773" y="5710161"/>
                  <a:ext cx="8676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199" name="Ink 198">
                  <a:extLst>
                    <a:ext uri="{FF2B5EF4-FFF2-40B4-BE49-F238E27FC236}">
                      <a16:creationId xmlns:a16="http://schemas.microsoft.com/office/drawing/2014/main" id="{18B4EFA4-EB19-0D7E-3D5E-9CD2891F1391}"/>
                    </a:ext>
                  </a:extLst>
                </p14:cNvPr>
                <p14:cNvContentPartPr/>
                <p14:nvPr/>
              </p14:nvContentPartPr>
              <p14:xfrm>
                <a:off x="9102573" y="5686041"/>
                <a:ext cx="42840" cy="253080"/>
              </p14:xfrm>
            </p:contentPart>
          </mc:Choice>
          <mc:Fallback>
            <p:pic>
              <p:nvPicPr>
                <p:cNvPr id="199" name="Ink 198">
                  <a:extLst>
                    <a:ext uri="{FF2B5EF4-FFF2-40B4-BE49-F238E27FC236}">
                      <a16:creationId xmlns:a16="http://schemas.microsoft.com/office/drawing/2014/main" id="{18B4EFA4-EB19-0D7E-3D5E-9CD2891F1391}"/>
                    </a:ext>
                  </a:extLst>
                </p:cNvPr>
                <p:cNvPicPr/>
                <p:nvPr/>
              </p:nvPicPr>
              <p:blipFill>
                <a:blip r:embed="rId317"/>
                <a:stretch>
                  <a:fillRect/>
                </a:stretch>
              </p:blipFill>
              <p:spPr>
                <a:xfrm>
                  <a:off x="9093933" y="5677401"/>
                  <a:ext cx="6048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202" name="Ink 201">
                  <a:extLst>
                    <a:ext uri="{FF2B5EF4-FFF2-40B4-BE49-F238E27FC236}">
                      <a16:creationId xmlns:a16="http://schemas.microsoft.com/office/drawing/2014/main" id="{270CB06E-E7E7-993F-074C-96F6031D2FD4}"/>
                    </a:ext>
                  </a:extLst>
                </p14:cNvPr>
                <p14:cNvContentPartPr/>
                <p14:nvPr/>
              </p14:nvContentPartPr>
              <p14:xfrm>
                <a:off x="9819693" y="5684961"/>
                <a:ext cx="87840" cy="157680"/>
              </p14:xfrm>
            </p:contentPart>
          </mc:Choice>
          <mc:Fallback>
            <p:pic>
              <p:nvPicPr>
                <p:cNvPr id="202" name="Ink 201">
                  <a:extLst>
                    <a:ext uri="{FF2B5EF4-FFF2-40B4-BE49-F238E27FC236}">
                      <a16:creationId xmlns:a16="http://schemas.microsoft.com/office/drawing/2014/main" id="{270CB06E-E7E7-993F-074C-96F6031D2FD4}"/>
                    </a:ext>
                  </a:extLst>
                </p:cNvPr>
                <p:cNvPicPr/>
                <p:nvPr/>
              </p:nvPicPr>
              <p:blipFill>
                <a:blip r:embed="rId319"/>
                <a:stretch>
                  <a:fillRect/>
                </a:stretch>
              </p:blipFill>
              <p:spPr>
                <a:xfrm>
                  <a:off x="9811053" y="5676321"/>
                  <a:ext cx="10548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203" name="Ink 202">
                  <a:extLst>
                    <a:ext uri="{FF2B5EF4-FFF2-40B4-BE49-F238E27FC236}">
                      <a16:creationId xmlns:a16="http://schemas.microsoft.com/office/drawing/2014/main" id="{AD758305-491C-0276-0AF2-13364C607454}"/>
                    </a:ext>
                  </a:extLst>
                </p14:cNvPr>
                <p14:cNvContentPartPr/>
                <p14:nvPr/>
              </p14:nvContentPartPr>
              <p14:xfrm>
                <a:off x="9803493" y="5667321"/>
                <a:ext cx="27360" cy="15840"/>
              </p14:xfrm>
            </p:contentPart>
          </mc:Choice>
          <mc:Fallback>
            <p:pic>
              <p:nvPicPr>
                <p:cNvPr id="203" name="Ink 202">
                  <a:extLst>
                    <a:ext uri="{FF2B5EF4-FFF2-40B4-BE49-F238E27FC236}">
                      <a16:creationId xmlns:a16="http://schemas.microsoft.com/office/drawing/2014/main" id="{AD758305-491C-0276-0AF2-13364C607454}"/>
                    </a:ext>
                  </a:extLst>
                </p:cNvPr>
                <p:cNvPicPr/>
                <p:nvPr/>
              </p:nvPicPr>
              <p:blipFill>
                <a:blip r:embed="rId321"/>
                <a:stretch>
                  <a:fillRect/>
                </a:stretch>
              </p:blipFill>
              <p:spPr>
                <a:xfrm>
                  <a:off x="9794853" y="5658681"/>
                  <a:ext cx="4500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204" name="Ink 203">
                  <a:extLst>
                    <a:ext uri="{FF2B5EF4-FFF2-40B4-BE49-F238E27FC236}">
                      <a16:creationId xmlns:a16="http://schemas.microsoft.com/office/drawing/2014/main" id="{7FF0D99D-0566-8285-39D8-05181C9FD4D8}"/>
                    </a:ext>
                  </a:extLst>
                </p14:cNvPr>
                <p14:cNvContentPartPr/>
                <p14:nvPr/>
              </p14:nvContentPartPr>
              <p14:xfrm>
                <a:off x="9930573" y="5668761"/>
                <a:ext cx="187560" cy="159120"/>
              </p14:xfrm>
            </p:contentPart>
          </mc:Choice>
          <mc:Fallback>
            <p:pic>
              <p:nvPicPr>
                <p:cNvPr id="204" name="Ink 203">
                  <a:extLst>
                    <a:ext uri="{FF2B5EF4-FFF2-40B4-BE49-F238E27FC236}">
                      <a16:creationId xmlns:a16="http://schemas.microsoft.com/office/drawing/2014/main" id="{7FF0D99D-0566-8285-39D8-05181C9FD4D8}"/>
                    </a:ext>
                  </a:extLst>
                </p:cNvPr>
                <p:cNvPicPr/>
                <p:nvPr/>
              </p:nvPicPr>
              <p:blipFill>
                <a:blip r:embed="rId323"/>
                <a:stretch>
                  <a:fillRect/>
                </a:stretch>
              </p:blipFill>
              <p:spPr>
                <a:xfrm>
                  <a:off x="9921933" y="5659761"/>
                  <a:ext cx="20520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205" name="Ink 204">
                  <a:extLst>
                    <a:ext uri="{FF2B5EF4-FFF2-40B4-BE49-F238E27FC236}">
                      <a16:creationId xmlns:a16="http://schemas.microsoft.com/office/drawing/2014/main" id="{4D5649A5-04FC-0AF0-5016-E7A576173261}"/>
                    </a:ext>
                  </a:extLst>
                </p14:cNvPr>
                <p14:cNvContentPartPr/>
                <p14:nvPr/>
              </p14:nvContentPartPr>
              <p14:xfrm>
                <a:off x="10191213" y="5688201"/>
                <a:ext cx="115560" cy="113760"/>
              </p14:xfrm>
            </p:contentPart>
          </mc:Choice>
          <mc:Fallback>
            <p:pic>
              <p:nvPicPr>
                <p:cNvPr id="205" name="Ink 204">
                  <a:extLst>
                    <a:ext uri="{FF2B5EF4-FFF2-40B4-BE49-F238E27FC236}">
                      <a16:creationId xmlns:a16="http://schemas.microsoft.com/office/drawing/2014/main" id="{4D5649A5-04FC-0AF0-5016-E7A576173261}"/>
                    </a:ext>
                  </a:extLst>
                </p:cNvPr>
                <p:cNvPicPr/>
                <p:nvPr/>
              </p:nvPicPr>
              <p:blipFill>
                <a:blip r:embed="rId325"/>
                <a:stretch>
                  <a:fillRect/>
                </a:stretch>
              </p:blipFill>
              <p:spPr>
                <a:xfrm>
                  <a:off x="10182573" y="5679561"/>
                  <a:ext cx="133200" cy="13140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206" name="Ink 205">
                  <a:extLst>
                    <a:ext uri="{FF2B5EF4-FFF2-40B4-BE49-F238E27FC236}">
                      <a16:creationId xmlns:a16="http://schemas.microsoft.com/office/drawing/2014/main" id="{3DAF17C8-AF1C-3023-63D1-96C5125BE550}"/>
                    </a:ext>
                  </a:extLst>
                </p14:cNvPr>
                <p14:cNvContentPartPr/>
                <p14:nvPr/>
              </p14:nvContentPartPr>
              <p14:xfrm>
                <a:off x="10179693" y="5654001"/>
                <a:ext cx="132480" cy="52200"/>
              </p14:xfrm>
            </p:contentPart>
          </mc:Choice>
          <mc:Fallback>
            <p:pic>
              <p:nvPicPr>
                <p:cNvPr id="206" name="Ink 205">
                  <a:extLst>
                    <a:ext uri="{FF2B5EF4-FFF2-40B4-BE49-F238E27FC236}">
                      <a16:creationId xmlns:a16="http://schemas.microsoft.com/office/drawing/2014/main" id="{3DAF17C8-AF1C-3023-63D1-96C5125BE550}"/>
                    </a:ext>
                  </a:extLst>
                </p:cNvPr>
                <p:cNvPicPr/>
                <p:nvPr/>
              </p:nvPicPr>
              <p:blipFill>
                <a:blip r:embed="rId327"/>
                <a:stretch>
                  <a:fillRect/>
                </a:stretch>
              </p:blipFill>
              <p:spPr>
                <a:xfrm>
                  <a:off x="10171053" y="5645361"/>
                  <a:ext cx="150120" cy="6984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207" name="Ink 206">
                  <a:extLst>
                    <a:ext uri="{FF2B5EF4-FFF2-40B4-BE49-F238E27FC236}">
                      <a16:creationId xmlns:a16="http://schemas.microsoft.com/office/drawing/2014/main" id="{66852C70-F215-8B9F-317B-39478B0E8397}"/>
                    </a:ext>
                  </a:extLst>
                </p14:cNvPr>
                <p14:cNvContentPartPr/>
                <p14:nvPr/>
              </p14:nvContentPartPr>
              <p14:xfrm>
                <a:off x="10330533" y="5648601"/>
                <a:ext cx="133200" cy="207000"/>
              </p14:xfrm>
            </p:contentPart>
          </mc:Choice>
          <mc:Fallback>
            <p:pic>
              <p:nvPicPr>
                <p:cNvPr id="207" name="Ink 206">
                  <a:extLst>
                    <a:ext uri="{FF2B5EF4-FFF2-40B4-BE49-F238E27FC236}">
                      <a16:creationId xmlns:a16="http://schemas.microsoft.com/office/drawing/2014/main" id="{66852C70-F215-8B9F-317B-39478B0E8397}"/>
                    </a:ext>
                  </a:extLst>
                </p:cNvPr>
                <p:cNvPicPr/>
                <p:nvPr/>
              </p:nvPicPr>
              <p:blipFill>
                <a:blip r:embed="rId329"/>
                <a:stretch>
                  <a:fillRect/>
                </a:stretch>
              </p:blipFill>
              <p:spPr>
                <a:xfrm>
                  <a:off x="10321533" y="5639961"/>
                  <a:ext cx="15084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208" name="Ink 207">
                  <a:extLst>
                    <a:ext uri="{FF2B5EF4-FFF2-40B4-BE49-F238E27FC236}">
                      <a16:creationId xmlns:a16="http://schemas.microsoft.com/office/drawing/2014/main" id="{475763C7-8ECA-5D32-DC96-49405D054A1F}"/>
                    </a:ext>
                  </a:extLst>
                </p14:cNvPr>
                <p14:cNvContentPartPr/>
                <p14:nvPr/>
              </p14:nvContentPartPr>
              <p14:xfrm>
                <a:off x="9761733" y="5885121"/>
                <a:ext cx="804240" cy="47160"/>
              </p14:xfrm>
            </p:contentPart>
          </mc:Choice>
          <mc:Fallback>
            <p:pic>
              <p:nvPicPr>
                <p:cNvPr id="208" name="Ink 207">
                  <a:extLst>
                    <a:ext uri="{FF2B5EF4-FFF2-40B4-BE49-F238E27FC236}">
                      <a16:creationId xmlns:a16="http://schemas.microsoft.com/office/drawing/2014/main" id="{475763C7-8ECA-5D32-DC96-49405D054A1F}"/>
                    </a:ext>
                  </a:extLst>
                </p:cNvPr>
                <p:cNvPicPr/>
                <p:nvPr/>
              </p:nvPicPr>
              <p:blipFill>
                <a:blip r:embed="rId331"/>
                <a:stretch>
                  <a:fillRect/>
                </a:stretch>
              </p:blipFill>
              <p:spPr>
                <a:xfrm>
                  <a:off x="9753093" y="5876121"/>
                  <a:ext cx="82188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210" name="Ink 209">
                  <a:extLst>
                    <a:ext uri="{FF2B5EF4-FFF2-40B4-BE49-F238E27FC236}">
                      <a16:creationId xmlns:a16="http://schemas.microsoft.com/office/drawing/2014/main" id="{F4427139-7457-2AAC-2A86-D8FCA6C1791A}"/>
                    </a:ext>
                  </a:extLst>
                </p14:cNvPr>
                <p14:cNvContentPartPr/>
                <p14:nvPr/>
              </p14:nvContentPartPr>
              <p14:xfrm>
                <a:off x="9278253" y="6290481"/>
                <a:ext cx="119880" cy="71640"/>
              </p14:xfrm>
            </p:contentPart>
          </mc:Choice>
          <mc:Fallback>
            <p:pic>
              <p:nvPicPr>
                <p:cNvPr id="210" name="Ink 209">
                  <a:extLst>
                    <a:ext uri="{FF2B5EF4-FFF2-40B4-BE49-F238E27FC236}">
                      <a16:creationId xmlns:a16="http://schemas.microsoft.com/office/drawing/2014/main" id="{F4427139-7457-2AAC-2A86-D8FCA6C1791A}"/>
                    </a:ext>
                  </a:extLst>
                </p:cNvPr>
                <p:cNvPicPr/>
                <p:nvPr/>
              </p:nvPicPr>
              <p:blipFill>
                <a:blip r:embed="rId333"/>
                <a:stretch>
                  <a:fillRect/>
                </a:stretch>
              </p:blipFill>
              <p:spPr>
                <a:xfrm>
                  <a:off x="9269253" y="6281841"/>
                  <a:ext cx="13752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211" name="Ink 210">
                  <a:extLst>
                    <a:ext uri="{FF2B5EF4-FFF2-40B4-BE49-F238E27FC236}">
                      <a16:creationId xmlns:a16="http://schemas.microsoft.com/office/drawing/2014/main" id="{95DC05BD-030A-9B0E-D16E-D62232A567AB}"/>
                    </a:ext>
                  </a:extLst>
                </p14:cNvPr>
                <p14:cNvContentPartPr/>
                <p14:nvPr/>
              </p14:nvContentPartPr>
              <p14:xfrm>
                <a:off x="10526013" y="6312801"/>
                <a:ext cx="88200" cy="75240"/>
              </p14:xfrm>
            </p:contentPart>
          </mc:Choice>
          <mc:Fallback>
            <p:pic>
              <p:nvPicPr>
                <p:cNvPr id="211" name="Ink 210">
                  <a:extLst>
                    <a:ext uri="{FF2B5EF4-FFF2-40B4-BE49-F238E27FC236}">
                      <a16:creationId xmlns:a16="http://schemas.microsoft.com/office/drawing/2014/main" id="{95DC05BD-030A-9B0E-D16E-D62232A567AB}"/>
                    </a:ext>
                  </a:extLst>
                </p:cNvPr>
                <p:cNvPicPr/>
                <p:nvPr/>
              </p:nvPicPr>
              <p:blipFill>
                <a:blip r:embed="rId335"/>
                <a:stretch>
                  <a:fillRect/>
                </a:stretch>
              </p:blipFill>
              <p:spPr>
                <a:xfrm>
                  <a:off x="10517013" y="6304161"/>
                  <a:ext cx="105840" cy="92880"/>
                </a:xfrm>
                <a:prstGeom prst="rect">
                  <a:avLst/>
                </a:prstGeom>
              </p:spPr>
            </p:pic>
          </mc:Fallback>
        </mc:AlternateContent>
      </p:grpSp>
      <p:grpSp>
        <p:nvGrpSpPr>
          <p:cNvPr id="215" name="Group 214">
            <a:extLst>
              <a:ext uri="{FF2B5EF4-FFF2-40B4-BE49-F238E27FC236}">
                <a16:creationId xmlns:a16="http://schemas.microsoft.com/office/drawing/2014/main" id="{A8766DA8-D277-FA54-18C6-F928D1ED0526}"/>
              </a:ext>
            </a:extLst>
          </p:cNvPr>
          <p:cNvGrpSpPr/>
          <p:nvPr/>
        </p:nvGrpSpPr>
        <p:grpSpPr>
          <a:xfrm>
            <a:off x="6122853" y="4040841"/>
            <a:ext cx="1297080" cy="813960"/>
            <a:chOff x="6122853" y="4040841"/>
            <a:chExt cx="1297080" cy="813960"/>
          </a:xfrm>
        </p:grpSpPr>
        <mc:AlternateContent xmlns:mc="http://schemas.openxmlformats.org/markup-compatibility/2006">
          <mc:Choice xmlns:p14="http://schemas.microsoft.com/office/powerpoint/2010/main" Requires="p14">
            <p:contentPart p14:bwMode="auto" r:id="rId336">
              <p14:nvContentPartPr>
                <p14:cNvPr id="213" name="Ink 212">
                  <a:extLst>
                    <a:ext uri="{FF2B5EF4-FFF2-40B4-BE49-F238E27FC236}">
                      <a16:creationId xmlns:a16="http://schemas.microsoft.com/office/drawing/2014/main" id="{6167882E-33EE-C50E-29C2-7618FC54D76A}"/>
                    </a:ext>
                  </a:extLst>
                </p14:cNvPr>
                <p14:cNvContentPartPr/>
                <p14:nvPr/>
              </p14:nvContentPartPr>
              <p14:xfrm>
                <a:off x="6122853" y="4102761"/>
                <a:ext cx="1257120" cy="752040"/>
              </p14:xfrm>
            </p:contentPart>
          </mc:Choice>
          <mc:Fallback>
            <p:pic>
              <p:nvPicPr>
                <p:cNvPr id="213" name="Ink 212">
                  <a:extLst>
                    <a:ext uri="{FF2B5EF4-FFF2-40B4-BE49-F238E27FC236}">
                      <a16:creationId xmlns:a16="http://schemas.microsoft.com/office/drawing/2014/main" id="{6167882E-33EE-C50E-29C2-7618FC54D76A}"/>
                    </a:ext>
                  </a:extLst>
                </p:cNvPr>
                <p:cNvPicPr/>
                <p:nvPr/>
              </p:nvPicPr>
              <p:blipFill>
                <a:blip r:embed="rId337"/>
                <a:stretch>
                  <a:fillRect/>
                </a:stretch>
              </p:blipFill>
              <p:spPr>
                <a:xfrm>
                  <a:off x="6113853" y="4094121"/>
                  <a:ext cx="1274760" cy="76968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214" name="Ink 213">
                  <a:extLst>
                    <a:ext uri="{FF2B5EF4-FFF2-40B4-BE49-F238E27FC236}">
                      <a16:creationId xmlns:a16="http://schemas.microsoft.com/office/drawing/2014/main" id="{54F3B4AE-00EF-063F-DC76-C6499F9781BD}"/>
                    </a:ext>
                  </a:extLst>
                </p14:cNvPr>
                <p14:cNvContentPartPr/>
                <p14:nvPr/>
              </p14:nvContentPartPr>
              <p14:xfrm>
                <a:off x="7271253" y="4040841"/>
                <a:ext cx="148680" cy="135000"/>
              </p14:xfrm>
            </p:contentPart>
          </mc:Choice>
          <mc:Fallback>
            <p:pic>
              <p:nvPicPr>
                <p:cNvPr id="214" name="Ink 213">
                  <a:extLst>
                    <a:ext uri="{FF2B5EF4-FFF2-40B4-BE49-F238E27FC236}">
                      <a16:creationId xmlns:a16="http://schemas.microsoft.com/office/drawing/2014/main" id="{54F3B4AE-00EF-063F-DC76-C6499F9781BD}"/>
                    </a:ext>
                  </a:extLst>
                </p:cNvPr>
                <p:cNvPicPr/>
                <p:nvPr/>
              </p:nvPicPr>
              <p:blipFill>
                <a:blip r:embed="rId339"/>
                <a:stretch>
                  <a:fillRect/>
                </a:stretch>
              </p:blipFill>
              <p:spPr>
                <a:xfrm>
                  <a:off x="7262253" y="4032201"/>
                  <a:ext cx="166320" cy="152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40">
            <p14:nvContentPartPr>
              <p14:cNvPr id="216" name="Ink 215">
                <a:extLst>
                  <a:ext uri="{FF2B5EF4-FFF2-40B4-BE49-F238E27FC236}">
                    <a16:creationId xmlns:a16="http://schemas.microsoft.com/office/drawing/2014/main" id="{C7BF1CC4-D830-0CBE-0B81-E722EF8C98CC}"/>
                  </a:ext>
                </a:extLst>
              </p14:cNvPr>
              <p14:cNvContentPartPr/>
              <p14:nvPr/>
            </p14:nvContentPartPr>
            <p14:xfrm>
              <a:off x="1152693" y="2848521"/>
              <a:ext cx="201240" cy="281160"/>
            </p14:xfrm>
          </p:contentPart>
        </mc:Choice>
        <mc:Fallback>
          <p:pic>
            <p:nvPicPr>
              <p:cNvPr id="216" name="Ink 215">
                <a:extLst>
                  <a:ext uri="{FF2B5EF4-FFF2-40B4-BE49-F238E27FC236}">
                    <a16:creationId xmlns:a16="http://schemas.microsoft.com/office/drawing/2014/main" id="{C7BF1CC4-D830-0CBE-0B81-E722EF8C98CC}"/>
                  </a:ext>
                </a:extLst>
              </p:cNvPr>
              <p:cNvPicPr/>
              <p:nvPr/>
            </p:nvPicPr>
            <p:blipFill>
              <a:blip r:embed="rId341"/>
              <a:stretch>
                <a:fillRect/>
              </a:stretch>
            </p:blipFill>
            <p:spPr>
              <a:xfrm>
                <a:off x="1143693" y="2839521"/>
                <a:ext cx="218880"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217" name="Ink 216">
                <a:extLst>
                  <a:ext uri="{FF2B5EF4-FFF2-40B4-BE49-F238E27FC236}">
                    <a16:creationId xmlns:a16="http://schemas.microsoft.com/office/drawing/2014/main" id="{1B902AF0-7DFA-4D59-28FA-3255323F4686}"/>
                  </a:ext>
                </a:extLst>
              </p14:cNvPr>
              <p14:cNvContentPartPr/>
              <p14:nvPr/>
            </p14:nvContentPartPr>
            <p14:xfrm>
              <a:off x="1416573" y="2838801"/>
              <a:ext cx="147240" cy="274320"/>
            </p14:xfrm>
          </p:contentPart>
        </mc:Choice>
        <mc:Fallback>
          <p:pic>
            <p:nvPicPr>
              <p:cNvPr id="217" name="Ink 216">
                <a:extLst>
                  <a:ext uri="{FF2B5EF4-FFF2-40B4-BE49-F238E27FC236}">
                    <a16:creationId xmlns:a16="http://schemas.microsoft.com/office/drawing/2014/main" id="{1B902AF0-7DFA-4D59-28FA-3255323F4686}"/>
                  </a:ext>
                </a:extLst>
              </p:cNvPr>
              <p:cNvPicPr/>
              <p:nvPr/>
            </p:nvPicPr>
            <p:blipFill>
              <a:blip r:embed="rId343"/>
              <a:stretch>
                <a:fillRect/>
              </a:stretch>
            </p:blipFill>
            <p:spPr>
              <a:xfrm>
                <a:off x="1407933" y="2830161"/>
                <a:ext cx="164880" cy="291960"/>
              </a:xfrm>
              <a:prstGeom prst="rect">
                <a:avLst/>
              </a:prstGeom>
            </p:spPr>
          </p:pic>
        </mc:Fallback>
      </mc:AlternateContent>
      <mc:AlternateContent xmlns:mc="http://schemas.openxmlformats.org/markup-compatibility/2006">
        <mc:Choice xmlns:p14="http://schemas.microsoft.com/office/powerpoint/2010/main" Requires="p14">
          <p:contentPart p14:bwMode="auto" r:id="rId344">
            <p14:nvContentPartPr>
              <p14:cNvPr id="218" name="Ink 217">
                <a:extLst>
                  <a:ext uri="{FF2B5EF4-FFF2-40B4-BE49-F238E27FC236}">
                    <a16:creationId xmlns:a16="http://schemas.microsoft.com/office/drawing/2014/main" id="{0E08AC39-B727-0074-1B65-61F9F8A5F3FB}"/>
                  </a:ext>
                </a:extLst>
              </p14:cNvPr>
              <p14:cNvContentPartPr/>
              <p14:nvPr/>
            </p14:nvContentPartPr>
            <p14:xfrm>
              <a:off x="1423413" y="2846721"/>
              <a:ext cx="354600" cy="275040"/>
            </p14:xfrm>
          </p:contentPart>
        </mc:Choice>
        <mc:Fallback>
          <p:pic>
            <p:nvPicPr>
              <p:cNvPr id="218" name="Ink 217">
                <a:extLst>
                  <a:ext uri="{FF2B5EF4-FFF2-40B4-BE49-F238E27FC236}">
                    <a16:creationId xmlns:a16="http://schemas.microsoft.com/office/drawing/2014/main" id="{0E08AC39-B727-0074-1B65-61F9F8A5F3FB}"/>
                  </a:ext>
                </a:extLst>
              </p:cNvPr>
              <p:cNvPicPr/>
              <p:nvPr/>
            </p:nvPicPr>
            <p:blipFill>
              <a:blip r:embed="rId345"/>
              <a:stretch>
                <a:fillRect/>
              </a:stretch>
            </p:blipFill>
            <p:spPr>
              <a:xfrm>
                <a:off x="1414773" y="2838081"/>
                <a:ext cx="372240" cy="29268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219" name="Ink 218">
                <a:extLst>
                  <a:ext uri="{FF2B5EF4-FFF2-40B4-BE49-F238E27FC236}">
                    <a16:creationId xmlns:a16="http://schemas.microsoft.com/office/drawing/2014/main" id="{806E553A-8F8C-15D4-B97F-6004D27ACB6C}"/>
                  </a:ext>
                </a:extLst>
              </p14:cNvPr>
              <p14:cNvContentPartPr/>
              <p14:nvPr/>
            </p14:nvContentPartPr>
            <p14:xfrm>
              <a:off x="914733" y="2671401"/>
              <a:ext cx="1125360" cy="817200"/>
            </p14:xfrm>
          </p:contentPart>
        </mc:Choice>
        <mc:Fallback>
          <p:pic>
            <p:nvPicPr>
              <p:cNvPr id="219" name="Ink 218">
                <a:extLst>
                  <a:ext uri="{FF2B5EF4-FFF2-40B4-BE49-F238E27FC236}">
                    <a16:creationId xmlns:a16="http://schemas.microsoft.com/office/drawing/2014/main" id="{806E553A-8F8C-15D4-B97F-6004D27ACB6C}"/>
                  </a:ext>
                </a:extLst>
              </p:cNvPr>
              <p:cNvPicPr/>
              <p:nvPr/>
            </p:nvPicPr>
            <p:blipFill>
              <a:blip r:embed="rId347"/>
              <a:stretch>
                <a:fillRect/>
              </a:stretch>
            </p:blipFill>
            <p:spPr>
              <a:xfrm>
                <a:off x="906093" y="2662401"/>
                <a:ext cx="1143000" cy="83484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220" name="Ink 219">
                <a:extLst>
                  <a:ext uri="{FF2B5EF4-FFF2-40B4-BE49-F238E27FC236}">
                    <a16:creationId xmlns:a16="http://schemas.microsoft.com/office/drawing/2014/main" id="{9ADAA0F5-A87B-1C5F-AF9A-FF422CA2A88C}"/>
                  </a:ext>
                </a:extLst>
              </p14:cNvPr>
              <p14:cNvContentPartPr/>
              <p14:nvPr/>
            </p14:nvContentPartPr>
            <p14:xfrm>
              <a:off x="1498653" y="3475281"/>
              <a:ext cx="2315880" cy="1487520"/>
            </p14:xfrm>
          </p:contentPart>
        </mc:Choice>
        <mc:Fallback>
          <p:pic>
            <p:nvPicPr>
              <p:cNvPr id="220" name="Ink 219">
                <a:extLst>
                  <a:ext uri="{FF2B5EF4-FFF2-40B4-BE49-F238E27FC236}">
                    <a16:creationId xmlns:a16="http://schemas.microsoft.com/office/drawing/2014/main" id="{9ADAA0F5-A87B-1C5F-AF9A-FF422CA2A88C}"/>
                  </a:ext>
                </a:extLst>
              </p:cNvPr>
              <p:cNvPicPr/>
              <p:nvPr/>
            </p:nvPicPr>
            <p:blipFill>
              <a:blip r:embed="rId349"/>
              <a:stretch>
                <a:fillRect/>
              </a:stretch>
            </p:blipFill>
            <p:spPr>
              <a:xfrm>
                <a:off x="1490013" y="3466281"/>
                <a:ext cx="2333520" cy="1505160"/>
              </a:xfrm>
              <a:prstGeom prst="rect">
                <a:avLst/>
              </a:prstGeom>
            </p:spPr>
          </p:pic>
        </mc:Fallback>
      </mc:AlternateContent>
      <p:grpSp>
        <p:nvGrpSpPr>
          <p:cNvPr id="224" name="Group 223">
            <a:extLst>
              <a:ext uri="{FF2B5EF4-FFF2-40B4-BE49-F238E27FC236}">
                <a16:creationId xmlns:a16="http://schemas.microsoft.com/office/drawing/2014/main" id="{4F0F27B4-A06E-D780-A806-D0C1332A5DE6}"/>
              </a:ext>
            </a:extLst>
          </p:cNvPr>
          <p:cNvGrpSpPr/>
          <p:nvPr/>
        </p:nvGrpSpPr>
        <p:grpSpPr>
          <a:xfrm>
            <a:off x="3873213" y="4346121"/>
            <a:ext cx="1927800" cy="688680"/>
            <a:chOff x="3873213" y="4346121"/>
            <a:chExt cx="1927800" cy="688680"/>
          </a:xfrm>
        </p:grpSpPr>
        <mc:AlternateContent xmlns:mc="http://schemas.openxmlformats.org/markup-compatibility/2006">
          <mc:Choice xmlns:p14="http://schemas.microsoft.com/office/powerpoint/2010/main" Requires="p14">
            <p:contentPart p14:bwMode="auto" r:id="rId350">
              <p14:nvContentPartPr>
                <p14:cNvPr id="172" name="Ink 171">
                  <a:extLst>
                    <a:ext uri="{FF2B5EF4-FFF2-40B4-BE49-F238E27FC236}">
                      <a16:creationId xmlns:a16="http://schemas.microsoft.com/office/drawing/2014/main" id="{E8AC3B1E-5538-B753-7AC4-871A97198726}"/>
                    </a:ext>
                  </a:extLst>
                </p14:cNvPr>
                <p14:cNvContentPartPr/>
                <p14:nvPr/>
              </p14:nvContentPartPr>
              <p14:xfrm>
                <a:off x="4021893" y="4652841"/>
                <a:ext cx="29880" cy="329040"/>
              </p14:xfrm>
            </p:contentPart>
          </mc:Choice>
          <mc:Fallback>
            <p:pic>
              <p:nvPicPr>
                <p:cNvPr id="172" name="Ink 171">
                  <a:extLst>
                    <a:ext uri="{FF2B5EF4-FFF2-40B4-BE49-F238E27FC236}">
                      <a16:creationId xmlns:a16="http://schemas.microsoft.com/office/drawing/2014/main" id="{E8AC3B1E-5538-B753-7AC4-871A97198726}"/>
                    </a:ext>
                  </a:extLst>
                </p:cNvPr>
                <p:cNvPicPr/>
                <p:nvPr/>
              </p:nvPicPr>
              <p:blipFill>
                <a:blip r:embed="rId351"/>
                <a:stretch>
                  <a:fillRect/>
                </a:stretch>
              </p:blipFill>
              <p:spPr>
                <a:xfrm>
                  <a:off x="4013253" y="4644201"/>
                  <a:ext cx="47520" cy="34668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173" name="Ink 172">
                  <a:extLst>
                    <a:ext uri="{FF2B5EF4-FFF2-40B4-BE49-F238E27FC236}">
                      <a16:creationId xmlns:a16="http://schemas.microsoft.com/office/drawing/2014/main" id="{79C402BB-E909-EBBE-9055-71A5277EBD4C}"/>
                    </a:ext>
                  </a:extLst>
                </p14:cNvPr>
                <p14:cNvContentPartPr/>
                <p14:nvPr/>
              </p14:nvContentPartPr>
              <p14:xfrm>
                <a:off x="3873213" y="4624401"/>
                <a:ext cx="281880" cy="410400"/>
              </p14:xfrm>
            </p:contentPart>
          </mc:Choice>
          <mc:Fallback>
            <p:pic>
              <p:nvPicPr>
                <p:cNvPr id="173" name="Ink 172">
                  <a:extLst>
                    <a:ext uri="{FF2B5EF4-FFF2-40B4-BE49-F238E27FC236}">
                      <a16:creationId xmlns:a16="http://schemas.microsoft.com/office/drawing/2014/main" id="{79C402BB-E909-EBBE-9055-71A5277EBD4C}"/>
                    </a:ext>
                  </a:extLst>
                </p:cNvPr>
                <p:cNvPicPr/>
                <p:nvPr/>
              </p:nvPicPr>
              <p:blipFill>
                <a:blip r:embed="rId353"/>
                <a:stretch>
                  <a:fillRect/>
                </a:stretch>
              </p:blipFill>
              <p:spPr>
                <a:xfrm>
                  <a:off x="3864213" y="4615761"/>
                  <a:ext cx="299520" cy="42804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174" name="Ink 173">
                  <a:extLst>
                    <a:ext uri="{FF2B5EF4-FFF2-40B4-BE49-F238E27FC236}">
                      <a16:creationId xmlns:a16="http://schemas.microsoft.com/office/drawing/2014/main" id="{3BBFE81C-DCA2-2848-5CAE-032CDE0953E1}"/>
                    </a:ext>
                  </a:extLst>
                </p14:cNvPr>
                <p14:cNvContentPartPr/>
                <p14:nvPr/>
              </p14:nvContentPartPr>
              <p14:xfrm>
                <a:off x="4208733" y="4790721"/>
                <a:ext cx="90720" cy="214560"/>
              </p14:xfrm>
            </p:contentPart>
          </mc:Choice>
          <mc:Fallback>
            <p:pic>
              <p:nvPicPr>
                <p:cNvPr id="174" name="Ink 173">
                  <a:extLst>
                    <a:ext uri="{FF2B5EF4-FFF2-40B4-BE49-F238E27FC236}">
                      <a16:creationId xmlns:a16="http://schemas.microsoft.com/office/drawing/2014/main" id="{3BBFE81C-DCA2-2848-5CAE-032CDE0953E1}"/>
                    </a:ext>
                  </a:extLst>
                </p:cNvPr>
                <p:cNvPicPr/>
                <p:nvPr/>
              </p:nvPicPr>
              <p:blipFill>
                <a:blip r:embed="rId355"/>
                <a:stretch>
                  <a:fillRect/>
                </a:stretch>
              </p:blipFill>
              <p:spPr>
                <a:xfrm>
                  <a:off x="4200093" y="4782081"/>
                  <a:ext cx="10836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356">
              <p14:nvContentPartPr>
                <p14:cNvPr id="175" name="Ink 174">
                  <a:extLst>
                    <a:ext uri="{FF2B5EF4-FFF2-40B4-BE49-F238E27FC236}">
                      <a16:creationId xmlns:a16="http://schemas.microsoft.com/office/drawing/2014/main" id="{A6F28363-C1C4-8A65-6F0D-088ED22324A3}"/>
                    </a:ext>
                  </a:extLst>
                </p14:cNvPr>
                <p14:cNvContentPartPr/>
                <p14:nvPr/>
              </p14:nvContentPartPr>
              <p14:xfrm>
                <a:off x="4330413" y="4794681"/>
                <a:ext cx="125640" cy="207000"/>
              </p14:xfrm>
            </p:contentPart>
          </mc:Choice>
          <mc:Fallback>
            <p:pic>
              <p:nvPicPr>
                <p:cNvPr id="175" name="Ink 174">
                  <a:extLst>
                    <a:ext uri="{FF2B5EF4-FFF2-40B4-BE49-F238E27FC236}">
                      <a16:creationId xmlns:a16="http://schemas.microsoft.com/office/drawing/2014/main" id="{A6F28363-C1C4-8A65-6F0D-088ED22324A3}"/>
                    </a:ext>
                  </a:extLst>
                </p:cNvPr>
                <p:cNvPicPr/>
                <p:nvPr/>
              </p:nvPicPr>
              <p:blipFill>
                <a:blip r:embed="rId357"/>
                <a:stretch>
                  <a:fillRect/>
                </a:stretch>
              </p:blipFill>
              <p:spPr>
                <a:xfrm>
                  <a:off x="4321413" y="4786041"/>
                  <a:ext cx="14328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358">
              <p14:nvContentPartPr>
                <p14:cNvPr id="176" name="Ink 175">
                  <a:extLst>
                    <a:ext uri="{FF2B5EF4-FFF2-40B4-BE49-F238E27FC236}">
                      <a16:creationId xmlns:a16="http://schemas.microsoft.com/office/drawing/2014/main" id="{31F30FAC-AA5D-F46F-3214-55C96B1F7B05}"/>
                    </a:ext>
                  </a:extLst>
                </p14:cNvPr>
                <p14:cNvContentPartPr/>
                <p14:nvPr/>
              </p14:nvContentPartPr>
              <p14:xfrm>
                <a:off x="4496733" y="4707561"/>
                <a:ext cx="45000" cy="249480"/>
              </p14:xfrm>
            </p:contentPart>
          </mc:Choice>
          <mc:Fallback>
            <p:pic>
              <p:nvPicPr>
                <p:cNvPr id="176" name="Ink 175">
                  <a:extLst>
                    <a:ext uri="{FF2B5EF4-FFF2-40B4-BE49-F238E27FC236}">
                      <a16:creationId xmlns:a16="http://schemas.microsoft.com/office/drawing/2014/main" id="{31F30FAC-AA5D-F46F-3214-55C96B1F7B05}"/>
                    </a:ext>
                  </a:extLst>
                </p:cNvPr>
                <p:cNvPicPr/>
                <p:nvPr/>
              </p:nvPicPr>
              <p:blipFill>
                <a:blip r:embed="rId359"/>
                <a:stretch>
                  <a:fillRect/>
                </a:stretch>
              </p:blipFill>
              <p:spPr>
                <a:xfrm>
                  <a:off x="4487733" y="4698921"/>
                  <a:ext cx="62640" cy="267120"/>
                </a:xfrm>
                <a:prstGeom prst="rect">
                  <a:avLst/>
                </a:prstGeom>
              </p:spPr>
            </p:pic>
          </mc:Fallback>
        </mc:AlternateContent>
        <mc:AlternateContent xmlns:mc="http://schemas.openxmlformats.org/markup-compatibility/2006">
          <mc:Choice xmlns:p14="http://schemas.microsoft.com/office/powerpoint/2010/main" Requires="p14">
            <p:contentPart p14:bwMode="auto" r:id="rId360">
              <p14:nvContentPartPr>
                <p14:cNvPr id="177" name="Ink 176">
                  <a:extLst>
                    <a:ext uri="{FF2B5EF4-FFF2-40B4-BE49-F238E27FC236}">
                      <a16:creationId xmlns:a16="http://schemas.microsoft.com/office/drawing/2014/main" id="{58F55182-1731-558B-32D8-214C2DEC3210}"/>
                    </a:ext>
                  </a:extLst>
                </p14:cNvPr>
                <p14:cNvContentPartPr/>
                <p14:nvPr/>
              </p14:nvContentPartPr>
              <p14:xfrm>
                <a:off x="4479093" y="4823481"/>
                <a:ext cx="195120" cy="122400"/>
              </p14:xfrm>
            </p:contentPart>
          </mc:Choice>
          <mc:Fallback>
            <p:pic>
              <p:nvPicPr>
                <p:cNvPr id="177" name="Ink 176">
                  <a:extLst>
                    <a:ext uri="{FF2B5EF4-FFF2-40B4-BE49-F238E27FC236}">
                      <a16:creationId xmlns:a16="http://schemas.microsoft.com/office/drawing/2014/main" id="{58F55182-1731-558B-32D8-214C2DEC3210}"/>
                    </a:ext>
                  </a:extLst>
                </p:cNvPr>
                <p:cNvPicPr/>
                <p:nvPr/>
              </p:nvPicPr>
              <p:blipFill>
                <a:blip r:embed="rId361"/>
                <a:stretch>
                  <a:fillRect/>
                </a:stretch>
              </p:blipFill>
              <p:spPr>
                <a:xfrm>
                  <a:off x="4470453" y="4814841"/>
                  <a:ext cx="21276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362">
              <p14:nvContentPartPr>
                <p14:cNvPr id="178" name="Ink 177">
                  <a:extLst>
                    <a:ext uri="{FF2B5EF4-FFF2-40B4-BE49-F238E27FC236}">
                      <a16:creationId xmlns:a16="http://schemas.microsoft.com/office/drawing/2014/main" id="{114E03AE-BEFD-EE7A-707F-15953506B659}"/>
                    </a:ext>
                  </a:extLst>
                </p14:cNvPr>
                <p14:cNvContentPartPr/>
                <p14:nvPr/>
              </p14:nvContentPartPr>
              <p14:xfrm>
                <a:off x="4676013" y="4666161"/>
                <a:ext cx="3960" cy="50760"/>
              </p14:xfrm>
            </p:contentPart>
          </mc:Choice>
          <mc:Fallback>
            <p:pic>
              <p:nvPicPr>
                <p:cNvPr id="178" name="Ink 177">
                  <a:extLst>
                    <a:ext uri="{FF2B5EF4-FFF2-40B4-BE49-F238E27FC236}">
                      <a16:creationId xmlns:a16="http://schemas.microsoft.com/office/drawing/2014/main" id="{114E03AE-BEFD-EE7A-707F-15953506B659}"/>
                    </a:ext>
                  </a:extLst>
                </p:cNvPr>
                <p:cNvPicPr/>
                <p:nvPr/>
              </p:nvPicPr>
              <p:blipFill>
                <a:blip r:embed="rId363"/>
                <a:stretch>
                  <a:fillRect/>
                </a:stretch>
              </p:blipFill>
              <p:spPr>
                <a:xfrm>
                  <a:off x="4667013" y="4657161"/>
                  <a:ext cx="2160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364">
              <p14:nvContentPartPr>
                <p14:cNvPr id="179" name="Ink 178">
                  <a:extLst>
                    <a:ext uri="{FF2B5EF4-FFF2-40B4-BE49-F238E27FC236}">
                      <a16:creationId xmlns:a16="http://schemas.microsoft.com/office/drawing/2014/main" id="{D3E417E8-85C8-93B4-C48F-165D2C4A6012}"/>
                    </a:ext>
                  </a:extLst>
                </p14:cNvPr>
                <p14:cNvContentPartPr/>
                <p14:nvPr/>
              </p14:nvContentPartPr>
              <p14:xfrm>
                <a:off x="4696173" y="4797561"/>
                <a:ext cx="147600" cy="147600"/>
              </p14:xfrm>
            </p:contentPart>
          </mc:Choice>
          <mc:Fallback>
            <p:pic>
              <p:nvPicPr>
                <p:cNvPr id="179" name="Ink 178">
                  <a:extLst>
                    <a:ext uri="{FF2B5EF4-FFF2-40B4-BE49-F238E27FC236}">
                      <a16:creationId xmlns:a16="http://schemas.microsoft.com/office/drawing/2014/main" id="{D3E417E8-85C8-93B4-C48F-165D2C4A6012}"/>
                    </a:ext>
                  </a:extLst>
                </p:cNvPr>
                <p:cNvPicPr/>
                <p:nvPr/>
              </p:nvPicPr>
              <p:blipFill>
                <a:blip r:embed="rId365"/>
                <a:stretch>
                  <a:fillRect/>
                </a:stretch>
              </p:blipFill>
              <p:spPr>
                <a:xfrm>
                  <a:off x="4687173" y="4788921"/>
                  <a:ext cx="16524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366">
              <p14:nvContentPartPr>
                <p14:cNvPr id="180" name="Ink 179">
                  <a:extLst>
                    <a:ext uri="{FF2B5EF4-FFF2-40B4-BE49-F238E27FC236}">
                      <a16:creationId xmlns:a16="http://schemas.microsoft.com/office/drawing/2014/main" id="{5CC274EE-A63D-3373-D15B-EA18A818E451}"/>
                    </a:ext>
                  </a:extLst>
                </p14:cNvPr>
                <p14:cNvContentPartPr/>
                <p14:nvPr/>
              </p14:nvContentPartPr>
              <p14:xfrm>
                <a:off x="4918653" y="4642041"/>
                <a:ext cx="295560" cy="336240"/>
              </p14:xfrm>
            </p:contentPart>
          </mc:Choice>
          <mc:Fallback>
            <p:pic>
              <p:nvPicPr>
                <p:cNvPr id="180" name="Ink 179">
                  <a:extLst>
                    <a:ext uri="{FF2B5EF4-FFF2-40B4-BE49-F238E27FC236}">
                      <a16:creationId xmlns:a16="http://schemas.microsoft.com/office/drawing/2014/main" id="{5CC274EE-A63D-3373-D15B-EA18A818E451}"/>
                    </a:ext>
                  </a:extLst>
                </p:cNvPr>
                <p:cNvPicPr/>
                <p:nvPr/>
              </p:nvPicPr>
              <p:blipFill>
                <a:blip r:embed="rId367"/>
                <a:stretch>
                  <a:fillRect/>
                </a:stretch>
              </p:blipFill>
              <p:spPr>
                <a:xfrm>
                  <a:off x="4910013" y="4633401"/>
                  <a:ext cx="313200" cy="353880"/>
                </a:xfrm>
                <a:prstGeom prst="rect">
                  <a:avLst/>
                </a:prstGeom>
              </p:spPr>
            </p:pic>
          </mc:Fallback>
        </mc:AlternateContent>
        <mc:AlternateContent xmlns:mc="http://schemas.openxmlformats.org/markup-compatibility/2006">
          <mc:Choice xmlns:p14="http://schemas.microsoft.com/office/powerpoint/2010/main" Requires="p14">
            <p:contentPart p14:bwMode="auto" r:id="rId368">
              <p14:nvContentPartPr>
                <p14:cNvPr id="181" name="Ink 180">
                  <a:extLst>
                    <a:ext uri="{FF2B5EF4-FFF2-40B4-BE49-F238E27FC236}">
                      <a16:creationId xmlns:a16="http://schemas.microsoft.com/office/drawing/2014/main" id="{7DEFED1F-2EF3-A3EC-EFF5-F5BC89F79F05}"/>
                    </a:ext>
                  </a:extLst>
                </p14:cNvPr>
                <p14:cNvContentPartPr/>
                <p14:nvPr/>
              </p14:nvContentPartPr>
              <p14:xfrm>
                <a:off x="5138613" y="4794321"/>
                <a:ext cx="158400" cy="177480"/>
              </p14:xfrm>
            </p:contentPart>
          </mc:Choice>
          <mc:Fallback>
            <p:pic>
              <p:nvPicPr>
                <p:cNvPr id="181" name="Ink 180">
                  <a:extLst>
                    <a:ext uri="{FF2B5EF4-FFF2-40B4-BE49-F238E27FC236}">
                      <a16:creationId xmlns:a16="http://schemas.microsoft.com/office/drawing/2014/main" id="{7DEFED1F-2EF3-A3EC-EFF5-F5BC89F79F05}"/>
                    </a:ext>
                  </a:extLst>
                </p:cNvPr>
                <p:cNvPicPr/>
                <p:nvPr/>
              </p:nvPicPr>
              <p:blipFill>
                <a:blip r:embed="rId369"/>
                <a:stretch>
                  <a:fillRect/>
                </a:stretch>
              </p:blipFill>
              <p:spPr>
                <a:xfrm>
                  <a:off x="5129613" y="4785321"/>
                  <a:ext cx="17604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370">
              <p14:nvContentPartPr>
                <p14:cNvPr id="182" name="Ink 181">
                  <a:extLst>
                    <a:ext uri="{FF2B5EF4-FFF2-40B4-BE49-F238E27FC236}">
                      <a16:creationId xmlns:a16="http://schemas.microsoft.com/office/drawing/2014/main" id="{B0BBC49E-C0C0-AA4C-916F-7426AC455689}"/>
                    </a:ext>
                  </a:extLst>
                </p14:cNvPr>
                <p14:cNvContentPartPr/>
                <p14:nvPr/>
              </p14:nvContentPartPr>
              <p14:xfrm>
                <a:off x="5364693" y="4698921"/>
                <a:ext cx="2880" cy="12240"/>
              </p14:xfrm>
            </p:contentPart>
          </mc:Choice>
          <mc:Fallback>
            <p:pic>
              <p:nvPicPr>
                <p:cNvPr id="182" name="Ink 181">
                  <a:extLst>
                    <a:ext uri="{FF2B5EF4-FFF2-40B4-BE49-F238E27FC236}">
                      <a16:creationId xmlns:a16="http://schemas.microsoft.com/office/drawing/2014/main" id="{B0BBC49E-C0C0-AA4C-916F-7426AC455689}"/>
                    </a:ext>
                  </a:extLst>
                </p:cNvPr>
                <p:cNvPicPr/>
                <p:nvPr/>
              </p:nvPicPr>
              <p:blipFill>
                <a:blip r:embed="rId371"/>
                <a:stretch>
                  <a:fillRect/>
                </a:stretch>
              </p:blipFill>
              <p:spPr>
                <a:xfrm>
                  <a:off x="5355693" y="4690281"/>
                  <a:ext cx="2052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372">
              <p14:nvContentPartPr>
                <p14:cNvPr id="183" name="Ink 182">
                  <a:extLst>
                    <a:ext uri="{FF2B5EF4-FFF2-40B4-BE49-F238E27FC236}">
                      <a16:creationId xmlns:a16="http://schemas.microsoft.com/office/drawing/2014/main" id="{7E842722-587D-AE3C-7825-43835C8552CA}"/>
                    </a:ext>
                  </a:extLst>
                </p14:cNvPr>
                <p14:cNvContentPartPr/>
                <p14:nvPr/>
              </p14:nvContentPartPr>
              <p14:xfrm>
                <a:off x="5388453" y="4767681"/>
                <a:ext cx="412560" cy="239040"/>
              </p14:xfrm>
            </p:contentPart>
          </mc:Choice>
          <mc:Fallback>
            <p:pic>
              <p:nvPicPr>
                <p:cNvPr id="183" name="Ink 182">
                  <a:extLst>
                    <a:ext uri="{FF2B5EF4-FFF2-40B4-BE49-F238E27FC236}">
                      <a16:creationId xmlns:a16="http://schemas.microsoft.com/office/drawing/2014/main" id="{7E842722-587D-AE3C-7825-43835C8552CA}"/>
                    </a:ext>
                  </a:extLst>
                </p:cNvPr>
                <p:cNvPicPr/>
                <p:nvPr/>
              </p:nvPicPr>
              <p:blipFill>
                <a:blip r:embed="rId373"/>
                <a:stretch>
                  <a:fillRect/>
                </a:stretch>
              </p:blipFill>
              <p:spPr>
                <a:xfrm>
                  <a:off x="5379453" y="4758681"/>
                  <a:ext cx="43020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374">
              <p14:nvContentPartPr>
                <p14:cNvPr id="222" name="Ink 221">
                  <a:extLst>
                    <a:ext uri="{FF2B5EF4-FFF2-40B4-BE49-F238E27FC236}">
                      <a16:creationId xmlns:a16="http://schemas.microsoft.com/office/drawing/2014/main" id="{A18B2BAB-4FA4-19BC-37F6-80AA21225384}"/>
                    </a:ext>
                  </a:extLst>
                </p14:cNvPr>
                <p14:cNvContentPartPr/>
                <p14:nvPr/>
              </p14:nvContentPartPr>
              <p14:xfrm>
                <a:off x="4838013" y="4438641"/>
                <a:ext cx="16560" cy="144360"/>
              </p14:xfrm>
            </p:contentPart>
          </mc:Choice>
          <mc:Fallback>
            <p:pic>
              <p:nvPicPr>
                <p:cNvPr id="222" name="Ink 221">
                  <a:extLst>
                    <a:ext uri="{FF2B5EF4-FFF2-40B4-BE49-F238E27FC236}">
                      <a16:creationId xmlns:a16="http://schemas.microsoft.com/office/drawing/2014/main" id="{A18B2BAB-4FA4-19BC-37F6-80AA21225384}"/>
                    </a:ext>
                  </a:extLst>
                </p:cNvPr>
                <p:cNvPicPr/>
                <p:nvPr/>
              </p:nvPicPr>
              <p:blipFill>
                <a:blip r:embed="rId375"/>
                <a:stretch>
                  <a:fillRect/>
                </a:stretch>
              </p:blipFill>
              <p:spPr>
                <a:xfrm>
                  <a:off x="4829373" y="4430001"/>
                  <a:ext cx="3420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376">
              <p14:nvContentPartPr>
                <p14:cNvPr id="223" name="Ink 222">
                  <a:extLst>
                    <a:ext uri="{FF2B5EF4-FFF2-40B4-BE49-F238E27FC236}">
                      <a16:creationId xmlns:a16="http://schemas.microsoft.com/office/drawing/2014/main" id="{FF88937C-74BA-6726-9E87-6B6401F9A657}"/>
                    </a:ext>
                  </a:extLst>
                </p14:cNvPr>
                <p14:cNvContentPartPr/>
                <p14:nvPr/>
              </p14:nvContentPartPr>
              <p14:xfrm>
                <a:off x="4678893" y="4346121"/>
                <a:ext cx="350280" cy="323640"/>
              </p14:xfrm>
            </p:contentPart>
          </mc:Choice>
          <mc:Fallback>
            <p:pic>
              <p:nvPicPr>
                <p:cNvPr id="223" name="Ink 222">
                  <a:extLst>
                    <a:ext uri="{FF2B5EF4-FFF2-40B4-BE49-F238E27FC236}">
                      <a16:creationId xmlns:a16="http://schemas.microsoft.com/office/drawing/2014/main" id="{FF88937C-74BA-6726-9E87-6B6401F9A657}"/>
                    </a:ext>
                  </a:extLst>
                </p:cNvPr>
                <p:cNvPicPr/>
                <p:nvPr/>
              </p:nvPicPr>
              <p:blipFill>
                <a:blip r:embed="rId377"/>
                <a:stretch>
                  <a:fillRect/>
                </a:stretch>
              </p:blipFill>
              <p:spPr>
                <a:xfrm>
                  <a:off x="4669893" y="4337121"/>
                  <a:ext cx="367920" cy="341280"/>
                </a:xfrm>
                <a:prstGeom prst="rect">
                  <a:avLst/>
                </a:prstGeom>
              </p:spPr>
            </p:pic>
          </mc:Fallback>
        </mc:AlternateContent>
      </p:grpSp>
    </p:spTree>
    <p:extLst>
      <p:ext uri="{BB962C8B-B14F-4D97-AF65-F5344CB8AC3E}">
        <p14:creationId xmlns:p14="http://schemas.microsoft.com/office/powerpoint/2010/main" val="4086483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06290-BF68-F3A8-B170-12171FCD29A3}"/>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3304E7E6-DFE1-6E5A-173C-DFC7E93AE2EF}"/>
              </a:ext>
            </a:extLst>
          </p:cNvPr>
          <p:cNvSpPr txBox="1">
            <a:spLocks/>
          </p:cNvSpPr>
          <p:nvPr/>
        </p:nvSpPr>
        <p:spPr>
          <a:xfrm>
            <a:off x="141079" y="140515"/>
            <a:ext cx="11137885" cy="513831"/>
          </a:xfrm>
          <a:prstGeom prst="rect">
            <a:avLst/>
          </a:prstGeom>
        </p:spPr>
        <p:txBody>
          <a:bodyPr lIns="121899" tIns="60949" rIns="121899" bIns="60949">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rPr>
              <a:t>Anubhav Training’s S/4HANA system access</a:t>
            </a:r>
            <a:endParaRPr kumimoji="0" lang="en-IN" sz="32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endParaRPr>
          </a:p>
        </p:txBody>
      </p:sp>
      <p:sp>
        <p:nvSpPr>
          <p:cNvPr id="3" name="TextBox 2">
            <a:extLst>
              <a:ext uri="{FF2B5EF4-FFF2-40B4-BE49-F238E27FC236}">
                <a16:creationId xmlns:a16="http://schemas.microsoft.com/office/drawing/2014/main" id="{C504FC6B-515C-B228-410B-7A8F77848C30}"/>
              </a:ext>
            </a:extLst>
          </p:cNvPr>
          <p:cNvSpPr txBox="1"/>
          <p:nvPr/>
        </p:nvSpPr>
        <p:spPr>
          <a:xfrm>
            <a:off x="177646" y="654346"/>
            <a:ext cx="11486844" cy="400087"/>
          </a:xfrm>
          <a:prstGeom prst="rect">
            <a:avLst/>
          </a:prstGeom>
          <a:noFill/>
        </p:spPr>
        <p:txBody>
          <a:bodyPr wrap="square" lIns="121899" tIns="60949" rIns="121899" bIns="60949"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egoe UI"/>
                <a:ea typeface="+mn-ea"/>
                <a:cs typeface="+mn-cs"/>
              </a:rPr>
              <a:t>Server </a:t>
            </a:r>
            <a:r>
              <a:rPr kumimoji="0" lang="en-IN" sz="1800" b="0" i="0" u="none" strike="noStrike" kern="1200" cap="none" spc="0" normalizeH="0" baseline="0" noProof="0">
                <a:ln>
                  <a:noFill/>
                </a:ln>
                <a:solidFill>
                  <a:prstClr val="black"/>
                </a:solidFill>
                <a:effectLst/>
                <a:uLnTx/>
                <a:uFillTx/>
                <a:latin typeface="Segoe UI"/>
                <a:ea typeface="+mn-ea"/>
                <a:cs typeface="+mn-cs"/>
              </a:rPr>
              <a:t>access details</a:t>
            </a:r>
            <a:endParaRPr kumimoji="0" lang="en-IN" sz="1800" b="0" i="0" u="none" strike="noStrike" kern="1200" cap="none" spc="0" normalizeH="0" baseline="0" noProof="0" dirty="0">
              <a:ln>
                <a:noFill/>
              </a:ln>
              <a:solidFill>
                <a:prstClr val="black"/>
              </a:solidFill>
              <a:effectLst/>
              <a:uLnTx/>
              <a:uFillTx/>
              <a:latin typeface="Segoe UI"/>
              <a:ea typeface="+mn-ea"/>
              <a:cs typeface="+mn-cs"/>
            </a:endParaRPr>
          </a:p>
        </p:txBody>
      </p:sp>
      <p:sp>
        <p:nvSpPr>
          <p:cNvPr id="4" name="TextBox 3">
            <a:extLst>
              <a:ext uri="{FF2B5EF4-FFF2-40B4-BE49-F238E27FC236}">
                <a16:creationId xmlns:a16="http://schemas.microsoft.com/office/drawing/2014/main" id="{F182042B-09F1-AEED-C349-CD1A2FB46BB9}"/>
              </a:ext>
            </a:extLst>
          </p:cNvPr>
          <p:cNvSpPr txBox="1"/>
          <p:nvPr/>
        </p:nvSpPr>
        <p:spPr>
          <a:xfrm>
            <a:off x="9664615" y="6550224"/>
            <a:ext cx="2524210" cy="307776"/>
          </a:xfrm>
          <a:prstGeom prst="rect">
            <a:avLst/>
          </a:prstGeom>
          <a:noFill/>
        </p:spPr>
        <p:txBody>
          <a:bodyPr wrap="square" lIns="121899" tIns="60949" rIns="121899" bIns="60949">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2060"/>
                </a:solidFill>
                <a:effectLst/>
                <a:uLnTx/>
                <a:uFillTx/>
                <a:latin typeface="Cooper Black" panose="0208090404030B020404" pitchFamily="18" charset="0"/>
                <a:ea typeface="+mn-ea"/>
                <a:cs typeface="+mn-cs"/>
              </a:rPr>
              <a:t>www.anubhavtrainings.com</a:t>
            </a:r>
            <a:endParaRPr kumimoji="0" lang="en-IN" sz="1200" b="0" i="0" u="none" strike="noStrike" kern="1200" cap="none" spc="0" normalizeH="0" baseline="0" noProof="0" dirty="0">
              <a:ln>
                <a:noFill/>
              </a:ln>
              <a:solidFill>
                <a:srgbClr val="002060"/>
              </a:solidFill>
              <a:effectLst/>
              <a:uLnTx/>
              <a:uFillTx/>
              <a:latin typeface="Cooper Black" panose="0208090404030B020404" pitchFamily="18" charset="0"/>
              <a:ea typeface="+mn-ea"/>
              <a:cs typeface="+mn-cs"/>
            </a:endParaRPr>
          </a:p>
        </p:txBody>
      </p:sp>
      <p:pic>
        <p:nvPicPr>
          <p:cNvPr id="5" name="Picture 4">
            <a:extLst>
              <a:ext uri="{FF2B5EF4-FFF2-40B4-BE49-F238E27FC236}">
                <a16:creationId xmlns:a16="http://schemas.microsoft.com/office/drawing/2014/main" id="{61665103-8C43-7811-1F1E-B39C7321CB75}"/>
              </a:ext>
            </a:extLst>
          </p:cNvPr>
          <p:cNvPicPr>
            <a:picLocks noChangeAspect="1"/>
          </p:cNvPicPr>
          <p:nvPr/>
        </p:nvPicPr>
        <p:blipFill>
          <a:blip r:embed="rId2" cstate="print"/>
          <a:stretch>
            <a:fillRect/>
          </a:stretch>
        </p:blipFill>
        <p:spPr>
          <a:xfrm>
            <a:off x="11691527" y="70369"/>
            <a:ext cx="456414" cy="450920"/>
          </a:xfrm>
          <a:prstGeom prst="rect">
            <a:avLst/>
          </a:prstGeom>
        </p:spPr>
      </p:pic>
      <p:sp>
        <p:nvSpPr>
          <p:cNvPr id="6" name="TextBox 5">
            <a:extLst>
              <a:ext uri="{FF2B5EF4-FFF2-40B4-BE49-F238E27FC236}">
                <a16:creationId xmlns:a16="http://schemas.microsoft.com/office/drawing/2014/main" id="{8D24D715-CF95-B742-350B-A8CC95B518E7}"/>
              </a:ext>
            </a:extLst>
          </p:cNvPr>
          <p:cNvSpPr txBox="1"/>
          <p:nvPr/>
        </p:nvSpPr>
        <p:spPr>
          <a:xfrm>
            <a:off x="116700" y="6560282"/>
            <a:ext cx="505103" cy="292366"/>
          </a:xfrm>
          <a:prstGeom prst="rect">
            <a:avLst/>
          </a:prstGeom>
          <a:noFill/>
        </p:spPr>
        <p:txBody>
          <a:bodyPr wrap="square" lIns="121899" tIns="60949" rIns="121899" bIns="60949"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Segoe UI"/>
                <a:ea typeface="+mn-ea"/>
                <a:cs typeface="+mn-cs"/>
              </a:rPr>
              <a:t>11</a:t>
            </a:r>
            <a:endParaRPr kumimoji="0" lang="en-IN" sz="1100" b="0" i="0" u="none" strike="noStrike" kern="1200" cap="none" spc="0" normalizeH="0" baseline="0" noProof="0" dirty="0">
              <a:ln>
                <a:noFill/>
              </a:ln>
              <a:solidFill>
                <a:prstClr val="black"/>
              </a:solidFill>
              <a:effectLst/>
              <a:uLnTx/>
              <a:uFillTx/>
              <a:latin typeface="Segoe UI"/>
              <a:ea typeface="+mn-ea"/>
              <a:cs typeface="+mn-cs"/>
            </a:endParaRPr>
          </a:p>
        </p:txBody>
      </p:sp>
      <p:sp>
        <p:nvSpPr>
          <p:cNvPr id="8" name="TextBox 7">
            <a:extLst>
              <a:ext uri="{FF2B5EF4-FFF2-40B4-BE49-F238E27FC236}">
                <a16:creationId xmlns:a16="http://schemas.microsoft.com/office/drawing/2014/main" id="{0A531A01-0A45-3ADB-AA00-739711FA15DD}"/>
              </a:ext>
            </a:extLst>
          </p:cNvPr>
          <p:cNvSpPr txBox="1"/>
          <p:nvPr/>
        </p:nvSpPr>
        <p:spPr>
          <a:xfrm>
            <a:off x="189614" y="1251708"/>
            <a:ext cx="11377406" cy="646331"/>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egoe UI"/>
                <a:ea typeface="+mn-ea"/>
                <a:cs typeface="+mn-cs"/>
                <a:hlinkClick r:id="rId3"/>
              </a:rPr>
              <a:t>https://youtu.be/6jk9G4vaFjQ?list=PLcxqFaocb9WLkTwNy7VsPOdEMJpLSfkcX</a:t>
            </a:r>
            <a:endParaRPr kumimoji="0" lang="en-IN" sz="1800" b="0" i="0" u="none" strike="noStrike" kern="1200" cap="none" spc="0" normalizeH="0" baseline="0" noProof="0" dirty="0">
              <a:ln>
                <a:noFill/>
              </a:ln>
              <a:solidFill>
                <a:prstClr val="black"/>
              </a:solidFill>
              <a:effectLst/>
              <a:uLnTx/>
              <a:uFillTx/>
              <a:latin typeface="Segoe UI"/>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Segoe UI"/>
              <a:ea typeface="+mn-ea"/>
              <a:cs typeface="+mn-cs"/>
            </a:endParaRPr>
          </a:p>
        </p:txBody>
      </p:sp>
    </p:spTree>
    <p:extLst>
      <p:ext uri="{BB962C8B-B14F-4D97-AF65-F5344CB8AC3E}">
        <p14:creationId xmlns:p14="http://schemas.microsoft.com/office/powerpoint/2010/main" val="2802075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BE898-3925-91A3-D0BA-63B8ED9D1ABC}"/>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7821B40D-32B6-FF9E-A3A8-783E3767F256}"/>
              </a:ext>
            </a:extLst>
          </p:cNvPr>
          <p:cNvSpPr txBox="1">
            <a:spLocks/>
          </p:cNvSpPr>
          <p:nvPr/>
        </p:nvSpPr>
        <p:spPr>
          <a:xfrm>
            <a:off x="141079" y="140515"/>
            <a:ext cx="11137885" cy="513831"/>
          </a:xfrm>
          <a:prstGeom prst="rect">
            <a:avLst/>
          </a:prstGeom>
        </p:spPr>
        <p:txBody>
          <a:bodyPr lIns="121899" tIns="60949" rIns="121899" bIns="60949">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rPr>
              <a:t>APIHUB</a:t>
            </a:r>
            <a:endParaRPr kumimoji="0" lang="en-IN" sz="32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Times New Roman" panose="02020603050405020304" pitchFamily="18" charset="0"/>
            </a:endParaRPr>
          </a:p>
        </p:txBody>
      </p:sp>
      <p:sp>
        <p:nvSpPr>
          <p:cNvPr id="3" name="TextBox 2">
            <a:extLst>
              <a:ext uri="{FF2B5EF4-FFF2-40B4-BE49-F238E27FC236}">
                <a16:creationId xmlns:a16="http://schemas.microsoft.com/office/drawing/2014/main" id="{884EC457-B0F5-BAE0-D206-34AA21F7CEEA}"/>
              </a:ext>
            </a:extLst>
          </p:cNvPr>
          <p:cNvSpPr txBox="1"/>
          <p:nvPr/>
        </p:nvSpPr>
        <p:spPr>
          <a:xfrm>
            <a:off x="177646" y="654346"/>
            <a:ext cx="11486844" cy="2893077"/>
          </a:xfrm>
          <a:prstGeom prst="rect">
            <a:avLst/>
          </a:prstGeom>
          <a:noFill/>
        </p:spPr>
        <p:txBody>
          <a:bodyPr wrap="square" lIns="121899" tIns="60949" rIns="121899" bIns="60949"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egoe UI"/>
                <a:ea typeface="+mn-ea"/>
                <a:cs typeface="+mn-cs"/>
              </a:rPr>
              <a:t>Anubhav, where can I find all the standard SAP APIs for achieving clean core?</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egoe UI"/>
                <a:ea typeface="+mn-ea"/>
                <a:cs typeface="+mn-cs"/>
              </a:rPr>
              <a:t>How can I consume standard Sales order data from my company system in BTP</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egoe UI"/>
                <a:ea typeface="+mn-ea"/>
                <a:cs typeface="+mn-cs"/>
              </a:rPr>
              <a:t>I don’t want to create tables in cloud, I want reuse what I have in my company</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Segoe UI"/>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egoe UI"/>
                <a:ea typeface="+mn-ea"/>
                <a:cs typeface="+mn-cs"/>
              </a:rPr>
              <a:t>APIHUB also known as SAP business accelerator HUB, publicly available website offered by SAP to explore all the APIs, CDS views, standard content for all SAP products under one place. So customers &amp; partners can utilize the documentation and build side by side extensions in BTP using clean-core approach with the help of frameworks like CAP and RAP.</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egoe UI"/>
                <a:ea typeface="+mn-ea"/>
                <a:cs typeface="+mn-cs"/>
                <a:hlinkClick r:id="rId2"/>
              </a:rPr>
              <a:t>https://api.sap.com</a:t>
            </a:r>
            <a:endParaRPr kumimoji="0" lang="en-IN" sz="1800" b="0" i="0" u="none" strike="noStrike" kern="1200" cap="none" spc="0" normalizeH="0" baseline="0" noProof="0" dirty="0">
              <a:ln>
                <a:noFill/>
              </a:ln>
              <a:solidFill>
                <a:prstClr val="black"/>
              </a:solidFill>
              <a:effectLst/>
              <a:uLnTx/>
              <a:uFillTx/>
              <a:latin typeface="Segoe UI"/>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Segoe UI"/>
              <a:ea typeface="+mn-ea"/>
              <a:cs typeface="+mn-cs"/>
            </a:endParaRPr>
          </a:p>
        </p:txBody>
      </p:sp>
      <p:sp>
        <p:nvSpPr>
          <p:cNvPr id="4" name="TextBox 3">
            <a:extLst>
              <a:ext uri="{FF2B5EF4-FFF2-40B4-BE49-F238E27FC236}">
                <a16:creationId xmlns:a16="http://schemas.microsoft.com/office/drawing/2014/main" id="{2A1C61DB-7978-16B7-2F73-CA6EB735D0C4}"/>
              </a:ext>
            </a:extLst>
          </p:cNvPr>
          <p:cNvSpPr txBox="1"/>
          <p:nvPr/>
        </p:nvSpPr>
        <p:spPr>
          <a:xfrm>
            <a:off x="9664615" y="6550224"/>
            <a:ext cx="2524210" cy="307776"/>
          </a:xfrm>
          <a:prstGeom prst="rect">
            <a:avLst/>
          </a:prstGeom>
          <a:noFill/>
        </p:spPr>
        <p:txBody>
          <a:bodyPr wrap="square" lIns="121899" tIns="60949" rIns="121899" bIns="60949">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2060"/>
                </a:solidFill>
                <a:effectLst/>
                <a:uLnTx/>
                <a:uFillTx/>
                <a:latin typeface="Cooper Black" panose="0208090404030B020404" pitchFamily="18" charset="0"/>
                <a:ea typeface="+mn-ea"/>
                <a:cs typeface="+mn-cs"/>
              </a:rPr>
              <a:t>www.anubhavtrainings.com</a:t>
            </a:r>
            <a:endParaRPr kumimoji="0" lang="en-IN" sz="1200" b="0" i="0" u="none" strike="noStrike" kern="1200" cap="none" spc="0" normalizeH="0" baseline="0" noProof="0" dirty="0">
              <a:ln>
                <a:noFill/>
              </a:ln>
              <a:solidFill>
                <a:srgbClr val="002060"/>
              </a:solidFill>
              <a:effectLst/>
              <a:uLnTx/>
              <a:uFillTx/>
              <a:latin typeface="Cooper Black" panose="0208090404030B020404" pitchFamily="18" charset="0"/>
              <a:ea typeface="+mn-ea"/>
              <a:cs typeface="+mn-cs"/>
            </a:endParaRPr>
          </a:p>
        </p:txBody>
      </p:sp>
      <p:pic>
        <p:nvPicPr>
          <p:cNvPr id="5" name="Picture 4">
            <a:extLst>
              <a:ext uri="{FF2B5EF4-FFF2-40B4-BE49-F238E27FC236}">
                <a16:creationId xmlns:a16="http://schemas.microsoft.com/office/drawing/2014/main" id="{4D69BCB6-B1AD-0E6E-0388-AF3599B00857}"/>
              </a:ext>
            </a:extLst>
          </p:cNvPr>
          <p:cNvPicPr>
            <a:picLocks noChangeAspect="1"/>
          </p:cNvPicPr>
          <p:nvPr/>
        </p:nvPicPr>
        <p:blipFill>
          <a:blip r:embed="rId3" cstate="print"/>
          <a:stretch>
            <a:fillRect/>
          </a:stretch>
        </p:blipFill>
        <p:spPr>
          <a:xfrm>
            <a:off x="11691527" y="70369"/>
            <a:ext cx="456414" cy="450920"/>
          </a:xfrm>
          <a:prstGeom prst="rect">
            <a:avLst/>
          </a:prstGeom>
        </p:spPr>
      </p:pic>
      <p:sp>
        <p:nvSpPr>
          <p:cNvPr id="6" name="TextBox 5">
            <a:extLst>
              <a:ext uri="{FF2B5EF4-FFF2-40B4-BE49-F238E27FC236}">
                <a16:creationId xmlns:a16="http://schemas.microsoft.com/office/drawing/2014/main" id="{A5F7A30A-0286-29CE-ABDD-D6583B61104F}"/>
              </a:ext>
            </a:extLst>
          </p:cNvPr>
          <p:cNvSpPr txBox="1"/>
          <p:nvPr/>
        </p:nvSpPr>
        <p:spPr>
          <a:xfrm>
            <a:off x="116700" y="6560282"/>
            <a:ext cx="505103" cy="292366"/>
          </a:xfrm>
          <a:prstGeom prst="rect">
            <a:avLst/>
          </a:prstGeom>
          <a:noFill/>
        </p:spPr>
        <p:txBody>
          <a:bodyPr wrap="square" lIns="121899" tIns="60949" rIns="121899" bIns="60949"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Segoe UI"/>
                <a:ea typeface="+mn-ea"/>
                <a:cs typeface="+mn-cs"/>
              </a:rPr>
              <a:t>11</a:t>
            </a:r>
            <a:endParaRPr kumimoji="0" lang="en-IN" sz="1100" b="0" i="0" u="none" strike="noStrike" kern="1200" cap="none" spc="0" normalizeH="0" baseline="0" noProof="0" dirty="0">
              <a:ln>
                <a:noFill/>
              </a:ln>
              <a:solidFill>
                <a:prstClr val="black"/>
              </a:solidFill>
              <a:effectLst/>
              <a:uLnTx/>
              <a:uFillTx/>
              <a:latin typeface="Segoe UI"/>
              <a:ea typeface="+mn-ea"/>
              <a:cs typeface="+mn-cs"/>
            </a:endParaRPr>
          </a:p>
        </p:txBody>
      </p:sp>
    </p:spTree>
    <p:extLst>
      <p:ext uri="{BB962C8B-B14F-4D97-AF65-F5344CB8AC3E}">
        <p14:creationId xmlns:p14="http://schemas.microsoft.com/office/powerpoint/2010/main" val="15372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a:xfrm>
            <a:off x="189756" y="332656"/>
            <a:ext cx="10969943" cy="711081"/>
          </a:xfrm>
        </p:spPr>
        <p:txBody>
          <a:bodyPr/>
          <a:lstStyle/>
          <a:p>
            <a:r>
              <a:rPr lang="en-US" dirty="0"/>
              <a:t>Hands on: Create Display like App for Sales Order</a:t>
            </a:r>
          </a:p>
        </p:txBody>
      </p:sp>
      <p:sp>
        <p:nvSpPr>
          <p:cNvPr id="4" name="TextBox 3">
            <a:extLst>
              <a:ext uri="{FF2B5EF4-FFF2-40B4-BE49-F238E27FC236}">
                <a16:creationId xmlns:a16="http://schemas.microsoft.com/office/drawing/2014/main" id="{E2D4CB00-16D0-210C-CA38-8E01C8CC8797}"/>
              </a:ext>
            </a:extLst>
          </p:cNvPr>
          <p:cNvSpPr txBox="1"/>
          <p:nvPr/>
        </p:nvSpPr>
        <p:spPr>
          <a:xfrm>
            <a:off x="189756" y="1412776"/>
            <a:ext cx="11665296" cy="2308324"/>
          </a:xfrm>
          <a:prstGeom prst="rect">
            <a:avLst/>
          </a:prstGeom>
          <a:noFill/>
        </p:spPr>
        <p:txBody>
          <a:bodyPr wrap="square">
            <a:spAutoFit/>
          </a:bodyPr>
          <a:lstStyle/>
          <a:p>
            <a:pPr algn="l">
              <a:buFont typeface="Arial" panose="020B0604020202020204" pitchFamily="34" charset="0"/>
              <a:buChar char="•"/>
            </a:pPr>
            <a:r>
              <a:rPr lang="en-US" b="0" i="0" dirty="0">
                <a:solidFill>
                  <a:schemeClr val="bg1"/>
                </a:solidFill>
                <a:effectLst/>
                <a:latin typeface="BentonSansRegular"/>
              </a:rPr>
              <a:t> Enabling an OData API on SAP S/4HANA</a:t>
            </a:r>
          </a:p>
          <a:p>
            <a:pPr algn="l">
              <a:buFont typeface="Arial" panose="020B0604020202020204" pitchFamily="34" charset="0"/>
              <a:buChar char="•"/>
            </a:pPr>
            <a:r>
              <a:rPr lang="en-US" b="0" i="0" dirty="0">
                <a:solidFill>
                  <a:schemeClr val="bg1"/>
                </a:solidFill>
                <a:effectLst/>
                <a:latin typeface="BentonSansRegular"/>
              </a:rPr>
              <a:t> Setting up SAP Cloud Connector and S/4HANA for principal propagation</a:t>
            </a:r>
          </a:p>
          <a:p>
            <a:pPr algn="l">
              <a:buFont typeface="Arial" panose="020B0604020202020204" pitchFamily="34" charset="0"/>
              <a:buChar char="•"/>
            </a:pPr>
            <a:r>
              <a:rPr lang="en-US" b="0" i="0" dirty="0">
                <a:solidFill>
                  <a:schemeClr val="bg1"/>
                </a:solidFill>
                <a:effectLst/>
                <a:latin typeface="BentonSansRegular"/>
              </a:rPr>
              <a:t> Setting up an SAP BTP BAS Subscription</a:t>
            </a:r>
          </a:p>
          <a:p>
            <a:pPr algn="l">
              <a:buFont typeface="Arial" panose="020B0604020202020204" pitchFamily="34" charset="0"/>
              <a:buChar char="•"/>
            </a:pPr>
            <a:r>
              <a:rPr lang="en-US" b="0" i="0" dirty="0">
                <a:solidFill>
                  <a:schemeClr val="bg1"/>
                </a:solidFill>
                <a:effectLst/>
                <a:latin typeface="BentonSansRegular"/>
              </a:rPr>
              <a:t> Developing of a simple Fiori Application with the SAP Business Application Studio</a:t>
            </a:r>
          </a:p>
          <a:p>
            <a:pPr algn="l">
              <a:buFont typeface="Arial" panose="020B0604020202020204" pitchFamily="34" charset="0"/>
              <a:buChar char="•"/>
            </a:pPr>
            <a:r>
              <a:rPr lang="en-US" b="0" i="0" dirty="0">
                <a:solidFill>
                  <a:schemeClr val="bg1"/>
                </a:solidFill>
                <a:effectLst/>
                <a:latin typeface="BentonSansRegular"/>
              </a:rPr>
              <a:t> Deploying the application to the HTLM5 repository service</a:t>
            </a:r>
          </a:p>
          <a:p>
            <a:pPr algn="l">
              <a:buFont typeface="Arial" panose="020B0604020202020204" pitchFamily="34" charset="0"/>
              <a:buChar char="•"/>
            </a:pPr>
            <a:r>
              <a:rPr lang="en-US" b="0" i="0" dirty="0">
                <a:solidFill>
                  <a:schemeClr val="bg1"/>
                </a:solidFill>
                <a:effectLst/>
                <a:latin typeface="BentonSansRegular"/>
              </a:rPr>
              <a:t> Integrating he application into the Launchpad service</a:t>
            </a:r>
          </a:p>
        </p:txBody>
      </p:sp>
      <p:sp>
        <p:nvSpPr>
          <p:cNvPr id="5" name="TextBox 4">
            <a:extLst>
              <a:ext uri="{FF2B5EF4-FFF2-40B4-BE49-F238E27FC236}">
                <a16:creationId xmlns:a16="http://schemas.microsoft.com/office/drawing/2014/main" id="{E72DF0D5-C121-4FFF-7DE9-147BC61F721F}"/>
              </a:ext>
            </a:extLst>
          </p:cNvPr>
          <p:cNvSpPr txBox="1"/>
          <p:nvPr/>
        </p:nvSpPr>
        <p:spPr>
          <a:xfrm>
            <a:off x="117748" y="4005064"/>
            <a:ext cx="11809312" cy="2246769"/>
          </a:xfrm>
          <a:prstGeom prst="rect">
            <a:avLst/>
          </a:prstGeom>
          <a:noFill/>
        </p:spPr>
        <p:txBody>
          <a:bodyPr wrap="square" rtlCol="0">
            <a:spAutoFit/>
          </a:bodyPr>
          <a:lstStyle/>
          <a:p>
            <a:pPr marL="457200" indent="-457200">
              <a:buAutoNum type="arabicPeriod"/>
            </a:pPr>
            <a:r>
              <a:rPr lang="en-US" sz="2000" dirty="0">
                <a:solidFill>
                  <a:schemeClr val="bg1"/>
                </a:solidFill>
              </a:rPr>
              <a:t>Destination service – to read the destination from SAP BTP at runtime for the purpose of connection</a:t>
            </a:r>
          </a:p>
          <a:p>
            <a:pPr marL="457200" indent="-457200">
              <a:buAutoNum type="arabicPeriod"/>
            </a:pPr>
            <a:r>
              <a:rPr lang="en-US" sz="2000" dirty="0">
                <a:solidFill>
                  <a:schemeClr val="bg1"/>
                </a:solidFill>
              </a:rPr>
              <a:t>Connectivity service – once the destination is read, it will use connectivity service to connect to our </a:t>
            </a:r>
            <a:r>
              <a:rPr lang="en-US" sz="2000" dirty="0" err="1">
                <a:solidFill>
                  <a:schemeClr val="bg1"/>
                </a:solidFill>
              </a:rPr>
              <a:t>oData</a:t>
            </a:r>
            <a:r>
              <a:rPr lang="en-US" sz="2000" dirty="0">
                <a:solidFill>
                  <a:schemeClr val="bg1"/>
                </a:solidFill>
              </a:rPr>
              <a:t> source</a:t>
            </a:r>
          </a:p>
          <a:p>
            <a:pPr marL="457200" indent="-457200">
              <a:buAutoNum type="arabicPeriod"/>
            </a:pPr>
            <a:r>
              <a:rPr lang="en-US" sz="2000" dirty="0">
                <a:solidFill>
                  <a:schemeClr val="bg1"/>
                </a:solidFill>
              </a:rPr>
              <a:t>HTML5 deployer – this will be used to deploy our app to HTML5 repository.</a:t>
            </a:r>
          </a:p>
          <a:p>
            <a:pPr marL="457200" indent="-457200">
              <a:buAutoNum type="arabicPeriod"/>
            </a:pPr>
            <a:r>
              <a:rPr lang="en-US" sz="2000" dirty="0">
                <a:solidFill>
                  <a:schemeClr val="bg1"/>
                </a:solidFill>
              </a:rPr>
              <a:t>HTML5 Repo Runtime – Will load the Fiori app when requested at runtime.</a:t>
            </a:r>
          </a:p>
          <a:p>
            <a:pPr marL="457200" indent="-457200">
              <a:buAutoNum type="arabicPeriod"/>
            </a:pPr>
            <a:r>
              <a:rPr lang="en-US" sz="2000" dirty="0">
                <a:solidFill>
                  <a:schemeClr val="bg1"/>
                </a:solidFill>
              </a:rPr>
              <a:t>Fiori launchpad service – which displays Fiori apps as a tile.</a:t>
            </a:r>
            <a:endParaRPr lang="en-IN" sz="2000" dirty="0">
              <a:solidFill>
                <a:schemeClr val="bg1"/>
              </a:solidFill>
            </a:endParaRPr>
          </a:p>
        </p:txBody>
      </p:sp>
    </p:spTree>
    <p:extLst>
      <p:ext uri="{BB962C8B-B14F-4D97-AF65-F5344CB8AC3E}">
        <p14:creationId xmlns:p14="http://schemas.microsoft.com/office/powerpoint/2010/main" val="1264472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7F54-4532-E4E8-9F0B-6BA6890ABE1C}"/>
              </a:ext>
            </a:extLst>
          </p:cNvPr>
          <p:cNvSpPr>
            <a:spLocks noGrp="1"/>
          </p:cNvSpPr>
          <p:nvPr>
            <p:ph type="title"/>
          </p:nvPr>
        </p:nvSpPr>
        <p:spPr/>
        <p:txBody>
          <a:bodyPr/>
          <a:lstStyle/>
          <a:p>
            <a:r>
              <a:rPr lang="en-US" dirty="0"/>
              <a:t>Scenario 2: </a:t>
            </a:r>
          </a:p>
        </p:txBody>
      </p:sp>
      <p:sp>
        <p:nvSpPr>
          <p:cNvPr id="27" name="Rectangle 26">
            <a:extLst>
              <a:ext uri="{FF2B5EF4-FFF2-40B4-BE49-F238E27FC236}">
                <a16:creationId xmlns:a16="http://schemas.microsoft.com/office/drawing/2014/main" id="{3DEDE388-1C69-F73B-2341-9A5162010CCC}"/>
              </a:ext>
            </a:extLst>
          </p:cNvPr>
          <p:cNvSpPr/>
          <p:nvPr/>
        </p:nvSpPr>
        <p:spPr>
          <a:xfrm>
            <a:off x="9046740" y="1916832"/>
            <a:ext cx="2592288" cy="1944216"/>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SAP or Non SAP API OData which we want to reuse</a:t>
            </a:r>
          </a:p>
        </p:txBody>
      </p:sp>
      <p:sp>
        <p:nvSpPr>
          <p:cNvPr id="28" name="Rectangle 27">
            <a:extLst>
              <a:ext uri="{FF2B5EF4-FFF2-40B4-BE49-F238E27FC236}">
                <a16:creationId xmlns:a16="http://schemas.microsoft.com/office/drawing/2014/main" id="{A6D99C49-CFD9-3CE2-8C2B-3299E8CADDC4}"/>
              </a:ext>
            </a:extLst>
          </p:cNvPr>
          <p:cNvSpPr/>
          <p:nvPr/>
        </p:nvSpPr>
        <p:spPr>
          <a:xfrm>
            <a:off x="3718148" y="2276872"/>
            <a:ext cx="3744416" cy="1224136"/>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CAPM App</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Middleware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Data manipulation, enrichment, Security, automation, movement, proxy</a:t>
            </a:r>
          </a:p>
        </p:txBody>
      </p:sp>
      <p:cxnSp>
        <p:nvCxnSpPr>
          <p:cNvPr id="29" name="Straight Arrow Connector 28">
            <a:extLst>
              <a:ext uri="{FF2B5EF4-FFF2-40B4-BE49-F238E27FC236}">
                <a16:creationId xmlns:a16="http://schemas.microsoft.com/office/drawing/2014/main" id="{BDD867DC-C05A-C396-96F6-E7297E14844B}"/>
              </a:ext>
            </a:extLst>
          </p:cNvPr>
          <p:cNvCxnSpPr>
            <a:stCxn id="28" idx="3"/>
            <a:endCxn id="27" idx="1"/>
          </p:cNvCxnSpPr>
          <p:nvPr/>
        </p:nvCxnSpPr>
        <p:spPr>
          <a:xfrm>
            <a:off x="7462564" y="2888940"/>
            <a:ext cx="1584176" cy="0"/>
          </a:xfrm>
          <a:prstGeom prst="straightConnector1">
            <a:avLst/>
          </a:prstGeom>
          <a:noFill/>
          <a:ln w="9525" cap="flat" cmpd="sng" algn="ctr">
            <a:solidFill>
              <a:schemeClr val="bg1"/>
            </a:solidFill>
            <a:prstDash val="solid"/>
            <a:headEnd type="triangle"/>
            <a:tailEnd type="triangle"/>
          </a:ln>
          <a:effectLst/>
        </p:spPr>
      </p:cxnSp>
      <p:sp>
        <p:nvSpPr>
          <p:cNvPr id="30" name="Rectangle 29">
            <a:extLst>
              <a:ext uri="{FF2B5EF4-FFF2-40B4-BE49-F238E27FC236}">
                <a16:creationId xmlns:a16="http://schemas.microsoft.com/office/drawing/2014/main" id="{855E0D34-71EA-9DC5-8463-A646BB0B45D2}"/>
              </a:ext>
            </a:extLst>
          </p:cNvPr>
          <p:cNvSpPr/>
          <p:nvPr/>
        </p:nvSpPr>
        <p:spPr>
          <a:xfrm>
            <a:off x="4726260" y="4149080"/>
            <a:ext cx="1512168" cy="792088"/>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HANA</a:t>
            </a:r>
          </a:p>
        </p:txBody>
      </p:sp>
      <p:sp>
        <p:nvSpPr>
          <p:cNvPr id="31" name="Arrow: Down 30">
            <a:extLst>
              <a:ext uri="{FF2B5EF4-FFF2-40B4-BE49-F238E27FC236}">
                <a16:creationId xmlns:a16="http://schemas.microsoft.com/office/drawing/2014/main" id="{12FC8EE1-CF00-157D-2D7E-BC12CDB70012}"/>
              </a:ext>
            </a:extLst>
          </p:cNvPr>
          <p:cNvSpPr/>
          <p:nvPr/>
        </p:nvSpPr>
        <p:spPr>
          <a:xfrm>
            <a:off x="4726260" y="3573016"/>
            <a:ext cx="504056" cy="504056"/>
          </a:xfrm>
          <a:prstGeom prst="downArrow">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32" name="Arrow: Down 31">
            <a:extLst>
              <a:ext uri="{FF2B5EF4-FFF2-40B4-BE49-F238E27FC236}">
                <a16:creationId xmlns:a16="http://schemas.microsoft.com/office/drawing/2014/main" id="{D2B1FAC0-1C04-B82A-A7A6-015191B7C784}"/>
              </a:ext>
            </a:extLst>
          </p:cNvPr>
          <p:cNvSpPr/>
          <p:nvPr/>
        </p:nvSpPr>
        <p:spPr>
          <a:xfrm rot="10800000">
            <a:off x="5590356" y="3559869"/>
            <a:ext cx="504056" cy="504056"/>
          </a:xfrm>
          <a:prstGeom prst="downArrow">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913B93FE-659E-CEB6-6EEB-7A2BA2DCB497}"/>
              </a:ext>
            </a:extLst>
          </p:cNvPr>
          <p:cNvSpPr/>
          <p:nvPr/>
        </p:nvSpPr>
        <p:spPr>
          <a:xfrm>
            <a:off x="4366219" y="1072957"/>
            <a:ext cx="2448272" cy="720080"/>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Own Fiori App</a:t>
            </a:r>
          </a:p>
        </p:txBody>
      </p:sp>
      <p:cxnSp>
        <p:nvCxnSpPr>
          <p:cNvPr id="34" name="Straight Arrow Connector 33">
            <a:extLst>
              <a:ext uri="{FF2B5EF4-FFF2-40B4-BE49-F238E27FC236}">
                <a16:creationId xmlns:a16="http://schemas.microsoft.com/office/drawing/2014/main" id="{A6298F06-C247-4BA9-CF6F-22C72B2A487B}"/>
              </a:ext>
            </a:extLst>
          </p:cNvPr>
          <p:cNvCxnSpPr>
            <a:stCxn id="33" idx="2"/>
            <a:endCxn id="28" idx="0"/>
          </p:cNvCxnSpPr>
          <p:nvPr/>
        </p:nvCxnSpPr>
        <p:spPr>
          <a:xfrm>
            <a:off x="5590355" y="1793037"/>
            <a:ext cx="1" cy="483835"/>
          </a:xfrm>
          <a:prstGeom prst="straightConnector1">
            <a:avLst/>
          </a:prstGeom>
          <a:noFill/>
          <a:ln w="9525" cap="flat" cmpd="sng" algn="ctr">
            <a:solidFill>
              <a:schemeClr val="bg1"/>
            </a:solidFill>
            <a:prstDash val="solid"/>
            <a:headEnd type="triangle"/>
            <a:tailEnd type="triangle"/>
          </a:ln>
          <a:effectLst/>
        </p:spPr>
      </p:cxnSp>
      <p:sp>
        <p:nvSpPr>
          <p:cNvPr id="35" name="Arrow: Right 34">
            <a:extLst>
              <a:ext uri="{FF2B5EF4-FFF2-40B4-BE49-F238E27FC236}">
                <a16:creationId xmlns:a16="http://schemas.microsoft.com/office/drawing/2014/main" id="{10DFE58B-C58F-5FCB-5DC2-E2B7A641EF99}"/>
              </a:ext>
            </a:extLst>
          </p:cNvPr>
          <p:cNvSpPr/>
          <p:nvPr/>
        </p:nvSpPr>
        <p:spPr>
          <a:xfrm>
            <a:off x="1989956" y="2420888"/>
            <a:ext cx="1584176" cy="307777"/>
          </a:xfrm>
          <a:prstGeom prst="rightArrow">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36" name="Arrow: Right 35">
            <a:extLst>
              <a:ext uri="{FF2B5EF4-FFF2-40B4-BE49-F238E27FC236}">
                <a16:creationId xmlns:a16="http://schemas.microsoft.com/office/drawing/2014/main" id="{CE4759A3-7ED1-1123-1CD9-2B2B55223900}"/>
              </a:ext>
            </a:extLst>
          </p:cNvPr>
          <p:cNvSpPr/>
          <p:nvPr/>
        </p:nvSpPr>
        <p:spPr>
          <a:xfrm rot="10800000">
            <a:off x="1989956" y="2855170"/>
            <a:ext cx="1584176" cy="307777"/>
          </a:xfrm>
          <a:prstGeom prst="rightArrow">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37" name="Rectangle 36">
            <a:extLst>
              <a:ext uri="{FF2B5EF4-FFF2-40B4-BE49-F238E27FC236}">
                <a16:creationId xmlns:a16="http://schemas.microsoft.com/office/drawing/2014/main" id="{A440883C-2D2F-2F80-6B0F-3A997CA1FE9B}"/>
              </a:ext>
            </a:extLst>
          </p:cNvPr>
          <p:cNvSpPr/>
          <p:nvPr/>
        </p:nvSpPr>
        <p:spPr>
          <a:xfrm>
            <a:off x="261761" y="2132856"/>
            <a:ext cx="1584177" cy="1440160"/>
          </a:xfrm>
          <a:prstGeom prst="rect">
            <a:avLst/>
          </a:prstGeom>
          <a:solidFill>
            <a:srgbClr val="202B50"/>
          </a:solidFill>
          <a:ln w="25400" cap="flat" cmpd="sng" algn="ctr">
            <a:solidFill>
              <a:schemeClr val="bg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Android App</a:t>
            </a:r>
          </a:p>
          <a:p>
            <a:pPr marL="0" marR="0" lvl="0" indent="0" algn="ctr" defTabSz="914400" eaLnBrk="1" fontAlgn="auto" latinLnBrk="0" hangingPunct="1">
              <a:lnSpc>
                <a:spcPct val="100000"/>
              </a:lnSpc>
              <a:spcBef>
                <a:spcPts val="0"/>
              </a:spcBef>
              <a:spcAft>
                <a:spcPts val="0"/>
              </a:spcAft>
              <a:buClrTx/>
              <a:buSzTx/>
              <a:buFontTx/>
              <a:buNone/>
              <a:tabLst/>
              <a:defRPr/>
            </a:pPr>
            <a:r>
              <a:rPr lang="en-US" sz="1800" kern="0" dirty="0">
                <a:solidFill>
                  <a:prstClr val="white"/>
                </a:solidFill>
                <a:latin typeface="Segoe UI"/>
              </a:rPr>
              <a:t>SAP UI5 App</a:t>
            </a: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1122729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F3154-D8F5-6E69-3258-384DF73A9B95}"/>
              </a:ext>
            </a:extLst>
          </p:cNvPr>
          <p:cNvSpPr>
            <a:spLocks noGrp="1"/>
          </p:cNvSpPr>
          <p:nvPr>
            <p:ph type="title"/>
          </p:nvPr>
        </p:nvSpPr>
        <p:spPr/>
        <p:txBody>
          <a:bodyPr/>
          <a:lstStyle/>
          <a:p>
            <a:endParaRPr lang="en-IN"/>
          </a:p>
        </p:txBody>
      </p:sp>
      <p:grpSp>
        <p:nvGrpSpPr>
          <p:cNvPr id="9" name="Group 8">
            <a:extLst>
              <a:ext uri="{FF2B5EF4-FFF2-40B4-BE49-F238E27FC236}">
                <a16:creationId xmlns:a16="http://schemas.microsoft.com/office/drawing/2014/main" id="{580B30B0-5910-1465-F2A7-35E0F7C5C6A5}"/>
              </a:ext>
            </a:extLst>
          </p:cNvPr>
          <p:cNvGrpSpPr/>
          <p:nvPr/>
        </p:nvGrpSpPr>
        <p:grpSpPr>
          <a:xfrm>
            <a:off x="9195093" y="1075521"/>
            <a:ext cx="1766160" cy="433440"/>
            <a:chOff x="9195093" y="1075521"/>
            <a:chExt cx="1766160" cy="43344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F05628B7-ACC8-5DEC-A2B1-D62F6DE73F80}"/>
                    </a:ext>
                  </a:extLst>
                </p14:cNvPr>
                <p14:cNvContentPartPr/>
                <p14:nvPr/>
              </p14:nvContentPartPr>
              <p14:xfrm>
                <a:off x="9195093" y="1203681"/>
                <a:ext cx="291240" cy="305280"/>
              </p14:xfrm>
            </p:contentPart>
          </mc:Choice>
          <mc:Fallback>
            <p:pic>
              <p:nvPicPr>
                <p:cNvPr id="3" name="Ink 2">
                  <a:extLst>
                    <a:ext uri="{FF2B5EF4-FFF2-40B4-BE49-F238E27FC236}">
                      <a16:creationId xmlns:a16="http://schemas.microsoft.com/office/drawing/2014/main" id="{F05628B7-ACC8-5DEC-A2B1-D62F6DE73F80}"/>
                    </a:ext>
                  </a:extLst>
                </p:cNvPr>
                <p:cNvPicPr/>
                <p:nvPr/>
              </p:nvPicPr>
              <p:blipFill>
                <a:blip r:embed="rId3"/>
                <a:stretch>
                  <a:fillRect/>
                </a:stretch>
              </p:blipFill>
              <p:spPr>
                <a:xfrm>
                  <a:off x="9186093" y="1195041"/>
                  <a:ext cx="308880" cy="3229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B9FE97B5-CBBE-8182-A0B9-F95934DCA259}"/>
                    </a:ext>
                  </a:extLst>
                </p14:cNvPr>
                <p14:cNvContentPartPr/>
                <p14:nvPr/>
              </p14:nvContentPartPr>
              <p14:xfrm>
                <a:off x="9456453" y="1156521"/>
                <a:ext cx="198360" cy="335160"/>
              </p14:xfrm>
            </p:contentPart>
          </mc:Choice>
          <mc:Fallback>
            <p:pic>
              <p:nvPicPr>
                <p:cNvPr id="4" name="Ink 3">
                  <a:extLst>
                    <a:ext uri="{FF2B5EF4-FFF2-40B4-BE49-F238E27FC236}">
                      <a16:creationId xmlns:a16="http://schemas.microsoft.com/office/drawing/2014/main" id="{B9FE97B5-CBBE-8182-A0B9-F95934DCA259}"/>
                    </a:ext>
                  </a:extLst>
                </p:cNvPr>
                <p:cNvPicPr/>
                <p:nvPr/>
              </p:nvPicPr>
              <p:blipFill>
                <a:blip r:embed="rId5"/>
                <a:stretch>
                  <a:fillRect/>
                </a:stretch>
              </p:blipFill>
              <p:spPr>
                <a:xfrm>
                  <a:off x="9447453" y="1147881"/>
                  <a:ext cx="216000" cy="352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FF20718C-F62C-6063-FC52-B518570A255B}"/>
                    </a:ext>
                  </a:extLst>
                </p14:cNvPr>
                <p14:cNvContentPartPr/>
                <p14:nvPr/>
              </p14:nvContentPartPr>
              <p14:xfrm>
                <a:off x="9494253" y="1274241"/>
                <a:ext cx="165600" cy="45360"/>
              </p14:xfrm>
            </p:contentPart>
          </mc:Choice>
          <mc:Fallback>
            <p:pic>
              <p:nvPicPr>
                <p:cNvPr id="5" name="Ink 4">
                  <a:extLst>
                    <a:ext uri="{FF2B5EF4-FFF2-40B4-BE49-F238E27FC236}">
                      <a16:creationId xmlns:a16="http://schemas.microsoft.com/office/drawing/2014/main" id="{FF20718C-F62C-6063-FC52-B518570A255B}"/>
                    </a:ext>
                  </a:extLst>
                </p:cNvPr>
                <p:cNvPicPr/>
                <p:nvPr/>
              </p:nvPicPr>
              <p:blipFill>
                <a:blip r:embed="rId7"/>
                <a:stretch>
                  <a:fillRect/>
                </a:stretch>
              </p:blipFill>
              <p:spPr>
                <a:xfrm>
                  <a:off x="9485613" y="1265601"/>
                  <a:ext cx="18324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4A08449C-583E-4FE1-C6BE-981B1864DF49}"/>
                    </a:ext>
                  </a:extLst>
                </p14:cNvPr>
                <p14:cNvContentPartPr/>
                <p14:nvPr/>
              </p14:nvContentPartPr>
              <p14:xfrm>
                <a:off x="9710973" y="1109721"/>
                <a:ext cx="165240" cy="328320"/>
              </p14:xfrm>
            </p:contentPart>
          </mc:Choice>
          <mc:Fallback>
            <p:pic>
              <p:nvPicPr>
                <p:cNvPr id="6" name="Ink 5">
                  <a:extLst>
                    <a:ext uri="{FF2B5EF4-FFF2-40B4-BE49-F238E27FC236}">
                      <a16:creationId xmlns:a16="http://schemas.microsoft.com/office/drawing/2014/main" id="{4A08449C-583E-4FE1-C6BE-981B1864DF49}"/>
                    </a:ext>
                  </a:extLst>
                </p:cNvPr>
                <p:cNvPicPr/>
                <p:nvPr/>
              </p:nvPicPr>
              <p:blipFill>
                <a:blip r:embed="rId9"/>
                <a:stretch>
                  <a:fillRect/>
                </a:stretch>
              </p:blipFill>
              <p:spPr>
                <a:xfrm>
                  <a:off x="9702333" y="1100721"/>
                  <a:ext cx="182880" cy="345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5A7C8B2B-1A0E-6E20-C21C-D3C59133A16E}"/>
                    </a:ext>
                  </a:extLst>
                </p14:cNvPr>
                <p14:cNvContentPartPr/>
                <p14:nvPr/>
              </p14:nvContentPartPr>
              <p14:xfrm>
                <a:off x="9965493" y="1075521"/>
                <a:ext cx="749160" cy="352800"/>
              </p14:xfrm>
            </p:contentPart>
          </mc:Choice>
          <mc:Fallback>
            <p:pic>
              <p:nvPicPr>
                <p:cNvPr id="7" name="Ink 6">
                  <a:extLst>
                    <a:ext uri="{FF2B5EF4-FFF2-40B4-BE49-F238E27FC236}">
                      <a16:creationId xmlns:a16="http://schemas.microsoft.com/office/drawing/2014/main" id="{5A7C8B2B-1A0E-6E20-C21C-D3C59133A16E}"/>
                    </a:ext>
                  </a:extLst>
                </p:cNvPr>
                <p:cNvPicPr/>
                <p:nvPr/>
              </p:nvPicPr>
              <p:blipFill>
                <a:blip r:embed="rId11"/>
                <a:stretch>
                  <a:fillRect/>
                </a:stretch>
              </p:blipFill>
              <p:spPr>
                <a:xfrm>
                  <a:off x="9956853" y="1066521"/>
                  <a:ext cx="766800" cy="3704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DC91ABB1-39AA-51EE-C291-BB8586A9FF87}"/>
                    </a:ext>
                  </a:extLst>
                </p14:cNvPr>
                <p14:cNvContentPartPr/>
                <p14:nvPr/>
              </p14:nvContentPartPr>
              <p14:xfrm>
                <a:off x="10812573" y="1165161"/>
                <a:ext cx="148680" cy="190440"/>
              </p14:xfrm>
            </p:contentPart>
          </mc:Choice>
          <mc:Fallback>
            <p:pic>
              <p:nvPicPr>
                <p:cNvPr id="8" name="Ink 7">
                  <a:extLst>
                    <a:ext uri="{FF2B5EF4-FFF2-40B4-BE49-F238E27FC236}">
                      <a16:creationId xmlns:a16="http://schemas.microsoft.com/office/drawing/2014/main" id="{DC91ABB1-39AA-51EE-C291-BB8586A9FF87}"/>
                    </a:ext>
                  </a:extLst>
                </p:cNvPr>
                <p:cNvPicPr/>
                <p:nvPr/>
              </p:nvPicPr>
              <p:blipFill>
                <a:blip r:embed="rId13"/>
                <a:stretch>
                  <a:fillRect/>
                </a:stretch>
              </p:blipFill>
              <p:spPr>
                <a:xfrm>
                  <a:off x="10803573" y="1156161"/>
                  <a:ext cx="166320" cy="208080"/>
                </a:xfrm>
                <a:prstGeom prst="rect">
                  <a:avLst/>
                </a:prstGeom>
              </p:spPr>
            </p:pic>
          </mc:Fallback>
        </mc:AlternateContent>
      </p:grpSp>
      <p:grpSp>
        <p:nvGrpSpPr>
          <p:cNvPr id="32" name="Group 31">
            <a:extLst>
              <a:ext uri="{FF2B5EF4-FFF2-40B4-BE49-F238E27FC236}">
                <a16:creationId xmlns:a16="http://schemas.microsoft.com/office/drawing/2014/main" id="{97106783-F0E9-31CA-9038-F385180F061E}"/>
              </a:ext>
            </a:extLst>
          </p:cNvPr>
          <p:cNvGrpSpPr/>
          <p:nvPr/>
        </p:nvGrpSpPr>
        <p:grpSpPr>
          <a:xfrm>
            <a:off x="9931293" y="3849681"/>
            <a:ext cx="1076040" cy="760680"/>
            <a:chOff x="9931293" y="3849681"/>
            <a:chExt cx="1076040" cy="760680"/>
          </a:xfrm>
        </p:grpSpPr>
        <mc:AlternateContent xmlns:mc="http://schemas.openxmlformats.org/markup-compatibility/2006">
          <mc:Choice xmlns:p14="http://schemas.microsoft.com/office/powerpoint/2010/main" Requires="p14">
            <p:contentPart p14:bwMode="auto" r:id="rId14">
              <p14:nvContentPartPr>
                <p14:cNvPr id="28" name="Ink 27">
                  <a:extLst>
                    <a:ext uri="{FF2B5EF4-FFF2-40B4-BE49-F238E27FC236}">
                      <a16:creationId xmlns:a16="http://schemas.microsoft.com/office/drawing/2014/main" id="{D63FE608-BB28-1AEA-FBFE-4A5188729594}"/>
                    </a:ext>
                  </a:extLst>
                </p14:cNvPr>
                <p14:cNvContentPartPr/>
                <p14:nvPr/>
              </p14:nvContentPartPr>
              <p14:xfrm>
                <a:off x="9931293" y="3849681"/>
                <a:ext cx="862200" cy="224280"/>
              </p14:xfrm>
            </p:contentPart>
          </mc:Choice>
          <mc:Fallback>
            <p:pic>
              <p:nvPicPr>
                <p:cNvPr id="28" name="Ink 27">
                  <a:extLst>
                    <a:ext uri="{FF2B5EF4-FFF2-40B4-BE49-F238E27FC236}">
                      <a16:creationId xmlns:a16="http://schemas.microsoft.com/office/drawing/2014/main" id="{D63FE608-BB28-1AEA-FBFE-4A5188729594}"/>
                    </a:ext>
                  </a:extLst>
                </p:cNvPr>
                <p:cNvPicPr/>
                <p:nvPr/>
              </p:nvPicPr>
              <p:blipFill>
                <a:blip r:embed="rId15"/>
                <a:stretch>
                  <a:fillRect/>
                </a:stretch>
              </p:blipFill>
              <p:spPr>
                <a:xfrm>
                  <a:off x="9922293" y="3840681"/>
                  <a:ext cx="87984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9" name="Ink 28">
                  <a:extLst>
                    <a:ext uri="{FF2B5EF4-FFF2-40B4-BE49-F238E27FC236}">
                      <a16:creationId xmlns:a16="http://schemas.microsoft.com/office/drawing/2014/main" id="{7239CFD5-6CBE-0F21-9738-DF9D090D2DB6}"/>
                    </a:ext>
                  </a:extLst>
                </p14:cNvPr>
                <p14:cNvContentPartPr/>
                <p14:nvPr/>
              </p14:nvContentPartPr>
              <p14:xfrm>
                <a:off x="9962253" y="4050561"/>
                <a:ext cx="47520" cy="446400"/>
              </p14:xfrm>
            </p:contentPart>
          </mc:Choice>
          <mc:Fallback>
            <p:pic>
              <p:nvPicPr>
                <p:cNvPr id="29" name="Ink 28">
                  <a:extLst>
                    <a:ext uri="{FF2B5EF4-FFF2-40B4-BE49-F238E27FC236}">
                      <a16:creationId xmlns:a16="http://schemas.microsoft.com/office/drawing/2014/main" id="{7239CFD5-6CBE-0F21-9738-DF9D090D2DB6}"/>
                    </a:ext>
                  </a:extLst>
                </p:cNvPr>
                <p:cNvPicPr/>
                <p:nvPr/>
              </p:nvPicPr>
              <p:blipFill>
                <a:blip r:embed="rId17"/>
                <a:stretch>
                  <a:fillRect/>
                </a:stretch>
              </p:blipFill>
              <p:spPr>
                <a:xfrm>
                  <a:off x="9953613" y="4041921"/>
                  <a:ext cx="65160" cy="4640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0" name="Ink 29">
                  <a:extLst>
                    <a:ext uri="{FF2B5EF4-FFF2-40B4-BE49-F238E27FC236}">
                      <a16:creationId xmlns:a16="http://schemas.microsoft.com/office/drawing/2014/main" id="{6C40E3CE-E587-C18D-AAB0-5B7F95CDC05D}"/>
                    </a:ext>
                  </a:extLst>
                </p14:cNvPr>
                <p14:cNvContentPartPr/>
                <p14:nvPr/>
              </p14:nvContentPartPr>
              <p14:xfrm>
                <a:off x="10034973" y="4548801"/>
                <a:ext cx="972360" cy="61560"/>
              </p14:xfrm>
            </p:contentPart>
          </mc:Choice>
          <mc:Fallback>
            <p:pic>
              <p:nvPicPr>
                <p:cNvPr id="30" name="Ink 29">
                  <a:extLst>
                    <a:ext uri="{FF2B5EF4-FFF2-40B4-BE49-F238E27FC236}">
                      <a16:creationId xmlns:a16="http://schemas.microsoft.com/office/drawing/2014/main" id="{6C40E3CE-E587-C18D-AAB0-5B7F95CDC05D}"/>
                    </a:ext>
                  </a:extLst>
                </p:cNvPr>
                <p:cNvPicPr/>
                <p:nvPr/>
              </p:nvPicPr>
              <p:blipFill>
                <a:blip r:embed="rId19"/>
                <a:stretch>
                  <a:fillRect/>
                </a:stretch>
              </p:blipFill>
              <p:spPr>
                <a:xfrm>
                  <a:off x="10026333" y="4539801"/>
                  <a:ext cx="99000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31" name="Ink 30">
                  <a:extLst>
                    <a:ext uri="{FF2B5EF4-FFF2-40B4-BE49-F238E27FC236}">
                      <a16:creationId xmlns:a16="http://schemas.microsoft.com/office/drawing/2014/main" id="{4D8E6639-EF2D-3051-EE6C-1855B419578C}"/>
                    </a:ext>
                  </a:extLst>
                </p14:cNvPr>
                <p14:cNvContentPartPr/>
                <p14:nvPr/>
              </p14:nvContentPartPr>
              <p14:xfrm>
                <a:off x="10845333" y="4062801"/>
                <a:ext cx="15480" cy="470520"/>
              </p14:xfrm>
            </p:contentPart>
          </mc:Choice>
          <mc:Fallback>
            <p:pic>
              <p:nvPicPr>
                <p:cNvPr id="31" name="Ink 30">
                  <a:extLst>
                    <a:ext uri="{FF2B5EF4-FFF2-40B4-BE49-F238E27FC236}">
                      <a16:creationId xmlns:a16="http://schemas.microsoft.com/office/drawing/2014/main" id="{4D8E6639-EF2D-3051-EE6C-1855B419578C}"/>
                    </a:ext>
                  </a:extLst>
                </p:cNvPr>
                <p:cNvPicPr/>
                <p:nvPr/>
              </p:nvPicPr>
              <p:blipFill>
                <a:blip r:embed="rId21"/>
                <a:stretch>
                  <a:fillRect/>
                </a:stretch>
              </p:blipFill>
              <p:spPr>
                <a:xfrm>
                  <a:off x="10836333" y="4053801"/>
                  <a:ext cx="33120" cy="488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2">
            <p14:nvContentPartPr>
              <p14:cNvPr id="33" name="Ink 32">
                <a:extLst>
                  <a:ext uri="{FF2B5EF4-FFF2-40B4-BE49-F238E27FC236}">
                    <a16:creationId xmlns:a16="http://schemas.microsoft.com/office/drawing/2014/main" id="{8155ABD5-231F-5245-A371-9F8638D96A70}"/>
                  </a:ext>
                </a:extLst>
              </p14:cNvPr>
              <p14:cNvContentPartPr/>
              <p14:nvPr/>
            </p14:nvContentPartPr>
            <p14:xfrm>
              <a:off x="8292213" y="1244001"/>
              <a:ext cx="33840" cy="367560"/>
            </p14:xfrm>
          </p:contentPart>
        </mc:Choice>
        <mc:Fallback>
          <p:pic>
            <p:nvPicPr>
              <p:cNvPr id="33" name="Ink 32">
                <a:extLst>
                  <a:ext uri="{FF2B5EF4-FFF2-40B4-BE49-F238E27FC236}">
                    <a16:creationId xmlns:a16="http://schemas.microsoft.com/office/drawing/2014/main" id="{8155ABD5-231F-5245-A371-9F8638D96A70}"/>
                  </a:ext>
                </a:extLst>
              </p:cNvPr>
              <p:cNvPicPr/>
              <p:nvPr/>
            </p:nvPicPr>
            <p:blipFill>
              <a:blip r:embed="rId23"/>
              <a:stretch>
                <a:fillRect/>
              </a:stretch>
            </p:blipFill>
            <p:spPr>
              <a:xfrm>
                <a:off x="8283573" y="1235361"/>
                <a:ext cx="51480" cy="3852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4" name="Ink 33">
                <a:extLst>
                  <a:ext uri="{FF2B5EF4-FFF2-40B4-BE49-F238E27FC236}">
                    <a16:creationId xmlns:a16="http://schemas.microsoft.com/office/drawing/2014/main" id="{EE63987C-B0AB-98EF-D005-1844C4F68883}"/>
                  </a:ext>
                </a:extLst>
              </p14:cNvPr>
              <p14:cNvContentPartPr/>
              <p14:nvPr/>
            </p14:nvContentPartPr>
            <p14:xfrm>
              <a:off x="8288973" y="1961841"/>
              <a:ext cx="50760" cy="417600"/>
            </p14:xfrm>
          </p:contentPart>
        </mc:Choice>
        <mc:Fallback>
          <p:pic>
            <p:nvPicPr>
              <p:cNvPr id="34" name="Ink 33">
                <a:extLst>
                  <a:ext uri="{FF2B5EF4-FFF2-40B4-BE49-F238E27FC236}">
                    <a16:creationId xmlns:a16="http://schemas.microsoft.com/office/drawing/2014/main" id="{EE63987C-B0AB-98EF-D005-1844C4F68883}"/>
                  </a:ext>
                </a:extLst>
              </p:cNvPr>
              <p:cNvPicPr/>
              <p:nvPr/>
            </p:nvPicPr>
            <p:blipFill>
              <a:blip r:embed="rId25"/>
              <a:stretch>
                <a:fillRect/>
              </a:stretch>
            </p:blipFill>
            <p:spPr>
              <a:xfrm>
                <a:off x="8279973" y="1952841"/>
                <a:ext cx="68400" cy="4352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5" name="Ink 34">
                <a:extLst>
                  <a:ext uri="{FF2B5EF4-FFF2-40B4-BE49-F238E27FC236}">
                    <a16:creationId xmlns:a16="http://schemas.microsoft.com/office/drawing/2014/main" id="{919CC7F3-0A54-0866-68F4-3A864FA24E32}"/>
                  </a:ext>
                </a:extLst>
              </p14:cNvPr>
              <p14:cNvContentPartPr/>
              <p14:nvPr/>
            </p14:nvContentPartPr>
            <p14:xfrm>
              <a:off x="8221653" y="3194481"/>
              <a:ext cx="48600" cy="228600"/>
            </p14:xfrm>
          </p:contentPart>
        </mc:Choice>
        <mc:Fallback>
          <p:pic>
            <p:nvPicPr>
              <p:cNvPr id="35" name="Ink 34">
                <a:extLst>
                  <a:ext uri="{FF2B5EF4-FFF2-40B4-BE49-F238E27FC236}">
                    <a16:creationId xmlns:a16="http://schemas.microsoft.com/office/drawing/2014/main" id="{919CC7F3-0A54-0866-68F4-3A864FA24E32}"/>
                  </a:ext>
                </a:extLst>
              </p:cNvPr>
              <p:cNvPicPr/>
              <p:nvPr/>
            </p:nvPicPr>
            <p:blipFill>
              <a:blip r:embed="rId27"/>
              <a:stretch>
                <a:fillRect/>
              </a:stretch>
            </p:blipFill>
            <p:spPr>
              <a:xfrm>
                <a:off x="8212653" y="3185481"/>
                <a:ext cx="6624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6" name="Ink 35">
                <a:extLst>
                  <a:ext uri="{FF2B5EF4-FFF2-40B4-BE49-F238E27FC236}">
                    <a16:creationId xmlns:a16="http://schemas.microsoft.com/office/drawing/2014/main" id="{70660884-9BE4-7765-180A-0170C5BAD0BF}"/>
                  </a:ext>
                </a:extLst>
              </p14:cNvPr>
              <p14:cNvContentPartPr/>
              <p14:nvPr/>
            </p14:nvContentPartPr>
            <p14:xfrm>
              <a:off x="8275653" y="4022121"/>
              <a:ext cx="73800" cy="297000"/>
            </p14:xfrm>
          </p:contentPart>
        </mc:Choice>
        <mc:Fallback>
          <p:pic>
            <p:nvPicPr>
              <p:cNvPr id="36" name="Ink 35">
                <a:extLst>
                  <a:ext uri="{FF2B5EF4-FFF2-40B4-BE49-F238E27FC236}">
                    <a16:creationId xmlns:a16="http://schemas.microsoft.com/office/drawing/2014/main" id="{70660884-9BE4-7765-180A-0170C5BAD0BF}"/>
                  </a:ext>
                </a:extLst>
              </p:cNvPr>
              <p:cNvPicPr/>
              <p:nvPr/>
            </p:nvPicPr>
            <p:blipFill>
              <a:blip r:embed="rId29"/>
              <a:stretch>
                <a:fillRect/>
              </a:stretch>
            </p:blipFill>
            <p:spPr>
              <a:xfrm>
                <a:off x="8267013" y="4013121"/>
                <a:ext cx="91440" cy="3146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7" name="Ink 36">
                <a:extLst>
                  <a:ext uri="{FF2B5EF4-FFF2-40B4-BE49-F238E27FC236}">
                    <a16:creationId xmlns:a16="http://schemas.microsoft.com/office/drawing/2014/main" id="{2A045185-EDDE-A517-71C9-7105CFE5796D}"/>
                  </a:ext>
                </a:extLst>
              </p14:cNvPr>
              <p14:cNvContentPartPr/>
              <p14:nvPr/>
            </p14:nvContentPartPr>
            <p14:xfrm>
              <a:off x="8363853" y="5914641"/>
              <a:ext cx="33840" cy="359640"/>
            </p14:xfrm>
          </p:contentPart>
        </mc:Choice>
        <mc:Fallback>
          <p:pic>
            <p:nvPicPr>
              <p:cNvPr id="37" name="Ink 36">
                <a:extLst>
                  <a:ext uri="{FF2B5EF4-FFF2-40B4-BE49-F238E27FC236}">
                    <a16:creationId xmlns:a16="http://schemas.microsoft.com/office/drawing/2014/main" id="{2A045185-EDDE-A517-71C9-7105CFE5796D}"/>
                  </a:ext>
                </a:extLst>
              </p:cNvPr>
              <p:cNvPicPr/>
              <p:nvPr/>
            </p:nvPicPr>
            <p:blipFill>
              <a:blip r:embed="rId31"/>
              <a:stretch>
                <a:fillRect/>
              </a:stretch>
            </p:blipFill>
            <p:spPr>
              <a:xfrm>
                <a:off x="8354853" y="5905641"/>
                <a:ext cx="51480" cy="3772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8" name="Ink 37">
                <a:extLst>
                  <a:ext uri="{FF2B5EF4-FFF2-40B4-BE49-F238E27FC236}">
                    <a16:creationId xmlns:a16="http://schemas.microsoft.com/office/drawing/2014/main" id="{44EDEDFE-A227-FE9C-6516-CD850644A92A}"/>
                  </a:ext>
                </a:extLst>
              </p14:cNvPr>
              <p14:cNvContentPartPr/>
              <p14:nvPr/>
            </p14:nvContentPartPr>
            <p14:xfrm>
              <a:off x="8358093" y="4769481"/>
              <a:ext cx="10440" cy="215280"/>
            </p14:xfrm>
          </p:contentPart>
        </mc:Choice>
        <mc:Fallback>
          <p:pic>
            <p:nvPicPr>
              <p:cNvPr id="38" name="Ink 37">
                <a:extLst>
                  <a:ext uri="{FF2B5EF4-FFF2-40B4-BE49-F238E27FC236}">
                    <a16:creationId xmlns:a16="http://schemas.microsoft.com/office/drawing/2014/main" id="{44EDEDFE-A227-FE9C-6516-CD850644A92A}"/>
                  </a:ext>
                </a:extLst>
              </p:cNvPr>
              <p:cNvPicPr/>
              <p:nvPr/>
            </p:nvPicPr>
            <p:blipFill>
              <a:blip r:embed="rId33"/>
              <a:stretch>
                <a:fillRect/>
              </a:stretch>
            </p:blipFill>
            <p:spPr>
              <a:xfrm>
                <a:off x="8349093" y="4760841"/>
                <a:ext cx="2808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9" name="Ink 38">
                <a:extLst>
                  <a:ext uri="{FF2B5EF4-FFF2-40B4-BE49-F238E27FC236}">
                    <a16:creationId xmlns:a16="http://schemas.microsoft.com/office/drawing/2014/main" id="{4E74AD51-AF27-CFEB-1BF7-C0A7D162FED2}"/>
                  </a:ext>
                </a:extLst>
              </p14:cNvPr>
              <p14:cNvContentPartPr/>
              <p14:nvPr/>
            </p14:nvContentPartPr>
            <p14:xfrm>
              <a:off x="8345133" y="5509281"/>
              <a:ext cx="25560" cy="59760"/>
            </p14:xfrm>
          </p:contentPart>
        </mc:Choice>
        <mc:Fallback>
          <p:pic>
            <p:nvPicPr>
              <p:cNvPr id="39" name="Ink 38">
                <a:extLst>
                  <a:ext uri="{FF2B5EF4-FFF2-40B4-BE49-F238E27FC236}">
                    <a16:creationId xmlns:a16="http://schemas.microsoft.com/office/drawing/2014/main" id="{4E74AD51-AF27-CFEB-1BF7-C0A7D162FED2}"/>
                  </a:ext>
                </a:extLst>
              </p:cNvPr>
              <p:cNvPicPr/>
              <p:nvPr/>
            </p:nvPicPr>
            <p:blipFill>
              <a:blip r:embed="rId35"/>
              <a:stretch>
                <a:fillRect/>
              </a:stretch>
            </p:blipFill>
            <p:spPr>
              <a:xfrm>
                <a:off x="8336493" y="5500641"/>
                <a:ext cx="43200" cy="77400"/>
              </a:xfrm>
              <a:prstGeom prst="rect">
                <a:avLst/>
              </a:prstGeom>
            </p:spPr>
          </p:pic>
        </mc:Fallback>
      </mc:AlternateContent>
      <p:grpSp>
        <p:nvGrpSpPr>
          <p:cNvPr id="45" name="Group 44">
            <a:extLst>
              <a:ext uri="{FF2B5EF4-FFF2-40B4-BE49-F238E27FC236}">
                <a16:creationId xmlns:a16="http://schemas.microsoft.com/office/drawing/2014/main" id="{12069E6B-ECD2-B291-2645-4D32FB52EC3E}"/>
              </a:ext>
            </a:extLst>
          </p:cNvPr>
          <p:cNvGrpSpPr/>
          <p:nvPr/>
        </p:nvGrpSpPr>
        <p:grpSpPr>
          <a:xfrm>
            <a:off x="784053" y="984081"/>
            <a:ext cx="1883520" cy="422280"/>
            <a:chOff x="784053" y="984081"/>
            <a:chExt cx="1883520" cy="422280"/>
          </a:xfrm>
        </p:grpSpPr>
        <mc:AlternateContent xmlns:mc="http://schemas.openxmlformats.org/markup-compatibility/2006">
          <mc:Choice xmlns:p14="http://schemas.microsoft.com/office/powerpoint/2010/main" Requires="p14">
            <p:contentPart p14:bwMode="auto" r:id="rId36">
              <p14:nvContentPartPr>
                <p14:cNvPr id="40" name="Ink 39">
                  <a:extLst>
                    <a:ext uri="{FF2B5EF4-FFF2-40B4-BE49-F238E27FC236}">
                      <a16:creationId xmlns:a16="http://schemas.microsoft.com/office/drawing/2014/main" id="{FC5CD6DC-1856-3877-0E38-A15ED126F632}"/>
                    </a:ext>
                  </a:extLst>
                </p14:cNvPr>
                <p14:cNvContentPartPr/>
                <p14:nvPr/>
              </p14:nvContentPartPr>
              <p14:xfrm>
                <a:off x="784053" y="1082721"/>
                <a:ext cx="581400" cy="323640"/>
              </p14:xfrm>
            </p:contentPart>
          </mc:Choice>
          <mc:Fallback>
            <p:pic>
              <p:nvPicPr>
                <p:cNvPr id="40" name="Ink 39">
                  <a:extLst>
                    <a:ext uri="{FF2B5EF4-FFF2-40B4-BE49-F238E27FC236}">
                      <a16:creationId xmlns:a16="http://schemas.microsoft.com/office/drawing/2014/main" id="{FC5CD6DC-1856-3877-0E38-A15ED126F632}"/>
                    </a:ext>
                  </a:extLst>
                </p:cNvPr>
                <p:cNvPicPr/>
                <p:nvPr/>
              </p:nvPicPr>
              <p:blipFill>
                <a:blip r:embed="rId37"/>
                <a:stretch>
                  <a:fillRect/>
                </a:stretch>
              </p:blipFill>
              <p:spPr>
                <a:xfrm>
                  <a:off x="775413" y="1073721"/>
                  <a:ext cx="599040" cy="3412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1" name="Ink 40">
                  <a:extLst>
                    <a:ext uri="{FF2B5EF4-FFF2-40B4-BE49-F238E27FC236}">
                      <a16:creationId xmlns:a16="http://schemas.microsoft.com/office/drawing/2014/main" id="{15FEE1C1-8723-79FD-CC0E-8D335EF799B3}"/>
                    </a:ext>
                  </a:extLst>
                </p14:cNvPr>
                <p14:cNvContentPartPr/>
                <p14:nvPr/>
              </p14:nvContentPartPr>
              <p14:xfrm>
                <a:off x="1394613" y="1125201"/>
                <a:ext cx="56160" cy="222840"/>
              </p14:xfrm>
            </p:contentPart>
          </mc:Choice>
          <mc:Fallback>
            <p:pic>
              <p:nvPicPr>
                <p:cNvPr id="41" name="Ink 40">
                  <a:extLst>
                    <a:ext uri="{FF2B5EF4-FFF2-40B4-BE49-F238E27FC236}">
                      <a16:creationId xmlns:a16="http://schemas.microsoft.com/office/drawing/2014/main" id="{15FEE1C1-8723-79FD-CC0E-8D335EF799B3}"/>
                    </a:ext>
                  </a:extLst>
                </p:cNvPr>
                <p:cNvPicPr/>
                <p:nvPr/>
              </p:nvPicPr>
              <p:blipFill>
                <a:blip r:embed="rId39"/>
                <a:stretch>
                  <a:fillRect/>
                </a:stretch>
              </p:blipFill>
              <p:spPr>
                <a:xfrm>
                  <a:off x="1385613" y="1116561"/>
                  <a:ext cx="7380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2" name="Ink 41">
                  <a:extLst>
                    <a:ext uri="{FF2B5EF4-FFF2-40B4-BE49-F238E27FC236}">
                      <a16:creationId xmlns:a16="http://schemas.microsoft.com/office/drawing/2014/main" id="{5A5FB9C2-6DFD-79AD-A202-95101B65369D}"/>
                    </a:ext>
                  </a:extLst>
                </p14:cNvPr>
                <p14:cNvContentPartPr/>
                <p14:nvPr/>
              </p14:nvContentPartPr>
              <p14:xfrm>
                <a:off x="1423413" y="1160841"/>
                <a:ext cx="444960" cy="174600"/>
              </p14:xfrm>
            </p:contentPart>
          </mc:Choice>
          <mc:Fallback>
            <p:pic>
              <p:nvPicPr>
                <p:cNvPr id="42" name="Ink 41">
                  <a:extLst>
                    <a:ext uri="{FF2B5EF4-FFF2-40B4-BE49-F238E27FC236}">
                      <a16:creationId xmlns:a16="http://schemas.microsoft.com/office/drawing/2014/main" id="{5A5FB9C2-6DFD-79AD-A202-95101B65369D}"/>
                    </a:ext>
                  </a:extLst>
                </p:cNvPr>
                <p:cNvPicPr/>
                <p:nvPr/>
              </p:nvPicPr>
              <p:blipFill>
                <a:blip r:embed="rId41"/>
                <a:stretch>
                  <a:fillRect/>
                </a:stretch>
              </p:blipFill>
              <p:spPr>
                <a:xfrm>
                  <a:off x="1414773" y="1152201"/>
                  <a:ext cx="46260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3" name="Ink 42">
                  <a:extLst>
                    <a:ext uri="{FF2B5EF4-FFF2-40B4-BE49-F238E27FC236}">
                      <a16:creationId xmlns:a16="http://schemas.microsoft.com/office/drawing/2014/main" id="{9649CDC5-68EB-263D-02C7-B3C59397B307}"/>
                    </a:ext>
                  </a:extLst>
                </p14:cNvPr>
                <p14:cNvContentPartPr/>
                <p14:nvPr/>
              </p14:nvContentPartPr>
              <p14:xfrm>
                <a:off x="2072853" y="984081"/>
                <a:ext cx="424440" cy="328320"/>
              </p14:xfrm>
            </p:contentPart>
          </mc:Choice>
          <mc:Fallback>
            <p:pic>
              <p:nvPicPr>
                <p:cNvPr id="43" name="Ink 42">
                  <a:extLst>
                    <a:ext uri="{FF2B5EF4-FFF2-40B4-BE49-F238E27FC236}">
                      <a16:creationId xmlns:a16="http://schemas.microsoft.com/office/drawing/2014/main" id="{9649CDC5-68EB-263D-02C7-B3C59397B307}"/>
                    </a:ext>
                  </a:extLst>
                </p:cNvPr>
                <p:cNvPicPr/>
                <p:nvPr/>
              </p:nvPicPr>
              <p:blipFill>
                <a:blip r:embed="rId43"/>
                <a:stretch>
                  <a:fillRect/>
                </a:stretch>
              </p:blipFill>
              <p:spPr>
                <a:xfrm>
                  <a:off x="2064213" y="975081"/>
                  <a:ext cx="442080" cy="3459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44" name="Ink 43">
                  <a:extLst>
                    <a:ext uri="{FF2B5EF4-FFF2-40B4-BE49-F238E27FC236}">
                      <a16:creationId xmlns:a16="http://schemas.microsoft.com/office/drawing/2014/main" id="{7925A65A-CD87-D5E8-E6C7-FEA1410EB26F}"/>
                    </a:ext>
                  </a:extLst>
                </p14:cNvPr>
                <p14:cNvContentPartPr/>
                <p14:nvPr/>
              </p14:nvContentPartPr>
              <p14:xfrm>
                <a:off x="2565333" y="1084521"/>
                <a:ext cx="102240" cy="124920"/>
              </p14:xfrm>
            </p:contentPart>
          </mc:Choice>
          <mc:Fallback>
            <p:pic>
              <p:nvPicPr>
                <p:cNvPr id="44" name="Ink 43">
                  <a:extLst>
                    <a:ext uri="{FF2B5EF4-FFF2-40B4-BE49-F238E27FC236}">
                      <a16:creationId xmlns:a16="http://schemas.microsoft.com/office/drawing/2014/main" id="{7925A65A-CD87-D5E8-E6C7-FEA1410EB26F}"/>
                    </a:ext>
                  </a:extLst>
                </p:cNvPr>
                <p:cNvPicPr/>
                <p:nvPr/>
              </p:nvPicPr>
              <p:blipFill>
                <a:blip r:embed="rId45"/>
                <a:stretch>
                  <a:fillRect/>
                </a:stretch>
              </p:blipFill>
              <p:spPr>
                <a:xfrm>
                  <a:off x="2556333" y="1075521"/>
                  <a:ext cx="119880" cy="142560"/>
                </a:xfrm>
                <a:prstGeom prst="rect">
                  <a:avLst/>
                </a:prstGeom>
              </p:spPr>
            </p:pic>
          </mc:Fallback>
        </mc:AlternateContent>
      </p:grpSp>
      <p:grpSp>
        <p:nvGrpSpPr>
          <p:cNvPr id="60" name="Group 59">
            <a:extLst>
              <a:ext uri="{FF2B5EF4-FFF2-40B4-BE49-F238E27FC236}">
                <a16:creationId xmlns:a16="http://schemas.microsoft.com/office/drawing/2014/main" id="{B25B11F5-D0F7-0CC2-A924-C404EE5F4B74}"/>
              </a:ext>
            </a:extLst>
          </p:cNvPr>
          <p:cNvGrpSpPr/>
          <p:nvPr/>
        </p:nvGrpSpPr>
        <p:grpSpPr>
          <a:xfrm>
            <a:off x="8863893" y="2047161"/>
            <a:ext cx="2642040" cy="1582200"/>
            <a:chOff x="8863893" y="2047161"/>
            <a:chExt cx="2642040" cy="1582200"/>
          </a:xfrm>
        </p:grpSpPr>
        <mc:AlternateContent xmlns:mc="http://schemas.openxmlformats.org/markup-compatibility/2006">
          <mc:Choice xmlns:p14="http://schemas.microsoft.com/office/powerpoint/2010/main" Requires="p14">
            <p:contentPart p14:bwMode="auto" r:id="rId46">
              <p14:nvContentPartPr>
                <p14:cNvPr id="10" name="Ink 9">
                  <a:extLst>
                    <a:ext uri="{FF2B5EF4-FFF2-40B4-BE49-F238E27FC236}">
                      <a16:creationId xmlns:a16="http://schemas.microsoft.com/office/drawing/2014/main" id="{214113E0-C4CE-0367-8632-950A0E56D77D}"/>
                    </a:ext>
                  </a:extLst>
                </p14:cNvPr>
                <p14:cNvContentPartPr/>
                <p14:nvPr/>
              </p14:nvContentPartPr>
              <p14:xfrm>
                <a:off x="8863893" y="2105841"/>
                <a:ext cx="2642040" cy="857880"/>
              </p14:xfrm>
            </p:contentPart>
          </mc:Choice>
          <mc:Fallback>
            <p:pic>
              <p:nvPicPr>
                <p:cNvPr id="10" name="Ink 9">
                  <a:extLst>
                    <a:ext uri="{FF2B5EF4-FFF2-40B4-BE49-F238E27FC236}">
                      <a16:creationId xmlns:a16="http://schemas.microsoft.com/office/drawing/2014/main" id="{214113E0-C4CE-0367-8632-950A0E56D77D}"/>
                    </a:ext>
                  </a:extLst>
                </p:cNvPr>
                <p:cNvPicPr/>
                <p:nvPr/>
              </p:nvPicPr>
              <p:blipFill>
                <a:blip r:embed="rId47"/>
                <a:stretch>
                  <a:fillRect/>
                </a:stretch>
              </p:blipFill>
              <p:spPr>
                <a:xfrm>
                  <a:off x="8854893" y="2097201"/>
                  <a:ext cx="2659680" cy="8755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1" name="Ink 10">
                  <a:extLst>
                    <a:ext uri="{FF2B5EF4-FFF2-40B4-BE49-F238E27FC236}">
                      <a16:creationId xmlns:a16="http://schemas.microsoft.com/office/drawing/2014/main" id="{A3641F59-3D1E-FFE8-753E-890E572E86B2}"/>
                    </a:ext>
                  </a:extLst>
                </p14:cNvPr>
                <p14:cNvContentPartPr/>
                <p14:nvPr/>
              </p14:nvContentPartPr>
              <p14:xfrm>
                <a:off x="9433053" y="2367201"/>
                <a:ext cx="201600" cy="344160"/>
              </p14:xfrm>
            </p:contentPart>
          </mc:Choice>
          <mc:Fallback>
            <p:pic>
              <p:nvPicPr>
                <p:cNvPr id="11" name="Ink 10">
                  <a:extLst>
                    <a:ext uri="{FF2B5EF4-FFF2-40B4-BE49-F238E27FC236}">
                      <a16:creationId xmlns:a16="http://schemas.microsoft.com/office/drawing/2014/main" id="{A3641F59-3D1E-FFE8-753E-890E572E86B2}"/>
                    </a:ext>
                  </a:extLst>
                </p:cNvPr>
                <p:cNvPicPr/>
                <p:nvPr/>
              </p:nvPicPr>
              <p:blipFill>
                <a:blip r:embed="rId49"/>
                <a:stretch>
                  <a:fillRect/>
                </a:stretch>
              </p:blipFill>
              <p:spPr>
                <a:xfrm>
                  <a:off x="9424413" y="2358201"/>
                  <a:ext cx="219240" cy="3618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12" name="Ink 11">
                  <a:extLst>
                    <a:ext uri="{FF2B5EF4-FFF2-40B4-BE49-F238E27FC236}">
                      <a16:creationId xmlns:a16="http://schemas.microsoft.com/office/drawing/2014/main" id="{290EE0D4-2315-85C7-2F8E-0EC232C7D51E}"/>
                    </a:ext>
                  </a:extLst>
                </p14:cNvPr>
                <p14:cNvContentPartPr/>
                <p14:nvPr/>
              </p14:nvContentPartPr>
              <p14:xfrm>
                <a:off x="9710973" y="2449281"/>
                <a:ext cx="64440" cy="225720"/>
              </p14:xfrm>
            </p:contentPart>
          </mc:Choice>
          <mc:Fallback>
            <p:pic>
              <p:nvPicPr>
                <p:cNvPr id="12" name="Ink 11">
                  <a:extLst>
                    <a:ext uri="{FF2B5EF4-FFF2-40B4-BE49-F238E27FC236}">
                      <a16:creationId xmlns:a16="http://schemas.microsoft.com/office/drawing/2014/main" id="{290EE0D4-2315-85C7-2F8E-0EC232C7D51E}"/>
                    </a:ext>
                  </a:extLst>
                </p:cNvPr>
                <p:cNvPicPr/>
                <p:nvPr/>
              </p:nvPicPr>
              <p:blipFill>
                <a:blip r:embed="rId51"/>
                <a:stretch>
                  <a:fillRect/>
                </a:stretch>
              </p:blipFill>
              <p:spPr>
                <a:xfrm>
                  <a:off x="9702333" y="2440281"/>
                  <a:ext cx="8208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3" name="Ink 12">
                  <a:extLst>
                    <a:ext uri="{FF2B5EF4-FFF2-40B4-BE49-F238E27FC236}">
                      <a16:creationId xmlns:a16="http://schemas.microsoft.com/office/drawing/2014/main" id="{9F787D46-7248-1A5A-52B4-6C24A2E92258}"/>
                    </a:ext>
                  </a:extLst>
                </p14:cNvPr>
                <p14:cNvContentPartPr/>
                <p14:nvPr/>
              </p14:nvContentPartPr>
              <p14:xfrm>
                <a:off x="9954333" y="2407881"/>
                <a:ext cx="125280" cy="242640"/>
              </p14:xfrm>
            </p:contentPart>
          </mc:Choice>
          <mc:Fallback>
            <p:pic>
              <p:nvPicPr>
                <p:cNvPr id="13" name="Ink 12">
                  <a:extLst>
                    <a:ext uri="{FF2B5EF4-FFF2-40B4-BE49-F238E27FC236}">
                      <a16:creationId xmlns:a16="http://schemas.microsoft.com/office/drawing/2014/main" id="{9F787D46-7248-1A5A-52B4-6C24A2E92258}"/>
                    </a:ext>
                  </a:extLst>
                </p:cNvPr>
                <p:cNvPicPr/>
                <p:nvPr/>
              </p:nvPicPr>
              <p:blipFill>
                <a:blip r:embed="rId53"/>
                <a:stretch>
                  <a:fillRect/>
                </a:stretch>
              </p:blipFill>
              <p:spPr>
                <a:xfrm>
                  <a:off x="9945693" y="2399241"/>
                  <a:ext cx="142920" cy="2602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14" name="Ink 13">
                  <a:extLst>
                    <a:ext uri="{FF2B5EF4-FFF2-40B4-BE49-F238E27FC236}">
                      <a16:creationId xmlns:a16="http://schemas.microsoft.com/office/drawing/2014/main" id="{FA5B9B02-B973-D232-BC77-231D8C3304B6}"/>
                    </a:ext>
                  </a:extLst>
                </p14:cNvPr>
                <p14:cNvContentPartPr/>
                <p14:nvPr/>
              </p14:nvContentPartPr>
              <p14:xfrm>
                <a:off x="10187253" y="2426961"/>
                <a:ext cx="73800" cy="271440"/>
              </p14:xfrm>
            </p:contentPart>
          </mc:Choice>
          <mc:Fallback>
            <p:pic>
              <p:nvPicPr>
                <p:cNvPr id="14" name="Ink 13">
                  <a:extLst>
                    <a:ext uri="{FF2B5EF4-FFF2-40B4-BE49-F238E27FC236}">
                      <a16:creationId xmlns:a16="http://schemas.microsoft.com/office/drawing/2014/main" id="{FA5B9B02-B973-D232-BC77-231D8C3304B6}"/>
                    </a:ext>
                  </a:extLst>
                </p:cNvPr>
                <p:cNvPicPr/>
                <p:nvPr/>
              </p:nvPicPr>
              <p:blipFill>
                <a:blip r:embed="rId55"/>
                <a:stretch>
                  <a:fillRect/>
                </a:stretch>
              </p:blipFill>
              <p:spPr>
                <a:xfrm>
                  <a:off x="10178613" y="2417961"/>
                  <a:ext cx="91440" cy="2890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15" name="Ink 14">
                  <a:extLst>
                    <a:ext uri="{FF2B5EF4-FFF2-40B4-BE49-F238E27FC236}">
                      <a16:creationId xmlns:a16="http://schemas.microsoft.com/office/drawing/2014/main" id="{331164BA-25F9-1025-911A-8431DF433E35}"/>
                    </a:ext>
                  </a:extLst>
                </p14:cNvPr>
                <p14:cNvContentPartPr/>
                <p14:nvPr/>
              </p14:nvContentPartPr>
              <p14:xfrm>
                <a:off x="10213173" y="2542161"/>
                <a:ext cx="105480" cy="27000"/>
              </p14:xfrm>
            </p:contentPart>
          </mc:Choice>
          <mc:Fallback>
            <p:pic>
              <p:nvPicPr>
                <p:cNvPr id="15" name="Ink 14">
                  <a:extLst>
                    <a:ext uri="{FF2B5EF4-FFF2-40B4-BE49-F238E27FC236}">
                      <a16:creationId xmlns:a16="http://schemas.microsoft.com/office/drawing/2014/main" id="{331164BA-25F9-1025-911A-8431DF433E35}"/>
                    </a:ext>
                  </a:extLst>
                </p:cNvPr>
                <p:cNvPicPr/>
                <p:nvPr/>
              </p:nvPicPr>
              <p:blipFill>
                <a:blip r:embed="rId57"/>
                <a:stretch>
                  <a:fillRect/>
                </a:stretch>
              </p:blipFill>
              <p:spPr>
                <a:xfrm>
                  <a:off x="10204173" y="2533521"/>
                  <a:ext cx="12312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16" name="Ink 15">
                  <a:extLst>
                    <a:ext uri="{FF2B5EF4-FFF2-40B4-BE49-F238E27FC236}">
                      <a16:creationId xmlns:a16="http://schemas.microsoft.com/office/drawing/2014/main" id="{B4C824AB-A815-786B-DCF6-071714128A5E}"/>
                    </a:ext>
                  </a:extLst>
                </p14:cNvPr>
                <p14:cNvContentPartPr/>
                <p14:nvPr/>
              </p14:nvContentPartPr>
              <p14:xfrm>
                <a:off x="10448973" y="2469801"/>
                <a:ext cx="14760" cy="193320"/>
              </p14:xfrm>
            </p:contentPart>
          </mc:Choice>
          <mc:Fallback>
            <p:pic>
              <p:nvPicPr>
                <p:cNvPr id="16" name="Ink 15">
                  <a:extLst>
                    <a:ext uri="{FF2B5EF4-FFF2-40B4-BE49-F238E27FC236}">
                      <a16:creationId xmlns:a16="http://schemas.microsoft.com/office/drawing/2014/main" id="{B4C824AB-A815-786B-DCF6-071714128A5E}"/>
                    </a:ext>
                  </a:extLst>
                </p:cNvPr>
                <p:cNvPicPr/>
                <p:nvPr/>
              </p:nvPicPr>
              <p:blipFill>
                <a:blip r:embed="rId59"/>
                <a:stretch>
                  <a:fillRect/>
                </a:stretch>
              </p:blipFill>
              <p:spPr>
                <a:xfrm>
                  <a:off x="10439973" y="2460801"/>
                  <a:ext cx="3240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7" name="Ink 16">
                  <a:extLst>
                    <a:ext uri="{FF2B5EF4-FFF2-40B4-BE49-F238E27FC236}">
                      <a16:creationId xmlns:a16="http://schemas.microsoft.com/office/drawing/2014/main" id="{D431FF1D-F3B6-E764-B6FC-275BDF59EB92}"/>
                    </a:ext>
                  </a:extLst>
                </p14:cNvPr>
                <p14:cNvContentPartPr/>
                <p14:nvPr/>
              </p14:nvContentPartPr>
              <p14:xfrm>
                <a:off x="10440333" y="2365761"/>
                <a:ext cx="124920" cy="140400"/>
              </p14:xfrm>
            </p:contentPart>
          </mc:Choice>
          <mc:Fallback>
            <p:pic>
              <p:nvPicPr>
                <p:cNvPr id="17" name="Ink 16">
                  <a:extLst>
                    <a:ext uri="{FF2B5EF4-FFF2-40B4-BE49-F238E27FC236}">
                      <a16:creationId xmlns:a16="http://schemas.microsoft.com/office/drawing/2014/main" id="{D431FF1D-F3B6-E764-B6FC-275BDF59EB92}"/>
                    </a:ext>
                  </a:extLst>
                </p:cNvPr>
                <p:cNvPicPr/>
                <p:nvPr/>
              </p:nvPicPr>
              <p:blipFill>
                <a:blip r:embed="rId61"/>
                <a:stretch>
                  <a:fillRect/>
                </a:stretch>
              </p:blipFill>
              <p:spPr>
                <a:xfrm>
                  <a:off x="10431333" y="2356761"/>
                  <a:ext cx="14256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8" name="Ink 17">
                  <a:extLst>
                    <a:ext uri="{FF2B5EF4-FFF2-40B4-BE49-F238E27FC236}">
                      <a16:creationId xmlns:a16="http://schemas.microsoft.com/office/drawing/2014/main" id="{3FD1621F-13DA-CFB1-CF72-214236D05B3F}"/>
                    </a:ext>
                  </a:extLst>
                </p14:cNvPr>
                <p14:cNvContentPartPr/>
                <p14:nvPr/>
              </p14:nvContentPartPr>
              <p14:xfrm>
                <a:off x="10456173" y="2563761"/>
                <a:ext cx="132480" cy="27720"/>
              </p14:xfrm>
            </p:contentPart>
          </mc:Choice>
          <mc:Fallback>
            <p:pic>
              <p:nvPicPr>
                <p:cNvPr id="18" name="Ink 17">
                  <a:extLst>
                    <a:ext uri="{FF2B5EF4-FFF2-40B4-BE49-F238E27FC236}">
                      <a16:creationId xmlns:a16="http://schemas.microsoft.com/office/drawing/2014/main" id="{3FD1621F-13DA-CFB1-CF72-214236D05B3F}"/>
                    </a:ext>
                  </a:extLst>
                </p:cNvPr>
                <p:cNvPicPr/>
                <p:nvPr/>
              </p:nvPicPr>
              <p:blipFill>
                <a:blip r:embed="rId63"/>
                <a:stretch>
                  <a:fillRect/>
                </a:stretch>
              </p:blipFill>
              <p:spPr>
                <a:xfrm>
                  <a:off x="10447173" y="2554761"/>
                  <a:ext cx="15012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20" name="Ink 19">
                  <a:extLst>
                    <a:ext uri="{FF2B5EF4-FFF2-40B4-BE49-F238E27FC236}">
                      <a16:creationId xmlns:a16="http://schemas.microsoft.com/office/drawing/2014/main" id="{4F0EBCF1-74CA-FCE5-93CC-48C20F7E615B}"/>
                    </a:ext>
                  </a:extLst>
                </p14:cNvPr>
                <p14:cNvContentPartPr/>
                <p14:nvPr/>
              </p14:nvContentPartPr>
              <p14:xfrm>
                <a:off x="9545373" y="2830521"/>
                <a:ext cx="41400" cy="10080"/>
              </p14:xfrm>
            </p:contentPart>
          </mc:Choice>
          <mc:Fallback>
            <p:pic>
              <p:nvPicPr>
                <p:cNvPr id="20" name="Ink 19">
                  <a:extLst>
                    <a:ext uri="{FF2B5EF4-FFF2-40B4-BE49-F238E27FC236}">
                      <a16:creationId xmlns:a16="http://schemas.microsoft.com/office/drawing/2014/main" id="{4F0EBCF1-74CA-FCE5-93CC-48C20F7E615B}"/>
                    </a:ext>
                  </a:extLst>
                </p:cNvPr>
                <p:cNvPicPr/>
                <p:nvPr/>
              </p:nvPicPr>
              <p:blipFill>
                <a:blip r:embed="rId65"/>
                <a:stretch>
                  <a:fillRect/>
                </a:stretch>
              </p:blipFill>
              <p:spPr>
                <a:xfrm>
                  <a:off x="9536373" y="2821881"/>
                  <a:ext cx="5904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21" name="Ink 20">
                  <a:extLst>
                    <a:ext uri="{FF2B5EF4-FFF2-40B4-BE49-F238E27FC236}">
                      <a16:creationId xmlns:a16="http://schemas.microsoft.com/office/drawing/2014/main" id="{32B72F60-8906-60BC-4A22-9E8C2B59FA47}"/>
                    </a:ext>
                  </a:extLst>
                </p14:cNvPr>
                <p14:cNvContentPartPr/>
                <p14:nvPr/>
              </p14:nvContentPartPr>
              <p14:xfrm>
                <a:off x="9791973" y="2809281"/>
                <a:ext cx="60120" cy="9000"/>
              </p14:xfrm>
            </p:contentPart>
          </mc:Choice>
          <mc:Fallback>
            <p:pic>
              <p:nvPicPr>
                <p:cNvPr id="21" name="Ink 20">
                  <a:extLst>
                    <a:ext uri="{FF2B5EF4-FFF2-40B4-BE49-F238E27FC236}">
                      <a16:creationId xmlns:a16="http://schemas.microsoft.com/office/drawing/2014/main" id="{32B72F60-8906-60BC-4A22-9E8C2B59FA47}"/>
                    </a:ext>
                  </a:extLst>
                </p:cNvPr>
                <p:cNvPicPr/>
                <p:nvPr/>
              </p:nvPicPr>
              <p:blipFill>
                <a:blip r:embed="rId67"/>
                <a:stretch>
                  <a:fillRect/>
                </a:stretch>
              </p:blipFill>
              <p:spPr>
                <a:xfrm>
                  <a:off x="9783333" y="2800641"/>
                  <a:ext cx="7776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22" name="Ink 21">
                  <a:extLst>
                    <a:ext uri="{FF2B5EF4-FFF2-40B4-BE49-F238E27FC236}">
                      <a16:creationId xmlns:a16="http://schemas.microsoft.com/office/drawing/2014/main" id="{D9119028-23EC-F66A-30D2-BC0F83529F5B}"/>
                    </a:ext>
                  </a:extLst>
                </p14:cNvPr>
                <p14:cNvContentPartPr/>
                <p14:nvPr/>
              </p14:nvContentPartPr>
              <p14:xfrm>
                <a:off x="10034973" y="2824041"/>
                <a:ext cx="32040" cy="360"/>
              </p14:xfrm>
            </p:contentPart>
          </mc:Choice>
          <mc:Fallback>
            <p:pic>
              <p:nvPicPr>
                <p:cNvPr id="22" name="Ink 21">
                  <a:extLst>
                    <a:ext uri="{FF2B5EF4-FFF2-40B4-BE49-F238E27FC236}">
                      <a16:creationId xmlns:a16="http://schemas.microsoft.com/office/drawing/2014/main" id="{D9119028-23EC-F66A-30D2-BC0F83529F5B}"/>
                    </a:ext>
                  </a:extLst>
                </p:cNvPr>
                <p:cNvPicPr/>
                <p:nvPr/>
              </p:nvPicPr>
              <p:blipFill>
                <a:blip r:embed="rId69"/>
                <a:stretch>
                  <a:fillRect/>
                </a:stretch>
              </p:blipFill>
              <p:spPr>
                <a:xfrm>
                  <a:off x="10026333" y="2815401"/>
                  <a:ext cx="496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24" name="Ink 23">
                  <a:extLst>
                    <a:ext uri="{FF2B5EF4-FFF2-40B4-BE49-F238E27FC236}">
                      <a16:creationId xmlns:a16="http://schemas.microsoft.com/office/drawing/2014/main" id="{ED75FBE0-F398-A5A9-1572-32DF3E66CAD0}"/>
                    </a:ext>
                  </a:extLst>
                </p14:cNvPr>
                <p14:cNvContentPartPr/>
                <p14:nvPr/>
              </p14:nvContentPartPr>
              <p14:xfrm>
                <a:off x="10208853" y="2825121"/>
                <a:ext cx="53640" cy="5040"/>
              </p14:xfrm>
            </p:contentPart>
          </mc:Choice>
          <mc:Fallback>
            <p:pic>
              <p:nvPicPr>
                <p:cNvPr id="24" name="Ink 23">
                  <a:extLst>
                    <a:ext uri="{FF2B5EF4-FFF2-40B4-BE49-F238E27FC236}">
                      <a16:creationId xmlns:a16="http://schemas.microsoft.com/office/drawing/2014/main" id="{ED75FBE0-F398-A5A9-1572-32DF3E66CAD0}"/>
                    </a:ext>
                  </a:extLst>
                </p:cNvPr>
                <p:cNvPicPr/>
                <p:nvPr/>
              </p:nvPicPr>
              <p:blipFill>
                <a:blip r:embed="rId71"/>
                <a:stretch>
                  <a:fillRect/>
                </a:stretch>
              </p:blipFill>
              <p:spPr>
                <a:xfrm>
                  <a:off x="10199853" y="2816481"/>
                  <a:ext cx="7128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25" name="Ink 24">
                  <a:extLst>
                    <a:ext uri="{FF2B5EF4-FFF2-40B4-BE49-F238E27FC236}">
                      <a16:creationId xmlns:a16="http://schemas.microsoft.com/office/drawing/2014/main" id="{4B887ABD-2AFE-66BA-A407-96FEC2A087E4}"/>
                    </a:ext>
                  </a:extLst>
                </p14:cNvPr>
                <p14:cNvContentPartPr/>
                <p14:nvPr/>
              </p14:nvContentPartPr>
              <p14:xfrm>
                <a:off x="10550133" y="2774361"/>
                <a:ext cx="102960" cy="15120"/>
              </p14:xfrm>
            </p:contentPart>
          </mc:Choice>
          <mc:Fallback>
            <p:pic>
              <p:nvPicPr>
                <p:cNvPr id="25" name="Ink 24">
                  <a:extLst>
                    <a:ext uri="{FF2B5EF4-FFF2-40B4-BE49-F238E27FC236}">
                      <a16:creationId xmlns:a16="http://schemas.microsoft.com/office/drawing/2014/main" id="{4B887ABD-2AFE-66BA-A407-96FEC2A087E4}"/>
                    </a:ext>
                  </a:extLst>
                </p:cNvPr>
                <p:cNvPicPr/>
                <p:nvPr/>
              </p:nvPicPr>
              <p:blipFill>
                <a:blip r:embed="rId73"/>
                <a:stretch>
                  <a:fillRect/>
                </a:stretch>
              </p:blipFill>
              <p:spPr>
                <a:xfrm>
                  <a:off x="10541493" y="2765721"/>
                  <a:ext cx="12060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27" name="Ink 26">
                  <a:extLst>
                    <a:ext uri="{FF2B5EF4-FFF2-40B4-BE49-F238E27FC236}">
                      <a16:creationId xmlns:a16="http://schemas.microsoft.com/office/drawing/2014/main" id="{3B972FCD-A536-3317-4235-F3A1D2FE46C7}"/>
                    </a:ext>
                  </a:extLst>
                </p14:cNvPr>
                <p14:cNvContentPartPr/>
                <p14:nvPr/>
              </p14:nvContentPartPr>
              <p14:xfrm>
                <a:off x="10214613" y="3047601"/>
                <a:ext cx="69120" cy="581760"/>
              </p14:xfrm>
            </p:contentPart>
          </mc:Choice>
          <mc:Fallback>
            <p:pic>
              <p:nvPicPr>
                <p:cNvPr id="27" name="Ink 26">
                  <a:extLst>
                    <a:ext uri="{FF2B5EF4-FFF2-40B4-BE49-F238E27FC236}">
                      <a16:creationId xmlns:a16="http://schemas.microsoft.com/office/drawing/2014/main" id="{3B972FCD-A536-3317-4235-F3A1D2FE46C7}"/>
                    </a:ext>
                  </a:extLst>
                </p:cNvPr>
                <p:cNvPicPr/>
                <p:nvPr/>
              </p:nvPicPr>
              <p:blipFill>
                <a:blip r:embed="rId75"/>
                <a:stretch>
                  <a:fillRect/>
                </a:stretch>
              </p:blipFill>
              <p:spPr>
                <a:xfrm>
                  <a:off x="10205613" y="3038601"/>
                  <a:ext cx="86760" cy="5994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6" name="Ink 45">
                  <a:extLst>
                    <a:ext uri="{FF2B5EF4-FFF2-40B4-BE49-F238E27FC236}">
                      <a16:creationId xmlns:a16="http://schemas.microsoft.com/office/drawing/2014/main" id="{7A8BEAB7-3ECF-D017-B1AA-DE99D6CCBD27}"/>
                    </a:ext>
                  </a:extLst>
                </p14:cNvPr>
                <p14:cNvContentPartPr/>
                <p14:nvPr/>
              </p14:nvContentPartPr>
              <p14:xfrm>
                <a:off x="10225413" y="2047161"/>
                <a:ext cx="128880" cy="354600"/>
              </p14:xfrm>
            </p:contentPart>
          </mc:Choice>
          <mc:Fallback>
            <p:pic>
              <p:nvPicPr>
                <p:cNvPr id="46" name="Ink 45">
                  <a:extLst>
                    <a:ext uri="{FF2B5EF4-FFF2-40B4-BE49-F238E27FC236}">
                      <a16:creationId xmlns:a16="http://schemas.microsoft.com/office/drawing/2014/main" id="{7A8BEAB7-3ECF-D017-B1AA-DE99D6CCBD27}"/>
                    </a:ext>
                  </a:extLst>
                </p:cNvPr>
                <p:cNvPicPr/>
                <p:nvPr/>
              </p:nvPicPr>
              <p:blipFill>
                <a:blip r:embed="rId77"/>
                <a:stretch>
                  <a:fillRect/>
                </a:stretch>
              </p:blipFill>
              <p:spPr>
                <a:xfrm>
                  <a:off x="10216773" y="2038521"/>
                  <a:ext cx="146520" cy="372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8">
            <p14:nvContentPartPr>
              <p14:cNvPr id="62" name="Ink 61">
                <a:extLst>
                  <a:ext uri="{FF2B5EF4-FFF2-40B4-BE49-F238E27FC236}">
                    <a16:creationId xmlns:a16="http://schemas.microsoft.com/office/drawing/2014/main" id="{F9725F85-3B16-D342-2367-1A173D4C936E}"/>
                  </a:ext>
                </a:extLst>
              </p14:cNvPr>
              <p14:cNvContentPartPr/>
              <p14:nvPr/>
            </p14:nvContentPartPr>
            <p14:xfrm>
              <a:off x="548505" y="1781535"/>
              <a:ext cx="1573416" cy="1007532"/>
            </p14:xfrm>
          </p:contentPart>
        </mc:Choice>
        <mc:Fallback>
          <p:pic>
            <p:nvPicPr>
              <p:cNvPr id="62" name="Ink 61">
                <a:extLst>
                  <a:ext uri="{FF2B5EF4-FFF2-40B4-BE49-F238E27FC236}">
                    <a16:creationId xmlns:a16="http://schemas.microsoft.com/office/drawing/2014/main" id="{F9725F85-3B16-D342-2367-1A173D4C936E}"/>
                  </a:ext>
                </a:extLst>
              </p:cNvPr>
              <p:cNvPicPr/>
              <p:nvPr/>
            </p:nvPicPr>
            <p:blipFill>
              <a:blip r:embed="rId79"/>
              <a:stretch>
                <a:fillRect/>
              </a:stretch>
            </p:blipFill>
            <p:spPr>
              <a:xfrm>
                <a:off x="539504" y="1772896"/>
                <a:ext cx="1591058" cy="102517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64" name="Ink 63">
                <a:extLst>
                  <a:ext uri="{FF2B5EF4-FFF2-40B4-BE49-F238E27FC236}">
                    <a16:creationId xmlns:a16="http://schemas.microsoft.com/office/drawing/2014/main" id="{17384777-FD7A-E30D-FEC4-A71450D67423}"/>
                  </a:ext>
                </a:extLst>
              </p14:cNvPr>
              <p14:cNvContentPartPr/>
              <p14:nvPr/>
            </p14:nvContentPartPr>
            <p14:xfrm>
              <a:off x="536373" y="3093681"/>
              <a:ext cx="1731600" cy="912240"/>
            </p14:xfrm>
          </p:contentPart>
        </mc:Choice>
        <mc:Fallback>
          <p:pic>
            <p:nvPicPr>
              <p:cNvPr id="64" name="Ink 63">
                <a:extLst>
                  <a:ext uri="{FF2B5EF4-FFF2-40B4-BE49-F238E27FC236}">
                    <a16:creationId xmlns:a16="http://schemas.microsoft.com/office/drawing/2014/main" id="{17384777-FD7A-E30D-FEC4-A71450D67423}"/>
                  </a:ext>
                </a:extLst>
              </p:cNvPr>
              <p:cNvPicPr/>
              <p:nvPr/>
            </p:nvPicPr>
            <p:blipFill>
              <a:blip r:embed="rId81"/>
              <a:stretch>
                <a:fillRect/>
              </a:stretch>
            </p:blipFill>
            <p:spPr>
              <a:xfrm>
                <a:off x="527373" y="3084681"/>
                <a:ext cx="1749240" cy="9298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66" name="Ink 65">
                <a:extLst>
                  <a:ext uri="{FF2B5EF4-FFF2-40B4-BE49-F238E27FC236}">
                    <a16:creationId xmlns:a16="http://schemas.microsoft.com/office/drawing/2014/main" id="{F6A477D3-FC6E-1228-954C-BF0E8208D010}"/>
                  </a:ext>
                </a:extLst>
              </p14:cNvPr>
              <p14:cNvContentPartPr/>
              <p14:nvPr/>
            </p14:nvContentPartPr>
            <p14:xfrm>
              <a:off x="522693" y="4320561"/>
              <a:ext cx="1760040" cy="808560"/>
            </p14:xfrm>
          </p:contentPart>
        </mc:Choice>
        <mc:Fallback>
          <p:pic>
            <p:nvPicPr>
              <p:cNvPr id="66" name="Ink 65">
                <a:extLst>
                  <a:ext uri="{FF2B5EF4-FFF2-40B4-BE49-F238E27FC236}">
                    <a16:creationId xmlns:a16="http://schemas.microsoft.com/office/drawing/2014/main" id="{F6A477D3-FC6E-1228-954C-BF0E8208D010}"/>
                  </a:ext>
                </a:extLst>
              </p:cNvPr>
              <p:cNvPicPr/>
              <p:nvPr/>
            </p:nvPicPr>
            <p:blipFill>
              <a:blip r:embed="rId83"/>
              <a:stretch>
                <a:fillRect/>
              </a:stretch>
            </p:blipFill>
            <p:spPr>
              <a:xfrm>
                <a:off x="514053" y="4311561"/>
                <a:ext cx="1777680" cy="826200"/>
              </a:xfrm>
              <a:prstGeom prst="rect">
                <a:avLst/>
              </a:prstGeom>
            </p:spPr>
          </p:pic>
        </mc:Fallback>
      </mc:AlternateContent>
      <p:grpSp>
        <p:nvGrpSpPr>
          <p:cNvPr id="75" name="Group 74">
            <a:extLst>
              <a:ext uri="{FF2B5EF4-FFF2-40B4-BE49-F238E27FC236}">
                <a16:creationId xmlns:a16="http://schemas.microsoft.com/office/drawing/2014/main" id="{05CE9C41-95EA-692F-0081-8E4B5BCCF3BD}"/>
              </a:ext>
            </a:extLst>
          </p:cNvPr>
          <p:cNvGrpSpPr/>
          <p:nvPr/>
        </p:nvGrpSpPr>
        <p:grpSpPr>
          <a:xfrm>
            <a:off x="140733" y="2206281"/>
            <a:ext cx="240120" cy="149760"/>
            <a:chOff x="140733" y="2206281"/>
            <a:chExt cx="240120" cy="149760"/>
          </a:xfrm>
        </p:grpSpPr>
        <mc:AlternateContent xmlns:mc="http://schemas.openxmlformats.org/markup-compatibility/2006">
          <mc:Choice xmlns:p14="http://schemas.microsoft.com/office/powerpoint/2010/main" Requires="p14">
            <p:contentPart p14:bwMode="auto" r:id="rId84">
              <p14:nvContentPartPr>
                <p14:cNvPr id="67" name="Ink 66">
                  <a:extLst>
                    <a:ext uri="{FF2B5EF4-FFF2-40B4-BE49-F238E27FC236}">
                      <a16:creationId xmlns:a16="http://schemas.microsoft.com/office/drawing/2014/main" id="{7E7D8B97-35E0-A198-36FC-BBEE7ED271BE}"/>
                    </a:ext>
                  </a:extLst>
                </p14:cNvPr>
                <p14:cNvContentPartPr/>
                <p14:nvPr/>
              </p14:nvContentPartPr>
              <p14:xfrm>
                <a:off x="140733" y="2206281"/>
                <a:ext cx="75240" cy="149760"/>
              </p14:xfrm>
            </p:contentPart>
          </mc:Choice>
          <mc:Fallback>
            <p:pic>
              <p:nvPicPr>
                <p:cNvPr id="67" name="Ink 66">
                  <a:extLst>
                    <a:ext uri="{FF2B5EF4-FFF2-40B4-BE49-F238E27FC236}">
                      <a16:creationId xmlns:a16="http://schemas.microsoft.com/office/drawing/2014/main" id="{7E7D8B97-35E0-A198-36FC-BBEE7ED271BE}"/>
                    </a:ext>
                  </a:extLst>
                </p:cNvPr>
                <p:cNvPicPr/>
                <p:nvPr/>
              </p:nvPicPr>
              <p:blipFill>
                <a:blip r:embed="rId85"/>
                <a:stretch>
                  <a:fillRect/>
                </a:stretch>
              </p:blipFill>
              <p:spPr>
                <a:xfrm>
                  <a:off x="131733" y="2197641"/>
                  <a:ext cx="9288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68" name="Ink 67">
                  <a:extLst>
                    <a:ext uri="{FF2B5EF4-FFF2-40B4-BE49-F238E27FC236}">
                      <a16:creationId xmlns:a16="http://schemas.microsoft.com/office/drawing/2014/main" id="{58D09D97-90A4-C82D-38B4-003A27471C9E}"/>
                    </a:ext>
                  </a:extLst>
                </p14:cNvPr>
                <p14:cNvContentPartPr/>
                <p14:nvPr/>
              </p14:nvContentPartPr>
              <p14:xfrm>
                <a:off x="339813" y="2223201"/>
                <a:ext cx="41040" cy="128880"/>
              </p14:xfrm>
            </p:contentPart>
          </mc:Choice>
          <mc:Fallback>
            <p:pic>
              <p:nvPicPr>
                <p:cNvPr id="68" name="Ink 67">
                  <a:extLst>
                    <a:ext uri="{FF2B5EF4-FFF2-40B4-BE49-F238E27FC236}">
                      <a16:creationId xmlns:a16="http://schemas.microsoft.com/office/drawing/2014/main" id="{58D09D97-90A4-C82D-38B4-003A27471C9E}"/>
                    </a:ext>
                  </a:extLst>
                </p:cNvPr>
                <p:cNvPicPr/>
                <p:nvPr/>
              </p:nvPicPr>
              <p:blipFill>
                <a:blip r:embed="rId87"/>
                <a:stretch>
                  <a:fillRect/>
                </a:stretch>
              </p:blipFill>
              <p:spPr>
                <a:xfrm>
                  <a:off x="331173" y="2214201"/>
                  <a:ext cx="58680" cy="146520"/>
                </a:xfrm>
                <a:prstGeom prst="rect">
                  <a:avLst/>
                </a:prstGeom>
              </p:spPr>
            </p:pic>
          </mc:Fallback>
        </mc:AlternateContent>
      </p:grpSp>
      <p:grpSp>
        <p:nvGrpSpPr>
          <p:cNvPr id="74" name="Group 73">
            <a:extLst>
              <a:ext uri="{FF2B5EF4-FFF2-40B4-BE49-F238E27FC236}">
                <a16:creationId xmlns:a16="http://schemas.microsoft.com/office/drawing/2014/main" id="{67DBA491-E1EC-21D1-1580-2EF702995C1A}"/>
              </a:ext>
            </a:extLst>
          </p:cNvPr>
          <p:cNvGrpSpPr/>
          <p:nvPr/>
        </p:nvGrpSpPr>
        <p:grpSpPr>
          <a:xfrm>
            <a:off x="173853" y="3627561"/>
            <a:ext cx="295920" cy="180720"/>
            <a:chOff x="173853" y="3627561"/>
            <a:chExt cx="295920" cy="180720"/>
          </a:xfrm>
        </p:grpSpPr>
        <mc:AlternateContent xmlns:mc="http://schemas.openxmlformats.org/markup-compatibility/2006">
          <mc:Choice xmlns:p14="http://schemas.microsoft.com/office/powerpoint/2010/main" Requires="p14">
            <p:contentPart p14:bwMode="auto" r:id="rId88">
              <p14:nvContentPartPr>
                <p14:cNvPr id="69" name="Ink 68">
                  <a:extLst>
                    <a:ext uri="{FF2B5EF4-FFF2-40B4-BE49-F238E27FC236}">
                      <a16:creationId xmlns:a16="http://schemas.microsoft.com/office/drawing/2014/main" id="{57403C67-13D4-754C-FD2F-2089833F9748}"/>
                    </a:ext>
                  </a:extLst>
                </p14:cNvPr>
                <p14:cNvContentPartPr/>
                <p14:nvPr/>
              </p14:nvContentPartPr>
              <p14:xfrm>
                <a:off x="173853" y="3639081"/>
                <a:ext cx="165240" cy="169200"/>
              </p14:xfrm>
            </p:contentPart>
          </mc:Choice>
          <mc:Fallback>
            <p:pic>
              <p:nvPicPr>
                <p:cNvPr id="69" name="Ink 68">
                  <a:extLst>
                    <a:ext uri="{FF2B5EF4-FFF2-40B4-BE49-F238E27FC236}">
                      <a16:creationId xmlns:a16="http://schemas.microsoft.com/office/drawing/2014/main" id="{57403C67-13D4-754C-FD2F-2089833F9748}"/>
                    </a:ext>
                  </a:extLst>
                </p:cNvPr>
                <p:cNvPicPr/>
                <p:nvPr/>
              </p:nvPicPr>
              <p:blipFill>
                <a:blip r:embed="rId89"/>
                <a:stretch>
                  <a:fillRect/>
                </a:stretch>
              </p:blipFill>
              <p:spPr>
                <a:xfrm>
                  <a:off x="164853" y="3630081"/>
                  <a:ext cx="18288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70" name="Ink 69">
                  <a:extLst>
                    <a:ext uri="{FF2B5EF4-FFF2-40B4-BE49-F238E27FC236}">
                      <a16:creationId xmlns:a16="http://schemas.microsoft.com/office/drawing/2014/main" id="{604938CF-7A31-B638-26AA-8D42960CCEAC}"/>
                    </a:ext>
                  </a:extLst>
                </p14:cNvPr>
                <p14:cNvContentPartPr/>
                <p14:nvPr/>
              </p14:nvContentPartPr>
              <p14:xfrm>
                <a:off x="326493" y="3627561"/>
                <a:ext cx="143280" cy="117360"/>
              </p14:xfrm>
            </p:contentPart>
          </mc:Choice>
          <mc:Fallback>
            <p:pic>
              <p:nvPicPr>
                <p:cNvPr id="70" name="Ink 69">
                  <a:extLst>
                    <a:ext uri="{FF2B5EF4-FFF2-40B4-BE49-F238E27FC236}">
                      <a16:creationId xmlns:a16="http://schemas.microsoft.com/office/drawing/2014/main" id="{604938CF-7A31-B638-26AA-8D42960CCEAC}"/>
                    </a:ext>
                  </a:extLst>
                </p:cNvPr>
                <p:cNvPicPr/>
                <p:nvPr/>
              </p:nvPicPr>
              <p:blipFill>
                <a:blip r:embed="rId91"/>
                <a:stretch>
                  <a:fillRect/>
                </a:stretch>
              </p:blipFill>
              <p:spPr>
                <a:xfrm>
                  <a:off x="317853" y="3618921"/>
                  <a:ext cx="160920" cy="135000"/>
                </a:xfrm>
                <a:prstGeom prst="rect">
                  <a:avLst/>
                </a:prstGeom>
              </p:spPr>
            </p:pic>
          </mc:Fallback>
        </mc:AlternateContent>
      </p:grpSp>
      <p:grpSp>
        <p:nvGrpSpPr>
          <p:cNvPr id="73" name="Group 72">
            <a:extLst>
              <a:ext uri="{FF2B5EF4-FFF2-40B4-BE49-F238E27FC236}">
                <a16:creationId xmlns:a16="http://schemas.microsoft.com/office/drawing/2014/main" id="{0FCFE899-B705-8670-FD48-67F65184DE4E}"/>
              </a:ext>
            </a:extLst>
          </p:cNvPr>
          <p:cNvGrpSpPr/>
          <p:nvPr/>
        </p:nvGrpSpPr>
        <p:grpSpPr>
          <a:xfrm>
            <a:off x="163053" y="4676241"/>
            <a:ext cx="263520" cy="202680"/>
            <a:chOff x="163053" y="4676241"/>
            <a:chExt cx="263520" cy="202680"/>
          </a:xfrm>
        </p:grpSpPr>
        <mc:AlternateContent xmlns:mc="http://schemas.openxmlformats.org/markup-compatibility/2006">
          <mc:Choice xmlns:p14="http://schemas.microsoft.com/office/powerpoint/2010/main" Requires="p14">
            <p:contentPart p14:bwMode="auto" r:id="rId92">
              <p14:nvContentPartPr>
                <p14:cNvPr id="71" name="Ink 70">
                  <a:extLst>
                    <a:ext uri="{FF2B5EF4-FFF2-40B4-BE49-F238E27FC236}">
                      <a16:creationId xmlns:a16="http://schemas.microsoft.com/office/drawing/2014/main" id="{FC007460-D5FA-F5CB-A606-98C6E993962E}"/>
                    </a:ext>
                  </a:extLst>
                </p14:cNvPr>
                <p14:cNvContentPartPr/>
                <p14:nvPr/>
              </p14:nvContentPartPr>
              <p14:xfrm>
                <a:off x="163053" y="4683081"/>
                <a:ext cx="86040" cy="186120"/>
              </p14:xfrm>
            </p:contentPart>
          </mc:Choice>
          <mc:Fallback>
            <p:pic>
              <p:nvPicPr>
                <p:cNvPr id="71" name="Ink 70">
                  <a:extLst>
                    <a:ext uri="{FF2B5EF4-FFF2-40B4-BE49-F238E27FC236}">
                      <a16:creationId xmlns:a16="http://schemas.microsoft.com/office/drawing/2014/main" id="{FC007460-D5FA-F5CB-A606-98C6E993962E}"/>
                    </a:ext>
                  </a:extLst>
                </p:cNvPr>
                <p:cNvPicPr/>
                <p:nvPr/>
              </p:nvPicPr>
              <p:blipFill>
                <a:blip r:embed="rId93"/>
                <a:stretch>
                  <a:fillRect/>
                </a:stretch>
              </p:blipFill>
              <p:spPr>
                <a:xfrm>
                  <a:off x="154413" y="4674081"/>
                  <a:ext cx="10368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72" name="Ink 71">
                  <a:extLst>
                    <a:ext uri="{FF2B5EF4-FFF2-40B4-BE49-F238E27FC236}">
                      <a16:creationId xmlns:a16="http://schemas.microsoft.com/office/drawing/2014/main" id="{3A11A30D-1643-371F-C4C9-06C0188D8A79}"/>
                    </a:ext>
                  </a:extLst>
                </p14:cNvPr>
                <p14:cNvContentPartPr/>
                <p14:nvPr/>
              </p14:nvContentPartPr>
              <p14:xfrm>
                <a:off x="318213" y="4676241"/>
                <a:ext cx="108360" cy="202680"/>
              </p14:xfrm>
            </p:contentPart>
          </mc:Choice>
          <mc:Fallback>
            <p:pic>
              <p:nvPicPr>
                <p:cNvPr id="72" name="Ink 71">
                  <a:extLst>
                    <a:ext uri="{FF2B5EF4-FFF2-40B4-BE49-F238E27FC236}">
                      <a16:creationId xmlns:a16="http://schemas.microsoft.com/office/drawing/2014/main" id="{3A11A30D-1643-371F-C4C9-06C0188D8A79}"/>
                    </a:ext>
                  </a:extLst>
                </p:cNvPr>
                <p:cNvPicPr/>
                <p:nvPr/>
              </p:nvPicPr>
              <p:blipFill>
                <a:blip r:embed="rId95"/>
                <a:stretch>
                  <a:fillRect/>
                </a:stretch>
              </p:blipFill>
              <p:spPr>
                <a:xfrm>
                  <a:off x="309573" y="4667601"/>
                  <a:ext cx="126000" cy="220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6">
            <p14:nvContentPartPr>
              <p14:cNvPr id="76" name="Ink 75">
                <a:extLst>
                  <a:ext uri="{FF2B5EF4-FFF2-40B4-BE49-F238E27FC236}">
                    <a16:creationId xmlns:a16="http://schemas.microsoft.com/office/drawing/2014/main" id="{BD968DC4-4B7C-7F86-14E0-29FCB7251D41}"/>
                  </a:ext>
                </a:extLst>
              </p14:cNvPr>
              <p14:cNvContentPartPr/>
              <p14:nvPr/>
            </p14:nvContentPartPr>
            <p14:xfrm>
              <a:off x="1695573" y="2652321"/>
              <a:ext cx="48960" cy="21600"/>
            </p14:xfrm>
          </p:contentPart>
        </mc:Choice>
        <mc:Fallback>
          <p:pic>
            <p:nvPicPr>
              <p:cNvPr id="76" name="Ink 75">
                <a:extLst>
                  <a:ext uri="{FF2B5EF4-FFF2-40B4-BE49-F238E27FC236}">
                    <a16:creationId xmlns:a16="http://schemas.microsoft.com/office/drawing/2014/main" id="{BD968DC4-4B7C-7F86-14E0-29FCB7251D41}"/>
                  </a:ext>
                </a:extLst>
              </p:cNvPr>
              <p:cNvPicPr/>
              <p:nvPr/>
            </p:nvPicPr>
            <p:blipFill>
              <a:blip r:embed="rId97"/>
              <a:stretch>
                <a:fillRect/>
              </a:stretch>
            </p:blipFill>
            <p:spPr>
              <a:xfrm>
                <a:off x="1686573" y="2643321"/>
                <a:ext cx="6660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77" name="Ink 76">
                <a:extLst>
                  <a:ext uri="{FF2B5EF4-FFF2-40B4-BE49-F238E27FC236}">
                    <a16:creationId xmlns:a16="http://schemas.microsoft.com/office/drawing/2014/main" id="{BB811E73-8108-B199-27C6-B8C22E6F7C32}"/>
                  </a:ext>
                </a:extLst>
              </p14:cNvPr>
              <p14:cNvContentPartPr/>
              <p14:nvPr/>
            </p14:nvContentPartPr>
            <p14:xfrm>
              <a:off x="1902573" y="3735561"/>
              <a:ext cx="51120" cy="26640"/>
            </p14:xfrm>
          </p:contentPart>
        </mc:Choice>
        <mc:Fallback>
          <p:pic>
            <p:nvPicPr>
              <p:cNvPr id="77" name="Ink 76">
                <a:extLst>
                  <a:ext uri="{FF2B5EF4-FFF2-40B4-BE49-F238E27FC236}">
                    <a16:creationId xmlns:a16="http://schemas.microsoft.com/office/drawing/2014/main" id="{BB811E73-8108-B199-27C6-B8C22E6F7C32}"/>
                  </a:ext>
                </a:extLst>
              </p:cNvPr>
              <p:cNvPicPr/>
              <p:nvPr/>
            </p:nvPicPr>
            <p:blipFill>
              <a:blip r:embed="rId99"/>
              <a:stretch>
                <a:fillRect/>
              </a:stretch>
            </p:blipFill>
            <p:spPr>
              <a:xfrm>
                <a:off x="1893573" y="3726561"/>
                <a:ext cx="68760" cy="4428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78" name="Ink 77">
                <a:extLst>
                  <a:ext uri="{FF2B5EF4-FFF2-40B4-BE49-F238E27FC236}">
                    <a16:creationId xmlns:a16="http://schemas.microsoft.com/office/drawing/2014/main" id="{8DFE515A-B88A-E9E0-7CA1-9C2B2AAD96D8}"/>
                  </a:ext>
                </a:extLst>
              </p14:cNvPr>
              <p14:cNvContentPartPr/>
              <p14:nvPr/>
            </p14:nvContentPartPr>
            <p14:xfrm>
              <a:off x="1897893" y="4708281"/>
              <a:ext cx="52200" cy="2520"/>
            </p14:xfrm>
          </p:contentPart>
        </mc:Choice>
        <mc:Fallback>
          <p:pic>
            <p:nvPicPr>
              <p:cNvPr id="78" name="Ink 77">
                <a:extLst>
                  <a:ext uri="{FF2B5EF4-FFF2-40B4-BE49-F238E27FC236}">
                    <a16:creationId xmlns:a16="http://schemas.microsoft.com/office/drawing/2014/main" id="{8DFE515A-B88A-E9E0-7CA1-9C2B2AAD96D8}"/>
                  </a:ext>
                </a:extLst>
              </p:cNvPr>
              <p:cNvPicPr/>
              <p:nvPr/>
            </p:nvPicPr>
            <p:blipFill>
              <a:blip r:embed="rId101"/>
              <a:stretch>
                <a:fillRect/>
              </a:stretch>
            </p:blipFill>
            <p:spPr>
              <a:xfrm>
                <a:off x="1889253" y="4699641"/>
                <a:ext cx="69840" cy="20160"/>
              </a:xfrm>
              <a:prstGeom prst="rect">
                <a:avLst/>
              </a:prstGeom>
            </p:spPr>
          </p:pic>
        </mc:Fallback>
      </mc:AlternateContent>
      <p:grpSp>
        <p:nvGrpSpPr>
          <p:cNvPr id="82" name="Group 81">
            <a:extLst>
              <a:ext uri="{FF2B5EF4-FFF2-40B4-BE49-F238E27FC236}">
                <a16:creationId xmlns:a16="http://schemas.microsoft.com/office/drawing/2014/main" id="{05B3D942-6D3A-38D6-7260-832748040E22}"/>
              </a:ext>
            </a:extLst>
          </p:cNvPr>
          <p:cNvGrpSpPr/>
          <p:nvPr/>
        </p:nvGrpSpPr>
        <p:grpSpPr>
          <a:xfrm>
            <a:off x="10289853" y="1607601"/>
            <a:ext cx="1671840" cy="266400"/>
            <a:chOff x="10289853" y="1607601"/>
            <a:chExt cx="1671840" cy="266400"/>
          </a:xfrm>
        </p:grpSpPr>
        <mc:AlternateContent xmlns:mc="http://schemas.openxmlformats.org/markup-compatibility/2006">
          <mc:Choice xmlns:p14="http://schemas.microsoft.com/office/powerpoint/2010/main" Requires="p14">
            <p:contentPart p14:bwMode="auto" r:id="rId102">
              <p14:nvContentPartPr>
                <p14:cNvPr id="47" name="Ink 46">
                  <a:extLst>
                    <a:ext uri="{FF2B5EF4-FFF2-40B4-BE49-F238E27FC236}">
                      <a16:creationId xmlns:a16="http://schemas.microsoft.com/office/drawing/2014/main" id="{2A779A90-8D88-FC9D-8669-E5718139CD39}"/>
                    </a:ext>
                  </a:extLst>
                </p14:cNvPr>
                <p14:cNvContentPartPr/>
                <p14:nvPr/>
              </p14:nvContentPartPr>
              <p14:xfrm>
                <a:off x="10359333" y="1670601"/>
                <a:ext cx="167040" cy="203400"/>
              </p14:xfrm>
            </p:contentPart>
          </mc:Choice>
          <mc:Fallback>
            <p:pic>
              <p:nvPicPr>
                <p:cNvPr id="47" name="Ink 46">
                  <a:extLst>
                    <a:ext uri="{FF2B5EF4-FFF2-40B4-BE49-F238E27FC236}">
                      <a16:creationId xmlns:a16="http://schemas.microsoft.com/office/drawing/2014/main" id="{2A779A90-8D88-FC9D-8669-E5718139CD39}"/>
                    </a:ext>
                  </a:extLst>
                </p:cNvPr>
                <p:cNvPicPr/>
                <p:nvPr/>
              </p:nvPicPr>
              <p:blipFill>
                <a:blip r:embed="rId103"/>
                <a:stretch>
                  <a:fillRect/>
                </a:stretch>
              </p:blipFill>
              <p:spPr>
                <a:xfrm>
                  <a:off x="10350333" y="1661601"/>
                  <a:ext cx="18468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48" name="Ink 47">
                  <a:extLst>
                    <a:ext uri="{FF2B5EF4-FFF2-40B4-BE49-F238E27FC236}">
                      <a16:creationId xmlns:a16="http://schemas.microsoft.com/office/drawing/2014/main" id="{8431E6DC-90C8-F8A4-7EBA-71802E1DA823}"/>
                    </a:ext>
                  </a:extLst>
                </p14:cNvPr>
                <p14:cNvContentPartPr/>
                <p14:nvPr/>
              </p14:nvContentPartPr>
              <p14:xfrm>
                <a:off x="10463373" y="1684641"/>
                <a:ext cx="203400" cy="165600"/>
              </p14:xfrm>
            </p:contentPart>
          </mc:Choice>
          <mc:Fallback>
            <p:pic>
              <p:nvPicPr>
                <p:cNvPr id="48" name="Ink 47">
                  <a:extLst>
                    <a:ext uri="{FF2B5EF4-FFF2-40B4-BE49-F238E27FC236}">
                      <a16:creationId xmlns:a16="http://schemas.microsoft.com/office/drawing/2014/main" id="{8431E6DC-90C8-F8A4-7EBA-71802E1DA823}"/>
                    </a:ext>
                  </a:extLst>
                </p:cNvPr>
                <p:cNvPicPr/>
                <p:nvPr/>
              </p:nvPicPr>
              <p:blipFill>
                <a:blip r:embed="rId105"/>
                <a:stretch>
                  <a:fillRect/>
                </a:stretch>
              </p:blipFill>
              <p:spPr>
                <a:xfrm>
                  <a:off x="10454373" y="1676001"/>
                  <a:ext cx="22104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49" name="Ink 48">
                  <a:extLst>
                    <a:ext uri="{FF2B5EF4-FFF2-40B4-BE49-F238E27FC236}">
                      <a16:creationId xmlns:a16="http://schemas.microsoft.com/office/drawing/2014/main" id="{360E7FAD-A402-2EA5-7DC0-45258C039A81}"/>
                    </a:ext>
                  </a:extLst>
                </p14:cNvPr>
                <p14:cNvContentPartPr/>
                <p14:nvPr/>
              </p14:nvContentPartPr>
              <p14:xfrm>
                <a:off x="10580733" y="1655481"/>
                <a:ext cx="199800" cy="154080"/>
              </p14:xfrm>
            </p:contentPart>
          </mc:Choice>
          <mc:Fallback>
            <p:pic>
              <p:nvPicPr>
                <p:cNvPr id="49" name="Ink 48">
                  <a:extLst>
                    <a:ext uri="{FF2B5EF4-FFF2-40B4-BE49-F238E27FC236}">
                      <a16:creationId xmlns:a16="http://schemas.microsoft.com/office/drawing/2014/main" id="{360E7FAD-A402-2EA5-7DC0-45258C039A81}"/>
                    </a:ext>
                  </a:extLst>
                </p:cNvPr>
                <p:cNvPicPr/>
                <p:nvPr/>
              </p:nvPicPr>
              <p:blipFill>
                <a:blip r:embed="rId107"/>
                <a:stretch>
                  <a:fillRect/>
                </a:stretch>
              </p:blipFill>
              <p:spPr>
                <a:xfrm>
                  <a:off x="10571733" y="1646841"/>
                  <a:ext cx="21744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50" name="Ink 49">
                  <a:extLst>
                    <a:ext uri="{FF2B5EF4-FFF2-40B4-BE49-F238E27FC236}">
                      <a16:creationId xmlns:a16="http://schemas.microsoft.com/office/drawing/2014/main" id="{8DE1F09F-748F-A63B-BE57-1F58998CDF0E}"/>
                    </a:ext>
                  </a:extLst>
                </p14:cNvPr>
                <p14:cNvContentPartPr/>
                <p14:nvPr/>
              </p14:nvContentPartPr>
              <p14:xfrm>
                <a:off x="10775853" y="1712721"/>
                <a:ext cx="58680" cy="121680"/>
              </p14:xfrm>
            </p:contentPart>
          </mc:Choice>
          <mc:Fallback>
            <p:pic>
              <p:nvPicPr>
                <p:cNvPr id="50" name="Ink 49">
                  <a:extLst>
                    <a:ext uri="{FF2B5EF4-FFF2-40B4-BE49-F238E27FC236}">
                      <a16:creationId xmlns:a16="http://schemas.microsoft.com/office/drawing/2014/main" id="{8DE1F09F-748F-A63B-BE57-1F58998CDF0E}"/>
                    </a:ext>
                  </a:extLst>
                </p:cNvPr>
                <p:cNvPicPr/>
                <p:nvPr/>
              </p:nvPicPr>
              <p:blipFill>
                <a:blip r:embed="rId109"/>
                <a:stretch>
                  <a:fillRect/>
                </a:stretch>
              </p:blipFill>
              <p:spPr>
                <a:xfrm>
                  <a:off x="10766853" y="1704081"/>
                  <a:ext cx="7632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51" name="Ink 50">
                  <a:extLst>
                    <a:ext uri="{FF2B5EF4-FFF2-40B4-BE49-F238E27FC236}">
                      <a16:creationId xmlns:a16="http://schemas.microsoft.com/office/drawing/2014/main" id="{9BECDB01-EBF2-7B5E-F6B2-71F1D1D83DF1}"/>
                    </a:ext>
                  </a:extLst>
                </p14:cNvPr>
                <p14:cNvContentPartPr/>
                <p14:nvPr/>
              </p14:nvContentPartPr>
              <p14:xfrm>
                <a:off x="10781613" y="1823601"/>
                <a:ext cx="90360" cy="28440"/>
              </p14:xfrm>
            </p:contentPart>
          </mc:Choice>
          <mc:Fallback>
            <p:pic>
              <p:nvPicPr>
                <p:cNvPr id="51" name="Ink 50">
                  <a:extLst>
                    <a:ext uri="{FF2B5EF4-FFF2-40B4-BE49-F238E27FC236}">
                      <a16:creationId xmlns:a16="http://schemas.microsoft.com/office/drawing/2014/main" id="{9BECDB01-EBF2-7B5E-F6B2-71F1D1D83DF1}"/>
                    </a:ext>
                  </a:extLst>
                </p:cNvPr>
                <p:cNvPicPr/>
                <p:nvPr/>
              </p:nvPicPr>
              <p:blipFill>
                <a:blip r:embed="rId111"/>
                <a:stretch>
                  <a:fillRect/>
                </a:stretch>
              </p:blipFill>
              <p:spPr>
                <a:xfrm>
                  <a:off x="10772973" y="1814961"/>
                  <a:ext cx="108000" cy="4608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52" name="Ink 51">
                  <a:extLst>
                    <a:ext uri="{FF2B5EF4-FFF2-40B4-BE49-F238E27FC236}">
                      <a16:creationId xmlns:a16="http://schemas.microsoft.com/office/drawing/2014/main" id="{581E829E-4F2E-502F-D885-8E6B459E7368}"/>
                    </a:ext>
                  </a:extLst>
                </p14:cNvPr>
                <p14:cNvContentPartPr/>
                <p14:nvPr/>
              </p14:nvContentPartPr>
              <p14:xfrm>
                <a:off x="10949373" y="1799841"/>
                <a:ext cx="135720" cy="19440"/>
              </p14:xfrm>
            </p:contentPart>
          </mc:Choice>
          <mc:Fallback>
            <p:pic>
              <p:nvPicPr>
                <p:cNvPr id="52" name="Ink 51">
                  <a:extLst>
                    <a:ext uri="{FF2B5EF4-FFF2-40B4-BE49-F238E27FC236}">
                      <a16:creationId xmlns:a16="http://schemas.microsoft.com/office/drawing/2014/main" id="{581E829E-4F2E-502F-D885-8E6B459E7368}"/>
                    </a:ext>
                  </a:extLst>
                </p:cNvPr>
                <p:cNvPicPr/>
                <p:nvPr/>
              </p:nvPicPr>
              <p:blipFill>
                <a:blip r:embed="rId113"/>
                <a:stretch>
                  <a:fillRect/>
                </a:stretch>
              </p:blipFill>
              <p:spPr>
                <a:xfrm>
                  <a:off x="10940733" y="1790841"/>
                  <a:ext cx="15336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53" name="Ink 52">
                  <a:extLst>
                    <a:ext uri="{FF2B5EF4-FFF2-40B4-BE49-F238E27FC236}">
                      <a16:creationId xmlns:a16="http://schemas.microsoft.com/office/drawing/2014/main" id="{15057BDA-B5B8-6058-4FCD-661F2F7CA3F7}"/>
                    </a:ext>
                  </a:extLst>
                </p14:cNvPr>
                <p14:cNvContentPartPr/>
                <p14:nvPr/>
              </p14:nvContentPartPr>
              <p14:xfrm>
                <a:off x="11147733" y="1661961"/>
                <a:ext cx="108000" cy="149400"/>
              </p14:xfrm>
            </p:contentPart>
          </mc:Choice>
          <mc:Fallback>
            <p:pic>
              <p:nvPicPr>
                <p:cNvPr id="53" name="Ink 52">
                  <a:extLst>
                    <a:ext uri="{FF2B5EF4-FFF2-40B4-BE49-F238E27FC236}">
                      <a16:creationId xmlns:a16="http://schemas.microsoft.com/office/drawing/2014/main" id="{15057BDA-B5B8-6058-4FCD-661F2F7CA3F7}"/>
                    </a:ext>
                  </a:extLst>
                </p:cNvPr>
                <p:cNvPicPr/>
                <p:nvPr/>
              </p:nvPicPr>
              <p:blipFill>
                <a:blip r:embed="rId115"/>
                <a:stretch>
                  <a:fillRect/>
                </a:stretch>
              </p:blipFill>
              <p:spPr>
                <a:xfrm>
                  <a:off x="11139093" y="1653321"/>
                  <a:ext cx="12564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54" name="Ink 53">
                  <a:extLst>
                    <a:ext uri="{FF2B5EF4-FFF2-40B4-BE49-F238E27FC236}">
                      <a16:creationId xmlns:a16="http://schemas.microsoft.com/office/drawing/2014/main" id="{50FB3196-3969-451C-A788-3FA30AC192C1}"/>
                    </a:ext>
                  </a:extLst>
                </p14:cNvPr>
                <p14:cNvContentPartPr/>
                <p14:nvPr/>
              </p14:nvContentPartPr>
              <p14:xfrm>
                <a:off x="11324133" y="1674921"/>
                <a:ext cx="86400" cy="132480"/>
              </p14:xfrm>
            </p:contentPart>
          </mc:Choice>
          <mc:Fallback>
            <p:pic>
              <p:nvPicPr>
                <p:cNvPr id="54" name="Ink 53">
                  <a:extLst>
                    <a:ext uri="{FF2B5EF4-FFF2-40B4-BE49-F238E27FC236}">
                      <a16:creationId xmlns:a16="http://schemas.microsoft.com/office/drawing/2014/main" id="{50FB3196-3969-451C-A788-3FA30AC192C1}"/>
                    </a:ext>
                  </a:extLst>
                </p:cNvPr>
                <p:cNvPicPr/>
                <p:nvPr/>
              </p:nvPicPr>
              <p:blipFill>
                <a:blip r:embed="rId117"/>
                <a:stretch>
                  <a:fillRect/>
                </a:stretch>
              </p:blipFill>
              <p:spPr>
                <a:xfrm>
                  <a:off x="11315493" y="1665921"/>
                  <a:ext cx="10404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55" name="Ink 54">
                  <a:extLst>
                    <a:ext uri="{FF2B5EF4-FFF2-40B4-BE49-F238E27FC236}">
                      <a16:creationId xmlns:a16="http://schemas.microsoft.com/office/drawing/2014/main" id="{F25EFBB1-4B25-20E8-C354-85C16FCB6E1D}"/>
                    </a:ext>
                  </a:extLst>
                </p14:cNvPr>
                <p14:cNvContentPartPr/>
                <p14:nvPr/>
              </p14:nvContentPartPr>
              <p14:xfrm>
                <a:off x="11453013" y="1788321"/>
                <a:ext cx="89280" cy="23400"/>
              </p14:xfrm>
            </p:contentPart>
          </mc:Choice>
          <mc:Fallback>
            <p:pic>
              <p:nvPicPr>
                <p:cNvPr id="55" name="Ink 54">
                  <a:extLst>
                    <a:ext uri="{FF2B5EF4-FFF2-40B4-BE49-F238E27FC236}">
                      <a16:creationId xmlns:a16="http://schemas.microsoft.com/office/drawing/2014/main" id="{F25EFBB1-4B25-20E8-C354-85C16FCB6E1D}"/>
                    </a:ext>
                  </a:extLst>
                </p:cNvPr>
                <p:cNvPicPr/>
                <p:nvPr/>
              </p:nvPicPr>
              <p:blipFill>
                <a:blip r:embed="rId119"/>
                <a:stretch>
                  <a:fillRect/>
                </a:stretch>
              </p:blipFill>
              <p:spPr>
                <a:xfrm>
                  <a:off x="11444013" y="1779321"/>
                  <a:ext cx="10692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56" name="Ink 55">
                  <a:extLst>
                    <a:ext uri="{FF2B5EF4-FFF2-40B4-BE49-F238E27FC236}">
                      <a16:creationId xmlns:a16="http://schemas.microsoft.com/office/drawing/2014/main" id="{15D6962D-1743-35EC-13E0-472D555FE0B6}"/>
                    </a:ext>
                  </a:extLst>
                </p14:cNvPr>
                <p14:cNvContentPartPr/>
                <p14:nvPr/>
              </p14:nvContentPartPr>
              <p14:xfrm>
                <a:off x="11597733" y="1652241"/>
                <a:ext cx="64800" cy="131760"/>
              </p14:xfrm>
            </p:contentPart>
          </mc:Choice>
          <mc:Fallback>
            <p:pic>
              <p:nvPicPr>
                <p:cNvPr id="56" name="Ink 55">
                  <a:extLst>
                    <a:ext uri="{FF2B5EF4-FFF2-40B4-BE49-F238E27FC236}">
                      <a16:creationId xmlns:a16="http://schemas.microsoft.com/office/drawing/2014/main" id="{15D6962D-1743-35EC-13E0-472D555FE0B6}"/>
                    </a:ext>
                  </a:extLst>
                </p:cNvPr>
                <p:cNvPicPr/>
                <p:nvPr/>
              </p:nvPicPr>
              <p:blipFill>
                <a:blip r:embed="rId121"/>
                <a:stretch>
                  <a:fillRect/>
                </a:stretch>
              </p:blipFill>
              <p:spPr>
                <a:xfrm>
                  <a:off x="11588733" y="1643601"/>
                  <a:ext cx="8244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57" name="Ink 56">
                  <a:extLst>
                    <a:ext uri="{FF2B5EF4-FFF2-40B4-BE49-F238E27FC236}">
                      <a16:creationId xmlns:a16="http://schemas.microsoft.com/office/drawing/2014/main" id="{967E9B50-7AAC-AA8B-ADFB-59CCA9F96833}"/>
                    </a:ext>
                  </a:extLst>
                </p14:cNvPr>
                <p14:cNvContentPartPr/>
                <p14:nvPr/>
              </p14:nvContentPartPr>
              <p14:xfrm>
                <a:off x="11735613" y="1607601"/>
                <a:ext cx="101160" cy="184320"/>
              </p14:xfrm>
            </p:contentPart>
          </mc:Choice>
          <mc:Fallback>
            <p:pic>
              <p:nvPicPr>
                <p:cNvPr id="57" name="Ink 56">
                  <a:extLst>
                    <a:ext uri="{FF2B5EF4-FFF2-40B4-BE49-F238E27FC236}">
                      <a16:creationId xmlns:a16="http://schemas.microsoft.com/office/drawing/2014/main" id="{967E9B50-7AAC-AA8B-ADFB-59CCA9F96833}"/>
                    </a:ext>
                  </a:extLst>
                </p:cNvPr>
                <p:cNvPicPr/>
                <p:nvPr/>
              </p:nvPicPr>
              <p:blipFill>
                <a:blip r:embed="rId123"/>
                <a:stretch>
                  <a:fillRect/>
                </a:stretch>
              </p:blipFill>
              <p:spPr>
                <a:xfrm>
                  <a:off x="11726973" y="1598601"/>
                  <a:ext cx="11880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58" name="Ink 57">
                  <a:extLst>
                    <a:ext uri="{FF2B5EF4-FFF2-40B4-BE49-F238E27FC236}">
                      <a16:creationId xmlns:a16="http://schemas.microsoft.com/office/drawing/2014/main" id="{CEDA4461-30FC-697C-7D19-561111B2093C}"/>
                    </a:ext>
                  </a:extLst>
                </p14:cNvPr>
                <p14:cNvContentPartPr/>
                <p14:nvPr/>
              </p14:nvContentPartPr>
              <p14:xfrm>
                <a:off x="11944773" y="1633521"/>
                <a:ext cx="16920" cy="125280"/>
              </p14:xfrm>
            </p:contentPart>
          </mc:Choice>
          <mc:Fallback>
            <p:pic>
              <p:nvPicPr>
                <p:cNvPr id="58" name="Ink 57">
                  <a:extLst>
                    <a:ext uri="{FF2B5EF4-FFF2-40B4-BE49-F238E27FC236}">
                      <a16:creationId xmlns:a16="http://schemas.microsoft.com/office/drawing/2014/main" id="{CEDA4461-30FC-697C-7D19-561111B2093C}"/>
                    </a:ext>
                  </a:extLst>
                </p:cNvPr>
                <p:cNvPicPr/>
                <p:nvPr/>
              </p:nvPicPr>
              <p:blipFill>
                <a:blip r:embed="rId125"/>
                <a:stretch>
                  <a:fillRect/>
                </a:stretch>
              </p:blipFill>
              <p:spPr>
                <a:xfrm>
                  <a:off x="11936133" y="1624521"/>
                  <a:ext cx="3456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9" name="Ink 78">
                  <a:extLst>
                    <a:ext uri="{FF2B5EF4-FFF2-40B4-BE49-F238E27FC236}">
                      <a16:creationId xmlns:a16="http://schemas.microsoft.com/office/drawing/2014/main" id="{D65086AA-0F6D-A325-4A0E-D84FBBE8EDC9}"/>
                    </a:ext>
                  </a:extLst>
                </p14:cNvPr>
                <p14:cNvContentPartPr/>
                <p14:nvPr/>
              </p14:nvContentPartPr>
              <p14:xfrm>
                <a:off x="10307853" y="1681761"/>
                <a:ext cx="66240" cy="8640"/>
              </p14:xfrm>
            </p:contentPart>
          </mc:Choice>
          <mc:Fallback>
            <p:pic>
              <p:nvPicPr>
                <p:cNvPr id="79" name="Ink 78">
                  <a:extLst>
                    <a:ext uri="{FF2B5EF4-FFF2-40B4-BE49-F238E27FC236}">
                      <a16:creationId xmlns:a16="http://schemas.microsoft.com/office/drawing/2014/main" id="{D65086AA-0F6D-A325-4A0E-D84FBBE8EDC9}"/>
                    </a:ext>
                  </a:extLst>
                </p:cNvPr>
                <p:cNvPicPr/>
                <p:nvPr/>
              </p:nvPicPr>
              <p:blipFill>
                <a:blip r:embed="rId127"/>
                <a:stretch>
                  <a:fillRect/>
                </a:stretch>
              </p:blipFill>
              <p:spPr>
                <a:xfrm>
                  <a:off x="10299213" y="1672761"/>
                  <a:ext cx="8388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0" name="Ink 79">
                  <a:extLst>
                    <a:ext uri="{FF2B5EF4-FFF2-40B4-BE49-F238E27FC236}">
                      <a16:creationId xmlns:a16="http://schemas.microsoft.com/office/drawing/2014/main" id="{4BCD319B-0C9C-F18A-8D60-E76FC21410C6}"/>
                    </a:ext>
                  </a:extLst>
                </p14:cNvPr>
                <p14:cNvContentPartPr/>
                <p14:nvPr/>
              </p14:nvContentPartPr>
              <p14:xfrm>
                <a:off x="10307133" y="1630641"/>
                <a:ext cx="12240" cy="124200"/>
              </p14:xfrm>
            </p:contentPart>
          </mc:Choice>
          <mc:Fallback>
            <p:pic>
              <p:nvPicPr>
                <p:cNvPr id="80" name="Ink 79">
                  <a:extLst>
                    <a:ext uri="{FF2B5EF4-FFF2-40B4-BE49-F238E27FC236}">
                      <a16:creationId xmlns:a16="http://schemas.microsoft.com/office/drawing/2014/main" id="{4BCD319B-0C9C-F18A-8D60-E76FC21410C6}"/>
                    </a:ext>
                  </a:extLst>
                </p:cNvPr>
                <p:cNvPicPr/>
                <p:nvPr/>
              </p:nvPicPr>
              <p:blipFill>
                <a:blip r:embed="rId129"/>
                <a:stretch>
                  <a:fillRect/>
                </a:stretch>
              </p:blipFill>
              <p:spPr>
                <a:xfrm>
                  <a:off x="10298133" y="1621641"/>
                  <a:ext cx="2988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1" name="Ink 80">
                  <a:extLst>
                    <a:ext uri="{FF2B5EF4-FFF2-40B4-BE49-F238E27FC236}">
                      <a16:creationId xmlns:a16="http://schemas.microsoft.com/office/drawing/2014/main" id="{05A5F29C-A14C-031C-0FD3-495AABCD3D98}"/>
                    </a:ext>
                  </a:extLst>
                </p14:cNvPr>
                <p14:cNvContentPartPr/>
                <p14:nvPr/>
              </p14:nvContentPartPr>
              <p14:xfrm>
                <a:off x="10289853" y="1689681"/>
                <a:ext cx="70920" cy="23760"/>
              </p14:xfrm>
            </p:contentPart>
          </mc:Choice>
          <mc:Fallback>
            <p:pic>
              <p:nvPicPr>
                <p:cNvPr id="81" name="Ink 80">
                  <a:extLst>
                    <a:ext uri="{FF2B5EF4-FFF2-40B4-BE49-F238E27FC236}">
                      <a16:creationId xmlns:a16="http://schemas.microsoft.com/office/drawing/2014/main" id="{05A5F29C-A14C-031C-0FD3-495AABCD3D98}"/>
                    </a:ext>
                  </a:extLst>
                </p:cNvPr>
                <p:cNvPicPr/>
                <p:nvPr/>
              </p:nvPicPr>
              <p:blipFill>
                <a:blip r:embed="rId131"/>
                <a:stretch>
                  <a:fillRect/>
                </a:stretch>
              </p:blipFill>
              <p:spPr>
                <a:xfrm>
                  <a:off x="10280853" y="1680681"/>
                  <a:ext cx="88560" cy="41400"/>
                </a:xfrm>
                <a:prstGeom prst="rect">
                  <a:avLst/>
                </a:prstGeom>
              </p:spPr>
            </p:pic>
          </mc:Fallback>
        </mc:AlternateContent>
      </p:grpSp>
      <p:grpSp>
        <p:nvGrpSpPr>
          <p:cNvPr id="93" name="Group 92">
            <a:extLst>
              <a:ext uri="{FF2B5EF4-FFF2-40B4-BE49-F238E27FC236}">
                <a16:creationId xmlns:a16="http://schemas.microsoft.com/office/drawing/2014/main" id="{D76B9A3F-829C-1187-9C5E-DBCCD811D489}"/>
              </a:ext>
            </a:extLst>
          </p:cNvPr>
          <p:cNvGrpSpPr/>
          <p:nvPr/>
        </p:nvGrpSpPr>
        <p:grpSpPr>
          <a:xfrm>
            <a:off x="1935693" y="4589121"/>
            <a:ext cx="101520" cy="77400"/>
            <a:chOff x="1935693" y="4589121"/>
            <a:chExt cx="101520" cy="77400"/>
          </a:xfrm>
        </p:grpSpPr>
        <mc:AlternateContent xmlns:mc="http://schemas.openxmlformats.org/markup-compatibility/2006">
          <mc:Choice xmlns:p14="http://schemas.microsoft.com/office/powerpoint/2010/main" Requires="p14">
            <p:contentPart p14:bwMode="auto" r:id="rId132">
              <p14:nvContentPartPr>
                <p14:cNvPr id="83" name="Ink 82">
                  <a:extLst>
                    <a:ext uri="{FF2B5EF4-FFF2-40B4-BE49-F238E27FC236}">
                      <a16:creationId xmlns:a16="http://schemas.microsoft.com/office/drawing/2014/main" id="{C3D8B7EE-6AFB-A3FD-642F-D15100E2D705}"/>
                    </a:ext>
                  </a:extLst>
                </p14:cNvPr>
                <p14:cNvContentPartPr/>
                <p14:nvPr/>
              </p14:nvContentPartPr>
              <p14:xfrm>
                <a:off x="1955853" y="4621881"/>
                <a:ext cx="81360" cy="19800"/>
              </p14:xfrm>
            </p:contentPart>
          </mc:Choice>
          <mc:Fallback>
            <p:pic>
              <p:nvPicPr>
                <p:cNvPr id="83" name="Ink 82">
                  <a:extLst>
                    <a:ext uri="{FF2B5EF4-FFF2-40B4-BE49-F238E27FC236}">
                      <a16:creationId xmlns:a16="http://schemas.microsoft.com/office/drawing/2014/main" id="{C3D8B7EE-6AFB-A3FD-642F-D15100E2D705}"/>
                    </a:ext>
                  </a:extLst>
                </p:cNvPr>
                <p:cNvPicPr/>
                <p:nvPr/>
              </p:nvPicPr>
              <p:blipFill>
                <a:blip r:embed="rId133"/>
                <a:stretch>
                  <a:fillRect/>
                </a:stretch>
              </p:blipFill>
              <p:spPr>
                <a:xfrm>
                  <a:off x="1947213" y="4612881"/>
                  <a:ext cx="9900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4" name="Ink 83">
                  <a:extLst>
                    <a:ext uri="{FF2B5EF4-FFF2-40B4-BE49-F238E27FC236}">
                      <a16:creationId xmlns:a16="http://schemas.microsoft.com/office/drawing/2014/main" id="{DD1A3E1C-E7FE-9BE7-FDCD-C9E626F12C3F}"/>
                    </a:ext>
                  </a:extLst>
                </p14:cNvPr>
                <p14:cNvContentPartPr/>
                <p14:nvPr/>
              </p14:nvContentPartPr>
              <p14:xfrm>
                <a:off x="1944333" y="4589121"/>
                <a:ext cx="34560" cy="63360"/>
              </p14:xfrm>
            </p:contentPart>
          </mc:Choice>
          <mc:Fallback>
            <p:pic>
              <p:nvPicPr>
                <p:cNvPr id="84" name="Ink 83">
                  <a:extLst>
                    <a:ext uri="{FF2B5EF4-FFF2-40B4-BE49-F238E27FC236}">
                      <a16:creationId xmlns:a16="http://schemas.microsoft.com/office/drawing/2014/main" id="{DD1A3E1C-E7FE-9BE7-FDCD-C9E626F12C3F}"/>
                    </a:ext>
                  </a:extLst>
                </p:cNvPr>
                <p:cNvPicPr/>
                <p:nvPr/>
              </p:nvPicPr>
              <p:blipFill>
                <a:blip r:embed="rId135"/>
                <a:stretch>
                  <a:fillRect/>
                </a:stretch>
              </p:blipFill>
              <p:spPr>
                <a:xfrm>
                  <a:off x="1935693" y="4580481"/>
                  <a:ext cx="5220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5" name="Ink 84">
                  <a:extLst>
                    <a:ext uri="{FF2B5EF4-FFF2-40B4-BE49-F238E27FC236}">
                      <a16:creationId xmlns:a16="http://schemas.microsoft.com/office/drawing/2014/main" id="{FF6FA791-C391-6C0B-E104-5468E95F1B17}"/>
                    </a:ext>
                  </a:extLst>
                </p14:cNvPr>
                <p14:cNvContentPartPr/>
                <p14:nvPr/>
              </p14:nvContentPartPr>
              <p14:xfrm>
                <a:off x="1935693" y="4616841"/>
                <a:ext cx="65520" cy="49680"/>
              </p14:xfrm>
            </p:contentPart>
          </mc:Choice>
          <mc:Fallback>
            <p:pic>
              <p:nvPicPr>
                <p:cNvPr id="85" name="Ink 84">
                  <a:extLst>
                    <a:ext uri="{FF2B5EF4-FFF2-40B4-BE49-F238E27FC236}">
                      <a16:creationId xmlns:a16="http://schemas.microsoft.com/office/drawing/2014/main" id="{FF6FA791-C391-6C0B-E104-5468E95F1B17}"/>
                    </a:ext>
                  </a:extLst>
                </p:cNvPr>
                <p:cNvPicPr/>
                <p:nvPr/>
              </p:nvPicPr>
              <p:blipFill>
                <a:blip r:embed="rId137"/>
                <a:stretch>
                  <a:fillRect/>
                </a:stretch>
              </p:blipFill>
              <p:spPr>
                <a:xfrm>
                  <a:off x="1926693" y="4607841"/>
                  <a:ext cx="83160" cy="67320"/>
                </a:xfrm>
                <a:prstGeom prst="rect">
                  <a:avLst/>
                </a:prstGeom>
              </p:spPr>
            </p:pic>
          </mc:Fallback>
        </mc:AlternateContent>
      </p:grpSp>
      <p:grpSp>
        <p:nvGrpSpPr>
          <p:cNvPr id="92" name="Group 91">
            <a:extLst>
              <a:ext uri="{FF2B5EF4-FFF2-40B4-BE49-F238E27FC236}">
                <a16:creationId xmlns:a16="http://schemas.microsoft.com/office/drawing/2014/main" id="{D9F66A43-E683-DD6F-3146-729692E510C0}"/>
              </a:ext>
            </a:extLst>
          </p:cNvPr>
          <p:cNvGrpSpPr/>
          <p:nvPr/>
        </p:nvGrpSpPr>
        <p:grpSpPr>
          <a:xfrm>
            <a:off x="1963413" y="3613881"/>
            <a:ext cx="100080" cy="72720"/>
            <a:chOff x="1963413" y="3613881"/>
            <a:chExt cx="100080" cy="72720"/>
          </a:xfrm>
        </p:grpSpPr>
        <mc:AlternateContent xmlns:mc="http://schemas.openxmlformats.org/markup-compatibility/2006">
          <mc:Choice xmlns:p14="http://schemas.microsoft.com/office/powerpoint/2010/main" Requires="p14">
            <p:contentPart p14:bwMode="auto" r:id="rId138">
              <p14:nvContentPartPr>
                <p14:cNvPr id="86" name="Ink 85">
                  <a:extLst>
                    <a:ext uri="{FF2B5EF4-FFF2-40B4-BE49-F238E27FC236}">
                      <a16:creationId xmlns:a16="http://schemas.microsoft.com/office/drawing/2014/main" id="{5B44753E-534D-C507-5569-7B909EC6D5AC}"/>
                    </a:ext>
                  </a:extLst>
                </p14:cNvPr>
                <p14:cNvContentPartPr/>
                <p14:nvPr/>
              </p14:nvContentPartPr>
              <p14:xfrm>
                <a:off x="1996533" y="3629361"/>
                <a:ext cx="21240" cy="56880"/>
              </p14:xfrm>
            </p:contentPart>
          </mc:Choice>
          <mc:Fallback>
            <p:pic>
              <p:nvPicPr>
                <p:cNvPr id="86" name="Ink 85">
                  <a:extLst>
                    <a:ext uri="{FF2B5EF4-FFF2-40B4-BE49-F238E27FC236}">
                      <a16:creationId xmlns:a16="http://schemas.microsoft.com/office/drawing/2014/main" id="{5B44753E-534D-C507-5569-7B909EC6D5AC}"/>
                    </a:ext>
                  </a:extLst>
                </p:cNvPr>
                <p:cNvPicPr/>
                <p:nvPr/>
              </p:nvPicPr>
              <p:blipFill>
                <a:blip r:embed="rId139"/>
                <a:stretch>
                  <a:fillRect/>
                </a:stretch>
              </p:blipFill>
              <p:spPr>
                <a:xfrm>
                  <a:off x="1987533" y="3620721"/>
                  <a:ext cx="3888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7" name="Ink 86">
                  <a:extLst>
                    <a:ext uri="{FF2B5EF4-FFF2-40B4-BE49-F238E27FC236}">
                      <a16:creationId xmlns:a16="http://schemas.microsoft.com/office/drawing/2014/main" id="{624528CE-CAA0-51D4-3F07-4B70225EAF3D}"/>
                    </a:ext>
                  </a:extLst>
                </p14:cNvPr>
                <p14:cNvContentPartPr/>
                <p14:nvPr/>
              </p14:nvContentPartPr>
              <p14:xfrm>
                <a:off x="1963413" y="3613881"/>
                <a:ext cx="100080" cy="72720"/>
              </p14:xfrm>
            </p:contentPart>
          </mc:Choice>
          <mc:Fallback>
            <p:pic>
              <p:nvPicPr>
                <p:cNvPr id="87" name="Ink 86">
                  <a:extLst>
                    <a:ext uri="{FF2B5EF4-FFF2-40B4-BE49-F238E27FC236}">
                      <a16:creationId xmlns:a16="http://schemas.microsoft.com/office/drawing/2014/main" id="{624528CE-CAA0-51D4-3F07-4B70225EAF3D}"/>
                    </a:ext>
                  </a:extLst>
                </p:cNvPr>
                <p:cNvPicPr/>
                <p:nvPr/>
              </p:nvPicPr>
              <p:blipFill>
                <a:blip r:embed="rId141"/>
                <a:stretch>
                  <a:fillRect/>
                </a:stretch>
              </p:blipFill>
              <p:spPr>
                <a:xfrm>
                  <a:off x="1954773" y="3605241"/>
                  <a:ext cx="11772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8" name="Ink 87">
                  <a:extLst>
                    <a:ext uri="{FF2B5EF4-FFF2-40B4-BE49-F238E27FC236}">
                      <a16:creationId xmlns:a16="http://schemas.microsoft.com/office/drawing/2014/main" id="{067E2E2F-7597-50C7-FE7A-7C742427F1EB}"/>
                    </a:ext>
                  </a:extLst>
                </p14:cNvPr>
                <p14:cNvContentPartPr/>
                <p14:nvPr/>
              </p14:nvContentPartPr>
              <p14:xfrm>
                <a:off x="1996533" y="3663561"/>
                <a:ext cx="61200" cy="5760"/>
              </p14:xfrm>
            </p:contentPart>
          </mc:Choice>
          <mc:Fallback>
            <p:pic>
              <p:nvPicPr>
                <p:cNvPr id="88" name="Ink 87">
                  <a:extLst>
                    <a:ext uri="{FF2B5EF4-FFF2-40B4-BE49-F238E27FC236}">
                      <a16:creationId xmlns:a16="http://schemas.microsoft.com/office/drawing/2014/main" id="{067E2E2F-7597-50C7-FE7A-7C742427F1EB}"/>
                    </a:ext>
                  </a:extLst>
                </p:cNvPr>
                <p:cNvPicPr/>
                <p:nvPr/>
              </p:nvPicPr>
              <p:blipFill>
                <a:blip r:embed="rId143"/>
                <a:stretch>
                  <a:fillRect/>
                </a:stretch>
              </p:blipFill>
              <p:spPr>
                <a:xfrm>
                  <a:off x="1987533" y="3654921"/>
                  <a:ext cx="78840" cy="23400"/>
                </a:xfrm>
                <a:prstGeom prst="rect">
                  <a:avLst/>
                </a:prstGeom>
              </p:spPr>
            </p:pic>
          </mc:Fallback>
        </mc:AlternateContent>
      </p:grpSp>
      <p:grpSp>
        <p:nvGrpSpPr>
          <p:cNvPr id="91" name="Group 90">
            <a:extLst>
              <a:ext uri="{FF2B5EF4-FFF2-40B4-BE49-F238E27FC236}">
                <a16:creationId xmlns:a16="http://schemas.microsoft.com/office/drawing/2014/main" id="{856E1B40-D813-A85E-0E61-2A1C5A8AF624}"/>
              </a:ext>
            </a:extLst>
          </p:cNvPr>
          <p:cNvGrpSpPr/>
          <p:nvPr/>
        </p:nvGrpSpPr>
        <p:grpSpPr>
          <a:xfrm>
            <a:off x="1799613" y="2581761"/>
            <a:ext cx="104760" cy="72360"/>
            <a:chOff x="1799613" y="2581761"/>
            <a:chExt cx="104760" cy="72360"/>
          </a:xfrm>
        </p:grpSpPr>
        <mc:AlternateContent xmlns:mc="http://schemas.openxmlformats.org/markup-compatibility/2006">
          <mc:Choice xmlns:p14="http://schemas.microsoft.com/office/powerpoint/2010/main" Requires="p14">
            <p:contentPart p14:bwMode="auto" r:id="rId144">
              <p14:nvContentPartPr>
                <p14:cNvPr id="89" name="Ink 88">
                  <a:extLst>
                    <a:ext uri="{FF2B5EF4-FFF2-40B4-BE49-F238E27FC236}">
                      <a16:creationId xmlns:a16="http://schemas.microsoft.com/office/drawing/2014/main" id="{EE321059-D6D7-D009-9DF1-739E9DCFD1ED}"/>
                    </a:ext>
                  </a:extLst>
                </p14:cNvPr>
                <p14:cNvContentPartPr/>
                <p14:nvPr/>
              </p14:nvContentPartPr>
              <p14:xfrm>
                <a:off x="1799613" y="2586801"/>
                <a:ext cx="37440" cy="67320"/>
              </p14:xfrm>
            </p:contentPart>
          </mc:Choice>
          <mc:Fallback>
            <p:pic>
              <p:nvPicPr>
                <p:cNvPr id="89" name="Ink 88">
                  <a:extLst>
                    <a:ext uri="{FF2B5EF4-FFF2-40B4-BE49-F238E27FC236}">
                      <a16:creationId xmlns:a16="http://schemas.microsoft.com/office/drawing/2014/main" id="{EE321059-D6D7-D009-9DF1-739E9DCFD1ED}"/>
                    </a:ext>
                  </a:extLst>
                </p:cNvPr>
                <p:cNvPicPr/>
                <p:nvPr/>
              </p:nvPicPr>
              <p:blipFill>
                <a:blip r:embed="rId145"/>
                <a:stretch>
                  <a:fillRect/>
                </a:stretch>
              </p:blipFill>
              <p:spPr>
                <a:xfrm>
                  <a:off x="1790973" y="2577801"/>
                  <a:ext cx="5508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90" name="Ink 89">
                  <a:extLst>
                    <a:ext uri="{FF2B5EF4-FFF2-40B4-BE49-F238E27FC236}">
                      <a16:creationId xmlns:a16="http://schemas.microsoft.com/office/drawing/2014/main" id="{C7B072D2-E9D8-0DEA-6B68-0178B05A7380}"/>
                    </a:ext>
                  </a:extLst>
                </p14:cNvPr>
                <p14:cNvContentPartPr/>
                <p14:nvPr/>
              </p14:nvContentPartPr>
              <p14:xfrm>
                <a:off x="1812933" y="2581761"/>
                <a:ext cx="91440" cy="57600"/>
              </p14:xfrm>
            </p:contentPart>
          </mc:Choice>
          <mc:Fallback>
            <p:pic>
              <p:nvPicPr>
                <p:cNvPr id="90" name="Ink 89">
                  <a:extLst>
                    <a:ext uri="{FF2B5EF4-FFF2-40B4-BE49-F238E27FC236}">
                      <a16:creationId xmlns:a16="http://schemas.microsoft.com/office/drawing/2014/main" id="{C7B072D2-E9D8-0DEA-6B68-0178B05A7380}"/>
                    </a:ext>
                  </a:extLst>
                </p:cNvPr>
                <p:cNvPicPr/>
                <p:nvPr/>
              </p:nvPicPr>
              <p:blipFill>
                <a:blip r:embed="rId147"/>
                <a:stretch>
                  <a:fillRect/>
                </a:stretch>
              </p:blipFill>
              <p:spPr>
                <a:xfrm>
                  <a:off x="1803933" y="2572761"/>
                  <a:ext cx="109080" cy="75240"/>
                </a:xfrm>
                <a:prstGeom prst="rect">
                  <a:avLst/>
                </a:prstGeom>
              </p:spPr>
            </p:pic>
          </mc:Fallback>
        </mc:AlternateContent>
      </p:grpSp>
      <p:grpSp>
        <p:nvGrpSpPr>
          <p:cNvPr id="99" name="Group 98">
            <a:extLst>
              <a:ext uri="{FF2B5EF4-FFF2-40B4-BE49-F238E27FC236}">
                <a16:creationId xmlns:a16="http://schemas.microsoft.com/office/drawing/2014/main" id="{625EDE65-D595-B26A-E12C-442BAA3F3A62}"/>
              </a:ext>
            </a:extLst>
          </p:cNvPr>
          <p:cNvGrpSpPr/>
          <p:nvPr/>
        </p:nvGrpSpPr>
        <p:grpSpPr>
          <a:xfrm>
            <a:off x="3026133" y="1159761"/>
            <a:ext cx="284400" cy="5649120"/>
            <a:chOff x="3026133" y="1159761"/>
            <a:chExt cx="284400" cy="5649120"/>
          </a:xfrm>
        </p:grpSpPr>
        <mc:AlternateContent xmlns:mc="http://schemas.openxmlformats.org/markup-compatibility/2006">
          <mc:Choice xmlns:p14="http://schemas.microsoft.com/office/powerpoint/2010/main" xmlns:aink="http://schemas.microsoft.com/office/drawing/2016/ink" Requires="p14 aink">
            <p:contentPart p14:bwMode="auto" r:id="rId148">
              <p14:nvContentPartPr>
                <p14:cNvPr id="94" name="Ink 93">
                  <a:extLst>
                    <a:ext uri="{FF2B5EF4-FFF2-40B4-BE49-F238E27FC236}">
                      <a16:creationId xmlns:a16="http://schemas.microsoft.com/office/drawing/2014/main" id="{159C98F1-AD74-3DC9-B2EA-6631C81F0CEA}"/>
                    </a:ext>
                  </a:extLst>
                </p14:cNvPr>
                <p14:cNvContentPartPr/>
                <p14:nvPr/>
              </p14:nvContentPartPr>
              <p14:xfrm>
                <a:off x="3281013" y="1159761"/>
                <a:ext cx="29520" cy="64080"/>
              </p14:xfrm>
            </p:contentPart>
          </mc:Choice>
          <mc:Fallback>
            <p:pic>
              <p:nvPicPr>
                <p:cNvPr id="94" name="Ink 93">
                  <a:extLst>
                    <a:ext uri="{FF2B5EF4-FFF2-40B4-BE49-F238E27FC236}">
                      <a16:creationId xmlns:a16="http://schemas.microsoft.com/office/drawing/2014/main" id="{159C98F1-AD74-3DC9-B2EA-6631C81F0CEA}"/>
                    </a:ext>
                  </a:extLst>
                </p:cNvPr>
                <p:cNvPicPr/>
                <p:nvPr/>
              </p:nvPicPr>
              <p:blipFill>
                <a:blip r:embed="rId149"/>
                <a:stretch>
                  <a:fillRect/>
                </a:stretch>
              </p:blipFill>
              <p:spPr>
                <a:xfrm>
                  <a:off x="3263373" y="1141761"/>
                  <a:ext cx="65160" cy="997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50">
              <p14:nvContentPartPr>
                <p14:cNvPr id="95" name="Ink 94">
                  <a:extLst>
                    <a:ext uri="{FF2B5EF4-FFF2-40B4-BE49-F238E27FC236}">
                      <a16:creationId xmlns:a16="http://schemas.microsoft.com/office/drawing/2014/main" id="{77E8F9C2-2C79-F9C8-E9BA-F71399196CA5}"/>
                    </a:ext>
                  </a:extLst>
                </p14:cNvPr>
                <p14:cNvContentPartPr/>
                <p14:nvPr/>
              </p14:nvContentPartPr>
              <p14:xfrm>
                <a:off x="3215493" y="1602921"/>
                <a:ext cx="72720" cy="1262880"/>
              </p14:xfrm>
            </p:contentPart>
          </mc:Choice>
          <mc:Fallback>
            <p:pic>
              <p:nvPicPr>
                <p:cNvPr id="95" name="Ink 94">
                  <a:extLst>
                    <a:ext uri="{FF2B5EF4-FFF2-40B4-BE49-F238E27FC236}">
                      <a16:creationId xmlns:a16="http://schemas.microsoft.com/office/drawing/2014/main" id="{77E8F9C2-2C79-F9C8-E9BA-F71399196CA5}"/>
                    </a:ext>
                  </a:extLst>
                </p:cNvPr>
                <p:cNvPicPr/>
                <p:nvPr/>
              </p:nvPicPr>
              <p:blipFill>
                <a:blip r:embed="rId151"/>
                <a:stretch>
                  <a:fillRect/>
                </a:stretch>
              </p:blipFill>
              <p:spPr>
                <a:xfrm>
                  <a:off x="3197493" y="1584921"/>
                  <a:ext cx="108360" cy="12985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52">
              <p14:nvContentPartPr>
                <p14:cNvPr id="96" name="Ink 95">
                  <a:extLst>
                    <a:ext uri="{FF2B5EF4-FFF2-40B4-BE49-F238E27FC236}">
                      <a16:creationId xmlns:a16="http://schemas.microsoft.com/office/drawing/2014/main" id="{C9DB662B-B8FE-7CC1-7ACC-12B3A4209F2B}"/>
                    </a:ext>
                  </a:extLst>
                </p14:cNvPr>
                <p14:cNvContentPartPr/>
                <p14:nvPr/>
              </p14:nvContentPartPr>
              <p14:xfrm>
                <a:off x="3177333" y="2957241"/>
                <a:ext cx="17640" cy="440280"/>
              </p14:xfrm>
            </p:contentPart>
          </mc:Choice>
          <mc:Fallback>
            <p:pic>
              <p:nvPicPr>
                <p:cNvPr id="96" name="Ink 95">
                  <a:extLst>
                    <a:ext uri="{FF2B5EF4-FFF2-40B4-BE49-F238E27FC236}">
                      <a16:creationId xmlns:a16="http://schemas.microsoft.com/office/drawing/2014/main" id="{C9DB662B-B8FE-7CC1-7ACC-12B3A4209F2B}"/>
                    </a:ext>
                  </a:extLst>
                </p:cNvPr>
                <p:cNvPicPr/>
                <p:nvPr/>
              </p:nvPicPr>
              <p:blipFill>
                <a:blip r:embed="rId153"/>
                <a:stretch>
                  <a:fillRect/>
                </a:stretch>
              </p:blipFill>
              <p:spPr>
                <a:xfrm>
                  <a:off x="3159333" y="2939241"/>
                  <a:ext cx="53280" cy="4759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54">
              <p14:nvContentPartPr>
                <p14:cNvPr id="97" name="Ink 96">
                  <a:extLst>
                    <a:ext uri="{FF2B5EF4-FFF2-40B4-BE49-F238E27FC236}">
                      <a16:creationId xmlns:a16="http://schemas.microsoft.com/office/drawing/2014/main" id="{99550473-B28A-5CD0-A0A9-E569BD3BA765}"/>
                    </a:ext>
                  </a:extLst>
                </p14:cNvPr>
                <p14:cNvContentPartPr/>
                <p14:nvPr/>
              </p14:nvContentPartPr>
              <p14:xfrm>
                <a:off x="3107133" y="3738441"/>
                <a:ext cx="52920" cy="808200"/>
              </p14:xfrm>
            </p:contentPart>
          </mc:Choice>
          <mc:Fallback>
            <p:pic>
              <p:nvPicPr>
                <p:cNvPr id="97" name="Ink 96">
                  <a:extLst>
                    <a:ext uri="{FF2B5EF4-FFF2-40B4-BE49-F238E27FC236}">
                      <a16:creationId xmlns:a16="http://schemas.microsoft.com/office/drawing/2014/main" id="{99550473-B28A-5CD0-A0A9-E569BD3BA765}"/>
                    </a:ext>
                  </a:extLst>
                </p:cNvPr>
                <p:cNvPicPr/>
                <p:nvPr/>
              </p:nvPicPr>
              <p:blipFill>
                <a:blip r:embed="rId155"/>
                <a:stretch>
                  <a:fillRect/>
                </a:stretch>
              </p:blipFill>
              <p:spPr>
                <a:xfrm>
                  <a:off x="3089493" y="3720801"/>
                  <a:ext cx="88560" cy="8438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56">
              <p14:nvContentPartPr>
                <p14:cNvPr id="98" name="Ink 97">
                  <a:extLst>
                    <a:ext uri="{FF2B5EF4-FFF2-40B4-BE49-F238E27FC236}">
                      <a16:creationId xmlns:a16="http://schemas.microsoft.com/office/drawing/2014/main" id="{276D29DD-0786-51DD-D47B-E70850E5A80A}"/>
                    </a:ext>
                  </a:extLst>
                </p14:cNvPr>
                <p14:cNvContentPartPr/>
                <p14:nvPr/>
              </p14:nvContentPartPr>
              <p14:xfrm>
                <a:off x="3026133" y="4849761"/>
                <a:ext cx="75960" cy="1959120"/>
              </p14:xfrm>
            </p:contentPart>
          </mc:Choice>
          <mc:Fallback>
            <p:pic>
              <p:nvPicPr>
                <p:cNvPr id="98" name="Ink 97">
                  <a:extLst>
                    <a:ext uri="{FF2B5EF4-FFF2-40B4-BE49-F238E27FC236}">
                      <a16:creationId xmlns:a16="http://schemas.microsoft.com/office/drawing/2014/main" id="{276D29DD-0786-51DD-D47B-E70850E5A80A}"/>
                    </a:ext>
                  </a:extLst>
                </p:cNvPr>
                <p:cNvPicPr/>
                <p:nvPr/>
              </p:nvPicPr>
              <p:blipFill>
                <a:blip r:embed="rId157"/>
                <a:stretch>
                  <a:fillRect/>
                </a:stretch>
              </p:blipFill>
              <p:spPr>
                <a:xfrm>
                  <a:off x="3008493" y="4831761"/>
                  <a:ext cx="111600" cy="1994760"/>
                </a:xfrm>
                <a:prstGeom prst="rect">
                  <a:avLst/>
                </a:prstGeom>
              </p:spPr>
            </p:pic>
          </mc:Fallback>
        </mc:AlternateContent>
      </p:grpSp>
      <p:grpSp>
        <p:nvGrpSpPr>
          <p:cNvPr id="130" name="Group 129">
            <a:extLst>
              <a:ext uri="{FF2B5EF4-FFF2-40B4-BE49-F238E27FC236}">
                <a16:creationId xmlns:a16="http://schemas.microsoft.com/office/drawing/2014/main" id="{AE930D8F-AB85-487D-4F2B-C3A13268872A}"/>
              </a:ext>
            </a:extLst>
          </p:cNvPr>
          <p:cNvGrpSpPr/>
          <p:nvPr/>
        </p:nvGrpSpPr>
        <p:grpSpPr>
          <a:xfrm>
            <a:off x="4028013" y="952401"/>
            <a:ext cx="4155840" cy="883080"/>
            <a:chOff x="4028013" y="952401"/>
            <a:chExt cx="4155840" cy="883080"/>
          </a:xfrm>
        </p:grpSpPr>
        <mc:AlternateContent xmlns:mc="http://schemas.openxmlformats.org/markup-compatibility/2006">
          <mc:Choice xmlns:p14="http://schemas.microsoft.com/office/powerpoint/2010/main" xmlns:aink="http://schemas.microsoft.com/office/drawing/2016/ink" Requires="p14 aink">
            <p:contentPart p14:bwMode="auto" r:id="rId158">
              <p14:nvContentPartPr>
                <p14:cNvPr id="100" name="Ink 99">
                  <a:extLst>
                    <a:ext uri="{FF2B5EF4-FFF2-40B4-BE49-F238E27FC236}">
                      <a16:creationId xmlns:a16="http://schemas.microsoft.com/office/drawing/2014/main" id="{226E6F41-3764-E030-3034-0347C0456D2D}"/>
                    </a:ext>
                  </a:extLst>
                </p14:cNvPr>
                <p14:cNvContentPartPr/>
                <p14:nvPr/>
              </p14:nvContentPartPr>
              <p14:xfrm>
                <a:off x="4337973" y="1060401"/>
                <a:ext cx="456120" cy="197640"/>
              </p14:xfrm>
            </p:contentPart>
          </mc:Choice>
          <mc:Fallback>
            <p:pic>
              <p:nvPicPr>
                <p:cNvPr id="100" name="Ink 99">
                  <a:extLst>
                    <a:ext uri="{FF2B5EF4-FFF2-40B4-BE49-F238E27FC236}">
                      <a16:creationId xmlns:a16="http://schemas.microsoft.com/office/drawing/2014/main" id="{226E6F41-3764-E030-3034-0347C0456D2D}"/>
                    </a:ext>
                  </a:extLst>
                </p:cNvPr>
                <p:cNvPicPr/>
                <p:nvPr/>
              </p:nvPicPr>
              <p:blipFill>
                <a:blip r:embed="rId159"/>
                <a:stretch>
                  <a:fillRect/>
                </a:stretch>
              </p:blipFill>
              <p:spPr>
                <a:xfrm>
                  <a:off x="4319973" y="1042401"/>
                  <a:ext cx="491760" cy="2332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60">
              <p14:nvContentPartPr>
                <p14:cNvPr id="101" name="Ink 100">
                  <a:extLst>
                    <a:ext uri="{FF2B5EF4-FFF2-40B4-BE49-F238E27FC236}">
                      <a16:creationId xmlns:a16="http://schemas.microsoft.com/office/drawing/2014/main" id="{FC8F2304-AB8D-7F96-16B6-264B3BDC361F}"/>
                    </a:ext>
                  </a:extLst>
                </p14:cNvPr>
                <p14:cNvContentPartPr/>
                <p14:nvPr/>
              </p14:nvContentPartPr>
              <p14:xfrm>
                <a:off x="4907493" y="1105041"/>
                <a:ext cx="360" cy="108360"/>
              </p14:xfrm>
            </p:contentPart>
          </mc:Choice>
          <mc:Fallback>
            <p:pic>
              <p:nvPicPr>
                <p:cNvPr id="101" name="Ink 100">
                  <a:extLst>
                    <a:ext uri="{FF2B5EF4-FFF2-40B4-BE49-F238E27FC236}">
                      <a16:creationId xmlns:a16="http://schemas.microsoft.com/office/drawing/2014/main" id="{FC8F2304-AB8D-7F96-16B6-264B3BDC361F}"/>
                    </a:ext>
                  </a:extLst>
                </p:cNvPr>
                <p:cNvPicPr/>
                <p:nvPr/>
              </p:nvPicPr>
              <p:blipFill>
                <a:blip r:embed="rId161"/>
                <a:stretch>
                  <a:fillRect/>
                </a:stretch>
              </p:blipFill>
              <p:spPr>
                <a:xfrm>
                  <a:off x="4889493" y="1087401"/>
                  <a:ext cx="36000" cy="144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62">
              <p14:nvContentPartPr>
                <p14:cNvPr id="102" name="Ink 101">
                  <a:extLst>
                    <a:ext uri="{FF2B5EF4-FFF2-40B4-BE49-F238E27FC236}">
                      <a16:creationId xmlns:a16="http://schemas.microsoft.com/office/drawing/2014/main" id="{F724D685-3740-F57A-F6F0-9DD6166D3544}"/>
                    </a:ext>
                  </a:extLst>
                </p14:cNvPr>
                <p14:cNvContentPartPr/>
                <p14:nvPr/>
              </p14:nvContentPartPr>
              <p14:xfrm>
                <a:off x="4933053" y="986601"/>
                <a:ext cx="3960" cy="20520"/>
              </p14:xfrm>
            </p:contentPart>
          </mc:Choice>
          <mc:Fallback>
            <p:pic>
              <p:nvPicPr>
                <p:cNvPr id="102" name="Ink 101">
                  <a:extLst>
                    <a:ext uri="{FF2B5EF4-FFF2-40B4-BE49-F238E27FC236}">
                      <a16:creationId xmlns:a16="http://schemas.microsoft.com/office/drawing/2014/main" id="{F724D685-3740-F57A-F6F0-9DD6166D3544}"/>
                    </a:ext>
                  </a:extLst>
                </p:cNvPr>
                <p:cNvPicPr/>
                <p:nvPr/>
              </p:nvPicPr>
              <p:blipFill>
                <a:blip r:embed="rId163"/>
                <a:stretch>
                  <a:fillRect/>
                </a:stretch>
              </p:blipFill>
              <p:spPr>
                <a:xfrm>
                  <a:off x="4915053" y="968961"/>
                  <a:ext cx="39600" cy="561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64">
              <p14:nvContentPartPr>
                <p14:cNvPr id="103" name="Ink 102">
                  <a:extLst>
                    <a:ext uri="{FF2B5EF4-FFF2-40B4-BE49-F238E27FC236}">
                      <a16:creationId xmlns:a16="http://schemas.microsoft.com/office/drawing/2014/main" id="{4A7A8BF5-A06D-D747-7039-38ADAC62F29D}"/>
                    </a:ext>
                  </a:extLst>
                </p14:cNvPr>
                <p14:cNvContentPartPr/>
                <p14:nvPr/>
              </p14:nvContentPartPr>
              <p14:xfrm>
                <a:off x="5028093" y="1104681"/>
                <a:ext cx="131400" cy="158040"/>
              </p14:xfrm>
            </p:contentPart>
          </mc:Choice>
          <mc:Fallback>
            <p:pic>
              <p:nvPicPr>
                <p:cNvPr id="103" name="Ink 102">
                  <a:extLst>
                    <a:ext uri="{FF2B5EF4-FFF2-40B4-BE49-F238E27FC236}">
                      <a16:creationId xmlns:a16="http://schemas.microsoft.com/office/drawing/2014/main" id="{4A7A8BF5-A06D-D747-7039-38ADAC62F29D}"/>
                    </a:ext>
                  </a:extLst>
                </p:cNvPr>
                <p:cNvPicPr/>
                <p:nvPr/>
              </p:nvPicPr>
              <p:blipFill>
                <a:blip r:embed="rId165"/>
                <a:stretch>
                  <a:fillRect/>
                </a:stretch>
              </p:blipFill>
              <p:spPr>
                <a:xfrm>
                  <a:off x="5010453" y="1086681"/>
                  <a:ext cx="167040" cy="1936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66">
              <p14:nvContentPartPr>
                <p14:cNvPr id="104" name="Ink 103">
                  <a:extLst>
                    <a:ext uri="{FF2B5EF4-FFF2-40B4-BE49-F238E27FC236}">
                      <a16:creationId xmlns:a16="http://schemas.microsoft.com/office/drawing/2014/main" id="{CD9FEA01-20C1-310D-D12A-E162FED93950}"/>
                    </a:ext>
                  </a:extLst>
                </p14:cNvPr>
                <p14:cNvContentPartPr/>
                <p14:nvPr/>
              </p14:nvContentPartPr>
              <p14:xfrm>
                <a:off x="5184693" y="981921"/>
                <a:ext cx="18000" cy="206280"/>
              </p14:xfrm>
            </p:contentPart>
          </mc:Choice>
          <mc:Fallback>
            <p:pic>
              <p:nvPicPr>
                <p:cNvPr id="104" name="Ink 103">
                  <a:extLst>
                    <a:ext uri="{FF2B5EF4-FFF2-40B4-BE49-F238E27FC236}">
                      <a16:creationId xmlns:a16="http://schemas.microsoft.com/office/drawing/2014/main" id="{CD9FEA01-20C1-310D-D12A-E162FED93950}"/>
                    </a:ext>
                  </a:extLst>
                </p:cNvPr>
                <p:cNvPicPr/>
                <p:nvPr/>
              </p:nvPicPr>
              <p:blipFill>
                <a:blip r:embed="rId167"/>
                <a:stretch>
                  <a:fillRect/>
                </a:stretch>
              </p:blipFill>
              <p:spPr>
                <a:xfrm>
                  <a:off x="5167053" y="964281"/>
                  <a:ext cx="53640" cy="2419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68">
              <p14:nvContentPartPr>
                <p14:cNvPr id="105" name="Ink 104">
                  <a:extLst>
                    <a:ext uri="{FF2B5EF4-FFF2-40B4-BE49-F238E27FC236}">
                      <a16:creationId xmlns:a16="http://schemas.microsoft.com/office/drawing/2014/main" id="{893D8C50-59E5-A665-6D51-AC3823C8A988}"/>
                    </a:ext>
                  </a:extLst>
                </p14:cNvPr>
                <p14:cNvContentPartPr/>
                <p14:nvPr/>
              </p14:nvContentPartPr>
              <p14:xfrm>
                <a:off x="5296653" y="952401"/>
                <a:ext cx="133920" cy="291240"/>
              </p14:xfrm>
            </p:contentPart>
          </mc:Choice>
          <mc:Fallback>
            <p:pic>
              <p:nvPicPr>
                <p:cNvPr id="105" name="Ink 104">
                  <a:extLst>
                    <a:ext uri="{FF2B5EF4-FFF2-40B4-BE49-F238E27FC236}">
                      <a16:creationId xmlns:a16="http://schemas.microsoft.com/office/drawing/2014/main" id="{893D8C50-59E5-A665-6D51-AC3823C8A988}"/>
                    </a:ext>
                  </a:extLst>
                </p:cNvPr>
                <p:cNvPicPr/>
                <p:nvPr/>
              </p:nvPicPr>
              <p:blipFill>
                <a:blip r:embed="rId169"/>
                <a:stretch>
                  <a:fillRect/>
                </a:stretch>
              </p:blipFill>
              <p:spPr>
                <a:xfrm>
                  <a:off x="5278653" y="934761"/>
                  <a:ext cx="169560" cy="3268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70">
              <p14:nvContentPartPr>
                <p14:cNvPr id="106" name="Ink 105">
                  <a:extLst>
                    <a:ext uri="{FF2B5EF4-FFF2-40B4-BE49-F238E27FC236}">
                      <a16:creationId xmlns:a16="http://schemas.microsoft.com/office/drawing/2014/main" id="{142213A4-6883-3975-A54E-040F0541B29A}"/>
                    </a:ext>
                  </a:extLst>
                </p14:cNvPr>
                <p14:cNvContentPartPr/>
                <p14:nvPr/>
              </p14:nvContentPartPr>
              <p14:xfrm>
                <a:off x="5538213" y="1029801"/>
                <a:ext cx="18000" cy="159480"/>
              </p14:xfrm>
            </p:contentPart>
          </mc:Choice>
          <mc:Fallback>
            <p:pic>
              <p:nvPicPr>
                <p:cNvPr id="106" name="Ink 105">
                  <a:extLst>
                    <a:ext uri="{FF2B5EF4-FFF2-40B4-BE49-F238E27FC236}">
                      <a16:creationId xmlns:a16="http://schemas.microsoft.com/office/drawing/2014/main" id="{142213A4-6883-3975-A54E-040F0541B29A}"/>
                    </a:ext>
                  </a:extLst>
                </p:cNvPr>
                <p:cNvPicPr/>
                <p:nvPr/>
              </p:nvPicPr>
              <p:blipFill>
                <a:blip r:embed="rId171"/>
                <a:stretch>
                  <a:fillRect/>
                </a:stretch>
              </p:blipFill>
              <p:spPr>
                <a:xfrm>
                  <a:off x="5520573" y="1012161"/>
                  <a:ext cx="53640" cy="1951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72">
              <p14:nvContentPartPr>
                <p14:cNvPr id="107" name="Ink 106">
                  <a:extLst>
                    <a:ext uri="{FF2B5EF4-FFF2-40B4-BE49-F238E27FC236}">
                      <a16:creationId xmlns:a16="http://schemas.microsoft.com/office/drawing/2014/main" id="{557C8436-0041-9380-1562-8677EEC22D81}"/>
                    </a:ext>
                  </a:extLst>
                </p14:cNvPr>
                <p14:cNvContentPartPr/>
                <p14:nvPr/>
              </p14:nvContentPartPr>
              <p14:xfrm>
                <a:off x="5662773" y="1081641"/>
                <a:ext cx="134640" cy="155520"/>
              </p14:xfrm>
            </p:contentPart>
          </mc:Choice>
          <mc:Fallback>
            <p:pic>
              <p:nvPicPr>
                <p:cNvPr id="107" name="Ink 106">
                  <a:extLst>
                    <a:ext uri="{FF2B5EF4-FFF2-40B4-BE49-F238E27FC236}">
                      <a16:creationId xmlns:a16="http://schemas.microsoft.com/office/drawing/2014/main" id="{557C8436-0041-9380-1562-8677EEC22D81}"/>
                    </a:ext>
                  </a:extLst>
                </p:cNvPr>
                <p:cNvPicPr/>
                <p:nvPr/>
              </p:nvPicPr>
              <p:blipFill>
                <a:blip r:embed="rId173"/>
                <a:stretch>
                  <a:fillRect/>
                </a:stretch>
              </p:blipFill>
              <p:spPr>
                <a:xfrm>
                  <a:off x="5645133" y="1063641"/>
                  <a:ext cx="170280" cy="1911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74">
              <p14:nvContentPartPr>
                <p14:cNvPr id="108" name="Ink 107">
                  <a:extLst>
                    <a:ext uri="{FF2B5EF4-FFF2-40B4-BE49-F238E27FC236}">
                      <a16:creationId xmlns:a16="http://schemas.microsoft.com/office/drawing/2014/main" id="{387C3D29-BCD8-F2AB-E404-0A8661DC3B2F}"/>
                    </a:ext>
                  </a:extLst>
                </p14:cNvPr>
                <p14:cNvContentPartPr/>
                <p14:nvPr/>
              </p14:nvContentPartPr>
              <p14:xfrm>
                <a:off x="5920533" y="1020441"/>
                <a:ext cx="259560" cy="187200"/>
              </p14:xfrm>
            </p:contentPart>
          </mc:Choice>
          <mc:Fallback>
            <p:pic>
              <p:nvPicPr>
                <p:cNvPr id="108" name="Ink 107">
                  <a:extLst>
                    <a:ext uri="{FF2B5EF4-FFF2-40B4-BE49-F238E27FC236}">
                      <a16:creationId xmlns:a16="http://schemas.microsoft.com/office/drawing/2014/main" id="{387C3D29-BCD8-F2AB-E404-0A8661DC3B2F}"/>
                    </a:ext>
                  </a:extLst>
                </p:cNvPr>
                <p:cNvPicPr/>
                <p:nvPr/>
              </p:nvPicPr>
              <p:blipFill>
                <a:blip r:embed="rId175"/>
                <a:stretch>
                  <a:fillRect/>
                </a:stretch>
              </p:blipFill>
              <p:spPr>
                <a:xfrm>
                  <a:off x="5902533" y="1002801"/>
                  <a:ext cx="295200" cy="2228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76">
              <p14:nvContentPartPr>
                <p14:cNvPr id="109" name="Ink 108">
                  <a:extLst>
                    <a:ext uri="{FF2B5EF4-FFF2-40B4-BE49-F238E27FC236}">
                      <a16:creationId xmlns:a16="http://schemas.microsoft.com/office/drawing/2014/main" id="{26004012-D928-CB47-9FB2-A0D937E7C00E}"/>
                    </a:ext>
                  </a:extLst>
                </p14:cNvPr>
                <p14:cNvContentPartPr/>
                <p14:nvPr/>
              </p14:nvContentPartPr>
              <p14:xfrm>
                <a:off x="6301053" y="1018641"/>
                <a:ext cx="159840" cy="162720"/>
              </p14:xfrm>
            </p:contentPart>
          </mc:Choice>
          <mc:Fallback>
            <p:pic>
              <p:nvPicPr>
                <p:cNvPr id="109" name="Ink 108">
                  <a:extLst>
                    <a:ext uri="{FF2B5EF4-FFF2-40B4-BE49-F238E27FC236}">
                      <a16:creationId xmlns:a16="http://schemas.microsoft.com/office/drawing/2014/main" id="{26004012-D928-CB47-9FB2-A0D937E7C00E}"/>
                    </a:ext>
                  </a:extLst>
                </p:cNvPr>
                <p:cNvPicPr/>
                <p:nvPr/>
              </p:nvPicPr>
              <p:blipFill>
                <a:blip r:embed="rId177"/>
                <a:stretch>
                  <a:fillRect/>
                </a:stretch>
              </p:blipFill>
              <p:spPr>
                <a:xfrm>
                  <a:off x="6283413" y="1000641"/>
                  <a:ext cx="195480" cy="1983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78">
              <p14:nvContentPartPr>
                <p14:cNvPr id="110" name="Ink 109">
                  <a:extLst>
                    <a:ext uri="{FF2B5EF4-FFF2-40B4-BE49-F238E27FC236}">
                      <a16:creationId xmlns:a16="http://schemas.microsoft.com/office/drawing/2014/main" id="{B7A5D0F9-09F7-DA1C-72F3-5D92B9184DCA}"/>
                    </a:ext>
                  </a:extLst>
                </p14:cNvPr>
                <p14:cNvContentPartPr/>
                <p14:nvPr/>
              </p14:nvContentPartPr>
              <p14:xfrm>
                <a:off x="6533613" y="1007121"/>
                <a:ext cx="162000" cy="157320"/>
              </p14:xfrm>
            </p:contentPart>
          </mc:Choice>
          <mc:Fallback>
            <p:pic>
              <p:nvPicPr>
                <p:cNvPr id="110" name="Ink 109">
                  <a:extLst>
                    <a:ext uri="{FF2B5EF4-FFF2-40B4-BE49-F238E27FC236}">
                      <a16:creationId xmlns:a16="http://schemas.microsoft.com/office/drawing/2014/main" id="{B7A5D0F9-09F7-DA1C-72F3-5D92B9184DCA}"/>
                    </a:ext>
                  </a:extLst>
                </p:cNvPr>
                <p:cNvPicPr/>
                <p:nvPr/>
              </p:nvPicPr>
              <p:blipFill>
                <a:blip r:embed="rId179"/>
                <a:stretch>
                  <a:fillRect/>
                </a:stretch>
              </p:blipFill>
              <p:spPr>
                <a:xfrm>
                  <a:off x="6515973" y="989121"/>
                  <a:ext cx="197640" cy="1929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80">
              <p14:nvContentPartPr>
                <p14:cNvPr id="111" name="Ink 110">
                  <a:extLst>
                    <a:ext uri="{FF2B5EF4-FFF2-40B4-BE49-F238E27FC236}">
                      <a16:creationId xmlns:a16="http://schemas.microsoft.com/office/drawing/2014/main" id="{A4317307-0A06-490B-5F40-5585B15AE8F5}"/>
                    </a:ext>
                  </a:extLst>
                </p14:cNvPr>
                <p14:cNvContentPartPr/>
                <p14:nvPr/>
              </p14:nvContentPartPr>
              <p14:xfrm>
                <a:off x="6727653" y="1009281"/>
                <a:ext cx="175680" cy="181800"/>
              </p14:xfrm>
            </p:contentPart>
          </mc:Choice>
          <mc:Fallback>
            <p:pic>
              <p:nvPicPr>
                <p:cNvPr id="111" name="Ink 110">
                  <a:extLst>
                    <a:ext uri="{FF2B5EF4-FFF2-40B4-BE49-F238E27FC236}">
                      <a16:creationId xmlns:a16="http://schemas.microsoft.com/office/drawing/2014/main" id="{A4317307-0A06-490B-5F40-5585B15AE8F5}"/>
                    </a:ext>
                  </a:extLst>
                </p:cNvPr>
                <p:cNvPicPr/>
                <p:nvPr/>
              </p:nvPicPr>
              <p:blipFill>
                <a:blip r:embed="rId181"/>
                <a:stretch>
                  <a:fillRect/>
                </a:stretch>
              </p:blipFill>
              <p:spPr>
                <a:xfrm>
                  <a:off x="6710013" y="991281"/>
                  <a:ext cx="211320" cy="2174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82">
              <p14:nvContentPartPr>
                <p14:cNvPr id="112" name="Ink 111">
                  <a:extLst>
                    <a:ext uri="{FF2B5EF4-FFF2-40B4-BE49-F238E27FC236}">
                      <a16:creationId xmlns:a16="http://schemas.microsoft.com/office/drawing/2014/main" id="{ACA62802-2C09-9043-9217-F1CF58B321B8}"/>
                    </a:ext>
                  </a:extLst>
                </p14:cNvPr>
                <p14:cNvContentPartPr/>
                <p14:nvPr/>
              </p14:nvContentPartPr>
              <p14:xfrm>
                <a:off x="5037453" y="1486281"/>
                <a:ext cx="85680" cy="263520"/>
              </p14:xfrm>
            </p:contentPart>
          </mc:Choice>
          <mc:Fallback>
            <p:pic>
              <p:nvPicPr>
                <p:cNvPr id="112" name="Ink 111">
                  <a:extLst>
                    <a:ext uri="{FF2B5EF4-FFF2-40B4-BE49-F238E27FC236}">
                      <a16:creationId xmlns:a16="http://schemas.microsoft.com/office/drawing/2014/main" id="{ACA62802-2C09-9043-9217-F1CF58B321B8}"/>
                    </a:ext>
                  </a:extLst>
                </p:cNvPr>
                <p:cNvPicPr/>
                <p:nvPr/>
              </p:nvPicPr>
              <p:blipFill>
                <a:blip r:embed="rId183"/>
                <a:stretch>
                  <a:fillRect/>
                </a:stretch>
              </p:blipFill>
              <p:spPr>
                <a:xfrm>
                  <a:off x="5019453" y="1468641"/>
                  <a:ext cx="121320" cy="2991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84">
              <p14:nvContentPartPr>
                <p14:cNvPr id="113" name="Ink 112">
                  <a:extLst>
                    <a:ext uri="{FF2B5EF4-FFF2-40B4-BE49-F238E27FC236}">
                      <a16:creationId xmlns:a16="http://schemas.microsoft.com/office/drawing/2014/main" id="{30D49B19-E3C1-55F4-A417-7CF22E499B82}"/>
                    </a:ext>
                  </a:extLst>
                </p14:cNvPr>
                <p14:cNvContentPartPr/>
                <p14:nvPr/>
              </p14:nvContentPartPr>
              <p14:xfrm>
                <a:off x="5345253" y="1424001"/>
                <a:ext cx="185040" cy="266400"/>
              </p14:xfrm>
            </p:contentPart>
          </mc:Choice>
          <mc:Fallback>
            <p:pic>
              <p:nvPicPr>
                <p:cNvPr id="113" name="Ink 112">
                  <a:extLst>
                    <a:ext uri="{FF2B5EF4-FFF2-40B4-BE49-F238E27FC236}">
                      <a16:creationId xmlns:a16="http://schemas.microsoft.com/office/drawing/2014/main" id="{30D49B19-E3C1-55F4-A417-7CF22E499B82}"/>
                    </a:ext>
                  </a:extLst>
                </p:cNvPr>
                <p:cNvPicPr/>
                <p:nvPr/>
              </p:nvPicPr>
              <p:blipFill>
                <a:blip r:embed="rId185"/>
                <a:stretch>
                  <a:fillRect/>
                </a:stretch>
              </p:blipFill>
              <p:spPr>
                <a:xfrm>
                  <a:off x="5327613" y="1406001"/>
                  <a:ext cx="220680" cy="3020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86">
              <p14:nvContentPartPr>
                <p14:cNvPr id="114" name="Ink 113">
                  <a:extLst>
                    <a:ext uri="{FF2B5EF4-FFF2-40B4-BE49-F238E27FC236}">
                      <a16:creationId xmlns:a16="http://schemas.microsoft.com/office/drawing/2014/main" id="{705E7BA1-5894-A51E-F1D2-B975812CC674}"/>
                    </a:ext>
                  </a:extLst>
                </p14:cNvPr>
                <p14:cNvContentPartPr/>
                <p14:nvPr/>
              </p14:nvContentPartPr>
              <p14:xfrm>
                <a:off x="5578893" y="1563321"/>
                <a:ext cx="110880" cy="109080"/>
              </p14:xfrm>
            </p:contentPart>
          </mc:Choice>
          <mc:Fallback>
            <p:pic>
              <p:nvPicPr>
                <p:cNvPr id="114" name="Ink 113">
                  <a:extLst>
                    <a:ext uri="{FF2B5EF4-FFF2-40B4-BE49-F238E27FC236}">
                      <a16:creationId xmlns:a16="http://schemas.microsoft.com/office/drawing/2014/main" id="{705E7BA1-5894-A51E-F1D2-B975812CC674}"/>
                    </a:ext>
                  </a:extLst>
                </p:cNvPr>
                <p:cNvPicPr/>
                <p:nvPr/>
              </p:nvPicPr>
              <p:blipFill>
                <a:blip r:embed="rId187"/>
                <a:stretch>
                  <a:fillRect/>
                </a:stretch>
              </p:blipFill>
              <p:spPr>
                <a:xfrm>
                  <a:off x="5560893" y="1545681"/>
                  <a:ext cx="146520" cy="1447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88">
              <p14:nvContentPartPr>
                <p14:cNvPr id="115" name="Ink 114">
                  <a:extLst>
                    <a:ext uri="{FF2B5EF4-FFF2-40B4-BE49-F238E27FC236}">
                      <a16:creationId xmlns:a16="http://schemas.microsoft.com/office/drawing/2014/main" id="{B411C795-51B9-EF14-8D75-99B1F439D2AF}"/>
                    </a:ext>
                  </a:extLst>
                </p14:cNvPr>
                <p14:cNvContentPartPr/>
                <p14:nvPr/>
              </p14:nvContentPartPr>
              <p14:xfrm>
                <a:off x="5775453" y="1577361"/>
                <a:ext cx="39960" cy="69480"/>
              </p14:xfrm>
            </p:contentPart>
          </mc:Choice>
          <mc:Fallback>
            <p:pic>
              <p:nvPicPr>
                <p:cNvPr id="115" name="Ink 114">
                  <a:extLst>
                    <a:ext uri="{FF2B5EF4-FFF2-40B4-BE49-F238E27FC236}">
                      <a16:creationId xmlns:a16="http://schemas.microsoft.com/office/drawing/2014/main" id="{B411C795-51B9-EF14-8D75-99B1F439D2AF}"/>
                    </a:ext>
                  </a:extLst>
                </p:cNvPr>
                <p:cNvPicPr/>
                <p:nvPr/>
              </p:nvPicPr>
              <p:blipFill>
                <a:blip r:embed="rId189"/>
                <a:stretch>
                  <a:fillRect/>
                </a:stretch>
              </p:blipFill>
              <p:spPr>
                <a:xfrm>
                  <a:off x="5757813" y="1559721"/>
                  <a:ext cx="75600" cy="1051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90">
              <p14:nvContentPartPr>
                <p14:cNvPr id="116" name="Ink 115">
                  <a:extLst>
                    <a:ext uri="{FF2B5EF4-FFF2-40B4-BE49-F238E27FC236}">
                      <a16:creationId xmlns:a16="http://schemas.microsoft.com/office/drawing/2014/main" id="{08A49619-F3BA-FC50-E9AB-747445A9266A}"/>
                    </a:ext>
                  </a:extLst>
                </p14:cNvPr>
                <p14:cNvContentPartPr/>
                <p14:nvPr/>
              </p14:nvContentPartPr>
              <p14:xfrm>
                <a:off x="5810373" y="1460361"/>
                <a:ext cx="6120" cy="15840"/>
              </p14:xfrm>
            </p:contentPart>
          </mc:Choice>
          <mc:Fallback>
            <p:pic>
              <p:nvPicPr>
                <p:cNvPr id="116" name="Ink 115">
                  <a:extLst>
                    <a:ext uri="{FF2B5EF4-FFF2-40B4-BE49-F238E27FC236}">
                      <a16:creationId xmlns:a16="http://schemas.microsoft.com/office/drawing/2014/main" id="{08A49619-F3BA-FC50-E9AB-747445A9266A}"/>
                    </a:ext>
                  </a:extLst>
                </p:cNvPr>
                <p:cNvPicPr/>
                <p:nvPr/>
              </p:nvPicPr>
              <p:blipFill>
                <a:blip r:embed="rId191"/>
                <a:stretch>
                  <a:fillRect/>
                </a:stretch>
              </p:blipFill>
              <p:spPr>
                <a:xfrm>
                  <a:off x="5792373" y="1442361"/>
                  <a:ext cx="41760" cy="514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92">
              <p14:nvContentPartPr>
                <p14:cNvPr id="117" name="Ink 116">
                  <a:extLst>
                    <a:ext uri="{FF2B5EF4-FFF2-40B4-BE49-F238E27FC236}">
                      <a16:creationId xmlns:a16="http://schemas.microsoft.com/office/drawing/2014/main" id="{D2AF4A6E-EA10-8608-1C55-2C72613699A8}"/>
                    </a:ext>
                  </a:extLst>
                </p14:cNvPr>
                <p14:cNvContentPartPr/>
                <p14:nvPr/>
              </p14:nvContentPartPr>
              <p14:xfrm>
                <a:off x="5902893" y="1475481"/>
                <a:ext cx="62280" cy="191880"/>
              </p14:xfrm>
            </p:contentPart>
          </mc:Choice>
          <mc:Fallback>
            <p:pic>
              <p:nvPicPr>
                <p:cNvPr id="117" name="Ink 116">
                  <a:extLst>
                    <a:ext uri="{FF2B5EF4-FFF2-40B4-BE49-F238E27FC236}">
                      <a16:creationId xmlns:a16="http://schemas.microsoft.com/office/drawing/2014/main" id="{D2AF4A6E-EA10-8608-1C55-2C72613699A8}"/>
                    </a:ext>
                  </a:extLst>
                </p:cNvPr>
                <p:cNvPicPr/>
                <p:nvPr/>
              </p:nvPicPr>
              <p:blipFill>
                <a:blip r:embed="rId193"/>
                <a:stretch>
                  <a:fillRect/>
                </a:stretch>
              </p:blipFill>
              <p:spPr>
                <a:xfrm>
                  <a:off x="5885253" y="1457841"/>
                  <a:ext cx="97920" cy="2275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94">
              <p14:nvContentPartPr>
                <p14:cNvPr id="118" name="Ink 117">
                  <a:extLst>
                    <a:ext uri="{FF2B5EF4-FFF2-40B4-BE49-F238E27FC236}">
                      <a16:creationId xmlns:a16="http://schemas.microsoft.com/office/drawing/2014/main" id="{D283EA48-CD65-FA0B-2025-E1FA40709146}"/>
                    </a:ext>
                  </a:extLst>
                </p14:cNvPr>
                <p14:cNvContentPartPr/>
                <p14:nvPr/>
              </p14:nvContentPartPr>
              <p14:xfrm>
                <a:off x="6076053" y="1537401"/>
                <a:ext cx="132480" cy="154800"/>
              </p14:xfrm>
            </p:contentPart>
          </mc:Choice>
          <mc:Fallback>
            <p:pic>
              <p:nvPicPr>
                <p:cNvPr id="118" name="Ink 117">
                  <a:extLst>
                    <a:ext uri="{FF2B5EF4-FFF2-40B4-BE49-F238E27FC236}">
                      <a16:creationId xmlns:a16="http://schemas.microsoft.com/office/drawing/2014/main" id="{D283EA48-CD65-FA0B-2025-E1FA40709146}"/>
                    </a:ext>
                  </a:extLst>
                </p:cNvPr>
                <p:cNvPicPr/>
                <p:nvPr/>
              </p:nvPicPr>
              <p:blipFill>
                <a:blip r:embed="rId195"/>
                <a:stretch>
                  <a:fillRect/>
                </a:stretch>
              </p:blipFill>
              <p:spPr>
                <a:xfrm>
                  <a:off x="6058053" y="1519401"/>
                  <a:ext cx="168120" cy="1904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96">
              <p14:nvContentPartPr>
                <p14:cNvPr id="119" name="Ink 118">
                  <a:extLst>
                    <a:ext uri="{FF2B5EF4-FFF2-40B4-BE49-F238E27FC236}">
                      <a16:creationId xmlns:a16="http://schemas.microsoft.com/office/drawing/2014/main" id="{8F18017C-7CE6-F514-3D10-0A023EFFFD07}"/>
                    </a:ext>
                  </a:extLst>
                </p14:cNvPr>
                <p14:cNvContentPartPr/>
                <p14:nvPr/>
              </p14:nvContentPartPr>
              <p14:xfrm>
                <a:off x="6295293" y="1508241"/>
                <a:ext cx="126720" cy="141840"/>
              </p14:xfrm>
            </p:contentPart>
          </mc:Choice>
          <mc:Fallback>
            <p:pic>
              <p:nvPicPr>
                <p:cNvPr id="119" name="Ink 118">
                  <a:extLst>
                    <a:ext uri="{FF2B5EF4-FFF2-40B4-BE49-F238E27FC236}">
                      <a16:creationId xmlns:a16="http://schemas.microsoft.com/office/drawing/2014/main" id="{8F18017C-7CE6-F514-3D10-0A023EFFFD07}"/>
                    </a:ext>
                  </a:extLst>
                </p:cNvPr>
                <p:cNvPicPr/>
                <p:nvPr/>
              </p:nvPicPr>
              <p:blipFill>
                <a:blip r:embed="rId197"/>
                <a:stretch>
                  <a:fillRect/>
                </a:stretch>
              </p:blipFill>
              <p:spPr>
                <a:xfrm>
                  <a:off x="6277293" y="1490601"/>
                  <a:ext cx="162360" cy="1774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98">
              <p14:nvContentPartPr>
                <p14:cNvPr id="120" name="Ink 119">
                  <a:extLst>
                    <a:ext uri="{FF2B5EF4-FFF2-40B4-BE49-F238E27FC236}">
                      <a16:creationId xmlns:a16="http://schemas.microsoft.com/office/drawing/2014/main" id="{22782BD0-039D-F1FB-5420-B94559C11DEB}"/>
                    </a:ext>
                  </a:extLst>
                </p14:cNvPr>
                <p14:cNvContentPartPr/>
                <p14:nvPr/>
              </p14:nvContentPartPr>
              <p14:xfrm>
                <a:off x="6574293" y="1502841"/>
                <a:ext cx="121320" cy="332640"/>
              </p14:xfrm>
            </p:contentPart>
          </mc:Choice>
          <mc:Fallback>
            <p:pic>
              <p:nvPicPr>
                <p:cNvPr id="120" name="Ink 119">
                  <a:extLst>
                    <a:ext uri="{FF2B5EF4-FFF2-40B4-BE49-F238E27FC236}">
                      <a16:creationId xmlns:a16="http://schemas.microsoft.com/office/drawing/2014/main" id="{22782BD0-039D-F1FB-5420-B94559C11DEB}"/>
                    </a:ext>
                  </a:extLst>
                </p:cNvPr>
                <p:cNvPicPr/>
                <p:nvPr/>
              </p:nvPicPr>
              <p:blipFill>
                <a:blip r:embed="rId199"/>
                <a:stretch>
                  <a:fillRect/>
                </a:stretch>
              </p:blipFill>
              <p:spPr>
                <a:xfrm>
                  <a:off x="6556293" y="1484841"/>
                  <a:ext cx="156960" cy="3682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00">
              <p14:nvContentPartPr>
                <p14:cNvPr id="121" name="Ink 120">
                  <a:extLst>
                    <a:ext uri="{FF2B5EF4-FFF2-40B4-BE49-F238E27FC236}">
                      <a16:creationId xmlns:a16="http://schemas.microsoft.com/office/drawing/2014/main" id="{C4067B4C-74E4-5C03-C10D-AD37D60E0240}"/>
                    </a:ext>
                  </a:extLst>
                </p14:cNvPr>
                <p14:cNvContentPartPr/>
                <p14:nvPr/>
              </p14:nvContentPartPr>
              <p14:xfrm>
                <a:off x="6747813" y="1415361"/>
                <a:ext cx="55080" cy="218520"/>
              </p14:xfrm>
            </p:contentPart>
          </mc:Choice>
          <mc:Fallback>
            <p:pic>
              <p:nvPicPr>
                <p:cNvPr id="121" name="Ink 120">
                  <a:extLst>
                    <a:ext uri="{FF2B5EF4-FFF2-40B4-BE49-F238E27FC236}">
                      <a16:creationId xmlns:a16="http://schemas.microsoft.com/office/drawing/2014/main" id="{C4067B4C-74E4-5C03-C10D-AD37D60E0240}"/>
                    </a:ext>
                  </a:extLst>
                </p:cNvPr>
                <p:cNvPicPr/>
                <p:nvPr/>
              </p:nvPicPr>
              <p:blipFill>
                <a:blip r:embed="rId201"/>
                <a:stretch>
                  <a:fillRect/>
                </a:stretch>
              </p:blipFill>
              <p:spPr>
                <a:xfrm>
                  <a:off x="6730173" y="1397721"/>
                  <a:ext cx="90720" cy="2541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02">
              <p14:nvContentPartPr>
                <p14:cNvPr id="122" name="Ink 121">
                  <a:extLst>
                    <a:ext uri="{FF2B5EF4-FFF2-40B4-BE49-F238E27FC236}">
                      <a16:creationId xmlns:a16="http://schemas.microsoft.com/office/drawing/2014/main" id="{9FB65EC3-B1C0-7F54-9F16-4AEE261AA6E6}"/>
                    </a:ext>
                  </a:extLst>
                </p14:cNvPr>
                <p14:cNvContentPartPr/>
                <p14:nvPr/>
              </p14:nvContentPartPr>
              <p14:xfrm>
                <a:off x="6881013" y="1341201"/>
                <a:ext cx="274320" cy="295560"/>
              </p14:xfrm>
            </p:contentPart>
          </mc:Choice>
          <mc:Fallback>
            <p:pic>
              <p:nvPicPr>
                <p:cNvPr id="122" name="Ink 121">
                  <a:extLst>
                    <a:ext uri="{FF2B5EF4-FFF2-40B4-BE49-F238E27FC236}">
                      <a16:creationId xmlns:a16="http://schemas.microsoft.com/office/drawing/2014/main" id="{9FB65EC3-B1C0-7F54-9F16-4AEE261AA6E6}"/>
                    </a:ext>
                  </a:extLst>
                </p:cNvPr>
                <p:cNvPicPr/>
                <p:nvPr/>
              </p:nvPicPr>
              <p:blipFill>
                <a:blip r:embed="rId203"/>
                <a:stretch>
                  <a:fillRect/>
                </a:stretch>
              </p:blipFill>
              <p:spPr>
                <a:xfrm>
                  <a:off x="6863013" y="1323201"/>
                  <a:ext cx="309960" cy="3312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04">
              <p14:nvContentPartPr>
                <p14:cNvPr id="123" name="Ink 122">
                  <a:extLst>
                    <a:ext uri="{FF2B5EF4-FFF2-40B4-BE49-F238E27FC236}">
                      <a16:creationId xmlns:a16="http://schemas.microsoft.com/office/drawing/2014/main" id="{2B2DBD05-F90F-8355-3836-4AE08CF489B5}"/>
                    </a:ext>
                  </a:extLst>
                </p14:cNvPr>
                <p14:cNvContentPartPr/>
                <p14:nvPr/>
              </p14:nvContentPartPr>
              <p14:xfrm>
                <a:off x="7161093" y="1422921"/>
                <a:ext cx="218880" cy="178560"/>
              </p14:xfrm>
            </p:contentPart>
          </mc:Choice>
          <mc:Fallback>
            <p:pic>
              <p:nvPicPr>
                <p:cNvPr id="123" name="Ink 122">
                  <a:extLst>
                    <a:ext uri="{FF2B5EF4-FFF2-40B4-BE49-F238E27FC236}">
                      <a16:creationId xmlns:a16="http://schemas.microsoft.com/office/drawing/2014/main" id="{2B2DBD05-F90F-8355-3836-4AE08CF489B5}"/>
                    </a:ext>
                  </a:extLst>
                </p:cNvPr>
                <p:cNvPicPr/>
                <p:nvPr/>
              </p:nvPicPr>
              <p:blipFill>
                <a:blip r:embed="rId205"/>
                <a:stretch>
                  <a:fillRect/>
                </a:stretch>
              </p:blipFill>
              <p:spPr>
                <a:xfrm>
                  <a:off x="7143093" y="1405281"/>
                  <a:ext cx="254520" cy="2142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06">
              <p14:nvContentPartPr>
                <p14:cNvPr id="124" name="Ink 123">
                  <a:extLst>
                    <a:ext uri="{FF2B5EF4-FFF2-40B4-BE49-F238E27FC236}">
                      <a16:creationId xmlns:a16="http://schemas.microsoft.com/office/drawing/2014/main" id="{1E6CC934-99E8-37EC-A85B-EF0FB7E58B3F}"/>
                    </a:ext>
                  </a:extLst>
                </p14:cNvPr>
                <p14:cNvContentPartPr/>
                <p14:nvPr/>
              </p14:nvContentPartPr>
              <p14:xfrm>
                <a:off x="7453773" y="1188201"/>
                <a:ext cx="479880" cy="413640"/>
              </p14:xfrm>
            </p:contentPart>
          </mc:Choice>
          <mc:Fallback>
            <p:pic>
              <p:nvPicPr>
                <p:cNvPr id="124" name="Ink 123">
                  <a:extLst>
                    <a:ext uri="{FF2B5EF4-FFF2-40B4-BE49-F238E27FC236}">
                      <a16:creationId xmlns:a16="http://schemas.microsoft.com/office/drawing/2014/main" id="{1E6CC934-99E8-37EC-A85B-EF0FB7E58B3F}"/>
                    </a:ext>
                  </a:extLst>
                </p:cNvPr>
                <p:cNvPicPr/>
                <p:nvPr/>
              </p:nvPicPr>
              <p:blipFill>
                <a:blip r:embed="rId207"/>
                <a:stretch>
                  <a:fillRect/>
                </a:stretch>
              </p:blipFill>
              <p:spPr>
                <a:xfrm>
                  <a:off x="7435773" y="1170201"/>
                  <a:ext cx="515520" cy="4492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08">
              <p14:nvContentPartPr>
                <p14:cNvPr id="125" name="Ink 124">
                  <a:extLst>
                    <a:ext uri="{FF2B5EF4-FFF2-40B4-BE49-F238E27FC236}">
                      <a16:creationId xmlns:a16="http://schemas.microsoft.com/office/drawing/2014/main" id="{5C06D2DB-4728-4AD2-8939-D9DFED45388F}"/>
                    </a:ext>
                  </a:extLst>
                </p14:cNvPr>
                <p14:cNvContentPartPr/>
                <p14:nvPr/>
              </p14:nvContentPartPr>
              <p14:xfrm>
                <a:off x="8021133" y="1301961"/>
                <a:ext cx="93600" cy="166320"/>
              </p14:xfrm>
            </p:contentPart>
          </mc:Choice>
          <mc:Fallback>
            <p:pic>
              <p:nvPicPr>
                <p:cNvPr id="125" name="Ink 124">
                  <a:extLst>
                    <a:ext uri="{FF2B5EF4-FFF2-40B4-BE49-F238E27FC236}">
                      <a16:creationId xmlns:a16="http://schemas.microsoft.com/office/drawing/2014/main" id="{5C06D2DB-4728-4AD2-8939-D9DFED45388F}"/>
                    </a:ext>
                  </a:extLst>
                </p:cNvPr>
                <p:cNvPicPr/>
                <p:nvPr/>
              </p:nvPicPr>
              <p:blipFill>
                <a:blip r:embed="rId209"/>
                <a:stretch>
                  <a:fillRect/>
                </a:stretch>
              </p:blipFill>
              <p:spPr>
                <a:xfrm>
                  <a:off x="8003493" y="1284321"/>
                  <a:ext cx="129240" cy="2019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10">
              <p14:nvContentPartPr>
                <p14:cNvPr id="126" name="Ink 125">
                  <a:extLst>
                    <a:ext uri="{FF2B5EF4-FFF2-40B4-BE49-F238E27FC236}">
                      <a16:creationId xmlns:a16="http://schemas.microsoft.com/office/drawing/2014/main" id="{E874BF3C-6D0D-C8DA-D8DA-DF6CF1D7C416}"/>
                    </a:ext>
                  </a:extLst>
                </p14:cNvPr>
                <p14:cNvContentPartPr/>
                <p14:nvPr/>
              </p14:nvContentPartPr>
              <p14:xfrm>
                <a:off x="8092773" y="1187481"/>
                <a:ext cx="91080" cy="416880"/>
              </p14:xfrm>
            </p:contentPart>
          </mc:Choice>
          <mc:Fallback>
            <p:pic>
              <p:nvPicPr>
                <p:cNvPr id="126" name="Ink 125">
                  <a:extLst>
                    <a:ext uri="{FF2B5EF4-FFF2-40B4-BE49-F238E27FC236}">
                      <a16:creationId xmlns:a16="http://schemas.microsoft.com/office/drawing/2014/main" id="{E874BF3C-6D0D-C8DA-D8DA-DF6CF1D7C416}"/>
                    </a:ext>
                  </a:extLst>
                </p:cNvPr>
                <p:cNvPicPr/>
                <p:nvPr/>
              </p:nvPicPr>
              <p:blipFill>
                <a:blip r:embed="rId211"/>
                <a:stretch>
                  <a:fillRect/>
                </a:stretch>
              </p:blipFill>
              <p:spPr>
                <a:xfrm>
                  <a:off x="8075133" y="1169841"/>
                  <a:ext cx="126720" cy="4525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12">
              <p14:nvContentPartPr>
                <p14:cNvPr id="127" name="Ink 126">
                  <a:extLst>
                    <a:ext uri="{FF2B5EF4-FFF2-40B4-BE49-F238E27FC236}">
                      <a16:creationId xmlns:a16="http://schemas.microsoft.com/office/drawing/2014/main" id="{0F7C9987-ABDC-1937-1C09-12480833AEFB}"/>
                    </a:ext>
                  </a:extLst>
                </p14:cNvPr>
                <p14:cNvContentPartPr/>
                <p14:nvPr/>
              </p14:nvContentPartPr>
              <p14:xfrm>
                <a:off x="4028013" y="1574121"/>
                <a:ext cx="248400" cy="244800"/>
              </p14:xfrm>
            </p:contentPart>
          </mc:Choice>
          <mc:Fallback>
            <p:pic>
              <p:nvPicPr>
                <p:cNvPr id="127" name="Ink 126">
                  <a:extLst>
                    <a:ext uri="{FF2B5EF4-FFF2-40B4-BE49-F238E27FC236}">
                      <a16:creationId xmlns:a16="http://schemas.microsoft.com/office/drawing/2014/main" id="{0F7C9987-ABDC-1937-1C09-12480833AEFB}"/>
                    </a:ext>
                  </a:extLst>
                </p:cNvPr>
                <p:cNvPicPr/>
                <p:nvPr/>
              </p:nvPicPr>
              <p:blipFill>
                <a:blip r:embed="rId213"/>
                <a:stretch>
                  <a:fillRect/>
                </a:stretch>
              </p:blipFill>
              <p:spPr>
                <a:xfrm>
                  <a:off x="4010013" y="1556121"/>
                  <a:ext cx="284040" cy="2804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14">
              <p14:nvContentPartPr>
                <p14:cNvPr id="128" name="Ink 127">
                  <a:extLst>
                    <a:ext uri="{FF2B5EF4-FFF2-40B4-BE49-F238E27FC236}">
                      <a16:creationId xmlns:a16="http://schemas.microsoft.com/office/drawing/2014/main" id="{9ED14C40-6F7E-B049-2E9D-C662A9B66A56}"/>
                    </a:ext>
                  </a:extLst>
                </p14:cNvPr>
                <p14:cNvContentPartPr/>
                <p14:nvPr/>
              </p14:nvContentPartPr>
              <p14:xfrm>
                <a:off x="4111893" y="1707681"/>
                <a:ext cx="163080" cy="17280"/>
              </p14:xfrm>
            </p:contentPart>
          </mc:Choice>
          <mc:Fallback>
            <p:pic>
              <p:nvPicPr>
                <p:cNvPr id="128" name="Ink 127">
                  <a:extLst>
                    <a:ext uri="{FF2B5EF4-FFF2-40B4-BE49-F238E27FC236}">
                      <a16:creationId xmlns:a16="http://schemas.microsoft.com/office/drawing/2014/main" id="{9ED14C40-6F7E-B049-2E9D-C662A9B66A56}"/>
                    </a:ext>
                  </a:extLst>
                </p:cNvPr>
                <p:cNvPicPr/>
                <p:nvPr/>
              </p:nvPicPr>
              <p:blipFill>
                <a:blip r:embed="rId215"/>
                <a:stretch>
                  <a:fillRect/>
                </a:stretch>
              </p:blipFill>
              <p:spPr>
                <a:xfrm>
                  <a:off x="4094253" y="1690041"/>
                  <a:ext cx="198720" cy="52920"/>
                </a:xfrm>
                <a:prstGeom prst="rect">
                  <a:avLst/>
                </a:prstGeom>
              </p:spPr>
            </p:pic>
          </mc:Fallback>
        </mc:AlternateContent>
      </p:grpSp>
      <mc:AlternateContent xmlns:mc="http://schemas.openxmlformats.org/markup-compatibility/2006">
        <mc:Choice xmlns:p14="http://schemas.microsoft.com/office/powerpoint/2010/main" xmlns:aink="http://schemas.microsoft.com/office/drawing/2016/ink" Requires="p14 aink">
          <p:contentPart p14:bwMode="auto" r:id="rId216">
            <p14:nvContentPartPr>
              <p14:cNvPr id="132" name="Ink 131">
                <a:extLst>
                  <a:ext uri="{FF2B5EF4-FFF2-40B4-BE49-F238E27FC236}">
                    <a16:creationId xmlns:a16="http://schemas.microsoft.com/office/drawing/2014/main" id="{118D553B-04B6-CCBB-054F-177575465EB7}"/>
                  </a:ext>
                </a:extLst>
              </p14:cNvPr>
              <p14:cNvContentPartPr/>
              <p14:nvPr/>
            </p14:nvContentPartPr>
            <p14:xfrm>
              <a:off x="4204413" y="2684361"/>
              <a:ext cx="2780640" cy="2780640"/>
            </p14:xfrm>
          </p:contentPart>
        </mc:Choice>
        <mc:Fallback>
          <p:pic>
            <p:nvPicPr>
              <p:cNvPr id="132" name="Ink 131">
                <a:extLst>
                  <a:ext uri="{FF2B5EF4-FFF2-40B4-BE49-F238E27FC236}">
                    <a16:creationId xmlns:a16="http://schemas.microsoft.com/office/drawing/2014/main" id="{118D553B-04B6-CCBB-054F-177575465EB7}"/>
                  </a:ext>
                </a:extLst>
              </p:cNvPr>
              <p:cNvPicPr/>
              <p:nvPr/>
            </p:nvPicPr>
            <p:blipFill>
              <a:blip r:embed="rId217"/>
              <a:stretch>
                <a:fillRect/>
              </a:stretch>
            </p:blipFill>
            <p:spPr>
              <a:xfrm>
                <a:off x="4186413" y="2666361"/>
                <a:ext cx="2816280" cy="2816280"/>
              </a:xfrm>
              <a:prstGeom prst="rect">
                <a:avLst/>
              </a:prstGeom>
            </p:spPr>
          </p:pic>
        </mc:Fallback>
      </mc:AlternateContent>
      <p:grpSp>
        <p:nvGrpSpPr>
          <p:cNvPr id="135" name="Group 134">
            <a:extLst>
              <a:ext uri="{FF2B5EF4-FFF2-40B4-BE49-F238E27FC236}">
                <a16:creationId xmlns:a16="http://schemas.microsoft.com/office/drawing/2014/main" id="{AE3FCCC3-84F0-4C04-74B9-3D02C79CF940}"/>
              </a:ext>
            </a:extLst>
          </p:cNvPr>
          <p:cNvGrpSpPr/>
          <p:nvPr/>
        </p:nvGrpSpPr>
        <p:grpSpPr>
          <a:xfrm>
            <a:off x="4275693" y="2179641"/>
            <a:ext cx="1032120" cy="376920"/>
            <a:chOff x="4275693" y="2179641"/>
            <a:chExt cx="1032120" cy="376920"/>
          </a:xfrm>
        </p:grpSpPr>
        <mc:AlternateContent xmlns:mc="http://schemas.openxmlformats.org/markup-compatibility/2006">
          <mc:Choice xmlns:p14="http://schemas.microsoft.com/office/powerpoint/2010/main" xmlns:aink="http://schemas.microsoft.com/office/drawing/2016/ink" Requires="p14 aink">
            <p:contentPart p14:bwMode="auto" r:id="rId218">
              <p14:nvContentPartPr>
                <p14:cNvPr id="133" name="Ink 132">
                  <a:extLst>
                    <a:ext uri="{FF2B5EF4-FFF2-40B4-BE49-F238E27FC236}">
                      <a16:creationId xmlns:a16="http://schemas.microsoft.com/office/drawing/2014/main" id="{1800EBDC-3B02-8FF5-CF7C-3A714D0C14EA}"/>
                    </a:ext>
                  </a:extLst>
                </p14:cNvPr>
                <p14:cNvContentPartPr/>
                <p14:nvPr/>
              </p14:nvContentPartPr>
              <p14:xfrm>
                <a:off x="4275693" y="2179641"/>
                <a:ext cx="762480" cy="376920"/>
              </p14:xfrm>
            </p:contentPart>
          </mc:Choice>
          <mc:Fallback>
            <p:pic>
              <p:nvPicPr>
                <p:cNvPr id="133" name="Ink 132">
                  <a:extLst>
                    <a:ext uri="{FF2B5EF4-FFF2-40B4-BE49-F238E27FC236}">
                      <a16:creationId xmlns:a16="http://schemas.microsoft.com/office/drawing/2014/main" id="{1800EBDC-3B02-8FF5-CF7C-3A714D0C14EA}"/>
                    </a:ext>
                  </a:extLst>
                </p:cNvPr>
                <p:cNvPicPr/>
                <p:nvPr/>
              </p:nvPicPr>
              <p:blipFill>
                <a:blip r:embed="rId219"/>
                <a:stretch>
                  <a:fillRect/>
                </a:stretch>
              </p:blipFill>
              <p:spPr>
                <a:xfrm>
                  <a:off x="4258053" y="2161641"/>
                  <a:ext cx="798120" cy="4125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20">
              <p14:nvContentPartPr>
                <p14:cNvPr id="134" name="Ink 133">
                  <a:extLst>
                    <a:ext uri="{FF2B5EF4-FFF2-40B4-BE49-F238E27FC236}">
                      <a16:creationId xmlns:a16="http://schemas.microsoft.com/office/drawing/2014/main" id="{976A2F44-459E-4099-2D22-03766952D8A6}"/>
                    </a:ext>
                  </a:extLst>
                </p14:cNvPr>
                <p14:cNvContentPartPr/>
                <p14:nvPr/>
              </p14:nvContentPartPr>
              <p14:xfrm>
                <a:off x="5115933" y="2286561"/>
                <a:ext cx="191880" cy="190080"/>
              </p14:xfrm>
            </p:contentPart>
          </mc:Choice>
          <mc:Fallback>
            <p:pic>
              <p:nvPicPr>
                <p:cNvPr id="134" name="Ink 133">
                  <a:extLst>
                    <a:ext uri="{FF2B5EF4-FFF2-40B4-BE49-F238E27FC236}">
                      <a16:creationId xmlns:a16="http://schemas.microsoft.com/office/drawing/2014/main" id="{976A2F44-459E-4099-2D22-03766952D8A6}"/>
                    </a:ext>
                  </a:extLst>
                </p:cNvPr>
                <p:cNvPicPr/>
                <p:nvPr/>
              </p:nvPicPr>
              <p:blipFill>
                <a:blip r:embed="rId221"/>
                <a:stretch>
                  <a:fillRect/>
                </a:stretch>
              </p:blipFill>
              <p:spPr>
                <a:xfrm>
                  <a:off x="5097933" y="2268561"/>
                  <a:ext cx="227520" cy="225720"/>
                </a:xfrm>
                <a:prstGeom prst="rect">
                  <a:avLst/>
                </a:prstGeom>
              </p:spPr>
            </p:pic>
          </mc:Fallback>
        </mc:AlternateContent>
      </p:grpSp>
      <p:grpSp>
        <p:nvGrpSpPr>
          <p:cNvPr id="151" name="Group 150">
            <a:extLst>
              <a:ext uri="{FF2B5EF4-FFF2-40B4-BE49-F238E27FC236}">
                <a16:creationId xmlns:a16="http://schemas.microsoft.com/office/drawing/2014/main" id="{E457479E-3516-A1C5-2577-2C9277C1821B}"/>
              </a:ext>
            </a:extLst>
          </p:cNvPr>
          <p:cNvGrpSpPr/>
          <p:nvPr/>
        </p:nvGrpSpPr>
        <p:grpSpPr>
          <a:xfrm>
            <a:off x="4471893" y="3502641"/>
            <a:ext cx="737280" cy="387360"/>
            <a:chOff x="4471893" y="3502641"/>
            <a:chExt cx="737280" cy="387360"/>
          </a:xfrm>
        </p:grpSpPr>
        <mc:AlternateContent xmlns:mc="http://schemas.openxmlformats.org/markup-compatibility/2006">
          <mc:Choice xmlns:p14="http://schemas.microsoft.com/office/powerpoint/2010/main" xmlns:aink="http://schemas.microsoft.com/office/drawing/2016/ink" Requires="p14 aink">
            <p:contentPart p14:bwMode="auto" r:id="rId222">
              <p14:nvContentPartPr>
                <p14:cNvPr id="136" name="Ink 135">
                  <a:extLst>
                    <a:ext uri="{FF2B5EF4-FFF2-40B4-BE49-F238E27FC236}">
                      <a16:creationId xmlns:a16="http://schemas.microsoft.com/office/drawing/2014/main" id="{EE216979-53B8-4BE5-8817-70A19D81E4A6}"/>
                    </a:ext>
                  </a:extLst>
                </p14:cNvPr>
                <p14:cNvContentPartPr/>
                <p14:nvPr/>
              </p14:nvContentPartPr>
              <p14:xfrm>
                <a:off x="4471893" y="3598041"/>
                <a:ext cx="202680" cy="291960"/>
              </p14:xfrm>
            </p:contentPart>
          </mc:Choice>
          <mc:Fallback>
            <p:pic>
              <p:nvPicPr>
                <p:cNvPr id="136" name="Ink 135">
                  <a:extLst>
                    <a:ext uri="{FF2B5EF4-FFF2-40B4-BE49-F238E27FC236}">
                      <a16:creationId xmlns:a16="http://schemas.microsoft.com/office/drawing/2014/main" id="{EE216979-53B8-4BE5-8817-70A19D81E4A6}"/>
                    </a:ext>
                  </a:extLst>
                </p:cNvPr>
                <p:cNvPicPr/>
                <p:nvPr/>
              </p:nvPicPr>
              <p:blipFill>
                <a:blip r:embed="rId223"/>
                <a:stretch>
                  <a:fillRect/>
                </a:stretch>
              </p:blipFill>
              <p:spPr>
                <a:xfrm>
                  <a:off x="4453893" y="3580401"/>
                  <a:ext cx="238320" cy="3276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24">
              <p14:nvContentPartPr>
                <p14:cNvPr id="137" name="Ink 136">
                  <a:extLst>
                    <a:ext uri="{FF2B5EF4-FFF2-40B4-BE49-F238E27FC236}">
                      <a16:creationId xmlns:a16="http://schemas.microsoft.com/office/drawing/2014/main" id="{CB2E9A71-13A1-95D1-68C6-9E2F31108B44}"/>
                    </a:ext>
                  </a:extLst>
                </p14:cNvPr>
                <p14:cNvContentPartPr/>
                <p14:nvPr/>
              </p14:nvContentPartPr>
              <p14:xfrm>
                <a:off x="4740453" y="3502641"/>
                <a:ext cx="468720" cy="325800"/>
              </p14:xfrm>
            </p:contentPart>
          </mc:Choice>
          <mc:Fallback>
            <p:pic>
              <p:nvPicPr>
                <p:cNvPr id="137" name="Ink 136">
                  <a:extLst>
                    <a:ext uri="{FF2B5EF4-FFF2-40B4-BE49-F238E27FC236}">
                      <a16:creationId xmlns:a16="http://schemas.microsoft.com/office/drawing/2014/main" id="{CB2E9A71-13A1-95D1-68C6-9E2F31108B44}"/>
                    </a:ext>
                  </a:extLst>
                </p:cNvPr>
                <p:cNvPicPr/>
                <p:nvPr/>
              </p:nvPicPr>
              <p:blipFill>
                <a:blip r:embed="rId225"/>
                <a:stretch>
                  <a:fillRect/>
                </a:stretch>
              </p:blipFill>
              <p:spPr>
                <a:xfrm>
                  <a:off x="4722453" y="3485001"/>
                  <a:ext cx="504360" cy="361440"/>
                </a:xfrm>
                <a:prstGeom prst="rect">
                  <a:avLst/>
                </a:prstGeom>
              </p:spPr>
            </p:pic>
          </mc:Fallback>
        </mc:AlternateContent>
      </p:grpSp>
      <p:grpSp>
        <p:nvGrpSpPr>
          <p:cNvPr id="150" name="Group 149">
            <a:extLst>
              <a:ext uri="{FF2B5EF4-FFF2-40B4-BE49-F238E27FC236}">
                <a16:creationId xmlns:a16="http://schemas.microsoft.com/office/drawing/2014/main" id="{11DF3AF6-C6F0-853B-2AF5-DF791AB89AC1}"/>
              </a:ext>
            </a:extLst>
          </p:cNvPr>
          <p:cNvGrpSpPr/>
          <p:nvPr/>
        </p:nvGrpSpPr>
        <p:grpSpPr>
          <a:xfrm>
            <a:off x="5486013" y="3436041"/>
            <a:ext cx="822240" cy="424440"/>
            <a:chOff x="5486013" y="3436041"/>
            <a:chExt cx="822240" cy="424440"/>
          </a:xfrm>
        </p:grpSpPr>
        <mc:AlternateContent xmlns:mc="http://schemas.openxmlformats.org/markup-compatibility/2006">
          <mc:Choice xmlns:p14="http://schemas.microsoft.com/office/powerpoint/2010/main" xmlns:aink="http://schemas.microsoft.com/office/drawing/2016/ink" Requires="p14 aink">
            <p:contentPart p14:bwMode="auto" r:id="rId226">
              <p14:nvContentPartPr>
                <p14:cNvPr id="138" name="Ink 137">
                  <a:extLst>
                    <a:ext uri="{FF2B5EF4-FFF2-40B4-BE49-F238E27FC236}">
                      <a16:creationId xmlns:a16="http://schemas.microsoft.com/office/drawing/2014/main" id="{255A771C-0E70-ED4B-4021-14A17A21632C}"/>
                    </a:ext>
                  </a:extLst>
                </p14:cNvPr>
                <p14:cNvContentPartPr/>
                <p14:nvPr/>
              </p14:nvContentPartPr>
              <p14:xfrm>
                <a:off x="5486013" y="3464841"/>
                <a:ext cx="166680" cy="366480"/>
              </p14:xfrm>
            </p:contentPart>
          </mc:Choice>
          <mc:Fallback>
            <p:pic>
              <p:nvPicPr>
                <p:cNvPr id="138" name="Ink 137">
                  <a:extLst>
                    <a:ext uri="{FF2B5EF4-FFF2-40B4-BE49-F238E27FC236}">
                      <a16:creationId xmlns:a16="http://schemas.microsoft.com/office/drawing/2014/main" id="{255A771C-0E70-ED4B-4021-14A17A21632C}"/>
                    </a:ext>
                  </a:extLst>
                </p:cNvPr>
                <p:cNvPicPr/>
                <p:nvPr/>
              </p:nvPicPr>
              <p:blipFill>
                <a:blip r:embed="rId227"/>
                <a:stretch>
                  <a:fillRect/>
                </a:stretch>
              </p:blipFill>
              <p:spPr>
                <a:xfrm>
                  <a:off x="5468373" y="3447201"/>
                  <a:ext cx="202320" cy="4021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28">
              <p14:nvContentPartPr>
                <p14:cNvPr id="139" name="Ink 138">
                  <a:extLst>
                    <a:ext uri="{FF2B5EF4-FFF2-40B4-BE49-F238E27FC236}">
                      <a16:creationId xmlns:a16="http://schemas.microsoft.com/office/drawing/2014/main" id="{89A30DB1-B3AA-F6B2-435F-3C11F3E9492E}"/>
                    </a:ext>
                  </a:extLst>
                </p14:cNvPr>
                <p14:cNvContentPartPr/>
                <p14:nvPr/>
              </p14:nvContentPartPr>
              <p14:xfrm>
                <a:off x="5694453" y="3484641"/>
                <a:ext cx="196560" cy="317520"/>
              </p14:xfrm>
            </p:contentPart>
          </mc:Choice>
          <mc:Fallback>
            <p:pic>
              <p:nvPicPr>
                <p:cNvPr id="139" name="Ink 138">
                  <a:extLst>
                    <a:ext uri="{FF2B5EF4-FFF2-40B4-BE49-F238E27FC236}">
                      <a16:creationId xmlns:a16="http://schemas.microsoft.com/office/drawing/2014/main" id="{89A30DB1-B3AA-F6B2-435F-3C11F3E9492E}"/>
                    </a:ext>
                  </a:extLst>
                </p:cNvPr>
                <p:cNvPicPr/>
                <p:nvPr/>
              </p:nvPicPr>
              <p:blipFill>
                <a:blip r:embed="rId229"/>
                <a:stretch>
                  <a:fillRect/>
                </a:stretch>
              </p:blipFill>
              <p:spPr>
                <a:xfrm>
                  <a:off x="5676813" y="3467001"/>
                  <a:ext cx="232200" cy="3531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30">
              <p14:nvContentPartPr>
                <p14:cNvPr id="140" name="Ink 139">
                  <a:extLst>
                    <a:ext uri="{FF2B5EF4-FFF2-40B4-BE49-F238E27FC236}">
                      <a16:creationId xmlns:a16="http://schemas.microsoft.com/office/drawing/2014/main" id="{E3AA1DEC-3CFD-2B24-0264-9DD8F6A33941}"/>
                    </a:ext>
                  </a:extLst>
                </p14:cNvPr>
                <p14:cNvContentPartPr/>
                <p14:nvPr/>
              </p14:nvContentPartPr>
              <p14:xfrm>
                <a:off x="5769693" y="3436041"/>
                <a:ext cx="295560" cy="381960"/>
              </p14:xfrm>
            </p:contentPart>
          </mc:Choice>
          <mc:Fallback>
            <p:pic>
              <p:nvPicPr>
                <p:cNvPr id="140" name="Ink 139">
                  <a:extLst>
                    <a:ext uri="{FF2B5EF4-FFF2-40B4-BE49-F238E27FC236}">
                      <a16:creationId xmlns:a16="http://schemas.microsoft.com/office/drawing/2014/main" id="{E3AA1DEC-3CFD-2B24-0264-9DD8F6A33941}"/>
                    </a:ext>
                  </a:extLst>
                </p:cNvPr>
                <p:cNvPicPr/>
                <p:nvPr/>
              </p:nvPicPr>
              <p:blipFill>
                <a:blip r:embed="rId231"/>
                <a:stretch>
                  <a:fillRect/>
                </a:stretch>
              </p:blipFill>
              <p:spPr>
                <a:xfrm>
                  <a:off x="5752053" y="3418401"/>
                  <a:ext cx="331200" cy="4176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32">
              <p14:nvContentPartPr>
                <p14:cNvPr id="141" name="Ink 140">
                  <a:extLst>
                    <a:ext uri="{FF2B5EF4-FFF2-40B4-BE49-F238E27FC236}">
                      <a16:creationId xmlns:a16="http://schemas.microsoft.com/office/drawing/2014/main" id="{F3CA6604-4B0F-D151-0E3A-D8C0C39FCDC4}"/>
                    </a:ext>
                  </a:extLst>
                </p14:cNvPr>
                <p14:cNvContentPartPr/>
                <p14:nvPr/>
              </p14:nvContentPartPr>
              <p14:xfrm>
                <a:off x="6198093" y="3521721"/>
                <a:ext cx="11520" cy="135720"/>
              </p14:xfrm>
            </p:contentPart>
          </mc:Choice>
          <mc:Fallback>
            <p:pic>
              <p:nvPicPr>
                <p:cNvPr id="141" name="Ink 140">
                  <a:extLst>
                    <a:ext uri="{FF2B5EF4-FFF2-40B4-BE49-F238E27FC236}">
                      <a16:creationId xmlns:a16="http://schemas.microsoft.com/office/drawing/2014/main" id="{F3CA6604-4B0F-D151-0E3A-D8C0C39FCDC4}"/>
                    </a:ext>
                  </a:extLst>
                </p:cNvPr>
                <p:cNvPicPr/>
                <p:nvPr/>
              </p:nvPicPr>
              <p:blipFill>
                <a:blip r:embed="rId233"/>
                <a:stretch>
                  <a:fillRect/>
                </a:stretch>
              </p:blipFill>
              <p:spPr>
                <a:xfrm>
                  <a:off x="6180093" y="3504081"/>
                  <a:ext cx="47160" cy="1713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34">
              <p14:nvContentPartPr>
                <p14:cNvPr id="142" name="Ink 141">
                  <a:extLst>
                    <a:ext uri="{FF2B5EF4-FFF2-40B4-BE49-F238E27FC236}">
                      <a16:creationId xmlns:a16="http://schemas.microsoft.com/office/drawing/2014/main" id="{5D656504-857B-10DA-6F52-8B26049DB082}"/>
                    </a:ext>
                  </a:extLst>
                </p14:cNvPr>
                <p14:cNvContentPartPr/>
                <p14:nvPr/>
              </p14:nvContentPartPr>
              <p14:xfrm>
                <a:off x="6204573" y="3784881"/>
                <a:ext cx="103680" cy="75600"/>
              </p14:xfrm>
            </p:contentPart>
          </mc:Choice>
          <mc:Fallback>
            <p:pic>
              <p:nvPicPr>
                <p:cNvPr id="142" name="Ink 141">
                  <a:extLst>
                    <a:ext uri="{FF2B5EF4-FFF2-40B4-BE49-F238E27FC236}">
                      <a16:creationId xmlns:a16="http://schemas.microsoft.com/office/drawing/2014/main" id="{5D656504-857B-10DA-6F52-8B26049DB082}"/>
                    </a:ext>
                  </a:extLst>
                </p:cNvPr>
                <p:cNvPicPr/>
                <p:nvPr/>
              </p:nvPicPr>
              <p:blipFill>
                <a:blip r:embed="rId235"/>
                <a:stretch>
                  <a:fillRect/>
                </a:stretch>
              </p:blipFill>
              <p:spPr>
                <a:xfrm>
                  <a:off x="6186573" y="3766881"/>
                  <a:ext cx="139320" cy="111240"/>
                </a:xfrm>
                <a:prstGeom prst="rect">
                  <a:avLst/>
                </a:prstGeom>
              </p:spPr>
            </p:pic>
          </mc:Fallback>
        </mc:AlternateContent>
      </p:grpSp>
      <p:grpSp>
        <p:nvGrpSpPr>
          <p:cNvPr id="149" name="Group 148">
            <a:extLst>
              <a:ext uri="{FF2B5EF4-FFF2-40B4-BE49-F238E27FC236}">
                <a16:creationId xmlns:a16="http://schemas.microsoft.com/office/drawing/2014/main" id="{8770A305-D510-4C83-2873-074451145AA2}"/>
              </a:ext>
            </a:extLst>
          </p:cNvPr>
          <p:cNvGrpSpPr/>
          <p:nvPr/>
        </p:nvGrpSpPr>
        <p:grpSpPr>
          <a:xfrm>
            <a:off x="5277933" y="4055601"/>
            <a:ext cx="1317960" cy="378000"/>
            <a:chOff x="5277933" y="4055601"/>
            <a:chExt cx="1317960" cy="378000"/>
          </a:xfrm>
        </p:grpSpPr>
        <mc:AlternateContent xmlns:mc="http://schemas.openxmlformats.org/markup-compatibility/2006">
          <mc:Choice xmlns:p14="http://schemas.microsoft.com/office/powerpoint/2010/main" xmlns:aink="http://schemas.microsoft.com/office/drawing/2016/ink" Requires="p14 aink">
            <p:contentPart p14:bwMode="auto" r:id="rId236">
              <p14:nvContentPartPr>
                <p14:cNvPr id="143" name="Ink 142">
                  <a:extLst>
                    <a:ext uri="{FF2B5EF4-FFF2-40B4-BE49-F238E27FC236}">
                      <a16:creationId xmlns:a16="http://schemas.microsoft.com/office/drawing/2014/main" id="{BD876FEA-B22F-5BFF-AB04-DA68C19F4A8F}"/>
                    </a:ext>
                  </a:extLst>
                </p14:cNvPr>
                <p14:cNvContentPartPr/>
                <p14:nvPr/>
              </p14:nvContentPartPr>
              <p14:xfrm>
                <a:off x="5277933" y="4062801"/>
                <a:ext cx="195120" cy="330840"/>
              </p14:xfrm>
            </p:contentPart>
          </mc:Choice>
          <mc:Fallback>
            <p:pic>
              <p:nvPicPr>
                <p:cNvPr id="143" name="Ink 142">
                  <a:extLst>
                    <a:ext uri="{FF2B5EF4-FFF2-40B4-BE49-F238E27FC236}">
                      <a16:creationId xmlns:a16="http://schemas.microsoft.com/office/drawing/2014/main" id="{BD876FEA-B22F-5BFF-AB04-DA68C19F4A8F}"/>
                    </a:ext>
                  </a:extLst>
                </p:cNvPr>
                <p:cNvPicPr/>
                <p:nvPr/>
              </p:nvPicPr>
              <p:blipFill>
                <a:blip r:embed="rId237"/>
                <a:stretch>
                  <a:fillRect/>
                </a:stretch>
              </p:blipFill>
              <p:spPr>
                <a:xfrm>
                  <a:off x="5260293" y="4044801"/>
                  <a:ext cx="230760" cy="3664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38">
              <p14:nvContentPartPr>
                <p14:cNvPr id="144" name="Ink 143">
                  <a:extLst>
                    <a:ext uri="{FF2B5EF4-FFF2-40B4-BE49-F238E27FC236}">
                      <a16:creationId xmlns:a16="http://schemas.microsoft.com/office/drawing/2014/main" id="{CCC79495-3EF5-5DDF-D3F2-55C979266377}"/>
                    </a:ext>
                  </a:extLst>
                </p14:cNvPr>
                <p14:cNvContentPartPr/>
                <p14:nvPr/>
              </p14:nvContentPartPr>
              <p14:xfrm>
                <a:off x="5577453" y="4133721"/>
                <a:ext cx="149400" cy="252000"/>
              </p14:xfrm>
            </p:contentPart>
          </mc:Choice>
          <mc:Fallback>
            <p:pic>
              <p:nvPicPr>
                <p:cNvPr id="144" name="Ink 143">
                  <a:extLst>
                    <a:ext uri="{FF2B5EF4-FFF2-40B4-BE49-F238E27FC236}">
                      <a16:creationId xmlns:a16="http://schemas.microsoft.com/office/drawing/2014/main" id="{CCC79495-3EF5-5DDF-D3F2-55C979266377}"/>
                    </a:ext>
                  </a:extLst>
                </p:cNvPr>
                <p:cNvPicPr/>
                <p:nvPr/>
              </p:nvPicPr>
              <p:blipFill>
                <a:blip r:embed="rId239"/>
                <a:stretch>
                  <a:fillRect/>
                </a:stretch>
              </p:blipFill>
              <p:spPr>
                <a:xfrm>
                  <a:off x="5559813" y="4115721"/>
                  <a:ext cx="185040" cy="2876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40">
              <p14:nvContentPartPr>
                <p14:cNvPr id="145" name="Ink 144">
                  <a:extLst>
                    <a:ext uri="{FF2B5EF4-FFF2-40B4-BE49-F238E27FC236}">
                      <a16:creationId xmlns:a16="http://schemas.microsoft.com/office/drawing/2014/main" id="{ACFF8AA5-8A13-FA61-36B1-E74AF28F7358}"/>
                    </a:ext>
                  </a:extLst>
                </p14:cNvPr>
                <p14:cNvContentPartPr/>
                <p14:nvPr/>
              </p14:nvContentPartPr>
              <p14:xfrm>
                <a:off x="5787333" y="4379241"/>
                <a:ext cx="194760" cy="54360"/>
              </p14:xfrm>
            </p:contentPart>
          </mc:Choice>
          <mc:Fallback>
            <p:pic>
              <p:nvPicPr>
                <p:cNvPr id="145" name="Ink 144">
                  <a:extLst>
                    <a:ext uri="{FF2B5EF4-FFF2-40B4-BE49-F238E27FC236}">
                      <a16:creationId xmlns:a16="http://schemas.microsoft.com/office/drawing/2014/main" id="{ACFF8AA5-8A13-FA61-36B1-E74AF28F7358}"/>
                    </a:ext>
                  </a:extLst>
                </p:cNvPr>
                <p:cNvPicPr/>
                <p:nvPr/>
              </p:nvPicPr>
              <p:blipFill>
                <a:blip r:embed="rId241"/>
                <a:stretch>
                  <a:fillRect/>
                </a:stretch>
              </p:blipFill>
              <p:spPr>
                <a:xfrm>
                  <a:off x="5769333" y="4361601"/>
                  <a:ext cx="230400" cy="90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42">
              <p14:nvContentPartPr>
                <p14:cNvPr id="146" name="Ink 145">
                  <a:extLst>
                    <a:ext uri="{FF2B5EF4-FFF2-40B4-BE49-F238E27FC236}">
                      <a16:creationId xmlns:a16="http://schemas.microsoft.com/office/drawing/2014/main" id="{FA6425FC-C811-A5F6-68CA-10F89BA7ED06}"/>
                    </a:ext>
                  </a:extLst>
                </p14:cNvPr>
                <p14:cNvContentPartPr/>
                <p14:nvPr/>
              </p14:nvContentPartPr>
              <p14:xfrm>
                <a:off x="6049053" y="4145601"/>
                <a:ext cx="108720" cy="220320"/>
              </p14:xfrm>
            </p:contentPart>
          </mc:Choice>
          <mc:Fallback>
            <p:pic>
              <p:nvPicPr>
                <p:cNvPr id="146" name="Ink 145">
                  <a:extLst>
                    <a:ext uri="{FF2B5EF4-FFF2-40B4-BE49-F238E27FC236}">
                      <a16:creationId xmlns:a16="http://schemas.microsoft.com/office/drawing/2014/main" id="{FA6425FC-C811-A5F6-68CA-10F89BA7ED06}"/>
                    </a:ext>
                  </a:extLst>
                </p:cNvPr>
                <p:cNvPicPr/>
                <p:nvPr/>
              </p:nvPicPr>
              <p:blipFill>
                <a:blip r:embed="rId243"/>
                <a:stretch>
                  <a:fillRect/>
                </a:stretch>
              </p:blipFill>
              <p:spPr>
                <a:xfrm>
                  <a:off x="6031413" y="4127601"/>
                  <a:ext cx="144360" cy="2559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44">
              <p14:nvContentPartPr>
                <p14:cNvPr id="147" name="Ink 146">
                  <a:extLst>
                    <a:ext uri="{FF2B5EF4-FFF2-40B4-BE49-F238E27FC236}">
                      <a16:creationId xmlns:a16="http://schemas.microsoft.com/office/drawing/2014/main" id="{6B90FCC9-C85C-1380-5822-A3400B0AECE1}"/>
                    </a:ext>
                  </a:extLst>
                </p14:cNvPr>
                <p14:cNvContentPartPr/>
                <p14:nvPr/>
              </p14:nvContentPartPr>
              <p14:xfrm>
                <a:off x="6284853" y="4055601"/>
                <a:ext cx="143280" cy="300600"/>
              </p14:xfrm>
            </p:contentPart>
          </mc:Choice>
          <mc:Fallback>
            <p:pic>
              <p:nvPicPr>
                <p:cNvPr id="147" name="Ink 146">
                  <a:extLst>
                    <a:ext uri="{FF2B5EF4-FFF2-40B4-BE49-F238E27FC236}">
                      <a16:creationId xmlns:a16="http://schemas.microsoft.com/office/drawing/2014/main" id="{6B90FCC9-C85C-1380-5822-A3400B0AECE1}"/>
                    </a:ext>
                  </a:extLst>
                </p:cNvPr>
                <p:cNvPicPr/>
                <p:nvPr/>
              </p:nvPicPr>
              <p:blipFill>
                <a:blip r:embed="rId245"/>
                <a:stretch>
                  <a:fillRect/>
                </a:stretch>
              </p:blipFill>
              <p:spPr>
                <a:xfrm>
                  <a:off x="6267213" y="4037601"/>
                  <a:ext cx="178920" cy="3362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46">
              <p14:nvContentPartPr>
                <p14:cNvPr id="148" name="Ink 147">
                  <a:extLst>
                    <a:ext uri="{FF2B5EF4-FFF2-40B4-BE49-F238E27FC236}">
                      <a16:creationId xmlns:a16="http://schemas.microsoft.com/office/drawing/2014/main" id="{F50A401B-55C1-E948-E7AB-777CBEF3A742}"/>
                    </a:ext>
                  </a:extLst>
                </p14:cNvPr>
                <p14:cNvContentPartPr/>
                <p14:nvPr/>
              </p14:nvContentPartPr>
              <p14:xfrm>
                <a:off x="6568533" y="4074321"/>
                <a:ext cx="27360" cy="234720"/>
              </p14:xfrm>
            </p:contentPart>
          </mc:Choice>
          <mc:Fallback>
            <p:pic>
              <p:nvPicPr>
                <p:cNvPr id="148" name="Ink 147">
                  <a:extLst>
                    <a:ext uri="{FF2B5EF4-FFF2-40B4-BE49-F238E27FC236}">
                      <a16:creationId xmlns:a16="http://schemas.microsoft.com/office/drawing/2014/main" id="{F50A401B-55C1-E948-E7AB-777CBEF3A742}"/>
                    </a:ext>
                  </a:extLst>
                </p:cNvPr>
                <p:cNvPicPr/>
                <p:nvPr/>
              </p:nvPicPr>
              <p:blipFill>
                <a:blip r:embed="rId247"/>
                <a:stretch>
                  <a:fillRect/>
                </a:stretch>
              </p:blipFill>
              <p:spPr>
                <a:xfrm>
                  <a:off x="6550533" y="4056321"/>
                  <a:ext cx="63000" cy="270360"/>
                </a:xfrm>
                <a:prstGeom prst="rect">
                  <a:avLst/>
                </a:prstGeom>
              </p:spPr>
            </p:pic>
          </mc:Fallback>
        </mc:AlternateContent>
      </p:grpSp>
      <p:grpSp>
        <p:nvGrpSpPr>
          <p:cNvPr id="163" name="Group 162">
            <a:extLst>
              <a:ext uri="{FF2B5EF4-FFF2-40B4-BE49-F238E27FC236}">
                <a16:creationId xmlns:a16="http://schemas.microsoft.com/office/drawing/2014/main" id="{E8D8749E-54A8-CB36-E437-D81FB9968D8F}"/>
              </a:ext>
            </a:extLst>
          </p:cNvPr>
          <p:cNvGrpSpPr/>
          <p:nvPr/>
        </p:nvGrpSpPr>
        <p:grpSpPr>
          <a:xfrm>
            <a:off x="4609413" y="4620801"/>
            <a:ext cx="304920" cy="179280"/>
            <a:chOff x="4609413" y="4620801"/>
            <a:chExt cx="304920" cy="179280"/>
          </a:xfrm>
        </p:grpSpPr>
        <mc:AlternateContent xmlns:mc="http://schemas.openxmlformats.org/markup-compatibility/2006">
          <mc:Choice xmlns:p14="http://schemas.microsoft.com/office/powerpoint/2010/main" xmlns:aink="http://schemas.microsoft.com/office/drawing/2016/ink" Requires="p14 aink">
            <p:contentPart p14:bwMode="auto" r:id="rId248">
              <p14:nvContentPartPr>
                <p14:cNvPr id="152" name="Ink 151">
                  <a:extLst>
                    <a:ext uri="{FF2B5EF4-FFF2-40B4-BE49-F238E27FC236}">
                      <a16:creationId xmlns:a16="http://schemas.microsoft.com/office/drawing/2014/main" id="{C16F5E10-92E1-EDEB-2984-D02D507F81F4}"/>
                    </a:ext>
                  </a:extLst>
                </p14:cNvPr>
                <p14:cNvContentPartPr/>
                <p14:nvPr/>
              </p14:nvContentPartPr>
              <p14:xfrm>
                <a:off x="4609413" y="4696761"/>
                <a:ext cx="303480" cy="31680"/>
              </p14:xfrm>
            </p:contentPart>
          </mc:Choice>
          <mc:Fallback>
            <p:pic>
              <p:nvPicPr>
                <p:cNvPr id="152" name="Ink 151">
                  <a:extLst>
                    <a:ext uri="{FF2B5EF4-FFF2-40B4-BE49-F238E27FC236}">
                      <a16:creationId xmlns:a16="http://schemas.microsoft.com/office/drawing/2014/main" id="{C16F5E10-92E1-EDEB-2984-D02D507F81F4}"/>
                    </a:ext>
                  </a:extLst>
                </p:cNvPr>
                <p:cNvPicPr/>
                <p:nvPr/>
              </p:nvPicPr>
              <p:blipFill>
                <a:blip r:embed="rId249"/>
                <a:stretch>
                  <a:fillRect/>
                </a:stretch>
              </p:blipFill>
              <p:spPr>
                <a:xfrm>
                  <a:off x="4591773" y="4679121"/>
                  <a:ext cx="339120" cy="673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50">
              <p14:nvContentPartPr>
                <p14:cNvPr id="153" name="Ink 152">
                  <a:extLst>
                    <a:ext uri="{FF2B5EF4-FFF2-40B4-BE49-F238E27FC236}">
                      <a16:creationId xmlns:a16="http://schemas.microsoft.com/office/drawing/2014/main" id="{3AA8BE12-DABE-FBA4-A961-16B6099FB0E7}"/>
                    </a:ext>
                  </a:extLst>
                </p14:cNvPr>
                <p14:cNvContentPartPr/>
                <p14:nvPr/>
              </p14:nvContentPartPr>
              <p14:xfrm>
                <a:off x="4783293" y="4620801"/>
                <a:ext cx="131040" cy="179280"/>
              </p14:xfrm>
            </p:contentPart>
          </mc:Choice>
          <mc:Fallback>
            <p:pic>
              <p:nvPicPr>
                <p:cNvPr id="153" name="Ink 152">
                  <a:extLst>
                    <a:ext uri="{FF2B5EF4-FFF2-40B4-BE49-F238E27FC236}">
                      <a16:creationId xmlns:a16="http://schemas.microsoft.com/office/drawing/2014/main" id="{3AA8BE12-DABE-FBA4-A961-16B6099FB0E7}"/>
                    </a:ext>
                  </a:extLst>
                </p:cNvPr>
                <p:cNvPicPr/>
                <p:nvPr/>
              </p:nvPicPr>
              <p:blipFill>
                <a:blip r:embed="rId251"/>
                <a:stretch>
                  <a:fillRect/>
                </a:stretch>
              </p:blipFill>
              <p:spPr>
                <a:xfrm>
                  <a:off x="4765653" y="4602801"/>
                  <a:ext cx="166680" cy="214920"/>
                </a:xfrm>
                <a:prstGeom prst="rect">
                  <a:avLst/>
                </a:prstGeom>
              </p:spPr>
            </p:pic>
          </mc:Fallback>
        </mc:AlternateContent>
      </p:grpSp>
      <p:grpSp>
        <p:nvGrpSpPr>
          <p:cNvPr id="162" name="Group 161">
            <a:extLst>
              <a:ext uri="{FF2B5EF4-FFF2-40B4-BE49-F238E27FC236}">
                <a16:creationId xmlns:a16="http://schemas.microsoft.com/office/drawing/2014/main" id="{658D93E3-6257-B83C-DA2B-363BE01A5F4C}"/>
              </a:ext>
            </a:extLst>
          </p:cNvPr>
          <p:cNvGrpSpPr/>
          <p:nvPr/>
        </p:nvGrpSpPr>
        <p:grpSpPr>
          <a:xfrm>
            <a:off x="5827293" y="4843281"/>
            <a:ext cx="274680" cy="175680"/>
            <a:chOff x="5827293" y="4843281"/>
            <a:chExt cx="274680" cy="175680"/>
          </a:xfrm>
        </p:grpSpPr>
        <mc:AlternateContent xmlns:mc="http://schemas.openxmlformats.org/markup-compatibility/2006">
          <mc:Choice xmlns:p14="http://schemas.microsoft.com/office/powerpoint/2010/main" xmlns:aink="http://schemas.microsoft.com/office/drawing/2016/ink" Requires="p14 aink">
            <p:contentPart p14:bwMode="auto" r:id="rId252">
              <p14:nvContentPartPr>
                <p14:cNvPr id="154" name="Ink 153">
                  <a:extLst>
                    <a:ext uri="{FF2B5EF4-FFF2-40B4-BE49-F238E27FC236}">
                      <a16:creationId xmlns:a16="http://schemas.microsoft.com/office/drawing/2014/main" id="{C4A32198-F6B0-1C64-1A53-B8EF514B5FB8}"/>
                    </a:ext>
                  </a:extLst>
                </p14:cNvPr>
                <p14:cNvContentPartPr/>
                <p14:nvPr/>
              </p14:nvContentPartPr>
              <p14:xfrm>
                <a:off x="5827293" y="4936521"/>
                <a:ext cx="218520" cy="17640"/>
              </p14:xfrm>
            </p:contentPart>
          </mc:Choice>
          <mc:Fallback>
            <p:pic>
              <p:nvPicPr>
                <p:cNvPr id="154" name="Ink 153">
                  <a:extLst>
                    <a:ext uri="{FF2B5EF4-FFF2-40B4-BE49-F238E27FC236}">
                      <a16:creationId xmlns:a16="http://schemas.microsoft.com/office/drawing/2014/main" id="{C4A32198-F6B0-1C64-1A53-B8EF514B5FB8}"/>
                    </a:ext>
                  </a:extLst>
                </p:cNvPr>
                <p:cNvPicPr/>
                <p:nvPr/>
              </p:nvPicPr>
              <p:blipFill>
                <a:blip r:embed="rId253"/>
                <a:stretch>
                  <a:fillRect/>
                </a:stretch>
              </p:blipFill>
              <p:spPr>
                <a:xfrm>
                  <a:off x="5809293" y="4918881"/>
                  <a:ext cx="254160" cy="532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54">
              <p14:nvContentPartPr>
                <p14:cNvPr id="155" name="Ink 154">
                  <a:extLst>
                    <a:ext uri="{FF2B5EF4-FFF2-40B4-BE49-F238E27FC236}">
                      <a16:creationId xmlns:a16="http://schemas.microsoft.com/office/drawing/2014/main" id="{AAE37265-53CE-2F59-F98F-FF0ECB335120}"/>
                    </a:ext>
                  </a:extLst>
                </p14:cNvPr>
                <p14:cNvContentPartPr/>
                <p14:nvPr/>
              </p14:nvContentPartPr>
              <p14:xfrm>
                <a:off x="6005493" y="4843281"/>
                <a:ext cx="96480" cy="175680"/>
              </p14:xfrm>
            </p:contentPart>
          </mc:Choice>
          <mc:Fallback>
            <p:pic>
              <p:nvPicPr>
                <p:cNvPr id="155" name="Ink 154">
                  <a:extLst>
                    <a:ext uri="{FF2B5EF4-FFF2-40B4-BE49-F238E27FC236}">
                      <a16:creationId xmlns:a16="http://schemas.microsoft.com/office/drawing/2014/main" id="{AAE37265-53CE-2F59-F98F-FF0ECB335120}"/>
                    </a:ext>
                  </a:extLst>
                </p:cNvPr>
                <p:cNvPicPr/>
                <p:nvPr/>
              </p:nvPicPr>
              <p:blipFill>
                <a:blip r:embed="rId255"/>
                <a:stretch>
                  <a:fillRect/>
                </a:stretch>
              </p:blipFill>
              <p:spPr>
                <a:xfrm>
                  <a:off x="5987853" y="4825281"/>
                  <a:ext cx="132120" cy="211320"/>
                </a:xfrm>
                <a:prstGeom prst="rect">
                  <a:avLst/>
                </a:prstGeom>
              </p:spPr>
            </p:pic>
          </mc:Fallback>
        </mc:AlternateContent>
      </p:grpSp>
      <p:grpSp>
        <p:nvGrpSpPr>
          <p:cNvPr id="161" name="Group 160">
            <a:extLst>
              <a:ext uri="{FF2B5EF4-FFF2-40B4-BE49-F238E27FC236}">
                <a16:creationId xmlns:a16="http://schemas.microsoft.com/office/drawing/2014/main" id="{CFDD2440-07CA-B73A-F800-740E42A5D663}"/>
              </a:ext>
            </a:extLst>
          </p:cNvPr>
          <p:cNvGrpSpPr/>
          <p:nvPr/>
        </p:nvGrpSpPr>
        <p:grpSpPr>
          <a:xfrm>
            <a:off x="5746653" y="5233881"/>
            <a:ext cx="332640" cy="133200"/>
            <a:chOff x="5746653" y="5233881"/>
            <a:chExt cx="332640" cy="133200"/>
          </a:xfrm>
        </p:grpSpPr>
        <mc:AlternateContent xmlns:mc="http://schemas.openxmlformats.org/markup-compatibility/2006">
          <mc:Choice xmlns:p14="http://schemas.microsoft.com/office/powerpoint/2010/main" xmlns:aink="http://schemas.microsoft.com/office/drawing/2016/ink" Requires="p14 aink">
            <p:contentPart p14:bwMode="auto" r:id="rId256">
              <p14:nvContentPartPr>
                <p14:cNvPr id="156" name="Ink 155">
                  <a:extLst>
                    <a:ext uri="{FF2B5EF4-FFF2-40B4-BE49-F238E27FC236}">
                      <a16:creationId xmlns:a16="http://schemas.microsoft.com/office/drawing/2014/main" id="{40D78ABC-FCA2-B504-A71C-ABAE2E7FF866}"/>
                    </a:ext>
                  </a:extLst>
                </p14:cNvPr>
                <p14:cNvContentPartPr/>
                <p14:nvPr/>
              </p14:nvContentPartPr>
              <p14:xfrm>
                <a:off x="5752413" y="5272041"/>
                <a:ext cx="326880" cy="17640"/>
              </p14:xfrm>
            </p:contentPart>
          </mc:Choice>
          <mc:Fallback>
            <p:pic>
              <p:nvPicPr>
                <p:cNvPr id="156" name="Ink 155">
                  <a:extLst>
                    <a:ext uri="{FF2B5EF4-FFF2-40B4-BE49-F238E27FC236}">
                      <a16:creationId xmlns:a16="http://schemas.microsoft.com/office/drawing/2014/main" id="{40D78ABC-FCA2-B504-A71C-ABAE2E7FF866}"/>
                    </a:ext>
                  </a:extLst>
                </p:cNvPr>
                <p:cNvPicPr/>
                <p:nvPr/>
              </p:nvPicPr>
              <p:blipFill>
                <a:blip r:embed="rId257"/>
                <a:stretch>
                  <a:fillRect/>
                </a:stretch>
              </p:blipFill>
              <p:spPr>
                <a:xfrm>
                  <a:off x="5734773" y="5254041"/>
                  <a:ext cx="362520" cy="532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58">
              <p14:nvContentPartPr>
                <p14:cNvPr id="157" name="Ink 156">
                  <a:extLst>
                    <a:ext uri="{FF2B5EF4-FFF2-40B4-BE49-F238E27FC236}">
                      <a16:creationId xmlns:a16="http://schemas.microsoft.com/office/drawing/2014/main" id="{44A1C1A6-6B5F-B32F-70E5-44DF753A7A31}"/>
                    </a:ext>
                  </a:extLst>
                </p14:cNvPr>
                <p14:cNvContentPartPr/>
                <p14:nvPr/>
              </p14:nvContentPartPr>
              <p14:xfrm>
                <a:off x="5746653" y="5233881"/>
                <a:ext cx="92880" cy="133200"/>
              </p14:xfrm>
            </p:contentPart>
          </mc:Choice>
          <mc:Fallback>
            <p:pic>
              <p:nvPicPr>
                <p:cNvPr id="157" name="Ink 156">
                  <a:extLst>
                    <a:ext uri="{FF2B5EF4-FFF2-40B4-BE49-F238E27FC236}">
                      <a16:creationId xmlns:a16="http://schemas.microsoft.com/office/drawing/2014/main" id="{44A1C1A6-6B5F-B32F-70E5-44DF753A7A31}"/>
                    </a:ext>
                  </a:extLst>
                </p:cNvPr>
                <p:cNvPicPr/>
                <p:nvPr/>
              </p:nvPicPr>
              <p:blipFill>
                <a:blip r:embed="rId259"/>
                <a:stretch>
                  <a:fillRect/>
                </a:stretch>
              </p:blipFill>
              <p:spPr>
                <a:xfrm>
                  <a:off x="5728653" y="5215881"/>
                  <a:ext cx="128520" cy="168840"/>
                </a:xfrm>
                <a:prstGeom prst="rect">
                  <a:avLst/>
                </a:prstGeom>
              </p:spPr>
            </p:pic>
          </mc:Fallback>
        </mc:AlternateContent>
      </p:grpSp>
      <p:grpSp>
        <p:nvGrpSpPr>
          <p:cNvPr id="160" name="Group 159">
            <a:extLst>
              <a:ext uri="{FF2B5EF4-FFF2-40B4-BE49-F238E27FC236}">
                <a16:creationId xmlns:a16="http://schemas.microsoft.com/office/drawing/2014/main" id="{DE5E7104-CE5E-A3F6-AD3D-03F966EC8903}"/>
              </a:ext>
            </a:extLst>
          </p:cNvPr>
          <p:cNvGrpSpPr/>
          <p:nvPr/>
        </p:nvGrpSpPr>
        <p:grpSpPr>
          <a:xfrm>
            <a:off x="4844133" y="5073681"/>
            <a:ext cx="484200" cy="155880"/>
            <a:chOff x="4844133" y="5073681"/>
            <a:chExt cx="484200" cy="155880"/>
          </a:xfrm>
        </p:grpSpPr>
        <mc:AlternateContent xmlns:mc="http://schemas.openxmlformats.org/markup-compatibility/2006">
          <mc:Choice xmlns:p14="http://schemas.microsoft.com/office/powerpoint/2010/main" xmlns:aink="http://schemas.microsoft.com/office/drawing/2016/ink" Requires="p14 aink">
            <p:contentPart p14:bwMode="auto" r:id="rId260">
              <p14:nvContentPartPr>
                <p14:cNvPr id="158" name="Ink 157">
                  <a:extLst>
                    <a:ext uri="{FF2B5EF4-FFF2-40B4-BE49-F238E27FC236}">
                      <a16:creationId xmlns:a16="http://schemas.microsoft.com/office/drawing/2014/main" id="{6A4D0B33-0B84-0E16-ED34-159370A4E213}"/>
                    </a:ext>
                  </a:extLst>
                </p14:cNvPr>
                <p14:cNvContentPartPr/>
                <p14:nvPr/>
              </p14:nvContentPartPr>
              <p14:xfrm>
                <a:off x="4844133" y="5104641"/>
                <a:ext cx="484200" cy="43920"/>
              </p14:xfrm>
            </p:contentPart>
          </mc:Choice>
          <mc:Fallback>
            <p:pic>
              <p:nvPicPr>
                <p:cNvPr id="158" name="Ink 157">
                  <a:extLst>
                    <a:ext uri="{FF2B5EF4-FFF2-40B4-BE49-F238E27FC236}">
                      <a16:creationId xmlns:a16="http://schemas.microsoft.com/office/drawing/2014/main" id="{6A4D0B33-0B84-0E16-ED34-159370A4E213}"/>
                    </a:ext>
                  </a:extLst>
                </p:cNvPr>
                <p:cNvPicPr/>
                <p:nvPr/>
              </p:nvPicPr>
              <p:blipFill>
                <a:blip r:embed="rId261"/>
                <a:stretch>
                  <a:fillRect/>
                </a:stretch>
              </p:blipFill>
              <p:spPr>
                <a:xfrm>
                  <a:off x="4826133" y="5087001"/>
                  <a:ext cx="519840" cy="795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62">
              <p14:nvContentPartPr>
                <p14:cNvPr id="159" name="Ink 158">
                  <a:extLst>
                    <a:ext uri="{FF2B5EF4-FFF2-40B4-BE49-F238E27FC236}">
                      <a16:creationId xmlns:a16="http://schemas.microsoft.com/office/drawing/2014/main" id="{0AA68AA6-9F0F-DD39-5534-E1CEE6DFE1DC}"/>
                    </a:ext>
                  </a:extLst>
                </p14:cNvPr>
                <p14:cNvContentPartPr/>
                <p14:nvPr/>
              </p14:nvContentPartPr>
              <p14:xfrm>
                <a:off x="4906053" y="5073681"/>
                <a:ext cx="129240" cy="155880"/>
              </p14:xfrm>
            </p:contentPart>
          </mc:Choice>
          <mc:Fallback>
            <p:pic>
              <p:nvPicPr>
                <p:cNvPr id="159" name="Ink 158">
                  <a:extLst>
                    <a:ext uri="{FF2B5EF4-FFF2-40B4-BE49-F238E27FC236}">
                      <a16:creationId xmlns:a16="http://schemas.microsoft.com/office/drawing/2014/main" id="{0AA68AA6-9F0F-DD39-5534-E1CEE6DFE1DC}"/>
                    </a:ext>
                  </a:extLst>
                </p:cNvPr>
                <p:cNvPicPr/>
                <p:nvPr/>
              </p:nvPicPr>
              <p:blipFill>
                <a:blip r:embed="rId263"/>
                <a:stretch>
                  <a:fillRect/>
                </a:stretch>
              </p:blipFill>
              <p:spPr>
                <a:xfrm>
                  <a:off x="4888053" y="5056041"/>
                  <a:ext cx="164880" cy="191520"/>
                </a:xfrm>
                <a:prstGeom prst="rect">
                  <a:avLst/>
                </a:prstGeom>
              </p:spPr>
            </p:pic>
          </mc:Fallback>
        </mc:AlternateContent>
      </p:grpSp>
      <p:grpSp>
        <p:nvGrpSpPr>
          <p:cNvPr id="168" name="Group 167">
            <a:extLst>
              <a:ext uri="{FF2B5EF4-FFF2-40B4-BE49-F238E27FC236}">
                <a16:creationId xmlns:a16="http://schemas.microsoft.com/office/drawing/2014/main" id="{AC5D4453-FDC7-257E-E932-53F2BD795385}"/>
              </a:ext>
            </a:extLst>
          </p:cNvPr>
          <p:cNvGrpSpPr/>
          <p:nvPr/>
        </p:nvGrpSpPr>
        <p:grpSpPr>
          <a:xfrm>
            <a:off x="6945093" y="2357481"/>
            <a:ext cx="2281320" cy="1951920"/>
            <a:chOff x="6945093" y="2357481"/>
            <a:chExt cx="2281320" cy="1951920"/>
          </a:xfrm>
        </p:grpSpPr>
        <mc:AlternateContent xmlns:mc="http://schemas.openxmlformats.org/markup-compatibility/2006">
          <mc:Choice xmlns:p14="http://schemas.microsoft.com/office/powerpoint/2010/main" xmlns:aink="http://schemas.microsoft.com/office/drawing/2016/ink" Requires="p14 aink">
            <p:contentPart p14:bwMode="auto" r:id="rId264">
              <p14:nvContentPartPr>
                <p14:cNvPr id="164" name="Ink 163">
                  <a:extLst>
                    <a:ext uri="{FF2B5EF4-FFF2-40B4-BE49-F238E27FC236}">
                      <a16:creationId xmlns:a16="http://schemas.microsoft.com/office/drawing/2014/main" id="{1836AC9C-94E7-4ADD-1BD6-619CF85361D0}"/>
                    </a:ext>
                  </a:extLst>
                </p14:cNvPr>
                <p14:cNvContentPartPr/>
                <p14:nvPr/>
              </p14:nvContentPartPr>
              <p14:xfrm>
                <a:off x="6945093" y="2397081"/>
                <a:ext cx="1955880" cy="1535040"/>
              </p14:xfrm>
            </p:contentPart>
          </mc:Choice>
          <mc:Fallback>
            <p:pic>
              <p:nvPicPr>
                <p:cNvPr id="164" name="Ink 163">
                  <a:extLst>
                    <a:ext uri="{FF2B5EF4-FFF2-40B4-BE49-F238E27FC236}">
                      <a16:creationId xmlns:a16="http://schemas.microsoft.com/office/drawing/2014/main" id="{1836AC9C-94E7-4ADD-1BD6-619CF85361D0}"/>
                    </a:ext>
                  </a:extLst>
                </p:cNvPr>
                <p:cNvPicPr/>
                <p:nvPr/>
              </p:nvPicPr>
              <p:blipFill>
                <a:blip r:embed="rId265"/>
                <a:stretch>
                  <a:fillRect/>
                </a:stretch>
              </p:blipFill>
              <p:spPr>
                <a:xfrm>
                  <a:off x="6927453" y="2379081"/>
                  <a:ext cx="1991520" cy="15706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66">
              <p14:nvContentPartPr>
                <p14:cNvPr id="165" name="Ink 164">
                  <a:extLst>
                    <a:ext uri="{FF2B5EF4-FFF2-40B4-BE49-F238E27FC236}">
                      <a16:creationId xmlns:a16="http://schemas.microsoft.com/office/drawing/2014/main" id="{D19D1FED-C1C9-5B0F-D1CF-F4720DEE51C0}"/>
                    </a:ext>
                  </a:extLst>
                </p14:cNvPr>
                <p14:cNvContentPartPr/>
                <p14:nvPr/>
              </p14:nvContentPartPr>
              <p14:xfrm>
                <a:off x="8731053" y="2357481"/>
                <a:ext cx="165240" cy="155520"/>
              </p14:xfrm>
            </p:contentPart>
          </mc:Choice>
          <mc:Fallback>
            <p:pic>
              <p:nvPicPr>
                <p:cNvPr id="165" name="Ink 164">
                  <a:extLst>
                    <a:ext uri="{FF2B5EF4-FFF2-40B4-BE49-F238E27FC236}">
                      <a16:creationId xmlns:a16="http://schemas.microsoft.com/office/drawing/2014/main" id="{D19D1FED-C1C9-5B0F-D1CF-F4720DEE51C0}"/>
                    </a:ext>
                  </a:extLst>
                </p:cNvPr>
                <p:cNvPicPr/>
                <p:nvPr/>
              </p:nvPicPr>
              <p:blipFill>
                <a:blip r:embed="rId267"/>
                <a:stretch>
                  <a:fillRect/>
                </a:stretch>
              </p:blipFill>
              <p:spPr>
                <a:xfrm>
                  <a:off x="8713053" y="2339841"/>
                  <a:ext cx="200880" cy="1911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68">
              <p14:nvContentPartPr>
                <p14:cNvPr id="166" name="Ink 165">
                  <a:extLst>
                    <a:ext uri="{FF2B5EF4-FFF2-40B4-BE49-F238E27FC236}">
                      <a16:creationId xmlns:a16="http://schemas.microsoft.com/office/drawing/2014/main" id="{874AF9D3-837C-CA42-A238-6DD8D6FA3F88}"/>
                    </a:ext>
                  </a:extLst>
                </p14:cNvPr>
                <p14:cNvContentPartPr/>
                <p14:nvPr/>
              </p14:nvContentPartPr>
              <p14:xfrm>
                <a:off x="7242453" y="2644761"/>
                <a:ext cx="1983960" cy="1664640"/>
              </p14:xfrm>
            </p:contentPart>
          </mc:Choice>
          <mc:Fallback>
            <p:pic>
              <p:nvPicPr>
                <p:cNvPr id="166" name="Ink 165">
                  <a:extLst>
                    <a:ext uri="{FF2B5EF4-FFF2-40B4-BE49-F238E27FC236}">
                      <a16:creationId xmlns:a16="http://schemas.microsoft.com/office/drawing/2014/main" id="{874AF9D3-837C-CA42-A238-6DD8D6FA3F88}"/>
                    </a:ext>
                  </a:extLst>
                </p:cNvPr>
                <p:cNvPicPr/>
                <p:nvPr/>
              </p:nvPicPr>
              <p:blipFill>
                <a:blip r:embed="rId269"/>
                <a:stretch>
                  <a:fillRect/>
                </a:stretch>
              </p:blipFill>
              <p:spPr>
                <a:xfrm>
                  <a:off x="7224453" y="2626761"/>
                  <a:ext cx="2019600" cy="17002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70">
              <p14:nvContentPartPr>
                <p14:cNvPr id="167" name="Ink 166">
                  <a:extLst>
                    <a:ext uri="{FF2B5EF4-FFF2-40B4-BE49-F238E27FC236}">
                      <a16:creationId xmlns:a16="http://schemas.microsoft.com/office/drawing/2014/main" id="{1D23F939-19B5-282F-40D9-04BF1ECFD935}"/>
                    </a:ext>
                  </a:extLst>
                </p14:cNvPr>
                <p14:cNvContentPartPr/>
                <p14:nvPr/>
              </p14:nvContentPartPr>
              <p14:xfrm>
                <a:off x="7198893" y="4098801"/>
                <a:ext cx="145440" cy="204120"/>
              </p14:xfrm>
            </p:contentPart>
          </mc:Choice>
          <mc:Fallback>
            <p:pic>
              <p:nvPicPr>
                <p:cNvPr id="167" name="Ink 166">
                  <a:extLst>
                    <a:ext uri="{FF2B5EF4-FFF2-40B4-BE49-F238E27FC236}">
                      <a16:creationId xmlns:a16="http://schemas.microsoft.com/office/drawing/2014/main" id="{1D23F939-19B5-282F-40D9-04BF1ECFD935}"/>
                    </a:ext>
                  </a:extLst>
                </p:cNvPr>
                <p:cNvPicPr/>
                <p:nvPr/>
              </p:nvPicPr>
              <p:blipFill>
                <a:blip r:embed="rId271"/>
                <a:stretch>
                  <a:fillRect/>
                </a:stretch>
              </p:blipFill>
              <p:spPr>
                <a:xfrm>
                  <a:off x="7181253" y="4080801"/>
                  <a:ext cx="181080" cy="239760"/>
                </a:xfrm>
                <a:prstGeom prst="rect">
                  <a:avLst/>
                </a:prstGeom>
              </p:spPr>
            </p:pic>
          </mc:Fallback>
        </mc:AlternateContent>
      </p:grpSp>
      <p:grpSp>
        <p:nvGrpSpPr>
          <p:cNvPr id="176" name="Group 175">
            <a:extLst>
              <a:ext uri="{FF2B5EF4-FFF2-40B4-BE49-F238E27FC236}">
                <a16:creationId xmlns:a16="http://schemas.microsoft.com/office/drawing/2014/main" id="{D2673FD3-7649-699C-1FAB-FBD76C894FF5}"/>
              </a:ext>
            </a:extLst>
          </p:cNvPr>
          <p:cNvGrpSpPr/>
          <p:nvPr/>
        </p:nvGrpSpPr>
        <p:grpSpPr>
          <a:xfrm>
            <a:off x="2126133" y="2362161"/>
            <a:ext cx="1912320" cy="1591560"/>
            <a:chOff x="2126133" y="2362161"/>
            <a:chExt cx="1912320" cy="1591560"/>
          </a:xfrm>
        </p:grpSpPr>
        <mc:AlternateContent xmlns:mc="http://schemas.openxmlformats.org/markup-compatibility/2006">
          <mc:Choice xmlns:p14="http://schemas.microsoft.com/office/powerpoint/2010/main" Requires="p14">
            <p:contentPart p14:bwMode="auto" r:id="rId272">
              <p14:nvContentPartPr>
                <p14:cNvPr id="169" name="Ink 168">
                  <a:extLst>
                    <a:ext uri="{FF2B5EF4-FFF2-40B4-BE49-F238E27FC236}">
                      <a16:creationId xmlns:a16="http://schemas.microsoft.com/office/drawing/2014/main" id="{CEBB323A-FB2E-D146-4CF0-AB6C857D10B9}"/>
                    </a:ext>
                  </a:extLst>
                </p14:cNvPr>
                <p14:cNvContentPartPr/>
                <p14:nvPr/>
              </p14:nvContentPartPr>
              <p14:xfrm>
                <a:off x="2126133" y="2362161"/>
                <a:ext cx="1854360" cy="1111680"/>
              </p14:xfrm>
            </p:contentPart>
          </mc:Choice>
          <mc:Fallback>
            <p:pic>
              <p:nvPicPr>
                <p:cNvPr id="169" name="Ink 168">
                  <a:extLst>
                    <a:ext uri="{FF2B5EF4-FFF2-40B4-BE49-F238E27FC236}">
                      <a16:creationId xmlns:a16="http://schemas.microsoft.com/office/drawing/2014/main" id="{CEBB323A-FB2E-D146-4CF0-AB6C857D10B9}"/>
                    </a:ext>
                  </a:extLst>
                </p:cNvPr>
                <p:cNvPicPr/>
                <p:nvPr/>
              </p:nvPicPr>
              <p:blipFill>
                <a:blip r:embed="rId273"/>
                <a:stretch>
                  <a:fillRect/>
                </a:stretch>
              </p:blipFill>
              <p:spPr>
                <a:xfrm>
                  <a:off x="2117493" y="2353161"/>
                  <a:ext cx="1872000" cy="112932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70" name="Ink 169">
                  <a:extLst>
                    <a:ext uri="{FF2B5EF4-FFF2-40B4-BE49-F238E27FC236}">
                      <a16:creationId xmlns:a16="http://schemas.microsoft.com/office/drawing/2014/main" id="{286737D3-9CA7-8817-3274-C04C6F004851}"/>
                    </a:ext>
                  </a:extLst>
                </p14:cNvPr>
                <p14:cNvContentPartPr/>
                <p14:nvPr/>
              </p14:nvContentPartPr>
              <p14:xfrm>
                <a:off x="3890853" y="3310041"/>
                <a:ext cx="147600" cy="219240"/>
              </p14:xfrm>
            </p:contentPart>
          </mc:Choice>
          <mc:Fallback>
            <p:pic>
              <p:nvPicPr>
                <p:cNvPr id="170" name="Ink 169">
                  <a:extLst>
                    <a:ext uri="{FF2B5EF4-FFF2-40B4-BE49-F238E27FC236}">
                      <a16:creationId xmlns:a16="http://schemas.microsoft.com/office/drawing/2014/main" id="{286737D3-9CA7-8817-3274-C04C6F004851}"/>
                    </a:ext>
                  </a:extLst>
                </p:cNvPr>
                <p:cNvPicPr/>
                <p:nvPr/>
              </p:nvPicPr>
              <p:blipFill>
                <a:blip r:embed="rId275"/>
                <a:stretch>
                  <a:fillRect/>
                </a:stretch>
              </p:blipFill>
              <p:spPr>
                <a:xfrm>
                  <a:off x="3882213" y="3301401"/>
                  <a:ext cx="16524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71" name="Ink 170">
                  <a:extLst>
                    <a:ext uri="{FF2B5EF4-FFF2-40B4-BE49-F238E27FC236}">
                      <a16:creationId xmlns:a16="http://schemas.microsoft.com/office/drawing/2014/main" id="{D8946F5D-3C52-E96A-C7D5-60A16D8DE84D}"/>
                    </a:ext>
                  </a:extLst>
                </p14:cNvPr>
                <p14:cNvContentPartPr/>
                <p14:nvPr/>
              </p14:nvContentPartPr>
              <p14:xfrm>
                <a:off x="2355093" y="3634401"/>
                <a:ext cx="1589760" cy="296640"/>
              </p14:xfrm>
            </p:contentPart>
          </mc:Choice>
          <mc:Fallback>
            <p:pic>
              <p:nvPicPr>
                <p:cNvPr id="171" name="Ink 170">
                  <a:extLst>
                    <a:ext uri="{FF2B5EF4-FFF2-40B4-BE49-F238E27FC236}">
                      <a16:creationId xmlns:a16="http://schemas.microsoft.com/office/drawing/2014/main" id="{D8946F5D-3C52-E96A-C7D5-60A16D8DE84D}"/>
                    </a:ext>
                  </a:extLst>
                </p:cNvPr>
                <p:cNvPicPr/>
                <p:nvPr/>
              </p:nvPicPr>
              <p:blipFill>
                <a:blip r:embed="rId277"/>
                <a:stretch>
                  <a:fillRect/>
                </a:stretch>
              </p:blipFill>
              <p:spPr>
                <a:xfrm>
                  <a:off x="2346093" y="3625761"/>
                  <a:ext cx="1607400" cy="31428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72" name="Ink 171">
                  <a:extLst>
                    <a:ext uri="{FF2B5EF4-FFF2-40B4-BE49-F238E27FC236}">
                      <a16:creationId xmlns:a16="http://schemas.microsoft.com/office/drawing/2014/main" id="{6E6F2429-BBC6-8CB9-EE0D-78DF4E51E89E}"/>
                    </a:ext>
                  </a:extLst>
                </p14:cNvPr>
                <p14:cNvContentPartPr/>
                <p14:nvPr/>
              </p14:nvContentPartPr>
              <p14:xfrm>
                <a:off x="3825333" y="3779121"/>
                <a:ext cx="165960" cy="174600"/>
              </p14:xfrm>
            </p:contentPart>
          </mc:Choice>
          <mc:Fallback>
            <p:pic>
              <p:nvPicPr>
                <p:cNvPr id="172" name="Ink 171">
                  <a:extLst>
                    <a:ext uri="{FF2B5EF4-FFF2-40B4-BE49-F238E27FC236}">
                      <a16:creationId xmlns:a16="http://schemas.microsoft.com/office/drawing/2014/main" id="{6E6F2429-BBC6-8CB9-EE0D-78DF4E51E89E}"/>
                    </a:ext>
                  </a:extLst>
                </p:cNvPr>
                <p:cNvPicPr/>
                <p:nvPr/>
              </p:nvPicPr>
              <p:blipFill>
                <a:blip r:embed="rId279"/>
                <a:stretch>
                  <a:fillRect/>
                </a:stretch>
              </p:blipFill>
              <p:spPr>
                <a:xfrm>
                  <a:off x="3816333" y="3770121"/>
                  <a:ext cx="183600" cy="192240"/>
                </a:xfrm>
                <a:prstGeom prst="rect">
                  <a:avLst/>
                </a:prstGeom>
              </p:spPr>
            </p:pic>
          </mc:Fallback>
        </mc:AlternateContent>
      </p:grpSp>
      <p:grpSp>
        <p:nvGrpSpPr>
          <p:cNvPr id="175" name="Group 174">
            <a:extLst>
              <a:ext uri="{FF2B5EF4-FFF2-40B4-BE49-F238E27FC236}">
                <a16:creationId xmlns:a16="http://schemas.microsoft.com/office/drawing/2014/main" id="{26AAB747-E41D-08A1-686D-157608BA4AE3}"/>
              </a:ext>
            </a:extLst>
          </p:cNvPr>
          <p:cNvGrpSpPr/>
          <p:nvPr/>
        </p:nvGrpSpPr>
        <p:grpSpPr>
          <a:xfrm>
            <a:off x="2401173" y="4330641"/>
            <a:ext cx="1629360" cy="645480"/>
            <a:chOff x="2401173" y="4330641"/>
            <a:chExt cx="1629360" cy="645480"/>
          </a:xfrm>
        </p:grpSpPr>
        <mc:AlternateContent xmlns:mc="http://schemas.openxmlformats.org/markup-compatibility/2006">
          <mc:Choice xmlns:p14="http://schemas.microsoft.com/office/powerpoint/2010/main" Requires="p14">
            <p:contentPart p14:bwMode="auto" r:id="rId280">
              <p14:nvContentPartPr>
                <p14:cNvPr id="173" name="Ink 172">
                  <a:extLst>
                    <a:ext uri="{FF2B5EF4-FFF2-40B4-BE49-F238E27FC236}">
                      <a16:creationId xmlns:a16="http://schemas.microsoft.com/office/drawing/2014/main" id="{DD752A44-DBE2-7409-FE3E-9B23AC975C15}"/>
                    </a:ext>
                  </a:extLst>
                </p14:cNvPr>
                <p14:cNvContentPartPr/>
                <p14:nvPr/>
              </p14:nvContentPartPr>
              <p14:xfrm>
                <a:off x="2401173" y="4397601"/>
                <a:ext cx="1495800" cy="578520"/>
              </p14:xfrm>
            </p:contentPart>
          </mc:Choice>
          <mc:Fallback>
            <p:pic>
              <p:nvPicPr>
                <p:cNvPr id="173" name="Ink 172">
                  <a:extLst>
                    <a:ext uri="{FF2B5EF4-FFF2-40B4-BE49-F238E27FC236}">
                      <a16:creationId xmlns:a16="http://schemas.microsoft.com/office/drawing/2014/main" id="{DD752A44-DBE2-7409-FE3E-9B23AC975C15}"/>
                    </a:ext>
                  </a:extLst>
                </p:cNvPr>
                <p:cNvPicPr/>
                <p:nvPr/>
              </p:nvPicPr>
              <p:blipFill>
                <a:blip r:embed="rId281"/>
                <a:stretch>
                  <a:fillRect/>
                </a:stretch>
              </p:blipFill>
              <p:spPr>
                <a:xfrm>
                  <a:off x="2392173" y="4388961"/>
                  <a:ext cx="1513440" cy="59616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74" name="Ink 173">
                  <a:extLst>
                    <a:ext uri="{FF2B5EF4-FFF2-40B4-BE49-F238E27FC236}">
                      <a16:creationId xmlns:a16="http://schemas.microsoft.com/office/drawing/2014/main" id="{EB5DAF3B-0315-BA0D-2F47-887EBEB65B4E}"/>
                    </a:ext>
                  </a:extLst>
                </p14:cNvPr>
                <p14:cNvContentPartPr/>
                <p14:nvPr/>
              </p14:nvContentPartPr>
              <p14:xfrm>
                <a:off x="3891933" y="4330641"/>
                <a:ext cx="138600" cy="199800"/>
              </p14:xfrm>
            </p:contentPart>
          </mc:Choice>
          <mc:Fallback>
            <p:pic>
              <p:nvPicPr>
                <p:cNvPr id="174" name="Ink 173">
                  <a:extLst>
                    <a:ext uri="{FF2B5EF4-FFF2-40B4-BE49-F238E27FC236}">
                      <a16:creationId xmlns:a16="http://schemas.microsoft.com/office/drawing/2014/main" id="{EB5DAF3B-0315-BA0D-2F47-887EBEB65B4E}"/>
                    </a:ext>
                  </a:extLst>
                </p:cNvPr>
                <p:cNvPicPr/>
                <p:nvPr/>
              </p:nvPicPr>
              <p:blipFill>
                <a:blip r:embed="rId283"/>
                <a:stretch>
                  <a:fillRect/>
                </a:stretch>
              </p:blipFill>
              <p:spPr>
                <a:xfrm>
                  <a:off x="3883293" y="4322001"/>
                  <a:ext cx="156240" cy="217440"/>
                </a:xfrm>
                <a:prstGeom prst="rect">
                  <a:avLst/>
                </a:prstGeom>
              </p:spPr>
            </p:pic>
          </mc:Fallback>
        </mc:AlternateContent>
      </p:grpSp>
      <p:grpSp>
        <p:nvGrpSpPr>
          <p:cNvPr id="181" name="Group 180">
            <a:extLst>
              <a:ext uri="{FF2B5EF4-FFF2-40B4-BE49-F238E27FC236}">
                <a16:creationId xmlns:a16="http://schemas.microsoft.com/office/drawing/2014/main" id="{7A43B79B-82E5-BB1D-2324-83CF54C14CB1}"/>
              </a:ext>
            </a:extLst>
          </p:cNvPr>
          <p:cNvGrpSpPr/>
          <p:nvPr/>
        </p:nvGrpSpPr>
        <p:grpSpPr>
          <a:xfrm>
            <a:off x="10139373" y="1623441"/>
            <a:ext cx="127440" cy="140400"/>
            <a:chOff x="10139373" y="1623441"/>
            <a:chExt cx="127440" cy="140400"/>
          </a:xfrm>
        </p:grpSpPr>
        <mc:AlternateContent xmlns:mc="http://schemas.openxmlformats.org/markup-compatibility/2006">
          <mc:Choice xmlns:p14="http://schemas.microsoft.com/office/powerpoint/2010/main" Requires="p14">
            <p:contentPart p14:bwMode="auto" r:id="rId284">
              <p14:nvContentPartPr>
                <p14:cNvPr id="177" name="Ink 176">
                  <a:extLst>
                    <a:ext uri="{FF2B5EF4-FFF2-40B4-BE49-F238E27FC236}">
                      <a16:creationId xmlns:a16="http://schemas.microsoft.com/office/drawing/2014/main" id="{CC78B67E-E981-C357-7FDC-C44E4F8019DF}"/>
                    </a:ext>
                  </a:extLst>
                </p14:cNvPr>
                <p14:cNvContentPartPr/>
                <p14:nvPr/>
              </p14:nvContentPartPr>
              <p14:xfrm>
                <a:off x="10179333" y="1685001"/>
                <a:ext cx="87480" cy="5040"/>
              </p14:xfrm>
            </p:contentPart>
          </mc:Choice>
          <mc:Fallback>
            <p:pic>
              <p:nvPicPr>
                <p:cNvPr id="177" name="Ink 176">
                  <a:extLst>
                    <a:ext uri="{FF2B5EF4-FFF2-40B4-BE49-F238E27FC236}">
                      <a16:creationId xmlns:a16="http://schemas.microsoft.com/office/drawing/2014/main" id="{CC78B67E-E981-C357-7FDC-C44E4F8019DF}"/>
                    </a:ext>
                  </a:extLst>
                </p:cNvPr>
                <p:cNvPicPr/>
                <p:nvPr/>
              </p:nvPicPr>
              <p:blipFill>
                <a:blip r:embed="rId285"/>
                <a:stretch>
                  <a:fillRect/>
                </a:stretch>
              </p:blipFill>
              <p:spPr>
                <a:xfrm>
                  <a:off x="10170333" y="1676361"/>
                  <a:ext cx="10512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78" name="Ink 177">
                  <a:extLst>
                    <a:ext uri="{FF2B5EF4-FFF2-40B4-BE49-F238E27FC236}">
                      <a16:creationId xmlns:a16="http://schemas.microsoft.com/office/drawing/2014/main" id="{EF64D2F3-F419-A647-F254-83686B11F6E4}"/>
                    </a:ext>
                  </a:extLst>
                </p14:cNvPr>
                <p14:cNvContentPartPr/>
                <p14:nvPr/>
              </p14:nvContentPartPr>
              <p14:xfrm>
                <a:off x="10186533" y="1623441"/>
                <a:ext cx="28800" cy="140400"/>
              </p14:xfrm>
            </p:contentPart>
          </mc:Choice>
          <mc:Fallback>
            <p:pic>
              <p:nvPicPr>
                <p:cNvPr id="178" name="Ink 177">
                  <a:extLst>
                    <a:ext uri="{FF2B5EF4-FFF2-40B4-BE49-F238E27FC236}">
                      <a16:creationId xmlns:a16="http://schemas.microsoft.com/office/drawing/2014/main" id="{EF64D2F3-F419-A647-F254-83686B11F6E4}"/>
                    </a:ext>
                  </a:extLst>
                </p:cNvPr>
                <p:cNvPicPr/>
                <p:nvPr/>
              </p:nvPicPr>
              <p:blipFill>
                <a:blip r:embed="rId287"/>
                <a:stretch>
                  <a:fillRect/>
                </a:stretch>
              </p:blipFill>
              <p:spPr>
                <a:xfrm>
                  <a:off x="10177533" y="1614801"/>
                  <a:ext cx="4644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79" name="Ink 178">
                  <a:extLst>
                    <a:ext uri="{FF2B5EF4-FFF2-40B4-BE49-F238E27FC236}">
                      <a16:creationId xmlns:a16="http://schemas.microsoft.com/office/drawing/2014/main" id="{D5130E74-313E-FEDF-E98B-486AB3C94C46}"/>
                    </a:ext>
                  </a:extLst>
                </p14:cNvPr>
                <p14:cNvContentPartPr/>
                <p14:nvPr/>
              </p14:nvContentPartPr>
              <p14:xfrm>
                <a:off x="10198413" y="1649361"/>
                <a:ext cx="33840" cy="38880"/>
              </p14:xfrm>
            </p:contentPart>
          </mc:Choice>
          <mc:Fallback>
            <p:pic>
              <p:nvPicPr>
                <p:cNvPr id="179" name="Ink 178">
                  <a:extLst>
                    <a:ext uri="{FF2B5EF4-FFF2-40B4-BE49-F238E27FC236}">
                      <a16:creationId xmlns:a16="http://schemas.microsoft.com/office/drawing/2014/main" id="{D5130E74-313E-FEDF-E98B-486AB3C94C46}"/>
                    </a:ext>
                  </a:extLst>
                </p:cNvPr>
                <p:cNvPicPr/>
                <p:nvPr/>
              </p:nvPicPr>
              <p:blipFill>
                <a:blip r:embed="rId289"/>
                <a:stretch>
                  <a:fillRect/>
                </a:stretch>
              </p:blipFill>
              <p:spPr>
                <a:xfrm>
                  <a:off x="10189773" y="1640361"/>
                  <a:ext cx="5148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80" name="Ink 179">
                  <a:extLst>
                    <a:ext uri="{FF2B5EF4-FFF2-40B4-BE49-F238E27FC236}">
                      <a16:creationId xmlns:a16="http://schemas.microsoft.com/office/drawing/2014/main" id="{18EB320F-8E06-114E-D52D-F0463CD240B6}"/>
                    </a:ext>
                  </a:extLst>
                </p14:cNvPr>
                <p14:cNvContentPartPr/>
                <p14:nvPr/>
              </p14:nvContentPartPr>
              <p14:xfrm>
                <a:off x="10139373" y="1642521"/>
                <a:ext cx="96840" cy="75600"/>
              </p14:xfrm>
            </p:contentPart>
          </mc:Choice>
          <mc:Fallback>
            <p:pic>
              <p:nvPicPr>
                <p:cNvPr id="180" name="Ink 179">
                  <a:extLst>
                    <a:ext uri="{FF2B5EF4-FFF2-40B4-BE49-F238E27FC236}">
                      <a16:creationId xmlns:a16="http://schemas.microsoft.com/office/drawing/2014/main" id="{18EB320F-8E06-114E-D52D-F0463CD240B6}"/>
                    </a:ext>
                  </a:extLst>
                </p:cNvPr>
                <p:cNvPicPr/>
                <p:nvPr/>
              </p:nvPicPr>
              <p:blipFill>
                <a:blip r:embed="rId291"/>
                <a:stretch>
                  <a:fillRect/>
                </a:stretch>
              </p:blipFill>
              <p:spPr>
                <a:xfrm>
                  <a:off x="10130373" y="1633521"/>
                  <a:ext cx="114480" cy="93240"/>
                </a:xfrm>
                <a:prstGeom prst="rect">
                  <a:avLst/>
                </a:prstGeom>
              </p:spPr>
            </p:pic>
          </mc:Fallback>
        </mc:AlternateContent>
      </p:grpSp>
      <p:grpSp>
        <p:nvGrpSpPr>
          <p:cNvPr id="187" name="Group 186">
            <a:extLst>
              <a:ext uri="{FF2B5EF4-FFF2-40B4-BE49-F238E27FC236}">
                <a16:creationId xmlns:a16="http://schemas.microsoft.com/office/drawing/2014/main" id="{8D3EDB2D-13C0-0B21-242F-537A709DD6F8}"/>
              </a:ext>
            </a:extLst>
          </p:cNvPr>
          <p:cNvGrpSpPr/>
          <p:nvPr/>
        </p:nvGrpSpPr>
        <p:grpSpPr>
          <a:xfrm>
            <a:off x="4606533" y="3367281"/>
            <a:ext cx="118800" cy="123120"/>
            <a:chOff x="4606533" y="3367281"/>
            <a:chExt cx="118800" cy="123120"/>
          </a:xfrm>
        </p:grpSpPr>
        <mc:AlternateContent xmlns:mc="http://schemas.openxmlformats.org/markup-compatibility/2006">
          <mc:Choice xmlns:p14="http://schemas.microsoft.com/office/powerpoint/2010/main" Requires="p14">
            <p:contentPart p14:bwMode="auto" r:id="rId292">
              <p14:nvContentPartPr>
                <p14:cNvPr id="182" name="Ink 181">
                  <a:extLst>
                    <a:ext uri="{FF2B5EF4-FFF2-40B4-BE49-F238E27FC236}">
                      <a16:creationId xmlns:a16="http://schemas.microsoft.com/office/drawing/2014/main" id="{635BFAEE-D7EF-1EE8-2DD0-0507C354BE69}"/>
                    </a:ext>
                  </a:extLst>
                </p14:cNvPr>
                <p14:cNvContentPartPr/>
                <p14:nvPr/>
              </p14:nvContentPartPr>
              <p14:xfrm>
                <a:off x="4650813" y="3413721"/>
                <a:ext cx="74520" cy="12600"/>
              </p14:xfrm>
            </p:contentPart>
          </mc:Choice>
          <mc:Fallback>
            <p:pic>
              <p:nvPicPr>
                <p:cNvPr id="182" name="Ink 181">
                  <a:extLst>
                    <a:ext uri="{FF2B5EF4-FFF2-40B4-BE49-F238E27FC236}">
                      <a16:creationId xmlns:a16="http://schemas.microsoft.com/office/drawing/2014/main" id="{635BFAEE-D7EF-1EE8-2DD0-0507C354BE69}"/>
                    </a:ext>
                  </a:extLst>
                </p:cNvPr>
                <p:cNvPicPr/>
                <p:nvPr/>
              </p:nvPicPr>
              <p:blipFill>
                <a:blip r:embed="rId293"/>
                <a:stretch>
                  <a:fillRect/>
                </a:stretch>
              </p:blipFill>
              <p:spPr>
                <a:xfrm>
                  <a:off x="4641813" y="3405081"/>
                  <a:ext cx="9216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83" name="Ink 182">
                  <a:extLst>
                    <a:ext uri="{FF2B5EF4-FFF2-40B4-BE49-F238E27FC236}">
                      <a16:creationId xmlns:a16="http://schemas.microsoft.com/office/drawing/2014/main" id="{2180ADAB-9877-8F8E-51EF-A3983D7008CE}"/>
                    </a:ext>
                  </a:extLst>
                </p14:cNvPr>
                <p14:cNvContentPartPr/>
                <p14:nvPr/>
              </p14:nvContentPartPr>
              <p14:xfrm>
                <a:off x="4680693" y="3367281"/>
                <a:ext cx="12960" cy="123120"/>
              </p14:xfrm>
            </p:contentPart>
          </mc:Choice>
          <mc:Fallback>
            <p:pic>
              <p:nvPicPr>
                <p:cNvPr id="183" name="Ink 182">
                  <a:extLst>
                    <a:ext uri="{FF2B5EF4-FFF2-40B4-BE49-F238E27FC236}">
                      <a16:creationId xmlns:a16="http://schemas.microsoft.com/office/drawing/2014/main" id="{2180ADAB-9877-8F8E-51EF-A3983D7008CE}"/>
                    </a:ext>
                  </a:extLst>
                </p:cNvPr>
                <p:cNvPicPr/>
                <p:nvPr/>
              </p:nvPicPr>
              <p:blipFill>
                <a:blip r:embed="rId295"/>
                <a:stretch>
                  <a:fillRect/>
                </a:stretch>
              </p:blipFill>
              <p:spPr>
                <a:xfrm>
                  <a:off x="4672053" y="3358281"/>
                  <a:ext cx="3060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84" name="Ink 183">
                  <a:extLst>
                    <a:ext uri="{FF2B5EF4-FFF2-40B4-BE49-F238E27FC236}">
                      <a16:creationId xmlns:a16="http://schemas.microsoft.com/office/drawing/2014/main" id="{BC08A594-1E2A-A6C5-BF3A-9099F2536F93}"/>
                    </a:ext>
                  </a:extLst>
                </p14:cNvPr>
                <p14:cNvContentPartPr/>
                <p14:nvPr/>
              </p14:nvContentPartPr>
              <p14:xfrm>
                <a:off x="4710573" y="3397161"/>
                <a:ext cx="360" cy="360"/>
              </p14:xfrm>
            </p:contentPart>
          </mc:Choice>
          <mc:Fallback>
            <p:pic>
              <p:nvPicPr>
                <p:cNvPr id="184" name="Ink 183">
                  <a:extLst>
                    <a:ext uri="{FF2B5EF4-FFF2-40B4-BE49-F238E27FC236}">
                      <a16:creationId xmlns:a16="http://schemas.microsoft.com/office/drawing/2014/main" id="{BC08A594-1E2A-A6C5-BF3A-9099F2536F93}"/>
                    </a:ext>
                  </a:extLst>
                </p:cNvPr>
                <p:cNvPicPr/>
                <p:nvPr/>
              </p:nvPicPr>
              <p:blipFill>
                <a:blip r:embed="rId297"/>
                <a:stretch>
                  <a:fillRect/>
                </a:stretch>
              </p:blipFill>
              <p:spPr>
                <a:xfrm>
                  <a:off x="4701933" y="3388161"/>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85" name="Ink 184">
                  <a:extLst>
                    <a:ext uri="{FF2B5EF4-FFF2-40B4-BE49-F238E27FC236}">
                      <a16:creationId xmlns:a16="http://schemas.microsoft.com/office/drawing/2014/main" id="{FA24A858-773B-7844-FD71-54C321F52955}"/>
                    </a:ext>
                  </a:extLst>
                </p14:cNvPr>
                <p14:cNvContentPartPr/>
                <p14:nvPr/>
              </p14:nvContentPartPr>
              <p14:xfrm>
                <a:off x="4685373" y="3414441"/>
                <a:ext cx="8640" cy="15480"/>
              </p14:xfrm>
            </p:contentPart>
          </mc:Choice>
          <mc:Fallback>
            <p:pic>
              <p:nvPicPr>
                <p:cNvPr id="185" name="Ink 184">
                  <a:extLst>
                    <a:ext uri="{FF2B5EF4-FFF2-40B4-BE49-F238E27FC236}">
                      <a16:creationId xmlns:a16="http://schemas.microsoft.com/office/drawing/2014/main" id="{FA24A858-773B-7844-FD71-54C321F52955}"/>
                    </a:ext>
                  </a:extLst>
                </p:cNvPr>
                <p:cNvPicPr/>
                <p:nvPr/>
              </p:nvPicPr>
              <p:blipFill>
                <a:blip r:embed="rId299"/>
                <a:stretch>
                  <a:fillRect/>
                </a:stretch>
              </p:blipFill>
              <p:spPr>
                <a:xfrm>
                  <a:off x="4676373" y="3405441"/>
                  <a:ext cx="2628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86" name="Ink 185">
                  <a:extLst>
                    <a:ext uri="{FF2B5EF4-FFF2-40B4-BE49-F238E27FC236}">
                      <a16:creationId xmlns:a16="http://schemas.microsoft.com/office/drawing/2014/main" id="{39E97AA4-8F6C-EF2D-D1C3-CC20DCF441DC}"/>
                    </a:ext>
                  </a:extLst>
                </p14:cNvPr>
                <p14:cNvContentPartPr/>
                <p14:nvPr/>
              </p14:nvContentPartPr>
              <p14:xfrm>
                <a:off x="4606533" y="3389961"/>
                <a:ext cx="100440" cy="65520"/>
              </p14:xfrm>
            </p:contentPart>
          </mc:Choice>
          <mc:Fallback>
            <p:pic>
              <p:nvPicPr>
                <p:cNvPr id="186" name="Ink 185">
                  <a:extLst>
                    <a:ext uri="{FF2B5EF4-FFF2-40B4-BE49-F238E27FC236}">
                      <a16:creationId xmlns:a16="http://schemas.microsoft.com/office/drawing/2014/main" id="{39E97AA4-8F6C-EF2D-D1C3-CC20DCF441DC}"/>
                    </a:ext>
                  </a:extLst>
                </p:cNvPr>
                <p:cNvPicPr/>
                <p:nvPr/>
              </p:nvPicPr>
              <p:blipFill>
                <a:blip r:embed="rId301"/>
                <a:stretch>
                  <a:fillRect/>
                </a:stretch>
              </p:blipFill>
              <p:spPr>
                <a:xfrm>
                  <a:off x="4597893" y="3380961"/>
                  <a:ext cx="118080" cy="83160"/>
                </a:xfrm>
                <a:prstGeom prst="rect">
                  <a:avLst/>
                </a:prstGeom>
              </p:spPr>
            </p:pic>
          </mc:Fallback>
        </mc:AlternateContent>
      </p:grpSp>
      <p:grpSp>
        <p:nvGrpSpPr>
          <p:cNvPr id="190" name="Group 189">
            <a:extLst>
              <a:ext uri="{FF2B5EF4-FFF2-40B4-BE49-F238E27FC236}">
                <a16:creationId xmlns:a16="http://schemas.microsoft.com/office/drawing/2014/main" id="{E1B33F17-D754-0B0F-5D21-7C516F67267C}"/>
              </a:ext>
            </a:extLst>
          </p:cNvPr>
          <p:cNvGrpSpPr/>
          <p:nvPr/>
        </p:nvGrpSpPr>
        <p:grpSpPr>
          <a:xfrm>
            <a:off x="5235813" y="5627361"/>
            <a:ext cx="203760" cy="292320"/>
            <a:chOff x="5235813" y="5627361"/>
            <a:chExt cx="203760" cy="292320"/>
          </a:xfrm>
        </p:grpSpPr>
        <mc:AlternateContent xmlns:mc="http://schemas.openxmlformats.org/markup-compatibility/2006">
          <mc:Choice xmlns:p14="http://schemas.microsoft.com/office/powerpoint/2010/main" Requires="p14">
            <p:contentPart p14:bwMode="auto" r:id="rId302">
              <p14:nvContentPartPr>
                <p14:cNvPr id="188" name="Ink 187">
                  <a:extLst>
                    <a:ext uri="{FF2B5EF4-FFF2-40B4-BE49-F238E27FC236}">
                      <a16:creationId xmlns:a16="http://schemas.microsoft.com/office/drawing/2014/main" id="{2B18488C-8C62-12B0-06ED-EC5736338149}"/>
                    </a:ext>
                  </a:extLst>
                </p14:cNvPr>
                <p14:cNvContentPartPr/>
                <p14:nvPr/>
              </p14:nvContentPartPr>
              <p14:xfrm>
                <a:off x="5347413" y="5663001"/>
                <a:ext cx="24120" cy="256680"/>
              </p14:xfrm>
            </p:contentPart>
          </mc:Choice>
          <mc:Fallback>
            <p:pic>
              <p:nvPicPr>
                <p:cNvPr id="188" name="Ink 187">
                  <a:extLst>
                    <a:ext uri="{FF2B5EF4-FFF2-40B4-BE49-F238E27FC236}">
                      <a16:creationId xmlns:a16="http://schemas.microsoft.com/office/drawing/2014/main" id="{2B18488C-8C62-12B0-06ED-EC5736338149}"/>
                    </a:ext>
                  </a:extLst>
                </p:cNvPr>
                <p:cNvPicPr/>
                <p:nvPr/>
              </p:nvPicPr>
              <p:blipFill>
                <a:blip r:embed="rId303"/>
                <a:stretch>
                  <a:fillRect/>
                </a:stretch>
              </p:blipFill>
              <p:spPr>
                <a:xfrm>
                  <a:off x="5338413" y="5654001"/>
                  <a:ext cx="41760" cy="27432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89" name="Ink 188">
                  <a:extLst>
                    <a:ext uri="{FF2B5EF4-FFF2-40B4-BE49-F238E27FC236}">
                      <a16:creationId xmlns:a16="http://schemas.microsoft.com/office/drawing/2014/main" id="{18C6DC8B-AA53-E3D5-2E63-F96FDFA52587}"/>
                    </a:ext>
                  </a:extLst>
                </p14:cNvPr>
                <p14:cNvContentPartPr/>
                <p14:nvPr/>
              </p14:nvContentPartPr>
              <p14:xfrm>
                <a:off x="5235813" y="5627361"/>
                <a:ext cx="203760" cy="122040"/>
              </p14:xfrm>
            </p:contentPart>
          </mc:Choice>
          <mc:Fallback>
            <p:pic>
              <p:nvPicPr>
                <p:cNvPr id="189" name="Ink 188">
                  <a:extLst>
                    <a:ext uri="{FF2B5EF4-FFF2-40B4-BE49-F238E27FC236}">
                      <a16:creationId xmlns:a16="http://schemas.microsoft.com/office/drawing/2014/main" id="{18C6DC8B-AA53-E3D5-2E63-F96FDFA52587}"/>
                    </a:ext>
                  </a:extLst>
                </p:cNvPr>
                <p:cNvPicPr/>
                <p:nvPr/>
              </p:nvPicPr>
              <p:blipFill>
                <a:blip r:embed="rId305"/>
                <a:stretch>
                  <a:fillRect/>
                </a:stretch>
              </p:blipFill>
              <p:spPr>
                <a:xfrm>
                  <a:off x="5227173" y="5618721"/>
                  <a:ext cx="221400" cy="139680"/>
                </a:xfrm>
                <a:prstGeom prst="rect">
                  <a:avLst/>
                </a:prstGeom>
              </p:spPr>
            </p:pic>
          </mc:Fallback>
        </mc:AlternateContent>
      </p:grpSp>
      <p:grpSp>
        <p:nvGrpSpPr>
          <p:cNvPr id="199" name="Group 198">
            <a:extLst>
              <a:ext uri="{FF2B5EF4-FFF2-40B4-BE49-F238E27FC236}">
                <a16:creationId xmlns:a16="http://schemas.microsoft.com/office/drawing/2014/main" id="{98B8A022-0F20-94F1-BB1A-695FE665D80F}"/>
              </a:ext>
            </a:extLst>
          </p:cNvPr>
          <p:cNvGrpSpPr/>
          <p:nvPr/>
        </p:nvGrpSpPr>
        <p:grpSpPr>
          <a:xfrm>
            <a:off x="10649853" y="3315801"/>
            <a:ext cx="1137600" cy="351360"/>
            <a:chOff x="10649853" y="3315801"/>
            <a:chExt cx="1137600" cy="351360"/>
          </a:xfrm>
        </p:grpSpPr>
        <mc:AlternateContent xmlns:mc="http://schemas.openxmlformats.org/markup-compatibility/2006">
          <mc:Choice xmlns:p14="http://schemas.microsoft.com/office/powerpoint/2010/main" Requires="p14">
            <p:contentPart p14:bwMode="auto" r:id="rId306">
              <p14:nvContentPartPr>
                <p14:cNvPr id="191" name="Ink 190">
                  <a:extLst>
                    <a:ext uri="{FF2B5EF4-FFF2-40B4-BE49-F238E27FC236}">
                      <a16:creationId xmlns:a16="http://schemas.microsoft.com/office/drawing/2014/main" id="{C047068E-3E2F-6710-26D2-F44EE5306F70}"/>
                    </a:ext>
                  </a:extLst>
                </p14:cNvPr>
                <p14:cNvContentPartPr/>
                <p14:nvPr/>
              </p14:nvContentPartPr>
              <p14:xfrm>
                <a:off x="10755693" y="3425961"/>
                <a:ext cx="165240" cy="185040"/>
              </p14:xfrm>
            </p:contentPart>
          </mc:Choice>
          <mc:Fallback>
            <p:pic>
              <p:nvPicPr>
                <p:cNvPr id="191" name="Ink 190">
                  <a:extLst>
                    <a:ext uri="{FF2B5EF4-FFF2-40B4-BE49-F238E27FC236}">
                      <a16:creationId xmlns:a16="http://schemas.microsoft.com/office/drawing/2014/main" id="{C047068E-3E2F-6710-26D2-F44EE5306F70}"/>
                    </a:ext>
                  </a:extLst>
                </p:cNvPr>
                <p:cNvPicPr/>
                <p:nvPr/>
              </p:nvPicPr>
              <p:blipFill>
                <a:blip r:embed="rId307"/>
                <a:stretch>
                  <a:fillRect/>
                </a:stretch>
              </p:blipFill>
              <p:spPr>
                <a:xfrm>
                  <a:off x="10746693" y="3417321"/>
                  <a:ext cx="182880" cy="20268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192" name="Ink 191">
                  <a:extLst>
                    <a:ext uri="{FF2B5EF4-FFF2-40B4-BE49-F238E27FC236}">
                      <a16:creationId xmlns:a16="http://schemas.microsoft.com/office/drawing/2014/main" id="{992AA619-29C8-AFDF-8D45-1ED00B2C1AE6}"/>
                    </a:ext>
                  </a:extLst>
                </p14:cNvPr>
                <p14:cNvContentPartPr/>
                <p14:nvPr/>
              </p14:nvContentPartPr>
              <p14:xfrm>
                <a:off x="10943613" y="3497961"/>
                <a:ext cx="80280" cy="108360"/>
              </p14:xfrm>
            </p:contentPart>
          </mc:Choice>
          <mc:Fallback>
            <p:pic>
              <p:nvPicPr>
                <p:cNvPr id="192" name="Ink 191">
                  <a:extLst>
                    <a:ext uri="{FF2B5EF4-FFF2-40B4-BE49-F238E27FC236}">
                      <a16:creationId xmlns:a16="http://schemas.microsoft.com/office/drawing/2014/main" id="{992AA619-29C8-AFDF-8D45-1ED00B2C1AE6}"/>
                    </a:ext>
                  </a:extLst>
                </p:cNvPr>
                <p:cNvPicPr/>
                <p:nvPr/>
              </p:nvPicPr>
              <p:blipFill>
                <a:blip r:embed="rId309"/>
                <a:stretch>
                  <a:fillRect/>
                </a:stretch>
              </p:blipFill>
              <p:spPr>
                <a:xfrm>
                  <a:off x="10934973" y="3488961"/>
                  <a:ext cx="9792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93" name="Ink 192">
                  <a:extLst>
                    <a:ext uri="{FF2B5EF4-FFF2-40B4-BE49-F238E27FC236}">
                      <a16:creationId xmlns:a16="http://schemas.microsoft.com/office/drawing/2014/main" id="{12ACF744-A55C-E6B8-761B-0231993FA6C3}"/>
                    </a:ext>
                  </a:extLst>
                </p14:cNvPr>
                <p14:cNvContentPartPr/>
                <p14:nvPr/>
              </p14:nvContentPartPr>
              <p14:xfrm>
                <a:off x="11105613" y="3623241"/>
                <a:ext cx="24120" cy="7920"/>
              </p14:xfrm>
            </p:contentPart>
          </mc:Choice>
          <mc:Fallback>
            <p:pic>
              <p:nvPicPr>
                <p:cNvPr id="193" name="Ink 192">
                  <a:extLst>
                    <a:ext uri="{FF2B5EF4-FFF2-40B4-BE49-F238E27FC236}">
                      <a16:creationId xmlns:a16="http://schemas.microsoft.com/office/drawing/2014/main" id="{12ACF744-A55C-E6B8-761B-0231993FA6C3}"/>
                    </a:ext>
                  </a:extLst>
                </p:cNvPr>
                <p:cNvPicPr/>
                <p:nvPr/>
              </p:nvPicPr>
              <p:blipFill>
                <a:blip r:embed="rId311"/>
                <a:stretch>
                  <a:fillRect/>
                </a:stretch>
              </p:blipFill>
              <p:spPr>
                <a:xfrm>
                  <a:off x="11096973" y="3614601"/>
                  <a:ext cx="4176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194" name="Ink 193">
                  <a:extLst>
                    <a:ext uri="{FF2B5EF4-FFF2-40B4-BE49-F238E27FC236}">
                      <a16:creationId xmlns:a16="http://schemas.microsoft.com/office/drawing/2014/main" id="{F333A737-848E-1953-1BE1-40348E167872}"/>
                    </a:ext>
                  </a:extLst>
                </p14:cNvPr>
                <p14:cNvContentPartPr/>
                <p14:nvPr/>
              </p14:nvContentPartPr>
              <p14:xfrm>
                <a:off x="11239173" y="3438201"/>
                <a:ext cx="125640" cy="212040"/>
              </p14:xfrm>
            </p:contentPart>
          </mc:Choice>
          <mc:Fallback>
            <p:pic>
              <p:nvPicPr>
                <p:cNvPr id="194" name="Ink 193">
                  <a:extLst>
                    <a:ext uri="{FF2B5EF4-FFF2-40B4-BE49-F238E27FC236}">
                      <a16:creationId xmlns:a16="http://schemas.microsoft.com/office/drawing/2014/main" id="{F333A737-848E-1953-1BE1-40348E167872}"/>
                    </a:ext>
                  </a:extLst>
                </p:cNvPr>
                <p:cNvPicPr/>
                <p:nvPr/>
              </p:nvPicPr>
              <p:blipFill>
                <a:blip r:embed="rId313"/>
                <a:stretch>
                  <a:fillRect/>
                </a:stretch>
              </p:blipFill>
              <p:spPr>
                <a:xfrm>
                  <a:off x="11230533" y="3429561"/>
                  <a:ext cx="14328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195" name="Ink 194">
                  <a:extLst>
                    <a:ext uri="{FF2B5EF4-FFF2-40B4-BE49-F238E27FC236}">
                      <a16:creationId xmlns:a16="http://schemas.microsoft.com/office/drawing/2014/main" id="{B7B608C3-AA07-2487-C127-8C9044897215}"/>
                    </a:ext>
                  </a:extLst>
                </p14:cNvPr>
                <p14:cNvContentPartPr/>
                <p14:nvPr/>
              </p14:nvContentPartPr>
              <p14:xfrm>
                <a:off x="11291013" y="3442881"/>
                <a:ext cx="264600" cy="199080"/>
              </p14:xfrm>
            </p:contentPart>
          </mc:Choice>
          <mc:Fallback>
            <p:pic>
              <p:nvPicPr>
                <p:cNvPr id="195" name="Ink 194">
                  <a:extLst>
                    <a:ext uri="{FF2B5EF4-FFF2-40B4-BE49-F238E27FC236}">
                      <a16:creationId xmlns:a16="http://schemas.microsoft.com/office/drawing/2014/main" id="{B7B608C3-AA07-2487-C127-8C9044897215}"/>
                    </a:ext>
                  </a:extLst>
                </p:cNvPr>
                <p:cNvPicPr/>
                <p:nvPr/>
              </p:nvPicPr>
              <p:blipFill>
                <a:blip r:embed="rId315"/>
                <a:stretch>
                  <a:fillRect/>
                </a:stretch>
              </p:blipFill>
              <p:spPr>
                <a:xfrm>
                  <a:off x="11282013" y="3434241"/>
                  <a:ext cx="28224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196" name="Ink 195">
                  <a:extLst>
                    <a:ext uri="{FF2B5EF4-FFF2-40B4-BE49-F238E27FC236}">
                      <a16:creationId xmlns:a16="http://schemas.microsoft.com/office/drawing/2014/main" id="{A633C73D-9F13-0470-9A24-58F3352D1A89}"/>
                    </a:ext>
                  </a:extLst>
                </p14:cNvPr>
                <p14:cNvContentPartPr/>
                <p14:nvPr/>
              </p14:nvContentPartPr>
              <p14:xfrm>
                <a:off x="11597733" y="3468801"/>
                <a:ext cx="46800" cy="105120"/>
              </p14:xfrm>
            </p:contentPart>
          </mc:Choice>
          <mc:Fallback>
            <p:pic>
              <p:nvPicPr>
                <p:cNvPr id="196" name="Ink 195">
                  <a:extLst>
                    <a:ext uri="{FF2B5EF4-FFF2-40B4-BE49-F238E27FC236}">
                      <a16:creationId xmlns:a16="http://schemas.microsoft.com/office/drawing/2014/main" id="{A633C73D-9F13-0470-9A24-58F3352D1A89}"/>
                    </a:ext>
                  </a:extLst>
                </p:cNvPr>
                <p:cNvPicPr/>
                <p:nvPr/>
              </p:nvPicPr>
              <p:blipFill>
                <a:blip r:embed="rId317"/>
                <a:stretch>
                  <a:fillRect/>
                </a:stretch>
              </p:blipFill>
              <p:spPr>
                <a:xfrm>
                  <a:off x="11588733" y="3459801"/>
                  <a:ext cx="6444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197" name="Ink 196">
                  <a:extLst>
                    <a:ext uri="{FF2B5EF4-FFF2-40B4-BE49-F238E27FC236}">
                      <a16:creationId xmlns:a16="http://schemas.microsoft.com/office/drawing/2014/main" id="{9CFAAF24-9DCB-1E2E-6196-8B1C75867AE9}"/>
                    </a:ext>
                  </a:extLst>
                </p14:cNvPr>
                <p14:cNvContentPartPr/>
                <p14:nvPr/>
              </p14:nvContentPartPr>
              <p14:xfrm>
                <a:off x="10649853" y="3339201"/>
                <a:ext cx="149400" cy="327960"/>
              </p14:xfrm>
            </p:contentPart>
          </mc:Choice>
          <mc:Fallback>
            <p:pic>
              <p:nvPicPr>
                <p:cNvPr id="197" name="Ink 196">
                  <a:extLst>
                    <a:ext uri="{FF2B5EF4-FFF2-40B4-BE49-F238E27FC236}">
                      <a16:creationId xmlns:a16="http://schemas.microsoft.com/office/drawing/2014/main" id="{9CFAAF24-9DCB-1E2E-6196-8B1C75867AE9}"/>
                    </a:ext>
                  </a:extLst>
                </p:cNvPr>
                <p:cNvPicPr/>
                <p:nvPr/>
              </p:nvPicPr>
              <p:blipFill>
                <a:blip r:embed="rId319"/>
                <a:stretch>
                  <a:fillRect/>
                </a:stretch>
              </p:blipFill>
              <p:spPr>
                <a:xfrm>
                  <a:off x="10640853" y="3330201"/>
                  <a:ext cx="167040" cy="34560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198" name="Ink 197">
                  <a:extLst>
                    <a:ext uri="{FF2B5EF4-FFF2-40B4-BE49-F238E27FC236}">
                      <a16:creationId xmlns:a16="http://schemas.microsoft.com/office/drawing/2014/main" id="{A2A57B3D-C0DB-9B5F-34A2-916AA8B8ED97}"/>
                    </a:ext>
                  </a:extLst>
                </p14:cNvPr>
                <p14:cNvContentPartPr/>
                <p14:nvPr/>
              </p14:nvContentPartPr>
              <p14:xfrm>
                <a:off x="11667213" y="3315801"/>
                <a:ext cx="120240" cy="285840"/>
              </p14:xfrm>
            </p:contentPart>
          </mc:Choice>
          <mc:Fallback>
            <p:pic>
              <p:nvPicPr>
                <p:cNvPr id="198" name="Ink 197">
                  <a:extLst>
                    <a:ext uri="{FF2B5EF4-FFF2-40B4-BE49-F238E27FC236}">
                      <a16:creationId xmlns:a16="http://schemas.microsoft.com/office/drawing/2014/main" id="{A2A57B3D-C0DB-9B5F-34A2-916AA8B8ED97}"/>
                    </a:ext>
                  </a:extLst>
                </p:cNvPr>
                <p:cNvPicPr/>
                <p:nvPr/>
              </p:nvPicPr>
              <p:blipFill>
                <a:blip r:embed="rId321"/>
                <a:stretch>
                  <a:fillRect/>
                </a:stretch>
              </p:blipFill>
              <p:spPr>
                <a:xfrm>
                  <a:off x="11658213" y="3307161"/>
                  <a:ext cx="137880" cy="303480"/>
                </a:xfrm>
                <a:prstGeom prst="rect">
                  <a:avLst/>
                </a:prstGeom>
              </p:spPr>
            </p:pic>
          </mc:Fallback>
        </mc:AlternateContent>
      </p:grpSp>
      <p:grpSp>
        <p:nvGrpSpPr>
          <p:cNvPr id="210" name="Group 209">
            <a:extLst>
              <a:ext uri="{FF2B5EF4-FFF2-40B4-BE49-F238E27FC236}">
                <a16:creationId xmlns:a16="http://schemas.microsoft.com/office/drawing/2014/main" id="{6D06EE43-69E8-BF41-FBFC-BD12645AFEE8}"/>
              </a:ext>
            </a:extLst>
          </p:cNvPr>
          <p:cNvGrpSpPr/>
          <p:nvPr/>
        </p:nvGrpSpPr>
        <p:grpSpPr>
          <a:xfrm>
            <a:off x="811413" y="2114121"/>
            <a:ext cx="529560" cy="541440"/>
            <a:chOff x="811413" y="2114121"/>
            <a:chExt cx="529560" cy="541440"/>
          </a:xfrm>
        </p:grpSpPr>
        <mc:AlternateContent xmlns:mc="http://schemas.openxmlformats.org/markup-compatibility/2006">
          <mc:Choice xmlns:p14="http://schemas.microsoft.com/office/powerpoint/2010/main" Requires="p14">
            <p:contentPart p14:bwMode="auto" r:id="rId322">
              <p14:nvContentPartPr>
                <p14:cNvPr id="200" name="Ink 199">
                  <a:extLst>
                    <a:ext uri="{FF2B5EF4-FFF2-40B4-BE49-F238E27FC236}">
                      <a16:creationId xmlns:a16="http://schemas.microsoft.com/office/drawing/2014/main" id="{F412F448-CDCE-0508-41F7-55DD3A97F639}"/>
                    </a:ext>
                  </a:extLst>
                </p14:cNvPr>
                <p14:cNvContentPartPr/>
                <p14:nvPr/>
              </p14:nvContentPartPr>
              <p14:xfrm>
                <a:off x="811413" y="2114121"/>
                <a:ext cx="185040" cy="541440"/>
              </p14:xfrm>
            </p:contentPart>
          </mc:Choice>
          <mc:Fallback>
            <p:pic>
              <p:nvPicPr>
                <p:cNvPr id="200" name="Ink 199">
                  <a:extLst>
                    <a:ext uri="{FF2B5EF4-FFF2-40B4-BE49-F238E27FC236}">
                      <a16:creationId xmlns:a16="http://schemas.microsoft.com/office/drawing/2014/main" id="{F412F448-CDCE-0508-41F7-55DD3A97F639}"/>
                    </a:ext>
                  </a:extLst>
                </p:cNvPr>
                <p:cNvPicPr/>
                <p:nvPr/>
              </p:nvPicPr>
              <p:blipFill>
                <a:blip r:embed="rId323"/>
                <a:stretch>
                  <a:fillRect/>
                </a:stretch>
              </p:blipFill>
              <p:spPr>
                <a:xfrm>
                  <a:off x="802773" y="2105481"/>
                  <a:ext cx="202680" cy="55908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201" name="Ink 200">
                  <a:extLst>
                    <a:ext uri="{FF2B5EF4-FFF2-40B4-BE49-F238E27FC236}">
                      <a16:creationId xmlns:a16="http://schemas.microsoft.com/office/drawing/2014/main" id="{417483F2-C3AF-6445-9D53-8DBCA1E30400}"/>
                    </a:ext>
                  </a:extLst>
                </p14:cNvPr>
                <p14:cNvContentPartPr/>
                <p14:nvPr/>
              </p14:nvContentPartPr>
              <p14:xfrm>
                <a:off x="1012653" y="2340561"/>
                <a:ext cx="31680" cy="152640"/>
              </p14:xfrm>
            </p:contentPart>
          </mc:Choice>
          <mc:Fallback>
            <p:pic>
              <p:nvPicPr>
                <p:cNvPr id="201" name="Ink 200">
                  <a:extLst>
                    <a:ext uri="{FF2B5EF4-FFF2-40B4-BE49-F238E27FC236}">
                      <a16:creationId xmlns:a16="http://schemas.microsoft.com/office/drawing/2014/main" id="{417483F2-C3AF-6445-9D53-8DBCA1E30400}"/>
                    </a:ext>
                  </a:extLst>
                </p:cNvPr>
                <p:cNvPicPr/>
                <p:nvPr/>
              </p:nvPicPr>
              <p:blipFill>
                <a:blip r:embed="rId325"/>
                <a:stretch>
                  <a:fillRect/>
                </a:stretch>
              </p:blipFill>
              <p:spPr>
                <a:xfrm>
                  <a:off x="1003653" y="2331561"/>
                  <a:ext cx="4932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202" name="Ink 201">
                  <a:extLst>
                    <a:ext uri="{FF2B5EF4-FFF2-40B4-BE49-F238E27FC236}">
                      <a16:creationId xmlns:a16="http://schemas.microsoft.com/office/drawing/2014/main" id="{811147EE-1FD9-FD1F-4210-1A844E73480F}"/>
                    </a:ext>
                  </a:extLst>
                </p14:cNvPr>
                <p14:cNvContentPartPr/>
                <p14:nvPr/>
              </p14:nvContentPartPr>
              <p14:xfrm>
                <a:off x="1035693" y="2235441"/>
                <a:ext cx="360" cy="50760"/>
              </p14:xfrm>
            </p:contentPart>
          </mc:Choice>
          <mc:Fallback>
            <p:pic>
              <p:nvPicPr>
                <p:cNvPr id="202" name="Ink 201">
                  <a:extLst>
                    <a:ext uri="{FF2B5EF4-FFF2-40B4-BE49-F238E27FC236}">
                      <a16:creationId xmlns:a16="http://schemas.microsoft.com/office/drawing/2014/main" id="{811147EE-1FD9-FD1F-4210-1A844E73480F}"/>
                    </a:ext>
                  </a:extLst>
                </p:cNvPr>
                <p:cNvPicPr/>
                <p:nvPr/>
              </p:nvPicPr>
              <p:blipFill>
                <a:blip r:embed="rId327"/>
                <a:stretch>
                  <a:fillRect/>
                </a:stretch>
              </p:blipFill>
              <p:spPr>
                <a:xfrm>
                  <a:off x="1027053" y="2226801"/>
                  <a:ext cx="1800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204" name="Ink 203">
                  <a:extLst>
                    <a:ext uri="{FF2B5EF4-FFF2-40B4-BE49-F238E27FC236}">
                      <a16:creationId xmlns:a16="http://schemas.microsoft.com/office/drawing/2014/main" id="{5435C684-603A-53DB-FDF4-C30A36603504}"/>
                    </a:ext>
                  </a:extLst>
                </p14:cNvPr>
                <p14:cNvContentPartPr/>
                <p14:nvPr/>
              </p14:nvContentPartPr>
              <p14:xfrm>
                <a:off x="1105893" y="2291961"/>
                <a:ext cx="235080" cy="140400"/>
              </p14:xfrm>
            </p:contentPart>
          </mc:Choice>
          <mc:Fallback>
            <p:pic>
              <p:nvPicPr>
                <p:cNvPr id="204" name="Ink 203">
                  <a:extLst>
                    <a:ext uri="{FF2B5EF4-FFF2-40B4-BE49-F238E27FC236}">
                      <a16:creationId xmlns:a16="http://schemas.microsoft.com/office/drawing/2014/main" id="{5435C684-603A-53DB-FDF4-C30A36603504}"/>
                    </a:ext>
                  </a:extLst>
                </p:cNvPr>
                <p:cNvPicPr/>
                <p:nvPr/>
              </p:nvPicPr>
              <p:blipFill>
                <a:blip r:embed="rId329"/>
                <a:stretch>
                  <a:fillRect/>
                </a:stretch>
              </p:blipFill>
              <p:spPr>
                <a:xfrm>
                  <a:off x="1097253" y="2282961"/>
                  <a:ext cx="25272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205" name="Ink 204">
                  <a:extLst>
                    <a:ext uri="{FF2B5EF4-FFF2-40B4-BE49-F238E27FC236}">
                      <a16:creationId xmlns:a16="http://schemas.microsoft.com/office/drawing/2014/main" id="{70ADFEB8-BE9F-C79D-884E-9C337C3C7D46}"/>
                    </a:ext>
                  </a:extLst>
                </p14:cNvPr>
                <p14:cNvContentPartPr/>
                <p14:nvPr/>
              </p14:nvContentPartPr>
              <p14:xfrm>
                <a:off x="1270413" y="2133921"/>
                <a:ext cx="12600" cy="65520"/>
              </p14:xfrm>
            </p:contentPart>
          </mc:Choice>
          <mc:Fallback>
            <p:pic>
              <p:nvPicPr>
                <p:cNvPr id="205" name="Ink 204">
                  <a:extLst>
                    <a:ext uri="{FF2B5EF4-FFF2-40B4-BE49-F238E27FC236}">
                      <a16:creationId xmlns:a16="http://schemas.microsoft.com/office/drawing/2014/main" id="{70ADFEB8-BE9F-C79D-884E-9C337C3C7D46}"/>
                    </a:ext>
                  </a:extLst>
                </p:cNvPr>
                <p:cNvPicPr/>
                <p:nvPr/>
              </p:nvPicPr>
              <p:blipFill>
                <a:blip r:embed="rId331"/>
                <a:stretch>
                  <a:fillRect/>
                </a:stretch>
              </p:blipFill>
              <p:spPr>
                <a:xfrm>
                  <a:off x="1261773" y="2125281"/>
                  <a:ext cx="30240" cy="83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32">
            <p14:nvContentPartPr>
              <p14:cNvPr id="206" name="Ink 205">
                <a:extLst>
                  <a:ext uri="{FF2B5EF4-FFF2-40B4-BE49-F238E27FC236}">
                    <a16:creationId xmlns:a16="http://schemas.microsoft.com/office/drawing/2014/main" id="{FD926553-7429-DF5C-0569-742205AB22A4}"/>
                  </a:ext>
                </a:extLst>
              </p14:cNvPr>
              <p14:cNvContentPartPr/>
              <p14:nvPr/>
            </p14:nvContentPartPr>
            <p14:xfrm>
              <a:off x="973053" y="3347481"/>
              <a:ext cx="543240" cy="505440"/>
            </p14:xfrm>
          </p:contentPart>
        </mc:Choice>
        <mc:Fallback>
          <p:pic>
            <p:nvPicPr>
              <p:cNvPr id="206" name="Ink 205">
                <a:extLst>
                  <a:ext uri="{FF2B5EF4-FFF2-40B4-BE49-F238E27FC236}">
                    <a16:creationId xmlns:a16="http://schemas.microsoft.com/office/drawing/2014/main" id="{FD926553-7429-DF5C-0569-742205AB22A4}"/>
                  </a:ext>
                </a:extLst>
              </p:cNvPr>
              <p:cNvPicPr/>
              <p:nvPr/>
            </p:nvPicPr>
            <p:blipFill>
              <a:blip r:embed="rId333"/>
              <a:stretch>
                <a:fillRect/>
              </a:stretch>
            </p:blipFill>
            <p:spPr>
              <a:xfrm>
                <a:off x="964053" y="3338481"/>
                <a:ext cx="560880" cy="523080"/>
              </a:xfrm>
              <a:prstGeom prst="rect">
                <a:avLst/>
              </a:prstGeom>
            </p:spPr>
          </p:pic>
        </mc:Fallback>
      </mc:AlternateContent>
      <p:grpSp>
        <p:nvGrpSpPr>
          <p:cNvPr id="209" name="Group 208">
            <a:extLst>
              <a:ext uri="{FF2B5EF4-FFF2-40B4-BE49-F238E27FC236}">
                <a16:creationId xmlns:a16="http://schemas.microsoft.com/office/drawing/2014/main" id="{682F41DE-57C3-6F1D-65CC-88C93BE813D9}"/>
              </a:ext>
            </a:extLst>
          </p:cNvPr>
          <p:cNvGrpSpPr/>
          <p:nvPr/>
        </p:nvGrpSpPr>
        <p:grpSpPr>
          <a:xfrm>
            <a:off x="1035693" y="4544841"/>
            <a:ext cx="450000" cy="294840"/>
            <a:chOff x="1035693" y="4544841"/>
            <a:chExt cx="450000" cy="294840"/>
          </a:xfrm>
        </p:grpSpPr>
        <mc:AlternateContent xmlns:mc="http://schemas.openxmlformats.org/markup-compatibility/2006">
          <mc:Choice xmlns:p14="http://schemas.microsoft.com/office/powerpoint/2010/main" Requires="p14">
            <p:contentPart p14:bwMode="auto" r:id="rId334">
              <p14:nvContentPartPr>
                <p14:cNvPr id="207" name="Ink 206">
                  <a:extLst>
                    <a:ext uri="{FF2B5EF4-FFF2-40B4-BE49-F238E27FC236}">
                      <a16:creationId xmlns:a16="http://schemas.microsoft.com/office/drawing/2014/main" id="{84A92AC9-1ECD-7B10-CCC6-D69FA6E2B679}"/>
                    </a:ext>
                  </a:extLst>
                </p14:cNvPr>
                <p14:cNvContentPartPr/>
                <p14:nvPr/>
              </p14:nvContentPartPr>
              <p14:xfrm>
                <a:off x="1035693" y="4544841"/>
                <a:ext cx="132480" cy="274680"/>
              </p14:xfrm>
            </p:contentPart>
          </mc:Choice>
          <mc:Fallback>
            <p:pic>
              <p:nvPicPr>
                <p:cNvPr id="207" name="Ink 206">
                  <a:extLst>
                    <a:ext uri="{FF2B5EF4-FFF2-40B4-BE49-F238E27FC236}">
                      <a16:creationId xmlns:a16="http://schemas.microsoft.com/office/drawing/2014/main" id="{84A92AC9-1ECD-7B10-CCC6-D69FA6E2B679}"/>
                    </a:ext>
                  </a:extLst>
                </p:cNvPr>
                <p:cNvPicPr/>
                <p:nvPr/>
              </p:nvPicPr>
              <p:blipFill>
                <a:blip r:embed="rId335"/>
                <a:stretch>
                  <a:fillRect/>
                </a:stretch>
              </p:blipFill>
              <p:spPr>
                <a:xfrm>
                  <a:off x="1027053" y="4535841"/>
                  <a:ext cx="15012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208" name="Ink 207">
                  <a:extLst>
                    <a:ext uri="{FF2B5EF4-FFF2-40B4-BE49-F238E27FC236}">
                      <a16:creationId xmlns:a16="http://schemas.microsoft.com/office/drawing/2014/main" id="{A6EAF2A5-C691-0E2C-FDB5-72A0B30EF6D2}"/>
                    </a:ext>
                  </a:extLst>
                </p14:cNvPr>
                <p14:cNvContentPartPr/>
                <p14:nvPr/>
              </p14:nvContentPartPr>
              <p14:xfrm>
                <a:off x="1239453" y="4588041"/>
                <a:ext cx="246240" cy="251640"/>
              </p14:xfrm>
            </p:contentPart>
          </mc:Choice>
          <mc:Fallback>
            <p:pic>
              <p:nvPicPr>
                <p:cNvPr id="208" name="Ink 207">
                  <a:extLst>
                    <a:ext uri="{FF2B5EF4-FFF2-40B4-BE49-F238E27FC236}">
                      <a16:creationId xmlns:a16="http://schemas.microsoft.com/office/drawing/2014/main" id="{A6EAF2A5-C691-0E2C-FDB5-72A0B30EF6D2}"/>
                    </a:ext>
                  </a:extLst>
                </p:cNvPr>
                <p:cNvPicPr/>
                <p:nvPr/>
              </p:nvPicPr>
              <p:blipFill>
                <a:blip r:embed="rId337"/>
                <a:stretch>
                  <a:fillRect/>
                </a:stretch>
              </p:blipFill>
              <p:spPr>
                <a:xfrm>
                  <a:off x="1230813" y="4579401"/>
                  <a:ext cx="263880" cy="269280"/>
                </a:xfrm>
                <a:prstGeom prst="rect">
                  <a:avLst/>
                </a:prstGeom>
              </p:spPr>
            </p:pic>
          </mc:Fallback>
        </mc:AlternateContent>
      </p:grpSp>
      <p:grpSp>
        <p:nvGrpSpPr>
          <p:cNvPr id="237" name="Group 236">
            <a:extLst>
              <a:ext uri="{FF2B5EF4-FFF2-40B4-BE49-F238E27FC236}">
                <a16:creationId xmlns:a16="http://schemas.microsoft.com/office/drawing/2014/main" id="{12F71781-8B30-31D6-5B75-F3CA45DCC5A1}"/>
              </a:ext>
            </a:extLst>
          </p:cNvPr>
          <p:cNvGrpSpPr/>
          <p:nvPr/>
        </p:nvGrpSpPr>
        <p:grpSpPr>
          <a:xfrm>
            <a:off x="8432973" y="3764361"/>
            <a:ext cx="1403280" cy="2305440"/>
            <a:chOff x="8432973" y="3764361"/>
            <a:chExt cx="1403280" cy="2305440"/>
          </a:xfrm>
        </p:grpSpPr>
        <mc:AlternateContent xmlns:mc="http://schemas.openxmlformats.org/markup-compatibility/2006">
          <mc:Choice xmlns:p14="http://schemas.microsoft.com/office/powerpoint/2010/main" Requires="p14">
            <p:contentPart p14:bwMode="auto" r:id="rId338">
              <p14:nvContentPartPr>
                <p14:cNvPr id="211" name="Ink 210">
                  <a:extLst>
                    <a:ext uri="{FF2B5EF4-FFF2-40B4-BE49-F238E27FC236}">
                      <a16:creationId xmlns:a16="http://schemas.microsoft.com/office/drawing/2014/main" id="{E2E6A858-06D1-EFB8-CF83-3B4A4DF4B48F}"/>
                    </a:ext>
                  </a:extLst>
                </p14:cNvPr>
                <p14:cNvContentPartPr/>
                <p14:nvPr/>
              </p14:nvContentPartPr>
              <p14:xfrm>
                <a:off x="8697573" y="3850401"/>
                <a:ext cx="203400" cy="154440"/>
              </p14:xfrm>
            </p:contentPart>
          </mc:Choice>
          <mc:Fallback>
            <p:pic>
              <p:nvPicPr>
                <p:cNvPr id="211" name="Ink 210">
                  <a:extLst>
                    <a:ext uri="{FF2B5EF4-FFF2-40B4-BE49-F238E27FC236}">
                      <a16:creationId xmlns:a16="http://schemas.microsoft.com/office/drawing/2014/main" id="{E2E6A858-06D1-EFB8-CF83-3B4A4DF4B48F}"/>
                    </a:ext>
                  </a:extLst>
                </p:cNvPr>
                <p:cNvPicPr/>
                <p:nvPr/>
              </p:nvPicPr>
              <p:blipFill>
                <a:blip r:embed="rId339"/>
                <a:stretch>
                  <a:fillRect/>
                </a:stretch>
              </p:blipFill>
              <p:spPr>
                <a:xfrm>
                  <a:off x="8688573" y="3841761"/>
                  <a:ext cx="22104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212" name="Ink 211">
                  <a:extLst>
                    <a:ext uri="{FF2B5EF4-FFF2-40B4-BE49-F238E27FC236}">
                      <a16:creationId xmlns:a16="http://schemas.microsoft.com/office/drawing/2014/main" id="{4732AF01-B827-F549-F461-C08E602667B4}"/>
                    </a:ext>
                  </a:extLst>
                </p14:cNvPr>
                <p14:cNvContentPartPr/>
                <p14:nvPr/>
              </p14:nvContentPartPr>
              <p14:xfrm>
                <a:off x="8948133" y="3882081"/>
                <a:ext cx="138240" cy="112680"/>
              </p14:xfrm>
            </p:contentPart>
          </mc:Choice>
          <mc:Fallback>
            <p:pic>
              <p:nvPicPr>
                <p:cNvPr id="212" name="Ink 211">
                  <a:extLst>
                    <a:ext uri="{FF2B5EF4-FFF2-40B4-BE49-F238E27FC236}">
                      <a16:creationId xmlns:a16="http://schemas.microsoft.com/office/drawing/2014/main" id="{4732AF01-B827-F549-F461-C08E602667B4}"/>
                    </a:ext>
                  </a:extLst>
                </p:cNvPr>
                <p:cNvPicPr/>
                <p:nvPr/>
              </p:nvPicPr>
              <p:blipFill>
                <a:blip r:embed="rId341"/>
                <a:stretch>
                  <a:fillRect/>
                </a:stretch>
              </p:blipFill>
              <p:spPr>
                <a:xfrm>
                  <a:off x="8939133" y="3873081"/>
                  <a:ext cx="15588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213" name="Ink 212">
                  <a:extLst>
                    <a:ext uri="{FF2B5EF4-FFF2-40B4-BE49-F238E27FC236}">
                      <a16:creationId xmlns:a16="http://schemas.microsoft.com/office/drawing/2014/main" id="{065B56D7-A7A9-9C79-2124-FE204434ABDA}"/>
                    </a:ext>
                  </a:extLst>
                </p14:cNvPr>
                <p14:cNvContentPartPr/>
                <p14:nvPr/>
              </p14:nvContentPartPr>
              <p14:xfrm>
                <a:off x="9156213" y="3764361"/>
                <a:ext cx="16200" cy="152640"/>
              </p14:xfrm>
            </p:contentPart>
          </mc:Choice>
          <mc:Fallback>
            <p:pic>
              <p:nvPicPr>
                <p:cNvPr id="213" name="Ink 212">
                  <a:extLst>
                    <a:ext uri="{FF2B5EF4-FFF2-40B4-BE49-F238E27FC236}">
                      <a16:creationId xmlns:a16="http://schemas.microsoft.com/office/drawing/2014/main" id="{065B56D7-A7A9-9C79-2124-FE204434ABDA}"/>
                    </a:ext>
                  </a:extLst>
                </p:cNvPr>
                <p:cNvPicPr/>
                <p:nvPr/>
              </p:nvPicPr>
              <p:blipFill>
                <a:blip r:embed="rId343"/>
                <a:stretch>
                  <a:fillRect/>
                </a:stretch>
              </p:blipFill>
              <p:spPr>
                <a:xfrm>
                  <a:off x="9147573" y="3755721"/>
                  <a:ext cx="3384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344">
              <p14:nvContentPartPr>
                <p14:cNvPr id="214" name="Ink 213">
                  <a:extLst>
                    <a:ext uri="{FF2B5EF4-FFF2-40B4-BE49-F238E27FC236}">
                      <a16:creationId xmlns:a16="http://schemas.microsoft.com/office/drawing/2014/main" id="{7BB6FF8C-7891-A044-FFF5-A2F8177B8664}"/>
                    </a:ext>
                  </a:extLst>
                </p14:cNvPr>
                <p14:cNvContentPartPr/>
                <p14:nvPr/>
              </p14:nvContentPartPr>
              <p14:xfrm>
                <a:off x="9149733" y="3815841"/>
                <a:ext cx="205200" cy="139320"/>
              </p14:xfrm>
            </p:contentPart>
          </mc:Choice>
          <mc:Fallback>
            <p:pic>
              <p:nvPicPr>
                <p:cNvPr id="214" name="Ink 213">
                  <a:extLst>
                    <a:ext uri="{FF2B5EF4-FFF2-40B4-BE49-F238E27FC236}">
                      <a16:creationId xmlns:a16="http://schemas.microsoft.com/office/drawing/2014/main" id="{7BB6FF8C-7891-A044-FFF5-A2F8177B8664}"/>
                    </a:ext>
                  </a:extLst>
                </p:cNvPr>
                <p:cNvPicPr/>
                <p:nvPr/>
              </p:nvPicPr>
              <p:blipFill>
                <a:blip r:embed="rId345"/>
                <a:stretch>
                  <a:fillRect/>
                </a:stretch>
              </p:blipFill>
              <p:spPr>
                <a:xfrm>
                  <a:off x="9140733" y="3807201"/>
                  <a:ext cx="22284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215" name="Ink 214">
                  <a:extLst>
                    <a:ext uri="{FF2B5EF4-FFF2-40B4-BE49-F238E27FC236}">
                      <a16:creationId xmlns:a16="http://schemas.microsoft.com/office/drawing/2014/main" id="{33AFA5F9-7EB3-21EE-82CC-0435A69ACCA8}"/>
                    </a:ext>
                  </a:extLst>
                </p14:cNvPr>
                <p14:cNvContentPartPr/>
                <p14:nvPr/>
              </p14:nvContentPartPr>
              <p14:xfrm>
                <a:off x="8721333" y="4138401"/>
                <a:ext cx="132480" cy="229680"/>
              </p14:xfrm>
            </p:contentPart>
          </mc:Choice>
          <mc:Fallback>
            <p:pic>
              <p:nvPicPr>
                <p:cNvPr id="215" name="Ink 214">
                  <a:extLst>
                    <a:ext uri="{FF2B5EF4-FFF2-40B4-BE49-F238E27FC236}">
                      <a16:creationId xmlns:a16="http://schemas.microsoft.com/office/drawing/2014/main" id="{33AFA5F9-7EB3-21EE-82CC-0435A69ACCA8}"/>
                    </a:ext>
                  </a:extLst>
                </p:cNvPr>
                <p:cNvPicPr/>
                <p:nvPr/>
              </p:nvPicPr>
              <p:blipFill>
                <a:blip r:embed="rId347"/>
                <a:stretch>
                  <a:fillRect/>
                </a:stretch>
              </p:blipFill>
              <p:spPr>
                <a:xfrm>
                  <a:off x="8712333" y="4129761"/>
                  <a:ext cx="15012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216" name="Ink 215">
                  <a:extLst>
                    <a:ext uri="{FF2B5EF4-FFF2-40B4-BE49-F238E27FC236}">
                      <a16:creationId xmlns:a16="http://schemas.microsoft.com/office/drawing/2014/main" id="{15C18DF2-784E-3E5E-A8AA-136417B392DB}"/>
                    </a:ext>
                  </a:extLst>
                </p14:cNvPr>
                <p14:cNvContentPartPr/>
                <p14:nvPr/>
              </p14:nvContentPartPr>
              <p14:xfrm>
                <a:off x="8914293" y="4192401"/>
                <a:ext cx="73800" cy="179280"/>
              </p14:xfrm>
            </p:contentPart>
          </mc:Choice>
          <mc:Fallback>
            <p:pic>
              <p:nvPicPr>
                <p:cNvPr id="216" name="Ink 215">
                  <a:extLst>
                    <a:ext uri="{FF2B5EF4-FFF2-40B4-BE49-F238E27FC236}">
                      <a16:creationId xmlns:a16="http://schemas.microsoft.com/office/drawing/2014/main" id="{15C18DF2-784E-3E5E-A8AA-136417B392DB}"/>
                    </a:ext>
                  </a:extLst>
                </p:cNvPr>
                <p:cNvPicPr/>
                <p:nvPr/>
              </p:nvPicPr>
              <p:blipFill>
                <a:blip r:embed="rId349"/>
                <a:stretch>
                  <a:fillRect/>
                </a:stretch>
              </p:blipFill>
              <p:spPr>
                <a:xfrm>
                  <a:off x="8905293" y="4183761"/>
                  <a:ext cx="9144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217" name="Ink 216">
                  <a:extLst>
                    <a:ext uri="{FF2B5EF4-FFF2-40B4-BE49-F238E27FC236}">
                      <a16:creationId xmlns:a16="http://schemas.microsoft.com/office/drawing/2014/main" id="{09B07151-0576-CC9D-8141-00C0F56EC045}"/>
                    </a:ext>
                  </a:extLst>
                </p14:cNvPr>
                <p14:cNvContentPartPr/>
                <p14:nvPr/>
              </p14:nvContentPartPr>
              <p14:xfrm>
                <a:off x="9095733" y="4221921"/>
                <a:ext cx="127800" cy="94680"/>
              </p14:xfrm>
            </p:contentPart>
          </mc:Choice>
          <mc:Fallback>
            <p:pic>
              <p:nvPicPr>
                <p:cNvPr id="217" name="Ink 216">
                  <a:extLst>
                    <a:ext uri="{FF2B5EF4-FFF2-40B4-BE49-F238E27FC236}">
                      <a16:creationId xmlns:a16="http://schemas.microsoft.com/office/drawing/2014/main" id="{09B07151-0576-CC9D-8141-00C0F56EC045}"/>
                    </a:ext>
                  </a:extLst>
                </p:cNvPr>
                <p:cNvPicPr/>
                <p:nvPr/>
              </p:nvPicPr>
              <p:blipFill>
                <a:blip r:embed="rId351"/>
                <a:stretch>
                  <a:fillRect/>
                </a:stretch>
              </p:blipFill>
              <p:spPr>
                <a:xfrm>
                  <a:off x="9087093" y="4212921"/>
                  <a:ext cx="14544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218" name="Ink 217">
                  <a:extLst>
                    <a:ext uri="{FF2B5EF4-FFF2-40B4-BE49-F238E27FC236}">
                      <a16:creationId xmlns:a16="http://schemas.microsoft.com/office/drawing/2014/main" id="{D676E1FD-7D61-1454-827A-674CFA9EA6B1}"/>
                    </a:ext>
                  </a:extLst>
                </p14:cNvPr>
                <p14:cNvContentPartPr/>
                <p14:nvPr/>
              </p14:nvContentPartPr>
              <p14:xfrm>
                <a:off x="8651853" y="4541241"/>
                <a:ext cx="365040" cy="332640"/>
              </p14:xfrm>
            </p:contentPart>
          </mc:Choice>
          <mc:Fallback>
            <p:pic>
              <p:nvPicPr>
                <p:cNvPr id="218" name="Ink 217">
                  <a:extLst>
                    <a:ext uri="{FF2B5EF4-FFF2-40B4-BE49-F238E27FC236}">
                      <a16:creationId xmlns:a16="http://schemas.microsoft.com/office/drawing/2014/main" id="{D676E1FD-7D61-1454-827A-674CFA9EA6B1}"/>
                    </a:ext>
                  </a:extLst>
                </p:cNvPr>
                <p:cNvPicPr/>
                <p:nvPr/>
              </p:nvPicPr>
              <p:blipFill>
                <a:blip r:embed="rId353"/>
                <a:stretch>
                  <a:fillRect/>
                </a:stretch>
              </p:blipFill>
              <p:spPr>
                <a:xfrm>
                  <a:off x="8642853" y="4532241"/>
                  <a:ext cx="382680" cy="35028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219" name="Ink 218">
                  <a:extLst>
                    <a:ext uri="{FF2B5EF4-FFF2-40B4-BE49-F238E27FC236}">
                      <a16:creationId xmlns:a16="http://schemas.microsoft.com/office/drawing/2014/main" id="{CF17D927-2B95-0AE7-C1B4-F4EEC19CFDBF}"/>
                    </a:ext>
                  </a:extLst>
                </p14:cNvPr>
                <p14:cNvContentPartPr/>
                <p14:nvPr/>
              </p14:nvContentPartPr>
              <p14:xfrm>
                <a:off x="9171693" y="4686681"/>
                <a:ext cx="1440" cy="1440"/>
              </p14:xfrm>
            </p:contentPart>
          </mc:Choice>
          <mc:Fallback>
            <p:pic>
              <p:nvPicPr>
                <p:cNvPr id="219" name="Ink 218">
                  <a:extLst>
                    <a:ext uri="{FF2B5EF4-FFF2-40B4-BE49-F238E27FC236}">
                      <a16:creationId xmlns:a16="http://schemas.microsoft.com/office/drawing/2014/main" id="{CF17D927-2B95-0AE7-C1B4-F4EEC19CFDBF}"/>
                    </a:ext>
                  </a:extLst>
                </p:cNvPr>
                <p:cNvPicPr/>
                <p:nvPr/>
              </p:nvPicPr>
              <p:blipFill>
                <a:blip r:embed="rId355"/>
                <a:stretch>
                  <a:fillRect/>
                </a:stretch>
              </p:blipFill>
              <p:spPr>
                <a:xfrm>
                  <a:off x="9163053" y="4677681"/>
                  <a:ext cx="1908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356">
              <p14:nvContentPartPr>
                <p14:cNvPr id="220" name="Ink 219">
                  <a:extLst>
                    <a:ext uri="{FF2B5EF4-FFF2-40B4-BE49-F238E27FC236}">
                      <a16:creationId xmlns:a16="http://schemas.microsoft.com/office/drawing/2014/main" id="{E00E71C2-B079-C962-6EA0-91FE4E4EE477}"/>
                    </a:ext>
                  </a:extLst>
                </p14:cNvPr>
                <p14:cNvContentPartPr/>
                <p14:nvPr/>
              </p14:nvContentPartPr>
              <p14:xfrm>
                <a:off x="9105093" y="4652481"/>
                <a:ext cx="62280" cy="133920"/>
              </p14:xfrm>
            </p:contentPart>
          </mc:Choice>
          <mc:Fallback>
            <p:pic>
              <p:nvPicPr>
                <p:cNvPr id="220" name="Ink 219">
                  <a:extLst>
                    <a:ext uri="{FF2B5EF4-FFF2-40B4-BE49-F238E27FC236}">
                      <a16:creationId xmlns:a16="http://schemas.microsoft.com/office/drawing/2014/main" id="{E00E71C2-B079-C962-6EA0-91FE4E4EE477}"/>
                    </a:ext>
                  </a:extLst>
                </p:cNvPr>
                <p:cNvPicPr/>
                <p:nvPr/>
              </p:nvPicPr>
              <p:blipFill>
                <a:blip r:embed="rId357"/>
                <a:stretch>
                  <a:fillRect/>
                </a:stretch>
              </p:blipFill>
              <p:spPr>
                <a:xfrm>
                  <a:off x="9096093" y="4643841"/>
                  <a:ext cx="7992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358">
              <p14:nvContentPartPr>
                <p14:cNvPr id="221" name="Ink 220">
                  <a:extLst>
                    <a:ext uri="{FF2B5EF4-FFF2-40B4-BE49-F238E27FC236}">
                      <a16:creationId xmlns:a16="http://schemas.microsoft.com/office/drawing/2014/main" id="{A8BDB3DF-3293-C4C6-0CDB-0A0389F88BE7}"/>
                    </a:ext>
                  </a:extLst>
                </p14:cNvPr>
                <p14:cNvContentPartPr/>
                <p14:nvPr/>
              </p14:nvContentPartPr>
              <p14:xfrm>
                <a:off x="9287973" y="4691721"/>
                <a:ext cx="93960" cy="115920"/>
              </p14:xfrm>
            </p:contentPart>
          </mc:Choice>
          <mc:Fallback>
            <p:pic>
              <p:nvPicPr>
                <p:cNvPr id="221" name="Ink 220">
                  <a:extLst>
                    <a:ext uri="{FF2B5EF4-FFF2-40B4-BE49-F238E27FC236}">
                      <a16:creationId xmlns:a16="http://schemas.microsoft.com/office/drawing/2014/main" id="{A8BDB3DF-3293-C4C6-0CDB-0A0389F88BE7}"/>
                    </a:ext>
                  </a:extLst>
                </p:cNvPr>
                <p:cNvPicPr/>
                <p:nvPr/>
              </p:nvPicPr>
              <p:blipFill>
                <a:blip r:embed="rId359"/>
                <a:stretch>
                  <a:fillRect/>
                </a:stretch>
              </p:blipFill>
              <p:spPr>
                <a:xfrm>
                  <a:off x="9278973" y="4682721"/>
                  <a:ext cx="11160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360">
              <p14:nvContentPartPr>
                <p14:cNvPr id="225" name="Ink 224">
                  <a:extLst>
                    <a:ext uri="{FF2B5EF4-FFF2-40B4-BE49-F238E27FC236}">
                      <a16:creationId xmlns:a16="http://schemas.microsoft.com/office/drawing/2014/main" id="{4EB12C8E-F3D6-E11D-7D9D-34B25FA238A5}"/>
                    </a:ext>
                  </a:extLst>
                </p14:cNvPr>
                <p14:cNvContentPartPr/>
                <p14:nvPr/>
              </p14:nvContentPartPr>
              <p14:xfrm>
                <a:off x="8777853" y="5143521"/>
                <a:ext cx="210600" cy="19080"/>
              </p14:xfrm>
            </p:contentPart>
          </mc:Choice>
          <mc:Fallback>
            <p:pic>
              <p:nvPicPr>
                <p:cNvPr id="225" name="Ink 224">
                  <a:extLst>
                    <a:ext uri="{FF2B5EF4-FFF2-40B4-BE49-F238E27FC236}">
                      <a16:creationId xmlns:a16="http://schemas.microsoft.com/office/drawing/2014/main" id="{4EB12C8E-F3D6-E11D-7D9D-34B25FA238A5}"/>
                    </a:ext>
                  </a:extLst>
                </p:cNvPr>
                <p:cNvPicPr/>
                <p:nvPr/>
              </p:nvPicPr>
              <p:blipFill>
                <a:blip r:embed="rId361"/>
                <a:stretch>
                  <a:fillRect/>
                </a:stretch>
              </p:blipFill>
              <p:spPr>
                <a:xfrm>
                  <a:off x="8769213" y="5134881"/>
                  <a:ext cx="22824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362">
              <p14:nvContentPartPr>
                <p14:cNvPr id="226" name="Ink 225">
                  <a:extLst>
                    <a:ext uri="{FF2B5EF4-FFF2-40B4-BE49-F238E27FC236}">
                      <a16:creationId xmlns:a16="http://schemas.microsoft.com/office/drawing/2014/main" id="{18DAC205-C619-9185-CE8C-27937B146D73}"/>
                    </a:ext>
                  </a:extLst>
                </p14:cNvPr>
                <p14:cNvContentPartPr/>
                <p14:nvPr/>
              </p14:nvContentPartPr>
              <p14:xfrm>
                <a:off x="8929773" y="5059641"/>
                <a:ext cx="77760" cy="153720"/>
              </p14:xfrm>
            </p:contentPart>
          </mc:Choice>
          <mc:Fallback>
            <p:pic>
              <p:nvPicPr>
                <p:cNvPr id="226" name="Ink 225">
                  <a:extLst>
                    <a:ext uri="{FF2B5EF4-FFF2-40B4-BE49-F238E27FC236}">
                      <a16:creationId xmlns:a16="http://schemas.microsoft.com/office/drawing/2014/main" id="{18DAC205-C619-9185-CE8C-27937B146D73}"/>
                    </a:ext>
                  </a:extLst>
                </p:cNvPr>
                <p:cNvPicPr/>
                <p:nvPr/>
              </p:nvPicPr>
              <p:blipFill>
                <a:blip r:embed="rId363"/>
                <a:stretch>
                  <a:fillRect/>
                </a:stretch>
              </p:blipFill>
              <p:spPr>
                <a:xfrm>
                  <a:off x="8920773" y="5051001"/>
                  <a:ext cx="9540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364">
              <p14:nvContentPartPr>
                <p14:cNvPr id="227" name="Ink 226">
                  <a:extLst>
                    <a:ext uri="{FF2B5EF4-FFF2-40B4-BE49-F238E27FC236}">
                      <a16:creationId xmlns:a16="http://schemas.microsoft.com/office/drawing/2014/main" id="{DAFB8BA1-39B6-EA82-124D-9CFEA59F329C}"/>
                    </a:ext>
                  </a:extLst>
                </p14:cNvPr>
                <p14:cNvContentPartPr/>
                <p14:nvPr/>
              </p14:nvContentPartPr>
              <p14:xfrm>
                <a:off x="9067293" y="5141001"/>
                <a:ext cx="233280" cy="48960"/>
              </p14:xfrm>
            </p:contentPart>
          </mc:Choice>
          <mc:Fallback>
            <p:pic>
              <p:nvPicPr>
                <p:cNvPr id="227" name="Ink 226">
                  <a:extLst>
                    <a:ext uri="{FF2B5EF4-FFF2-40B4-BE49-F238E27FC236}">
                      <a16:creationId xmlns:a16="http://schemas.microsoft.com/office/drawing/2014/main" id="{DAFB8BA1-39B6-EA82-124D-9CFEA59F329C}"/>
                    </a:ext>
                  </a:extLst>
                </p:cNvPr>
                <p:cNvPicPr/>
                <p:nvPr/>
              </p:nvPicPr>
              <p:blipFill>
                <a:blip r:embed="rId365"/>
                <a:stretch>
                  <a:fillRect/>
                </a:stretch>
              </p:blipFill>
              <p:spPr>
                <a:xfrm>
                  <a:off x="9058293" y="5132001"/>
                  <a:ext cx="250920" cy="66600"/>
                </a:xfrm>
                <a:prstGeom prst="rect">
                  <a:avLst/>
                </a:prstGeom>
              </p:spPr>
            </p:pic>
          </mc:Fallback>
        </mc:AlternateContent>
        <mc:AlternateContent xmlns:mc="http://schemas.openxmlformats.org/markup-compatibility/2006">
          <mc:Choice xmlns:p14="http://schemas.microsoft.com/office/powerpoint/2010/main" Requires="p14">
            <p:contentPart p14:bwMode="auto" r:id="rId366">
              <p14:nvContentPartPr>
                <p14:cNvPr id="228" name="Ink 227">
                  <a:extLst>
                    <a:ext uri="{FF2B5EF4-FFF2-40B4-BE49-F238E27FC236}">
                      <a16:creationId xmlns:a16="http://schemas.microsoft.com/office/drawing/2014/main" id="{CA6795FE-7E3E-F8E5-A537-2DF6A1D117AB}"/>
                    </a:ext>
                  </a:extLst>
                </p14:cNvPr>
                <p14:cNvContentPartPr/>
                <p14:nvPr/>
              </p14:nvContentPartPr>
              <p14:xfrm>
                <a:off x="9131373" y="5111481"/>
                <a:ext cx="47520" cy="143640"/>
              </p14:xfrm>
            </p:contentPart>
          </mc:Choice>
          <mc:Fallback>
            <p:pic>
              <p:nvPicPr>
                <p:cNvPr id="228" name="Ink 227">
                  <a:extLst>
                    <a:ext uri="{FF2B5EF4-FFF2-40B4-BE49-F238E27FC236}">
                      <a16:creationId xmlns:a16="http://schemas.microsoft.com/office/drawing/2014/main" id="{CA6795FE-7E3E-F8E5-A537-2DF6A1D117AB}"/>
                    </a:ext>
                  </a:extLst>
                </p:cNvPr>
                <p:cNvPicPr/>
                <p:nvPr/>
              </p:nvPicPr>
              <p:blipFill>
                <a:blip r:embed="rId367"/>
                <a:stretch>
                  <a:fillRect/>
                </a:stretch>
              </p:blipFill>
              <p:spPr>
                <a:xfrm>
                  <a:off x="9122733" y="5102841"/>
                  <a:ext cx="6516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368">
              <p14:nvContentPartPr>
                <p14:cNvPr id="230" name="Ink 229">
                  <a:extLst>
                    <a:ext uri="{FF2B5EF4-FFF2-40B4-BE49-F238E27FC236}">
                      <a16:creationId xmlns:a16="http://schemas.microsoft.com/office/drawing/2014/main" id="{02BA9BA0-4D2B-6CC6-048F-341832D2ABAA}"/>
                    </a:ext>
                  </a:extLst>
                </p14:cNvPr>
                <p14:cNvContentPartPr/>
                <p14:nvPr/>
              </p14:nvContentPartPr>
              <p14:xfrm>
                <a:off x="8758413" y="5464281"/>
                <a:ext cx="149040" cy="173520"/>
              </p14:xfrm>
            </p:contentPart>
          </mc:Choice>
          <mc:Fallback>
            <p:pic>
              <p:nvPicPr>
                <p:cNvPr id="230" name="Ink 229">
                  <a:extLst>
                    <a:ext uri="{FF2B5EF4-FFF2-40B4-BE49-F238E27FC236}">
                      <a16:creationId xmlns:a16="http://schemas.microsoft.com/office/drawing/2014/main" id="{02BA9BA0-4D2B-6CC6-048F-341832D2ABAA}"/>
                    </a:ext>
                  </a:extLst>
                </p:cNvPr>
                <p:cNvPicPr/>
                <p:nvPr/>
              </p:nvPicPr>
              <p:blipFill>
                <a:blip r:embed="rId369"/>
                <a:stretch>
                  <a:fillRect/>
                </a:stretch>
              </p:blipFill>
              <p:spPr>
                <a:xfrm>
                  <a:off x="8749413" y="5455641"/>
                  <a:ext cx="166680" cy="191160"/>
                </a:xfrm>
                <a:prstGeom prst="rect">
                  <a:avLst/>
                </a:prstGeom>
              </p:spPr>
            </p:pic>
          </mc:Fallback>
        </mc:AlternateContent>
        <mc:AlternateContent xmlns:mc="http://schemas.openxmlformats.org/markup-compatibility/2006">
          <mc:Choice xmlns:p14="http://schemas.microsoft.com/office/powerpoint/2010/main" Requires="p14">
            <p:contentPart p14:bwMode="auto" r:id="rId370">
              <p14:nvContentPartPr>
                <p14:cNvPr id="231" name="Ink 230">
                  <a:extLst>
                    <a:ext uri="{FF2B5EF4-FFF2-40B4-BE49-F238E27FC236}">
                      <a16:creationId xmlns:a16="http://schemas.microsoft.com/office/drawing/2014/main" id="{3CC86173-6775-9E66-45C0-67A674D42BF2}"/>
                    </a:ext>
                  </a:extLst>
                </p14:cNvPr>
                <p14:cNvContentPartPr/>
                <p14:nvPr/>
              </p14:nvContentPartPr>
              <p14:xfrm>
                <a:off x="8938413" y="5495961"/>
                <a:ext cx="95400" cy="124200"/>
              </p14:xfrm>
            </p:contentPart>
          </mc:Choice>
          <mc:Fallback>
            <p:pic>
              <p:nvPicPr>
                <p:cNvPr id="231" name="Ink 230">
                  <a:extLst>
                    <a:ext uri="{FF2B5EF4-FFF2-40B4-BE49-F238E27FC236}">
                      <a16:creationId xmlns:a16="http://schemas.microsoft.com/office/drawing/2014/main" id="{3CC86173-6775-9E66-45C0-67A674D42BF2}"/>
                    </a:ext>
                  </a:extLst>
                </p:cNvPr>
                <p:cNvPicPr/>
                <p:nvPr/>
              </p:nvPicPr>
              <p:blipFill>
                <a:blip r:embed="rId371"/>
                <a:stretch>
                  <a:fillRect/>
                </a:stretch>
              </p:blipFill>
              <p:spPr>
                <a:xfrm>
                  <a:off x="8929413" y="5486961"/>
                  <a:ext cx="11304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372">
              <p14:nvContentPartPr>
                <p14:cNvPr id="232" name="Ink 231">
                  <a:extLst>
                    <a:ext uri="{FF2B5EF4-FFF2-40B4-BE49-F238E27FC236}">
                      <a16:creationId xmlns:a16="http://schemas.microsoft.com/office/drawing/2014/main" id="{29439E9D-0AAF-176F-57C0-484FFCD3A3F0}"/>
                    </a:ext>
                  </a:extLst>
                </p14:cNvPr>
                <p14:cNvContentPartPr/>
                <p14:nvPr/>
              </p14:nvContentPartPr>
              <p14:xfrm>
                <a:off x="9109413" y="5500281"/>
                <a:ext cx="49320" cy="125280"/>
              </p14:xfrm>
            </p:contentPart>
          </mc:Choice>
          <mc:Fallback>
            <p:pic>
              <p:nvPicPr>
                <p:cNvPr id="232" name="Ink 231">
                  <a:extLst>
                    <a:ext uri="{FF2B5EF4-FFF2-40B4-BE49-F238E27FC236}">
                      <a16:creationId xmlns:a16="http://schemas.microsoft.com/office/drawing/2014/main" id="{29439E9D-0AAF-176F-57C0-484FFCD3A3F0}"/>
                    </a:ext>
                  </a:extLst>
                </p:cNvPr>
                <p:cNvPicPr/>
                <p:nvPr/>
              </p:nvPicPr>
              <p:blipFill>
                <a:blip r:embed="rId373"/>
                <a:stretch>
                  <a:fillRect/>
                </a:stretch>
              </p:blipFill>
              <p:spPr>
                <a:xfrm>
                  <a:off x="9100413" y="5491641"/>
                  <a:ext cx="6696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374">
              <p14:nvContentPartPr>
                <p14:cNvPr id="233" name="Ink 232">
                  <a:extLst>
                    <a:ext uri="{FF2B5EF4-FFF2-40B4-BE49-F238E27FC236}">
                      <a16:creationId xmlns:a16="http://schemas.microsoft.com/office/drawing/2014/main" id="{4DB79E53-DF42-F25A-5C74-BB9571768B49}"/>
                    </a:ext>
                  </a:extLst>
                </p14:cNvPr>
                <p14:cNvContentPartPr/>
                <p14:nvPr/>
              </p14:nvContentPartPr>
              <p14:xfrm>
                <a:off x="9233973" y="5488041"/>
                <a:ext cx="119160" cy="163080"/>
              </p14:xfrm>
            </p:contentPart>
          </mc:Choice>
          <mc:Fallback>
            <p:pic>
              <p:nvPicPr>
                <p:cNvPr id="233" name="Ink 232">
                  <a:extLst>
                    <a:ext uri="{FF2B5EF4-FFF2-40B4-BE49-F238E27FC236}">
                      <a16:creationId xmlns:a16="http://schemas.microsoft.com/office/drawing/2014/main" id="{4DB79E53-DF42-F25A-5C74-BB9571768B49}"/>
                    </a:ext>
                  </a:extLst>
                </p:cNvPr>
                <p:cNvPicPr/>
                <p:nvPr/>
              </p:nvPicPr>
              <p:blipFill>
                <a:blip r:embed="rId375"/>
                <a:stretch>
                  <a:fillRect/>
                </a:stretch>
              </p:blipFill>
              <p:spPr>
                <a:xfrm>
                  <a:off x="9225333" y="5479401"/>
                  <a:ext cx="13680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376">
              <p14:nvContentPartPr>
                <p14:cNvPr id="234" name="Ink 233">
                  <a:extLst>
                    <a:ext uri="{FF2B5EF4-FFF2-40B4-BE49-F238E27FC236}">
                      <a16:creationId xmlns:a16="http://schemas.microsoft.com/office/drawing/2014/main" id="{9340EE7E-C693-F7C5-F21C-04B79F66FC37}"/>
                    </a:ext>
                  </a:extLst>
                </p14:cNvPr>
                <p14:cNvContentPartPr/>
                <p14:nvPr/>
              </p14:nvContentPartPr>
              <p14:xfrm>
                <a:off x="9566253" y="3877041"/>
                <a:ext cx="270000" cy="1854000"/>
              </p14:xfrm>
            </p:contentPart>
          </mc:Choice>
          <mc:Fallback>
            <p:pic>
              <p:nvPicPr>
                <p:cNvPr id="234" name="Ink 233">
                  <a:extLst>
                    <a:ext uri="{FF2B5EF4-FFF2-40B4-BE49-F238E27FC236}">
                      <a16:creationId xmlns:a16="http://schemas.microsoft.com/office/drawing/2014/main" id="{9340EE7E-C693-F7C5-F21C-04B79F66FC37}"/>
                    </a:ext>
                  </a:extLst>
                </p:cNvPr>
                <p:cNvPicPr/>
                <p:nvPr/>
              </p:nvPicPr>
              <p:blipFill>
                <a:blip r:embed="rId377"/>
                <a:stretch>
                  <a:fillRect/>
                </a:stretch>
              </p:blipFill>
              <p:spPr>
                <a:xfrm>
                  <a:off x="9557613" y="3868401"/>
                  <a:ext cx="287640" cy="1871640"/>
                </a:xfrm>
                <a:prstGeom prst="rect">
                  <a:avLst/>
                </a:prstGeom>
              </p:spPr>
            </p:pic>
          </mc:Fallback>
        </mc:AlternateContent>
        <mc:AlternateContent xmlns:mc="http://schemas.openxmlformats.org/markup-compatibility/2006">
          <mc:Choice xmlns:p14="http://schemas.microsoft.com/office/powerpoint/2010/main" Requires="p14">
            <p:contentPart p14:bwMode="auto" r:id="rId378">
              <p14:nvContentPartPr>
                <p14:cNvPr id="236" name="Ink 235">
                  <a:extLst>
                    <a:ext uri="{FF2B5EF4-FFF2-40B4-BE49-F238E27FC236}">
                      <a16:creationId xmlns:a16="http://schemas.microsoft.com/office/drawing/2014/main" id="{BEADA8AA-B086-C1F1-48AF-521A97A11EE4}"/>
                    </a:ext>
                  </a:extLst>
                </p14:cNvPr>
                <p14:cNvContentPartPr/>
                <p14:nvPr/>
              </p14:nvContentPartPr>
              <p14:xfrm>
                <a:off x="8432973" y="3833121"/>
                <a:ext cx="200520" cy="2236680"/>
              </p14:xfrm>
            </p:contentPart>
          </mc:Choice>
          <mc:Fallback>
            <p:pic>
              <p:nvPicPr>
                <p:cNvPr id="236" name="Ink 235">
                  <a:extLst>
                    <a:ext uri="{FF2B5EF4-FFF2-40B4-BE49-F238E27FC236}">
                      <a16:creationId xmlns:a16="http://schemas.microsoft.com/office/drawing/2014/main" id="{BEADA8AA-B086-C1F1-48AF-521A97A11EE4}"/>
                    </a:ext>
                  </a:extLst>
                </p:cNvPr>
                <p:cNvPicPr/>
                <p:nvPr/>
              </p:nvPicPr>
              <p:blipFill>
                <a:blip r:embed="rId379"/>
                <a:stretch>
                  <a:fillRect/>
                </a:stretch>
              </p:blipFill>
              <p:spPr>
                <a:xfrm>
                  <a:off x="8423973" y="3824121"/>
                  <a:ext cx="218160" cy="2254320"/>
                </a:xfrm>
                <a:prstGeom prst="rect">
                  <a:avLst/>
                </a:prstGeom>
              </p:spPr>
            </p:pic>
          </mc:Fallback>
        </mc:AlternateContent>
      </p:grpSp>
      <p:grpSp>
        <p:nvGrpSpPr>
          <p:cNvPr id="265" name="Group 264">
            <a:extLst>
              <a:ext uri="{FF2B5EF4-FFF2-40B4-BE49-F238E27FC236}">
                <a16:creationId xmlns:a16="http://schemas.microsoft.com/office/drawing/2014/main" id="{43C214E9-AAB0-D139-6284-98F2AA053879}"/>
              </a:ext>
            </a:extLst>
          </p:cNvPr>
          <p:cNvGrpSpPr/>
          <p:nvPr/>
        </p:nvGrpSpPr>
        <p:grpSpPr>
          <a:xfrm>
            <a:off x="6422013" y="4440801"/>
            <a:ext cx="2063520" cy="2138760"/>
            <a:chOff x="6422013" y="4440801"/>
            <a:chExt cx="2063520" cy="2138760"/>
          </a:xfrm>
        </p:grpSpPr>
        <mc:AlternateContent xmlns:mc="http://schemas.openxmlformats.org/markup-compatibility/2006">
          <mc:Choice xmlns:p14="http://schemas.microsoft.com/office/powerpoint/2010/main" Requires="p14">
            <p:contentPart p14:bwMode="auto" r:id="rId380">
              <p14:nvContentPartPr>
                <p14:cNvPr id="240" name="Ink 239">
                  <a:extLst>
                    <a:ext uri="{FF2B5EF4-FFF2-40B4-BE49-F238E27FC236}">
                      <a16:creationId xmlns:a16="http://schemas.microsoft.com/office/drawing/2014/main" id="{CC83A8AB-DA21-0715-7621-9A3F4100D84A}"/>
                    </a:ext>
                  </a:extLst>
                </p14:cNvPr>
                <p14:cNvContentPartPr/>
                <p14:nvPr/>
              </p14:nvContentPartPr>
              <p14:xfrm>
                <a:off x="7924293" y="4535481"/>
                <a:ext cx="561240" cy="117720"/>
              </p14:xfrm>
            </p:contentPart>
          </mc:Choice>
          <mc:Fallback>
            <p:pic>
              <p:nvPicPr>
                <p:cNvPr id="240" name="Ink 239">
                  <a:extLst>
                    <a:ext uri="{FF2B5EF4-FFF2-40B4-BE49-F238E27FC236}">
                      <a16:creationId xmlns:a16="http://schemas.microsoft.com/office/drawing/2014/main" id="{CC83A8AB-DA21-0715-7621-9A3F4100D84A}"/>
                    </a:ext>
                  </a:extLst>
                </p:cNvPr>
                <p:cNvPicPr/>
                <p:nvPr/>
              </p:nvPicPr>
              <p:blipFill>
                <a:blip r:embed="rId381"/>
                <a:stretch>
                  <a:fillRect/>
                </a:stretch>
              </p:blipFill>
              <p:spPr>
                <a:xfrm>
                  <a:off x="7915653" y="4526841"/>
                  <a:ext cx="57888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382">
              <p14:nvContentPartPr>
                <p14:cNvPr id="241" name="Ink 240">
                  <a:extLst>
                    <a:ext uri="{FF2B5EF4-FFF2-40B4-BE49-F238E27FC236}">
                      <a16:creationId xmlns:a16="http://schemas.microsoft.com/office/drawing/2014/main" id="{4581D811-D47F-1DB5-28A8-A390C13BC843}"/>
                    </a:ext>
                  </a:extLst>
                </p14:cNvPr>
                <p14:cNvContentPartPr/>
                <p14:nvPr/>
              </p14:nvContentPartPr>
              <p14:xfrm>
                <a:off x="8327493" y="4440801"/>
                <a:ext cx="135360" cy="221040"/>
              </p14:xfrm>
            </p:contentPart>
          </mc:Choice>
          <mc:Fallback>
            <p:pic>
              <p:nvPicPr>
                <p:cNvPr id="241" name="Ink 240">
                  <a:extLst>
                    <a:ext uri="{FF2B5EF4-FFF2-40B4-BE49-F238E27FC236}">
                      <a16:creationId xmlns:a16="http://schemas.microsoft.com/office/drawing/2014/main" id="{4581D811-D47F-1DB5-28A8-A390C13BC843}"/>
                    </a:ext>
                  </a:extLst>
                </p:cNvPr>
                <p:cNvPicPr/>
                <p:nvPr/>
              </p:nvPicPr>
              <p:blipFill>
                <a:blip r:embed="rId383"/>
                <a:stretch>
                  <a:fillRect/>
                </a:stretch>
              </p:blipFill>
              <p:spPr>
                <a:xfrm>
                  <a:off x="8318853" y="4431801"/>
                  <a:ext cx="15300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384">
              <p14:nvContentPartPr>
                <p14:cNvPr id="243" name="Ink 242">
                  <a:extLst>
                    <a:ext uri="{FF2B5EF4-FFF2-40B4-BE49-F238E27FC236}">
                      <a16:creationId xmlns:a16="http://schemas.microsoft.com/office/drawing/2014/main" id="{08B44362-2C5E-4106-A9FC-CB38054F3679}"/>
                    </a:ext>
                  </a:extLst>
                </p14:cNvPr>
                <p14:cNvContentPartPr/>
                <p14:nvPr/>
              </p14:nvContentPartPr>
              <p14:xfrm>
                <a:off x="7847973" y="4614681"/>
                <a:ext cx="79200" cy="768960"/>
              </p14:xfrm>
            </p:contentPart>
          </mc:Choice>
          <mc:Fallback>
            <p:pic>
              <p:nvPicPr>
                <p:cNvPr id="243" name="Ink 242">
                  <a:extLst>
                    <a:ext uri="{FF2B5EF4-FFF2-40B4-BE49-F238E27FC236}">
                      <a16:creationId xmlns:a16="http://schemas.microsoft.com/office/drawing/2014/main" id="{08B44362-2C5E-4106-A9FC-CB38054F3679}"/>
                    </a:ext>
                  </a:extLst>
                </p:cNvPr>
                <p:cNvPicPr/>
                <p:nvPr/>
              </p:nvPicPr>
              <p:blipFill>
                <a:blip r:embed="rId385"/>
                <a:stretch>
                  <a:fillRect/>
                </a:stretch>
              </p:blipFill>
              <p:spPr>
                <a:xfrm>
                  <a:off x="7838973" y="4605681"/>
                  <a:ext cx="96840" cy="786600"/>
                </a:xfrm>
                <a:prstGeom prst="rect">
                  <a:avLst/>
                </a:prstGeom>
              </p:spPr>
            </p:pic>
          </mc:Fallback>
        </mc:AlternateContent>
        <mc:AlternateContent xmlns:mc="http://schemas.openxmlformats.org/markup-compatibility/2006">
          <mc:Choice xmlns:p14="http://schemas.microsoft.com/office/powerpoint/2010/main" Requires="p14">
            <p:contentPart p14:bwMode="auto" r:id="rId386">
              <p14:nvContentPartPr>
                <p14:cNvPr id="244" name="Ink 243">
                  <a:extLst>
                    <a:ext uri="{FF2B5EF4-FFF2-40B4-BE49-F238E27FC236}">
                      <a16:creationId xmlns:a16="http://schemas.microsoft.com/office/drawing/2014/main" id="{B5810011-F0B3-44D8-55E0-23015FABDB08}"/>
                    </a:ext>
                  </a:extLst>
                </p14:cNvPr>
                <p14:cNvContentPartPr/>
                <p14:nvPr/>
              </p14:nvContentPartPr>
              <p14:xfrm>
                <a:off x="6566013" y="5700441"/>
                <a:ext cx="233280" cy="278280"/>
              </p14:xfrm>
            </p:contentPart>
          </mc:Choice>
          <mc:Fallback>
            <p:pic>
              <p:nvPicPr>
                <p:cNvPr id="244" name="Ink 243">
                  <a:extLst>
                    <a:ext uri="{FF2B5EF4-FFF2-40B4-BE49-F238E27FC236}">
                      <a16:creationId xmlns:a16="http://schemas.microsoft.com/office/drawing/2014/main" id="{B5810011-F0B3-44D8-55E0-23015FABDB08}"/>
                    </a:ext>
                  </a:extLst>
                </p:cNvPr>
                <p:cNvPicPr/>
                <p:nvPr/>
              </p:nvPicPr>
              <p:blipFill>
                <a:blip r:embed="rId387"/>
                <a:stretch>
                  <a:fillRect/>
                </a:stretch>
              </p:blipFill>
              <p:spPr>
                <a:xfrm>
                  <a:off x="6557373" y="5691801"/>
                  <a:ext cx="250920" cy="295920"/>
                </a:xfrm>
                <a:prstGeom prst="rect">
                  <a:avLst/>
                </a:prstGeom>
              </p:spPr>
            </p:pic>
          </mc:Fallback>
        </mc:AlternateContent>
        <mc:AlternateContent xmlns:mc="http://schemas.openxmlformats.org/markup-compatibility/2006">
          <mc:Choice xmlns:p14="http://schemas.microsoft.com/office/powerpoint/2010/main" Requires="p14">
            <p:contentPart p14:bwMode="auto" r:id="rId388">
              <p14:nvContentPartPr>
                <p14:cNvPr id="245" name="Ink 244">
                  <a:extLst>
                    <a:ext uri="{FF2B5EF4-FFF2-40B4-BE49-F238E27FC236}">
                      <a16:creationId xmlns:a16="http://schemas.microsoft.com/office/drawing/2014/main" id="{B3D0556D-12B3-99E2-0C92-636683BDA9B4}"/>
                    </a:ext>
                  </a:extLst>
                </p14:cNvPr>
                <p14:cNvContentPartPr/>
                <p14:nvPr/>
              </p14:nvContentPartPr>
              <p14:xfrm>
                <a:off x="6886773" y="5691801"/>
                <a:ext cx="164160" cy="308880"/>
              </p14:xfrm>
            </p:contentPart>
          </mc:Choice>
          <mc:Fallback>
            <p:pic>
              <p:nvPicPr>
                <p:cNvPr id="245" name="Ink 244">
                  <a:extLst>
                    <a:ext uri="{FF2B5EF4-FFF2-40B4-BE49-F238E27FC236}">
                      <a16:creationId xmlns:a16="http://schemas.microsoft.com/office/drawing/2014/main" id="{B3D0556D-12B3-99E2-0C92-636683BDA9B4}"/>
                    </a:ext>
                  </a:extLst>
                </p:cNvPr>
                <p:cNvPicPr/>
                <p:nvPr/>
              </p:nvPicPr>
              <p:blipFill>
                <a:blip r:embed="rId389"/>
                <a:stretch>
                  <a:fillRect/>
                </a:stretch>
              </p:blipFill>
              <p:spPr>
                <a:xfrm>
                  <a:off x="6877773" y="5683161"/>
                  <a:ext cx="181800" cy="326520"/>
                </a:xfrm>
                <a:prstGeom prst="rect">
                  <a:avLst/>
                </a:prstGeom>
              </p:spPr>
            </p:pic>
          </mc:Fallback>
        </mc:AlternateContent>
        <mc:AlternateContent xmlns:mc="http://schemas.openxmlformats.org/markup-compatibility/2006">
          <mc:Choice xmlns:p14="http://schemas.microsoft.com/office/powerpoint/2010/main" Requires="p14">
            <p:contentPart p14:bwMode="auto" r:id="rId390">
              <p14:nvContentPartPr>
                <p14:cNvPr id="246" name="Ink 245">
                  <a:extLst>
                    <a:ext uri="{FF2B5EF4-FFF2-40B4-BE49-F238E27FC236}">
                      <a16:creationId xmlns:a16="http://schemas.microsoft.com/office/drawing/2014/main" id="{45CD8A26-243A-DA54-35E0-AA14B0924EF3}"/>
                    </a:ext>
                  </a:extLst>
                </p14:cNvPr>
                <p14:cNvContentPartPr/>
                <p14:nvPr/>
              </p14:nvContentPartPr>
              <p14:xfrm>
                <a:off x="7163613" y="5749041"/>
                <a:ext cx="18720" cy="195120"/>
              </p14:xfrm>
            </p:contentPart>
          </mc:Choice>
          <mc:Fallback>
            <p:pic>
              <p:nvPicPr>
                <p:cNvPr id="246" name="Ink 245">
                  <a:extLst>
                    <a:ext uri="{FF2B5EF4-FFF2-40B4-BE49-F238E27FC236}">
                      <a16:creationId xmlns:a16="http://schemas.microsoft.com/office/drawing/2014/main" id="{45CD8A26-243A-DA54-35E0-AA14B0924EF3}"/>
                    </a:ext>
                  </a:extLst>
                </p:cNvPr>
                <p:cNvPicPr/>
                <p:nvPr/>
              </p:nvPicPr>
              <p:blipFill>
                <a:blip r:embed="rId391"/>
                <a:stretch>
                  <a:fillRect/>
                </a:stretch>
              </p:blipFill>
              <p:spPr>
                <a:xfrm>
                  <a:off x="7154613" y="5740041"/>
                  <a:ext cx="3636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392">
              <p14:nvContentPartPr>
                <p14:cNvPr id="247" name="Ink 246">
                  <a:extLst>
                    <a:ext uri="{FF2B5EF4-FFF2-40B4-BE49-F238E27FC236}">
                      <a16:creationId xmlns:a16="http://schemas.microsoft.com/office/drawing/2014/main" id="{426DDE6D-A87E-3449-0ED8-6361097537E2}"/>
                    </a:ext>
                  </a:extLst>
                </p14:cNvPr>
                <p14:cNvContentPartPr/>
                <p14:nvPr/>
              </p14:nvContentPartPr>
              <p14:xfrm>
                <a:off x="7181613" y="5742201"/>
                <a:ext cx="100440" cy="158760"/>
              </p14:xfrm>
            </p:contentPart>
          </mc:Choice>
          <mc:Fallback>
            <p:pic>
              <p:nvPicPr>
                <p:cNvPr id="247" name="Ink 246">
                  <a:extLst>
                    <a:ext uri="{FF2B5EF4-FFF2-40B4-BE49-F238E27FC236}">
                      <a16:creationId xmlns:a16="http://schemas.microsoft.com/office/drawing/2014/main" id="{426DDE6D-A87E-3449-0ED8-6361097537E2}"/>
                    </a:ext>
                  </a:extLst>
                </p:cNvPr>
                <p:cNvPicPr/>
                <p:nvPr/>
              </p:nvPicPr>
              <p:blipFill>
                <a:blip r:embed="rId393"/>
                <a:stretch>
                  <a:fillRect/>
                </a:stretch>
              </p:blipFill>
              <p:spPr>
                <a:xfrm>
                  <a:off x="7172973" y="5733561"/>
                  <a:ext cx="11808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394">
              <p14:nvContentPartPr>
                <p14:cNvPr id="248" name="Ink 247">
                  <a:extLst>
                    <a:ext uri="{FF2B5EF4-FFF2-40B4-BE49-F238E27FC236}">
                      <a16:creationId xmlns:a16="http://schemas.microsoft.com/office/drawing/2014/main" id="{42A6ACB2-686E-DD93-0FB8-1DB61D9BE913}"/>
                    </a:ext>
                  </a:extLst>
                </p14:cNvPr>
                <p14:cNvContentPartPr/>
                <p14:nvPr/>
              </p14:nvContentPartPr>
              <p14:xfrm>
                <a:off x="7338933" y="5695041"/>
                <a:ext cx="127440" cy="172800"/>
              </p14:xfrm>
            </p:contentPart>
          </mc:Choice>
          <mc:Fallback>
            <p:pic>
              <p:nvPicPr>
                <p:cNvPr id="248" name="Ink 247">
                  <a:extLst>
                    <a:ext uri="{FF2B5EF4-FFF2-40B4-BE49-F238E27FC236}">
                      <a16:creationId xmlns:a16="http://schemas.microsoft.com/office/drawing/2014/main" id="{42A6ACB2-686E-DD93-0FB8-1DB61D9BE913}"/>
                    </a:ext>
                  </a:extLst>
                </p:cNvPr>
                <p:cNvPicPr/>
                <p:nvPr/>
              </p:nvPicPr>
              <p:blipFill>
                <a:blip r:embed="rId395"/>
                <a:stretch>
                  <a:fillRect/>
                </a:stretch>
              </p:blipFill>
              <p:spPr>
                <a:xfrm>
                  <a:off x="7329933" y="5686401"/>
                  <a:ext cx="14508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396">
              <p14:nvContentPartPr>
                <p14:cNvPr id="249" name="Ink 248">
                  <a:extLst>
                    <a:ext uri="{FF2B5EF4-FFF2-40B4-BE49-F238E27FC236}">
                      <a16:creationId xmlns:a16="http://schemas.microsoft.com/office/drawing/2014/main" id="{5608B04D-2DBF-FC0E-1A8A-6707AFF50919}"/>
                    </a:ext>
                  </a:extLst>
                </p14:cNvPr>
                <p14:cNvContentPartPr/>
                <p14:nvPr/>
              </p14:nvContentPartPr>
              <p14:xfrm>
                <a:off x="7356213" y="5661921"/>
                <a:ext cx="401400" cy="202320"/>
              </p14:xfrm>
            </p:contentPart>
          </mc:Choice>
          <mc:Fallback>
            <p:pic>
              <p:nvPicPr>
                <p:cNvPr id="249" name="Ink 248">
                  <a:extLst>
                    <a:ext uri="{FF2B5EF4-FFF2-40B4-BE49-F238E27FC236}">
                      <a16:creationId xmlns:a16="http://schemas.microsoft.com/office/drawing/2014/main" id="{5608B04D-2DBF-FC0E-1A8A-6707AFF50919}"/>
                    </a:ext>
                  </a:extLst>
                </p:cNvPr>
                <p:cNvPicPr/>
                <p:nvPr/>
              </p:nvPicPr>
              <p:blipFill>
                <a:blip r:embed="rId397"/>
                <a:stretch>
                  <a:fillRect/>
                </a:stretch>
              </p:blipFill>
              <p:spPr>
                <a:xfrm>
                  <a:off x="7347213" y="5653281"/>
                  <a:ext cx="41904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398">
              <p14:nvContentPartPr>
                <p14:cNvPr id="250" name="Ink 249">
                  <a:extLst>
                    <a:ext uri="{FF2B5EF4-FFF2-40B4-BE49-F238E27FC236}">
                      <a16:creationId xmlns:a16="http://schemas.microsoft.com/office/drawing/2014/main" id="{5309A25C-C3A3-1A44-A496-F6A84B3332DB}"/>
                    </a:ext>
                  </a:extLst>
                </p14:cNvPr>
                <p14:cNvContentPartPr/>
                <p14:nvPr/>
              </p14:nvContentPartPr>
              <p14:xfrm>
                <a:off x="7829253" y="5632401"/>
                <a:ext cx="115560" cy="213480"/>
              </p14:xfrm>
            </p:contentPart>
          </mc:Choice>
          <mc:Fallback>
            <p:pic>
              <p:nvPicPr>
                <p:cNvPr id="250" name="Ink 249">
                  <a:extLst>
                    <a:ext uri="{FF2B5EF4-FFF2-40B4-BE49-F238E27FC236}">
                      <a16:creationId xmlns:a16="http://schemas.microsoft.com/office/drawing/2014/main" id="{5309A25C-C3A3-1A44-A496-F6A84B3332DB}"/>
                    </a:ext>
                  </a:extLst>
                </p:cNvPr>
                <p:cNvPicPr/>
                <p:nvPr/>
              </p:nvPicPr>
              <p:blipFill>
                <a:blip r:embed="rId399"/>
                <a:stretch>
                  <a:fillRect/>
                </a:stretch>
              </p:blipFill>
              <p:spPr>
                <a:xfrm>
                  <a:off x="7820613" y="5623401"/>
                  <a:ext cx="13320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400">
              <p14:nvContentPartPr>
                <p14:cNvPr id="251" name="Ink 250">
                  <a:extLst>
                    <a:ext uri="{FF2B5EF4-FFF2-40B4-BE49-F238E27FC236}">
                      <a16:creationId xmlns:a16="http://schemas.microsoft.com/office/drawing/2014/main" id="{23A62FBB-B182-3661-AB8F-5AEFAD551C0B}"/>
                    </a:ext>
                  </a:extLst>
                </p14:cNvPr>
                <p14:cNvContentPartPr/>
                <p14:nvPr/>
              </p14:nvContentPartPr>
              <p14:xfrm>
                <a:off x="7864893" y="5711241"/>
                <a:ext cx="129600" cy="41760"/>
              </p14:xfrm>
            </p:contentPart>
          </mc:Choice>
          <mc:Fallback>
            <p:pic>
              <p:nvPicPr>
                <p:cNvPr id="251" name="Ink 250">
                  <a:extLst>
                    <a:ext uri="{FF2B5EF4-FFF2-40B4-BE49-F238E27FC236}">
                      <a16:creationId xmlns:a16="http://schemas.microsoft.com/office/drawing/2014/main" id="{23A62FBB-B182-3661-AB8F-5AEFAD551C0B}"/>
                    </a:ext>
                  </a:extLst>
                </p:cNvPr>
                <p:cNvPicPr/>
                <p:nvPr/>
              </p:nvPicPr>
              <p:blipFill>
                <a:blip r:embed="rId401"/>
                <a:stretch>
                  <a:fillRect/>
                </a:stretch>
              </p:blipFill>
              <p:spPr>
                <a:xfrm>
                  <a:off x="7855893" y="5702241"/>
                  <a:ext cx="14724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402">
              <p14:nvContentPartPr>
                <p14:cNvPr id="252" name="Ink 251">
                  <a:extLst>
                    <a:ext uri="{FF2B5EF4-FFF2-40B4-BE49-F238E27FC236}">
                      <a16:creationId xmlns:a16="http://schemas.microsoft.com/office/drawing/2014/main" id="{58178F5C-A19F-50DB-550D-E5E74AC34279}"/>
                    </a:ext>
                  </a:extLst>
                </p14:cNvPr>
                <p14:cNvContentPartPr/>
                <p14:nvPr/>
              </p14:nvContentPartPr>
              <p14:xfrm>
                <a:off x="6584013" y="6112281"/>
                <a:ext cx="677880" cy="335880"/>
              </p14:xfrm>
            </p:contentPart>
          </mc:Choice>
          <mc:Fallback>
            <p:pic>
              <p:nvPicPr>
                <p:cNvPr id="252" name="Ink 251">
                  <a:extLst>
                    <a:ext uri="{FF2B5EF4-FFF2-40B4-BE49-F238E27FC236}">
                      <a16:creationId xmlns:a16="http://schemas.microsoft.com/office/drawing/2014/main" id="{58178F5C-A19F-50DB-550D-E5E74AC34279}"/>
                    </a:ext>
                  </a:extLst>
                </p:cNvPr>
                <p:cNvPicPr/>
                <p:nvPr/>
              </p:nvPicPr>
              <p:blipFill>
                <a:blip r:embed="rId403"/>
                <a:stretch>
                  <a:fillRect/>
                </a:stretch>
              </p:blipFill>
              <p:spPr>
                <a:xfrm>
                  <a:off x="6575373" y="6103641"/>
                  <a:ext cx="695520" cy="353520"/>
                </a:xfrm>
                <a:prstGeom prst="rect">
                  <a:avLst/>
                </a:prstGeom>
              </p:spPr>
            </p:pic>
          </mc:Fallback>
        </mc:AlternateContent>
        <mc:AlternateContent xmlns:mc="http://schemas.openxmlformats.org/markup-compatibility/2006">
          <mc:Choice xmlns:p14="http://schemas.microsoft.com/office/powerpoint/2010/main" Requires="p14">
            <p:contentPart p14:bwMode="auto" r:id="rId404">
              <p14:nvContentPartPr>
                <p14:cNvPr id="253" name="Ink 252">
                  <a:extLst>
                    <a:ext uri="{FF2B5EF4-FFF2-40B4-BE49-F238E27FC236}">
                      <a16:creationId xmlns:a16="http://schemas.microsoft.com/office/drawing/2014/main" id="{901F7AEA-2B13-A745-CB48-D0229C6B4680}"/>
                    </a:ext>
                  </a:extLst>
                </p14:cNvPr>
                <p14:cNvContentPartPr/>
                <p14:nvPr/>
              </p14:nvContentPartPr>
              <p14:xfrm>
                <a:off x="7322013" y="6080601"/>
                <a:ext cx="124920" cy="290880"/>
              </p14:xfrm>
            </p:contentPart>
          </mc:Choice>
          <mc:Fallback>
            <p:pic>
              <p:nvPicPr>
                <p:cNvPr id="253" name="Ink 252">
                  <a:extLst>
                    <a:ext uri="{FF2B5EF4-FFF2-40B4-BE49-F238E27FC236}">
                      <a16:creationId xmlns:a16="http://schemas.microsoft.com/office/drawing/2014/main" id="{901F7AEA-2B13-A745-CB48-D0229C6B4680}"/>
                    </a:ext>
                  </a:extLst>
                </p:cNvPr>
                <p:cNvPicPr/>
                <p:nvPr/>
              </p:nvPicPr>
              <p:blipFill>
                <a:blip r:embed="rId405"/>
                <a:stretch>
                  <a:fillRect/>
                </a:stretch>
              </p:blipFill>
              <p:spPr>
                <a:xfrm>
                  <a:off x="7313373" y="6071961"/>
                  <a:ext cx="142560" cy="308520"/>
                </a:xfrm>
                <a:prstGeom prst="rect">
                  <a:avLst/>
                </a:prstGeom>
              </p:spPr>
            </p:pic>
          </mc:Fallback>
        </mc:AlternateContent>
        <mc:AlternateContent xmlns:mc="http://schemas.openxmlformats.org/markup-compatibility/2006">
          <mc:Choice xmlns:p14="http://schemas.microsoft.com/office/powerpoint/2010/main" Requires="p14">
            <p:contentPart p14:bwMode="auto" r:id="rId406">
              <p14:nvContentPartPr>
                <p14:cNvPr id="254" name="Ink 253">
                  <a:extLst>
                    <a:ext uri="{FF2B5EF4-FFF2-40B4-BE49-F238E27FC236}">
                      <a16:creationId xmlns:a16="http://schemas.microsoft.com/office/drawing/2014/main" id="{E09E7E28-0B39-42DE-EEB7-6476700F845C}"/>
                    </a:ext>
                  </a:extLst>
                </p14:cNvPr>
                <p14:cNvContentPartPr/>
                <p14:nvPr/>
              </p14:nvContentPartPr>
              <p14:xfrm>
                <a:off x="7629453" y="6132801"/>
                <a:ext cx="128160" cy="193320"/>
              </p14:xfrm>
            </p:contentPart>
          </mc:Choice>
          <mc:Fallback>
            <p:pic>
              <p:nvPicPr>
                <p:cNvPr id="254" name="Ink 253">
                  <a:extLst>
                    <a:ext uri="{FF2B5EF4-FFF2-40B4-BE49-F238E27FC236}">
                      <a16:creationId xmlns:a16="http://schemas.microsoft.com/office/drawing/2014/main" id="{E09E7E28-0B39-42DE-EEB7-6476700F845C}"/>
                    </a:ext>
                  </a:extLst>
                </p:cNvPr>
                <p:cNvPicPr/>
                <p:nvPr/>
              </p:nvPicPr>
              <p:blipFill>
                <a:blip r:embed="rId407"/>
                <a:stretch>
                  <a:fillRect/>
                </a:stretch>
              </p:blipFill>
              <p:spPr>
                <a:xfrm>
                  <a:off x="7620813" y="6123801"/>
                  <a:ext cx="14580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408">
              <p14:nvContentPartPr>
                <p14:cNvPr id="255" name="Ink 254">
                  <a:extLst>
                    <a:ext uri="{FF2B5EF4-FFF2-40B4-BE49-F238E27FC236}">
                      <a16:creationId xmlns:a16="http://schemas.microsoft.com/office/drawing/2014/main" id="{17CED8ED-3DDD-A960-90AE-8E426FF40222}"/>
                    </a:ext>
                  </a:extLst>
                </p14:cNvPr>
                <p14:cNvContentPartPr/>
                <p14:nvPr/>
              </p14:nvContentPartPr>
              <p14:xfrm>
                <a:off x="7824213" y="6159801"/>
                <a:ext cx="43200" cy="162720"/>
              </p14:xfrm>
            </p:contentPart>
          </mc:Choice>
          <mc:Fallback>
            <p:pic>
              <p:nvPicPr>
                <p:cNvPr id="255" name="Ink 254">
                  <a:extLst>
                    <a:ext uri="{FF2B5EF4-FFF2-40B4-BE49-F238E27FC236}">
                      <a16:creationId xmlns:a16="http://schemas.microsoft.com/office/drawing/2014/main" id="{17CED8ED-3DDD-A960-90AE-8E426FF40222}"/>
                    </a:ext>
                  </a:extLst>
                </p:cNvPr>
                <p:cNvPicPr/>
                <p:nvPr/>
              </p:nvPicPr>
              <p:blipFill>
                <a:blip r:embed="rId409"/>
                <a:stretch>
                  <a:fillRect/>
                </a:stretch>
              </p:blipFill>
              <p:spPr>
                <a:xfrm>
                  <a:off x="7815573" y="6151161"/>
                  <a:ext cx="6084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410">
              <p14:nvContentPartPr>
                <p14:cNvPr id="256" name="Ink 255">
                  <a:extLst>
                    <a:ext uri="{FF2B5EF4-FFF2-40B4-BE49-F238E27FC236}">
                      <a16:creationId xmlns:a16="http://schemas.microsoft.com/office/drawing/2014/main" id="{67160E67-CEA3-081E-0547-1CE08F82A156}"/>
                    </a:ext>
                  </a:extLst>
                </p14:cNvPr>
                <p14:cNvContentPartPr/>
                <p14:nvPr/>
              </p14:nvContentPartPr>
              <p14:xfrm>
                <a:off x="7800813" y="6128481"/>
                <a:ext cx="149760" cy="208440"/>
              </p14:xfrm>
            </p:contentPart>
          </mc:Choice>
          <mc:Fallback>
            <p:pic>
              <p:nvPicPr>
                <p:cNvPr id="256" name="Ink 255">
                  <a:extLst>
                    <a:ext uri="{FF2B5EF4-FFF2-40B4-BE49-F238E27FC236}">
                      <a16:creationId xmlns:a16="http://schemas.microsoft.com/office/drawing/2014/main" id="{67160E67-CEA3-081E-0547-1CE08F82A156}"/>
                    </a:ext>
                  </a:extLst>
                </p:cNvPr>
                <p:cNvPicPr/>
                <p:nvPr/>
              </p:nvPicPr>
              <p:blipFill>
                <a:blip r:embed="rId411"/>
                <a:stretch>
                  <a:fillRect/>
                </a:stretch>
              </p:blipFill>
              <p:spPr>
                <a:xfrm>
                  <a:off x="7791813" y="6119841"/>
                  <a:ext cx="16740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412">
              <p14:nvContentPartPr>
                <p14:cNvPr id="257" name="Ink 256">
                  <a:extLst>
                    <a:ext uri="{FF2B5EF4-FFF2-40B4-BE49-F238E27FC236}">
                      <a16:creationId xmlns:a16="http://schemas.microsoft.com/office/drawing/2014/main" id="{1B96E151-ECB2-208D-763E-676E4E2162DC}"/>
                    </a:ext>
                  </a:extLst>
                </p14:cNvPr>
                <p14:cNvContentPartPr/>
                <p14:nvPr/>
              </p14:nvContentPartPr>
              <p14:xfrm>
                <a:off x="8003853" y="6124881"/>
                <a:ext cx="49320" cy="165960"/>
              </p14:xfrm>
            </p:contentPart>
          </mc:Choice>
          <mc:Fallback>
            <p:pic>
              <p:nvPicPr>
                <p:cNvPr id="257" name="Ink 256">
                  <a:extLst>
                    <a:ext uri="{FF2B5EF4-FFF2-40B4-BE49-F238E27FC236}">
                      <a16:creationId xmlns:a16="http://schemas.microsoft.com/office/drawing/2014/main" id="{1B96E151-ECB2-208D-763E-676E4E2162DC}"/>
                    </a:ext>
                  </a:extLst>
                </p:cNvPr>
                <p:cNvPicPr/>
                <p:nvPr/>
              </p:nvPicPr>
              <p:blipFill>
                <a:blip r:embed="rId413"/>
                <a:stretch>
                  <a:fillRect/>
                </a:stretch>
              </p:blipFill>
              <p:spPr>
                <a:xfrm>
                  <a:off x="7994853" y="6115881"/>
                  <a:ext cx="6696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414">
              <p14:nvContentPartPr>
                <p14:cNvPr id="258" name="Ink 257">
                  <a:extLst>
                    <a:ext uri="{FF2B5EF4-FFF2-40B4-BE49-F238E27FC236}">
                      <a16:creationId xmlns:a16="http://schemas.microsoft.com/office/drawing/2014/main" id="{300271F0-EA3C-69D5-0A20-69B70462AF87}"/>
                    </a:ext>
                  </a:extLst>
                </p14:cNvPr>
                <p14:cNvContentPartPr/>
                <p14:nvPr/>
              </p14:nvContentPartPr>
              <p14:xfrm>
                <a:off x="8037693" y="6137121"/>
                <a:ext cx="135000" cy="201960"/>
              </p14:xfrm>
            </p:contentPart>
          </mc:Choice>
          <mc:Fallback>
            <p:pic>
              <p:nvPicPr>
                <p:cNvPr id="258" name="Ink 257">
                  <a:extLst>
                    <a:ext uri="{FF2B5EF4-FFF2-40B4-BE49-F238E27FC236}">
                      <a16:creationId xmlns:a16="http://schemas.microsoft.com/office/drawing/2014/main" id="{300271F0-EA3C-69D5-0A20-69B70462AF87}"/>
                    </a:ext>
                  </a:extLst>
                </p:cNvPr>
                <p:cNvPicPr/>
                <p:nvPr/>
              </p:nvPicPr>
              <p:blipFill>
                <a:blip r:embed="rId415"/>
                <a:stretch>
                  <a:fillRect/>
                </a:stretch>
              </p:blipFill>
              <p:spPr>
                <a:xfrm>
                  <a:off x="8028693" y="6128121"/>
                  <a:ext cx="15264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416">
              <p14:nvContentPartPr>
                <p14:cNvPr id="259" name="Ink 258">
                  <a:extLst>
                    <a:ext uri="{FF2B5EF4-FFF2-40B4-BE49-F238E27FC236}">
                      <a16:creationId xmlns:a16="http://schemas.microsoft.com/office/drawing/2014/main" id="{87A33146-9C2F-68F3-88E4-70F0FF650966}"/>
                    </a:ext>
                  </a:extLst>
                </p14:cNvPr>
                <p14:cNvContentPartPr/>
                <p14:nvPr/>
              </p14:nvContentPartPr>
              <p14:xfrm>
                <a:off x="7673013" y="6419721"/>
                <a:ext cx="54360" cy="27720"/>
              </p14:xfrm>
            </p:contentPart>
          </mc:Choice>
          <mc:Fallback>
            <p:pic>
              <p:nvPicPr>
                <p:cNvPr id="259" name="Ink 258">
                  <a:extLst>
                    <a:ext uri="{FF2B5EF4-FFF2-40B4-BE49-F238E27FC236}">
                      <a16:creationId xmlns:a16="http://schemas.microsoft.com/office/drawing/2014/main" id="{87A33146-9C2F-68F3-88E4-70F0FF650966}"/>
                    </a:ext>
                  </a:extLst>
                </p:cNvPr>
                <p:cNvPicPr/>
                <p:nvPr/>
              </p:nvPicPr>
              <p:blipFill>
                <a:blip r:embed="rId417"/>
                <a:stretch>
                  <a:fillRect/>
                </a:stretch>
              </p:blipFill>
              <p:spPr>
                <a:xfrm>
                  <a:off x="7664373" y="6410721"/>
                  <a:ext cx="7200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418">
              <p14:nvContentPartPr>
                <p14:cNvPr id="260" name="Ink 259">
                  <a:extLst>
                    <a:ext uri="{FF2B5EF4-FFF2-40B4-BE49-F238E27FC236}">
                      <a16:creationId xmlns:a16="http://schemas.microsoft.com/office/drawing/2014/main" id="{D4F044D0-BE20-FBB1-FC3B-4717FF914B0D}"/>
                    </a:ext>
                  </a:extLst>
                </p14:cNvPr>
                <p14:cNvContentPartPr/>
                <p14:nvPr/>
              </p14:nvContentPartPr>
              <p14:xfrm>
                <a:off x="7857693" y="6419361"/>
                <a:ext cx="82080" cy="22320"/>
              </p14:xfrm>
            </p:contentPart>
          </mc:Choice>
          <mc:Fallback>
            <p:pic>
              <p:nvPicPr>
                <p:cNvPr id="260" name="Ink 259">
                  <a:extLst>
                    <a:ext uri="{FF2B5EF4-FFF2-40B4-BE49-F238E27FC236}">
                      <a16:creationId xmlns:a16="http://schemas.microsoft.com/office/drawing/2014/main" id="{D4F044D0-BE20-FBB1-FC3B-4717FF914B0D}"/>
                    </a:ext>
                  </a:extLst>
                </p:cNvPr>
                <p:cNvPicPr/>
                <p:nvPr/>
              </p:nvPicPr>
              <p:blipFill>
                <a:blip r:embed="rId419"/>
                <a:stretch>
                  <a:fillRect/>
                </a:stretch>
              </p:blipFill>
              <p:spPr>
                <a:xfrm>
                  <a:off x="7849053" y="6410361"/>
                  <a:ext cx="9972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420">
              <p14:nvContentPartPr>
                <p14:cNvPr id="261" name="Ink 260">
                  <a:extLst>
                    <a:ext uri="{FF2B5EF4-FFF2-40B4-BE49-F238E27FC236}">
                      <a16:creationId xmlns:a16="http://schemas.microsoft.com/office/drawing/2014/main" id="{04B9C9A8-5980-776D-E440-C090F207045F}"/>
                    </a:ext>
                  </a:extLst>
                </p14:cNvPr>
                <p14:cNvContentPartPr/>
                <p14:nvPr/>
              </p14:nvContentPartPr>
              <p14:xfrm>
                <a:off x="8107893" y="6428721"/>
                <a:ext cx="115920" cy="12960"/>
              </p14:xfrm>
            </p:contentPart>
          </mc:Choice>
          <mc:Fallback>
            <p:pic>
              <p:nvPicPr>
                <p:cNvPr id="261" name="Ink 260">
                  <a:extLst>
                    <a:ext uri="{FF2B5EF4-FFF2-40B4-BE49-F238E27FC236}">
                      <a16:creationId xmlns:a16="http://schemas.microsoft.com/office/drawing/2014/main" id="{04B9C9A8-5980-776D-E440-C090F207045F}"/>
                    </a:ext>
                  </a:extLst>
                </p:cNvPr>
                <p:cNvPicPr/>
                <p:nvPr/>
              </p:nvPicPr>
              <p:blipFill>
                <a:blip r:embed="rId421"/>
                <a:stretch>
                  <a:fillRect/>
                </a:stretch>
              </p:blipFill>
              <p:spPr>
                <a:xfrm>
                  <a:off x="8098893" y="6419721"/>
                  <a:ext cx="13356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422">
              <p14:nvContentPartPr>
                <p14:cNvPr id="263" name="Ink 262">
                  <a:extLst>
                    <a:ext uri="{FF2B5EF4-FFF2-40B4-BE49-F238E27FC236}">
                      <a16:creationId xmlns:a16="http://schemas.microsoft.com/office/drawing/2014/main" id="{B1FE8BA8-32E3-53FD-5454-7A6D7DDF4512}"/>
                    </a:ext>
                  </a:extLst>
                </p14:cNvPr>
                <p14:cNvContentPartPr/>
                <p14:nvPr/>
              </p14:nvContentPartPr>
              <p14:xfrm>
                <a:off x="6422013" y="5792961"/>
                <a:ext cx="159120" cy="692280"/>
              </p14:xfrm>
            </p:contentPart>
          </mc:Choice>
          <mc:Fallback>
            <p:pic>
              <p:nvPicPr>
                <p:cNvPr id="263" name="Ink 262">
                  <a:extLst>
                    <a:ext uri="{FF2B5EF4-FFF2-40B4-BE49-F238E27FC236}">
                      <a16:creationId xmlns:a16="http://schemas.microsoft.com/office/drawing/2014/main" id="{B1FE8BA8-32E3-53FD-5454-7A6D7DDF4512}"/>
                    </a:ext>
                  </a:extLst>
                </p:cNvPr>
                <p:cNvPicPr/>
                <p:nvPr/>
              </p:nvPicPr>
              <p:blipFill>
                <a:blip r:embed="rId423"/>
                <a:stretch>
                  <a:fillRect/>
                </a:stretch>
              </p:blipFill>
              <p:spPr>
                <a:xfrm>
                  <a:off x="6413373" y="5783961"/>
                  <a:ext cx="176760" cy="709920"/>
                </a:xfrm>
                <a:prstGeom prst="rect">
                  <a:avLst/>
                </a:prstGeom>
              </p:spPr>
            </p:pic>
          </mc:Fallback>
        </mc:AlternateContent>
        <mc:AlternateContent xmlns:mc="http://schemas.openxmlformats.org/markup-compatibility/2006">
          <mc:Choice xmlns:p14="http://schemas.microsoft.com/office/powerpoint/2010/main" Requires="p14">
            <p:contentPart p14:bwMode="auto" r:id="rId424">
              <p14:nvContentPartPr>
                <p14:cNvPr id="264" name="Ink 263">
                  <a:extLst>
                    <a:ext uri="{FF2B5EF4-FFF2-40B4-BE49-F238E27FC236}">
                      <a16:creationId xmlns:a16="http://schemas.microsoft.com/office/drawing/2014/main" id="{B4F502BB-73C3-17C2-E449-17079EE81AA8}"/>
                    </a:ext>
                  </a:extLst>
                </p14:cNvPr>
                <p14:cNvContentPartPr/>
                <p14:nvPr/>
              </p14:nvContentPartPr>
              <p14:xfrm>
                <a:off x="7991973" y="5509281"/>
                <a:ext cx="255960" cy="1070280"/>
              </p14:xfrm>
            </p:contentPart>
          </mc:Choice>
          <mc:Fallback>
            <p:pic>
              <p:nvPicPr>
                <p:cNvPr id="264" name="Ink 263">
                  <a:extLst>
                    <a:ext uri="{FF2B5EF4-FFF2-40B4-BE49-F238E27FC236}">
                      <a16:creationId xmlns:a16="http://schemas.microsoft.com/office/drawing/2014/main" id="{B4F502BB-73C3-17C2-E449-17079EE81AA8}"/>
                    </a:ext>
                  </a:extLst>
                </p:cNvPr>
                <p:cNvPicPr/>
                <p:nvPr/>
              </p:nvPicPr>
              <p:blipFill>
                <a:blip r:embed="rId425"/>
                <a:stretch>
                  <a:fillRect/>
                </a:stretch>
              </p:blipFill>
              <p:spPr>
                <a:xfrm>
                  <a:off x="7983333" y="5500641"/>
                  <a:ext cx="273600" cy="1087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26">
            <p14:nvContentPartPr>
              <p14:cNvPr id="266" name="Ink 265">
                <a:extLst>
                  <a:ext uri="{FF2B5EF4-FFF2-40B4-BE49-F238E27FC236}">
                    <a16:creationId xmlns:a16="http://schemas.microsoft.com/office/drawing/2014/main" id="{16C3BE13-B6CA-1F0E-F85B-D9E433FD7EAF}"/>
                  </a:ext>
                </a:extLst>
              </p14:cNvPr>
              <p14:cNvContentPartPr/>
              <p14:nvPr/>
            </p14:nvContentPartPr>
            <p14:xfrm>
              <a:off x="5502933" y="1743321"/>
              <a:ext cx="607320" cy="82800"/>
            </p14:xfrm>
          </p:contentPart>
        </mc:Choice>
        <mc:Fallback>
          <p:pic>
            <p:nvPicPr>
              <p:cNvPr id="266" name="Ink 265">
                <a:extLst>
                  <a:ext uri="{FF2B5EF4-FFF2-40B4-BE49-F238E27FC236}">
                    <a16:creationId xmlns:a16="http://schemas.microsoft.com/office/drawing/2014/main" id="{16C3BE13-B6CA-1F0E-F85B-D9E433FD7EAF}"/>
                  </a:ext>
                </a:extLst>
              </p:cNvPr>
              <p:cNvPicPr/>
              <p:nvPr/>
            </p:nvPicPr>
            <p:blipFill>
              <a:blip r:embed="rId427"/>
              <a:stretch>
                <a:fillRect/>
              </a:stretch>
            </p:blipFill>
            <p:spPr>
              <a:xfrm>
                <a:off x="5494293" y="1734681"/>
                <a:ext cx="62496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428">
            <p14:nvContentPartPr>
              <p14:cNvPr id="267" name="Ink 266">
                <a:extLst>
                  <a:ext uri="{FF2B5EF4-FFF2-40B4-BE49-F238E27FC236}">
                    <a16:creationId xmlns:a16="http://schemas.microsoft.com/office/drawing/2014/main" id="{8ADFB621-AA72-99DB-E818-D663456A6AC6}"/>
                  </a:ext>
                </a:extLst>
              </p14:cNvPr>
              <p14:cNvContentPartPr/>
              <p14:nvPr/>
            </p14:nvContentPartPr>
            <p14:xfrm>
              <a:off x="7106013" y="1662321"/>
              <a:ext cx="549000" cy="55440"/>
            </p14:xfrm>
          </p:contentPart>
        </mc:Choice>
        <mc:Fallback>
          <p:pic>
            <p:nvPicPr>
              <p:cNvPr id="267" name="Ink 266">
                <a:extLst>
                  <a:ext uri="{FF2B5EF4-FFF2-40B4-BE49-F238E27FC236}">
                    <a16:creationId xmlns:a16="http://schemas.microsoft.com/office/drawing/2014/main" id="{8ADFB621-AA72-99DB-E818-D663456A6AC6}"/>
                  </a:ext>
                </a:extLst>
              </p:cNvPr>
              <p:cNvPicPr/>
              <p:nvPr/>
            </p:nvPicPr>
            <p:blipFill>
              <a:blip r:embed="rId429"/>
              <a:stretch>
                <a:fillRect/>
              </a:stretch>
            </p:blipFill>
            <p:spPr>
              <a:xfrm>
                <a:off x="7097373" y="1653321"/>
                <a:ext cx="566640" cy="73080"/>
              </a:xfrm>
              <a:prstGeom prst="rect">
                <a:avLst/>
              </a:prstGeom>
            </p:spPr>
          </p:pic>
        </mc:Fallback>
      </mc:AlternateContent>
      <p:grpSp>
        <p:nvGrpSpPr>
          <p:cNvPr id="271" name="Group 270">
            <a:extLst>
              <a:ext uri="{FF2B5EF4-FFF2-40B4-BE49-F238E27FC236}">
                <a16:creationId xmlns:a16="http://schemas.microsoft.com/office/drawing/2014/main" id="{022C6A40-2358-5147-E389-904EF0E40EA7}"/>
              </a:ext>
            </a:extLst>
          </p:cNvPr>
          <p:cNvGrpSpPr/>
          <p:nvPr/>
        </p:nvGrpSpPr>
        <p:grpSpPr>
          <a:xfrm>
            <a:off x="6766173" y="1979121"/>
            <a:ext cx="765720" cy="3327840"/>
            <a:chOff x="6766173" y="1979121"/>
            <a:chExt cx="765720" cy="3327840"/>
          </a:xfrm>
        </p:grpSpPr>
        <mc:AlternateContent xmlns:mc="http://schemas.openxmlformats.org/markup-compatibility/2006">
          <mc:Choice xmlns:p14="http://schemas.microsoft.com/office/powerpoint/2010/main" Requires="p14">
            <p:contentPart p14:bwMode="auto" r:id="rId430">
              <p14:nvContentPartPr>
                <p14:cNvPr id="268" name="Ink 267">
                  <a:extLst>
                    <a:ext uri="{FF2B5EF4-FFF2-40B4-BE49-F238E27FC236}">
                      <a16:creationId xmlns:a16="http://schemas.microsoft.com/office/drawing/2014/main" id="{B9CB1E3B-222E-298A-0E18-0FD670FFCDC9}"/>
                    </a:ext>
                  </a:extLst>
                </p14:cNvPr>
                <p14:cNvContentPartPr/>
                <p14:nvPr/>
              </p14:nvContentPartPr>
              <p14:xfrm>
                <a:off x="6766173" y="2026281"/>
                <a:ext cx="765720" cy="3280680"/>
              </p14:xfrm>
            </p:contentPart>
          </mc:Choice>
          <mc:Fallback>
            <p:pic>
              <p:nvPicPr>
                <p:cNvPr id="268" name="Ink 267">
                  <a:extLst>
                    <a:ext uri="{FF2B5EF4-FFF2-40B4-BE49-F238E27FC236}">
                      <a16:creationId xmlns:a16="http://schemas.microsoft.com/office/drawing/2014/main" id="{B9CB1E3B-222E-298A-0E18-0FD670FFCDC9}"/>
                    </a:ext>
                  </a:extLst>
                </p:cNvPr>
                <p:cNvPicPr/>
                <p:nvPr/>
              </p:nvPicPr>
              <p:blipFill>
                <a:blip r:embed="rId431"/>
                <a:stretch>
                  <a:fillRect/>
                </a:stretch>
              </p:blipFill>
              <p:spPr>
                <a:xfrm>
                  <a:off x="6757533" y="2017641"/>
                  <a:ext cx="783360" cy="3298320"/>
                </a:xfrm>
                <a:prstGeom prst="rect">
                  <a:avLst/>
                </a:prstGeom>
              </p:spPr>
            </p:pic>
          </mc:Fallback>
        </mc:AlternateContent>
        <mc:AlternateContent xmlns:mc="http://schemas.openxmlformats.org/markup-compatibility/2006">
          <mc:Choice xmlns:p14="http://schemas.microsoft.com/office/powerpoint/2010/main" Requires="p14">
            <p:contentPart p14:bwMode="auto" r:id="rId432">
              <p14:nvContentPartPr>
                <p14:cNvPr id="269" name="Ink 268">
                  <a:extLst>
                    <a:ext uri="{FF2B5EF4-FFF2-40B4-BE49-F238E27FC236}">
                      <a16:creationId xmlns:a16="http://schemas.microsoft.com/office/drawing/2014/main" id="{CEC72DBA-C187-E2D6-2195-5C3A229E9B42}"/>
                    </a:ext>
                  </a:extLst>
                </p14:cNvPr>
                <p14:cNvContentPartPr/>
                <p14:nvPr/>
              </p14:nvContentPartPr>
              <p14:xfrm>
                <a:off x="6813333" y="1979121"/>
                <a:ext cx="21960" cy="29880"/>
              </p14:xfrm>
            </p:contentPart>
          </mc:Choice>
          <mc:Fallback>
            <p:pic>
              <p:nvPicPr>
                <p:cNvPr id="269" name="Ink 268">
                  <a:extLst>
                    <a:ext uri="{FF2B5EF4-FFF2-40B4-BE49-F238E27FC236}">
                      <a16:creationId xmlns:a16="http://schemas.microsoft.com/office/drawing/2014/main" id="{CEC72DBA-C187-E2D6-2195-5C3A229E9B42}"/>
                    </a:ext>
                  </a:extLst>
                </p:cNvPr>
                <p:cNvPicPr/>
                <p:nvPr/>
              </p:nvPicPr>
              <p:blipFill>
                <a:blip r:embed="rId433"/>
                <a:stretch>
                  <a:fillRect/>
                </a:stretch>
              </p:blipFill>
              <p:spPr>
                <a:xfrm>
                  <a:off x="6804333" y="1970121"/>
                  <a:ext cx="3960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434">
              <p14:nvContentPartPr>
                <p14:cNvPr id="270" name="Ink 269">
                  <a:extLst>
                    <a:ext uri="{FF2B5EF4-FFF2-40B4-BE49-F238E27FC236}">
                      <a16:creationId xmlns:a16="http://schemas.microsoft.com/office/drawing/2014/main" id="{34592FF3-5227-5496-48C7-182FABF36128}"/>
                    </a:ext>
                  </a:extLst>
                </p14:cNvPr>
                <p14:cNvContentPartPr/>
                <p14:nvPr/>
              </p14:nvContentPartPr>
              <p14:xfrm>
                <a:off x="6857973" y="1999281"/>
                <a:ext cx="71280" cy="169200"/>
              </p14:xfrm>
            </p:contentPart>
          </mc:Choice>
          <mc:Fallback>
            <p:pic>
              <p:nvPicPr>
                <p:cNvPr id="270" name="Ink 269">
                  <a:extLst>
                    <a:ext uri="{FF2B5EF4-FFF2-40B4-BE49-F238E27FC236}">
                      <a16:creationId xmlns:a16="http://schemas.microsoft.com/office/drawing/2014/main" id="{34592FF3-5227-5496-48C7-182FABF36128}"/>
                    </a:ext>
                  </a:extLst>
                </p:cNvPr>
                <p:cNvPicPr/>
                <p:nvPr/>
              </p:nvPicPr>
              <p:blipFill>
                <a:blip r:embed="rId435"/>
                <a:stretch>
                  <a:fillRect/>
                </a:stretch>
              </p:blipFill>
              <p:spPr>
                <a:xfrm>
                  <a:off x="6848973" y="1990641"/>
                  <a:ext cx="88920" cy="186840"/>
                </a:xfrm>
                <a:prstGeom prst="rect">
                  <a:avLst/>
                </a:prstGeom>
              </p:spPr>
            </p:pic>
          </mc:Fallback>
        </mc:AlternateContent>
      </p:grpSp>
    </p:spTree>
    <p:extLst>
      <p:ext uri="{BB962C8B-B14F-4D97-AF65-F5344CB8AC3E}">
        <p14:creationId xmlns:p14="http://schemas.microsoft.com/office/powerpoint/2010/main" val="1171727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Hands on: Initialize CAPM Extension</a:t>
            </a:r>
          </a:p>
        </p:txBody>
      </p:sp>
      <p:sp>
        <p:nvSpPr>
          <p:cNvPr id="5" name="TextBox 4">
            <a:extLst>
              <a:ext uri="{FF2B5EF4-FFF2-40B4-BE49-F238E27FC236}">
                <a16:creationId xmlns:a16="http://schemas.microsoft.com/office/drawing/2014/main" id="{2F2B31D3-E342-461D-7674-04DB2CC57CA4}"/>
              </a:ext>
            </a:extLst>
          </p:cNvPr>
          <p:cNvSpPr txBox="1"/>
          <p:nvPr/>
        </p:nvSpPr>
        <p:spPr>
          <a:xfrm>
            <a:off x="189756" y="874455"/>
            <a:ext cx="11809312" cy="2554545"/>
          </a:xfrm>
          <a:prstGeom prst="rect">
            <a:avLst/>
          </a:prstGeom>
          <a:noFill/>
        </p:spPr>
        <p:txBody>
          <a:bodyPr wrap="square" rtlCol="0">
            <a:spAutoFit/>
          </a:bodyPr>
          <a:lstStyle/>
          <a:p>
            <a:pPr marL="457200" indent="-457200">
              <a:buAutoNum type="arabicPeriod"/>
            </a:pPr>
            <a:r>
              <a:rPr lang="en-US" sz="2000" dirty="0">
                <a:solidFill>
                  <a:schemeClr val="bg1"/>
                </a:solidFill>
              </a:rPr>
              <a:t>Create a new cap project with </a:t>
            </a:r>
            <a:r>
              <a:rPr lang="en-US" sz="2000" b="1" dirty="0" err="1">
                <a:solidFill>
                  <a:schemeClr val="bg1"/>
                </a:solidFill>
              </a:rPr>
              <a:t>cds</a:t>
            </a:r>
            <a:r>
              <a:rPr lang="en-US" sz="2000" b="1" dirty="0">
                <a:solidFill>
                  <a:schemeClr val="bg1"/>
                </a:solidFill>
              </a:rPr>
              <a:t> </a:t>
            </a:r>
            <a:r>
              <a:rPr lang="en-US" sz="2000" b="1" dirty="0" err="1">
                <a:solidFill>
                  <a:schemeClr val="bg1"/>
                </a:solidFill>
              </a:rPr>
              <a:t>init</a:t>
            </a:r>
            <a:endParaRPr lang="en-US" sz="2000" dirty="0">
              <a:solidFill>
                <a:schemeClr val="bg1"/>
              </a:solidFill>
            </a:endParaRPr>
          </a:p>
          <a:p>
            <a:pPr marL="457200" indent="-457200">
              <a:buAutoNum type="arabicPeriod"/>
            </a:pPr>
            <a:r>
              <a:rPr lang="en-US" sz="2000" dirty="0">
                <a:solidFill>
                  <a:schemeClr val="bg1"/>
                </a:solidFill>
              </a:rPr>
              <a:t>Drag drop </a:t>
            </a:r>
            <a:r>
              <a:rPr lang="en-US" sz="2000" dirty="0" err="1">
                <a:solidFill>
                  <a:schemeClr val="bg1"/>
                </a:solidFill>
              </a:rPr>
              <a:t>edmx</a:t>
            </a:r>
            <a:r>
              <a:rPr lang="en-US" sz="2000" dirty="0">
                <a:solidFill>
                  <a:schemeClr val="bg1"/>
                </a:solidFill>
              </a:rPr>
              <a:t> file downloaded from API hub and perform </a:t>
            </a:r>
            <a:r>
              <a:rPr lang="en-US" sz="2000" b="1" dirty="0" err="1">
                <a:solidFill>
                  <a:schemeClr val="bg1"/>
                </a:solidFill>
              </a:rPr>
              <a:t>cds</a:t>
            </a:r>
            <a:r>
              <a:rPr lang="en-US" sz="2000" b="1" dirty="0">
                <a:solidFill>
                  <a:schemeClr val="bg1"/>
                </a:solidFill>
              </a:rPr>
              <a:t> import </a:t>
            </a:r>
            <a:r>
              <a:rPr lang="en-US" sz="2000" dirty="0">
                <a:solidFill>
                  <a:schemeClr val="bg1"/>
                </a:solidFill>
              </a:rPr>
              <a:t>PATH_OF_EDMX</a:t>
            </a:r>
          </a:p>
          <a:p>
            <a:pPr marL="457200" indent="-457200">
              <a:buAutoNum type="arabicPeriod"/>
            </a:pPr>
            <a:r>
              <a:rPr lang="en-US" sz="2000" dirty="0">
                <a:solidFill>
                  <a:schemeClr val="bg1"/>
                </a:solidFill>
              </a:rPr>
              <a:t>Add a new </a:t>
            </a:r>
            <a:r>
              <a:rPr lang="en-US" sz="2000" dirty="0" err="1">
                <a:solidFill>
                  <a:schemeClr val="bg1"/>
                </a:solidFill>
              </a:rPr>
              <a:t>CatalogService.cds</a:t>
            </a:r>
            <a:r>
              <a:rPr lang="en-US" sz="2000" dirty="0">
                <a:solidFill>
                  <a:schemeClr val="bg1"/>
                </a:solidFill>
              </a:rPr>
              <a:t> and CatalogService.js</a:t>
            </a:r>
          </a:p>
          <a:p>
            <a:pPr marL="457200" indent="-457200">
              <a:buAutoNum type="arabicPeriod"/>
            </a:pPr>
            <a:r>
              <a:rPr lang="en-US" sz="2000" dirty="0">
                <a:solidFill>
                  <a:srgbClr val="0000FF"/>
                </a:solidFill>
                <a:hlinkClick r:id="rId2">
                  <a:extLst>
                    <a:ext uri="{A12FA001-AC4F-418D-AE19-62706E023703}">
                      <ahyp:hlinkClr xmlns:ahyp="http://schemas.microsoft.com/office/drawing/2018/hyperlinkcolor" val="tx"/>
                    </a:ext>
                  </a:extLst>
                </a:hlinkClick>
              </a:rPr>
              <a:t>S4HANA cloud </a:t>
            </a:r>
            <a:r>
              <a:rPr lang="en-US" sz="2000" dirty="0" err="1">
                <a:solidFill>
                  <a:srgbClr val="0000FF"/>
                </a:solidFill>
                <a:hlinkClick r:id="rId2">
                  <a:extLst>
                    <a:ext uri="{A12FA001-AC4F-418D-AE19-62706E023703}">
                      <ahyp:hlinkClr xmlns:ahyp="http://schemas.microsoft.com/office/drawing/2018/hyperlinkcolor" val="tx"/>
                    </a:ext>
                  </a:extLst>
                </a:hlinkClick>
              </a:rPr>
              <a:t>sdk</a:t>
            </a:r>
            <a:r>
              <a:rPr lang="en-US" sz="2000" dirty="0">
                <a:solidFill>
                  <a:schemeClr val="bg1"/>
                </a:solidFill>
                <a:hlinkClick r:id="rId2">
                  <a:extLst>
                    <a:ext uri="{A12FA001-AC4F-418D-AE19-62706E023703}">
                      <ahyp:hlinkClr xmlns:ahyp="http://schemas.microsoft.com/office/drawing/2018/hyperlinkcolor" val="tx"/>
                    </a:ext>
                  </a:extLst>
                </a:hlinkClick>
              </a:rPr>
              <a:t> </a:t>
            </a:r>
            <a:r>
              <a:rPr lang="en-US" sz="2000" dirty="0">
                <a:solidFill>
                  <a:schemeClr val="bg1"/>
                </a:solidFill>
              </a:rPr>
              <a:t>is SAP’s portfolio of all the type safe API (node modules) to communicate to SAP APIs.</a:t>
            </a:r>
          </a:p>
          <a:p>
            <a:pPr marL="457200" indent="-457200">
              <a:buAutoNum type="arabicPeriod"/>
            </a:pPr>
            <a:r>
              <a:rPr lang="en-IN" sz="2000" dirty="0">
                <a:solidFill>
                  <a:schemeClr val="bg1"/>
                </a:solidFill>
              </a:rPr>
              <a:t>Install the node module @sap/cloud-sdk-vdm-sales-order-service</a:t>
            </a:r>
          </a:p>
          <a:p>
            <a:pPr marL="457200" indent="-457200">
              <a:buAutoNum type="arabicPeriod"/>
            </a:pPr>
            <a:r>
              <a:rPr lang="en-IN" sz="2000" dirty="0">
                <a:solidFill>
                  <a:schemeClr val="bg1"/>
                </a:solidFill>
              </a:rPr>
              <a:t>Add the configuration to test our </a:t>
            </a:r>
            <a:r>
              <a:rPr lang="en-IN" sz="2000" dirty="0" err="1">
                <a:solidFill>
                  <a:schemeClr val="bg1"/>
                </a:solidFill>
              </a:rPr>
              <a:t>api</a:t>
            </a:r>
            <a:r>
              <a:rPr lang="en-IN" sz="2000" dirty="0">
                <a:solidFill>
                  <a:schemeClr val="bg1"/>
                </a:solidFill>
              </a:rPr>
              <a:t> locally – credentials </a:t>
            </a:r>
          </a:p>
          <a:p>
            <a:pPr marL="457200" indent="-457200">
              <a:buAutoNum type="arabicPeriod"/>
            </a:pPr>
            <a:endParaRPr lang="en-IN" sz="2000" dirty="0">
              <a:solidFill>
                <a:schemeClr val="bg1"/>
              </a:solidFill>
            </a:endParaRPr>
          </a:p>
        </p:txBody>
      </p:sp>
    </p:spTree>
    <p:extLst>
      <p:ext uri="{BB962C8B-B14F-4D97-AF65-F5344CB8AC3E}">
        <p14:creationId xmlns:p14="http://schemas.microsoft.com/office/powerpoint/2010/main" val="698346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7F54-4532-E4E8-9F0B-6BA6890ABE1C}"/>
              </a:ext>
            </a:extLst>
          </p:cNvPr>
          <p:cNvSpPr>
            <a:spLocks noGrp="1"/>
          </p:cNvSpPr>
          <p:nvPr>
            <p:ph type="title"/>
          </p:nvPr>
        </p:nvSpPr>
        <p:spPr/>
        <p:txBody>
          <a:bodyPr/>
          <a:lstStyle/>
          <a:p>
            <a:r>
              <a:rPr lang="en-US" dirty="0"/>
              <a:t>Hands on: Initialize CAPM Extension</a:t>
            </a:r>
          </a:p>
        </p:txBody>
      </p:sp>
      <p:sp>
        <p:nvSpPr>
          <p:cNvPr id="3" name="TextBox 2">
            <a:extLst>
              <a:ext uri="{FF2B5EF4-FFF2-40B4-BE49-F238E27FC236}">
                <a16:creationId xmlns:a16="http://schemas.microsoft.com/office/drawing/2014/main" id="{69E7517E-7184-B854-6DC3-2C27B9924D1A}"/>
              </a:ext>
            </a:extLst>
          </p:cNvPr>
          <p:cNvSpPr txBox="1"/>
          <p:nvPr/>
        </p:nvSpPr>
        <p:spPr>
          <a:xfrm>
            <a:off x="189756" y="980728"/>
            <a:ext cx="11809312" cy="5324535"/>
          </a:xfrm>
          <a:prstGeom prst="rect">
            <a:avLst/>
          </a:prstGeom>
          <a:noFill/>
        </p:spPr>
        <p:txBody>
          <a:bodyPr wrap="square" rtlCol="0">
            <a:spAutoFit/>
          </a:bodyPr>
          <a:lstStyle/>
          <a:p>
            <a:pPr marL="457200" indent="-457200">
              <a:buAutoNum type="arabicPeriod"/>
            </a:pPr>
            <a:r>
              <a:rPr lang="en-US" sz="2000" dirty="0">
                <a:solidFill>
                  <a:schemeClr val="bg1"/>
                </a:solidFill>
              </a:rPr>
              <a:t>Create a new folder and initialize cap project using </a:t>
            </a:r>
            <a:r>
              <a:rPr lang="en-US" sz="2000" b="1" dirty="0" err="1">
                <a:solidFill>
                  <a:schemeClr val="bg1"/>
                </a:solidFill>
              </a:rPr>
              <a:t>cds</a:t>
            </a:r>
            <a:r>
              <a:rPr lang="en-US" sz="2000" b="1" dirty="0">
                <a:solidFill>
                  <a:schemeClr val="bg1"/>
                </a:solidFill>
              </a:rPr>
              <a:t> </a:t>
            </a:r>
            <a:r>
              <a:rPr lang="en-US" sz="2000" b="1" dirty="0" err="1">
                <a:solidFill>
                  <a:schemeClr val="bg1"/>
                </a:solidFill>
              </a:rPr>
              <a:t>init</a:t>
            </a:r>
            <a:endParaRPr lang="en-US" sz="2000" b="1" dirty="0">
              <a:solidFill>
                <a:schemeClr val="bg1"/>
              </a:solidFill>
            </a:endParaRPr>
          </a:p>
          <a:p>
            <a:pPr marL="457200" indent="-457200">
              <a:buAutoNum type="arabicPeriod"/>
            </a:pPr>
            <a:r>
              <a:rPr lang="en-US" sz="2000" dirty="0">
                <a:solidFill>
                  <a:schemeClr val="bg1"/>
                </a:solidFill>
              </a:rPr>
              <a:t>Go inside project and install following modules</a:t>
            </a:r>
          </a:p>
          <a:p>
            <a:pPr lvl="1"/>
            <a:r>
              <a:rPr lang="en-IN" sz="2000" dirty="0">
                <a:solidFill>
                  <a:schemeClr val="bg1"/>
                </a:solidFill>
              </a:rPr>
              <a:t>2.1 Cloud Foundry Security - @sap/xssec, @sap/xsenv, passport</a:t>
            </a:r>
          </a:p>
          <a:p>
            <a:pPr lvl="1"/>
            <a:r>
              <a:rPr lang="en-IN" sz="2000" dirty="0">
                <a:solidFill>
                  <a:schemeClr val="bg1"/>
                </a:solidFill>
              </a:rPr>
              <a:t>2.2 OData V2 @sap/cds-odata-v2-adapter-proxy</a:t>
            </a:r>
          </a:p>
          <a:p>
            <a:pPr lvl="1"/>
            <a:r>
              <a:rPr lang="en-IN" sz="2000" dirty="0">
                <a:solidFill>
                  <a:schemeClr val="bg1"/>
                </a:solidFill>
              </a:rPr>
              <a:t>2.3 Serving </a:t>
            </a:r>
            <a:r>
              <a:rPr lang="en-IN" sz="2000" dirty="0" err="1">
                <a:solidFill>
                  <a:schemeClr val="bg1"/>
                </a:solidFill>
              </a:rPr>
              <a:t>odata</a:t>
            </a:r>
            <a:r>
              <a:rPr lang="en-IN" sz="2000" dirty="0">
                <a:solidFill>
                  <a:schemeClr val="bg1"/>
                </a:solidFill>
              </a:rPr>
              <a:t> v2 over cloud </a:t>
            </a:r>
            <a:r>
              <a:rPr lang="en-IN" sz="2000" dirty="0" err="1">
                <a:solidFill>
                  <a:schemeClr val="bg1"/>
                </a:solidFill>
              </a:rPr>
              <a:t>sdk</a:t>
            </a:r>
            <a:r>
              <a:rPr lang="en-IN" sz="2000" dirty="0">
                <a:solidFill>
                  <a:schemeClr val="bg1"/>
                </a:solidFill>
              </a:rPr>
              <a:t> - @sap-cloud-sdk/odata-v2</a:t>
            </a:r>
          </a:p>
          <a:p>
            <a:pPr lvl="1"/>
            <a:r>
              <a:rPr lang="en-IN" sz="2000" dirty="0">
                <a:solidFill>
                  <a:schemeClr val="bg1"/>
                </a:solidFill>
              </a:rPr>
              <a:t>2.4 To generate the service code in node </a:t>
            </a:r>
            <a:r>
              <a:rPr lang="en-IN" sz="2000" dirty="0" err="1">
                <a:solidFill>
                  <a:schemeClr val="bg1"/>
                </a:solidFill>
              </a:rPr>
              <a:t>js</a:t>
            </a:r>
            <a:r>
              <a:rPr lang="en-IN" sz="2000" dirty="0">
                <a:solidFill>
                  <a:schemeClr val="bg1"/>
                </a:solidFill>
              </a:rPr>
              <a:t>, install cloud </a:t>
            </a:r>
            <a:r>
              <a:rPr lang="en-IN" sz="2000" dirty="0" err="1">
                <a:solidFill>
                  <a:schemeClr val="bg1"/>
                </a:solidFill>
              </a:rPr>
              <a:t>sdk</a:t>
            </a:r>
            <a:r>
              <a:rPr lang="en-IN" sz="2000" dirty="0">
                <a:solidFill>
                  <a:schemeClr val="bg1"/>
                </a:solidFill>
              </a:rPr>
              <a:t> generator module using @sap-cloud-sdk/generator</a:t>
            </a:r>
          </a:p>
          <a:p>
            <a:r>
              <a:rPr lang="en-IN" sz="2000" dirty="0">
                <a:solidFill>
                  <a:schemeClr val="bg1"/>
                </a:solidFill>
              </a:rPr>
              <a:t>3. Create a new folder service-spec, and </a:t>
            </a:r>
            <a:r>
              <a:rPr lang="en-IN" sz="2000" dirty="0" err="1">
                <a:solidFill>
                  <a:schemeClr val="bg1"/>
                </a:solidFill>
              </a:rPr>
              <a:t>cds</a:t>
            </a:r>
            <a:r>
              <a:rPr lang="en-IN" sz="2000" dirty="0">
                <a:solidFill>
                  <a:schemeClr val="bg1"/>
                </a:solidFill>
              </a:rPr>
              <a:t> watch, after that drag drop the </a:t>
            </a:r>
            <a:r>
              <a:rPr lang="en-IN" sz="2000" dirty="0" err="1">
                <a:solidFill>
                  <a:schemeClr val="bg1"/>
                </a:solidFill>
              </a:rPr>
              <a:t>edmx</a:t>
            </a:r>
            <a:r>
              <a:rPr lang="en-IN" sz="2000" dirty="0">
                <a:solidFill>
                  <a:schemeClr val="bg1"/>
                </a:solidFill>
              </a:rPr>
              <a:t> file of our service to the folder. It will create external folder</a:t>
            </a:r>
          </a:p>
          <a:p>
            <a:r>
              <a:rPr lang="en-IN" sz="2000" dirty="0">
                <a:solidFill>
                  <a:schemeClr val="bg1"/>
                </a:solidFill>
              </a:rPr>
              <a:t>4. Generate the JS code to automatically get all the calls which will call the service</a:t>
            </a:r>
          </a:p>
          <a:p>
            <a:r>
              <a:rPr lang="en-IN" sz="2000" b="1" dirty="0" err="1">
                <a:solidFill>
                  <a:schemeClr val="accent4">
                    <a:lumMod val="60000"/>
                    <a:lumOff val="40000"/>
                  </a:schemeClr>
                </a:solidFill>
              </a:rPr>
              <a:t>npx</a:t>
            </a:r>
            <a:r>
              <a:rPr lang="en-IN" sz="2000" b="1" dirty="0">
                <a:solidFill>
                  <a:schemeClr val="accent4">
                    <a:lumMod val="60000"/>
                    <a:lumOff val="40000"/>
                  </a:schemeClr>
                </a:solidFill>
              </a:rPr>
              <a:t> generate-</a:t>
            </a:r>
            <a:r>
              <a:rPr lang="en-IN" sz="2000" b="1" dirty="0" err="1">
                <a:solidFill>
                  <a:schemeClr val="accent4">
                    <a:lumMod val="60000"/>
                    <a:lumOff val="40000"/>
                  </a:schemeClr>
                </a:solidFill>
              </a:rPr>
              <a:t>odata</a:t>
            </a:r>
            <a:r>
              <a:rPr lang="en-IN" sz="2000" b="1" dirty="0">
                <a:solidFill>
                  <a:schemeClr val="accent4">
                    <a:lumMod val="60000"/>
                    <a:lumOff val="40000"/>
                  </a:schemeClr>
                </a:solidFill>
              </a:rPr>
              <a:t>-client --input ./service-spec --</a:t>
            </a:r>
            <a:r>
              <a:rPr lang="en-IN" sz="2000" b="1" dirty="0" err="1">
                <a:solidFill>
                  <a:schemeClr val="accent4">
                    <a:lumMod val="60000"/>
                    <a:lumOff val="40000"/>
                  </a:schemeClr>
                </a:solidFill>
              </a:rPr>
              <a:t>outputDir</a:t>
            </a:r>
            <a:r>
              <a:rPr lang="en-IN" sz="2000" b="1" dirty="0">
                <a:solidFill>
                  <a:schemeClr val="accent4">
                    <a:lumMod val="60000"/>
                    <a:lumOff val="40000"/>
                  </a:schemeClr>
                </a:solidFill>
              </a:rPr>
              <a:t> ./</a:t>
            </a:r>
            <a:r>
              <a:rPr lang="en-IN" sz="2000" b="1" dirty="0" err="1">
                <a:solidFill>
                  <a:schemeClr val="accent4">
                    <a:lumMod val="60000"/>
                    <a:lumOff val="40000"/>
                  </a:schemeClr>
                </a:solidFill>
              </a:rPr>
              <a:t>srv</a:t>
            </a:r>
            <a:r>
              <a:rPr lang="en-IN" sz="2000" b="1" dirty="0">
                <a:solidFill>
                  <a:schemeClr val="accent4">
                    <a:lumMod val="60000"/>
                    <a:lumOff val="40000"/>
                  </a:schemeClr>
                </a:solidFill>
              </a:rPr>
              <a:t>/sales-order-</a:t>
            </a:r>
            <a:r>
              <a:rPr lang="en-IN" sz="2000" b="1" dirty="0" err="1">
                <a:solidFill>
                  <a:schemeClr val="accent4">
                    <a:lumMod val="60000"/>
                    <a:lumOff val="40000"/>
                  </a:schemeClr>
                </a:solidFill>
              </a:rPr>
              <a:t>api</a:t>
            </a:r>
            <a:endParaRPr lang="en-IN" sz="2000" b="1" dirty="0">
              <a:solidFill>
                <a:schemeClr val="accent4">
                  <a:lumMod val="60000"/>
                  <a:lumOff val="40000"/>
                </a:schemeClr>
              </a:solidFill>
            </a:endParaRPr>
          </a:p>
          <a:p>
            <a:r>
              <a:rPr lang="en-IN" sz="2000" dirty="0">
                <a:solidFill>
                  <a:schemeClr val="bg1"/>
                </a:solidFill>
              </a:rPr>
              <a:t>Give the folder path, not the </a:t>
            </a:r>
            <a:r>
              <a:rPr lang="en-IN" sz="2000" dirty="0" err="1">
                <a:solidFill>
                  <a:schemeClr val="bg1"/>
                </a:solidFill>
              </a:rPr>
              <a:t>edmx</a:t>
            </a:r>
            <a:r>
              <a:rPr lang="en-IN" sz="2000" dirty="0">
                <a:solidFill>
                  <a:schemeClr val="bg1"/>
                </a:solidFill>
              </a:rPr>
              <a:t> file path</a:t>
            </a:r>
          </a:p>
          <a:p>
            <a:r>
              <a:rPr lang="en-IN" sz="2000" dirty="0">
                <a:solidFill>
                  <a:schemeClr val="bg1"/>
                </a:solidFill>
              </a:rPr>
              <a:t>5. Define the service definition in </a:t>
            </a:r>
            <a:r>
              <a:rPr lang="en-IN" sz="2000" dirty="0" err="1">
                <a:solidFill>
                  <a:schemeClr val="bg1"/>
                </a:solidFill>
              </a:rPr>
              <a:t>CatalogService.cds</a:t>
            </a:r>
            <a:r>
              <a:rPr lang="en-IN" sz="2000" dirty="0">
                <a:solidFill>
                  <a:schemeClr val="bg1"/>
                </a:solidFill>
              </a:rPr>
              <a:t> file by referencing from </a:t>
            </a:r>
            <a:r>
              <a:rPr lang="en-IN" sz="2000" dirty="0" err="1">
                <a:solidFill>
                  <a:schemeClr val="bg1"/>
                </a:solidFill>
              </a:rPr>
              <a:t>csn</a:t>
            </a:r>
            <a:r>
              <a:rPr lang="en-IN" sz="2000" dirty="0">
                <a:solidFill>
                  <a:schemeClr val="bg1"/>
                </a:solidFill>
              </a:rPr>
              <a:t> file generated based on SAP OData</a:t>
            </a:r>
          </a:p>
          <a:p>
            <a:r>
              <a:rPr lang="en-IN" sz="2000" dirty="0">
                <a:solidFill>
                  <a:schemeClr val="bg1"/>
                </a:solidFill>
              </a:rPr>
              <a:t>6. Define the service implementation CatalogService.js file and write the code to use the generated type script modules which will act like bridge to communicate to our SAP OData Business API.</a:t>
            </a:r>
          </a:p>
          <a:p>
            <a:r>
              <a:rPr lang="en-IN" sz="2000" dirty="0">
                <a:solidFill>
                  <a:schemeClr val="bg1"/>
                </a:solidFill>
              </a:rPr>
              <a:t>7. Generate a Fiori application using free style with local cap project. </a:t>
            </a:r>
          </a:p>
        </p:txBody>
      </p:sp>
    </p:spTree>
    <p:extLst>
      <p:ext uri="{BB962C8B-B14F-4D97-AF65-F5344CB8AC3E}">
        <p14:creationId xmlns:p14="http://schemas.microsoft.com/office/powerpoint/2010/main" val="36665808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Hands on Cloud Extension</a:t>
            </a:r>
          </a:p>
        </p:txBody>
      </p:sp>
      <p:sp>
        <p:nvSpPr>
          <p:cNvPr id="3" name="TextBox 2">
            <a:extLst>
              <a:ext uri="{FF2B5EF4-FFF2-40B4-BE49-F238E27FC236}">
                <a16:creationId xmlns:a16="http://schemas.microsoft.com/office/drawing/2014/main" id="{9B7C5E39-64FC-6595-A253-13AA437144EA}"/>
              </a:ext>
            </a:extLst>
          </p:cNvPr>
          <p:cNvSpPr txBox="1"/>
          <p:nvPr/>
        </p:nvSpPr>
        <p:spPr>
          <a:xfrm>
            <a:off x="189756" y="908720"/>
            <a:ext cx="11809312" cy="3785652"/>
          </a:xfrm>
          <a:prstGeom prst="rect">
            <a:avLst/>
          </a:prstGeom>
          <a:noFill/>
        </p:spPr>
        <p:txBody>
          <a:bodyPr wrap="square" rtlCol="0">
            <a:spAutoFit/>
          </a:bodyPr>
          <a:lstStyle/>
          <a:p>
            <a:r>
              <a:rPr lang="en-US" sz="2000" dirty="0">
                <a:solidFill>
                  <a:schemeClr val="bg1"/>
                </a:solidFill>
              </a:rPr>
              <a:t>8. Replace hardcoded credentials with destination</a:t>
            </a:r>
          </a:p>
          <a:p>
            <a:r>
              <a:rPr lang="en-US" sz="2000" dirty="0">
                <a:solidFill>
                  <a:schemeClr val="bg1"/>
                </a:solidFill>
              </a:rPr>
              <a:t>9. Create a destination service and maintain destination with name S4HANA because the same we used in our code.</a:t>
            </a:r>
          </a:p>
          <a:p>
            <a:r>
              <a:rPr lang="en-US" sz="2000" dirty="0">
                <a:solidFill>
                  <a:schemeClr val="bg1"/>
                </a:solidFill>
              </a:rPr>
              <a:t>10. Create </a:t>
            </a:r>
            <a:r>
              <a:rPr lang="en-US" sz="2000" dirty="0" err="1">
                <a:solidFill>
                  <a:schemeClr val="bg1"/>
                </a:solidFill>
              </a:rPr>
              <a:t>mta.yaml</a:t>
            </a:r>
            <a:r>
              <a:rPr lang="en-US" sz="2000" dirty="0">
                <a:solidFill>
                  <a:schemeClr val="bg1"/>
                </a:solidFill>
              </a:rPr>
              <a:t> file for deployment</a:t>
            </a:r>
          </a:p>
          <a:p>
            <a:r>
              <a:rPr lang="en-US" sz="2000" dirty="0">
                <a:solidFill>
                  <a:schemeClr val="bg1"/>
                </a:solidFill>
              </a:rPr>
              <a:t>11. Add the modules, both </a:t>
            </a:r>
            <a:r>
              <a:rPr lang="en-US" sz="2000" dirty="0" err="1">
                <a:solidFill>
                  <a:schemeClr val="bg1"/>
                </a:solidFill>
              </a:rPr>
              <a:t>srv</a:t>
            </a:r>
            <a:r>
              <a:rPr lang="en-US" sz="2000" dirty="0">
                <a:solidFill>
                  <a:schemeClr val="bg1"/>
                </a:solidFill>
              </a:rPr>
              <a:t> and </a:t>
            </a:r>
            <a:r>
              <a:rPr lang="en-US" sz="2000" dirty="0" err="1">
                <a:solidFill>
                  <a:schemeClr val="bg1"/>
                </a:solidFill>
              </a:rPr>
              <a:t>ui</a:t>
            </a:r>
            <a:r>
              <a:rPr lang="en-US" sz="2000" dirty="0">
                <a:solidFill>
                  <a:schemeClr val="bg1"/>
                </a:solidFill>
              </a:rPr>
              <a:t> module. </a:t>
            </a:r>
          </a:p>
          <a:p>
            <a:r>
              <a:rPr lang="en-US" sz="2000" dirty="0">
                <a:solidFill>
                  <a:schemeClr val="bg1"/>
                </a:solidFill>
              </a:rPr>
              <a:t>12. Add Resources as destination and </a:t>
            </a:r>
            <a:r>
              <a:rPr lang="en-US" sz="2000" dirty="0" err="1">
                <a:solidFill>
                  <a:schemeClr val="bg1"/>
                </a:solidFill>
              </a:rPr>
              <a:t>xsuaa</a:t>
            </a:r>
            <a:r>
              <a:rPr lang="en-US" sz="2000" dirty="0">
                <a:solidFill>
                  <a:schemeClr val="bg1"/>
                </a:solidFill>
              </a:rPr>
              <a:t>. Maintain the </a:t>
            </a:r>
            <a:r>
              <a:rPr lang="en-US" sz="2000" dirty="0" err="1">
                <a:solidFill>
                  <a:schemeClr val="bg1"/>
                </a:solidFill>
              </a:rPr>
              <a:t>xs-security.json</a:t>
            </a:r>
            <a:r>
              <a:rPr lang="en-US" sz="2000" dirty="0">
                <a:solidFill>
                  <a:schemeClr val="bg1"/>
                </a:solidFill>
              </a:rPr>
              <a:t> file</a:t>
            </a:r>
          </a:p>
          <a:p>
            <a:r>
              <a:rPr lang="en-US" sz="2000" dirty="0">
                <a:solidFill>
                  <a:schemeClr val="bg1"/>
                </a:solidFill>
              </a:rPr>
              <a:t>13. Get the package </a:t>
            </a:r>
            <a:r>
              <a:rPr lang="en-US" sz="2000" dirty="0" err="1">
                <a:solidFill>
                  <a:schemeClr val="bg1"/>
                </a:solidFill>
              </a:rPr>
              <a:t>json</a:t>
            </a:r>
            <a:r>
              <a:rPr lang="en-US" sz="2000" dirty="0">
                <a:solidFill>
                  <a:schemeClr val="bg1"/>
                </a:solidFill>
              </a:rPr>
              <a:t> in app folder from </a:t>
            </a:r>
            <a:r>
              <a:rPr lang="en-US" sz="2000" dirty="0" err="1">
                <a:solidFill>
                  <a:schemeClr val="bg1"/>
                </a:solidFill>
              </a:rPr>
              <a:t>ui</a:t>
            </a:r>
            <a:r>
              <a:rPr lang="en-US" sz="2000" dirty="0">
                <a:solidFill>
                  <a:schemeClr val="bg1"/>
                </a:solidFill>
              </a:rPr>
              <a:t> project, Add the app router module @sap/approuter and include start script.</a:t>
            </a:r>
          </a:p>
          <a:p>
            <a:r>
              <a:rPr lang="en-US" sz="2000" dirty="0">
                <a:solidFill>
                  <a:schemeClr val="bg1"/>
                </a:solidFill>
              </a:rPr>
              <a:t>14. </a:t>
            </a:r>
            <a:r>
              <a:rPr lang="en-US" sz="2000" dirty="0" err="1">
                <a:solidFill>
                  <a:schemeClr val="bg1"/>
                </a:solidFill>
              </a:rPr>
              <a:t>xs-app.json</a:t>
            </a:r>
            <a:r>
              <a:rPr lang="en-US" sz="2000" dirty="0">
                <a:solidFill>
                  <a:schemeClr val="bg1"/>
                </a:solidFill>
              </a:rPr>
              <a:t> file for routing paths</a:t>
            </a:r>
          </a:p>
          <a:p>
            <a:r>
              <a:rPr lang="en-US" sz="2000" dirty="0">
                <a:solidFill>
                  <a:schemeClr val="bg1"/>
                </a:solidFill>
              </a:rPr>
              <a:t>15. Push the code to the </a:t>
            </a:r>
            <a:r>
              <a:rPr lang="en-US" sz="2000" dirty="0" err="1">
                <a:solidFill>
                  <a:schemeClr val="bg1"/>
                </a:solidFill>
              </a:rPr>
              <a:t>github</a:t>
            </a:r>
            <a:endParaRPr lang="en-US" sz="2000" dirty="0">
              <a:solidFill>
                <a:schemeClr val="bg1"/>
              </a:solidFill>
            </a:endParaRPr>
          </a:p>
          <a:p>
            <a:r>
              <a:rPr lang="en-US" sz="2000" dirty="0">
                <a:solidFill>
                  <a:schemeClr val="bg1"/>
                </a:solidFill>
              </a:rPr>
              <a:t>16. You can pull the app in BAS tool, Right click on </a:t>
            </a:r>
            <a:r>
              <a:rPr lang="en-US" sz="2000" dirty="0" err="1">
                <a:solidFill>
                  <a:schemeClr val="bg1"/>
                </a:solidFill>
              </a:rPr>
              <a:t>mta.yaml</a:t>
            </a:r>
            <a:r>
              <a:rPr lang="en-US" sz="2000" dirty="0">
                <a:solidFill>
                  <a:schemeClr val="bg1"/>
                </a:solidFill>
              </a:rPr>
              <a:t> and build MTA </a:t>
            </a:r>
            <a:r>
              <a:rPr lang="en-US" sz="2000" dirty="0" err="1">
                <a:solidFill>
                  <a:schemeClr val="bg1"/>
                </a:solidFill>
              </a:rPr>
              <a:t>Archieve</a:t>
            </a:r>
            <a:endParaRPr lang="en-US" sz="2000" dirty="0">
              <a:solidFill>
                <a:schemeClr val="bg1"/>
              </a:solidFill>
            </a:endParaRPr>
          </a:p>
          <a:p>
            <a:r>
              <a:rPr lang="en-US" sz="2000" dirty="0">
                <a:solidFill>
                  <a:schemeClr val="bg1"/>
                </a:solidFill>
              </a:rPr>
              <a:t>17. Once done, right click and deploy </a:t>
            </a:r>
            <a:r>
              <a:rPr lang="en-US" sz="2000" dirty="0" err="1">
                <a:solidFill>
                  <a:schemeClr val="bg1"/>
                </a:solidFill>
              </a:rPr>
              <a:t>MTA_Archieve</a:t>
            </a:r>
            <a:r>
              <a:rPr lang="en-US" sz="2000" dirty="0">
                <a:solidFill>
                  <a:schemeClr val="bg1"/>
                </a:solidFill>
              </a:rPr>
              <a:t> to SAP BTP</a:t>
            </a:r>
            <a:endParaRPr lang="en-IN" sz="2000" dirty="0">
              <a:solidFill>
                <a:schemeClr val="bg1"/>
              </a:solidFill>
            </a:endParaRPr>
          </a:p>
        </p:txBody>
      </p:sp>
    </p:spTree>
    <p:extLst>
      <p:ext uri="{BB962C8B-B14F-4D97-AF65-F5344CB8AC3E}">
        <p14:creationId xmlns:p14="http://schemas.microsoft.com/office/powerpoint/2010/main" val="2961972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20</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Custom 927">
      <a:dk1>
        <a:sysClr val="windowText" lastClr="000000"/>
      </a:dk1>
      <a:lt1>
        <a:sysClr val="window" lastClr="FFFFFF"/>
      </a:lt1>
      <a:dk2>
        <a:srgbClr val="153153"/>
      </a:dk2>
      <a:lt2>
        <a:srgbClr val="EEECE1"/>
      </a:lt2>
      <a:accent1>
        <a:srgbClr val="FF4823"/>
      </a:accent1>
      <a:accent2>
        <a:srgbClr val="346CE8"/>
      </a:accent2>
      <a:accent3>
        <a:srgbClr val="8BB74C"/>
      </a:accent3>
      <a:accent4>
        <a:srgbClr val="D0AD49"/>
      </a:accent4>
      <a:accent5>
        <a:srgbClr val="5CEEA6"/>
      </a:accent5>
      <a:accent6>
        <a:srgbClr val="7740B5"/>
      </a:accent6>
      <a:hlink>
        <a:srgbClr val="0000FF"/>
      </a:hlink>
      <a:folHlink>
        <a:srgbClr val="800080"/>
      </a:folHlink>
    </a:clrScheme>
    <a:fontScheme name="slidemodel">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8506</TotalTime>
  <Words>1281</Words>
  <Application>Microsoft Office PowerPoint</Application>
  <PresentationFormat>Custom</PresentationFormat>
  <Paragraphs>136</Paragraphs>
  <Slides>23</Slides>
  <Notes>3</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23</vt:i4>
      </vt:variant>
    </vt:vector>
  </HeadingPairs>
  <TitlesOfParts>
    <vt:vector size="36" baseType="lpstr">
      <vt:lpstr>Amasis MT Pro</vt:lpstr>
      <vt:lpstr>Amasis MT Pro Black</vt:lpstr>
      <vt:lpstr>Arial</vt:lpstr>
      <vt:lpstr>Arial Black</vt:lpstr>
      <vt:lpstr>BentonSansRegular</vt:lpstr>
      <vt:lpstr>Calibri</vt:lpstr>
      <vt:lpstr>Cooper Black</vt:lpstr>
      <vt:lpstr>Segoe UI</vt:lpstr>
      <vt:lpstr>Segoe UI Black</vt:lpstr>
      <vt:lpstr>Segoe UI Light</vt:lpstr>
      <vt:lpstr>Wingdings</vt:lpstr>
      <vt:lpstr>Office Theme</vt:lpstr>
      <vt:lpstr>3_Office Theme</vt:lpstr>
      <vt:lpstr>SAP BTP Extension Suite Training</vt:lpstr>
      <vt:lpstr>PowerPoint Presentation</vt:lpstr>
      <vt:lpstr>Agenda – Day 20</vt:lpstr>
      <vt:lpstr>PowerPoint Presentation</vt:lpstr>
      <vt:lpstr>PowerPoint Presentation</vt:lpstr>
      <vt:lpstr>PowerPoint Presentation</vt:lpstr>
      <vt:lpstr>Clean Core</vt:lpstr>
      <vt:lpstr>Benefits</vt:lpstr>
      <vt:lpstr>PowerPoint Presentation</vt:lpstr>
      <vt:lpstr>PowerPoint Presentation</vt:lpstr>
      <vt:lpstr>PowerPoint Presentation</vt:lpstr>
      <vt:lpstr>PowerPoint Presentation</vt:lpstr>
      <vt:lpstr>PowerPoint Presentation</vt:lpstr>
      <vt:lpstr>PowerPoint Presentation</vt:lpstr>
      <vt:lpstr>Hands on: Create Display like App for Sales Order</vt:lpstr>
      <vt:lpstr>Scenario 2: </vt:lpstr>
      <vt:lpstr>PowerPoint Presentation</vt:lpstr>
      <vt:lpstr>Hands on: Initialize CAPM Extension</vt:lpstr>
      <vt:lpstr>Hands on: Initialize CAPM Extension</vt:lpstr>
      <vt:lpstr>Hands on Cloud Extension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330</cp:revision>
  <dcterms:created xsi:type="dcterms:W3CDTF">2013-09-12T13:05:01Z</dcterms:created>
  <dcterms:modified xsi:type="dcterms:W3CDTF">2026-08-17T09:30:48Z</dcterms:modified>
</cp:coreProperties>
</file>
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73" r:id="rId2"/>
  </p:sldMasterIdLst>
  <p:notesMasterIdLst>
    <p:notesMasterId r:id="rId19"/>
  </p:notesMasterIdLst>
  <p:sldIdLst>
    <p:sldId id="276" r:id="rId3"/>
    <p:sldId id="4122" r:id="rId4"/>
    <p:sldId id="277" r:id="rId5"/>
    <p:sldId id="4833" r:id="rId6"/>
    <p:sldId id="4834" r:id="rId7"/>
    <p:sldId id="4835" r:id="rId8"/>
    <p:sldId id="4836" r:id="rId9"/>
    <p:sldId id="4837" r:id="rId10"/>
    <p:sldId id="355" r:id="rId11"/>
    <p:sldId id="358" r:id="rId12"/>
    <p:sldId id="334" r:id="rId13"/>
    <p:sldId id="335" r:id="rId14"/>
    <p:sldId id="4838" r:id="rId15"/>
    <p:sldId id="282" r:id="rId16"/>
    <p:sldId id="280" r:id="rId17"/>
    <p:sldId id="4711" r:id="rId18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240" autoAdjust="0"/>
    <p:restoredTop sz="95033" autoAdjust="0"/>
  </p:normalViewPr>
  <p:slideViewPr>
    <p:cSldViewPr>
      <p:cViewPr varScale="1">
        <p:scale>
          <a:sx n="110" d="100"/>
          <a:sy n="110" d="100"/>
        </p:scale>
        <p:origin x="320" y="7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08.8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532 518 24575,'2'0'0,"-1"0"0,1 0 0,-1 1 0,1-1 0,-1 1 0,0-1 0,1 1 0,-1-1 0,0 1 0,1 0 0,-1 0 0,0 0 0,0 0 0,0 0 0,1 0 0,-1 0 0,0 0 0,0 0 0,-1 0 0,1 1 0,0-1 0,0 0 0,-1 1 0,1-1 0,0 0 0,-1 1 0,0-1 0,1 1 0,-1-1 0,0 1 0,1 2 0,0 8 0,0 0 0,0 0 0,-2 13 0,1-10 0,7 377 0,1 6 0,-34 590 0,-33-291-342,-11 141-108,-63 476-903,-2 35 993,30-252 273,89-979 413,-1-5 807,-3 193 0,22-268-1133,6 46 0,-5-68 0,0 0 0,1-1 0,1 0 0,0 1 0,12 22 0,-16-36 0,0 0 0,0-1 0,0 1 0,0 0 0,0-1 0,1 1 0,-1-1 0,1 1 0,-1-1 0,1 0 0,-1 1 0,1-1 0,0 0 0,0 0 0,-1 0 0,1-1 0,0 1 0,0 0 0,0-1 0,0 1 0,0-1 0,0 1 0,0-1 0,4 0 0,2-1 0,0 0 0,-1 0 0,1-1 0,-1 0 0,11-5 0,3 0 0,148-39-164,310-43 0,184 25-225,-575 57 381,1810-122-3383,-884 87 2319,638-39-1160,-1218 38 2463,-7-31 993,-383 64-407,1-1-1,-2-3 1,0-1 0,71-37-1,-106 48-729,-1-1-1,0 0 1,0 0-1,0-1 1,-1 0-1,1 0 1,-1 0-1,-1-1 1,1 0 0,-1 0-1,-1-1 1,7-12-1,-6 8 9,-1-1-1,0 1 1,-1-1 0,-1 0-1,0 0 1,0 0 0,-1-23-1,-7-64-94,-32-185 0,16 150 0,-31-496-297,48-4-118,6 428 374,41-920 41,61 4 0,-63 670-64,-23-591-1,-26 382 487,16 450-192,39-234 0,-4 237-230,-40 195 0,0 1 0,-1-1 0,-1 0 0,0 1 0,-1-1 0,-1 0 0,-3-14 0,3 20 0,-1 0 0,1 0 0,-2 1 0,1-1 0,-1 1 0,0 0 0,0 0 0,-1 0 0,0 1 0,0-1 0,-1 1 0,0 1 0,-6-7 0,-4 0 0,0 0 0,-1 1 0,0 0 0,-21-8 0,26 14 0,-1 0 0,0 1 0,0 1 0,0 0 0,0 0 0,0 2 0,-17-1 0,-90 6 0,-229 37 0,128-10 0,-944 82-463,701-72 349,-889 70 114,689-59 0,349-22 183,-211 14 211,-210-10-394,653-27 0,-42 2 0,96-7 0,0 1 0,-46 11 0,16-2 0,53-11 0,-30 5 0,-1-1 0,-46 0 0,39-3 79,0 2 0,-72 16 0,5-1-1681,92-16-5224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1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0 280 24575,'0'-3'0,"0"1"0,0 0 0,1 0 0,-1 0 0,0 0 0,1 0 0,-1 0 0,1 0 0,0 0 0,-1 0 0,1 0 0,0 0 0,0 0 0,0 0 0,1 1 0,-1-1 0,0 0 0,3-1 0,-3 2 0,0 1 0,0-1 0,0 1 0,0 0 0,0-1 0,0 1 0,0 0 0,1 0 0,-1-1 0,0 1 0,0 0 0,0 0 0,0 1 0,1-1 0,-1 0 0,0 0 0,0 0 0,0 1 0,0-1 0,0 1 0,0-1 0,0 1 0,1-1 0,-2 1 0,1-1 0,0 1 0,0 0 0,0 0 0,0 0 0,0-1 0,0 1 0,-1 0 0,1 0 0,0 0 0,0 1 0,16 21 0,-2 1 0,0 0 0,20 46 0,-15-28 0,8 15 0,-11-21 0,0-1 0,3 0 0,1-2 0,25 32 0,-44-63 0,-1 0 0,1 0 0,0 0 0,-1-1 0,1 1 0,0 0 0,0-1 0,0 0 0,0 1 0,0-1 0,1 0 0,-1 0 0,0 0 0,1 0 0,-1 0 0,0-1 0,1 1 0,-1-1 0,6 1 0,-6-2 0,1 0 0,0 1 0,0-1 0,0 0 0,-1-1 0,1 1 0,-1 0 0,1-1 0,-1 0 0,1 1 0,-1-1 0,0 0 0,0 0 0,0 0 0,0 0 0,3-5 0,13-18 0,-2-1 0,-1 0 0,0-1 0,-2 0 0,11-36 0,38-149 0,-59 199 0,15-59 0,30-103 0,-39 154 0,-9 20-33,0 1 0,0 0-1,0 0 1,0 0 0,0-1-1,1 1 1,-1 0 0,0 0 0,0 0-1,0 0 1,0 0 0,0-1-1,0 1 1,0 0 0,1 0-1,-1 0 1,0 0 0,0 0 0,0 0-1,0 0 1,0-1 0,1 1-1,-1 0 1,0 0 0,0 0-1,0 0 1,0 0 0,1 0 0,-1 0-1,0 0 1,0 0 0,0 0-1,1 0 1,-1 0 0,0 0-1,0 0 1,0 0 0,0 0 0,1 0-1,-1 0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2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24575,'3'0'0,"0"3"0,4 0 0,-1 4 0,-1 2 0,0 3 0,-3 1 0,2 5 0,1 2 0,-2 3 0,0 3 0,-1-1 0,-1 2 0,-1-1 0,0 0 0,0-2 0,0-4-8191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3.0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0 213 24575,'4'4'0,"4"5"0,1-1 0,0 1 0,1-2 0,10 7 0,-17-12 0,0 0 0,0-1 0,0 0 0,0 1 0,0-1 0,0 0 0,0-1 0,0 1 0,0 0 0,1-1 0,-1 0 0,0 0 0,0 0 0,1 0 0,-1 0 0,0-1 0,0 0 0,1 1 0,-1-1 0,3-2 0,4-1 0,0-2 0,0 1 0,0-2 0,-1 1 0,0-1 0,0-1 0,-1 1 0,14-17 0,-17 17 0,1 1 0,-1-1 0,-1-1 0,1 1 0,-1-1 0,-1 1 0,1-1 0,-2 0 0,1-1 0,-1 1 0,0 0 0,1-12 0,-2 18 0,-1 1 0,0-1 0,0 1 0,0-1 0,0 0 0,0 1 0,0-1 0,-1 0 0,1 1 0,0-1 0,-1 1 0,1-1 0,-1 1 0,0-1 0,0 1 0,1-1 0,-1 1 0,0-1 0,0 1 0,0 0 0,0 0 0,0-1 0,-1 1 0,1 0 0,0 0 0,-1 0 0,1 0 0,0 1 0,-1-1 0,1 0 0,-1 0 0,1 1 0,-3-1 0,0 0 0,1 1 0,-1 0 0,0 0 0,1 0 0,-1 0 0,0 1 0,1 0 0,-1-1 0,1 1 0,-1 0 0,1 1 0,-1-1 0,1 1 0,-5 2 0,-6 5 0,0 1 0,0 0 0,1 1 0,1 1 0,0 0 0,0 0 0,-10 17 0,16-23 0,1 2 0,1-1 0,-1 0 0,1 1 0,1 0 0,-1 0 0,1 0 0,1 0 0,-1 0 0,1 1 0,1-1 0,0 1 0,0-1 0,0 1 0,2 16 0,0-20 0,0-1 0,0 0 0,1 0 0,-1 0 0,1 0 0,0 0 0,0 0 0,0-1 0,1 1 0,-1 0 0,1-1 0,0 0 0,0 0 0,0 0 0,0 0 0,1 0 0,-1-1 0,1 1 0,0-1 0,-1 0 0,1 0 0,0 0 0,0-1 0,1 1 0,-1-1 0,0 0 0,0 0 0,8 0 0,-3 0 0,0 0 0,0-1 0,0 0 0,0-1 0,-1 0 0,1 0 0,0-1 0,0 0 0,-1-1 0,0 1 0,1-2 0,-1 1 0,9-6 0,-7 2 0,-1 0 0,-1 0 0,1-1 0,-1 0 0,0-1 0,-1 1 0,0-1 0,-1-1 0,0 1 0,0-1 0,5-13 0,-3 4 0,-1 0 0,-1 0 0,-1-1 0,-1 0 0,3-29 0,-3 32 0,-4 17 0,0 0 0,0 0 0,0 0 0,1 0 0,-1 0 0,0 0 0,0 0 0,0 0 0,0 0 0,0 0 0,0 0 0,1 0 0,-1 0 0,0 0 0,0 0 0,0 0 0,0 0 0,0 0 0,0 0 0,1 0 0,-1 0 0,0 0 0,0 0 0,0 0 0,0 0 0,0 0 0,0 0 0,0 0 0,0 0 0,1 1 0,-1-1 0,0 0 0,0 0 0,0 0 0,0 0 0,0 0 0,0 0 0,0 0 0,0 0 0,0 1 0,0-1 0,0 0 0,0 0 0,0 0 0,0 0 0,0 0 0,0 0 0,0 1 0,0-1 0,0 0 0,0 0 0,0 0 0,0 0 0,9 33 0,-4-5 0,-1-5 0,0 0 0,2-1 0,0 1 0,2-2 0,16 37 0,-23-56 0,1 0 0,-1 0 0,0 0 0,1 0 0,-1 0 0,1 0 0,-1 0 0,1-1 0,0 1 0,0 0 0,-1-1 0,1 0 0,0 1 0,1-1 0,-1 0 0,0 0 0,0 0 0,0 0 0,1 0 0,3 0 0,-3-1 0,0 0 0,0-1 0,0 1 0,-1-1 0,1 1 0,0-1 0,-1 0 0,1 0 0,0 0 0,-1-1 0,0 1 0,1 0 0,-1-1 0,0 0 0,3-2 0,5-5 0,-1-1 0,1-1 0,-2 0 0,0 0 0,12-22 0,-7 6 0,9-15 0,-21 39 0,1 0 0,0 0 0,0 1 0,0-1 0,1 0 0,-1 1 0,1 0 0,-1 0 0,1-1 0,4-1 0,-7 4 0,1 0 0,0 0 0,0-1 0,0 1 0,-1 0 0,1 0 0,0 0 0,0 1 0,-1-1 0,1 0 0,0 0 0,0 0 0,0 0 0,-1 1 0,1-1 0,0 0 0,-1 1 0,1-1 0,0 1 0,-1-1 0,1 1 0,0-1 0,-1 1 0,1-1 0,-1 1 0,1-1 0,-1 1 0,1 0 0,-1-1 0,1 1 0,-1 1 0,16 27 0,-12-22 0,1 3 0,0 0 0,1-1 0,0 0 0,1 0 0,0-1 0,12 11 0,-18-17 0,1-1 0,0 1 0,-1-1 0,1 0 0,0 0 0,0 0 0,0 1 0,0-2 0,0 1 0,0 0 0,0 0 0,0-1 0,1 1 0,-1-1 0,0 0 0,0 1 0,0-1 0,1 0 0,-1 0 0,0-1 0,0 1 0,0 0 0,1-1 0,-1 1 0,0-1 0,0 0 0,0 0 0,0 0 0,0 0 0,0 0 0,0 0 0,0 0 0,-1-1 0,1 1 0,0 0 0,-1-1 0,1 0 0,2-3 0,2-3 0,0-1 0,0 0 0,-1 0 0,0-1 0,0 0 0,-1 0 0,-1 0 0,0 0 0,0 0 0,1-13 0,-2 18 0,-1-1 0,-1 0 0,1 1 0,-1-1 0,0 0 0,0 0 0,-1 1 0,1-1 0,-1 0 0,-1 1 0,1-1 0,-1 1 0,0-1 0,0 1 0,-1 0 0,1 0 0,-1 0 0,0 0 0,-1 0 0,-4-5 0,6 8-151,-1 0-1,0 0 0,0 0 0,0 0 1,0 0-1,0 1 0,0 0 1,-5-2-1,-6 0-6674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3.2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68 32 24575,'-3'0'0,"-3"0"0,-4-3 0,-3 0 0,-1-1 0,1-1 0,5-1 0,8 2 0,8 0 0,6 2 0,7 3 0,-2 2-8191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3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28 1 24575,'-3'3'0,"-3"3"0,-4 1 0,3-1 0,5-1 0,6-4 0,7-3 0,3-1-8191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103 337 24575,'-38'-5'0,"32"3"0,0 1 0,0 0 0,0 1 0,-1-1 0,-10 2 0,16-1 0,0 0 0,0 0 0,0 1 0,1-1 0,-1 0 0,0 1 0,0-1 0,1 0 0,-1 1 0,0-1 0,0 1 0,1-1 0,-1 1 0,1-1 0,-1 1 0,1 0 0,-1-1 0,1 1 0,-1 0 0,1 0 0,-1-1 0,1 1 0,0 0 0,-1 0 0,1-1 0,0 1 0,0 0 0,0 0 0,0 0 0,-1-1 0,1 1 0,0 0 0,0 0 0,1 0 0,-1 0 0,0 1 0,10 34 0,-7-26 0,7 23 0,-1 0 0,-1 0 0,-2 0 0,-2 1 0,1 54 0,-5-87 0,0 1 0,0-1 0,0 0 0,0 0 0,0 1 0,0-1 0,-1 0 0,1 0 0,0 1 0,-1-1 0,1 0 0,-1 0 0,1 0 0,-1 1 0,0-1 0,0 0 0,1 0 0,-1 0 0,0 0 0,0-1 0,0 1 0,-2 1 0,3-1 0,-1-1 0,1 0 0,0 0 0,-1 0 0,1 0 0,-1 0 0,1 0 0,-1 0 0,1 0 0,-1 0 0,1 0 0,-1 0 0,1-1 0,-1 1 0,1 0 0,0 0 0,-1 0 0,1 0 0,-1-1 0,1 1 0,0 0 0,-1-1 0,-10-15 0,7 4 0,0 0 0,1 0 0,1 0 0,0-1 0,0-14 0,2-67 0,0 66 0,4-49 0,2-1 0,29-127 0,-34 202 0,-1-4 0,2 1 0,-1-1 0,1 1 0,0 0 0,0-1 0,1 1 0,0 0 0,0 1 0,0-1 0,1 0 0,7-9 0,-10 15 0,0-1 0,0 1 0,-1-1 0,1 1 0,0 0 0,0-1 0,-1 1 0,1 0 0,0-1 0,0 1 0,0 0 0,-1 0 0,1 0 0,0 0 0,0 0 0,0 0 0,0 0 0,0 0 0,-1 0 0,1 0 0,0 1 0,0-1 0,0 0 0,-1 0 0,1 1 0,0-1 0,0 1 0,-1-1 0,1 0 0,0 1 0,-1 0 0,1-1 0,0 1 0,-1-1 0,1 1 0,-1 0 0,1-1 0,-1 1 0,1 1 0,19 34 0,-18-32 0,98 243 0,-57-137 0,-34-92 0,-9-18 0,0 0 0,1 0 0,-1 0 0,0 0 0,0 0 0,0 0 0,0 0 0,0 1 0,0-1 0,1 0 0,-1 0 0,0 0 0,0 0 0,0 0 0,0 0 0,0 0 0,1 0 0,-1 0 0,0 0 0,0 0 0,0 0 0,0 0 0,0 0 0,1 0 0,-1-1 0,0 1 0,0 0 0,0 0 0,0 0 0,0 0 0,0 0 0,1 0 0,-1 0 0,0 0 0,0 0 0,0 0 0,0-1 0,0 1 0,0 0 0,0 0 0,0 0 0,0 0 0,0 0 0,1 0 0,-1-1 0,0 1 0,0 0 0,0 0 0,0 0 0,0 0 0,0 0 0,0-1 0,4-34 0,-3 18 0,5-27 0,19-77 0,-21 106 0,1 0 0,1 0 0,0 1 0,1 0 0,0 0 0,1 1 0,1 0 0,17-21 0,-23 31 0,-1 0 0,2 0 0,-1 0 0,0 0 0,1 1 0,-1-1 0,1 1 0,-1 0 0,1 0 0,0 0 0,0 1 0,0 0 0,0-1 0,1 1 0,-1 1 0,0-1 0,0 0 0,7 1 0,-6 1 0,0 0 0,-1 0 0,1 0 0,-1 1 0,1-1 0,-1 1 0,1 0 0,-1 0 0,0 1 0,0-1 0,0 1 0,-1 0 0,1 0 0,-1 1 0,1-1 0,3 6 0,6 8 49,-1 1 0,-1 0 0,0 0-1,-1 1 1,-2 0 0,10 30 0,-2 5-903,11 66 1,-20-81-5973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4.65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225 232 24575,'2'0'0,"-1"0"0,0 0 0,0 0 0,0 0 0,0 0 0,1 0 0,-1 0 0,0-1 0,0 1 0,0 0 0,0-1 0,0 1 0,0-1 0,0 1 0,0-1 0,0 0 0,0 1 0,0-1 0,0 0 0,0 0 0,0 1 0,-1-1 0,1 0 0,0 0 0,0-2 0,0 1 0,0 0 0,-1-1 0,1 1 0,-1 0 0,0-1 0,1 1 0,-1 0 0,0-1 0,-1 1 0,1 0 0,0 0 0,-1-4 0,-2-3 0,0-1 0,-1 1 0,1 0 0,-11-18 0,7 16 0,0 0 0,-1 1 0,-16-17 0,22 25 0,0 0 0,0 0 0,0 0 0,-1 0 0,1 0 0,-1 0 0,1 1 0,-1-1 0,0 1 0,0 0 0,1-1 0,-1 2 0,0-1 0,0 0 0,0 0 0,0 1 0,0 0 0,0-1 0,0 1 0,0 0 0,0 1 0,-4-1 0,4 2 0,0-1 0,0 1 0,0 0 0,0-1 0,1 1 0,-1 1 0,0-1 0,1 0 0,0 0 0,-1 1 0,1 0 0,0-1 0,0 1 0,-2 5 0,-21 45 0,23-47 0,-11 25 0,-13 54 0,23-75 0,1 0 0,1 0 0,-1 0 0,2 0 0,-1 1 0,2-1 0,-1 0 0,1 0 0,5 19 0,-6-26 0,1 0 0,0 0 0,1 0 0,-1-1 0,0 1 0,1-1 0,-1 1 0,1-1 0,0 1 0,0-1 0,0 0 0,0 0 0,0 0 0,0 0 0,0 0 0,1 0 0,-1-1 0,1 1 0,0-1 0,2 2 0,-2-3 0,1 1 0,-1 0 0,0-1 0,0 0 0,0 0 0,1 0 0,-1 0 0,0 0 0,0-1 0,0 0 0,1 1 0,-1-1 0,0 0 0,0 0 0,0-1 0,0 1 0,-1-1 0,5-2 0,5-4 0,-1-1 0,0-1 0,0 0 0,-1 0 0,-1-1 0,0 0 0,0-1 0,-1 0 0,0 0 0,11-26 0,-10 17 0,0-1 0,-2-1 0,0 1 0,-1-1 0,4-45 0,-11 88 0,1-1 0,1 0 0,1 1 0,1-1 0,1 0 0,6 22 0,-6-30 0,0-1 0,0 1 0,1-1 0,0 0 0,13 18 0,-14-23 0,0-1 0,0 1 0,0-1 0,1 0 0,-1 0 0,1-1 0,0 1 0,0-1 0,0 0 0,0 0 0,1-1 0,7 3 0,-10-4 0,0 0 0,0-1 0,0 1 0,0-1 0,0 0 0,-1 0 0,1 0 0,0 0 0,0 0 0,0 0 0,0-1 0,0 0 0,0 0 0,0 1 0,5-4 0,-3 2 0,-1-1 0,0 0 0,0 0 0,0 0 0,-1 0 0,1-1 0,-1 0 0,0 1 0,3-5 0,1-3 0,-1 0 0,0 0 0,-1 0 0,0 0 0,-1-1 0,6-24 0,-6 14 0,0-1 0,-2 0 0,0 0 0,-2 0 0,0 0 0,-5-33 0,4 53 0,0 0 0,0 0 0,0 0 0,0 0 0,-1 0 0,1 0 0,-1 0 0,-3-4 0,5 6 0,0 1 0,0 0 0,0 0 0,-1 0 0,1-1 0,0 1 0,0 0 0,0 0 0,-1 0 0,1-1 0,0 1 0,0 0 0,-1 0 0,1 0 0,0 0 0,0 0 0,-1 0 0,1 0 0,0-1 0,-1 1 0,1 0 0,0 0 0,0 0 0,-1 0 0,1 0 0,0 0 0,-1 0 0,1 1 0,0-1 0,0 0 0,-1 0 0,1 0 0,0 0 0,-1 0 0,0 1 0,1 0 0,-1 0 0,0 0 0,1 1 0,-1-1 0,1 0 0,-1 0 0,1 0 0,0 0 0,-1 1 0,1-1 0,0 0 0,0 2 0,-2 16 0,1 0 0,0-1 0,2 1 0,0 0 0,2-1 0,0 1 0,0-1 0,2 0 0,0 0 0,15 31 0,-17-43 57,0 0 0,1 0 0,0-1 0,0 1 0,6 5 0,-8-9-171,1 0 0,-1 0 0,0 0 0,0 0 1,1-1-1,-1 1 0,1-1 0,-1 0 1,1 0-1,0 0 0,0 0 0,-1 0 1,1 0-1,4 0 0,9-2-6712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5.1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71 24575,'0'0'0,"0"-1"0,0 1 0,0-1 0,0 1 0,0 0 0,0-1 0,0 1 0,0 0 0,1-1 0,-1 1 0,0 0 0,0-1 0,0 1 0,1 0 0,-1 0 0,0-1 0,0 1 0,1 0 0,-1 0 0,0-1 0,1 1 0,-1 0 0,0 0 0,1 0 0,-1 0 0,0 0 0,1-1 0,-1 1 0,0 0 0,1 0 0,-1 0 0,0 0 0,1 0 0,-1 0 0,1 0 0,-1 0 0,0 0 0,1 0 0,-1 0 0,0 0 0,1 1 0,-1-1 0,0 0 0,1 0 0,-1 0 0,0 0 0,1 0 0,-1 1 0,0-1 0,1 0 0,-1 0 0,0 1 0,19 11 0,-12-4 0,0 0 0,0 1 0,-1 0 0,0 0 0,0 1 0,-1 0 0,-1-1 0,0 2 0,0-1 0,4 17 0,-3 0 0,0-1 0,-1 1 0,-1 29 0,-4-37 0,1-19 0,-1 0 0,1 0 0,0 0 0,0 0 0,0 0 0,0 0 0,0 0 0,-1 0 0,1 0 0,0 0 0,0 0 0,0 0 0,0 0 0,0 0 0,-1 0 0,1 0 0,0 0 0,0 0 0,0 0 0,0 0 0,0 0 0,0 0 0,-1 0 0,1 0 0,0 0 0,0 0 0,0 0 0,0-1 0,0 1 0,0 0 0,0 0 0,0 0 0,0 0 0,-1 0 0,1 0 0,0-1 0,0 1 0,0 0 0,0 0 0,0 0 0,0 0 0,0 0 0,0 0 0,0-1 0,0 1 0,0 0 0,0 0 0,0 0 0,0 0 0,0 0 0,0-1 0,0 1 0,-7-36 0,6 12 0,1 0 0,2 0 0,0 0 0,1 0 0,2 1 0,0-1 0,2 1 0,1 0 0,18-40 0,-24 59 0,0 1 0,0 0 0,0 0 0,0 0 0,0 1 0,1-1 0,-1 0 0,1 1 0,0-1 0,3-1 0,-5 3 0,0 1 0,1-1 0,-1 1 0,0-1 0,0 1 0,0 0 0,1 0 0,-1-1 0,0 1 0,1 0 0,-1 0 0,0 0 0,0 0 0,1 1 0,-1-1 0,0 0 0,0 1 0,1-1 0,-1 0 0,0 1 0,0-1 0,0 1 0,0 0 0,0-1 0,0 1 0,0 0 0,0 0 0,0 0 0,0 0 0,0 0 0,1 1 0,3 4 0,-1 0 0,1 0 0,-1 1 0,0 0 0,-1-1 0,0 1 0,0 1 0,0-1 0,2 12 0,1 11 0,3 31 0,-7-50 0,7 121-1365,-8-99-5461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5.8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 24575,'0'-3'0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8.0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 1 24575,'12'65'0,"-10"-25"0,-1 1 0,-7 46 0,-17 80 0,11-85 0,11-77 0,0 1 0,0-1 0,1 1 0,0-1 0,0 0 0,2 10 0,-2-14 0,1 0 0,-1 1 0,1-1 0,-1 0 0,1 0 0,0 0 0,-1 1 0,1-1 0,0 0 0,0 0 0,0 0 0,0 0 0,0 0 0,0-1 0,0 1 0,0 0 0,1 0 0,-1-1 0,0 1 0,0 0 0,1-1 0,-1 0 0,0 1 0,1-1 0,-1 0 0,0 1 0,1-1 0,-1 0 0,1 0 0,-1 0 0,2-1 0,15 0 0,-1-1 0,0-1 0,1-1 0,28-9 0,1-1 0,100-22-1365,-121 29-5461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8.3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43 24575,'0'-6'0,"-2"-4"0,-2-3 0,1 3 0,3 6 0,1 7 0,4 8 0,1 7 0,2 7 0,0 4 0,-2 3 0,1-2 0,-1 0 0,-1-2 0,-1-4 0,-2-5-8191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8.8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220 132 24575,'4'-6'0,"0"0"0,-1-1 0,1 1 0,-1-1 0,-1 0 0,0 0 0,0 1 0,0-2 0,1-11 0,-2 18 0,-1-1 0,0 0 0,1 0 0,-1 0 0,0 1 0,0-1 0,0 0 0,0 0 0,0 1 0,-1-1 0,1 0 0,0 0 0,-1 1 0,0-1 0,1 0 0,-1 1 0,0-1 0,0 0 0,0 1 0,0-1 0,0 1 0,0-1 0,0 1 0,0 0 0,-3-3 0,1 3 0,0 0 0,1 0 0,-1 0 0,0 0 0,0 0 0,0 1 0,0-1 0,1 1 0,-1 0 0,0 0 0,0 0 0,0 0 0,0 0 0,0 0 0,-5 2 0,-9 3 0,0 0 0,0 2 0,1-1 0,0 2 0,1 0 0,-1 1 0,1 1 0,-26 21 0,40-30 0,0 0 0,0 0 0,0-1 0,0 1 0,0 0 0,1 0 0,-1 0 0,0 0 0,0 0 0,0 1 0,1-1 0,-1 0 0,1 0 0,-1 0 0,1 1 0,-1-1 0,1 0 0,0 0 0,0 1 0,0-1 0,-1 0 0,1 1 0,0-1 0,0 0 0,1 2 0,0-1 0,0 0 0,0-1 0,0 1 0,0-1 0,0 1 0,0-1 0,1 1 0,-1-1 0,1 0 0,-1 0 0,1 1 0,-1-1 0,1 0 0,0 0 0,2 0 0,9 5 0,0-2 0,0 1 0,23 3 0,-32-7 0,138 22 0,-140-23 0,-1 0 0,0 0 0,0 0 0,0 0 0,0 1 0,0-1 0,1 0 0,-1 1 0,0-1 0,0 1 0,0-1 0,0 1 0,0-1 0,0 1 0,0 0 0,0-1 0,-1 1 0,1 0 0,0 0 0,0 0 0,-1 0 0,1 0 0,0 0 0,-1 0 0,1 0 0,0 2 0,-1-2 0,-1 0 0,1 0 0,-1 0 0,1 0 0,-1 0 0,1 1 0,-1-1 0,0 0 0,0 0 0,0-1 0,1 1 0,-1 0 0,0 0 0,0 0 0,0 0 0,0-1 0,0 1 0,0-1 0,-1 1 0,1 0 0,0-1 0,0 0 0,0 1 0,-3-1 0,-23 8-341,-1-1 0,0-2-1,-51 4 1,47-7-6485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9.0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31 24575,'3'-4'0,"1"1"0,-1-1 0,1 1 0,0 0 0,0 1 0,1-1 0,7-3 0,-11 5 0,0 1 0,1-1 0,-1 1 0,0 0 0,1 0 0,-1 0 0,1 0 0,-1 0 0,0 0 0,1 0 0,-1 0 0,0 0 0,1 0 0,-1 1 0,0-1 0,1 1 0,-1-1 0,0 1 0,0-1 0,1 1 0,-1 0 0,0-1 0,0 1 0,0 0 0,0 0 0,0 0 0,0 0 0,0 0 0,0 0 0,-1 0 0,1 0 0,1 2 0,7 15 0,-1-1 0,-1 1 0,0 1 0,6 28 0,-5-15 0,6 14-455,-3 1 0,10 90 0,-20-111-6371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19.2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1 115 24575,'0'-6'0,"0"-4"0,2-3 0,5-3 0,2 3 0,7-1 0,5 3 0,7 1 0,5 1 0,5 3 0,1 2 0,-6 2-8191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2.15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134 356 24575,'15'57'0,"-4"26"0,0 131 0,-9-114 0,-18 966 0,-70-190 0,77-811 0,-44 435 0,46-375 0,5 0 0,15 126 0,-2-175 0,27 105 0,38 69 0,-71-233 0,-1 0 0,-1 0 0,0 1 0,-1 0 0,-1-1 0,-2 26 0,-17 107 0,9-92 0,-4 30 0,-13 118 0,21-154 0,7 102 0,-1-145 0,1 0 0,0 0 0,0 0 0,7 14 0,-6-17 0,-1 0 0,0 0 0,0 0 0,0 0 0,0 1 0,-1-1 0,0 0 0,-1 1 0,1-1 0,-1 0 0,-2 11 0,-2 4 0,0-1 0,2 0 0,0 1 0,1-1 0,1 1 0,1 0 0,1-1 0,1 1 0,8 34 0,-4-33 0,11 34 0,17 109 0,-32-145 0,13 84 0,-13-91 0,1 0 0,0-1 0,0 1 0,2-1 0,11 21 0,17 31 0,-20-34 0,-12-27 0,0-1 0,0 1 0,0 0 0,0-1 0,0 1 0,1-1 0,-1 1 0,1-1 0,0 0 0,-1 0 0,1 0 0,0-1 0,0 1 0,0-1 0,1 1 0,-1-1 0,0 0 0,0 0 0,1-1 0,-1 1 0,0-1 0,1 1 0,-1-1 0,6-1 0,9 0 0,0-1 0,0-1 0,28-8 0,-14 4 0,108-24 0,220-41 0,516-11-1205,5 55 0,460 25 899,-169 2 56,-1171 1 250,311-9 1484,-228 2-743,140-28 0,-209 30-741,0 0 0,0-1 0,0 0 0,-1-1 0,0 0 0,-1-1 0,1-1 0,-1 0 0,-1-1 0,0-1 0,-1 0 0,1 0 0,-2-1 0,0 0 0,14-23 0,-7 7 0,-1-1 0,-2 0 0,-1-1 0,-2 0 0,0-1 0,10-55 0,-10 21 0,3-109 0,-15-70 0,-1 115 0,26-640-589,-9 430 419,-10 117 170,-10 0 0,-59-402 0,-40 106-57,37 197 29,28 126 115,-104-586 670,138 750-757,-40-256 0,-25 6 0,37 153 0,22 77 0,9 46 0,2 1 0,-1 0 0,0 0 0,0 0 0,-1 0 0,1 0 0,-1 0 0,-4-6 0,4 8 0,1 0 0,-1 1 0,0 0 0,1-1 0,-1 1 0,0 0 0,0 0 0,0 0 0,0 0 0,0 1 0,0-1 0,-1 0 0,1 1 0,0 0 0,0-1 0,0 1 0,0 0 0,-3 0 0,-65 0 0,-99 12 0,48-1 0,-396 6-474,157-9 200,-1401 102-905,1331-79 966,-741 21 1807,1149-52-1553,-299 18 464,298-14-505,1 0 0,0 2 0,1 1 0,-24 10 0,19-7 0,-55 14 0,-18-10 0,66-10 0,0 1 0,-55 15 0,56-10 182,15-5-569,-1 0 0,1 2 1,-21 10-1,27-11-6439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2.94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24 24575,'-1'-1'0,"1"0"0,0 0 0,0 0 0,0 0 0,0 0 0,0 0 0,0 0 0,1 0 0,-1 0 0,0 0 0,1 1 0,-1-1 0,0 0 0,1 0 0,-1 0 0,1 0 0,-1 0 0,1 0 0,-1 1 0,1-1 0,0 0 0,1-1 0,-1 2 0,0 0 0,0-1 0,0 1 0,0 0 0,0 0 0,0 0 0,0 0 0,0 0 0,0 0 0,0 0 0,0 0 0,0 0 0,0 1 0,0-1 0,0 0 0,0 1 0,2 0 0,4 3 0,1 0 0,-1 1 0,13 10 0,-18-13 0,47 35 0,1-3 0,2-1 0,1-3 0,1-2 0,113 40 0,-60-34 0,2-5 0,149 20 0,-95-29-99,1-7 0,1-7-1,-1-7 1,1-8 0,-1-6-1,172-40 1,-295 46 292,-1-2 0,40-16 0,-62 17 49,-18 9-297,0 1 0,1-1-1,-1 1 1,0-1 0,1 0 0,-1 1-1,0-1 1,1 1 0,-1-1 0,0 0 0,0 1-1,0-1 1,0 0 0,0 1 0,0-1-1,0 0 1,0 1 0,0-1 0,0 0 0,0 1-1,0-1 1,0 0 0,0 1 0,0-1-1,-1 1 1,1-2 0,-6-8-6771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3.1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8 24575,'0'-3'0,"3"-1"0,0 4 0,4 0 0,2 5 0,3 0 0,1 2 0,3 3 0,0 3 0,-2 1 0,-1 4 0,0 2 0,-2 3 0,-3 3 0,-8 2 0,-10 5 0,-11 2 0,-3-4-8191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3.9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364 80 24575,'1'-1'0,"0"0"0,0-1 0,0 1 0,0 0 0,1 0 0,-1 0 0,0 0 0,1 0 0,-1 0 0,0 0 0,1 0 0,-1 0 0,1 1 0,0-1 0,1 0 0,3-2 0,-4 2 0,0 0 0,-1 0 0,1 0 0,0 0 0,0 0 0,-1-1 0,1 1 0,-1-1 0,1 1 0,-1-1 0,0 1 0,0-1 0,1 0 0,-1 0 0,0 0 0,-1 1 0,1-1 0,0 0 0,0 0 0,0-4 0,-1 5 0,0 0 0,0 0 0,0 0 0,-1 1 0,1-1 0,0 0 0,0 0 0,-1 0 0,1 1 0,0-1 0,-1 0 0,1 0 0,-1 1 0,1-1 0,-1 0 0,1 1 0,-1-1 0,1 1 0,-1-1 0,0 0 0,-1 0 0,0 0 0,0 0 0,0 0 0,0 0 0,0 0 0,0 1 0,0-1 0,0 1 0,-1-1 0,-3 1 0,-15 0 0,-1 2 0,1 0 0,0 1 0,0 1 0,1 1 0,-1 1 0,1 1 0,0 0 0,-33 19 0,44-21 0,0 0 0,0 1 0,1 0 0,0 1 0,-11 11 0,17-17 0,1 1 0,-1-1 0,1 1 0,-1-1 0,1 1 0,0 0 0,0 0 0,0-1 0,0 1 0,0 0 0,0 0 0,0 0 0,1 0 0,-1 0 0,1 0 0,0 0 0,-1 0 0,1 1 0,0-1 0,0 0 0,0 0 0,0 0 0,1 0 0,-1 0 0,1 0 0,-1 0 0,1 0 0,-1 0 0,1 0 0,0 0 0,0 0 0,0 0 0,2 2 0,4 4 0,1-1 0,-1 0 0,1 0 0,0-1 0,1 0 0,13 7 0,60 26 0,-32-17 0,-29-12 0,1-1 0,29 19 0,-47-26 0,0 1 0,0 0 0,0 0 0,0 0 0,-1 0 0,1 1 0,-1 0 0,0-1 0,0 1 0,0 0 0,-1 0 0,1 1 0,2 4 0,-5-6 0,0-1 0,1 1 0,-1-1 0,0 1 0,0 0 0,0-1 0,0 1 0,-1-1 0,1 1 0,-1-1 0,0 1 0,1-1 0,-1 1 0,0-1 0,0 0 0,-1 1 0,1-1 0,0 0 0,-1 0 0,0 0 0,1 0 0,-1 0 0,0 0 0,0-1 0,0 1 0,0 0 0,-3 1 0,-7 5 0,-1 0 0,1-1 0,-20 8 0,30-14 0,-24 10-151,-1-1-1,0 0 0,-1-2 0,1-1 1,-1-2-1,-1 0 0,1-2 1,-36-1-1,29-4-6674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4.16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29 24575,'3'0'0,"3"-2"0,1-5 0,-1-3 0,-1 1-8191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4.6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260 115 24575,'0'-5'0,"0"-1"0,0 1 0,-1 0 0,1 0 0,-1 0 0,-1 0 0,1 0 0,-1 0 0,1 1 0,-2-1 0,1 0 0,0 1 0,-1 0 0,0-1 0,0 1 0,0 0 0,0 0 0,-1 1 0,-3-4 0,3 4 0,0 1 0,0 0 0,0 0 0,0 0 0,0 0 0,0 1 0,0-1 0,-1 1 0,1 0 0,0 0 0,-1 1 0,1-1 0,-1 1 0,1 0 0,0 1 0,-1-1 0,1 1 0,-1-1 0,1 1 0,0 1 0,-1-1 0,-3 3 0,0-1 0,1 1 0,0 0 0,1 0 0,-1 1 0,1 0 0,0 0 0,0 1 0,0 0 0,1 0 0,0 0 0,0 0 0,1 1 0,-1 0 0,2 0 0,-1 0 0,1 0 0,0 1 0,-4 12 0,4-7 0,0 0 0,0 0 0,1 0 0,0 1 0,2-1 0,-1 1 0,2-1 0,0 1 0,0-1 0,5 19 0,-5-27 0,1 1 0,0-1 0,0 0 0,0 0 0,1 0 0,0 0 0,0 0 0,0 0 0,0-1 0,1 0 0,-1 1 0,1-1 0,5 3 0,-7-5 0,1-1 0,-1 0 0,0 1 0,1-1 0,-1 0 0,0-1 0,1 1 0,-1 0 0,1-1 0,-1 1 0,1-1 0,0 0 0,-1 0 0,1 0 0,-1 0 0,1 0 0,-1-1 0,1 1 0,0-1 0,-1 0 0,0 1 0,1-1 0,-1 0 0,1-1 0,-1 1 0,0 0 0,0-1 0,0 1 0,0-1 0,3-2 0,2-2 0,-1-1 0,0 0 0,1 0 0,-2 0 0,1-1 0,-1 0 0,-1 0 0,1 0 0,-1-1 0,3-9 0,4-16 0,9-48 0,-4 15 0,-16 66 0,1-1 0,-1 1 0,0 0 0,1 0 0,-1 0 0,0-1 0,1 1 0,0 0 0,-1 0 0,1 0 0,0 0 0,-1 0 0,1 0 0,0 0 0,0 0 0,0 0 0,0 0 0,0 1 0,0-1 0,0 0 0,0 1 0,2-2 0,-2 2 0,0 0 0,0 1 0,1-1 0,-1 0 0,0 1 0,0-1 0,0 0 0,0 1 0,0-1 0,0 1 0,-1 0 0,1-1 0,0 1 0,0 0 0,0 0 0,0-1 0,-1 1 0,1 0 0,0 0 0,-1 0 0,1 0 0,-1 0 0,1 0 0,-1 0 0,1 0 0,-1 2 0,67 171-357,-57-142-651,-1-7-5818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5.14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10 117 24575,'-10'-8'0,"13"15"0,7 15 0,111 457 0,-114-463 0,-7-16 0,0 0 0,1 0 0,-1-1 0,0 1 0,0 0 0,1 0 0,-1 0 0,0 0 0,0 0 0,0 0 0,1 0 0,-1 0 0,0-1 0,0 1 0,0 0 0,1 0 0,-1 0 0,0 0 0,0-1 0,0 1 0,0 0 0,1 0 0,-1 0 0,0-1 0,0 1 0,0 0 0,0 0 0,0-1 0,0 1 0,0 0 0,0 0 0,0 0 0,0-1 0,7-31 0,-5-15 0,-1 1 0,-3-1 0,-1 0 0,-18-83 0,18 117 0,-16-93 0,17 90 0,1 0 0,1-1 0,0 1 0,3-24 0,-3 37 0,1 1 0,-1-1 0,1 1 0,0 0 0,-1-1 0,1 1 0,0-1 0,0 1 0,1 0 0,-1 0 0,0 0 0,1 0 0,-1 0 0,1 0 0,0 0 0,0 0 0,-1 0 0,1 1 0,0-1 0,1 1 0,-1-1 0,0 1 0,0 0 0,1 0 0,-1 0 0,0 0 0,1 1 0,2-2 0,-2 2 0,1 0 0,0 0 0,-1 0 0,1 0 0,-1 1 0,1-1 0,-1 1 0,0 0 0,1 0 0,-1 0 0,0 0 0,1 1 0,-1 0 0,0-1 0,0 1 0,0 0 0,0 0 0,-1 1 0,5 4 0,-2-3 17,-2 1-1,1 0 0,0 1 0,-1-1 1,0 1-1,0-1 0,-1 1 0,0 0 1,0 0-1,0 0 0,-1 0 0,1 0 1,-1 1-1,-1-1 0,1 0 0,-1 1 1,-1-1-1,1 0 0,-1 0 0,-2 11 1,0-6-160,0-1 1,0 0 0,-1 0 0,0-1-1,0 1 1,-2-1 0,1 0 0,-1 0 0,0-1-1,-1 0 1,-13 14 0,2-7-6684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5.47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13 21 24575,'0'-3'0,"0"-3"0,0 1 0,0 6 0,0 4 0,-2 1 0,-2-2 0,1-5 0,0-6 0,4 0 0,4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6.1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14 243 24575,'-5'-20'0,"-3"-14"0,8 34 0,0-1 0,0 0 0,0 1 0,0-1 0,0 0 0,0 0 0,0 1 0,0-1 0,0 0 0,1 1 0,-1-1 0,0 0 0,0 1 0,1-1 0,-1 1 0,0-1 0,1 0 0,-1 1 0,1-1 0,-1 1 0,1-1 0,-1 1 0,1-1 0,-1 1 0,1-1 0,-1 1 0,1 0 0,0-1 0,-1 1 0,1 0 0,0-1 0,-1 1 0,1 0 0,0 0 0,-1 0 0,1 0 0,1-1 0,0 2 0,1-1 0,-1 0 0,0 1 0,1-1 0,-1 1 0,1 0 0,-1 0 0,0 0 0,0 0 0,0 0 0,1 0 0,-1 1 0,0-1 0,-1 1 0,1-1 0,0 1 0,0 0 0,-1-1 0,3 4 0,1 1 0,-1-1 0,-1 1 0,1 0 0,-1 0 0,5 11 0,-4-5 0,-1-7 0,-1 0 0,-1 0 0,1 1 0,-1-1 0,2 10 0,-7-24 0,0-13 0,5 11 0,0 0 0,0 0 0,1 0 0,0 0 0,1 1 0,0-1 0,1 1 0,0-1 0,1 1 0,0 0 0,0 1 0,1-1 0,0 1 0,1 1 0,15-17 0,-20 24 0,-1-1 0,1 1 0,-1 0 0,1 0 0,-1-1 0,1 1 0,0 0 0,0 1 0,-1-1 0,1 0 0,0 0 0,0 1 0,0-1 0,0 1 0,0 0 0,0-1 0,0 1 0,0 0 0,0 0 0,0 0 0,3 1 0,-3 0 0,0 0 0,0 0 0,0 0 0,0 1 0,0-1 0,0 0 0,0 1 0,-1-1 0,1 1 0,-1 0 0,1 0 0,-1 0 0,1 0 0,-1 0 0,1 3 0,4 7 0,-1 1 0,-1 0 0,0 0 0,4 25 0,-7-29 0,0-5 0,-1 1 0,1-1 0,0 1 0,1-1 0,-1 0 0,3 7 0,-3-11 0,-1 0 0,0 0 0,0 0 0,0 0 0,1 0 0,-1 0 0,0 0 0,0 0 0,0 0 0,1-1 0,-1 1 0,0 0 0,0 0 0,0 0 0,0 0 0,1 0 0,-1-1 0,0 1 0,0 0 0,0 0 0,0 0 0,0 0 0,0-1 0,0 1 0,0 0 0,1 0 0,-1 0 0,0-1 0,0 1 0,0 0 0,0 0 0,0 0 0,0-1 0,0 1 0,0 0 0,0 0 0,0 0 0,0-1 0,0 1 0,-1 0 0,1 0 0,0 0 0,0-1 0,2-12 0,-2-2 0,1-7 0,0-1 0,2 1 0,5-25 0,-7 42 0,0 1 0,0-1 0,1 1 0,-1-1 0,1 1 0,0-1 0,1 1 0,-1 0 0,1 0 0,0 0 0,0 0 0,0 1 0,0-1 0,1 1 0,-1 0 0,1 0 0,0 0 0,0 0 0,0 1 0,8-4 0,-9 5 0,0 0 0,-1 1 0,1-1 0,0 1 0,0 0 0,-1 0 0,1 0 0,0 0 0,0 1 0,0-1 0,-1 1 0,1 0 0,0-1 0,-1 1 0,1 0 0,-1 1 0,1-1 0,-1 0 0,0 1 0,1-1 0,2 4 0,6 5 0,0 0 0,-2 0 0,11 13 0,-1 0 0,35 35-1365,-43-46-5461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9.80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31 34 24575,'0'-5'0,"0"3"0,1 1 0,-1-1 0,0 1 0,0-1 0,0 1 0,0-1 0,-1 1 0,1-1 0,0 1 0,0-1 0,-1 1 0,1 0 0,-1-1 0,0 1 0,1-1 0,-1 1 0,-1-2 0,1 3 0,1 0 0,-1 0 0,1 0 0,0 1 0,-1-1 0,1 0 0,-1 0 0,1 1 0,0-1 0,-1 0 0,1 1 0,0-1 0,-1 0 0,1 1 0,0-1 0,0 1 0,-1-1 0,1 0 0,0 1 0,0-1 0,0 1 0,0-1 0,-1 1 0,1-1 0,0 0 0,0 1 0,0-1 0,0 1 0,0-1 0,0 1 0,0-1 0,0 1 0,1 0 0,-4 19 0,-3 64 0,-2 34 0,8-110 69,0 1-1,1-1 0,0 1 0,4 10 1,-4-15-201,0-1 1,0 1 0,0-1-1,1 1 1,0-1 0,-1 0 0,1 0-1,0 0 1,1 0 0,-1 0 0,1 0-1,3 2 1,4 2-6695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29.97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22 24575,'-3'-3'0,"-1"-4"0,-2 0 0,0 4 0,3 2 0,3 4 0,3 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0.17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24575,'2'0'0,"2"3"0,2 6 0,1 7 0,-2 6 0,2 6 0,-1 7 0,-1 8 0,-2 3 0,0 6 0,0 2 0,1 0 0,0-2 0,-2-3 0,0-10-8191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0.54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1 222 24575,'56'-4'0,"105"-21"0,-127 19 0,-25 4 0,66-15 0,-67 15 0,0 0 0,-1-1 0,1-1 0,0 1 0,-1-1 0,14-10 0,-20 13 0,1 0 0,-1-1 0,1 1 0,-1-1 0,1 1 0,-1-1 0,0 0 0,0 1 0,0-1 0,0 0 0,0 0 0,0 0 0,0 0 0,-1 0 0,1 0 0,-1 0 0,0 0 0,1 0 0,-1-4 0,0 3 0,-1 0 0,1 0 0,-1-1 0,0 1 0,0 0 0,0 0 0,-1 0 0,1 0 0,-1 0 0,1 1 0,-4-6 0,0 3 0,1 0 0,-1 0 0,1 1 0,-1-1 0,0 1 0,-1 0 0,1 1 0,-1-1 0,0 1 0,0 0 0,0 0 0,-6-2 0,8 5 0,1-1 0,-1 0 0,0 1 0,1-1 0,-1 1 0,0 0 0,1 0 0,-1 1 0,1-1 0,-1 1 0,0 0 0,1 0 0,-1 0 0,1 0 0,0 0 0,-1 1 0,-4 3 0,3-2 0,1 1 0,0 0 0,0-1 0,0 2 0,1-1 0,-1 0 0,1 1 0,0 0 0,0-1 0,-3 9 0,1 0 0,0-1 0,1 1 0,1 0 0,0-1 0,1 1 0,0 1 0,1-1 0,1 0 0,1 13 0,-1-17-76,1-1 1,1 0-1,-1 0 0,1 0 0,1 0 0,0-1 0,0 1 0,0 0 1,1-1-1,0 0 0,0 0 0,1 0 0,0-1 0,0 1 1,0-1-1,1 0 0,10 7 0,5 1-6750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1.10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22 140 24575,'-19'-30'0,"16"25"0,11 21 0,7 16 0,-1 0 0,-2 1 0,-2 0 0,12 61 0,-23-72 0,-3-18 0,-3-13 0,1-4 0,0 0 0,2-1 0,0 1 0,0-1 0,1 0 0,1 0 0,-1-20 0,2 12 0,1-1 0,1 1 0,1 0 0,5-23 0,-6 38 0,1 1 0,-1 0 0,1 0 0,1 0 0,-1 0 0,1 0 0,5-7 0,-8 12 0,1 0 0,0 0 0,0 0 0,0 0 0,0 0 0,0 0 0,0 0 0,0 0 0,0 1 0,0-1 0,1 0 0,-1 1 0,0-1 0,0 1 0,1-1 0,-1 1 0,0 0 0,1-1 0,-1 1 0,0 0 0,1 0 0,-1 0 0,0 0 0,1 0 0,-1 0 0,1 1 0,-1-1 0,0 0 0,0 1 0,1-1 0,-1 1 0,0-1 0,0 1 0,1 0 0,-1-1 0,0 1 0,0 0 0,0 0 0,0 0 0,2 2 0,4 3 0,0 1 0,-1 0 0,1 0 0,-2 1 0,1 0 0,-1 0 0,0 0 0,0 1 0,-1-1 0,3 11 0,-3-7 0,0 0 0,-1 0 0,0 0 0,-1 1 0,0-1 0,-1 1 0,-1 15 0,-3-14 0,3-14 0,0 0 0,0 0 0,0 0 0,0 0 0,-1 0 0,1 0 0,0 0 0,0 0 0,0 0 0,0 1 0,0-1 0,0 0 0,0 0 0,-1 0 0,1 0 0,0 0 0,0 0 0,0 0 0,0 0 0,0 0 0,0 0 0,-1 0 0,1 0 0,0 0 0,0 0 0,0 0 0,0 0 0,0 0 0,-1 0 0,1 0 0,0 0 0,0-1 0,0 1 0,0 0 0,0 0 0,0 0 0,0 0 0,0 0 0,-1 0 0,1 0 0,0 0 0,0 0 0,0 0 0,0-1 0,0 1 0,-1-1 0,0-1 0,0 0 0,0 1 0,0-1 0,1 0 0,-1 0 0,1 0 0,-1 1 0,1-1 0,0 0 0,0-3 0,0-9 0,0 1 0,2-1 0,-1 0 0,2 0 0,0 1 0,9-26 0,-8 29 0,0 1 0,0 0 0,1 0 0,1 0 0,-1 0 0,1 1 0,0 0 0,1 0 0,0 1 0,9-8 0,-14 13 0,0 1 0,0-1 0,0 1 0,1-1 0,-1 1 0,1-1 0,-1 1 0,1 0 0,-1 0 0,1 1 0,-1-1 0,1 0 0,0 1 0,-1-1 0,1 1 0,0 0 0,0 0 0,-1 0 0,1 0 0,0 1 0,-1-1 0,1 1 0,0 0 0,3 1 0,-2 0 0,1 1 0,-1 0 0,0 0 0,0 0 0,-1 0 0,1 1 0,-1 0 0,1-1 0,-1 1 0,0 1 0,-1-1 0,4 7 0,6 14-273,-1 1 0,-2 1 0,0 0 0,9 54 0,-15-60-6553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1.4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213 111 24575,'3'-3'0,"-1"-1"0,-1 0 0,1 0 0,0 0 0,-1 0 0,0-1 0,0 1 0,0 0 0,-1 0 0,1-1 0,-1 1 0,0 0 0,0-1 0,0 1 0,-1 0 0,0-1 0,0 1 0,0 0 0,-3-8 0,3 11 0,1 0 0,-1-1 0,0 1 0,0 0 0,0 0 0,0-1 0,0 1 0,0 0 0,0 0 0,-1 0 0,1 0 0,0 1 0,-1-1 0,1 0 0,0 0 0,-1 1 0,1-1 0,-1 1 0,1-1 0,-4 1 0,3 0 0,-1 0 0,0 0 0,1 0 0,-1 1 0,1-1 0,-1 1 0,1 0 0,-1-1 0,1 1 0,0 0 0,-4 3 0,-1 0 0,0 1 0,0 0 0,0 1 0,1 0 0,0 0 0,-9 12 0,11-14 0,1 0 0,0 1 0,1-1 0,-1 1 0,1 0 0,0 0 0,0 0 0,0 0 0,1 0 0,-1 0 0,1 0 0,1 1 0,-1 8 0,1-10 0,1 1 0,0 0 0,0-1 0,0 1 0,1-1 0,-1 0 0,1 1 0,0-1 0,0 0 0,1 0 0,-1 0 0,1-1 0,0 1 0,0 0 0,0-1 0,4 4 0,4 1 0,0 1 0,1-1 0,0-1 0,19 10 0,18 10 0,-48-26 0,0 0 0,0-1 0,1 1 0,-1 0 0,0 0 0,0 0 0,0 0 0,-1 0 0,1 0 0,0 0 0,0 0 0,0 0 0,-1 0 0,1 1 0,-1-1 0,1 1 0,-1-1 0,0 0 0,0 0 0,0 0 0,0-1 0,0 1 0,0 0 0,0 0 0,0-1 0,0 1 0,-1 0 0,1 0 0,0-1 0,-1 1 0,1 0 0,0 0 0,-1-1 0,1 1 0,-1-1 0,1 1 0,-2 0 0,-1 2 0,-1 0 0,1 0 0,-1-1 0,0 0 0,0 0 0,0 0 0,-1 0 0,-4 1 0,-30 8-123,-45 6-1,57-12-994,-30 5-5708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2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21 24575,'0'0'0,"0"-1"0,0 0 0,0 0 0,0 0 0,1 0 0,-1 0 0,0 0 0,1 0 0,-1 0 0,1 0 0,-1 1 0,1-1 0,-1 0 0,1 0 0,0 1 0,-1-1 0,1 0 0,0 1 0,-1-1 0,1 1 0,0-1 0,0 1 0,0-1 0,0 1 0,-1-1 0,1 1 0,0 0 0,0-1 0,0 1 0,0 0 0,0 0 0,0 0 0,0 0 0,0 0 0,0 0 0,0 0 0,0 0 0,0 0 0,0 0 0,0 1 0,-1-1 0,1 0 0,0 1 0,0-1 0,0 0 0,0 1 0,0-1 0,-1 1 0,1-1 0,0 1 0,0 0 0,-1-1 0,1 1 0,0 0 0,-1 0 0,1 0 0,1 2 0,-1 1 0,0-1 0,0 0 0,0 1 0,0-1 0,-1 0 0,1 1 0,-1-1 0,0 1 0,0 5 0,-8 40 0,2-13 0,5-28 0,1 1 0,-1 0 0,1 0 0,1 0 0,0-1 0,0 1 0,1 0 0,3 10 0,-3-15 0,-1 0 0,1 0 0,0 0 0,1-1 0,-1 1 0,1-1 0,0 0 0,0 0 0,0 0 0,0 0 0,0 0 0,0 0 0,1-1 0,-1 0 0,1 0 0,0 0 0,0 0 0,0 0 0,4 1 0,15 3-1365,-3-3-5461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2.6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8 24575,'-3'-3'0,"-3"-1"0,1 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2.9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 7 24575,'1'0'0,"-1"0"0,0 0 0,0 0 0,0 0 0,0-1 0,0 1 0,0 0 0,0 0 0,0-1 0,0 1 0,0 0 0,0 0 0,0 0 0,0-1 0,0 1 0,0 0 0,0 0 0,0 0 0,0-1 0,-1 1 0,1 0 0,0 0 0,0 0 0,0 0 0,0-1 0,0 1 0,0 0 0,-1 0 0,1 0 0,0 0 0,0 0 0,0-1 0,0 1 0,-1 0 0,1 0 0,0 0 0,0 0 0,0 0 0,0 0 0,-1 0 0,1 0 0,0 0 0,0 0 0,0 0 0,-1 0 0,1 0 0,0 0 0,0 0 0,-1 0 0,1 0 0,0 0 0,0 0 0,0 0 0,-1 0 0,1 0 0,0 0 0,0 0 0,0 0 0,0 0 0,-1 1 0,1-1 0,0 0 0,0 0 0,0 0 0,0 0 0,-1 0 0,1 1 0,0-1 0,-10 12 0,7-4 0,0 1 0,1-1 0,0 0 0,1 1 0,0-1 0,0 1 0,1-1 0,0 1 0,0-1 0,1 1 0,0 0 0,4 11 0,-4-14 0,0-1 0,0 0 0,1 1 0,0-1 0,0 0 0,0 0 0,1 0 0,0-1 0,0 1 0,0-1 0,0 1 0,1-1 0,0 0 0,-1 0 0,2 0 0,-1-1 0,0 0 0,1 0 0,-1 0 0,8 4 0,-10-7 0,1 1 0,-1 0 0,0-1 0,1 0 0,-1 1 0,1-1 0,-1 0 0,1 0 0,-1 0 0,1 0 0,-1-1 0,0 1 0,1-1 0,-1 0 0,1 1 0,-1-1 0,0 0 0,0 0 0,1 0 0,-1-1 0,0 1 0,0 0 0,0-1 0,-1 0 0,1 1 0,0-1 0,0 0 0,-1 0 0,1 0 0,-1 0 0,0 0 0,0 0 0,1 0 0,0-4 0,0 2 0,-1 0 0,1 0 0,-1-1 0,0 1 0,0 0 0,0-1 0,-1 1 0,1 0 0,-1-1 0,0 1 0,0-1 0,-1 1 0,0 0 0,1-1 0,-1 1 0,-1 0 0,1 0 0,-4-8 0,3 8-65,-1 0 0,0 1 0,0 0 0,0-1 0,0 1 0,-1 0 0,1 0 0,-1 1 0,0-1 0,0 1 0,0 0 0,0 0 0,0 0 0,0 0 0,-1 1 0,1 0 0,0-1 0,-1 2 0,1-1 0,-7 0 0,-14 1-6761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3.39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43 24575,'0'-2'0,"0"0"0,0 0 0,1 1 0,-1-1 0,1 0 0,-1 0 0,1 0 0,0 0 0,0 0 0,0 1 0,0-1 0,0 0 0,0 1 0,0-1 0,1 0 0,-1 1 0,0 0 0,1-1 0,-1 1 0,1 0 0,0 0 0,-1 0 0,4-2 0,-4 3 0,0-1 0,0 1 0,0 0 0,1-1 0,-1 1 0,0 0 0,0 0 0,0 0 0,0 0 0,0 0 0,0 0 0,0 0 0,0 0 0,0 0 0,0 1 0,1-1 0,-1 0 0,0 1 0,0-1 0,0 1 0,0-1 0,-1 1 0,1-1 0,0 1 0,0 0 0,0-1 0,0 1 0,0 0 0,-1 0 0,1 0 0,0-1 0,-1 1 0,1 0 0,-1 0 0,1 0 0,-1 0 0,1 0 0,-1 0 0,0 0 0,1 0 0,-1 1 0,0-1 0,0 1 0,2 15 0,0 0 0,-1 0 0,-1 0 0,0 0 0,-2 0 0,-6 32 0,5-31 0,0 1 0,1-1 0,1 1 0,0-1 0,3 24 0,-2-40 14,1 0 0,-1 0-1,0-1 1,1 1 0,-1 0-1,1-1 1,-1 1-1,1 0 1,0-1 0,0 1-1,0-1 1,0 1 0,0-1-1,0 1 1,0-1 0,0 0-1,0 0 1,1 1 0,-1-1-1,1 0 1,-1 0 0,1 0-1,-1-1 1,4 2 0,-2-1-146,0 0 1,0-1 0,1 0-1,-1 1 1,0-1 0,1-1 0,-1 1-1,0 0 1,1-1 0,-1 0 0,0 1-1,4-3 1,13-4-6695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3.5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110 13 24575,'-5'-3'0,"-8"0"0,-7-1 0,-2 2 0,2 2 0,4 5 0,6 5 0,6-1 0,7 2 0,6 2 0,7-2 0,0-3-8191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3.7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24575,'0'3'0,"0"3"0,2 1 0,2 5 0,-1 3 0,3 4 0,0 5 0,-2 6 0,0 3 0,-2 5 0,-1 4 0,0-5-8191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4.2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46 24575,'6'-5'0,"0"0"0,0 1 0,0 0 0,0 0 0,1 0 0,-1 1 0,1-1 0,0 2 0,0-1 0,0 1 0,1 0 0,8-1 0,-15 3 0,0 0 0,0 0 0,0 0 0,0 0 0,0 0 0,0 0 0,0 0 0,0 0 0,0 0 0,0 0 0,0 1 0,0-1 0,0 0 0,0 1 0,0-1 0,0 1 0,0-1 0,-1 1 0,1-1 0,0 1 0,0 0 0,0-1 0,-1 1 0,1 0 0,-1 0 0,1 0 0,0-1 0,-1 1 0,1 0 0,-1 0 0,1 0 0,-1 0 0,0 0 0,0 0 0,1 0 0,-1 0 0,0 0 0,0 0 0,0 0 0,0 0 0,0 0 0,0 0 0,0 0 0,-1 2 0,0 6 0,0 1 0,-1-1 0,-6 18 0,5-16 0,-10 36 0,0-5 0,3 2 0,-10 74 0,20-114 29,-1 1-1,1-1 1,1 1-1,-1-1 0,1 1 1,-1-1-1,1 1 1,1-1-1,-1 0 1,0 1-1,4 5 1,-3-7-111,-1-1 1,1 0 0,0 0 0,0 0-1,0 0 1,0 0 0,0 0-1,0-1 1,0 1 0,0-1 0,1 1-1,-1-1 1,0 0 0,1 0 0,-1 0-1,1 0 1,0 0 0,-1-1 0,1 1-1,3-1 1,12 1-6745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4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41 13 24575,'-3'-3'0,"-6"0"0,-5-1 0,4 1 0,5 4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4.71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50 24575,'6'-4'0,"1"0"0,-1 0 0,1 0 0,0 1 0,0 0 0,1 1 0,-1-1 0,14-1 0,-10 1 0,6-2 0,0 2 0,27-3 0,-40 5 0,1 1 0,-1 0 0,0 0 0,1 0 0,-1 1 0,1-1 0,-1 1 0,0 0 0,1 1 0,-1-1 0,0 1 0,0-1 0,0 1 0,0 1 0,5 2 0,-8-3 0,1-1 0,-1 1 0,0-1 0,0 1 0,0-1 0,0 1 0,0 0 0,0-1 0,0 1 0,-1 0 0,1 0 0,-1-1 0,1 1 0,-1 0 0,0 0 0,1 0 0,-1 0 0,0 0 0,0 0 0,0 0 0,-1-1 0,1 1 0,0 0 0,-1 0 0,1 0 0,-1 0 0,0-1 0,0 1 0,0 2 0,-4 5 0,-1 0 0,1 0 0,-14 16 0,16-21 0,-54 62 0,33-40 0,-39 56 0,63-81 0,-1-1 0,0 1 0,0 0 0,1 0 0,-1 0 0,1 0 0,-1 0 0,1 0 0,-1 0 0,1 0 0,0 0 0,-1 0 0,1 0 0,0 0 0,0 0 0,0 0 0,0 1 0,0-1 0,0 0 0,0 0 0,0 0 0,0 0 0,0 0 0,1 0 0,-1 0 0,0 0 0,1 0 0,-1 0 0,1 0 0,-1 0 0,1 0 0,0 0 0,-1 0 0,1 0 0,0 0 0,0-1 0,-1 1 0,1 0 0,0 0 0,0-1 0,0 1 0,0-1 0,0 1 0,0-1 0,0 1 0,2-1 0,4 3 0,1-1 0,0 0 0,0-1 0,0 0 0,9 0 0,77 1-1365,-45-2-5461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5.0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24575,'3'0'0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5.2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 1 24575,'0'2'0,"-2"2"0,-5 2 0,3 1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35.3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7 24575,'3'0'0,"0"-3"0,3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45.0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181 11 24575,'-31'-6'0,"28"5"0,0 0 0,0 0 0,0 1 0,0-1 0,0 1 0,0-1 0,0 1 0,0 0 0,0 0 0,0 1 0,-1-1 0,1 1 0,-5 1 0,1 1 0,1 0 0,0 0 0,1 1 0,-1-1 0,0 1 0,1 1 0,0-1 0,0 1 0,0 0 0,1 0 0,0 0 0,0 1 0,0 0 0,0-1 0,-3 10 0,4-8 0,0-1 0,0 1 0,1 0 0,0 0 0,0 0 0,1 1 0,0-1 0,0 0 0,1 0 0,0 1 0,0-1 0,0 0 0,1 1 0,2 8 0,-2-13 0,0-1 0,0 1 0,0 0 0,0-1 0,0 1 0,1-1 0,-1 1 0,1-1 0,-1 0 0,1 0 0,0 0 0,0 1 0,0-2 0,0 1 0,1 0 0,-1 0 0,0-1 0,4 3 0,-2-3 0,0 0 0,0 1 0,0-1 0,1-1 0,-1 1 0,0 0 0,0-1 0,1 0 0,-1 0 0,0 0 0,5-2 0,2 0 0,0-1 0,0 0 0,0 0 0,0-1 0,-1-1 0,0 0 0,0 0 0,11-8 0,-15 8 0,0-1 0,0 0 0,0 0 0,0 0 0,-1-1 0,0 0 0,0 0 0,3-9 0,-6 13 0,0 0 0,-1-1 0,0 1 0,0-1 0,0 0 0,0 1 0,0-1 0,-1 0 0,0-4 0,0 6 0,0 0 0,0 0 0,-1 0 0,1 0 0,-1 1 0,1-1 0,-1 0 0,0 0 0,1 1 0,-1-1 0,0 0 0,0 1 0,0-1 0,-1 1 0,1 0 0,0-1 0,0 1 0,-1 0 0,-1-2 0,0 1 19,0 1 0,1 0 0,-1-1 0,0 1 0,0 0 0,0 1 0,1-1 0,-1 0 0,0 1 0,0 0 0,0-1 0,0 1 0,0 0 0,0 1 0,0-1 0,0 0 0,-3 2 0,-1-1-263,1 1 0,0 1 0,-1-1 0,1 1 1,0 0-1,-9 6 0,3 0-6582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45.5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324 57 24575,'-11'1'0,"1"0"0,-1 1 0,1 0 0,0 1 0,0 0 0,0 0 0,0 1 0,1 0 0,-1 1 0,1 0 0,0 1 0,0 0 0,1 0 0,0 0 0,-11 13 0,3-4 0,2 2 0,0-1 0,1 2 0,1 0 0,1 0 0,-15 31 0,16-24 0,1-1 0,0 2 0,2-1 0,1 1 0,1 0 0,1 0 0,2 1 0,0-1 0,2 1 0,1-1 0,6 41 0,-5-58 0,0 0 0,1 0 0,0 0 0,0 0 0,1 0 0,1-1 0,-1 0 0,1 0 0,0 0 0,1 0 0,0-1 0,0 0 0,1 0 0,0-1 0,0 1 0,0-2 0,1 1 0,0-1 0,0 0 0,0 0 0,1-1 0,-1-1 0,1 1 0,0-1 0,0-1 0,1 1 0,-1-2 0,0 1 0,1-1 0,13-1 0,-2-1 0,0 0 0,0-2 0,0-1 0,-1 0 0,1-2 0,-1 0 0,-1-2 0,1 0 0,-1-1 0,0 0 0,-1-2 0,0 0 0,-1-1 0,0-1 0,19-20 0,-17 15 0,-1-1 0,-1 0 0,0-2 0,-2 0 0,-1-1 0,0 0 0,-2-1 0,0-1 0,-2 0 0,0 0 0,11-51 0,-17 57 0,-1-1 0,-1 0 0,-1 0 0,0-1 0,-2 1 0,0 0 0,-1 0 0,-5-22 0,4 32 0,1 1 0,-1 0 0,0-1 0,-1 1 0,0 0 0,0 1 0,0-1 0,-1 1 0,0 0 0,-1 0 0,0 0 0,0 1 0,0 0 0,-1 0 0,0 0 0,0 1 0,0 0 0,-1 0 0,-14-6 0,8 6 49,-1 0 0,1 1 0,-1 1-1,0 0 1,0 1 0,-21 0 0,11 2-618,0 1 0,-50 8 0,34 0-6257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46.41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0 325 24575,'1'1'0,"-1"0"0,0 0 0,1 0 0,-1 0 0,1 0 0,-1 0 0,1 0 0,-1 0 0,1 0 0,-1-1 0,1 1 0,0 0 0,0 0 0,-1 0 0,1-1 0,0 1 0,0 0 0,0-1 0,0 1 0,0-1 0,0 1 0,0-1 0,0 1 0,0-1 0,0 0 0,0 1 0,2-1 0,35 6 0,-33-5 0,122 6-16,147-11 0,-167 0-239,647-14-1437,1069-44-3567,-1250 22 4619,-5-30 94,-545 66 496,26-3 692,0-2 0,-1-3 0,78-28 1,-120 37-321,0 1 0,0-2 0,-1 1 0,1-1 0,-1 1 0,1-2 0,5-5 1,-11 10-276,1-1 1,0 0 0,-1 0 0,1 1 0,0-1 0,-1 0 0,1 0 0,-1 0-1,1 0 1,-1 0 0,1 0 0,-1 0 0,0 0 0,1 0 0,-1 0 0,0 0-1,0 0 1,0 0 0,0 0 0,0 0 0,0 0 0,0 0 0,0 0 0,0 0-1,-1 0 1,1 0 0,0 0 0,-1 0 0,1 0 0,0 0 0,-1 0 0,1 0-1,-1 0 1,0 1 0,1-1 0,-1 0 0,0 0 0,1 1 0,-1-1 0,0 0 0,0 1-1,0-1 1,0 0 0,0 1 0,1 0 0,-1-1 0,0 1 0,0-1 0,-2 1-1,-3-3-86,0 1 0,0 0 0,0 0 0,-1 1 0,1 0 0,0 0 0,-1 0-1,1 1 1,-1 0 0,-6 1 0,-9 2-6787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46.7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99 4 24575,'-23'-2'0,"17"2"0,0-1 0,0 1 0,0-1 0,0 2 0,0-1 0,0 1 0,0 0 0,0 0 0,0 0 0,-8 4 0,14-5 0,-1 0 0,1 0 0,0 1 0,0-1 0,0 0 0,0 0 0,0 0 0,0 1 0,0-1 0,-1 0 0,1 0 0,0 0 0,0 1 0,0-1 0,0 0 0,0 0 0,0 0 0,0 1 0,0-1 0,0 0 0,0 0 0,0 1 0,0-1 0,1 0 0,-1 0 0,0 0 0,0 1 0,0-1 0,0 0 0,0 0 0,0 0 0,0 0 0,1 1 0,-1-1 0,0 0 0,0 0 0,0 0 0,0 0 0,0 0 0,1 1 0,-1-1 0,0 0 0,0 0 0,0 0 0,1 0 0,-1 0 0,0 0 0,0 0 0,0 0 0,1 0 0,12 7 0,-13-7 0,82 26 0,2 2 0,-74-25 0,-1 2 0,-1-1 0,1 1 0,-1 0 0,0 1 0,13 11 0,-18-14 13,0 0 0,0 0-1,0 1 1,0-1-1,0 1 1,-1-1 0,0 1-1,0 0 1,0 0 0,0 0-1,0 0 1,-1 0 0,0 1-1,0-1 1,0 0 0,0 1-1,-1-1 1,0 1-1,0-1 1,0 0 0,0 1-1,-1-1 1,1 1 0,-1-1-1,0 0 1,-3 8 0,-1-2-203,-1 1 0,1-1 1,-2 0-1,1-1 0,-1 1 1,-1-1-1,0-1 1,-17 15-1,-8 5-6636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48.9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306 0 24575,'8'284'0,"-1"-103"0,-2 1026-731,-91 202-579,-62-369 1226,104-779-340,42-246 409,-33 225-91,28-173 171,3 106-1,5-150 129,1 0 1,1 0-1,1-1 0,1 1 1,1-1-1,11 27 0,-13-40-123,0 0 0,1 0 0,0 0 0,1 0 0,0-1 0,0 0-1,0 0 1,1 0 0,1-1 0,-1 0 0,1-1 0,0 1 0,1-1 0,-1-1-1,1 0 1,11 5 0,14 1-70,1-1 0,0-2 0,1-1 0,41 2 0,-5 0 0,117 18-61,701 99-1345,3-23-255,499 9-1117,2-52 879,-701-63 740,-514-7 1838,326-60 1,-447 59-17,-1-4-1,-1-2 0,0-2 1,-1-3-1,58-33 1,-89 41-246,-2 0 1,0-2 0,0-1 0,-2-1 0,29-31-1,-35 32-276,-1 1-1,-1-2 1,-1 0-1,0 0 1,-2-1-1,0 0 1,12-40-1,-11 21-140,-2-1 0,5-53 0,-4-82 0,-5 59 0,120-1117-626,-97 1003 582,69-708-819,-74-4 1,-35 745 2059,-57-293 1,66 464-1198,-2 0 0,0 0 0,-14-32 0,17 50 0,-1-1 0,0 1 0,0 1 0,0-1 0,-1 1 0,0 0 0,0 0 0,-1 0 0,1 0 0,-1 1 0,0 0 0,-1 1 0,1-1 0,-1 1 0,-8-4 0,-49-18 0,0 3 0,-2 3 0,-125-22 0,-211-4 0,335 40 0,-686-44-895,-4 20-510,358 16 1112,-1139-40 375,0 31-1092,696 24 4531,821 0-3521,0 1 0,0 2 0,-30 8 0,4-2 0,-17 6 0,-21 4 0,82-20-151,-1 1-1,1 0 0,0 0 0,-1 0 1,1 0-1,0 0 0,0 1 1,-5 2-1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5.6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23 37 24575,'0'-2'0,"0"1"0,0-1 0,0 0 0,-1 0 0,1 1 0,0-1 0,-1 0 0,1 1 0,-1-1 0,0 0 0,1 1 0,-1-1 0,0 1 0,0-1 0,0 1 0,0-1 0,0 1 0,0 0 0,-1-1 0,1 1 0,0 0 0,-3-1 0,4 2 0,0 0 0,-1 0 0,1 0 0,0 0 0,0 1 0,-1-1 0,1 0 0,0 0 0,0 0 0,0 1 0,-1-1 0,1 0 0,0 0 0,0 1 0,0-1 0,0 0 0,0 1 0,0-1 0,-1 0 0,1 1 0,0-1 0,0 0 0,0 0 0,0 1 0,0-1 0,0 0 0,0 1 0,0-1 0,0 0 0,0 1 0,1-1 0,-1 0 0,0 0 0,0 1 0,0-1 0,0 0 0,0 1 0,1-1 0,2 16 0,59 152 0,-11-34 0,-21-44 0,-3-7 0,4 0 0,57 108 0,-83-181-341,2 0 0,-1 0-1,12 12 1,-3-8-6485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5.83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179 150 24575,'5'-20'0,"-1"1"0,-1-1 0,-1 0 0,0-30 0,-2 29 0,-22 106 0,-127 596 0,128-574-1365,18-87-5461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6.04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24575,'3'0'0,"0"2"0,1 5 0,-1 3 0,1 5 0,1 3 0,-1 4 0,0 4 0,-2 2 0,-1 3 0,2 1 0,1 1 0,-1-3 0,0-4 0,-2-5-8191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6.20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4 24575,'0'-3'0,"0"3"0,0 2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7.0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64 305 24575,'1'2'0,"-1"-1"0,1 1 0,-1-1 0,1 0 0,-1 1 0,1-1 0,0 0 0,0 1 0,0-1 0,-1 0 0,1 0 0,0 0 0,0 0 0,1 0 0,-1 0 0,0 0 0,0 0 0,0 0 0,1 0 0,-1-1 0,1 1 0,-1 0 0,0-1 0,1 1 0,-1-1 0,1 0 0,1 1 0,1 0 0,0 0 0,0 0 0,1-1 0,-1 0 0,0 1 0,0-1 0,0 0 0,8-2 0,-8 0 0,-1 1 0,1-1 0,-1-1 0,0 1 0,0 0 0,0-1 0,0 0 0,0 1 0,-1-1 0,1 0 0,-1 0 0,0-1 0,1 1 0,-2 0 0,1-1 0,0 1 0,-1-1 0,3-7 0,0-2 0,-1 0 0,0 0 0,0-1 0,0-15 0,-3 24 0,0 0 0,0 0 0,0 0 0,-1 0 0,1 0 0,-1 0 0,-1 0 0,1 0 0,-1 1 0,0-1 0,0 1 0,-4-8 0,5 10 0,-1 0 0,1 0 0,-1 1 0,1-1 0,-1 1 0,0-1 0,0 1 0,0-1 0,0 1 0,0 0 0,0 0 0,0 0 0,0 0 0,0 0 0,0 1 0,0-1 0,-1 1 0,1-1 0,0 1 0,0 0 0,-1 0 0,1 0 0,0 0 0,-1 0 0,1 0 0,0 1 0,0-1 0,-1 1 0,-1 1 0,-4 0 0,1 1 0,0 1 0,1-1 0,-1 1 0,0 1 0,1-1 0,0 1 0,0 0 0,1 0 0,-1 1 0,1 0 0,0 0 0,1 0 0,-1 0 0,1 1 0,0 0 0,1 0 0,0 0 0,-3 10 0,2-6 0,0 1 0,2-1 0,-1 1 0,1-1 0,1 1 0,0 0 0,1 0 0,0 0 0,1-1 0,0 1 0,1 0 0,3 12 0,-3-18 0,1 1 0,-1-1 0,1 1 0,1-1 0,-1 0 0,1 0 0,0 0 0,0-1 0,0 1 0,1-1 0,0 0 0,0 0 0,0-1 0,1 1 0,0-1 0,0 0 0,0-1 0,10 5 0,-11-6 0,1 0 0,0 0 0,0-1 0,-1 0 0,1 0 0,0-1 0,0 1 0,0-1 0,0 0 0,0-1 0,0 0 0,0 0 0,0 0 0,0 0 0,0-1 0,-1 0 0,1 0 0,-1-1 0,1 0 0,-1 1 0,10-9 0,-5 2 0,0 0 0,0-1 0,0-1 0,-2 0 0,1 0 0,-1-1 0,-1 1 0,0-2 0,-1 1 0,0-1 0,6-23 0,-4 9 0,-1 0 0,-1 0 0,-2 0 0,3-54 0,-2 123 0,19 67 0,-21-97 0,0-1 0,1 0 0,1-1 0,7 15 0,-11-23 0,0 0 0,-1-1 0,1 1 0,1 0 0,-1-1 0,0 0 0,0 1 0,1-1 0,-1 1 0,0-1 0,1 0 0,-1 0 0,1 0 0,0 0 0,-1 0 0,1 0 0,0 0 0,0-1 0,-1 1 0,1-1 0,0 1 0,0-1 0,0 0 0,0 0 0,0 1 0,0-1 0,-1 0 0,1-1 0,0 1 0,0 0 0,0-1 0,0 1 0,0-1 0,-1 1 0,3-2 0,34-23 0,-33 21 0,-1 0 0,1 1 0,1 0 0,-1 0 0,12-5 0,-15 7 0,0 1 0,1-1 0,-1 1 0,1 0 0,-1-1 0,1 1 0,-1 1 0,1-1 0,-1 0 0,1 0 0,-1 1 0,0 0 0,1-1 0,-1 1 0,0 0 0,1 0 0,-1 0 0,0 1 0,3 1 0,8 5 0,-1 1 0,1-1 0,0 0 0,1-2 0,-1 1 0,18 4 0,-28-9 0,1-2 0,0 1 0,-1 0 0,1-1 0,0 0 0,-1 0 0,1 0 0,0 0 0,-1 0 0,1-1 0,0 0 0,-1 0 0,1 0 0,0 0 0,-1 0 0,0-1 0,1 1 0,-1-1 0,0 0 0,0 0 0,0 0 0,0-1 0,0 1 0,0-1 0,-1 1 0,4-6 0,-1 2 0,-1-1 0,0 0 0,-1 0 0,1 0 0,-1 0 0,-1-1 0,1 1 0,-1-1 0,-1 0 0,0 0 0,0 0 0,0 1 0,-1-1 0,-1-15 0,0 7 0,-1 0 0,-1 0 0,-1 0 0,0 0 0,-1 0 0,-8-17 0,10 27 0,0-1 0,0 2 0,-1-1 0,0 0 0,0 1 0,0-1 0,-1 1 0,0 1 0,0-1 0,0 0 0,0 1 0,-1 0 0,0 1 0,1-1 0,-14-5 0,15 8 0,-1-1 0,0 1 0,0 0 0,-1 0 0,1 1 0,0-1 0,0 1 0,0 0 0,0 1 0,0-1 0,0 1 0,0 0 0,-1 0 0,2 0 0,-1 1 0,0 0 0,0 0 0,1 0 0,-1 1 0,1-1 0,-8 7 0,8-6-114,0 1 1,0-1-1,1 1 0,-1 0 0,1 0 1,0 1-1,0-1 0,0 1 0,1-1 1,0 1-1,-4 9 0,1 4-6712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7:57.4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43 177 24575,'-17'-28'0,"13"22"0,0-1 0,0 1 0,1 0 0,0-1 0,-3-10 0,5 15 0,1-1 0,-1 1 0,1-1 0,0 1 0,0-1 0,0 1 0,0 0 0,1-1 0,-1 1 0,1-1 0,-1 1 0,1 0 0,0-1 0,0 1 0,0 0 0,0 0 0,0 0 0,1-1 0,-1 1 0,3-3 0,1 1 0,-1-1 0,1 1 0,0 0 0,1 0 0,-1 1 0,0-1 0,1 1 0,0 0 0,0 1 0,0 0 0,0 0 0,0 0 0,0 0 0,1 1 0,-1 0 0,13 0 0,-10 1 0,0 0 0,0 0 0,0 1 0,0 0 0,0 1 0,0 0 0,-1 1 0,1 0 0,0 0 0,-1 0 0,12 8 0,-17-9 0,0 0 0,0 0 0,0 0 0,-1 0 0,1 1 0,0-1 0,-1 1 0,0 0 0,0-1 0,0 1 0,0 0 0,0 1 0,0-1 0,-1 0 0,0 0 0,2 7 0,-2-5 0,0 0 0,-1 0 0,0 0 0,0-1 0,-1 1 0,1 0 0,-1 0 0,0 0 0,0 0 0,0-1 0,-3 5 0,-3 8 0,-2-1 0,0-1 0,-1 1 0,0-2 0,-19 21 0,-15 11 0,-11 14 0,49-54 0,1 1 0,0 1 0,0-1 0,1 1 0,0 0 0,-5 15 0,8-21 0,1 0 0,-1-1 0,1 1 0,-1 0 0,1 0 0,0 0 0,0-1 0,0 1 0,0 0 0,0 0 0,1 0 0,-1 0 0,0-1 0,1 1 0,-1 0 0,1 0 0,0-1 0,0 1 0,-1-1 0,2 3 0,0-2 0,0 0 0,0 0 0,0 0 0,0-1 0,1 1 0,-1 0 0,0-1 0,1 0 0,-1 1 0,1-1 0,4 1 0,6 2 0,1-1 0,-1-1 0,0 0 0,18-1 0,-28-1 0,65 2-341,-1-3 0,0-3-1,101-20 1,-147 20-6485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2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26 8 24575,'-3'0'0,"0"-3"0,-4-1 0,1 3 0,0 8 0,5 4 0,2 7 0,1 5 0,0 4 0,0 4 0,2 1 0,1 1 0,-1-2 0,2-2 0,-1-2 0,3-6 0,-1-7-8191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2.1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48 41 24575,'-3'-2'0,"-3"-5"0,-4-2 0,-3-1 0,4 1 0,3 6 0,6 3 0,5 4 0,4 1 0,4 3 0,0 0-8191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2.3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24575,'0'3'0,"0"3"0,2 7 0,2 3 0,-1 5 0,3 4 0,2 3 0,1 3 0,-2 1 0,0 0 0,0 1 0,-2 0 0,-1 0 0,1-3 0,-1-4 0,0-3 0,-1-6-8191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3.31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1 126 24575,'0'0'0,"1"-1"0,-1 1 0,1-1 0,0 1 0,-1 0 0,1-1 0,-1 1 0,1 0 0,0 0 0,-1-1 0,1 1 0,0 0 0,-1 0 0,1 0 0,0 0 0,0 0 0,-1 0 0,1 0 0,0 0 0,0 0 0,24 2 0,-19-2 0,-5 0 0,137 0 0,-119-1 0,-1-1 0,0-1 0,0 0 0,0-2 0,26-9 0,-42 13 0,0 0 0,0 1 0,0-1 0,0 0 0,0 0 0,0 0 0,-1-1 0,1 1 0,0 0 0,-1-1 0,1 1 0,-1-1 0,0 1 0,1-1 0,-1 0 0,0 1 0,0-1 0,0 0 0,0 0 0,0 0 0,-1 0 0,1 0 0,0-3 0,-1 3 0,0 0 0,-1 0 0,1 0 0,0 0 0,-1 0 0,1 1 0,-1-1 0,0 0 0,0 0 0,0 0 0,0 0 0,0 1 0,0-1 0,0 1 0,0-1 0,-1 1 0,1-1 0,-1 1 0,1 0 0,-1-1 0,0 1 0,1 0 0,-1 0 0,-2-1 0,0 0 0,-1-1 0,1 1 0,-1 0 0,0 1 0,1-1 0,-1 1 0,0 0 0,0 0 0,0 0 0,0 1 0,0 0 0,-7 0 0,10 0 0,0 1 0,-1-1 0,1 1 0,0 0 0,0-1 0,0 1 0,0 0 0,0 0 0,0 1 0,1-1 0,-1 0 0,0 0 0,0 1 0,1-1 0,-1 1 0,1 0 0,-1-1 0,1 1 0,0 0 0,0 0 0,0 0 0,0 0 0,0 0 0,0 0 0,0 0 0,1 0 0,-1 0 0,1 0 0,0 1 0,-1 1 0,0 6 0,1-1 0,0 1 0,1-1 0,0 1 0,0-1 0,1 1 0,0-1 0,1 0 0,0 0 0,5 10 0,-5-12 0,0-1 0,0 1 0,1-1 0,-1 0 0,1 0 0,1 0 0,-1-1 0,1 0 0,0 0 0,0 0 0,1 0 0,0-1 0,-1 0 0,9 5 0,-9-8 0,-1 1 0,1-1 0,0 0 0,0-1 0,0 1 0,0-1 0,0 0 0,0 0 0,0 0 0,0 0 0,0-1 0,-1 0 0,1 0 0,0-1 0,0 1 0,-1-1 0,1 0 0,-1 0 0,1-1 0,-1 1 0,0-1 0,0 0 0,4-4 0,4-2 0,-1-2 0,0 1 0,-1-1 0,0-1 0,-1 1 0,11-20 0,-11 16 0,-2 0 0,0-1 0,-1 0 0,5-19 0,-10 34 0,-1-1 0,0 1 0,0 0 0,1-1 0,-1 1 0,1 0 0,-1-1 0,1 1 0,-1 0 0,1 0 0,0 0 0,-1 0 0,1 0 0,0 0 0,0 0 0,0 0 0,2-2 0,-3 3 0,1 0 0,0 0 0,-1 1 0,1-1 0,-1 0 0,1 0 0,-1 0 0,1 0 0,-1 1 0,1-1 0,-1 0 0,1 0 0,-1 1 0,1-1 0,-1 0 0,1 1 0,-1-1 0,1 0 0,-1 1 0,0-1 0,1 1 0,-1-1 0,0 1 0,1-1 0,-1 1 0,0-1 0,1 1 0,2 7 0,1 0 0,-1 0 0,4 16 0,3 19 0,-7-23 0,13 35 0,-11-48 0,-2-15 0,-1-21 0,-2 22 0,1 1 0,-1 1 0,1-1 0,0 1 0,0-1 0,1 1 0,0-1 0,0 1 0,0 0 0,1 0 0,-1 0 0,7-9 0,-6 11 0,0 1 0,-1-1 0,1 0 0,0 1 0,0 0 0,0 0 0,1 0 0,-1 0 0,0 0 0,1 1 0,0-1 0,-1 1 0,1 0 0,0 0 0,-1 0 0,1 1 0,0-1 0,5 1 0,9-1 0,-6 0 0,0 1 0,0 0 0,-1 1 0,1 0 0,22 5 0,-30-4 0,0 0 0,0 1 0,0 0 0,0-1 0,-1 2 0,1-1 0,-1 0 0,0 0 0,0 1 0,0 0 0,0 0 0,-1 0 0,3 4 0,1 3 0,-1-1 0,0 1 0,6 23 0,-10-25 0,-1-7 0,1 0 0,-1 1 0,0-1 0,1 0 0,-1 0 0,1 0 0,-1 0 0,1 0 0,0 0 0,0 0 0,0 0 0,2 2 0,-3-4 0,1 0 0,-1 0 0,1 0 0,-1-1 0,0 1 0,1 0 0,-1 0 0,1-1 0,-1 1 0,0 0 0,1-1 0,-1 1 0,1 0 0,-1-1 0,0 1 0,0-1 0,1 1 0,-1-1 0,0 1 0,0 0 0,1-1 0,-1 1 0,0-1 0,0 0 0,7-16 0,-6 14 0,1-3 16,3-7 91,0 1 0,11-19 0,-15 29-184,0 0-1,1 0 1,-1 0 0,1 0-1,-1 0 1,1 0 0,-1 0-1,1 0 1,0 1-1,0-1 1,0 1 0,0-1-1,0 1 1,0 0 0,0 0-1,0 0 1,1 0-1,-1 0 1,0 1 0,1-1-1,3 0 1,3 2-6749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3.92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144 306 24575,'-13'-34'0,"13"33"0,-1-1 0,1 0 0,-1 1 0,1-1 0,-1 0 0,1 1 0,-1-1 0,0 0 0,0 1 0,0-1 0,0 1 0,0 0 0,0-1 0,0 1 0,0 0 0,-1 0 0,1-1 0,-1 1 0,1 0 0,0 0 0,-1 1 0,0-1 0,1 0 0,-1 0 0,1 1 0,-1-1 0,0 1 0,-2-1 0,2 1 0,-1 1 0,1-1 0,-1 1 0,1 0 0,-1 0 0,1 0 0,-1 0 0,1 0 0,0 0 0,0 1 0,0-1 0,-1 1 0,1-1 0,1 1 0,-1 0 0,0 0 0,0 0 0,1 0 0,-2 2 0,-5 8 0,0-1 0,2 1 0,-11 24 0,15-30 0,0 0 0,0 0 0,0 0 0,0 0 0,1 0 0,0 0 0,1 1 0,-1-1 0,1 1 0,1 8 0,-1-14 0,0 0 0,1 0 0,-1-1 0,0 1 0,0 0 0,0-1 0,0 1 0,0 0 0,1-1 0,-1 1 0,0 0 0,1-1 0,-1 1 0,1 0 0,-1-1 0,0 1 0,1-1 0,-1 1 0,1-1 0,0 1 0,-1-1 0,1 1 0,-1-1 0,1 0 0,0 1 0,-1-1 0,1 0 0,1 1 0,-1-1 0,0 0 0,1-1 0,-1 1 0,0 0 0,0-1 0,0 1 0,0-1 0,1 1 0,-1-1 0,0 0 0,0 1 0,0-1 0,0 0 0,1-2 0,5-3 0,-1-2 0,0 1 0,6-10 0,2-6 0,-2 0 0,0 0 0,-2-2 0,0 1 0,9-42 0,-11 32 0,-2 0 0,-2 0 0,1-62 0,-4 128-170,2-1-1,1 0 0,2 0 1,0 0-1,3-1 0,0 1 1,16 32-1,-8-33-6655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4.4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112 326 24575,'3'0'0,"-1"0"0,0 0 0,1 0 0,-1-1 0,1 1 0,-1-1 0,0 1 0,0-1 0,1 0 0,-1 0 0,0 0 0,0 0 0,0-1 0,0 1 0,0-1 0,0 1 0,-1-1 0,1 1 0,0-1 0,-1 0 0,1 0 0,-1 0 0,1 0 0,-1 0 0,0 0 0,0 0 0,0 0 0,0-1 0,-1 1 0,1 0 0,0-1 0,-1 1 0,0 0 0,1-1 0,-1 1 0,0 0 0,0-1 0,-1 1 0,1-1 0,0 1 0,-1 0 0,1-1 0,-1 1 0,0 0 0,0 0 0,-2-4 0,-1-2 0,0 1 0,-1-1 0,0 1 0,0 0 0,0 1 0,-12-12 0,14 15 0,0 0 0,-1 1 0,1-1 0,0 1 0,-1-1 0,0 1 0,1 0 0,-1 0 0,0 1 0,0-1 0,0 1 0,0 0 0,0 0 0,-1 0 0,-6 0 0,9 1 0,0 0 0,0 0 0,0 1 0,0-1 0,0 1 0,0-1 0,0 1 0,1 0 0,-1 0 0,0-1 0,0 1 0,1 1 0,-1-1 0,1 0 0,-1 0 0,1 0 0,-1 1 0,1-1 0,-2 4 0,1-2 0,0 0 0,1 0 0,-1 1 0,1-1 0,0 0 0,0 1 0,0-1 0,1 1 0,-1-1 0,1 5 0,0 2 0,0 0 0,1-1 0,1 1 0,-1 0 0,1-1 0,1 0 0,4 11 0,-4-12 0,0-1 0,1 1 0,0-1 0,1 0 0,0 0 0,0 0 0,0-1 0,1 0 0,0 0 0,0 0 0,1-1 0,-1 0 0,1 0 0,12 6 0,-12-8 0,0 0 0,0-1 0,0 1 0,0-2 0,1 1 0,-1-1 0,1 0 0,-1-1 0,1 1 0,-1-2 0,1 1 0,-1-1 0,1 0 0,-1 0 0,1-1 0,9-4 0,-5 1 0,0-1 0,0 0 0,0-1 0,-1 0 0,0-1 0,-1 0 0,0 0 0,0-1 0,-1-1 0,0 0 0,0 0 0,-1-1 0,-1 0 0,0 0 0,9-18 0,-8 12 0,-1 0 0,-1 0 0,0 0 0,-1-1 0,-1 0 0,0 0 0,-2 0 0,0 0 0,-1 0 0,-2-33 0,-4 29 0,5 22 0,0 0 0,-1 0 0,1 0 0,0-1 0,0 1 0,0 0 0,0 0 0,0 0 0,0 0 0,-1 0 0,1 0 0,0 0 0,0 0 0,0 0 0,0 0 0,0 0 0,0 0 0,-1 0 0,1 0 0,0 0 0,0 0 0,0 0 0,0 0 0,0 0 0,-1 0 0,1 0 0,0 0 0,0 0 0,0 0 0,0 0 0,0 0 0,0 1 0,-1-1 0,1 0 0,0 0 0,0 0 0,0 0 0,0 0 0,0 0 0,0 0 0,0 0 0,0 1 0,0-1 0,0 0 0,-1 0 0,1 0 0,0 0 0,0 0 0,0 0 0,0 1 0,0-1 0,0 0 0,0 0 0,0 0 0,0 0 0,0 0 0,0 1 0,0-1 0,0 0 0,-1 6 0,-1 0 0,1 0 0,0 0 0,0 12 0,4 19 0,0 1 0,3-1 0,1 0 0,2-1 0,24 66 0,6-16-1365,-21-53-5461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5.11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2 176 24575,'-2'-14'0,"3"-1"0,-1 14 0,1 1 0,0-1 0,0 0 0,-1 1 0,1-1 0,0 1 0,0-1 0,0 1 0,0-1 0,0 1 0,0 0 0,0-1 0,0 1 0,0 0 0,0 0 0,0 0 0,0 0 0,0 0 0,1 0 0,16 0 0,1 0 0,-1 2 0,23 4 0,16 1 0,-55-7 0,135 6 0,-121-7 0,0 0 0,1-1 0,-1 0 0,0-2 0,-1 0 0,22-8 0,-34 11 0,-1 0 0,1 0 0,-1 0 0,0 0 0,1-1 0,-1 1 0,0-1 0,0 1 0,0-1 0,0 0 0,0 0 0,0 0 0,-1 0 0,1 0 0,-1 0 0,1 0 0,-1-1 0,0 1 0,2-4 0,-3 3 0,0 1 0,1-1 0,-1 1 0,0-1 0,0 0 0,-1 1 0,1-1 0,0 1 0,-1 0 0,0-1 0,1 1 0,-1-1 0,0 1 0,0 0 0,-1-1 0,1 1 0,-2-2 0,1 0 0,-1 0 0,-1 0 0,1 1 0,0-1 0,-1 1 0,0 0 0,0 0 0,0 0 0,0 0 0,0 1 0,0 0 0,-1 0 0,1 0 0,-1 0 0,0 0 0,1 1 0,-1 0 0,0 0 0,0 1 0,-7-1 0,6 2 0,1 0 0,-1 0 0,1 1 0,0 0 0,-1 0 0,1 0 0,0 1 0,0-1 0,1 1 0,-1 1 0,1-1 0,-1 0 0,1 1 0,0 0 0,0 0 0,1 0 0,-1 1 0,1-1 0,0 1 0,0 0 0,0 0 0,-2 7 0,1-3 0,0 1 0,1-1 0,0 1 0,0 0 0,1-1 0,1 1 0,-1 0 0,2 1 0,-1-1 0,2 0 0,1 18 0,-1-25 0,0 1 0,-1-1 0,1 1 0,1-1 0,-1 0 0,0 0 0,1 0 0,0 0 0,-1 0 0,1 0 0,1 0 0,-1 0 0,0 0 0,1-1 0,-1 0 0,1 1 0,-1-1 0,1 0 0,0 0 0,0 0 0,0-1 0,6 3 0,-4-2 0,0-1 0,-1-1 0,1 1 0,0 0 0,-1-1 0,1 0 0,0 0 0,0-1 0,-1 1 0,1-1 0,0 0 0,-1 0 0,1 0 0,-1-1 0,1 0 0,5-3 0,-1 1 0,0-1 0,0-1 0,0 0 0,-1 0 0,0 0 0,0-1 0,-1 0 0,0 0 0,0-1 0,-1 0 0,1-1 0,-2 1 0,1-1 0,-1 0 0,4-13 0,-3 10 0,0 12 0,4 20 0,-6-13 0,0 2 0,2 7 0,2 0 0,0 0 0,1-1 0,0 0 0,14 16 0,-21-29 0,0 1 0,1-1 0,-1 0 0,0 0 0,1 0 0,0 0 0,-1 0 0,1 0 0,0-1 0,0 1 0,0-1 0,0 0 0,0 0 0,0 0 0,0 0 0,0-1 0,0 1 0,0-1 0,0 0 0,1 0 0,-1 0 0,0 0 0,0 0 0,0-1 0,1 1 0,-1-1 0,0 0 0,0 0 0,0 0 0,0 0 0,0-1 0,-1 1 0,1-1 0,0 0 0,4-4 0,-1 1 0,0 0 0,0-1 0,-1 0 0,0 0 0,0-1 0,-1 1 0,1-1 0,-2 0 0,1 0 0,-1-1 0,0 1 0,3-11 0,-2 6 0,-1-1 0,-1 0 0,0 1 0,-1-1 0,0 0 0,-1-24 0,-1 36 0,1-3 0,0 0 0,0 1 0,0-1 0,-1 1 0,0-1 0,0 1 0,0-1 0,0 1 0,0 0 0,-1-1 0,0 1 0,1 0 0,-4-4 0,4 7 0,1 0 0,0-1 0,-1 1 0,1 0 0,0 0 0,0 0 0,-1 0 0,1 0 0,-1 0 0,1 0 0,0 0 0,-1 0 0,1 0 0,0 0 0,-1 0 0,1 0 0,0 0 0,-1 0 0,1 0 0,0 0 0,-1 0 0,1 0 0,0 0 0,-1 1 0,1-1 0,0 0 0,0 0 0,-1 0 0,1 1 0,0-1 0,0 0 0,-1 0 0,1 1 0,0-1 0,0 0 0,0 1 0,-1-1 0,1 0 0,0 0 0,0 1 0,0-1 0,0 0 0,0 1 0,0-1 0,0 1 0,0-1 0,-1 0 0,1 1 0,0-1 0,1 0 0,-1 1 0,0 0 0,-4 20 0,4-13-151,-1 0-1,2 0 0,-1 0 0,1 0 1,0 0-1,0 0 0,1 0 1,6 14-1,-2-7-6674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5.27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17 4 24575,'-3'0'0,"-3"-3"0,-1 2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5.45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24575,'0'3'0,"0"3"0,0 4 0,0 3 0,3 4 0,3 5 0,1 7 0,2 4 0,-1 5 0,-1 4 0,1 0 0,-2 1 0,-1-1 0,-2-8-8191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5.78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201 131 24575,'23'-29'0,"-19"24"0,1 0 0,-1 0 0,0 0 0,5-10 0,-9 13 0,1 1 0,0-1 0,-1 0 0,1 1 0,-1-1 0,0 0 0,1 0 0,-1 1 0,0-1 0,0 0 0,0 0 0,0 1 0,-1-1 0,1 0 0,0 1 0,-1-1 0,1 0 0,-1 1 0,1-1 0,-1 0 0,-2-2 0,1 1 0,0 1 0,0 0 0,0 0 0,-1 0 0,1 0 0,-1 0 0,0 0 0,1 1 0,-1-1 0,0 1 0,0 0 0,0 0 0,0 0 0,0 0 0,0 0 0,0 1 0,0-1 0,0 1 0,-6 0 0,-7 0 0,0 1 0,-22 3 0,38-4 0,-13 2 0,0 1 0,1 0 0,-17 6 0,26-8 0,0 0 0,0 1 0,0-1 0,0 1 0,0-1 0,0 1 0,0 0 0,1 0 0,-1 0 0,1 1 0,-1-1 0,1 1 0,0-1 0,0 1 0,0 0 0,0 0 0,-2 5 0,3-6 0,1 0 0,0-1 0,-1 1 0,1 0 0,0 0 0,0 0 0,1 0 0,-1 0 0,0 0 0,1 0 0,-1 0 0,1 0 0,-1 0 0,1-1 0,0 1 0,0 0 0,0 0 0,0-1 0,0 1 0,0-1 0,1 1 0,1 1 0,4 4 0,1 0 0,-1 0 0,11 6 0,-6-4 0,90 61 0,-101-69 0,0-1 0,1 1 0,-1 1 0,1-1 0,-1 0 0,0 0 0,0 0 0,0 1 0,0-1 0,0 1 0,0-1 0,0 1 0,0-1 0,0 1 0,-1-1 0,1 1 0,-1 0 0,1 2 0,-1-3 0,0 0 0,0 0 0,-1 1 0,1-1 0,-1 0 0,1 0 0,-1 0 0,1 1 0,-1-1 0,1 0 0,-1 0 0,0 0 0,0 0 0,0 0 0,1 0 0,-1 0 0,0-1 0,0 1 0,0 0 0,0 0 0,0-1 0,-1 1 0,1 0 0,0-1 0,0 0 0,-2 1 0,-25 8-1365,-4-2-5461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6.16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70 0 24575,'-64'0'0,"58"0"0,7 0 0,35 0 0,1172 29-3928,-550-8 1743,-565-18 2180,1634 26-1773,-1651-29 1483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7.5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228 468 24575,'0'0'0,"0"0"0,0 0 0,0 0 0,0 0 0,0 0 0,0 0 0,0 0 0,1 0 0,-1 0 0,0 0 0,0 0 0,0 0 0,0 0 0,0 0 0,0 0 0,1 0 0,-1 0 0,0 0 0,0 0 0,0 0 0,0 0 0,0 0 0,0 0 0,1 0 0,-1 0 0,0 0 0,0 0 0,0 0 0,0 0 0,0 0 0,0 0 0,0 0 0,0 0 0,1 0 0,-1 0 0,0 0 0,0-1 0,0 1 0,0 0 0,0 0 0,0 0 0,0 0 0,0 0 0,0 0 0,0 0 0,0-1 0,0 1 0,0 0 0,0 0 0,0 0 0,0 0 0,0 0 0,0 0 0,0-1 0,0 1 0,0 0 0,0 0 0,0 0 0,0 0 0,0 0 0,0 0 0,0 0 0,0-1 0,0 1 0,0 0 0,5 11 0,-5-1 0,0 1 0,-1 0 0,0-1 0,-1 1 0,0 0 0,-5 13 0,-2 11 0,-45 199 0,-7 32 0,-5 109 0,33 3 0,32-360 0,1 0 0,1 1 0,6 31 0,-6-46 0,0 1 0,0 0 0,1 0 0,0 0 0,0-1 0,0 1 0,0-1 0,1 1 0,0-1 0,0 0 0,0 0 0,0 0 0,1-1 0,0 1 0,-1-1 0,1 0 0,0 0 0,7 4 0,1-2 0,0 0 0,1 0 0,-1-1 0,1-1 0,23 4 0,71 1 0,-74-6 0,163 8-181,967 68-2886,-629-26 2754,844 74-2127,4-67 753,-1296-58 1587,16 0 1171,142-15 1,-239 13-982,7 0 440,0-1 1,0-1-1,0 0 0,0 0 1,12-6-1,-21 8-451,-1 0 0,0 0 0,0-1 1,1 1-1,-1 0 0,0-1 0,0 0 0,-1 0 0,1 1 0,0-1 0,0 0 0,-1 0 0,1-1 1,-1 1-1,0 0 0,0 0 0,0-1 0,0 1 0,0-1 0,0 1 0,0-1 0,-1 1 1,0-1-1,1 1 0,-1-1 0,0 1 0,0-1 0,0 0 0,-1-4 0,-10-52-79,5 27 0,-3-52 0,11-45 0,25-169 0,-5 82 0,6-480 0,-9 303 0,-9 233 0,-9 149 0,-1 6 0,1 0 0,-1-1 0,0 1 0,0 0 0,-2-11 0,1 15 0,1 0 0,-1 0 0,1-1 0,-1 1 0,0 0 0,1 0 0,-1 0 0,0 0 0,0 0 0,1 0 0,-1 0 0,0 0 0,0 0 0,0 0 0,0 0 0,0 1 0,-1-1 0,1 0 0,0 1 0,0-1 0,0 1 0,-1-1 0,1 1 0,0 0 0,-1-1 0,1 1 0,0 0 0,-3 0 0,-12 0 0,-1 0 0,-29 6 0,-6 0 0,-336 3-510,-4-22-254,218 7 643,-1092-50-2510,166 7 502,681 32 1999,-231-8-1074,218 13 5627,427 11-2954,11 1-463,26 1-292,14-1-2202,-19 0-5338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7.90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0 24575,'-3'0'0,"-3"0"0,-1 3 0,3 1 0,8-1 0,12 0 0,11-1 0,9-1 0,10 0 0,7-1 0,6 0 0,2 0 0,-3 0 0,-4 0 0,-12 0-8191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8.08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11 24575,'0'3'0,"0"3"0,2 2 0,7-2 0,8-1 0,8-2 0,11-4 0,11-2 0,10-3 0,7-3 0,4 0 0,1 1 0,-12 2-8191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8.28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 0 24575,'-2'6'0,"-2"4"0,1 3 0,3 2 0,7-1 0,8-3 0,12-4 0,13-2 0,12-3 0,15-4 0,15-5 0,12 0 0,10-6 0,-13 1-8191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8.68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77 33 24575,'-5'-3'0,"-5"0"0,-4-1 0,-1-1 0,-2-1 0,6 1 0,6 2 0,8 1 0,8 0 0,8 5 0,9 0 0,8 1 0,3-1 0,3 2 0,-5 0-8191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8.8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83 0 24575,'-5'3'0,"-8"3"0,-4 4 0,-2 0 0,3 1 0,6-1 0,8-3 0,6-2 0,9-2 0,10-2 0,10-3 0,6-2 0,9 0 0,4 1 0,3 1 0,-1 0 0,-10 1-8191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18T09:08:09.0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 1 24575,'-2'5'0,"-5"5"0,0 4 0,4 1 0,7-1 0,12-3 0,13-4 0,14-3 0,10-2 0,9-4 0,6-1 0,-10-1-8191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6378C3B-E184-A1ED-97D3-9127CD4946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06710" y="1325486"/>
            <a:ext cx="5002372" cy="4247185"/>
          </a:xfrm>
          <a:custGeom>
            <a:avLst/>
            <a:gdLst>
              <a:gd name="connsiteX0" fmla="*/ 2017799 w 5003675"/>
              <a:gd name="connsiteY0" fmla="*/ 3 h 4247185"/>
              <a:gd name="connsiteX1" fmla="*/ 2666935 w 5003675"/>
              <a:gd name="connsiteY1" fmla="*/ 270746 h 4247185"/>
              <a:gd name="connsiteX2" fmla="*/ 5003675 w 5003675"/>
              <a:gd name="connsiteY2" fmla="*/ 2618943 h 4247185"/>
              <a:gd name="connsiteX3" fmla="*/ 3636329 w 5003675"/>
              <a:gd name="connsiteY3" fmla="*/ 3979618 h 4247185"/>
              <a:gd name="connsiteX4" fmla="*/ 2336740 w 5003675"/>
              <a:gd name="connsiteY4" fmla="*/ 3976439 h 4247185"/>
              <a:gd name="connsiteX5" fmla="*/ 0 w 5003675"/>
              <a:gd name="connsiteY5" fmla="*/ 1628243 h 4247185"/>
              <a:gd name="connsiteX6" fmla="*/ 1367347 w 5003675"/>
              <a:gd name="connsiteY6" fmla="*/ 267568 h 4247185"/>
              <a:gd name="connsiteX7" fmla="*/ 2017799 w 5003675"/>
              <a:gd name="connsiteY7" fmla="*/ 3 h 42471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03675" h="4247185">
                <a:moveTo>
                  <a:pt x="2017799" y="3"/>
                </a:moveTo>
                <a:cubicBezTo>
                  <a:pt x="2252978" y="578"/>
                  <a:pt x="2487938" y="90871"/>
                  <a:pt x="2666935" y="270746"/>
                </a:cubicBezTo>
                <a:lnTo>
                  <a:pt x="5003675" y="2618943"/>
                </a:lnTo>
                <a:lnTo>
                  <a:pt x="3636329" y="3979618"/>
                </a:lnTo>
                <a:cubicBezTo>
                  <a:pt x="3276579" y="4337612"/>
                  <a:pt x="2694734" y="4336189"/>
                  <a:pt x="2336740" y="3976439"/>
                </a:cubicBezTo>
                <a:lnTo>
                  <a:pt x="0" y="1628243"/>
                </a:lnTo>
                <a:lnTo>
                  <a:pt x="1367347" y="267568"/>
                </a:lnTo>
                <a:cubicBezTo>
                  <a:pt x="1547222" y="88571"/>
                  <a:pt x="1782620" y="-572"/>
                  <a:pt x="2017799" y="3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313486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E35D361-ABEE-D79C-865F-AA6BA02832C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448253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6C5DDD57-31F3-A936-88B6-B56E3475F2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5E843CF-E274-2A06-E086-3AB252A4C96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017008" y="680012"/>
            <a:ext cx="4191362" cy="5497976"/>
          </a:xfrm>
          <a:custGeom>
            <a:avLst/>
            <a:gdLst>
              <a:gd name="connsiteX0" fmla="*/ 2096227 w 4192454"/>
              <a:gd name="connsiteY0" fmla="*/ 0 h 5497976"/>
              <a:gd name="connsiteX1" fmla="*/ 4192454 w 4192454"/>
              <a:gd name="connsiteY1" fmla="*/ 0 h 5497976"/>
              <a:gd name="connsiteX2" fmla="*/ 4192454 w 4192454"/>
              <a:gd name="connsiteY2" fmla="*/ 3401749 h 5497976"/>
              <a:gd name="connsiteX3" fmla="*/ 2096227 w 4192454"/>
              <a:gd name="connsiteY3" fmla="*/ 5497976 h 5497976"/>
              <a:gd name="connsiteX4" fmla="*/ 0 w 4192454"/>
              <a:gd name="connsiteY4" fmla="*/ 5497976 h 5497976"/>
              <a:gd name="connsiteX5" fmla="*/ 0 w 4192454"/>
              <a:gd name="connsiteY5" fmla="*/ 2096227 h 5497976"/>
              <a:gd name="connsiteX6" fmla="*/ 2096227 w 4192454"/>
              <a:gd name="connsiteY6" fmla="*/ 0 h 5497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92454" h="5497976">
                <a:moveTo>
                  <a:pt x="2096227" y="0"/>
                </a:moveTo>
                <a:lnTo>
                  <a:pt x="4192454" y="0"/>
                </a:lnTo>
                <a:lnTo>
                  <a:pt x="4192454" y="3401749"/>
                </a:lnTo>
                <a:cubicBezTo>
                  <a:pt x="4192454" y="4559463"/>
                  <a:pt x="3253941" y="5497976"/>
                  <a:pt x="2096227" y="5497976"/>
                </a:cubicBezTo>
                <a:lnTo>
                  <a:pt x="0" y="5497976"/>
                </a:lnTo>
                <a:lnTo>
                  <a:pt x="0" y="2096227"/>
                </a:lnTo>
                <a:cubicBezTo>
                  <a:pt x="0" y="938513"/>
                  <a:pt x="938513" y="0"/>
                  <a:pt x="209622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27283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EF7B7BF-954B-E717-9848-38C7072F5E5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693CE21-91E7-2D69-9690-1A156A79573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39569" y="3871154"/>
            <a:ext cx="4992554" cy="2676124"/>
          </a:xfrm>
          <a:custGeom>
            <a:avLst/>
            <a:gdLst>
              <a:gd name="connsiteX0" fmla="*/ 446030 w 4993854"/>
              <a:gd name="connsiteY0" fmla="*/ 0 h 2676124"/>
              <a:gd name="connsiteX1" fmla="*/ 4993854 w 4993854"/>
              <a:gd name="connsiteY1" fmla="*/ 0 h 2676124"/>
              <a:gd name="connsiteX2" fmla="*/ 4993854 w 4993854"/>
              <a:gd name="connsiteY2" fmla="*/ 2230094 h 2676124"/>
              <a:gd name="connsiteX3" fmla="*/ 4547824 w 4993854"/>
              <a:gd name="connsiteY3" fmla="*/ 2676124 h 2676124"/>
              <a:gd name="connsiteX4" fmla="*/ 0 w 4993854"/>
              <a:gd name="connsiteY4" fmla="*/ 2676124 h 2676124"/>
              <a:gd name="connsiteX5" fmla="*/ 0 w 4993854"/>
              <a:gd name="connsiteY5" fmla="*/ 446030 h 2676124"/>
              <a:gd name="connsiteX6" fmla="*/ 446030 w 4993854"/>
              <a:gd name="connsiteY6" fmla="*/ 0 h 26761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993854" h="2676124">
                <a:moveTo>
                  <a:pt x="446030" y="0"/>
                </a:moveTo>
                <a:lnTo>
                  <a:pt x="4993854" y="0"/>
                </a:lnTo>
                <a:lnTo>
                  <a:pt x="4993854" y="2230094"/>
                </a:lnTo>
                <a:cubicBezTo>
                  <a:pt x="4993854" y="2476430"/>
                  <a:pt x="4794160" y="2676124"/>
                  <a:pt x="4547824" y="2676124"/>
                </a:cubicBezTo>
                <a:lnTo>
                  <a:pt x="0" y="2676124"/>
                </a:lnTo>
                <a:lnTo>
                  <a:pt x="0" y="446030"/>
                </a:lnTo>
                <a:cubicBezTo>
                  <a:pt x="0" y="199694"/>
                  <a:pt x="199694" y="0"/>
                  <a:pt x="44603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5467250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43F07389-8932-42FB-F708-932E2263F5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70" y="2307014"/>
            <a:ext cx="3407233" cy="112198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4829274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82ADEE87-6030-E1DA-86A9-0872B31F16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5048759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5EA10585-713E-0C3F-37FB-777EB8FFEF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640565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4501128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C680AFC-5A5D-E566-4767-30630FF921D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7225884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9616455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52D4ED0-A469-1D30-D0B9-075007FDB1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1443990"/>
            <a:ext cx="3684954" cy="1077218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478986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A9D3FF98-2D57-B6D5-34A1-E29FC9D40A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605271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386422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53A74ED-76FC-8CC0-D7E9-B3BEDEC0688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8255762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231779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C9C5D43-2BAE-AA68-28A0-B95983F143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378858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7" name="Picture Placeholder 8">
            <a:extLst>
              <a:ext uri="{FF2B5EF4-FFF2-40B4-BE49-F238E27FC236}">
                <a16:creationId xmlns:a16="http://schemas.microsoft.com/office/drawing/2014/main" id="{5C439F7A-5536-B6C0-F563-E47C03FC5E9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93637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8" name="Picture Placeholder 8">
            <a:extLst>
              <a:ext uri="{FF2B5EF4-FFF2-40B4-BE49-F238E27FC236}">
                <a16:creationId xmlns:a16="http://schemas.microsoft.com/office/drawing/2014/main" id="{CA5EEFA0-64F6-654A-EE27-E4ED4435894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808424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B336F180-1189-E865-EC9D-3A737DFE33B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523208" y="2778194"/>
            <a:ext cx="1406706" cy="1452458"/>
          </a:xfrm>
          <a:custGeom>
            <a:avLst/>
            <a:gdLst>
              <a:gd name="connsiteX0" fmla="*/ 179411 w 1076445"/>
              <a:gd name="connsiteY0" fmla="*/ 0 h 1111169"/>
              <a:gd name="connsiteX1" fmla="*/ 1076445 w 1076445"/>
              <a:gd name="connsiteY1" fmla="*/ 0 h 1111169"/>
              <a:gd name="connsiteX2" fmla="*/ 1076445 w 1076445"/>
              <a:gd name="connsiteY2" fmla="*/ 931758 h 1111169"/>
              <a:gd name="connsiteX3" fmla="*/ 897034 w 1076445"/>
              <a:gd name="connsiteY3" fmla="*/ 1111169 h 1111169"/>
              <a:gd name="connsiteX4" fmla="*/ 0 w 1076445"/>
              <a:gd name="connsiteY4" fmla="*/ 1111169 h 1111169"/>
              <a:gd name="connsiteX5" fmla="*/ 0 w 1076445"/>
              <a:gd name="connsiteY5" fmla="*/ 179411 h 1111169"/>
              <a:gd name="connsiteX6" fmla="*/ 179411 w 1076445"/>
              <a:gd name="connsiteY6" fmla="*/ 0 h 1111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6445" h="1111169">
                <a:moveTo>
                  <a:pt x="179411" y="0"/>
                </a:moveTo>
                <a:lnTo>
                  <a:pt x="1076445" y="0"/>
                </a:lnTo>
                <a:lnTo>
                  <a:pt x="1076445" y="931758"/>
                </a:lnTo>
                <a:cubicBezTo>
                  <a:pt x="1076445" y="1030844"/>
                  <a:pt x="996120" y="1111169"/>
                  <a:pt x="897034" y="1111169"/>
                </a:cubicBezTo>
                <a:lnTo>
                  <a:pt x="0" y="1111169"/>
                </a:lnTo>
                <a:lnTo>
                  <a:pt x="0" y="179411"/>
                </a:lnTo>
                <a:cubicBezTo>
                  <a:pt x="0" y="80325"/>
                  <a:pt x="80325" y="0"/>
                  <a:pt x="179411" y="0"/>
                </a:cubicBezTo>
                <a:close/>
              </a:path>
            </a:pathLst>
          </a:custGeom>
          <a:ln w="34925">
            <a:solidFill>
              <a:schemeClr val="bg1"/>
            </a:solidFill>
          </a:ln>
          <a:effectLst/>
        </p:spPr>
        <p:txBody>
          <a:bodyPr wrap="square">
            <a:noAutofit/>
          </a:bodyPr>
          <a:lstStyle/>
          <a:p>
            <a:endParaRPr lang="en-PK"/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A1681684-B50D-931D-5AC8-80568BFA9A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941428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959857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67BF7C55-2A56-B649-6B81-0CD6A253F1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70D99CB-7D8E-D735-B5D0-393275D617F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175517" y="0"/>
            <a:ext cx="4013310" cy="6858000"/>
          </a:xfrm>
          <a:custGeom>
            <a:avLst/>
            <a:gdLst>
              <a:gd name="connsiteX0" fmla="*/ 0 w 4014355"/>
              <a:gd name="connsiteY0" fmla="*/ 0 h 6858000"/>
              <a:gd name="connsiteX1" fmla="*/ 4014355 w 4014355"/>
              <a:gd name="connsiteY1" fmla="*/ 0 h 6858000"/>
              <a:gd name="connsiteX2" fmla="*/ 4014355 w 4014355"/>
              <a:gd name="connsiteY2" fmla="*/ 6858000 h 6858000"/>
              <a:gd name="connsiteX3" fmla="*/ 0 w 401435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14355" h="6858000">
                <a:moveTo>
                  <a:pt x="0" y="0"/>
                </a:moveTo>
                <a:lnTo>
                  <a:pt x="4014355" y="0"/>
                </a:lnTo>
                <a:lnTo>
                  <a:pt x="401435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6351266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D038D30-D0CE-FB58-3CB7-714B70054F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803340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908416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FFD9CB8F-45B4-E333-AB67-85836ED65CE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70" y="971551"/>
            <a:ext cx="5691609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465711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0D4F87C9-AFD5-D11D-A745-9B8F1A936B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2199501"/>
            <a:ext cx="4234029" cy="553998"/>
          </a:xfrm>
        </p:spPr>
        <p:txBody>
          <a:bodyPr lIns="0" tIns="0" rIns="0" bIns="0">
            <a:sp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F7E5E00-74B3-AADD-0627-BA27887FE81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03962" y="538775"/>
            <a:ext cx="2239697" cy="1783080"/>
          </a:xfrm>
          <a:custGeom>
            <a:avLst/>
            <a:gdLst>
              <a:gd name="connsiteX0" fmla="*/ 125600 w 2240280"/>
              <a:gd name="connsiteY0" fmla="*/ 0 h 1783080"/>
              <a:gd name="connsiteX1" fmla="*/ 2114680 w 2240280"/>
              <a:gd name="connsiteY1" fmla="*/ 0 h 1783080"/>
              <a:gd name="connsiteX2" fmla="*/ 2240280 w 2240280"/>
              <a:gd name="connsiteY2" fmla="*/ 125600 h 1783080"/>
              <a:gd name="connsiteX3" fmla="*/ 2240280 w 2240280"/>
              <a:gd name="connsiteY3" fmla="*/ 1657480 h 1783080"/>
              <a:gd name="connsiteX4" fmla="*/ 2114680 w 2240280"/>
              <a:gd name="connsiteY4" fmla="*/ 1783080 h 1783080"/>
              <a:gd name="connsiteX5" fmla="*/ 125600 w 2240280"/>
              <a:gd name="connsiteY5" fmla="*/ 1783080 h 1783080"/>
              <a:gd name="connsiteX6" fmla="*/ 0 w 2240280"/>
              <a:gd name="connsiteY6" fmla="*/ 1657480 h 1783080"/>
              <a:gd name="connsiteX7" fmla="*/ 0 w 2240280"/>
              <a:gd name="connsiteY7" fmla="*/ 125600 h 1783080"/>
              <a:gd name="connsiteX8" fmla="*/ 125600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25600" y="0"/>
                </a:moveTo>
                <a:lnTo>
                  <a:pt x="2114680" y="0"/>
                </a:lnTo>
                <a:cubicBezTo>
                  <a:pt x="2184047" y="0"/>
                  <a:pt x="2240280" y="56233"/>
                  <a:pt x="2240280" y="125600"/>
                </a:cubicBezTo>
                <a:lnTo>
                  <a:pt x="2240280" y="1657480"/>
                </a:lnTo>
                <a:cubicBezTo>
                  <a:pt x="2240280" y="1726847"/>
                  <a:pt x="2184047" y="1783080"/>
                  <a:pt x="2114680" y="1783080"/>
                </a:cubicBezTo>
                <a:lnTo>
                  <a:pt x="125600" y="1783080"/>
                </a:lnTo>
                <a:cubicBezTo>
                  <a:pt x="56233" y="1783080"/>
                  <a:pt x="0" y="1726847"/>
                  <a:pt x="0" y="1657480"/>
                </a:cubicBezTo>
                <a:lnTo>
                  <a:pt x="0" y="125600"/>
                </a:lnTo>
                <a:cubicBezTo>
                  <a:pt x="0" y="56233"/>
                  <a:pt x="56233" y="0"/>
                  <a:pt x="12560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88FFE2A-D715-1690-3C75-E65A19C626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903962" y="2537460"/>
            <a:ext cx="2239697" cy="1783080"/>
          </a:xfrm>
          <a:custGeom>
            <a:avLst/>
            <a:gdLst>
              <a:gd name="connsiteX0" fmla="*/ 118539 w 2240280"/>
              <a:gd name="connsiteY0" fmla="*/ 0 h 1783080"/>
              <a:gd name="connsiteX1" fmla="*/ 2121741 w 2240280"/>
              <a:gd name="connsiteY1" fmla="*/ 0 h 1783080"/>
              <a:gd name="connsiteX2" fmla="*/ 2240280 w 2240280"/>
              <a:gd name="connsiteY2" fmla="*/ 118539 h 1783080"/>
              <a:gd name="connsiteX3" fmla="*/ 2240280 w 2240280"/>
              <a:gd name="connsiteY3" fmla="*/ 1664541 h 1783080"/>
              <a:gd name="connsiteX4" fmla="*/ 2121741 w 2240280"/>
              <a:gd name="connsiteY4" fmla="*/ 1783080 h 1783080"/>
              <a:gd name="connsiteX5" fmla="*/ 118539 w 2240280"/>
              <a:gd name="connsiteY5" fmla="*/ 1783080 h 1783080"/>
              <a:gd name="connsiteX6" fmla="*/ 0 w 2240280"/>
              <a:gd name="connsiteY6" fmla="*/ 1664541 h 1783080"/>
              <a:gd name="connsiteX7" fmla="*/ 0 w 2240280"/>
              <a:gd name="connsiteY7" fmla="*/ 118539 h 1783080"/>
              <a:gd name="connsiteX8" fmla="*/ 118539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18539" y="0"/>
                </a:moveTo>
                <a:lnTo>
                  <a:pt x="2121741" y="0"/>
                </a:lnTo>
                <a:cubicBezTo>
                  <a:pt x="2187208" y="0"/>
                  <a:pt x="2240280" y="53072"/>
                  <a:pt x="2240280" y="118539"/>
                </a:cubicBezTo>
                <a:lnTo>
                  <a:pt x="2240280" y="1664541"/>
                </a:lnTo>
                <a:cubicBezTo>
                  <a:pt x="2240280" y="1730008"/>
                  <a:pt x="2187208" y="1783080"/>
                  <a:pt x="2121741" y="1783080"/>
                </a:cubicBezTo>
                <a:lnTo>
                  <a:pt x="118539" y="1783080"/>
                </a:lnTo>
                <a:cubicBezTo>
                  <a:pt x="53072" y="1783080"/>
                  <a:pt x="0" y="1730008"/>
                  <a:pt x="0" y="1664541"/>
                </a:cubicBezTo>
                <a:lnTo>
                  <a:pt x="0" y="118539"/>
                </a:lnTo>
                <a:cubicBezTo>
                  <a:pt x="0" y="53072"/>
                  <a:pt x="53072" y="0"/>
                  <a:pt x="11853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69AEC7D6-C7F6-C6DD-7A93-7F15BDB694C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03962" y="4536145"/>
            <a:ext cx="2239697" cy="1783080"/>
          </a:xfrm>
          <a:custGeom>
            <a:avLst/>
            <a:gdLst>
              <a:gd name="connsiteX0" fmla="*/ 124459 w 2240280"/>
              <a:gd name="connsiteY0" fmla="*/ 0 h 1783080"/>
              <a:gd name="connsiteX1" fmla="*/ 2115821 w 2240280"/>
              <a:gd name="connsiteY1" fmla="*/ 0 h 1783080"/>
              <a:gd name="connsiteX2" fmla="*/ 2240280 w 2240280"/>
              <a:gd name="connsiteY2" fmla="*/ 124459 h 1783080"/>
              <a:gd name="connsiteX3" fmla="*/ 2240280 w 2240280"/>
              <a:gd name="connsiteY3" fmla="*/ 1658621 h 1783080"/>
              <a:gd name="connsiteX4" fmla="*/ 2115821 w 2240280"/>
              <a:gd name="connsiteY4" fmla="*/ 1783080 h 1783080"/>
              <a:gd name="connsiteX5" fmla="*/ 124459 w 2240280"/>
              <a:gd name="connsiteY5" fmla="*/ 1783080 h 1783080"/>
              <a:gd name="connsiteX6" fmla="*/ 0 w 2240280"/>
              <a:gd name="connsiteY6" fmla="*/ 1658621 h 1783080"/>
              <a:gd name="connsiteX7" fmla="*/ 0 w 2240280"/>
              <a:gd name="connsiteY7" fmla="*/ 124459 h 1783080"/>
              <a:gd name="connsiteX8" fmla="*/ 124459 w 2240280"/>
              <a:gd name="connsiteY8" fmla="*/ 0 h 178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0280" h="1783080">
                <a:moveTo>
                  <a:pt x="124459" y="0"/>
                </a:moveTo>
                <a:lnTo>
                  <a:pt x="2115821" y="0"/>
                </a:lnTo>
                <a:cubicBezTo>
                  <a:pt x="2184558" y="0"/>
                  <a:pt x="2240280" y="55722"/>
                  <a:pt x="2240280" y="124459"/>
                </a:cubicBezTo>
                <a:lnTo>
                  <a:pt x="2240280" y="1658621"/>
                </a:lnTo>
                <a:cubicBezTo>
                  <a:pt x="2240280" y="1727358"/>
                  <a:pt x="2184558" y="1783080"/>
                  <a:pt x="2115821" y="1783080"/>
                </a:cubicBezTo>
                <a:lnTo>
                  <a:pt x="124459" y="1783080"/>
                </a:lnTo>
                <a:cubicBezTo>
                  <a:pt x="55722" y="1783080"/>
                  <a:pt x="0" y="1727358"/>
                  <a:pt x="0" y="1658621"/>
                </a:cubicBezTo>
                <a:lnTo>
                  <a:pt x="0" y="124459"/>
                </a:lnTo>
                <a:cubicBezTo>
                  <a:pt x="0" y="55722"/>
                  <a:pt x="55722" y="0"/>
                  <a:pt x="124459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0976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CEBD1DE8-A38D-041F-7BE7-63EB75067B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894CE71-D989-A01B-2541-02035A315D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91136" y="1"/>
            <a:ext cx="4997689" cy="6858000"/>
          </a:xfrm>
          <a:custGeom>
            <a:avLst/>
            <a:gdLst>
              <a:gd name="connsiteX0" fmla="*/ 2276199 w 4998991"/>
              <a:gd name="connsiteY0" fmla="*/ 0 h 6858000"/>
              <a:gd name="connsiteX1" fmla="*/ 4998991 w 4998991"/>
              <a:gd name="connsiteY1" fmla="*/ 0 h 6858000"/>
              <a:gd name="connsiteX2" fmla="*/ 4998991 w 4998991"/>
              <a:gd name="connsiteY2" fmla="*/ 6858000 h 6858000"/>
              <a:gd name="connsiteX3" fmla="*/ 3385646 w 4998991"/>
              <a:gd name="connsiteY3" fmla="*/ 6858000 h 6858000"/>
              <a:gd name="connsiteX4" fmla="*/ 568771 w 4998991"/>
              <a:gd name="connsiteY4" fmla="*/ 5231676 h 6858000"/>
              <a:gd name="connsiteX5" fmla="*/ 152541 w 4998991"/>
              <a:gd name="connsiteY5" fmla="*/ 367828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98991" h="6858000">
                <a:moveTo>
                  <a:pt x="2276199" y="0"/>
                </a:moveTo>
                <a:lnTo>
                  <a:pt x="4998991" y="0"/>
                </a:lnTo>
                <a:lnTo>
                  <a:pt x="4998991" y="6858000"/>
                </a:lnTo>
                <a:lnTo>
                  <a:pt x="3385646" y="6858000"/>
                </a:lnTo>
                <a:lnTo>
                  <a:pt x="568771" y="5231676"/>
                </a:lnTo>
                <a:cubicBezTo>
                  <a:pt x="24875" y="4917657"/>
                  <a:pt x="-161478" y="4222181"/>
                  <a:pt x="152541" y="3678285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88269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10C56D3C-4260-8E27-5665-613701086D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1793638"/>
            <a:ext cx="3522950" cy="1107996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39931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DB8B3CA3-442F-6635-C547-4290D042B76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6300150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18425775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37687893-67B4-A936-3437-9722BD427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715386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007833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53227017-0470-41EB-12C4-6E8CCAF5BCF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569" y="971551"/>
            <a:ext cx="5254843" cy="868363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063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126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189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251" indent="0">
              <a:buNone/>
              <a:defRPr sz="3999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B77C54E-8E8F-1DF8-C6DB-2862B452F36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51447" y="1911755"/>
            <a:ext cx="4597810" cy="3854275"/>
          </a:xfrm>
          <a:custGeom>
            <a:avLst/>
            <a:gdLst>
              <a:gd name="connsiteX0" fmla="*/ 642392 w 4599008"/>
              <a:gd name="connsiteY0" fmla="*/ 0 h 3854275"/>
              <a:gd name="connsiteX1" fmla="*/ 4599008 w 4599008"/>
              <a:gd name="connsiteY1" fmla="*/ 0 h 3854275"/>
              <a:gd name="connsiteX2" fmla="*/ 4599008 w 4599008"/>
              <a:gd name="connsiteY2" fmla="*/ 3211883 h 3854275"/>
              <a:gd name="connsiteX3" fmla="*/ 3956616 w 4599008"/>
              <a:gd name="connsiteY3" fmla="*/ 3854275 h 3854275"/>
              <a:gd name="connsiteX4" fmla="*/ 0 w 4599008"/>
              <a:gd name="connsiteY4" fmla="*/ 3854275 h 3854275"/>
              <a:gd name="connsiteX5" fmla="*/ 0 w 4599008"/>
              <a:gd name="connsiteY5" fmla="*/ 642392 h 3854275"/>
              <a:gd name="connsiteX6" fmla="*/ 642392 w 4599008"/>
              <a:gd name="connsiteY6" fmla="*/ 0 h 3854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99008" h="3854275">
                <a:moveTo>
                  <a:pt x="642392" y="0"/>
                </a:moveTo>
                <a:lnTo>
                  <a:pt x="4599008" y="0"/>
                </a:lnTo>
                <a:lnTo>
                  <a:pt x="4599008" y="3211883"/>
                </a:lnTo>
                <a:cubicBezTo>
                  <a:pt x="4599008" y="3566666"/>
                  <a:pt x="4311399" y="3854275"/>
                  <a:pt x="3956616" y="3854275"/>
                </a:cubicBezTo>
                <a:lnTo>
                  <a:pt x="0" y="3854275"/>
                </a:lnTo>
                <a:lnTo>
                  <a:pt x="0" y="642392"/>
                </a:lnTo>
                <a:cubicBezTo>
                  <a:pt x="0" y="287609"/>
                  <a:pt x="287609" y="0"/>
                  <a:pt x="6423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5690937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176A7-B091-469C-82C8-89C693043C40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39B1FA-81F2-4940-9AF3-5EAFB5D66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07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37E282-A3FD-8FDF-6938-39CB19402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982" y="365126"/>
            <a:ext cx="1051286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4E0A95-6555-5CE0-2B04-590BB88858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982" y="1825625"/>
            <a:ext cx="1051286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D3B31-96C7-188A-7A1F-74625996BD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7982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B0145F-FA58-4242-A5B4-590FCCB69A0F}" type="datetimeFigureOut">
              <a:rPr lang="en-PK" smtClean="0"/>
              <a:t>08/18/2026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98D10-484E-D76E-8BED-E65AE31604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7549" y="6356351"/>
            <a:ext cx="4113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80257-D808-F7F3-9DDC-7F1794A6B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08357" y="6356351"/>
            <a:ext cx="274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DDFB9D-E974-4984-B692-DF7D1E2E45AF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9461084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</p:sldLayoutIdLst>
  <p:txStyles>
    <p:titleStyle>
      <a:lvl1pPr algn="l" defTabSz="914126" rtl="0" eaLnBrk="1" latinLnBrk="0" hangingPunct="1">
        <a:lnSpc>
          <a:spcPct val="90000"/>
        </a:lnSpc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31" indent="-228531" algn="l" defTabSz="914126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59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sap.github.io/cloud-sdk/docs/js/getting-started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ui5.sap.com/#/topic/be0cf40f61184b358b5faedaec98b2da" TargetMode="External"/><Relationship Id="rId1" Type="http://schemas.openxmlformats.org/officeDocument/2006/relationships/slideLayout" Target="../slideLayouts/slideLayout3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3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61.xml"/><Relationship Id="rId21" Type="http://schemas.openxmlformats.org/officeDocument/2006/relationships/image" Target="../media/image15.png"/><Relationship Id="rId42" Type="http://schemas.openxmlformats.org/officeDocument/2006/relationships/image" Target="../media/image25.png"/><Relationship Id="rId63" Type="http://schemas.openxmlformats.org/officeDocument/2006/relationships/customXml" Target="../ink/ink32.xml"/><Relationship Id="rId84" Type="http://schemas.openxmlformats.org/officeDocument/2006/relationships/customXml" Target="../ink/ink44.xml"/><Relationship Id="rId16" Type="http://schemas.openxmlformats.org/officeDocument/2006/relationships/customXml" Target="../ink/ink8.xml"/><Relationship Id="rId107" Type="http://schemas.openxmlformats.org/officeDocument/2006/relationships/customXml" Target="../ink/ink56.xml"/><Relationship Id="rId11" Type="http://schemas.openxmlformats.org/officeDocument/2006/relationships/image" Target="../media/image10.png"/><Relationship Id="rId32" Type="http://schemas.openxmlformats.org/officeDocument/2006/relationships/customXml" Target="../ink/ink16.xml"/><Relationship Id="rId37" Type="http://schemas.openxmlformats.org/officeDocument/2006/relationships/image" Target="../media/image23.png"/><Relationship Id="rId53" Type="http://schemas.openxmlformats.org/officeDocument/2006/relationships/customXml" Target="../ink/ink27.xml"/><Relationship Id="rId58" Type="http://schemas.openxmlformats.org/officeDocument/2006/relationships/image" Target="../media/image33.png"/><Relationship Id="rId74" Type="http://schemas.openxmlformats.org/officeDocument/2006/relationships/customXml" Target="../ink/ink38.xml"/><Relationship Id="rId79" Type="http://schemas.openxmlformats.org/officeDocument/2006/relationships/customXml" Target="../ink/ink41.xml"/><Relationship Id="rId102" Type="http://schemas.openxmlformats.org/officeDocument/2006/relationships/image" Target="../media/image53.png"/><Relationship Id="rId123" Type="http://schemas.openxmlformats.org/officeDocument/2006/relationships/image" Target="../media/image63.png"/><Relationship Id="rId128" Type="http://schemas.openxmlformats.org/officeDocument/2006/relationships/customXml" Target="../ink/ink67.xml"/><Relationship Id="rId5" Type="http://schemas.openxmlformats.org/officeDocument/2006/relationships/image" Target="../media/image7.png"/><Relationship Id="rId90" Type="http://schemas.openxmlformats.org/officeDocument/2006/relationships/customXml" Target="../ink/ink47.xml"/><Relationship Id="rId95" Type="http://schemas.openxmlformats.org/officeDocument/2006/relationships/image" Target="../media/image50.png"/><Relationship Id="rId22" Type="http://schemas.openxmlformats.org/officeDocument/2006/relationships/customXml" Target="../ink/ink11.xml"/><Relationship Id="rId27" Type="http://schemas.openxmlformats.org/officeDocument/2006/relationships/image" Target="../media/image18.png"/><Relationship Id="rId43" Type="http://schemas.openxmlformats.org/officeDocument/2006/relationships/customXml" Target="../ink/ink22.xml"/><Relationship Id="rId48" Type="http://schemas.openxmlformats.org/officeDocument/2006/relationships/image" Target="../media/image28.png"/><Relationship Id="rId64" Type="http://schemas.openxmlformats.org/officeDocument/2006/relationships/customXml" Target="../ink/ink33.xml"/><Relationship Id="rId69" Type="http://schemas.openxmlformats.org/officeDocument/2006/relationships/image" Target="../media/image38.png"/><Relationship Id="rId113" Type="http://schemas.openxmlformats.org/officeDocument/2006/relationships/customXml" Target="../ink/ink59.xml"/><Relationship Id="rId118" Type="http://schemas.openxmlformats.org/officeDocument/2006/relationships/customXml" Target="../ink/ink62.xml"/><Relationship Id="rId134" Type="http://schemas.openxmlformats.org/officeDocument/2006/relationships/customXml" Target="../ink/ink70.xml"/><Relationship Id="rId80" Type="http://schemas.openxmlformats.org/officeDocument/2006/relationships/image" Target="../media/image43.png"/><Relationship Id="rId85" Type="http://schemas.openxmlformats.org/officeDocument/2006/relationships/image" Target="../media/image45.png"/><Relationship Id="rId12" Type="http://schemas.openxmlformats.org/officeDocument/2006/relationships/customXml" Target="../ink/ink6.xml"/><Relationship Id="rId17" Type="http://schemas.openxmlformats.org/officeDocument/2006/relationships/image" Target="../media/image13.png"/><Relationship Id="rId33" Type="http://schemas.openxmlformats.org/officeDocument/2006/relationships/image" Target="../media/image21.png"/><Relationship Id="rId38" Type="http://schemas.openxmlformats.org/officeDocument/2006/relationships/customXml" Target="../ink/ink19.xml"/><Relationship Id="rId59" Type="http://schemas.openxmlformats.org/officeDocument/2006/relationships/customXml" Target="../ink/ink30.xml"/><Relationship Id="rId103" Type="http://schemas.openxmlformats.org/officeDocument/2006/relationships/customXml" Target="../ink/ink54.xml"/><Relationship Id="rId108" Type="http://schemas.openxmlformats.org/officeDocument/2006/relationships/image" Target="../media/image56.png"/><Relationship Id="rId124" Type="http://schemas.openxmlformats.org/officeDocument/2006/relationships/customXml" Target="../ink/ink65.xml"/><Relationship Id="rId129" Type="http://schemas.openxmlformats.org/officeDocument/2006/relationships/image" Target="../media/image66.png"/><Relationship Id="rId54" Type="http://schemas.openxmlformats.org/officeDocument/2006/relationships/image" Target="../media/image31.png"/><Relationship Id="rId70" Type="http://schemas.openxmlformats.org/officeDocument/2006/relationships/customXml" Target="../ink/ink36.xml"/><Relationship Id="rId75" Type="http://schemas.openxmlformats.org/officeDocument/2006/relationships/image" Target="../media/image41.png"/><Relationship Id="rId91" Type="http://schemas.openxmlformats.org/officeDocument/2006/relationships/image" Target="../media/image48.png"/><Relationship Id="rId96" Type="http://schemas.openxmlformats.org/officeDocument/2006/relationships/customXml" Target="../ink/ink50.xml"/><Relationship Id="rId1" Type="http://schemas.openxmlformats.org/officeDocument/2006/relationships/slideLayout" Target="../slideLayouts/slideLayout33.xml"/><Relationship Id="rId6" Type="http://schemas.openxmlformats.org/officeDocument/2006/relationships/customXml" Target="../ink/ink3.xml"/><Relationship Id="rId23" Type="http://schemas.openxmlformats.org/officeDocument/2006/relationships/image" Target="../media/image16.png"/><Relationship Id="rId28" Type="http://schemas.openxmlformats.org/officeDocument/2006/relationships/customXml" Target="../ink/ink14.xml"/><Relationship Id="rId49" Type="http://schemas.openxmlformats.org/officeDocument/2006/relationships/customXml" Target="../ink/ink25.xml"/><Relationship Id="rId114" Type="http://schemas.openxmlformats.org/officeDocument/2006/relationships/image" Target="../media/image59.png"/><Relationship Id="rId119" Type="http://schemas.openxmlformats.org/officeDocument/2006/relationships/image" Target="../media/image61.png"/><Relationship Id="rId44" Type="http://schemas.openxmlformats.org/officeDocument/2006/relationships/image" Target="../media/image26.png"/><Relationship Id="rId60" Type="http://schemas.openxmlformats.org/officeDocument/2006/relationships/image" Target="../media/image34.png"/><Relationship Id="rId65" Type="http://schemas.openxmlformats.org/officeDocument/2006/relationships/image" Target="../media/image36.png"/><Relationship Id="rId81" Type="http://schemas.openxmlformats.org/officeDocument/2006/relationships/customXml" Target="../ink/ink42.xml"/><Relationship Id="rId86" Type="http://schemas.openxmlformats.org/officeDocument/2006/relationships/customXml" Target="../ink/ink45.xml"/><Relationship Id="rId130" Type="http://schemas.openxmlformats.org/officeDocument/2006/relationships/customXml" Target="../ink/ink68.xml"/><Relationship Id="rId135" Type="http://schemas.openxmlformats.org/officeDocument/2006/relationships/image" Target="../media/image69.png"/><Relationship Id="rId13" Type="http://schemas.openxmlformats.org/officeDocument/2006/relationships/image" Target="../media/image11.png"/><Relationship Id="rId18" Type="http://schemas.openxmlformats.org/officeDocument/2006/relationships/customXml" Target="../ink/ink9.xml"/><Relationship Id="rId39" Type="http://schemas.openxmlformats.org/officeDocument/2006/relationships/image" Target="../media/image24.png"/><Relationship Id="rId109" Type="http://schemas.openxmlformats.org/officeDocument/2006/relationships/customXml" Target="../ink/ink57.xml"/><Relationship Id="rId34" Type="http://schemas.openxmlformats.org/officeDocument/2006/relationships/customXml" Target="../ink/ink17.xml"/><Relationship Id="rId50" Type="http://schemas.openxmlformats.org/officeDocument/2006/relationships/image" Target="../media/image29.png"/><Relationship Id="rId55" Type="http://schemas.openxmlformats.org/officeDocument/2006/relationships/customXml" Target="../ink/ink28.xml"/><Relationship Id="rId76" Type="http://schemas.openxmlformats.org/officeDocument/2006/relationships/customXml" Target="../ink/ink39.xml"/><Relationship Id="rId97" Type="http://schemas.openxmlformats.org/officeDocument/2006/relationships/image" Target="../media/image51.png"/><Relationship Id="rId104" Type="http://schemas.openxmlformats.org/officeDocument/2006/relationships/image" Target="../media/image54.png"/><Relationship Id="rId120" Type="http://schemas.openxmlformats.org/officeDocument/2006/relationships/customXml" Target="../ink/ink63.xml"/><Relationship Id="rId125" Type="http://schemas.openxmlformats.org/officeDocument/2006/relationships/image" Target="../media/image64.png"/><Relationship Id="rId7" Type="http://schemas.openxmlformats.org/officeDocument/2006/relationships/image" Target="../media/image8.png"/><Relationship Id="rId71" Type="http://schemas.openxmlformats.org/officeDocument/2006/relationships/image" Target="../media/image39.png"/><Relationship Id="rId92" Type="http://schemas.openxmlformats.org/officeDocument/2006/relationships/customXml" Target="../ink/ink48.xml"/><Relationship Id="rId2" Type="http://schemas.openxmlformats.org/officeDocument/2006/relationships/customXml" Target="../ink/ink1.xml"/><Relationship Id="rId29" Type="http://schemas.openxmlformats.org/officeDocument/2006/relationships/image" Target="../media/image19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customXml" Target="../ink/ink23.xml"/><Relationship Id="rId66" Type="http://schemas.openxmlformats.org/officeDocument/2006/relationships/customXml" Target="../ink/ink34.xml"/><Relationship Id="rId87" Type="http://schemas.openxmlformats.org/officeDocument/2006/relationships/image" Target="../media/image46.png"/><Relationship Id="rId110" Type="http://schemas.openxmlformats.org/officeDocument/2006/relationships/image" Target="../media/image57.png"/><Relationship Id="rId115" Type="http://schemas.openxmlformats.org/officeDocument/2006/relationships/customXml" Target="../ink/ink60.xml"/><Relationship Id="rId131" Type="http://schemas.openxmlformats.org/officeDocument/2006/relationships/image" Target="../media/image67.png"/><Relationship Id="rId136" Type="http://schemas.openxmlformats.org/officeDocument/2006/relationships/customXml" Target="../ink/ink71.xml"/><Relationship Id="rId61" Type="http://schemas.openxmlformats.org/officeDocument/2006/relationships/customXml" Target="../ink/ink31.xml"/><Relationship Id="rId82" Type="http://schemas.openxmlformats.org/officeDocument/2006/relationships/customXml" Target="../ink/ink43.xml"/><Relationship Id="rId19" Type="http://schemas.openxmlformats.org/officeDocument/2006/relationships/image" Target="../media/image14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22.png"/><Relationship Id="rId56" Type="http://schemas.openxmlformats.org/officeDocument/2006/relationships/image" Target="../media/image32.png"/><Relationship Id="rId77" Type="http://schemas.openxmlformats.org/officeDocument/2006/relationships/image" Target="../media/image42.png"/><Relationship Id="rId100" Type="http://schemas.openxmlformats.org/officeDocument/2006/relationships/image" Target="../media/image52.png"/><Relationship Id="rId105" Type="http://schemas.openxmlformats.org/officeDocument/2006/relationships/customXml" Target="../ink/ink55.xml"/><Relationship Id="rId126" Type="http://schemas.openxmlformats.org/officeDocument/2006/relationships/customXml" Target="../ink/ink66.xml"/><Relationship Id="rId8" Type="http://schemas.openxmlformats.org/officeDocument/2006/relationships/customXml" Target="../ink/ink4.xml"/><Relationship Id="rId51" Type="http://schemas.openxmlformats.org/officeDocument/2006/relationships/customXml" Target="../ink/ink26.xml"/><Relationship Id="rId72" Type="http://schemas.openxmlformats.org/officeDocument/2006/relationships/customXml" Target="../ink/ink37.xml"/><Relationship Id="rId93" Type="http://schemas.openxmlformats.org/officeDocument/2006/relationships/image" Target="../media/image49.png"/><Relationship Id="rId98" Type="http://schemas.openxmlformats.org/officeDocument/2006/relationships/customXml" Target="../ink/ink51.xml"/><Relationship Id="rId121" Type="http://schemas.openxmlformats.org/officeDocument/2006/relationships/image" Target="../media/image62.png"/><Relationship Id="rId3" Type="http://schemas.openxmlformats.org/officeDocument/2006/relationships/image" Target="../media/image6.png"/><Relationship Id="rId25" Type="http://schemas.openxmlformats.org/officeDocument/2006/relationships/image" Target="../media/image17.png"/><Relationship Id="rId46" Type="http://schemas.openxmlformats.org/officeDocument/2006/relationships/image" Target="../media/image27.png"/><Relationship Id="rId67" Type="http://schemas.openxmlformats.org/officeDocument/2006/relationships/image" Target="../media/image37.png"/><Relationship Id="rId116" Type="http://schemas.openxmlformats.org/officeDocument/2006/relationships/image" Target="../media/image60.png"/><Relationship Id="rId137" Type="http://schemas.openxmlformats.org/officeDocument/2006/relationships/image" Target="../media/image70.png"/><Relationship Id="rId20" Type="http://schemas.openxmlformats.org/officeDocument/2006/relationships/customXml" Target="../ink/ink10.xml"/><Relationship Id="rId41" Type="http://schemas.openxmlformats.org/officeDocument/2006/relationships/customXml" Target="../ink/ink21.xml"/><Relationship Id="rId62" Type="http://schemas.openxmlformats.org/officeDocument/2006/relationships/image" Target="../media/image35.png"/><Relationship Id="rId83" Type="http://schemas.openxmlformats.org/officeDocument/2006/relationships/image" Target="../media/image44.png"/><Relationship Id="rId88" Type="http://schemas.openxmlformats.org/officeDocument/2006/relationships/customXml" Target="../ink/ink46.xml"/><Relationship Id="rId111" Type="http://schemas.openxmlformats.org/officeDocument/2006/relationships/customXml" Target="../ink/ink58.xml"/><Relationship Id="rId132" Type="http://schemas.openxmlformats.org/officeDocument/2006/relationships/customXml" Target="../ink/ink69.xml"/><Relationship Id="rId15" Type="http://schemas.openxmlformats.org/officeDocument/2006/relationships/image" Target="../media/image12.png"/><Relationship Id="rId36" Type="http://schemas.openxmlformats.org/officeDocument/2006/relationships/customXml" Target="../ink/ink18.xml"/><Relationship Id="rId57" Type="http://schemas.openxmlformats.org/officeDocument/2006/relationships/customXml" Target="../ink/ink29.xml"/><Relationship Id="rId106" Type="http://schemas.openxmlformats.org/officeDocument/2006/relationships/image" Target="../media/image55.png"/><Relationship Id="rId127" Type="http://schemas.openxmlformats.org/officeDocument/2006/relationships/image" Target="../media/image65.png"/><Relationship Id="rId10" Type="http://schemas.openxmlformats.org/officeDocument/2006/relationships/customXml" Target="../ink/ink5.xml"/><Relationship Id="rId31" Type="http://schemas.openxmlformats.org/officeDocument/2006/relationships/image" Target="../media/image20.png"/><Relationship Id="rId52" Type="http://schemas.openxmlformats.org/officeDocument/2006/relationships/image" Target="../media/image30.png"/><Relationship Id="rId73" Type="http://schemas.openxmlformats.org/officeDocument/2006/relationships/image" Target="../media/image40.png"/><Relationship Id="rId78" Type="http://schemas.openxmlformats.org/officeDocument/2006/relationships/customXml" Target="../ink/ink40.xml"/><Relationship Id="rId94" Type="http://schemas.openxmlformats.org/officeDocument/2006/relationships/customXml" Target="../ink/ink49.xml"/><Relationship Id="rId99" Type="http://schemas.openxmlformats.org/officeDocument/2006/relationships/customXml" Target="../ink/ink52.xml"/><Relationship Id="rId101" Type="http://schemas.openxmlformats.org/officeDocument/2006/relationships/customXml" Target="../ink/ink53.xml"/><Relationship Id="rId122" Type="http://schemas.openxmlformats.org/officeDocument/2006/relationships/customXml" Target="../ink/ink64.xml"/><Relationship Id="rId4" Type="http://schemas.openxmlformats.org/officeDocument/2006/relationships/customXml" Target="../ink/ink2.xml"/><Relationship Id="rId9" Type="http://schemas.openxmlformats.org/officeDocument/2006/relationships/image" Target="../media/image9.png"/><Relationship Id="rId26" Type="http://schemas.openxmlformats.org/officeDocument/2006/relationships/customXml" Target="../ink/ink13.xml"/><Relationship Id="rId47" Type="http://schemas.openxmlformats.org/officeDocument/2006/relationships/customXml" Target="../ink/ink24.xml"/><Relationship Id="rId68" Type="http://schemas.openxmlformats.org/officeDocument/2006/relationships/customXml" Target="../ink/ink35.xml"/><Relationship Id="rId89" Type="http://schemas.openxmlformats.org/officeDocument/2006/relationships/image" Target="../media/image47.png"/><Relationship Id="rId112" Type="http://schemas.openxmlformats.org/officeDocument/2006/relationships/image" Target="../media/image58.png"/><Relationship Id="rId133" Type="http://schemas.openxmlformats.org/officeDocument/2006/relationships/image" Target="../media/image6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2.png"/><Relationship Id="rId4" Type="http://schemas.openxmlformats.org/officeDocument/2006/relationships/hyperlink" Target="http://www.dribbble.com/" TargetMode="Externa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jpeg"/><Relationship Id="rId3" Type="http://schemas.openxmlformats.org/officeDocument/2006/relationships/image" Target="../media/image73.jpeg"/><Relationship Id="rId7" Type="http://schemas.openxmlformats.org/officeDocument/2006/relationships/image" Target="../media/image77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6.tiff"/><Relationship Id="rId5" Type="http://schemas.openxmlformats.org/officeDocument/2006/relationships/image" Target="../media/image75.tiff"/><Relationship Id="rId4" Type="http://schemas.openxmlformats.org/officeDocument/2006/relationships/image" Target="../media/image74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21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21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E791A1-2958-78B0-ECDD-F89DDE02F4B6}"/>
              </a:ext>
            </a:extLst>
          </p:cNvPr>
          <p:cNvSpPr/>
          <p:nvPr/>
        </p:nvSpPr>
        <p:spPr>
          <a:xfrm>
            <a:off x="3453886" y="131323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B89E801-E285-EBED-06F5-7E2B1B8E1E7A}"/>
              </a:ext>
            </a:extLst>
          </p:cNvPr>
          <p:cNvSpPr/>
          <p:nvPr/>
        </p:nvSpPr>
        <p:spPr>
          <a:xfrm>
            <a:off x="3453886" y="306896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AB72EB-5FE6-B5CA-C654-D15CE54000E9}"/>
              </a:ext>
            </a:extLst>
          </p:cNvPr>
          <p:cNvSpPr/>
          <p:nvPr/>
        </p:nvSpPr>
        <p:spPr>
          <a:xfrm>
            <a:off x="3453886" y="482468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A27EE0E-9853-D0E9-E5A8-87BE731920EA}"/>
              </a:ext>
            </a:extLst>
          </p:cNvPr>
          <p:cNvGrpSpPr/>
          <p:nvPr/>
        </p:nvGrpSpPr>
        <p:grpSpPr>
          <a:xfrm>
            <a:off x="4118571" y="1566251"/>
            <a:ext cx="4359562" cy="922336"/>
            <a:chOff x="1395616" y="871285"/>
            <a:chExt cx="3825734" cy="106413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B429D3B-7C38-B33E-067B-835764291C87}"/>
                </a:ext>
              </a:extLst>
            </p:cNvPr>
            <p:cNvSpPr txBox="1"/>
            <p:nvPr/>
          </p:nvSpPr>
          <p:spPr>
            <a:xfrm>
              <a:off x="2984420" y="1083774"/>
              <a:ext cx="2236930" cy="63917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Side by side extension Scenario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18C39A3-CA2B-146F-D772-D14998B4D672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773B0C-4C36-F5CF-6049-15A22D3353B9}"/>
              </a:ext>
            </a:extLst>
          </p:cNvPr>
          <p:cNvGrpSpPr/>
          <p:nvPr/>
        </p:nvGrpSpPr>
        <p:grpSpPr>
          <a:xfrm>
            <a:off x="4118571" y="3321970"/>
            <a:ext cx="4431570" cy="922336"/>
            <a:chOff x="1395616" y="871285"/>
            <a:chExt cx="3825734" cy="106413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8BB80F5-BF50-C0D2-25DF-59F695C70420}"/>
                </a:ext>
              </a:extLst>
            </p:cNvPr>
            <p:cNvSpPr txBox="1"/>
            <p:nvPr/>
          </p:nvSpPr>
          <p:spPr>
            <a:xfrm>
              <a:off x="2984420" y="1243562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Adding freestyle Fiori UI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824D9CE-F522-A342-1387-CC55E9C4494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1BD1B35-A18B-68D7-E07B-1A1A9AD2E859}"/>
              </a:ext>
            </a:extLst>
          </p:cNvPr>
          <p:cNvGrpSpPr/>
          <p:nvPr/>
        </p:nvGrpSpPr>
        <p:grpSpPr>
          <a:xfrm>
            <a:off x="4118571" y="5077693"/>
            <a:ext cx="4431570" cy="922336"/>
            <a:chOff x="1395616" y="871285"/>
            <a:chExt cx="4290329" cy="106413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BEC2032-A77D-A0B0-E149-A23467DC1CAA}"/>
                </a:ext>
              </a:extLst>
            </p:cNvPr>
            <p:cNvSpPr txBox="1"/>
            <p:nvPr/>
          </p:nvSpPr>
          <p:spPr>
            <a:xfrm>
              <a:off x="2984420" y="1243560"/>
              <a:ext cx="2701525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Deploying app to cloud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60195D9-2B81-A5CA-17AA-E418FAD1D320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A7F54-4532-E4E8-9F0B-6BA6890AB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 2: 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EDE388-1C69-F73B-2341-9A5162010CCC}"/>
              </a:ext>
            </a:extLst>
          </p:cNvPr>
          <p:cNvSpPr/>
          <p:nvPr/>
        </p:nvSpPr>
        <p:spPr>
          <a:xfrm>
            <a:off x="9046740" y="1916832"/>
            <a:ext cx="2592288" cy="1944216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SAP or Non SAP API OData which we want to reuse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6D99C49-CFD9-3CE2-8C2B-3299E8CADDC4}"/>
              </a:ext>
            </a:extLst>
          </p:cNvPr>
          <p:cNvSpPr/>
          <p:nvPr/>
        </p:nvSpPr>
        <p:spPr>
          <a:xfrm>
            <a:off x="3718148" y="2276872"/>
            <a:ext cx="3744416" cy="1224136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CAPM App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Middleware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Data manipulation, enrichment, Security, automation, movement, proxy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DD867DC-C05A-C396-96F6-E7297E14844B}"/>
              </a:ext>
            </a:extLst>
          </p:cNvPr>
          <p:cNvCxnSpPr>
            <a:stCxn id="28" idx="3"/>
            <a:endCxn id="27" idx="1"/>
          </p:cNvCxnSpPr>
          <p:nvPr/>
        </p:nvCxnSpPr>
        <p:spPr>
          <a:xfrm>
            <a:off x="7462564" y="2888940"/>
            <a:ext cx="1584176" cy="0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55E0D34-71EA-9DC5-8463-A646BB0B45D2}"/>
              </a:ext>
            </a:extLst>
          </p:cNvPr>
          <p:cNvSpPr/>
          <p:nvPr/>
        </p:nvSpPr>
        <p:spPr>
          <a:xfrm>
            <a:off x="4726260" y="4149080"/>
            <a:ext cx="1512168" cy="792088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HANA</a:t>
            </a:r>
          </a:p>
        </p:txBody>
      </p:sp>
      <p:sp>
        <p:nvSpPr>
          <p:cNvPr id="31" name="Arrow: Down 30">
            <a:extLst>
              <a:ext uri="{FF2B5EF4-FFF2-40B4-BE49-F238E27FC236}">
                <a16:creationId xmlns:a16="http://schemas.microsoft.com/office/drawing/2014/main" id="{12FC8EE1-CF00-157D-2D7E-BC12CDB70012}"/>
              </a:ext>
            </a:extLst>
          </p:cNvPr>
          <p:cNvSpPr/>
          <p:nvPr/>
        </p:nvSpPr>
        <p:spPr>
          <a:xfrm>
            <a:off x="4726260" y="3573016"/>
            <a:ext cx="504056" cy="504056"/>
          </a:xfrm>
          <a:prstGeom prst="downArrow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2" name="Arrow: Down 31">
            <a:extLst>
              <a:ext uri="{FF2B5EF4-FFF2-40B4-BE49-F238E27FC236}">
                <a16:creationId xmlns:a16="http://schemas.microsoft.com/office/drawing/2014/main" id="{D2B1FAC0-1C04-B82A-A7A6-015191B7C784}"/>
              </a:ext>
            </a:extLst>
          </p:cNvPr>
          <p:cNvSpPr/>
          <p:nvPr/>
        </p:nvSpPr>
        <p:spPr>
          <a:xfrm rot="10800000">
            <a:off x="5590356" y="3559869"/>
            <a:ext cx="504056" cy="504056"/>
          </a:xfrm>
          <a:prstGeom prst="downArrow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13B93FE-659E-CEB6-6EEB-7A2BA2DCB497}"/>
              </a:ext>
            </a:extLst>
          </p:cNvPr>
          <p:cNvSpPr/>
          <p:nvPr/>
        </p:nvSpPr>
        <p:spPr>
          <a:xfrm>
            <a:off x="4366219" y="1072957"/>
            <a:ext cx="2448272" cy="720080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Own Fiori App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6298F06-C247-4BA9-CF6F-22C72B2A487B}"/>
              </a:ext>
            </a:extLst>
          </p:cNvPr>
          <p:cNvCxnSpPr>
            <a:stCxn id="33" idx="2"/>
            <a:endCxn id="28" idx="0"/>
          </p:cNvCxnSpPr>
          <p:nvPr/>
        </p:nvCxnSpPr>
        <p:spPr>
          <a:xfrm>
            <a:off x="5590355" y="1793037"/>
            <a:ext cx="1" cy="483835"/>
          </a:xfrm>
          <a:prstGeom prst="straightConnector1">
            <a:avLst/>
          </a:prstGeom>
          <a:noFill/>
          <a:ln w="9525" cap="flat" cmpd="sng" algn="ctr">
            <a:solidFill>
              <a:schemeClr val="bg1"/>
            </a:solidFill>
            <a:prstDash val="solid"/>
            <a:headEnd type="triangle"/>
            <a:tailEnd type="triangle"/>
          </a:ln>
          <a:effectLst/>
        </p:spPr>
      </p:cxn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10DFE58B-C58F-5FCB-5DC2-E2B7A641EF99}"/>
              </a:ext>
            </a:extLst>
          </p:cNvPr>
          <p:cNvSpPr/>
          <p:nvPr/>
        </p:nvSpPr>
        <p:spPr>
          <a:xfrm>
            <a:off x="1989956" y="2420888"/>
            <a:ext cx="1584176" cy="307777"/>
          </a:xfrm>
          <a:prstGeom prst="rightArrow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CE4759A3-7ED1-1123-1CD9-2B2B55223900}"/>
              </a:ext>
            </a:extLst>
          </p:cNvPr>
          <p:cNvSpPr/>
          <p:nvPr/>
        </p:nvSpPr>
        <p:spPr>
          <a:xfrm rot="10800000">
            <a:off x="1989956" y="2855170"/>
            <a:ext cx="1584176" cy="307777"/>
          </a:xfrm>
          <a:prstGeom prst="rightArrow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40883C-2D2F-2F80-6B0F-3A997CA1FE9B}"/>
              </a:ext>
            </a:extLst>
          </p:cNvPr>
          <p:cNvSpPr/>
          <p:nvPr/>
        </p:nvSpPr>
        <p:spPr>
          <a:xfrm>
            <a:off x="261761" y="2132856"/>
            <a:ext cx="1584177" cy="1440160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Android App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0" dirty="0">
                <a:solidFill>
                  <a:prstClr val="white"/>
                </a:solidFill>
                <a:latin typeface="Segoe UI"/>
              </a:rPr>
              <a:t>SAP UI5 App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2729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on: Initialize CAPM Extension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2B31D3-E342-461D-7674-04DB2CC57CA4}"/>
              </a:ext>
            </a:extLst>
          </p:cNvPr>
          <p:cNvSpPr txBox="1"/>
          <p:nvPr/>
        </p:nvSpPr>
        <p:spPr>
          <a:xfrm>
            <a:off x="189756" y="874455"/>
            <a:ext cx="11809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Create a new cap project with </a:t>
            </a:r>
            <a:r>
              <a:rPr lang="en-US" sz="2000" b="1" dirty="0" err="1">
                <a:solidFill>
                  <a:schemeClr val="bg1"/>
                </a:solidFill>
              </a:rPr>
              <a:t>cds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init</a:t>
            </a:r>
            <a:endParaRPr lang="en-US" sz="2000" dirty="0">
              <a:solidFill>
                <a:schemeClr val="bg1"/>
              </a:solidFill>
            </a:endParaRPr>
          </a:p>
          <a:p>
            <a:pPr marL="457200" indent="-4572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Drag drop </a:t>
            </a:r>
            <a:r>
              <a:rPr lang="en-US" sz="2000" dirty="0" err="1">
                <a:solidFill>
                  <a:schemeClr val="bg1"/>
                </a:solidFill>
              </a:rPr>
              <a:t>edmx</a:t>
            </a:r>
            <a:r>
              <a:rPr lang="en-US" sz="2000" dirty="0">
                <a:solidFill>
                  <a:schemeClr val="bg1"/>
                </a:solidFill>
              </a:rPr>
              <a:t> file downloaded from API hub and perform </a:t>
            </a:r>
            <a:r>
              <a:rPr lang="en-US" sz="2000" b="1" dirty="0" err="1">
                <a:solidFill>
                  <a:schemeClr val="bg1"/>
                </a:solidFill>
              </a:rPr>
              <a:t>cds</a:t>
            </a:r>
            <a:r>
              <a:rPr lang="en-US" sz="2000" b="1" dirty="0">
                <a:solidFill>
                  <a:schemeClr val="bg1"/>
                </a:solidFill>
              </a:rPr>
              <a:t> import </a:t>
            </a:r>
            <a:r>
              <a:rPr lang="en-US" sz="2000" dirty="0">
                <a:solidFill>
                  <a:schemeClr val="bg1"/>
                </a:solidFill>
              </a:rPr>
              <a:t>PATH_OF_EDMX</a:t>
            </a:r>
          </a:p>
          <a:p>
            <a:pPr marL="457200" indent="-4572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Add a new </a:t>
            </a:r>
            <a:r>
              <a:rPr lang="en-US" sz="2000" dirty="0" err="1">
                <a:solidFill>
                  <a:schemeClr val="bg1"/>
                </a:solidFill>
              </a:rPr>
              <a:t>CatalogService.cds</a:t>
            </a:r>
            <a:r>
              <a:rPr lang="en-US" sz="2000" dirty="0">
                <a:solidFill>
                  <a:schemeClr val="bg1"/>
                </a:solidFill>
              </a:rPr>
              <a:t> and CatalogService.js</a:t>
            </a:r>
          </a:p>
          <a:p>
            <a:pPr marL="457200" indent="-457200">
              <a:buAutoNum type="arabicPeriod"/>
            </a:pPr>
            <a:r>
              <a:rPr lang="en-US" sz="2000" dirty="0">
                <a:solidFill>
                  <a:srgbClr val="0000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S4HANA cloud </a:t>
            </a:r>
            <a:r>
              <a:rPr lang="en-US" sz="2000" dirty="0" err="1">
                <a:solidFill>
                  <a:srgbClr val="0000FF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sdk</a:t>
            </a:r>
            <a:r>
              <a:rPr lang="en-US" sz="20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sz="2000" dirty="0">
                <a:solidFill>
                  <a:schemeClr val="bg1"/>
                </a:solidFill>
              </a:rPr>
              <a:t>is SAP’s portfolio of all the type safe API (node modules) to communicate to SAP APIs.</a:t>
            </a:r>
          </a:p>
          <a:p>
            <a:pPr marL="457200" indent="-457200">
              <a:buAutoNum type="arabicPeriod"/>
            </a:pPr>
            <a:r>
              <a:rPr lang="en-IN" sz="2000" dirty="0">
                <a:solidFill>
                  <a:schemeClr val="bg1"/>
                </a:solidFill>
              </a:rPr>
              <a:t>Install the node module @sap/cloud-sdk-vdm-sales-order-service</a:t>
            </a:r>
          </a:p>
          <a:p>
            <a:pPr marL="457200" indent="-457200">
              <a:buAutoNum type="arabicPeriod"/>
            </a:pPr>
            <a:r>
              <a:rPr lang="en-IN" sz="2000" dirty="0">
                <a:solidFill>
                  <a:schemeClr val="bg1"/>
                </a:solidFill>
              </a:rPr>
              <a:t>Add the configuration to test our </a:t>
            </a:r>
            <a:r>
              <a:rPr lang="en-IN" sz="2000" dirty="0" err="1">
                <a:solidFill>
                  <a:schemeClr val="bg1"/>
                </a:solidFill>
              </a:rPr>
              <a:t>api</a:t>
            </a:r>
            <a:r>
              <a:rPr lang="en-IN" sz="2000" dirty="0">
                <a:solidFill>
                  <a:schemeClr val="bg1"/>
                </a:solidFill>
              </a:rPr>
              <a:t> locally – credentials </a:t>
            </a:r>
          </a:p>
          <a:p>
            <a:pPr marL="457200" indent="-457200">
              <a:buAutoNum type="arabicPeriod"/>
            </a:pPr>
            <a:endParaRPr lang="en-IN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346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A7F54-4532-E4E8-9F0B-6BA6890AB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on: Initialize CAPM Extension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E7517E-7184-B854-6DC3-2C27B9924D1A}"/>
              </a:ext>
            </a:extLst>
          </p:cNvPr>
          <p:cNvSpPr txBox="1"/>
          <p:nvPr/>
        </p:nvSpPr>
        <p:spPr>
          <a:xfrm>
            <a:off x="189756" y="980728"/>
            <a:ext cx="11809312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Create a new folder and initialize cap project using </a:t>
            </a:r>
            <a:r>
              <a:rPr lang="en-US" sz="2000" b="1" dirty="0" err="1">
                <a:solidFill>
                  <a:schemeClr val="bg1"/>
                </a:solidFill>
              </a:rPr>
              <a:t>cds</a:t>
            </a:r>
            <a:r>
              <a:rPr lang="en-US" sz="2000" b="1" dirty="0">
                <a:solidFill>
                  <a:schemeClr val="bg1"/>
                </a:solidFill>
              </a:rPr>
              <a:t> </a:t>
            </a:r>
            <a:r>
              <a:rPr lang="en-US" sz="2000" b="1" dirty="0" err="1">
                <a:solidFill>
                  <a:schemeClr val="bg1"/>
                </a:solidFill>
              </a:rPr>
              <a:t>init</a:t>
            </a:r>
            <a:endParaRPr lang="en-US" sz="2000" b="1" dirty="0">
              <a:solidFill>
                <a:schemeClr val="bg1"/>
              </a:solidFill>
            </a:endParaRPr>
          </a:p>
          <a:p>
            <a:pPr marL="457200" indent="-457200">
              <a:buAutoNum type="arabicPeriod"/>
            </a:pPr>
            <a:r>
              <a:rPr lang="en-US" sz="2000" dirty="0">
                <a:solidFill>
                  <a:schemeClr val="bg1"/>
                </a:solidFill>
              </a:rPr>
              <a:t>Go inside project and install following modules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2.1 Cloud Foundry Security - @sap/xssec, @sap/xsenv, passport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2.2 OData V2 @sap/cds-odata-v2-adapter-proxy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2.3 Serving </a:t>
            </a:r>
            <a:r>
              <a:rPr lang="en-IN" sz="2000" dirty="0" err="1">
                <a:solidFill>
                  <a:schemeClr val="bg1"/>
                </a:solidFill>
              </a:rPr>
              <a:t>odata</a:t>
            </a:r>
            <a:r>
              <a:rPr lang="en-IN" sz="2000" dirty="0">
                <a:solidFill>
                  <a:schemeClr val="bg1"/>
                </a:solidFill>
              </a:rPr>
              <a:t> v2 over cloud </a:t>
            </a:r>
            <a:r>
              <a:rPr lang="en-IN" sz="2000" dirty="0" err="1">
                <a:solidFill>
                  <a:schemeClr val="bg1"/>
                </a:solidFill>
              </a:rPr>
              <a:t>sdk</a:t>
            </a:r>
            <a:r>
              <a:rPr lang="en-IN" sz="2000" dirty="0">
                <a:solidFill>
                  <a:schemeClr val="bg1"/>
                </a:solidFill>
              </a:rPr>
              <a:t> - @sap-cloud-sdk/odata-v2</a:t>
            </a:r>
          </a:p>
          <a:p>
            <a:pPr lvl="1"/>
            <a:r>
              <a:rPr lang="en-IN" sz="2000" dirty="0">
                <a:solidFill>
                  <a:schemeClr val="bg1"/>
                </a:solidFill>
              </a:rPr>
              <a:t>2.4 To generate the service code in node </a:t>
            </a:r>
            <a:r>
              <a:rPr lang="en-IN" sz="2000" dirty="0" err="1">
                <a:solidFill>
                  <a:schemeClr val="bg1"/>
                </a:solidFill>
              </a:rPr>
              <a:t>js</a:t>
            </a:r>
            <a:r>
              <a:rPr lang="en-IN" sz="2000" dirty="0">
                <a:solidFill>
                  <a:schemeClr val="bg1"/>
                </a:solidFill>
              </a:rPr>
              <a:t>, install cloud </a:t>
            </a:r>
            <a:r>
              <a:rPr lang="en-IN" sz="2000" dirty="0" err="1">
                <a:solidFill>
                  <a:schemeClr val="bg1"/>
                </a:solidFill>
              </a:rPr>
              <a:t>sdk</a:t>
            </a:r>
            <a:r>
              <a:rPr lang="en-IN" sz="2000" dirty="0">
                <a:solidFill>
                  <a:schemeClr val="bg1"/>
                </a:solidFill>
              </a:rPr>
              <a:t> generator module using @sap-cloud-sdk/generator</a:t>
            </a:r>
          </a:p>
          <a:p>
            <a:r>
              <a:rPr lang="en-IN" sz="2000" dirty="0">
                <a:solidFill>
                  <a:schemeClr val="bg1"/>
                </a:solidFill>
              </a:rPr>
              <a:t>3. Create a new folder service-spec, and </a:t>
            </a:r>
            <a:r>
              <a:rPr lang="en-IN" sz="2000" dirty="0" err="1">
                <a:solidFill>
                  <a:schemeClr val="bg1"/>
                </a:solidFill>
              </a:rPr>
              <a:t>cds</a:t>
            </a:r>
            <a:r>
              <a:rPr lang="en-IN" sz="2000" dirty="0">
                <a:solidFill>
                  <a:schemeClr val="bg1"/>
                </a:solidFill>
              </a:rPr>
              <a:t> watch, after that drag drop the </a:t>
            </a:r>
            <a:r>
              <a:rPr lang="en-IN" sz="2000" dirty="0" err="1">
                <a:solidFill>
                  <a:schemeClr val="bg1"/>
                </a:solidFill>
              </a:rPr>
              <a:t>edmx</a:t>
            </a:r>
            <a:r>
              <a:rPr lang="en-IN" sz="2000" dirty="0">
                <a:solidFill>
                  <a:schemeClr val="bg1"/>
                </a:solidFill>
              </a:rPr>
              <a:t> file of our service to the folder. It will create external folder</a:t>
            </a:r>
          </a:p>
          <a:p>
            <a:r>
              <a:rPr lang="en-IN" sz="2000" dirty="0">
                <a:solidFill>
                  <a:schemeClr val="bg1"/>
                </a:solidFill>
              </a:rPr>
              <a:t>4. Generate the JS code to automatically get all the calls which will call the service</a:t>
            </a:r>
          </a:p>
          <a:p>
            <a:r>
              <a:rPr lang="en-IN" sz="2000" b="1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npx</a:t>
            </a:r>
            <a:r>
              <a:rPr lang="en-IN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generate-</a:t>
            </a:r>
            <a:r>
              <a:rPr lang="en-IN" sz="2000" b="1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odata</a:t>
            </a:r>
            <a:r>
              <a:rPr lang="en-IN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-client --input ./service-spec --</a:t>
            </a:r>
            <a:r>
              <a:rPr lang="en-IN" sz="2000" b="1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outputDir</a:t>
            </a:r>
            <a:r>
              <a:rPr lang="en-IN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./</a:t>
            </a:r>
            <a:r>
              <a:rPr lang="en-IN" sz="2000" b="1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srv</a:t>
            </a:r>
            <a:r>
              <a:rPr lang="en-IN" sz="20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/sales-order-</a:t>
            </a:r>
            <a:r>
              <a:rPr lang="en-IN" sz="2000" b="1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api</a:t>
            </a:r>
            <a:endParaRPr lang="en-IN" sz="20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IN" sz="2000" dirty="0">
                <a:solidFill>
                  <a:schemeClr val="bg1"/>
                </a:solidFill>
              </a:rPr>
              <a:t>Give the folder path, not the </a:t>
            </a:r>
            <a:r>
              <a:rPr lang="en-IN" sz="2000" dirty="0" err="1">
                <a:solidFill>
                  <a:schemeClr val="bg1"/>
                </a:solidFill>
              </a:rPr>
              <a:t>edmx</a:t>
            </a:r>
            <a:r>
              <a:rPr lang="en-IN" sz="2000" dirty="0">
                <a:solidFill>
                  <a:schemeClr val="bg1"/>
                </a:solidFill>
              </a:rPr>
              <a:t> file path</a:t>
            </a:r>
          </a:p>
          <a:p>
            <a:r>
              <a:rPr lang="en-IN" sz="2000" dirty="0">
                <a:solidFill>
                  <a:schemeClr val="bg1"/>
                </a:solidFill>
              </a:rPr>
              <a:t>5. Define the service definition in </a:t>
            </a:r>
            <a:r>
              <a:rPr lang="en-IN" sz="2000" dirty="0" err="1">
                <a:solidFill>
                  <a:schemeClr val="bg1"/>
                </a:solidFill>
              </a:rPr>
              <a:t>CatalogService.cds</a:t>
            </a:r>
            <a:r>
              <a:rPr lang="en-IN" sz="2000" dirty="0">
                <a:solidFill>
                  <a:schemeClr val="bg1"/>
                </a:solidFill>
              </a:rPr>
              <a:t> file by referencing from </a:t>
            </a:r>
            <a:r>
              <a:rPr lang="en-IN" sz="2000" dirty="0" err="1">
                <a:solidFill>
                  <a:schemeClr val="bg1"/>
                </a:solidFill>
              </a:rPr>
              <a:t>csn</a:t>
            </a:r>
            <a:r>
              <a:rPr lang="en-IN" sz="2000" dirty="0">
                <a:solidFill>
                  <a:schemeClr val="bg1"/>
                </a:solidFill>
              </a:rPr>
              <a:t> file generated based on SAP OData</a:t>
            </a:r>
          </a:p>
          <a:p>
            <a:r>
              <a:rPr lang="en-IN" sz="2000" dirty="0">
                <a:solidFill>
                  <a:schemeClr val="bg1"/>
                </a:solidFill>
              </a:rPr>
              <a:t>6. Define the service implementation CatalogService.js file and write the code to use the generated type script modules which will act like bridge to communicate to our SAP OData Business API.</a:t>
            </a:r>
          </a:p>
          <a:p>
            <a:r>
              <a:rPr lang="en-IN" sz="2000" dirty="0">
                <a:solidFill>
                  <a:schemeClr val="bg1"/>
                </a:solidFill>
              </a:rPr>
              <a:t>7. Generate a Fiori application using free style with local cap project. </a:t>
            </a:r>
          </a:p>
        </p:txBody>
      </p:sp>
    </p:spTree>
    <p:extLst>
      <p:ext uri="{BB962C8B-B14F-4D97-AF65-F5344CB8AC3E}">
        <p14:creationId xmlns:p14="http://schemas.microsoft.com/office/powerpoint/2010/main" val="3666580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 Cloud Extension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7C5E39-64FC-6595-A253-13AA437144EA}"/>
              </a:ext>
            </a:extLst>
          </p:cNvPr>
          <p:cNvSpPr txBox="1"/>
          <p:nvPr/>
        </p:nvSpPr>
        <p:spPr>
          <a:xfrm>
            <a:off x="189756" y="908720"/>
            <a:ext cx="1180931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8. Replace hardcoded credentials with destination</a:t>
            </a:r>
          </a:p>
          <a:p>
            <a:r>
              <a:rPr lang="en-US" sz="2000" dirty="0">
                <a:solidFill>
                  <a:schemeClr val="bg1"/>
                </a:solidFill>
              </a:rPr>
              <a:t>9. Create a destination service and maintain destination with name S4HANA because the same we used in our code.</a:t>
            </a:r>
          </a:p>
          <a:p>
            <a:r>
              <a:rPr lang="en-US" sz="2000" dirty="0">
                <a:solidFill>
                  <a:schemeClr val="bg1"/>
                </a:solidFill>
              </a:rPr>
              <a:t>10. Create </a:t>
            </a:r>
            <a:r>
              <a:rPr lang="en-US" sz="2000" dirty="0" err="1">
                <a:solidFill>
                  <a:schemeClr val="bg1"/>
                </a:solidFill>
              </a:rPr>
              <a:t>mta.yaml</a:t>
            </a:r>
            <a:r>
              <a:rPr lang="en-US" sz="2000" dirty="0">
                <a:solidFill>
                  <a:schemeClr val="bg1"/>
                </a:solidFill>
              </a:rPr>
              <a:t> file for deployment</a:t>
            </a:r>
          </a:p>
          <a:p>
            <a:r>
              <a:rPr lang="en-US" sz="2000" dirty="0">
                <a:solidFill>
                  <a:schemeClr val="bg1"/>
                </a:solidFill>
              </a:rPr>
              <a:t>11. Add the modules, both </a:t>
            </a:r>
            <a:r>
              <a:rPr lang="en-US" sz="2000" dirty="0" err="1">
                <a:solidFill>
                  <a:schemeClr val="bg1"/>
                </a:solidFill>
              </a:rPr>
              <a:t>srv</a:t>
            </a:r>
            <a:r>
              <a:rPr lang="en-US" sz="2000" dirty="0">
                <a:solidFill>
                  <a:schemeClr val="bg1"/>
                </a:solidFill>
              </a:rPr>
              <a:t> and </a:t>
            </a:r>
            <a:r>
              <a:rPr lang="en-US" sz="2000" dirty="0" err="1">
                <a:solidFill>
                  <a:schemeClr val="bg1"/>
                </a:solidFill>
              </a:rPr>
              <a:t>ui</a:t>
            </a:r>
            <a:r>
              <a:rPr lang="en-US" sz="2000" dirty="0">
                <a:solidFill>
                  <a:schemeClr val="bg1"/>
                </a:solidFill>
              </a:rPr>
              <a:t> module. </a:t>
            </a:r>
          </a:p>
          <a:p>
            <a:r>
              <a:rPr lang="en-US" sz="2000" dirty="0">
                <a:solidFill>
                  <a:schemeClr val="bg1"/>
                </a:solidFill>
              </a:rPr>
              <a:t>12. Add Resources as destination and </a:t>
            </a:r>
            <a:r>
              <a:rPr lang="en-US" sz="2000" dirty="0" err="1">
                <a:solidFill>
                  <a:schemeClr val="bg1"/>
                </a:solidFill>
              </a:rPr>
              <a:t>xsuaa</a:t>
            </a:r>
            <a:r>
              <a:rPr lang="en-US" sz="2000" dirty="0">
                <a:solidFill>
                  <a:schemeClr val="bg1"/>
                </a:solidFill>
              </a:rPr>
              <a:t>. Maintain the </a:t>
            </a:r>
            <a:r>
              <a:rPr lang="en-US" sz="2000" dirty="0" err="1">
                <a:solidFill>
                  <a:schemeClr val="bg1"/>
                </a:solidFill>
              </a:rPr>
              <a:t>xs-security.json</a:t>
            </a:r>
            <a:r>
              <a:rPr lang="en-US" sz="2000" dirty="0">
                <a:solidFill>
                  <a:schemeClr val="bg1"/>
                </a:solidFill>
              </a:rPr>
              <a:t> file</a:t>
            </a:r>
          </a:p>
          <a:p>
            <a:r>
              <a:rPr lang="en-US" sz="2000" dirty="0">
                <a:solidFill>
                  <a:schemeClr val="bg1"/>
                </a:solidFill>
              </a:rPr>
              <a:t>13. Get the package </a:t>
            </a:r>
            <a:r>
              <a:rPr lang="en-US" sz="2000" dirty="0" err="1">
                <a:solidFill>
                  <a:schemeClr val="bg1"/>
                </a:solidFill>
              </a:rPr>
              <a:t>json</a:t>
            </a:r>
            <a:r>
              <a:rPr lang="en-US" sz="2000" dirty="0">
                <a:solidFill>
                  <a:schemeClr val="bg1"/>
                </a:solidFill>
              </a:rPr>
              <a:t> in app folder from </a:t>
            </a:r>
            <a:r>
              <a:rPr lang="en-US" sz="2000" dirty="0" err="1">
                <a:solidFill>
                  <a:schemeClr val="bg1"/>
                </a:solidFill>
              </a:rPr>
              <a:t>ui</a:t>
            </a:r>
            <a:r>
              <a:rPr lang="en-US" sz="2000" dirty="0">
                <a:solidFill>
                  <a:schemeClr val="bg1"/>
                </a:solidFill>
              </a:rPr>
              <a:t> project, Add the app router module @sap/approuter and include start script.</a:t>
            </a:r>
          </a:p>
          <a:p>
            <a:r>
              <a:rPr lang="en-US" sz="2000" dirty="0">
                <a:solidFill>
                  <a:schemeClr val="bg1"/>
                </a:solidFill>
              </a:rPr>
              <a:t>14. </a:t>
            </a:r>
            <a:r>
              <a:rPr lang="en-US" sz="2000" dirty="0" err="1">
                <a:solidFill>
                  <a:schemeClr val="bg1"/>
                </a:solidFill>
              </a:rPr>
              <a:t>xs-app.json</a:t>
            </a:r>
            <a:r>
              <a:rPr lang="en-US" sz="2000" dirty="0">
                <a:solidFill>
                  <a:schemeClr val="bg1"/>
                </a:solidFill>
              </a:rPr>
              <a:t> file for routing paths</a:t>
            </a:r>
          </a:p>
          <a:p>
            <a:r>
              <a:rPr lang="en-US" sz="2000" dirty="0">
                <a:solidFill>
                  <a:schemeClr val="bg1"/>
                </a:solidFill>
              </a:rPr>
              <a:t>15. Push the code to the </a:t>
            </a:r>
            <a:r>
              <a:rPr lang="en-US" sz="2000" dirty="0" err="1">
                <a:solidFill>
                  <a:schemeClr val="bg1"/>
                </a:solidFill>
              </a:rPr>
              <a:t>github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16. You can pull the app in BAS tool, Right click on </a:t>
            </a:r>
            <a:r>
              <a:rPr lang="en-US" sz="2000" dirty="0" err="1">
                <a:solidFill>
                  <a:schemeClr val="bg1"/>
                </a:solidFill>
              </a:rPr>
              <a:t>mta.yaml</a:t>
            </a:r>
            <a:r>
              <a:rPr lang="en-US" sz="2000" dirty="0">
                <a:solidFill>
                  <a:schemeClr val="bg1"/>
                </a:solidFill>
              </a:rPr>
              <a:t> and build MTA </a:t>
            </a:r>
            <a:r>
              <a:rPr lang="en-US" sz="2000" dirty="0" err="1">
                <a:solidFill>
                  <a:schemeClr val="bg1"/>
                </a:solidFill>
              </a:rPr>
              <a:t>Archieve</a:t>
            </a:r>
            <a:endParaRPr lang="en-US" sz="2000" dirty="0">
              <a:solidFill>
                <a:schemeClr val="bg1"/>
              </a:solidFill>
            </a:endParaRPr>
          </a:p>
          <a:p>
            <a:r>
              <a:rPr lang="en-US" sz="2000" dirty="0">
                <a:solidFill>
                  <a:schemeClr val="bg1"/>
                </a:solidFill>
              </a:rPr>
              <a:t>17. Once done, right click and deploy </a:t>
            </a:r>
            <a:r>
              <a:rPr lang="en-US" sz="2000" dirty="0" err="1">
                <a:solidFill>
                  <a:schemeClr val="bg1"/>
                </a:solidFill>
              </a:rPr>
              <a:t>MTA_Archieve</a:t>
            </a:r>
            <a:r>
              <a:rPr lang="en-US" sz="2000" dirty="0">
                <a:solidFill>
                  <a:schemeClr val="bg1"/>
                </a:solidFill>
              </a:rPr>
              <a:t> to SAP BTP</a:t>
            </a:r>
            <a:endParaRPr lang="en-IN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1972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DFFCF-5841-7DBC-B95C-8E6CDFFA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62C78-6C47-E0D9-5187-B7B85A258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Skeleton of Fiori App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1BE4ED-88D1-97DF-5C43-CC068FAA90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11" y="1450676"/>
            <a:ext cx="12113802" cy="3956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9575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62075-D6CD-84FE-467B-1CF12038E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1796E74A-3006-F36A-D061-295D75F42E1C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126"/>
            <a:r>
              <a:rPr lang="en-US" sz="3199" dirty="0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Component.js</a:t>
            </a:r>
            <a:endParaRPr lang="en-IN" sz="3199" dirty="0">
              <a:solidFill>
                <a:prstClr val="black"/>
              </a:solidFill>
              <a:latin typeface="Cooper Black" panose="0208090404030B0204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F14C62-E439-89BD-0B23-8AC587C15A9F}"/>
              </a:ext>
            </a:extLst>
          </p:cNvPr>
          <p:cNvSpPr txBox="1"/>
          <p:nvPr/>
        </p:nvSpPr>
        <p:spPr>
          <a:xfrm>
            <a:off x="142630" y="655071"/>
            <a:ext cx="11483853" cy="5107739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Component.js is the launcher file for a Fiori like app. It wrap the functionality of entire application.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cannot integrate our Fiori app with Fiori launchpad, if we don’t have component.js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The file name MUST be 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Component.js 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because SAP UI5 framework will look upon the exact file name in our project’s root directory (webapp).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One project can never have 2 Components at all.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This is the exact name SAP will invoke for our application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It comes as companion file with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manifest.json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, the Component.js is the one which will invoke your manifest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Technically, it is a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js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file which inherits from standard ui5 module 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sap/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ui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/core/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UICompoenent</a:t>
            </a:r>
            <a:endParaRPr lang="en-IN" sz="1799" b="1" dirty="0">
              <a:solidFill>
                <a:prstClr val="black"/>
              </a:solidFill>
              <a:latin typeface="Aptos" panose="02110004020202020204"/>
            </a:endParaRP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The Component.js file has following mandatory components</a:t>
            </a:r>
          </a:p>
          <a:p>
            <a:pPr marL="742727" lvl="1" indent="-285664" defTabSz="914126">
              <a:buFont typeface="Wingdings" panose="05000000000000000000" pitchFamily="2" charset="2"/>
              <a:buChar char="§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Link to manifest file, the manifest is added in a section called 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metadata</a:t>
            </a:r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marL="742727" lvl="1" indent="-285664" defTabSz="914126">
              <a:buFont typeface="Wingdings" panose="05000000000000000000" pitchFamily="2" charset="2"/>
              <a:buChar char="§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have a method called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init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which is the constructor</a:t>
            </a:r>
          </a:p>
          <a:p>
            <a:pPr marL="742727" lvl="1" indent="-285664" defTabSz="914126">
              <a:buFont typeface="Wingdings" panose="05000000000000000000" pitchFamily="2" charset="2"/>
              <a:buChar char="§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have a method called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createContent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from where our real productive code starts, this is where we will initialize our first ROOT view</a:t>
            </a:r>
          </a:p>
          <a:p>
            <a:pPr marL="742727" lvl="1" indent="-285664" defTabSz="914126">
              <a:buFont typeface="Wingdings" panose="05000000000000000000" pitchFamily="2" charset="2"/>
              <a:buChar char="§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have a method called 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destroy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which is the destructor 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Remember Component.js is your starring point of entire Fiori App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In the index.html we never add any productive code, rather we just put code to launch Component.js using a simple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CompoentContainer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object</a:t>
            </a:r>
          </a:p>
          <a:p>
            <a:pPr marL="742727" lvl="1" indent="-285664" defTabSz="914126">
              <a:buFont typeface="Wingdings" panose="05000000000000000000" pitchFamily="2" charset="2"/>
              <a:buChar char="§"/>
            </a:pPr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51647B-D76E-54CE-61E5-8C95821E4A47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defTabSz="914126"/>
            <a:r>
              <a:rPr lang="en-US" sz="1200" dirty="0">
                <a:solidFill>
                  <a:srgbClr val="0E2841">
                    <a:lumMod val="25000"/>
                    <a:lumOff val="75000"/>
                  </a:srgbClr>
                </a:solidFill>
                <a:latin typeface="Cooper Black" panose="0208090404030B020404" pitchFamily="18" charset="0"/>
              </a:rPr>
              <a:t>www.anubhavtrainings.com</a:t>
            </a:r>
            <a:endParaRPr lang="en-IN" sz="1200" dirty="0">
              <a:solidFill>
                <a:srgbClr val="0E2841">
                  <a:lumMod val="25000"/>
                  <a:lumOff val="75000"/>
                </a:srgbClr>
              </a:solidFill>
              <a:latin typeface="Cooper Black" panose="0208090404030B0204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76C0A6-83FC-002A-E9E8-23A98250D246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B3B35A-85DF-DD03-A9EB-EF7F3B9A4344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US" sz="1100" dirty="0">
                <a:solidFill>
                  <a:srgbClr val="0E2841">
                    <a:lumMod val="40000"/>
                    <a:lumOff val="60000"/>
                  </a:srgbClr>
                </a:solidFill>
                <a:latin typeface="Aptos" panose="02110004020202020204"/>
              </a:rPr>
              <a:t>7</a:t>
            </a:r>
            <a:endParaRPr lang="en-IN" sz="1100" dirty="0">
              <a:solidFill>
                <a:srgbClr val="0E2841">
                  <a:lumMod val="40000"/>
                  <a:lumOff val="60000"/>
                </a:srgbClr>
              </a:solidFill>
              <a:latin typeface="Aptos" panose="0211000402020202020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E78461-C4DC-A6F2-58F0-FC1047722D0F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000" dirty="0">
                <a:solidFill>
                  <a:prstClr val="black"/>
                </a:solidFill>
                <a:latin typeface="Aptos" panose="02110004020202020204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156163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8A1AB-947C-9C33-7183-5B41A9A3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01729299-2CD5-71C5-4D34-6FEC4DE62769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126"/>
            <a:r>
              <a:rPr lang="en-US" sz="3199" dirty="0" err="1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Manifest.json</a:t>
            </a:r>
            <a:endParaRPr lang="en-IN" sz="3199" dirty="0">
              <a:solidFill>
                <a:prstClr val="black"/>
              </a:solidFill>
              <a:latin typeface="Cooper Black" panose="0208090404030B0204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70C895-E3B3-ED5F-A237-1A9D0812A6EE}"/>
              </a:ext>
            </a:extLst>
          </p:cNvPr>
          <p:cNvSpPr txBox="1"/>
          <p:nvPr/>
        </p:nvSpPr>
        <p:spPr>
          <a:xfrm>
            <a:off x="142630" y="655071"/>
            <a:ext cx="11483853" cy="5107739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It is a companion file for our Component.js, it is loaded also by Component.js. Manifest is also called as application descriptor file. 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It is a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json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file with exact name as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manifest.json</a:t>
            </a:r>
            <a:endParaRPr lang="en-IN" sz="1799" b="1" dirty="0">
              <a:solidFill>
                <a:prstClr val="black"/>
              </a:solidFill>
              <a:latin typeface="Aptos" panose="02110004020202020204"/>
            </a:endParaRP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It contains multiple sections, most critical one’s are –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sap.app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,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sap.ui</a:t>
            </a:r>
            <a:r>
              <a:rPr lang="en-IN" sz="1799" b="1" dirty="0">
                <a:solidFill>
                  <a:prstClr val="black"/>
                </a:solidFill>
                <a:latin typeface="Aptos" panose="02110004020202020204"/>
              </a:rPr>
              <a:t>, sap.ui5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Many of its properties are merely for documentation purpose, only properties drive app functionality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The idea is to centralize our application behavior and common properties 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It brings the standardization, suppose you join a new UI5 team, where colleagues already created multiple projects on ui5, now you want to check what they have done. You can simply open manifest and check it.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The manifest centralize the model creation, view instantiation, and complete navigation between views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also create i18n model using manifest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We also provide all the major config like ID, TYPE, DESCRIPTION, TITLE etc.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  <a:hlinkClick r:id="rId2"/>
              </a:rPr>
              <a:t>https://ui5.sap.com/#/topic/be0cf40f61184b358b5faedaec98b2da</a:t>
            </a:r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Exercise: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Enable multi select mode on the list, create a toolbar on list with delete button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When user clicks delete, delete all selected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A8109-391B-91B7-98CD-D69DA08C7F31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defTabSz="914126"/>
            <a:r>
              <a:rPr lang="en-US" sz="1200" dirty="0">
                <a:solidFill>
                  <a:srgbClr val="0E2841">
                    <a:lumMod val="25000"/>
                    <a:lumOff val="75000"/>
                  </a:srgbClr>
                </a:solidFill>
                <a:latin typeface="Cooper Black" panose="0208090404030B020404" pitchFamily="18" charset="0"/>
              </a:rPr>
              <a:t>www.anubhavtrainings.com</a:t>
            </a:r>
            <a:endParaRPr lang="en-IN" sz="1200" dirty="0">
              <a:solidFill>
                <a:srgbClr val="0E2841">
                  <a:lumMod val="25000"/>
                  <a:lumOff val="75000"/>
                </a:srgbClr>
              </a:solidFill>
              <a:latin typeface="Cooper Black" panose="0208090404030B0204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A0EEB1-7B31-CBD6-D752-ECF71A838E3F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4296187-997B-D196-2F16-B9122B92B25D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US" sz="1100" dirty="0">
                <a:solidFill>
                  <a:srgbClr val="0E2841">
                    <a:lumMod val="40000"/>
                    <a:lumOff val="60000"/>
                  </a:srgbClr>
                </a:solidFill>
                <a:latin typeface="Aptos" panose="02110004020202020204"/>
              </a:rPr>
              <a:t>7</a:t>
            </a:r>
            <a:endParaRPr lang="en-IN" sz="1100" dirty="0">
              <a:solidFill>
                <a:srgbClr val="0E2841">
                  <a:lumMod val="40000"/>
                  <a:lumOff val="60000"/>
                </a:srgbClr>
              </a:solidFill>
              <a:latin typeface="Aptos" panose="0211000402020202020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4B16D8-F1C8-3BBD-6D5E-37952392EC54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000" dirty="0">
                <a:solidFill>
                  <a:prstClr val="black"/>
                </a:solidFill>
                <a:latin typeface="Aptos" panose="02110004020202020204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905546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95C26-2CA3-E7D1-04A7-29B1110C1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64C8B6D1-B1C0-D11F-386E-1AE9B0B48FD7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126"/>
            <a:r>
              <a:rPr lang="en-US" sz="3199" dirty="0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What is XML?</a:t>
            </a:r>
            <a:endParaRPr lang="en-IN" sz="3199" dirty="0">
              <a:solidFill>
                <a:prstClr val="black"/>
              </a:solidFill>
              <a:latin typeface="Cooper Black" panose="0208090404030B0204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1D83EC-4320-12BE-48A8-3791A3979622}"/>
              </a:ext>
            </a:extLst>
          </p:cNvPr>
          <p:cNvSpPr txBox="1"/>
          <p:nvPr/>
        </p:nvSpPr>
        <p:spPr>
          <a:xfrm>
            <a:off x="142631" y="655071"/>
            <a:ext cx="11903563" cy="5938518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XML stands for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eXtensible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Markup Language, it is the language which help us to communicate between heterogeneous technologies.</a:t>
            </a: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XMLs are considered as light weight. Unlike HTML, it usage custom tags to carry data. Its also a TREE data structure.</a:t>
            </a: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&lt;?xml version=“1.0”&gt;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&lt;data&gt;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empStr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empId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&gt;1001&lt;/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empId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empName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&gt;Anubhav&lt;/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empName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&lt;salary&gt;50000&lt;/salary&gt;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&lt;/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empStr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empTab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&lt;row&gt;…..&lt;/row&gt;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&lt;row&gt;…..&lt;/row&gt;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	&lt;row&gt;…..&lt;/row&gt;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&lt;/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empTab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&lt;/data&gt;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C99158-BB07-7DAC-4BC9-2FC47EB901BC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defTabSz="914126"/>
            <a:r>
              <a:rPr lang="en-US" sz="1200" dirty="0">
                <a:solidFill>
                  <a:srgbClr val="0E2841">
                    <a:lumMod val="25000"/>
                    <a:lumOff val="75000"/>
                  </a:srgbClr>
                </a:solidFill>
                <a:latin typeface="Cooper Black" panose="0208090404030B020404" pitchFamily="18" charset="0"/>
              </a:rPr>
              <a:t>www.anubhavtrainings.com</a:t>
            </a:r>
            <a:endParaRPr lang="en-IN" sz="1200" dirty="0">
              <a:solidFill>
                <a:srgbClr val="0E2841">
                  <a:lumMod val="25000"/>
                  <a:lumOff val="75000"/>
                </a:srgbClr>
              </a:solidFill>
              <a:latin typeface="Cooper Black" panose="0208090404030B0204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C022FD-4300-29AC-9A4A-F2FE14AE53F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D1D0C86-15E7-C2A2-D804-6E05C5584BDB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US" sz="1100" dirty="0">
                <a:solidFill>
                  <a:srgbClr val="0E2841">
                    <a:lumMod val="40000"/>
                    <a:lumOff val="60000"/>
                  </a:srgbClr>
                </a:solidFill>
                <a:latin typeface="Aptos" panose="02110004020202020204"/>
              </a:rPr>
              <a:t>7</a:t>
            </a:r>
            <a:endParaRPr lang="en-IN" sz="1100" dirty="0">
              <a:solidFill>
                <a:srgbClr val="0E2841">
                  <a:lumMod val="40000"/>
                  <a:lumOff val="60000"/>
                </a:srgbClr>
              </a:solidFill>
              <a:latin typeface="Aptos" panose="0211000402020202020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0EE3DB-DBC6-F19B-DFC4-1ADB93FE8624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000" dirty="0">
                <a:solidFill>
                  <a:prstClr val="black"/>
                </a:solidFill>
                <a:latin typeface="Aptos" panose="02110004020202020204"/>
              </a:rPr>
              <a:t>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8BF192-0126-A460-21BA-8D38063C1422}"/>
              </a:ext>
            </a:extLst>
          </p:cNvPr>
          <p:cNvSpPr/>
          <p:nvPr/>
        </p:nvSpPr>
        <p:spPr>
          <a:xfrm>
            <a:off x="2417313" y="1331981"/>
            <a:ext cx="1619723" cy="785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/>
            <a:r>
              <a:rPr lang="en-IN" sz="1799" dirty="0">
                <a:solidFill>
                  <a:prstClr val="white"/>
                </a:solidFill>
                <a:latin typeface="Aptos" panose="02110004020202020204"/>
              </a:rPr>
              <a:t>Java</a:t>
            </a:r>
          </a:p>
          <a:p>
            <a:pPr algn="ctr" defTabSz="914126"/>
            <a:r>
              <a:rPr lang="en-IN" sz="1799" dirty="0" err="1">
                <a:solidFill>
                  <a:prstClr val="white"/>
                </a:solidFill>
                <a:latin typeface="Aptos" panose="02110004020202020204"/>
              </a:rPr>
              <a:t>datalists</a:t>
            </a:r>
            <a:endParaRPr lang="en-IN" sz="1799" dirty="0">
              <a:solidFill>
                <a:prstClr val="white"/>
              </a:solidFill>
              <a:latin typeface="Aptos" panose="02110004020202020204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D004FC-6B8A-23C2-8C41-A64CA45109AE}"/>
              </a:ext>
            </a:extLst>
          </p:cNvPr>
          <p:cNvSpPr/>
          <p:nvPr/>
        </p:nvSpPr>
        <p:spPr>
          <a:xfrm>
            <a:off x="7341929" y="1331980"/>
            <a:ext cx="1619723" cy="7853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/>
            <a:r>
              <a:rPr lang="en-IN" sz="1799" dirty="0">
                <a:solidFill>
                  <a:prstClr val="white"/>
                </a:solidFill>
                <a:latin typeface="Aptos" panose="02110004020202020204"/>
              </a:rPr>
              <a:t>ABAP</a:t>
            </a:r>
          </a:p>
          <a:p>
            <a:pPr algn="ctr" defTabSz="914126"/>
            <a:r>
              <a:rPr lang="en-IN" sz="1799" dirty="0">
                <a:solidFill>
                  <a:prstClr val="white"/>
                </a:solidFill>
                <a:latin typeface="Aptos" panose="02110004020202020204"/>
              </a:rPr>
              <a:t>Internal tables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ECA9F11F-1A0D-B772-5E22-46337F9F65F9}"/>
              </a:ext>
            </a:extLst>
          </p:cNvPr>
          <p:cNvSpPr/>
          <p:nvPr/>
        </p:nvSpPr>
        <p:spPr>
          <a:xfrm>
            <a:off x="4037036" y="1331979"/>
            <a:ext cx="3304892" cy="5136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/>
            <a:r>
              <a:rPr lang="en-IN" sz="1799" dirty="0">
                <a:solidFill>
                  <a:prstClr val="white"/>
                </a:solidFill>
                <a:latin typeface="Aptos" panose="02110004020202020204"/>
              </a:rPr>
              <a:t>&lt;&lt;xml&gt;&gt;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38211-C20E-5097-A611-39D15E268B94}"/>
              </a:ext>
            </a:extLst>
          </p:cNvPr>
          <p:cNvSpPr txBox="1"/>
          <p:nvPr/>
        </p:nvSpPr>
        <p:spPr>
          <a:xfrm>
            <a:off x="478554" y="1589939"/>
            <a:ext cx="1687212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Data list </a:t>
            </a: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  <a:sym typeface="Wingdings" panose="05000000000000000000" pitchFamily="2" charset="2"/>
              </a:rPr>
              <a:t> XML</a:t>
            </a:r>
            <a:endParaRPr lang="en-IN" sz="1799" dirty="0">
              <a:solidFill>
                <a:prstClr val="black"/>
              </a:solidFill>
              <a:latin typeface="72 Condensed" panose="020B0506030000000003" pitchFamily="34" charset="0"/>
              <a:cs typeface="72 Condensed" panose="020B05060300000000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47A1A8-6420-6AB5-ADDB-7FE13D7592FD}"/>
              </a:ext>
            </a:extLst>
          </p:cNvPr>
          <p:cNvSpPr txBox="1"/>
          <p:nvPr/>
        </p:nvSpPr>
        <p:spPr>
          <a:xfrm>
            <a:off x="9165136" y="1588828"/>
            <a:ext cx="2614667" cy="3692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XML </a:t>
            </a: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  <a:sym typeface="Wingdings" panose="05000000000000000000" pitchFamily="2" charset="2"/>
              </a:rPr>
              <a:t> Internal Table</a:t>
            </a:r>
            <a:endParaRPr lang="en-IN" sz="1799" dirty="0">
              <a:solidFill>
                <a:prstClr val="black"/>
              </a:solidFill>
              <a:latin typeface="72 Condensed" panose="020B0506030000000003" pitchFamily="34" charset="0"/>
              <a:cs typeface="72 Condensed" panose="020B0506030000000003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0521989-0A87-AD44-7AED-784FD10421AA}"/>
              </a:ext>
            </a:extLst>
          </p:cNvPr>
          <p:cNvSpPr/>
          <p:nvPr/>
        </p:nvSpPr>
        <p:spPr>
          <a:xfrm rot="10800000">
            <a:off x="4004313" y="1701215"/>
            <a:ext cx="3304892" cy="51369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/>
            <a:r>
              <a:rPr lang="en-IN" sz="1799" dirty="0">
                <a:solidFill>
                  <a:prstClr val="white"/>
                </a:solidFill>
                <a:latin typeface="Aptos" panose="02110004020202020204"/>
              </a:rPr>
              <a:t>&lt;&lt;xml&gt;&gt;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548BBC-9073-7BBA-6372-A47E13CCDCE3}"/>
              </a:ext>
            </a:extLst>
          </p:cNvPr>
          <p:cNvSpPr txBox="1"/>
          <p:nvPr/>
        </p:nvSpPr>
        <p:spPr>
          <a:xfrm>
            <a:off x="6214051" y="2963227"/>
            <a:ext cx="5832143" cy="2584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Why XML views are preferred over JS views?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XML is more light weight as compared to JS View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XML exactly follow the MVC principle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Parsing is faster as there is no mix of logic and </a:t>
            </a:r>
            <a:r>
              <a:rPr lang="en-IN" sz="1799" dirty="0" err="1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ui</a:t>
            </a: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 code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Gold-standard as industry best practice</a:t>
            </a:r>
          </a:p>
          <a:p>
            <a:pPr marL="285664" indent="-285664" defTabSz="914126">
              <a:buFont typeface="Arial" panose="020B0604020202020204" pitchFamily="34" charset="0"/>
              <a:buChar char="•"/>
            </a:pPr>
            <a:endParaRPr lang="en-IN" sz="1799" dirty="0">
              <a:solidFill>
                <a:prstClr val="black"/>
              </a:solidFill>
              <a:latin typeface="72 Condensed" panose="020B0506030000000003" pitchFamily="34" charset="0"/>
              <a:cs typeface="72 Condensed" panose="020B0506030000000003" pitchFamily="34" charset="0"/>
            </a:endParaRP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</a:rPr>
              <a:t>XML </a:t>
            </a:r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  <a:sym typeface="Wingdings" panose="05000000000000000000" pitchFamily="2" charset="2"/>
              </a:rPr>
              <a:t> Data Objects – PARSING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72 Condensed" panose="020B0506030000000003" pitchFamily="34" charset="0"/>
                <a:cs typeface="72 Condensed" panose="020B0506030000000003" pitchFamily="34" charset="0"/>
                <a:sym typeface="Wingdings" panose="05000000000000000000" pitchFamily="2" charset="2"/>
              </a:rPr>
              <a:t>Data Object  XML – Rendering</a:t>
            </a:r>
          </a:p>
          <a:p>
            <a:pPr defTabSz="914126"/>
            <a:endParaRPr lang="en-IN" sz="1799" dirty="0">
              <a:solidFill>
                <a:prstClr val="black"/>
              </a:solidFill>
              <a:latin typeface="72 Condensed" panose="020B0506030000000003" pitchFamily="34" charset="0"/>
              <a:cs typeface="72 Condensed" panose="020B05060300000000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7201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4229F-3502-8DE6-BAC3-00A1A80D9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7">
            <a:extLst>
              <a:ext uri="{FF2B5EF4-FFF2-40B4-BE49-F238E27FC236}">
                <a16:creationId xmlns:a16="http://schemas.microsoft.com/office/drawing/2014/main" id="{CC256256-62E6-85D2-A583-42969867187E}"/>
              </a:ext>
            </a:extLst>
          </p:cNvPr>
          <p:cNvSpPr txBox="1">
            <a:spLocks/>
          </p:cNvSpPr>
          <p:nvPr/>
        </p:nvSpPr>
        <p:spPr>
          <a:xfrm>
            <a:off x="142631" y="141374"/>
            <a:ext cx="11134985" cy="513697"/>
          </a:xfrm>
          <a:prstGeom prst="rect">
            <a:avLst/>
          </a:prstGeom>
        </p:spPr>
        <p:txBody>
          <a:bodyPr lIns="121867" tIns="60933" rIns="121867" bIns="60933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126"/>
            <a:r>
              <a:rPr lang="en-US" sz="3199" dirty="0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What is the XML view – </a:t>
            </a:r>
            <a:r>
              <a:rPr lang="en-US" sz="3199" dirty="0" err="1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ext</a:t>
            </a:r>
            <a:r>
              <a:rPr lang="en-US" sz="3199" dirty="0">
                <a:solidFill>
                  <a:prstClr val="black"/>
                </a:solidFill>
                <a:latin typeface="Cooper Black" panose="0208090404030B020404" pitchFamily="18" charset="0"/>
                <a:cs typeface="Times New Roman" panose="02020603050405020304" pitchFamily="18" charset="0"/>
              </a:rPr>
              <a:t> as .view.xml</a:t>
            </a:r>
            <a:endParaRPr lang="en-IN" sz="3199" dirty="0">
              <a:solidFill>
                <a:prstClr val="black"/>
              </a:solidFill>
              <a:latin typeface="Cooper Black" panose="0208090404030B0204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0AC4C-671F-EADD-9926-5501AC1B69C4}"/>
              </a:ext>
            </a:extLst>
          </p:cNvPr>
          <p:cNvSpPr txBox="1"/>
          <p:nvPr/>
        </p:nvSpPr>
        <p:spPr>
          <a:xfrm>
            <a:off x="142630" y="655071"/>
            <a:ext cx="11483853" cy="2892324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&lt;</a:t>
            </a:r>
            <a:r>
              <a:rPr lang="en-IN" sz="1799" dirty="0" err="1">
                <a:solidFill>
                  <a:prstClr val="black"/>
                </a:solidFill>
                <a:highlight>
                  <a:srgbClr val="FF00FF"/>
                </a:highlight>
                <a:latin typeface="Aptos" panose="02110004020202020204"/>
              </a:rPr>
              <a:t>anubhav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:View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</a:t>
            </a:r>
            <a:r>
              <a:rPr lang="en-IN" sz="1799" b="1" dirty="0" err="1">
                <a:solidFill>
                  <a:prstClr val="black"/>
                </a:solidFill>
                <a:latin typeface="Aptos" panose="02110004020202020204"/>
              </a:rPr>
              <a:t>xmlns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:</a:t>
            </a:r>
            <a:r>
              <a:rPr lang="en-IN" sz="1799" dirty="0" err="1">
                <a:solidFill>
                  <a:prstClr val="black"/>
                </a:solidFill>
                <a:highlight>
                  <a:srgbClr val="FFFF00"/>
                </a:highlight>
                <a:latin typeface="Aptos" panose="02110004020202020204"/>
              </a:rPr>
              <a:t>anubhav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=“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sap.ui.core.mvc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”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xmlns:</a:t>
            </a:r>
            <a:r>
              <a:rPr lang="en-IN" sz="1799" dirty="0" err="1">
                <a:solidFill>
                  <a:prstClr val="black"/>
                </a:solidFill>
                <a:highlight>
                  <a:srgbClr val="FFFF00"/>
                </a:highlight>
                <a:latin typeface="Aptos" panose="02110004020202020204"/>
              </a:rPr>
              <a:t>rahul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=“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sap.viz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”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xmlns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=“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sap.m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” 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controllerName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=“address of con”&gt;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&lt;Button text=“click me”&gt;&lt;/Button&gt;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	&lt;Button text=“hey” /&gt;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&lt;/</a:t>
            </a:r>
            <a:r>
              <a:rPr lang="en-IN" sz="1799" dirty="0" err="1">
                <a:solidFill>
                  <a:prstClr val="black"/>
                </a:solidFill>
                <a:highlight>
                  <a:srgbClr val="FF00FF"/>
                </a:highlight>
                <a:latin typeface="Aptos" panose="02110004020202020204"/>
              </a:rPr>
              <a:t>anubhav</a:t>
            </a:r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:View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&gt;</a:t>
            </a: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endParaRPr lang="en-IN" sz="1799" dirty="0">
              <a:solidFill>
                <a:prstClr val="black"/>
              </a:solidFill>
              <a:latin typeface="Aptos" panose="02110004020202020204"/>
            </a:endParaRPr>
          </a:p>
          <a:p>
            <a:pPr defTabSz="914126"/>
            <a:r>
              <a:rPr lang="en-IN" sz="1799" dirty="0" err="1">
                <a:solidFill>
                  <a:prstClr val="black"/>
                </a:solidFill>
                <a:latin typeface="Aptos" panose="02110004020202020204"/>
              </a:rPr>
              <a:t>Xmlns</a:t>
            </a:r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 = XML namespace = is a way to create variables in xml that can hold library name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You can define a default namespace which is exactly one</a:t>
            </a:r>
          </a:p>
          <a:p>
            <a:pPr defTabSz="914126"/>
            <a:r>
              <a:rPr lang="en-IN" sz="1799" dirty="0">
                <a:solidFill>
                  <a:prstClr val="black"/>
                </a:solidFill>
                <a:latin typeface="Aptos" panose="02110004020202020204"/>
              </a:rPr>
              <a:t>In sapui5 the blank means default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A03E8E-4269-CDA9-F76A-FA7435D7DCFD}"/>
              </a:ext>
            </a:extLst>
          </p:cNvPr>
          <p:cNvSpPr txBox="1"/>
          <p:nvPr/>
        </p:nvSpPr>
        <p:spPr>
          <a:xfrm>
            <a:off x="9663686" y="6549412"/>
            <a:ext cx="2523554" cy="307674"/>
          </a:xfrm>
          <a:prstGeom prst="rect">
            <a:avLst/>
          </a:prstGeom>
          <a:noFill/>
        </p:spPr>
        <p:txBody>
          <a:bodyPr wrap="square" lIns="121867" tIns="60933" rIns="121867" bIns="60933">
            <a:spAutoFit/>
          </a:bodyPr>
          <a:lstStyle/>
          <a:p>
            <a:pPr defTabSz="914126"/>
            <a:r>
              <a:rPr lang="en-US" sz="1200" dirty="0">
                <a:solidFill>
                  <a:srgbClr val="0E2841">
                    <a:lumMod val="25000"/>
                    <a:lumOff val="75000"/>
                  </a:srgbClr>
                </a:solidFill>
                <a:latin typeface="Cooper Black" panose="0208090404030B020404" pitchFamily="18" charset="0"/>
              </a:rPr>
              <a:t>www.anubhavtrainings.com</a:t>
            </a:r>
            <a:endParaRPr lang="en-IN" sz="1200" dirty="0">
              <a:solidFill>
                <a:srgbClr val="0E2841">
                  <a:lumMod val="25000"/>
                  <a:lumOff val="75000"/>
                </a:srgbClr>
              </a:solidFill>
              <a:latin typeface="Cooper Black" panose="0208090404030B0204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2AD762-C624-A7D0-D664-A678BC0A56B5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1690070" y="71243"/>
            <a:ext cx="456296" cy="4508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E03F9A8-72DF-91FB-34EB-11E8338C2263}"/>
              </a:ext>
            </a:extLst>
          </p:cNvPr>
          <p:cNvSpPr txBox="1"/>
          <p:nvPr/>
        </p:nvSpPr>
        <p:spPr>
          <a:xfrm>
            <a:off x="118259" y="6559465"/>
            <a:ext cx="223621" cy="292290"/>
          </a:xfrm>
          <a:prstGeom prst="rect">
            <a:avLst/>
          </a:prstGeom>
          <a:noFill/>
        </p:spPr>
        <p:txBody>
          <a:bodyPr wrap="square" lIns="121867" tIns="60933" rIns="121867" bIns="60933" rtlCol="0">
            <a:spAutoFit/>
          </a:bodyPr>
          <a:lstStyle/>
          <a:p>
            <a:pPr defTabSz="914126"/>
            <a:r>
              <a:rPr lang="en-US" sz="1100" dirty="0">
                <a:solidFill>
                  <a:srgbClr val="0E2841">
                    <a:lumMod val="40000"/>
                    <a:lumOff val="60000"/>
                  </a:srgbClr>
                </a:solidFill>
                <a:latin typeface="Aptos" panose="02110004020202020204"/>
              </a:rPr>
              <a:t>7</a:t>
            </a:r>
            <a:endParaRPr lang="en-IN" sz="1100" dirty="0">
              <a:solidFill>
                <a:srgbClr val="0E2841">
                  <a:lumMod val="40000"/>
                  <a:lumOff val="60000"/>
                </a:srgbClr>
              </a:solidFill>
              <a:latin typeface="Aptos" panose="02110004020202020204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D05879-F82A-A6B0-B5EA-6A529B7F7B74}"/>
              </a:ext>
            </a:extLst>
          </p:cNvPr>
          <p:cNvSpPr txBox="1"/>
          <p:nvPr/>
        </p:nvSpPr>
        <p:spPr>
          <a:xfrm>
            <a:off x="11927635" y="6610951"/>
            <a:ext cx="261190" cy="246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14126"/>
            <a:r>
              <a:rPr lang="en-IN" sz="1000" dirty="0">
                <a:solidFill>
                  <a:prstClr val="black"/>
                </a:solidFill>
                <a:latin typeface="Aptos" panose="02110004020202020204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9436869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84BF4F04-10D9-3E06-59E5-07CCB275F9A5}"/>
              </a:ext>
            </a:extLst>
          </p:cNvPr>
          <p:cNvGrpSpPr/>
          <p:nvPr/>
        </p:nvGrpSpPr>
        <p:grpSpPr>
          <a:xfrm>
            <a:off x="1628253" y="1300881"/>
            <a:ext cx="4108320" cy="3408480"/>
            <a:chOff x="1628253" y="1300881"/>
            <a:chExt cx="4108320" cy="3408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43055CA-B68F-5798-366B-7F96A3BAE5E3}"/>
                    </a:ext>
                  </a:extLst>
                </p14:cNvPr>
                <p14:cNvContentPartPr/>
                <p14:nvPr/>
              </p14:nvContentPartPr>
              <p14:xfrm>
                <a:off x="3014613" y="1648281"/>
                <a:ext cx="2721960" cy="30610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43055CA-B68F-5798-366B-7F96A3BAE5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005613" y="1639641"/>
                  <a:ext cx="2739600" cy="307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1176BE5-CB4B-6449-4486-F3EB050C8E7A}"/>
                    </a:ext>
                  </a:extLst>
                </p14:cNvPr>
                <p14:cNvContentPartPr/>
                <p14:nvPr/>
              </p14:nvContentPartPr>
              <p14:xfrm>
                <a:off x="3223413" y="1433001"/>
                <a:ext cx="231480" cy="2599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1176BE5-CB4B-6449-4486-F3EB050C8E7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14413" y="1424001"/>
                  <a:ext cx="249120" cy="2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606CB5E-295B-4CE0-62DD-1A782D9C69D6}"/>
                    </a:ext>
                  </a:extLst>
                </p14:cNvPr>
                <p14:cNvContentPartPr/>
                <p14:nvPr/>
              </p14:nvContentPartPr>
              <p14:xfrm>
                <a:off x="3501333" y="1562241"/>
                <a:ext cx="18000" cy="1018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606CB5E-295B-4CE0-62DD-1A782D9C69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492333" y="1553601"/>
                  <a:ext cx="35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27F5C3C-909E-29E0-C600-F19208E48037}"/>
                    </a:ext>
                  </a:extLst>
                </p14:cNvPr>
                <p14:cNvContentPartPr/>
                <p14:nvPr/>
              </p14:nvContentPartPr>
              <p14:xfrm>
                <a:off x="3588093" y="1514721"/>
                <a:ext cx="325800" cy="138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27F5C3C-909E-29E0-C600-F19208E4803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579093" y="1506081"/>
                  <a:ext cx="34344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F73F4CE3-9632-C04F-679D-98CED285BD38}"/>
                    </a:ext>
                  </a:extLst>
                </p14:cNvPr>
                <p14:cNvContentPartPr/>
                <p14:nvPr/>
              </p14:nvContentPartPr>
              <p14:xfrm>
                <a:off x="4009293" y="1493121"/>
                <a:ext cx="24480" cy="11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F73F4CE3-9632-C04F-679D-98CED285BD3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000653" y="1484481"/>
                  <a:ext cx="4212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8581F2B9-26DF-1693-4AF4-48E42B7CAB25}"/>
                    </a:ext>
                  </a:extLst>
                </p14:cNvPr>
                <p14:cNvContentPartPr/>
                <p14:nvPr/>
              </p14:nvContentPartPr>
              <p14:xfrm>
                <a:off x="4029453" y="1550721"/>
                <a:ext cx="10800" cy="104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8581F2B9-26DF-1693-4AF4-48E42B7CAB2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20453" y="1542081"/>
                  <a:ext cx="28440" cy="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1046A94-09DD-D6F6-D292-9E775E90B19A}"/>
                    </a:ext>
                  </a:extLst>
                </p14:cNvPr>
                <p14:cNvContentPartPr/>
                <p14:nvPr/>
              </p14:nvContentPartPr>
              <p14:xfrm>
                <a:off x="4233933" y="1360281"/>
                <a:ext cx="250200" cy="2448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1046A94-09DD-D6F6-D292-9E775E90B19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224933" y="1351641"/>
                  <a:ext cx="26784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DB5CF7F-5C68-43C9-0225-97B46D673D32}"/>
                    </a:ext>
                  </a:extLst>
                </p14:cNvPr>
                <p14:cNvContentPartPr/>
                <p14:nvPr/>
              </p14:nvContentPartPr>
              <p14:xfrm>
                <a:off x="4589253" y="1409601"/>
                <a:ext cx="230760" cy="151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DB5CF7F-5C68-43C9-0225-97B46D673D3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80253" y="1400601"/>
                  <a:ext cx="2484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023E544-3F2C-9ED0-69A8-F4B6B4BAF6B7}"/>
                    </a:ext>
                  </a:extLst>
                </p14:cNvPr>
                <p14:cNvContentPartPr/>
                <p14:nvPr/>
              </p14:nvContentPartPr>
              <p14:xfrm>
                <a:off x="4843773" y="1380801"/>
                <a:ext cx="105120" cy="1296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023E544-3F2C-9ED0-69A8-F4B6B4BAF6B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35133" y="1371801"/>
                  <a:ext cx="12276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0FEF470-65D9-D058-DE99-80B68E1C8BD7}"/>
                    </a:ext>
                  </a:extLst>
                </p14:cNvPr>
                <p14:cNvContentPartPr/>
                <p14:nvPr/>
              </p14:nvContentPartPr>
              <p14:xfrm>
                <a:off x="4803453" y="1300881"/>
                <a:ext cx="360" cy="1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0FEF470-65D9-D058-DE99-80B68E1C8BD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94453" y="1292241"/>
                  <a:ext cx="180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1EC2EB-6F1D-226C-B8CC-815D068CD1FD}"/>
                    </a:ext>
                  </a:extLst>
                </p14:cNvPr>
                <p14:cNvContentPartPr/>
                <p14:nvPr/>
              </p14:nvContentPartPr>
              <p14:xfrm>
                <a:off x="3392253" y="2065881"/>
                <a:ext cx="134640" cy="1990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1EC2EB-6F1D-226C-B8CC-815D068CD1F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383613" y="2057241"/>
                  <a:ext cx="15228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C27E2B1-7DE4-D170-7596-AB03F34CCF50}"/>
                    </a:ext>
                  </a:extLst>
                </p14:cNvPr>
                <p14:cNvContentPartPr/>
                <p14:nvPr/>
              </p14:nvContentPartPr>
              <p14:xfrm>
                <a:off x="3532293" y="2143281"/>
                <a:ext cx="21240" cy="900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C27E2B1-7DE4-D170-7596-AB03F34CCF5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23653" y="2134281"/>
                  <a:ext cx="388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B7A861D-9EF2-F175-A0C5-7D12C7C618B7}"/>
                    </a:ext>
                  </a:extLst>
                </p14:cNvPr>
                <p14:cNvContentPartPr/>
                <p14:nvPr/>
              </p14:nvContentPartPr>
              <p14:xfrm>
                <a:off x="3589893" y="2117001"/>
                <a:ext cx="98280" cy="939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B7A861D-9EF2-F175-A0C5-7D12C7C618B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580893" y="2108361"/>
                  <a:ext cx="115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CEDBDC1C-5EDA-4770-9ABC-94281E81DF0E}"/>
                    </a:ext>
                  </a:extLst>
                </p14:cNvPr>
                <p14:cNvContentPartPr/>
                <p14:nvPr/>
              </p14:nvContentPartPr>
              <p14:xfrm>
                <a:off x="3692133" y="2060841"/>
                <a:ext cx="64800" cy="1530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CEDBDC1C-5EDA-4770-9ABC-94281E81DF0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683493" y="2052201"/>
                  <a:ext cx="8244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A536D9C-4110-B0CD-58B8-0275DD2E674A}"/>
                    </a:ext>
                  </a:extLst>
                </p14:cNvPr>
                <p14:cNvContentPartPr/>
                <p14:nvPr/>
              </p14:nvContentPartPr>
              <p14:xfrm>
                <a:off x="3692133" y="2105841"/>
                <a:ext cx="81720" cy="414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A536D9C-4110-B0CD-58B8-0275DD2E674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683493" y="2097201"/>
                  <a:ext cx="993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6944AE8-9CA6-9E82-D638-9579B436A35B}"/>
                    </a:ext>
                  </a:extLst>
                </p14:cNvPr>
                <p14:cNvContentPartPr/>
                <p14:nvPr/>
              </p14:nvContentPartPr>
              <p14:xfrm>
                <a:off x="3296853" y="2279361"/>
                <a:ext cx="2258280" cy="2218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6944AE8-9CA6-9E82-D638-9579B436A35B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287853" y="2270361"/>
                  <a:ext cx="2275920" cy="223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9716C4-5992-D441-D715-A59A97B28103}"/>
                    </a:ext>
                  </a:extLst>
                </p14:cNvPr>
                <p14:cNvContentPartPr/>
                <p14:nvPr/>
              </p14:nvContentPartPr>
              <p14:xfrm>
                <a:off x="2471013" y="2034201"/>
                <a:ext cx="891360" cy="149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9716C4-5992-D441-D715-A59A97B2810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462013" y="2025561"/>
                  <a:ext cx="9090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6F3DB34-9BB0-25C6-0F6E-7704A6D81A79}"/>
                    </a:ext>
                  </a:extLst>
                </p14:cNvPr>
                <p14:cNvContentPartPr/>
                <p14:nvPr/>
              </p14:nvContentPartPr>
              <p14:xfrm>
                <a:off x="3275613" y="2069121"/>
                <a:ext cx="50040" cy="968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6F3DB34-9BB0-25C6-0F6E-7704A6D81A7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66613" y="2060481"/>
                  <a:ext cx="676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95C3CDD2-469A-A3B4-53AA-5907D8BECE42}"/>
                    </a:ext>
                  </a:extLst>
                </p14:cNvPr>
                <p14:cNvContentPartPr/>
                <p14:nvPr/>
              </p14:nvContentPartPr>
              <p14:xfrm>
                <a:off x="1628253" y="1794081"/>
                <a:ext cx="151560" cy="200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95C3CDD2-469A-A3B4-53AA-5907D8BECE4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619613" y="1785441"/>
                  <a:ext cx="169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A8D6BED-1154-2EAE-1BDA-1729189EDF0E}"/>
                    </a:ext>
                  </a:extLst>
                </p14:cNvPr>
                <p14:cNvContentPartPr/>
                <p14:nvPr/>
              </p14:nvContentPartPr>
              <p14:xfrm>
                <a:off x="1823013" y="1893441"/>
                <a:ext cx="10080" cy="1080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A8D6BED-1154-2EAE-1BDA-1729189EDF0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814013" y="1884801"/>
                  <a:ext cx="2772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DC65E5A1-6440-125E-1F28-8470066F87E4}"/>
                    </a:ext>
                  </a:extLst>
                </p14:cNvPr>
                <p14:cNvContentPartPr/>
                <p14:nvPr/>
              </p14:nvContentPartPr>
              <p14:xfrm>
                <a:off x="1821933" y="1804881"/>
                <a:ext cx="131760" cy="136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DC65E5A1-6440-125E-1F28-8470066F87E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812933" y="1795881"/>
                  <a:ext cx="1494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23BB29E-D963-6478-E27B-E9D1B5C1BB71}"/>
                    </a:ext>
                  </a:extLst>
                </p14:cNvPr>
                <p14:cNvContentPartPr/>
                <p14:nvPr/>
              </p14:nvContentPartPr>
              <p14:xfrm>
                <a:off x="1975653" y="1780761"/>
                <a:ext cx="94680" cy="2278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23BB29E-D963-6478-E27B-E9D1B5C1BB7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966653" y="1772121"/>
                  <a:ext cx="112320" cy="24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8D7B39-874A-3BCF-0177-A6711132E820}"/>
                    </a:ext>
                  </a:extLst>
                </p14:cNvPr>
                <p14:cNvContentPartPr/>
                <p14:nvPr/>
              </p14:nvContentPartPr>
              <p14:xfrm>
                <a:off x="2153853" y="1856001"/>
                <a:ext cx="5040" cy="82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8D7B39-874A-3BCF-0177-A6711132E82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145213" y="1847361"/>
                  <a:ext cx="2268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F0F180F-1626-001E-7533-6E636B9F7B9A}"/>
                    </a:ext>
                  </a:extLst>
                </p14:cNvPr>
                <p14:cNvContentPartPr/>
                <p14:nvPr/>
              </p14:nvContentPartPr>
              <p14:xfrm>
                <a:off x="2211453" y="1712361"/>
                <a:ext cx="202320" cy="1062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F0F180F-1626-001E-7533-6E636B9F7B9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02813" y="1703361"/>
                  <a:ext cx="219960" cy="123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787F4CE-3739-1422-B5E5-2803D7E7D816}"/>
              </a:ext>
            </a:extLst>
          </p:cNvPr>
          <p:cNvGrpSpPr/>
          <p:nvPr/>
        </p:nvGrpSpPr>
        <p:grpSpPr>
          <a:xfrm>
            <a:off x="3470013" y="2440281"/>
            <a:ext cx="532080" cy="239760"/>
            <a:chOff x="3470013" y="2440281"/>
            <a:chExt cx="532080" cy="239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8CF5B7F-AAE4-0283-B936-FAA9396EA0DA}"/>
                    </a:ext>
                  </a:extLst>
                </p14:cNvPr>
                <p14:cNvContentPartPr/>
                <p14:nvPr/>
              </p14:nvContentPartPr>
              <p14:xfrm>
                <a:off x="3490173" y="2557281"/>
                <a:ext cx="16200" cy="1227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8CF5B7F-AAE4-0283-B936-FAA9396EA0D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3481533" y="2548641"/>
                  <a:ext cx="338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B7C28A9-90B2-4C79-B737-BFE988D50D84}"/>
                    </a:ext>
                  </a:extLst>
                </p14:cNvPr>
                <p14:cNvContentPartPr/>
                <p14:nvPr/>
              </p14:nvContentPartPr>
              <p14:xfrm>
                <a:off x="3470013" y="2440281"/>
                <a:ext cx="8280" cy="79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B7C28A9-90B2-4C79-B737-BFE988D50D8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461373" y="2431641"/>
                  <a:ext cx="259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A03719-DE3B-4F92-0C86-0CE3621576C4}"/>
                    </a:ext>
                  </a:extLst>
                </p14:cNvPr>
                <p14:cNvContentPartPr/>
                <p14:nvPr/>
              </p14:nvContentPartPr>
              <p14:xfrm>
                <a:off x="3541653" y="2465121"/>
                <a:ext cx="23400" cy="181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A03719-DE3B-4F92-0C86-0CE3621576C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533013" y="2456481"/>
                  <a:ext cx="4104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6E5A730-793F-C207-5E0D-F5BFF2751B3F}"/>
                    </a:ext>
                  </a:extLst>
                </p14:cNvPr>
                <p14:cNvContentPartPr/>
                <p14:nvPr/>
              </p14:nvContentPartPr>
              <p14:xfrm>
                <a:off x="3553173" y="2506881"/>
                <a:ext cx="151920" cy="1303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6E5A730-793F-C207-5E0D-F5BFF2751B3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544533" y="2497881"/>
                  <a:ext cx="16956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4F307DC-76DD-5E5B-84A6-DB6B0A7EC9A2}"/>
                    </a:ext>
                  </a:extLst>
                </p14:cNvPr>
                <p14:cNvContentPartPr/>
                <p14:nvPr/>
              </p14:nvContentPartPr>
              <p14:xfrm>
                <a:off x="3730653" y="2501841"/>
                <a:ext cx="164160" cy="133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4F307DC-76DD-5E5B-84A6-DB6B0A7EC9A2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721653" y="2492841"/>
                  <a:ext cx="1818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359A0A5-BE5A-D227-3820-5F193D50EBB8}"/>
                    </a:ext>
                  </a:extLst>
                </p14:cNvPr>
                <p14:cNvContentPartPr/>
                <p14:nvPr/>
              </p14:nvContentPartPr>
              <p14:xfrm>
                <a:off x="3910653" y="2460081"/>
                <a:ext cx="91440" cy="1389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359A0A5-BE5A-D227-3820-5F193D50EBB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902013" y="2451441"/>
                  <a:ext cx="109080" cy="15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0E0F1EEA-CBFE-4708-EAF6-DCFA33D944F1}"/>
              </a:ext>
            </a:extLst>
          </p:cNvPr>
          <p:cNvGrpSpPr/>
          <p:nvPr/>
        </p:nvGrpSpPr>
        <p:grpSpPr>
          <a:xfrm>
            <a:off x="3547413" y="2827281"/>
            <a:ext cx="185760" cy="171360"/>
            <a:chOff x="3547413" y="2827281"/>
            <a:chExt cx="185760" cy="17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1861DCA-E985-FA09-D4D1-5DD75A1B79A8}"/>
                    </a:ext>
                  </a:extLst>
                </p14:cNvPr>
                <p14:cNvContentPartPr/>
                <p14:nvPr/>
              </p14:nvContentPartPr>
              <p14:xfrm>
                <a:off x="3547413" y="2891721"/>
                <a:ext cx="54000" cy="1069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1861DCA-E985-FA09-D4D1-5DD75A1B79A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538773" y="2883081"/>
                  <a:ext cx="716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B0185CC-B743-FE6A-8E91-4652AE13FB4C}"/>
                    </a:ext>
                  </a:extLst>
                </p14:cNvPr>
                <p14:cNvContentPartPr/>
                <p14:nvPr/>
              </p14:nvContentPartPr>
              <p14:xfrm>
                <a:off x="3548493" y="2827281"/>
                <a:ext cx="5040" cy="288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B0185CC-B743-FE6A-8E91-4652AE13FB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39493" y="2818281"/>
                  <a:ext cx="2268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64EAD3E-6545-2F1C-6FED-AB5B0BCD0FA3}"/>
                    </a:ext>
                  </a:extLst>
                </p14:cNvPr>
                <p14:cNvContentPartPr/>
                <p14:nvPr/>
              </p14:nvContentPartPr>
              <p14:xfrm>
                <a:off x="3674853" y="2896761"/>
                <a:ext cx="58320" cy="84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64EAD3E-6545-2F1C-6FED-AB5B0BCD0FA3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666213" y="2888121"/>
                  <a:ext cx="7596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FA9AF359-2275-36E7-B45B-DBA9315C48CE}"/>
              </a:ext>
            </a:extLst>
          </p:cNvPr>
          <p:cNvGrpSpPr/>
          <p:nvPr/>
        </p:nvGrpSpPr>
        <p:grpSpPr>
          <a:xfrm>
            <a:off x="3548493" y="3178281"/>
            <a:ext cx="161640" cy="207360"/>
            <a:chOff x="3548493" y="3178281"/>
            <a:chExt cx="161640" cy="20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F72A519-B5D5-397D-EC58-5E9FDBD28BBA}"/>
                    </a:ext>
                  </a:extLst>
                </p14:cNvPr>
                <p14:cNvContentPartPr/>
                <p14:nvPr/>
              </p14:nvContentPartPr>
              <p14:xfrm>
                <a:off x="3553173" y="3260001"/>
                <a:ext cx="51840" cy="125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F72A519-B5D5-397D-EC58-5E9FDBD28BB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44533" y="3251361"/>
                  <a:ext cx="6948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6341458-3F70-8B32-78EE-6B8E32721BCB}"/>
                    </a:ext>
                  </a:extLst>
                </p14:cNvPr>
                <p14:cNvContentPartPr/>
                <p14:nvPr/>
              </p14:nvContentPartPr>
              <p14:xfrm>
                <a:off x="3548493" y="3178281"/>
                <a:ext cx="39960" cy="248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6341458-3F70-8B32-78EE-6B8E32721BC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539493" y="3169641"/>
                  <a:ext cx="5760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4854734-7170-C7A6-4C5D-63A8D3913DE2}"/>
                    </a:ext>
                  </a:extLst>
                </p14:cNvPr>
                <p14:cNvContentPartPr/>
                <p14:nvPr/>
              </p14:nvContentPartPr>
              <p14:xfrm>
                <a:off x="3697893" y="3246681"/>
                <a:ext cx="12240" cy="961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4854734-7170-C7A6-4C5D-63A8D3913DE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689253" y="3237681"/>
                  <a:ext cx="29880" cy="113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4169505-3FE7-35A6-5B0C-51711643E232}"/>
              </a:ext>
            </a:extLst>
          </p:cNvPr>
          <p:cNvGrpSpPr/>
          <p:nvPr/>
        </p:nvGrpSpPr>
        <p:grpSpPr>
          <a:xfrm>
            <a:off x="3512853" y="3618201"/>
            <a:ext cx="214920" cy="244080"/>
            <a:chOff x="3512853" y="3618201"/>
            <a:chExt cx="214920" cy="244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0AFE23F-58CE-CA2F-CEB3-629CEC4CB7CA}"/>
                    </a:ext>
                  </a:extLst>
                </p14:cNvPr>
                <p14:cNvContentPartPr/>
                <p14:nvPr/>
              </p14:nvContentPartPr>
              <p14:xfrm>
                <a:off x="3512853" y="3704601"/>
                <a:ext cx="47160" cy="157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0AFE23F-58CE-CA2F-CEB3-629CEC4CB7C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503853" y="3695961"/>
                  <a:ext cx="6480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2CD3FA0B-1C52-F548-102C-AE4731ECE5A7}"/>
                    </a:ext>
                  </a:extLst>
                </p14:cNvPr>
                <p14:cNvContentPartPr/>
                <p14:nvPr/>
              </p14:nvContentPartPr>
              <p14:xfrm>
                <a:off x="3533013" y="3618201"/>
                <a:ext cx="15120" cy="50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2CD3FA0B-1C52-F548-102C-AE4731ECE5A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524013" y="3609201"/>
                  <a:ext cx="327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199630C-73B7-03DD-C987-CDBF690663C9}"/>
                    </a:ext>
                  </a:extLst>
                </p14:cNvPr>
                <p14:cNvContentPartPr/>
                <p14:nvPr/>
              </p14:nvContentPartPr>
              <p14:xfrm>
                <a:off x="3628413" y="3703161"/>
                <a:ext cx="99360" cy="1292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199630C-73B7-03DD-C987-CDBF690663C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619773" y="3694521"/>
                  <a:ext cx="11700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837CAAC-CFDB-8E6F-08C4-60EC6B9C1D8D}"/>
              </a:ext>
            </a:extLst>
          </p:cNvPr>
          <p:cNvGrpSpPr/>
          <p:nvPr/>
        </p:nvGrpSpPr>
        <p:grpSpPr>
          <a:xfrm>
            <a:off x="3570453" y="4062441"/>
            <a:ext cx="29160" cy="65160"/>
            <a:chOff x="3570453" y="4062441"/>
            <a:chExt cx="29160" cy="6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9D4D862-27CB-5C2B-32C4-2B5DB2CE66E2}"/>
                    </a:ext>
                  </a:extLst>
                </p14:cNvPr>
                <p14:cNvContentPartPr/>
                <p14:nvPr/>
              </p14:nvContentPartPr>
              <p14:xfrm>
                <a:off x="3570453" y="4062441"/>
                <a:ext cx="1440" cy="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9D4D862-27CB-5C2B-32C4-2B5DB2CE66E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561813" y="4053801"/>
                  <a:ext cx="190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CC78898-2A06-D4E1-94AC-9957B7B43DE3}"/>
                    </a:ext>
                  </a:extLst>
                </p14:cNvPr>
                <p14:cNvContentPartPr/>
                <p14:nvPr/>
              </p14:nvContentPartPr>
              <p14:xfrm>
                <a:off x="3594573" y="4120401"/>
                <a:ext cx="5040" cy="7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CC78898-2A06-D4E1-94AC-9957B7B43DE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585933" y="4111761"/>
                  <a:ext cx="22680" cy="24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58396AEF-E645-F965-CDEC-B489AAD4B12F}"/>
                  </a:ext>
                </a:extLst>
              </p14:cNvPr>
              <p14:cNvContentPartPr/>
              <p14:nvPr/>
            </p14:nvContentPartPr>
            <p14:xfrm>
              <a:off x="3634173" y="4320561"/>
              <a:ext cx="5040" cy="2520"/>
            </p14:xfrm>
          </p:contentPart>
        </mc:Choice>
        <mc:Fallback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58396AEF-E645-F965-CDEC-B489AAD4B12F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3625533" y="4311921"/>
                <a:ext cx="22680" cy="20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6" name="Group 55">
            <a:extLst>
              <a:ext uri="{FF2B5EF4-FFF2-40B4-BE49-F238E27FC236}">
                <a16:creationId xmlns:a16="http://schemas.microsoft.com/office/drawing/2014/main" id="{9E7AB5B9-78C5-B2BB-F702-313106DF7451}"/>
              </a:ext>
            </a:extLst>
          </p:cNvPr>
          <p:cNvGrpSpPr/>
          <p:nvPr/>
        </p:nvGrpSpPr>
        <p:grpSpPr>
          <a:xfrm>
            <a:off x="5115213" y="2801001"/>
            <a:ext cx="4485960" cy="2042640"/>
            <a:chOff x="5115213" y="2801001"/>
            <a:chExt cx="4485960" cy="2042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B69A74A-DEE3-6C65-B819-45853C3387F2}"/>
                    </a:ext>
                  </a:extLst>
                </p14:cNvPr>
                <p14:cNvContentPartPr/>
                <p14:nvPr/>
              </p14:nvContentPartPr>
              <p14:xfrm>
                <a:off x="5207013" y="3127161"/>
                <a:ext cx="95400" cy="910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B69A74A-DEE3-6C65-B819-45853C3387F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198373" y="3118161"/>
                  <a:ext cx="11304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BAC9641-B727-926C-D8A1-F00F165B6FCE}"/>
                    </a:ext>
                  </a:extLst>
                </p14:cNvPr>
                <p14:cNvContentPartPr/>
                <p14:nvPr/>
              </p14:nvContentPartPr>
              <p14:xfrm>
                <a:off x="5115213" y="3023481"/>
                <a:ext cx="268560" cy="2926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BAC9641-B727-926C-D8A1-F00F165B6FC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106573" y="3014841"/>
                  <a:ext cx="28620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712E89D-204E-4245-B021-B5048088840E}"/>
                    </a:ext>
                  </a:extLst>
                </p14:cNvPr>
                <p14:cNvContentPartPr/>
                <p14:nvPr/>
              </p14:nvContentPartPr>
              <p14:xfrm>
                <a:off x="5289453" y="3089361"/>
                <a:ext cx="1672920" cy="1292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712E89D-204E-4245-B021-B5048088840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80453" y="3080721"/>
                  <a:ext cx="16905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6387B83-AE16-496F-A5C3-9F6E272B4279}"/>
                    </a:ext>
                  </a:extLst>
                </p14:cNvPr>
                <p14:cNvContentPartPr/>
                <p14:nvPr/>
              </p14:nvContentPartPr>
              <p14:xfrm>
                <a:off x="6851133" y="3054441"/>
                <a:ext cx="105480" cy="1328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6387B83-AE16-496F-A5C3-9F6E272B427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842133" y="3045441"/>
                  <a:ext cx="12312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F000FAB-D02C-7FD3-9691-B29AF226EF2B}"/>
                    </a:ext>
                  </a:extLst>
                </p14:cNvPr>
                <p14:cNvContentPartPr/>
                <p14:nvPr/>
              </p14:nvContentPartPr>
              <p14:xfrm>
                <a:off x="6881013" y="2801001"/>
                <a:ext cx="2720160" cy="2042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F000FAB-D02C-7FD3-9691-B29AF226EF2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872013" y="2792001"/>
                  <a:ext cx="2737800" cy="20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3937B0A-AD0E-CD18-238E-66482150280D}"/>
              </a:ext>
            </a:extLst>
          </p:cNvPr>
          <p:cNvGrpSpPr/>
          <p:nvPr/>
        </p:nvGrpSpPr>
        <p:grpSpPr>
          <a:xfrm>
            <a:off x="7197093" y="2405721"/>
            <a:ext cx="912240" cy="327600"/>
            <a:chOff x="7197093" y="2405721"/>
            <a:chExt cx="912240" cy="327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29A7845-59E2-C292-EC18-EC7D058D49C0}"/>
                    </a:ext>
                  </a:extLst>
                </p14:cNvPr>
                <p14:cNvContentPartPr/>
                <p14:nvPr/>
              </p14:nvContentPartPr>
              <p14:xfrm>
                <a:off x="7197093" y="2405721"/>
                <a:ext cx="124200" cy="3034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29A7845-59E2-C292-EC18-EC7D058D49C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188093" y="2397081"/>
                  <a:ext cx="14184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D2AC160-872F-1F29-0B36-BB01E7C6C545}"/>
                    </a:ext>
                  </a:extLst>
                </p14:cNvPr>
                <p14:cNvContentPartPr/>
                <p14:nvPr/>
              </p14:nvContentPartPr>
              <p14:xfrm>
                <a:off x="7308693" y="2411481"/>
                <a:ext cx="70560" cy="321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D2AC160-872F-1F29-0B36-BB01E7C6C54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299693" y="2402481"/>
                  <a:ext cx="8820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921E3FF-712A-7B29-4028-46AB4D2BED51}"/>
                    </a:ext>
                  </a:extLst>
                </p14:cNvPr>
                <p14:cNvContentPartPr/>
                <p14:nvPr/>
              </p14:nvContentPartPr>
              <p14:xfrm>
                <a:off x="7471413" y="2604081"/>
                <a:ext cx="17280" cy="108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921E3FF-712A-7B29-4028-46AB4D2BED5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7462413" y="2595441"/>
                  <a:ext cx="349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3140A9D-F669-1ECB-D78B-FCD8B9268F4C}"/>
                    </a:ext>
                  </a:extLst>
                </p14:cNvPr>
                <p14:cNvContentPartPr/>
                <p14:nvPr/>
              </p14:nvContentPartPr>
              <p14:xfrm>
                <a:off x="7517493" y="2492841"/>
                <a:ext cx="360" cy="18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3140A9D-F669-1ECB-D78B-FCD8B9268F4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508853" y="2484201"/>
                  <a:ext cx="1800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C871B4A-94A1-241E-3963-A01A546F6462}"/>
                    </a:ext>
                  </a:extLst>
                </p14:cNvPr>
                <p14:cNvContentPartPr/>
                <p14:nvPr/>
              </p14:nvContentPartPr>
              <p14:xfrm>
                <a:off x="7546653" y="2540721"/>
                <a:ext cx="308160" cy="178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C871B4A-94A1-241E-3963-A01A546F6462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7537653" y="2531721"/>
                  <a:ext cx="32580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59BC909-A47B-6CFD-9978-0F8478E64495}"/>
                    </a:ext>
                  </a:extLst>
                </p14:cNvPr>
                <p14:cNvContentPartPr/>
                <p14:nvPr/>
              </p14:nvContentPartPr>
              <p14:xfrm>
                <a:off x="7901613" y="2494281"/>
                <a:ext cx="207720" cy="1810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59BC909-A47B-6CFD-9978-0F8478E6449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7892613" y="2485641"/>
                  <a:ext cx="22536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1ACA1DE-1C46-8F1B-92E2-50105BA02CC3}"/>
              </a:ext>
            </a:extLst>
          </p:cNvPr>
          <p:cNvGrpSpPr/>
          <p:nvPr/>
        </p:nvGrpSpPr>
        <p:grpSpPr>
          <a:xfrm>
            <a:off x="7123293" y="3341721"/>
            <a:ext cx="2015640" cy="1186560"/>
            <a:chOff x="7123293" y="3341721"/>
            <a:chExt cx="2015640" cy="1186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FD66BB0-EFF8-07ED-A4D3-0FFFBE9FD3EF}"/>
                    </a:ext>
                  </a:extLst>
                </p14:cNvPr>
                <p14:cNvContentPartPr/>
                <p14:nvPr/>
              </p14:nvContentPartPr>
              <p14:xfrm>
                <a:off x="7219053" y="3434961"/>
                <a:ext cx="16560" cy="109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FD66BB0-EFF8-07ED-A4D3-0FFFBE9F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7210053" y="3425961"/>
                  <a:ext cx="3420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4597527-F066-A798-4075-17970B014E3D}"/>
                    </a:ext>
                  </a:extLst>
                </p14:cNvPr>
                <p14:cNvContentPartPr/>
                <p14:nvPr/>
              </p14:nvContentPartPr>
              <p14:xfrm>
                <a:off x="7199613" y="3341721"/>
                <a:ext cx="17280" cy="1512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4597527-F066-A798-4075-17970B014E3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190973" y="3333081"/>
                  <a:ext cx="3492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D552CC8-F705-E5EC-5767-E7CB46DE58AF}"/>
                    </a:ext>
                  </a:extLst>
                </p14:cNvPr>
                <p14:cNvContentPartPr/>
                <p14:nvPr/>
              </p14:nvContentPartPr>
              <p14:xfrm>
                <a:off x="7274493" y="3385281"/>
                <a:ext cx="28440" cy="1450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D552CC8-F705-E5EC-5767-E7CB46DE58A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265853" y="3376641"/>
                  <a:ext cx="46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3A817761-FF4E-C029-5E70-7D9A5CF66666}"/>
                    </a:ext>
                  </a:extLst>
                </p14:cNvPr>
                <p14:cNvContentPartPr/>
                <p14:nvPr/>
              </p14:nvContentPartPr>
              <p14:xfrm>
                <a:off x="7297533" y="3427041"/>
                <a:ext cx="367560" cy="9180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3A817761-FF4E-C029-5E70-7D9A5CF66666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288893" y="3418401"/>
                  <a:ext cx="3852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FC03EC7-DF8C-C8EC-3F05-E49C8E733883}"/>
                    </a:ext>
                  </a:extLst>
                </p14:cNvPr>
                <p14:cNvContentPartPr/>
                <p14:nvPr/>
              </p14:nvContentPartPr>
              <p14:xfrm>
                <a:off x="7847973" y="3385281"/>
                <a:ext cx="87480" cy="1551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FC03EC7-DF8C-C8EC-3F05-E49C8E733883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838973" y="3376281"/>
                  <a:ext cx="1051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2797222-BC7C-5BB7-B832-5C3AA06118AB}"/>
                    </a:ext>
                  </a:extLst>
                </p14:cNvPr>
                <p14:cNvContentPartPr/>
                <p14:nvPr/>
              </p14:nvContentPartPr>
              <p14:xfrm>
                <a:off x="7975053" y="3378081"/>
                <a:ext cx="199080" cy="1630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2797222-BC7C-5BB7-B832-5C3AA06118AB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966413" y="3369441"/>
                  <a:ext cx="21672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90898ADF-8AA8-CDC8-D0F9-4C7B1170CB72}"/>
                    </a:ext>
                  </a:extLst>
                </p14:cNvPr>
                <p14:cNvContentPartPr/>
                <p14:nvPr/>
              </p14:nvContentPartPr>
              <p14:xfrm>
                <a:off x="8147853" y="3420561"/>
                <a:ext cx="284760" cy="110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90898ADF-8AA8-CDC8-D0F9-4C7B1170CB72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38853" y="3411921"/>
                  <a:ext cx="302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8A311D-BA7C-8246-B607-429AC7A213D6}"/>
                    </a:ext>
                  </a:extLst>
                </p14:cNvPr>
                <p14:cNvContentPartPr/>
                <p14:nvPr/>
              </p14:nvContentPartPr>
              <p14:xfrm>
                <a:off x="8443413" y="3372681"/>
                <a:ext cx="6120" cy="18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8A311D-BA7C-8246-B607-429AC7A213D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8434773" y="3363681"/>
                  <a:ext cx="23760" cy="1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A8DE18E-5D2F-395F-AD9C-CE005B40FFEA}"/>
                    </a:ext>
                  </a:extLst>
                </p14:cNvPr>
                <p14:cNvContentPartPr/>
                <p14:nvPr/>
              </p14:nvContentPartPr>
              <p14:xfrm>
                <a:off x="8512893" y="3397161"/>
                <a:ext cx="23040" cy="13500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A8DE18E-5D2F-395F-AD9C-CE005B40FFE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504253" y="3388161"/>
                  <a:ext cx="4068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487322CE-B7AE-0735-5EE6-FE42D95DFE21}"/>
                    </a:ext>
                  </a:extLst>
                </p14:cNvPr>
                <p14:cNvContentPartPr/>
                <p14:nvPr/>
              </p14:nvContentPartPr>
              <p14:xfrm>
                <a:off x="8637453" y="3425241"/>
                <a:ext cx="91800" cy="104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487322CE-B7AE-0735-5EE6-FE42D95DFE21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628453" y="3416241"/>
                  <a:ext cx="10944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9D4F357-AC18-1C04-05D1-8580CC40D0CD}"/>
                    </a:ext>
                  </a:extLst>
                </p14:cNvPr>
                <p14:cNvContentPartPr/>
                <p14:nvPr/>
              </p14:nvContentPartPr>
              <p14:xfrm>
                <a:off x="7567893" y="3564921"/>
                <a:ext cx="1368000" cy="298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9D4F357-AC18-1C04-05D1-8580CC40D0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558893" y="3555921"/>
                  <a:ext cx="138564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AE1189B-D3FB-15C5-761F-DEFA1D801653}"/>
                    </a:ext>
                  </a:extLst>
                </p14:cNvPr>
                <p14:cNvContentPartPr/>
                <p14:nvPr/>
              </p14:nvContentPartPr>
              <p14:xfrm>
                <a:off x="7123293" y="3662841"/>
                <a:ext cx="2015640" cy="8654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AE1189B-D3FB-15C5-761F-DEFA1D80165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114293" y="3653841"/>
                  <a:ext cx="2033280" cy="88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224E010-B33C-9568-FAF2-AA3BAEA7F77E}"/>
                    </a:ext>
                  </a:extLst>
                </p14:cNvPr>
                <p14:cNvContentPartPr/>
                <p14:nvPr/>
              </p14:nvContentPartPr>
              <p14:xfrm>
                <a:off x="7591653" y="3877401"/>
                <a:ext cx="164520" cy="64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224E010-B33C-9568-FAF2-AA3BAEA7F77E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82653" y="3868401"/>
                  <a:ext cx="1821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9BC1742-7583-6487-C02D-C0943FEF48ED}"/>
                    </a:ext>
                  </a:extLst>
                </p14:cNvPr>
                <p14:cNvContentPartPr/>
                <p14:nvPr/>
              </p14:nvContentPartPr>
              <p14:xfrm>
                <a:off x="7500213" y="4029681"/>
                <a:ext cx="163080" cy="154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9BC1742-7583-6487-C02D-C0943FEF48E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491573" y="4020681"/>
                  <a:ext cx="180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D74ACAB-592B-E933-B572-9183808E5921}"/>
                    </a:ext>
                  </a:extLst>
                </p14:cNvPr>
                <p14:cNvContentPartPr/>
                <p14:nvPr/>
              </p14:nvContentPartPr>
              <p14:xfrm>
                <a:off x="7490853" y="4242081"/>
                <a:ext cx="208800" cy="302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D74ACAB-592B-E933-B572-9183808E592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482213" y="4233081"/>
                  <a:ext cx="22644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25F34B4A-B1D4-B94A-33C4-F72428C3C762}"/>
                    </a:ext>
                  </a:extLst>
                </p14:cNvPr>
                <p14:cNvContentPartPr/>
                <p14:nvPr/>
              </p14:nvContentPartPr>
              <p14:xfrm>
                <a:off x="8346573" y="3917721"/>
                <a:ext cx="77760" cy="122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25F34B4A-B1D4-B94A-33C4-F72428C3C7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37573" y="3908721"/>
                  <a:ext cx="954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30457E6-39FD-2AEE-6B46-9CB4C01561FE}"/>
                    </a:ext>
                  </a:extLst>
                </p14:cNvPr>
                <p14:cNvContentPartPr/>
                <p14:nvPr/>
              </p14:nvContentPartPr>
              <p14:xfrm>
                <a:off x="8303733" y="4033641"/>
                <a:ext cx="131760" cy="241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30457E6-39FD-2AEE-6B46-9CB4C01561F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295093" y="4024641"/>
                  <a:ext cx="1494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421B22D-146B-5A7D-C8C0-797125542052}"/>
                    </a:ext>
                  </a:extLst>
                </p14:cNvPr>
                <p14:cNvContentPartPr/>
                <p14:nvPr/>
              </p14:nvContentPartPr>
              <p14:xfrm>
                <a:off x="8320653" y="4218681"/>
                <a:ext cx="120600" cy="302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421B22D-146B-5A7D-C8C0-79712554205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312013" y="4210041"/>
                  <a:ext cx="138240" cy="4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181174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20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Custom 5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3B31A9"/>
      </a:accent1>
      <a:accent2>
        <a:srgbClr val="5047C9"/>
      </a:accent2>
      <a:accent3>
        <a:srgbClr val="625ACE"/>
      </a:accent3>
      <a:accent4>
        <a:srgbClr val="817AD8"/>
      </a:accent4>
      <a:accent5>
        <a:srgbClr val="AAA5E5"/>
      </a:accent5>
      <a:accent6>
        <a:srgbClr val="CAC7EF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8640</TotalTime>
  <Words>1417</Words>
  <Application>Microsoft Office PowerPoint</Application>
  <PresentationFormat>Custom</PresentationFormat>
  <Paragraphs>168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16</vt:i4>
      </vt:variant>
    </vt:vector>
  </HeadingPairs>
  <TitlesOfParts>
    <vt:vector size="29" baseType="lpstr">
      <vt:lpstr>72 Condensed</vt:lpstr>
      <vt:lpstr>Amasis MT Pro Black</vt:lpstr>
      <vt:lpstr>Aptos</vt:lpstr>
      <vt:lpstr>Aptos Display</vt:lpstr>
      <vt:lpstr>Arial</vt:lpstr>
      <vt:lpstr>Arial Black</vt:lpstr>
      <vt:lpstr>Calibri</vt:lpstr>
      <vt:lpstr>Cooper Black</vt:lpstr>
      <vt:lpstr>Segoe UI</vt:lpstr>
      <vt:lpstr>Segoe UI Light</vt:lpstr>
      <vt:lpstr>Wingdings</vt:lpstr>
      <vt:lpstr>Office Theme</vt:lpstr>
      <vt:lpstr>1_Office Theme</vt:lpstr>
      <vt:lpstr>SAP BTP Extension Suite Training</vt:lpstr>
      <vt:lpstr>PowerPoint Presentation</vt:lpstr>
      <vt:lpstr>Agenda – Day 21</vt:lpstr>
      <vt:lpstr>Scenario 2: </vt:lpstr>
      <vt:lpstr>Hands on: Initialize CAPM Extension</vt:lpstr>
      <vt:lpstr>Hands on: Initialize CAPM Extension</vt:lpstr>
      <vt:lpstr>Hands on Cloud Extension</vt:lpstr>
      <vt:lpstr>Skeleton of Fiori App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336</cp:revision>
  <dcterms:created xsi:type="dcterms:W3CDTF">2013-09-12T13:05:01Z</dcterms:created>
  <dcterms:modified xsi:type="dcterms:W3CDTF">2026-08-18T10:09:40Z</dcterms:modified>
</cp:coreProperties>
</file>